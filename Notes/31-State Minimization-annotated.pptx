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p:sldMasterIdLst>
    <p:sldMasterId id="2147483660" r:id="rId4"/>
  </p:sldMasterIdLst>
  <p:notesMasterIdLst>
    <p:notesMasterId r:id="rId101"/>
  </p:notesMasterIdLst>
  <p:handoutMasterIdLst>
    <p:handoutMasterId r:id="rId102"/>
  </p:handoutMasterIdLst>
  <p:sldIdLst>
    <p:sldId id="788" r:id="rId5"/>
    <p:sldId id="774" r:id="rId6"/>
    <p:sldId id="2151" r:id="rId7"/>
    <p:sldId id="1362" r:id="rId8"/>
    <p:sldId id="263" r:id="rId9"/>
    <p:sldId id="2027" r:id="rId10"/>
    <p:sldId id="268" r:id="rId11"/>
    <p:sldId id="270" r:id="rId12"/>
    <p:sldId id="271" r:id="rId13"/>
    <p:sldId id="272" r:id="rId14"/>
    <p:sldId id="273" r:id="rId15"/>
    <p:sldId id="356" r:id="rId16"/>
    <p:sldId id="2158" r:id="rId17"/>
    <p:sldId id="353" r:id="rId18"/>
    <p:sldId id="352" r:id="rId19"/>
    <p:sldId id="346" r:id="rId20"/>
    <p:sldId id="347" r:id="rId21"/>
    <p:sldId id="2149" r:id="rId22"/>
    <p:sldId id="2026" r:id="rId23"/>
    <p:sldId id="350" r:id="rId24"/>
    <p:sldId id="351" r:id="rId25"/>
    <p:sldId id="2153" r:id="rId26"/>
    <p:sldId id="2038" r:id="rId27"/>
    <p:sldId id="1962" r:id="rId28"/>
    <p:sldId id="1953" r:id="rId29"/>
    <p:sldId id="2039" r:id="rId30"/>
    <p:sldId id="1954" r:id="rId31"/>
    <p:sldId id="1955" r:id="rId32"/>
    <p:sldId id="1956" r:id="rId33"/>
    <p:sldId id="1957" r:id="rId34"/>
    <p:sldId id="1958" r:id="rId35"/>
    <p:sldId id="1959" r:id="rId36"/>
    <p:sldId id="1960" r:id="rId37"/>
    <p:sldId id="1963" r:id="rId38"/>
    <p:sldId id="1964" r:id="rId39"/>
    <p:sldId id="1961" r:id="rId40"/>
    <p:sldId id="1952" r:id="rId41"/>
    <p:sldId id="1942" r:id="rId42"/>
    <p:sldId id="1988" r:id="rId43"/>
    <p:sldId id="1985" r:id="rId44"/>
    <p:sldId id="1984" r:id="rId45"/>
    <p:sldId id="1987" r:id="rId46"/>
    <p:sldId id="2040" r:id="rId47"/>
    <p:sldId id="1989" r:id="rId48"/>
    <p:sldId id="1993" r:id="rId49"/>
    <p:sldId id="1991" r:id="rId50"/>
    <p:sldId id="1992" r:id="rId51"/>
    <p:sldId id="1994" r:id="rId52"/>
    <p:sldId id="1995" r:id="rId53"/>
    <p:sldId id="1996" r:id="rId54"/>
    <p:sldId id="1997" r:id="rId55"/>
    <p:sldId id="1998" r:id="rId56"/>
    <p:sldId id="1999" r:id="rId57"/>
    <p:sldId id="2000" r:id="rId58"/>
    <p:sldId id="2001" r:id="rId59"/>
    <p:sldId id="2002" r:id="rId60"/>
    <p:sldId id="2005" r:id="rId61"/>
    <p:sldId id="2006" r:id="rId62"/>
    <p:sldId id="1990" r:id="rId63"/>
    <p:sldId id="2009" r:id="rId64"/>
    <p:sldId id="2010" r:id="rId65"/>
    <p:sldId id="2011" r:id="rId66"/>
    <p:sldId id="2014" r:id="rId67"/>
    <p:sldId id="2013" r:id="rId68"/>
    <p:sldId id="2015" r:id="rId69"/>
    <p:sldId id="2017" r:id="rId70"/>
    <p:sldId id="2018" r:id="rId71"/>
    <p:sldId id="2016" r:id="rId72"/>
    <p:sldId id="2019" r:id="rId73"/>
    <p:sldId id="1980" r:id="rId74"/>
    <p:sldId id="1943" r:id="rId75"/>
    <p:sldId id="2156" r:id="rId76"/>
    <p:sldId id="2041" r:id="rId77"/>
    <p:sldId id="2161" r:id="rId78"/>
    <p:sldId id="1976" r:id="rId79"/>
    <p:sldId id="2020" r:id="rId80"/>
    <p:sldId id="1944" r:id="rId81"/>
    <p:sldId id="1945" r:id="rId82"/>
    <p:sldId id="2035" r:id="rId83"/>
    <p:sldId id="2023" r:id="rId84"/>
    <p:sldId id="2025" r:id="rId85"/>
    <p:sldId id="2154" r:id="rId86"/>
    <p:sldId id="2155" r:id="rId87"/>
    <p:sldId id="2028" r:id="rId88"/>
    <p:sldId id="2029" r:id="rId89"/>
    <p:sldId id="2030" r:id="rId90"/>
    <p:sldId id="2031" r:id="rId91"/>
    <p:sldId id="2032" r:id="rId92"/>
    <p:sldId id="2043" r:id="rId93"/>
    <p:sldId id="2033" r:id="rId94"/>
    <p:sldId id="2157" r:id="rId95"/>
    <p:sldId id="2034" r:id="rId96"/>
    <p:sldId id="2044" r:id="rId97"/>
    <p:sldId id="2045" r:id="rId98"/>
    <p:sldId id="2046" r:id="rId99"/>
    <p:sldId id="2146" r:id="rId100"/>
  </p:sldIdLst>
  <p:sldSz cx="9144000" cy="6858000" type="screen4x3"/>
  <p:notesSz cx="6858000" cy="9144000"/>
  <p:defaultTextStyle>
    <a:defPPr>
      <a:defRPr lang="en-US"/>
    </a:defPPr>
    <a:lvl1pPr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Times" panose="02020603050405020304" pitchFamily="18" charset="0"/>
        <a:ea typeface="MS PGothic" panose="020B0600070205080204" pitchFamily="34" charset="-128"/>
        <a:cs typeface="+mn-cs"/>
      </a:defRPr>
    </a:lvl5pPr>
    <a:lvl6pPr marL="22860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6pPr>
    <a:lvl7pPr marL="27432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7pPr>
    <a:lvl8pPr marL="32004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8pPr>
    <a:lvl9pPr marL="3657600" algn="l" defTabSz="914400" rtl="0" eaLnBrk="1" latinLnBrk="0" hangingPunct="1">
      <a:defRPr sz="2400" kern="1200">
        <a:solidFill>
          <a:schemeClr val="tx1"/>
        </a:solidFill>
        <a:latin typeface="Times" panose="02020603050405020304" pitchFamily="18" charset="0"/>
        <a:ea typeface="MS PGothic" panose="020B0600070205080204" pitchFamily="34" charset="-128"/>
        <a:cs typeface="+mn-cs"/>
      </a:defRPr>
    </a:lvl9pPr>
  </p:defaultTextStyle>
  <p:extLst>
    <p:ext uri="{EFAFB233-063F-42B5-8137-9DF3F51BA10A}">
      <p15:sldGuideLst xmlns:p15="http://schemas.microsoft.com/office/powerpoint/2012/main">
        <p15:guide id="1" orient="horz" pos="912">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0066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6DF8FEB-0B4C-41E1-9EDA-ACAFF585BCAB}" v="2" dt="2022-04-15T20:43:31.04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83" d="100"/>
          <a:sy n="83" d="100"/>
        </p:scale>
        <p:origin x="931" y="48"/>
      </p:cViewPr>
      <p:guideLst>
        <p:guide orient="horz" pos="912"/>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6" Type="http://schemas.openxmlformats.org/officeDocument/2006/relationships/slide" Target="slides/slide12.xml"/><Relationship Id="rId107" Type="http://schemas.microsoft.com/office/2016/11/relationships/changesInfo" Target="changesInfos/changesInfo1.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handoutMaster" Target="handoutMasters/handoutMaster1.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presProps" Target="presProps.xml"/><Relationship Id="rId108" Type="http://schemas.microsoft.com/office/2015/10/relationships/revisionInfo" Target="revisionInfo.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tableStyles" Target="tableStyles.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viewProps" Target="view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theme" Target="theme/theme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d Maruf Ahamed" userId="6f647de5-aeca-43cd-b76c-e84c6089bcf4" providerId="ADAL" clId="{16DF8FEB-0B4C-41E1-9EDA-ACAFF585BCAB}"/>
    <pc:docChg chg="modSld">
      <pc:chgData name="Md Maruf Ahamed" userId="6f647de5-aeca-43cd-b76c-e84c6089bcf4" providerId="ADAL" clId="{16DF8FEB-0B4C-41E1-9EDA-ACAFF585BCAB}" dt="2022-04-15T20:43:49.530" v="5" actId="1076"/>
      <pc:docMkLst>
        <pc:docMk/>
      </pc:docMkLst>
      <pc:sldChg chg="addSp modSp mod">
        <pc:chgData name="Md Maruf Ahamed" userId="6f647de5-aeca-43cd-b76c-e84c6089bcf4" providerId="ADAL" clId="{16DF8FEB-0B4C-41E1-9EDA-ACAFF585BCAB}" dt="2022-04-15T20:43:49.530" v="5" actId="1076"/>
        <pc:sldMkLst>
          <pc:docMk/>
          <pc:sldMk cId="0" sldId="1943"/>
        </pc:sldMkLst>
        <pc:spChg chg="add mod">
          <ac:chgData name="Md Maruf Ahamed" userId="6f647de5-aeca-43cd-b76c-e84c6089bcf4" providerId="ADAL" clId="{16DF8FEB-0B4C-41E1-9EDA-ACAFF585BCAB}" dt="2022-04-15T20:43:49.530" v="5" actId="1076"/>
          <ac:spMkLst>
            <pc:docMk/>
            <pc:sldMk cId="0" sldId="1943"/>
            <ac:spMk id="138" creationId="{8E5A5498-1CB9-4A5E-B9C2-865098BBEC2B}"/>
          </ac:spMkLst>
        </pc:spChg>
      </pc:sldChg>
      <pc:sldChg chg="modSp">
        <pc:chgData name="Md Maruf Ahamed" userId="6f647de5-aeca-43cd-b76c-e84c6089bcf4" providerId="ADAL" clId="{16DF8FEB-0B4C-41E1-9EDA-ACAFF585BCAB}" dt="2022-04-15T20:43:31.040" v="1" actId="1076"/>
        <pc:sldMkLst>
          <pc:docMk/>
          <pc:sldMk cId="0" sldId="2019"/>
        </pc:sldMkLst>
        <pc:spChg chg="mod">
          <ac:chgData name="Md Maruf Ahamed" userId="6f647de5-aeca-43cd-b76c-e84c6089bcf4" providerId="ADAL" clId="{16DF8FEB-0B4C-41E1-9EDA-ACAFF585BCAB}" dt="2022-04-15T20:43:31.040" v="1" actId="1076"/>
          <ac:spMkLst>
            <pc:docMk/>
            <pc:sldMk cId="0" sldId="2019"/>
            <ac:spMk id="53250" creationId="{CC6933B0-E1E9-4B3C-965C-C8E322FB3C12}"/>
          </ac:spMkLst>
        </pc:spChg>
      </pc:sldChg>
    </pc:docChg>
  </pc:docChgLst>
  <pc:docChgLst>
    <pc:chgData name="Ahamed, Md Maruf [E CPE]" userId="6f647de5-aeca-43cd-b76c-e84c6089bcf4" providerId="ADAL" clId="{490B3F8C-16B0-42C2-A431-BD8861B2E7AD}"/>
    <pc:docChg chg="custSel delSld modSld sldOrd">
      <pc:chgData name="Ahamed, Md Maruf [E CPE]" userId="6f647de5-aeca-43cd-b76c-e84c6089bcf4" providerId="ADAL" clId="{490B3F8C-16B0-42C2-A431-BD8861B2E7AD}" dt="2022-04-15T22:26:01.121" v="51"/>
      <pc:docMkLst>
        <pc:docMk/>
      </pc:docMkLst>
      <pc:sldChg chg="del">
        <pc:chgData name="Ahamed, Md Maruf [E CPE]" userId="6f647de5-aeca-43cd-b76c-e84c6089bcf4" providerId="ADAL" clId="{490B3F8C-16B0-42C2-A431-BD8861B2E7AD}" dt="2022-04-15T18:55:56.916" v="4" actId="2696"/>
        <pc:sldMkLst>
          <pc:docMk/>
          <pc:sldMk cId="0" sldId="264"/>
        </pc:sldMkLst>
      </pc:sldChg>
      <pc:sldChg chg="addSp">
        <pc:chgData name="Ahamed, Md Maruf [E CPE]" userId="6f647de5-aeca-43cd-b76c-e84c6089bcf4" providerId="ADAL" clId="{490B3F8C-16B0-42C2-A431-BD8861B2E7AD}" dt="2022-04-15T22:26:01.121" v="51"/>
        <pc:sldMkLst>
          <pc:docMk/>
          <pc:sldMk cId="0" sldId="268"/>
        </pc:sldMkLst>
        <pc:inkChg chg="add">
          <ac:chgData name="Ahamed, Md Maruf [E CPE]" userId="6f647de5-aeca-43cd-b76c-e84c6089bcf4" providerId="ADAL" clId="{490B3F8C-16B0-42C2-A431-BD8861B2E7AD}" dt="2022-04-15T22:26:01.121" v="51"/>
          <ac:inkMkLst>
            <pc:docMk/>
            <pc:sldMk cId="0" sldId="268"/>
            <ac:inkMk id="3" creationId="{B66A8C74-4E24-49D4-9560-9DBC46B8988F}"/>
          </ac:inkMkLst>
        </pc:inkChg>
      </pc:sldChg>
      <pc:sldChg chg="addSp">
        <pc:chgData name="Ahamed, Md Maruf [E CPE]" userId="6f647de5-aeca-43cd-b76c-e84c6089bcf4" providerId="ADAL" clId="{490B3F8C-16B0-42C2-A431-BD8861B2E7AD}" dt="2022-04-15T22:26:01.121" v="51"/>
        <pc:sldMkLst>
          <pc:docMk/>
          <pc:sldMk cId="0" sldId="352"/>
        </pc:sldMkLst>
        <pc:inkChg chg="add">
          <ac:chgData name="Ahamed, Md Maruf [E CPE]" userId="6f647de5-aeca-43cd-b76c-e84c6089bcf4" providerId="ADAL" clId="{490B3F8C-16B0-42C2-A431-BD8861B2E7AD}" dt="2022-04-15T22:26:01.121" v="51"/>
          <ac:inkMkLst>
            <pc:docMk/>
            <pc:sldMk cId="0" sldId="352"/>
            <ac:inkMk id="2" creationId="{F73CE28F-DA57-4553-954E-A3038C1233BB}"/>
          </ac:inkMkLst>
        </pc:inkChg>
      </pc:sldChg>
      <pc:sldChg chg="modSp">
        <pc:chgData name="Ahamed, Md Maruf [E CPE]" userId="6f647de5-aeca-43cd-b76c-e84c6089bcf4" providerId="ADAL" clId="{490B3F8C-16B0-42C2-A431-BD8861B2E7AD}" dt="2022-04-15T18:59:24.661" v="12" actId="207"/>
        <pc:sldMkLst>
          <pc:docMk/>
          <pc:sldMk cId="0" sldId="353"/>
        </pc:sldMkLst>
        <pc:spChg chg="mod">
          <ac:chgData name="Ahamed, Md Maruf [E CPE]" userId="6f647de5-aeca-43cd-b76c-e84c6089bcf4" providerId="ADAL" clId="{490B3F8C-16B0-42C2-A431-BD8861B2E7AD}" dt="2022-04-15T18:59:24.661" v="12" actId="207"/>
          <ac:spMkLst>
            <pc:docMk/>
            <pc:sldMk cId="0" sldId="353"/>
            <ac:spMk id="105473" creationId="{2FA7214C-15BC-411F-B63A-808FA23725B8}"/>
          </ac:spMkLst>
        </pc:spChg>
      </pc:sldChg>
      <pc:sldChg chg="delSp del">
        <pc:chgData name="Ahamed, Md Maruf [E CPE]" userId="6f647de5-aeca-43cd-b76c-e84c6089bcf4" providerId="ADAL" clId="{490B3F8C-16B0-42C2-A431-BD8861B2E7AD}" dt="2022-04-15T18:58:41.151" v="7" actId="2696"/>
        <pc:sldMkLst>
          <pc:docMk/>
          <pc:sldMk cId="0" sldId="355"/>
        </pc:sldMkLst>
        <pc:picChg chg="del">
          <ac:chgData name="Ahamed, Md Maruf [E CPE]" userId="6f647de5-aeca-43cd-b76c-e84c6089bcf4" providerId="ADAL" clId="{490B3F8C-16B0-42C2-A431-BD8861B2E7AD}" dt="2022-04-15T18:56:22.066" v="5" actId="478"/>
          <ac:picMkLst>
            <pc:docMk/>
            <pc:sldMk cId="0" sldId="355"/>
            <ac:picMk id="104449" creationId="{EC0933C5-3460-4DCC-91B7-6CA466A8DF29}"/>
          </ac:picMkLst>
        </pc:picChg>
        <pc:inkChg chg="del">
          <ac:chgData name="Ahamed, Md Maruf [E CPE]" userId="6f647de5-aeca-43cd-b76c-e84c6089bcf4" providerId="ADAL" clId="{490B3F8C-16B0-42C2-A431-BD8861B2E7AD}" dt="2022-04-15T18:56:23.138" v="6" actId="478"/>
          <ac:inkMkLst>
            <pc:docMk/>
            <pc:sldMk cId="0" sldId="355"/>
            <ac:inkMk id="3" creationId="{8E4520D8-AFF5-4897-8CD9-B130FF7F91F8}"/>
          </ac:inkMkLst>
        </pc:inkChg>
      </pc:sldChg>
      <pc:sldChg chg="modSp ord">
        <pc:chgData name="Ahamed, Md Maruf [E CPE]" userId="6f647de5-aeca-43cd-b76c-e84c6089bcf4" providerId="ADAL" clId="{490B3F8C-16B0-42C2-A431-BD8861B2E7AD}" dt="2022-04-15T21:22:45.807" v="50"/>
        <pc:sldMkLst>
          <pc:docMk/>
          <pc:sldMk cId="1865281566" sldId="774"/>
        </pc:sldMkLst>
        <pc:spChg chg="mod">
          <ac:chgData name="Ahamed, Md Maruf [E CPE]" userId="6f647de5-aeca-43cd-b76c-e84c6089bcf4" providerId="ADAL" clId="{490B3F8C-16B0-42C2-A431-BD8861B2E7AD}" dt="2022-04-15T18:54:34.131" v="3" actId="6549"/>
          <ac:spMkLst>
            <pc:docMk/>
            <pc:sldMk cId="1865281566" sldId="774"/>
            <ac:spMk id="207875" creationId="{D583FDE5-0A59-BD41-A182-AC71C16B0812}"/>
          </ac:spMkLst>
        </pc:spChg>
      </pc:sldChg>
      <pc:sldChg chg="addSp delSp modSp">
        <pc:chgData name="Ahamed, Md Maruf [E CPE]" userId="6f647de5-aeca-43cd-b76c-e84c6089bcf4" providerId="ADAL" clId="{490B3F8C-16B0-42C2-A431-BD8861B2E7AD}" dt="2022-04-15T22:26:01.121" v="51"/>
        <pc:sldMkLst>
          <pc:docMk/>
          <pc:sldMk cId="0" sldId="1943"/>
        </pc:sldMkLst>
        <pc:spChg chg="mod">
          <ac:chgData name="Ahamed, Md Maruf [E CPE]" userId="6f647de5-aeca-43cd-b76c-e84c6089bcf4" providerId="ADAL" clId="{490B3F8C-16B0-42C2-A431-BD8861B2E7AD}" dt="2022-04-15T19:00:10.024" v="26" actId="1035"/>
          <ac:spMkLst>
            <pc:docMk/>
            <pc:sldMk cId="0" sldId="1943"/>
            <ac:spMk id="55353" creationId="{BADD29EE-E31B-4286-BF46-E3898157B491}"/>
          </ac:spMkLst>
        </pc:spChg>
        <pc:inkChg chg="del">
          <ac:chgData name="Ahamed, Md Maruf [E CPE]" userId="6f647de5-aeca-43cd-b76c-e84c6089bcf4" providerId="ADAL" clId="{490B3F8C-16B0-42C2-A431-BD8861B2E7AD}" dt="2022-04-15T19:00:12.104" v="27" actId="478"/>
          <ac:inkMkLst>
            <pc:docMk/>
            <pc:sldMk cId="0" sldId="1943"/>
            <ac:inkMk id="4" creationId="{54210F09-5BAB-4B56-B713-7EBA21AE3D24}"/>
          </ac:inkMkLst>
        </pc:inkChg>
        <pc:inkChg chg="add">
          <ac:chgData name="Ahamed, Md Maruf [E CPE]" userId="6f647de5-aeca-43cd-b76c-e84c6089bcf4" providerId="ADAL" clId="{490B3F8C-16B0-42C2-A431-BD8861B2E7AD}" dt="2022-04-15T22:26:01.121" v="51"/>
          <ac:inkMkLst>
            <pc:docMk/>
            <pc:sldMk cId="0" sldId="1943"/>
            <ac:inkMk id="4" creationId="{DA148210-7819-496C-827B-2F0FECEC1618}"/>
          </ac:inkMkLst>
        </pc:inkChg>
      </pc:sldChg>
      <pc:sldChg chg="addSp delSp">
        <pc:chgData name="Ahamed, Md Maruf [E CPE]" userId="6f647de5-aeca-43cd-b76c-e84c6089bcf4" providerId="ADAL" clId="{490B3F8C-16B0-42C2-A431-BD8861B2E7AD}" dt="2022-04-15T22:26:01.121" v="51"/>
        <pc:sldMkLst>
          <pc:docMk/>
          <pc:sldMk cId="0" sldId="1945"/>
        </pc:sldMkLst>
        <pc:inkChg chg="del">
          <ac:chgData name="Ahamed, Md Maruf [E CPE]" userId="6f647de5-aeca-43cd-b76c-e84c6089bcf4" providerId="ADAL" clId="{490B3F8C-16B0-42C2-A431-BD8861B2E7AD}" dt="2022-04-15T19:00:19.461" v="28" actId="478"/>
          <ac:inkMkLst>
            <pc:docMk/>
            <pc:sldMk cId="0" sldId="1945"/>
            <ac:inkMk id="2" creationId="{0CFA4164-CF65-4231-9A9B-1DBFC8FC07D0}"/>
          </ac:inkMkLst>
        </pc:inkChg>
        <pc:inkChg chg="add">
          <ac:chgData name="Ahamed, Md Maruf [E CPE]" userId="6f647de5-aeca-43cd-b76c-e84c6089bcf4" providerId="ADAL" clId="{490B3F8C-16B0-42C2-A431-BD8861B2E7AD}" dt="2022-04-15T22:26:01.121" v="51"/>
          <ac:inkMkLst>
            <pc:docMk/>
            <pc:sldMk cId="0" sldId="1945"/>
            <ac:inkMk id="2" creationId="{3FDE2B0F-227B-40F5-84B9-F59771F3DB24}"/>
          </ac:inkMkLst>
        </pc:inkChg>
      </pc:sldChg>
      <pc:sldChg chg="modSp">
        <pc:chgData name="Ahamed, Md Maruf [E CPE]" userId="6f647de5-aeca-43cd-b76c-e84c6089bcf4" providerId="ADAL" clId="{490B3F8C-16B0-42C2-A431-BD8861B2E7AD}" dt="2022-04-15T19:22:56.865" v="43" actId="207"/>
        <pc:sldMkLst>
          <pc:docMk/>
          <pc:sldMk cId="0" sldId="1963"/>
        </pc:sldMkLst>
        <pc:spChg chg="mod">
          <ac:chgData name="Ahamed, Md Maruf [E CPE]" userId="6f647de5-aeca-43cd-b76c-e84c6089bcf4" providerId="ADAL" clId="{490B3F8C-16B0-42C2-A431-BD8861B2E7AD}" dt="2022-04-15T19:22:56.865" v="43" actId="207"/>
          <ac:spMkLst>
            <pc:docMk/>
            <pc:sldMk cId="0" sldId="1963"/>
            <ac:spMk id="18434" creationId="{7ECAA083-5DCE-4EC3-89C0-F62E9F8CB951}"/>
          </ac:spMkLst>
        </pc:spChg>
      </pc:sldChg>
      <pc:sldChg chg="addSp">
        <pc:chgData name="Ahamed, Md Maruf [E CPE]" userId="6f647de5-aeca-43cd-b76c-e84c6089bcf4" providerId="ADAL" clId="{490B3F8C-16B0-42C2-A431-BD8861B2E7AD}" dt="2022-04-15T22:26:01.121" v="51"/>
        <pc:sldMkLst>
          <pc:docMk/>
          <pc:sldMk cId="0" sldId="1964"/>
        </pc:sldMkLst>
        <pc:inkChg chg="add">
          <ac:chgData name="Ahamed, Md Maruf [E CPE]" userId="6f647de5-aeca-43cd-b76c-e84c6089bcf4" providerId="ADAL" clId="{490B3F8C-16B0-42C2-A431-BD8861B2E7AD}" dt="2022-04-15T22:26:01.121" v="51"/>
          <ac:inkMkLst>
            <pc:docMk/>
            <pc:sldMk cId="0" sldId="1964"/>
            <ac:inkMk id="2" creationId="{62A61916-0CC8-4090-A717-19C57F53B51E}"/>
          </ac:inkMkLst>
        </pc:inkChg>
      </pc:sldChg>
      <pc:sldChg chg="delSp">
        <pc:chgData name="Ahamed, Md Maruf [E CPE]" userId="6f647de5-aeca-43cd-b76c-e84c6089bcf4" providerId="ADAL" clId="{490B3F8C-16B0-42C2-A431-BD8861B2E7AD}" dt="2022-04-15T19:00:03.264" v="13" actId="478"/>
        <pc:sldMkLst>
          <pc:docMk/>
          <pc:sldMk cId="0" sldId="2019"/>
        </pc:sldMkLst>
        <pc:inkChg chg="del">
          <ac:chgData name="Ahamed, Md Maruf [E CPE]" userId="6f647de5-aeca-43cd-b76c-e84c6089bcf4" providerId="ADAL" clId="{490B3F8C-16B0-42C2-A431-BD8861B2E7AD}" dt="2022-04-15T19:00:03.264" v="13" actId="478"/>
          <ac:inkMkLst>
            <pc:docMk/>
            <pc:sldMk cId="0" sldId="2019"/>
            <ac:inkMk id="2" creationId="{E3AC5CE2-82DA-4787-89E2-B4E5C4BA4FC7}"/>
          </ac:inkMkLst>
        </pc:inkChg>
      </pc:sldChg>
      <pc:sldChg chg="modSp">
        <pc:chgData name="Ahamed, Md Maruf [E CPE]" userId="6f647de5-aeca-43cd-b76c-e84c6089bcf4" providerId="ADAL" clId="{490B3F8C-16B0-42C2-A431-BD8861B2E7AD}" dt="2022-04-15T19:56:59.721" v="45" actId="207"/>
        <pc:sldMkLst>
          <pc:docMk/>
          <pc:sldMk cId="0" sldId="2020"/>
        </pc:sldMkLst>
        <pc:spChg chg="mod">
          <ac:chgData name="Ahamed, Md Maruf [E CPE]" userId="6f647de5-aeca-43cd-b76c-e84c6089bcf4" providerId="ADAL" clId="{490B3F8C-16B0-42C2-A431-BD8861B2E7AD}" dt="2022-04-15T19:56:59.721" v="45" actId="207"/>
          <ac:spMkLst>
            <pc:docMk/>
            <pc:sldMk cId="0" sldId="2020"/>
            <ac:spMk id="57346" creationId="{22EE7766-38A2-4763-8FE9-6763BCFD6144}"/>
          </ac:spMkLst>
        </pc:spChg>
      </pc:sldChg>
      <pc:sldChg chg="delSp">
        <pc:chgData name="Ahamed, Md Maruf [E CPE]" userId="6f647de5-aeca-43cd-b76c-e84c6089bcf4" providerId="ADAL" clId="{490B3F8C-16B0-42C2-A431-BD8861B2E7AD}" dt="2022-04-15T20:12:34.086" v="47" actId="478"/>
        <pc:sldMkLst>
          <pc:docMk/>
          <pc:sldMk cId="0" sldId="2025"/>
        </pc:sldMkLst>
        <pc:inkChg chg="del">
          <ac:chgData name="Ahamed, Md Maruf [E CPE]" userId="6f647de5-aeca-43cd-b76c-e84c6089bcf4" providerId="ADAL" clId="{490B3F8C-16B0-42C2-A431-BD8861B2E7AD}" dt="2022-04-15T20:12:34.086" v="47" actId="478"/>
          <ac:inkMkLst>
            <pc:docMk/>
            <pc:sldMk cId="0" sldId="2025"/>
            <ac:inkMk id="4" creationId="{4C29EE71-36A1-489C-86D5-AD7FC2C48D36}"/>
          </ac:inkMkLst>
        </pc:inkChg>
      </pc:sldChg>
      <pc:sldChg chg="addSp delSp">
        <pc:chgData name="Ahamed, Md Maruf [E CPE]" userId="6f647de5-aeca-43cd-b76c-e84c6089bcf4" providerId="ADAL" clId="{490B3F8C-16B0-42C2-A431-BD8861B2E7AD}" dt="2022-04-15T22:26:01.121" v="51"/>
        <pc:sldMkLst>
          <pc:docMk/>
          <pc:sldMk cId="0" sldId="2028"/>
        </pc:sldMkLst>
        <pc:inkChg chg="add">
          <ac:chgData name="Ahamed, Md Maruf [E CPE]" userId="6f647de5-aeca-43cd-b76c-e84c6089bcf4" providerId="ADAL" clId="{490B3F8C-16B0-42C2-A431-BD8861B2E7AD}" dt="2022-04-15T22:26:01.121" v="51"/>
          <ac:inkMkLst>
            <pc:docMk/>
            <pc:sldMk cId="0" sldId="2028"/>
            <ac:inkMk id="4" creationId="{242F6A0B-BA5B-4D28-928E-C7001ACC83AC}"/>
          </ac:inkMkLst>
        </pc:inkChg>
        <pc:inkChg chg="del">
          <ac:chgData name="Ahamed, Md Maruf [E CPE]" userId="6f647de5-aeca-43cd-b76c-e84c6089bcf4" providerId="ADAL" clId="{490B3F8C-16B0-42C2-A431-BD8861B2E7AD}" dt="2022-04-15T19:00:42.639" v="31" actId="478"/>
          <ac:inkMkLst>
            <pc:docMk/>
            <pc:sldMk cId="0" sldId="2028"/>
            <ac:inkMk id="4" creationId="{52C99437-7240-4C2A-87EB-B5DD8FC43C90}"/>
          </ac:inkMkLst>
        </pc:inkChg>
      </pc:sldChg>
      <pc:sldChg chg="addSp delSp">
        <pc:chgData name="Ahamed, Md Maruf [E CPE]" userId="6f647de5-aeca-43cd-b76c-e84c6089bcf4" providerId="ADAL" clId="{490B3F8C-16B0-42C2-A431-BD8861B2E7AD}" dt="2022-04-15T22:26:01.121" v="51"/>
        <pc:sldMkLst>
          <pc:docMk/>
          <pc:sldMk cId="0" sldId="2031"/>
        </pc:sldMkLst>
        <pc:inkChg chg="add">
          <ac:chgData name="Ahamed, Md Maruf [E CPE]" userId="6f647de5-aeca-43cd-b76c-e84c6089bcf4" providerId="ADAL" clId="{490B3F8C-16B0-42C2-A431-BD8861B2E7AD}" dt="2022-04-15T22:26:01.121" v="51"/>
          <ac:inkMkLst>
            <pc:docMk/>
            <pc:sldMk cId="0" sldId="2031"/>
            <ac:inkMk id="2" creationId="{1D7EEF9D-B2DB-4329-BACB-74F57BD3B292}"/>
          </ac:inkMkLst>
        </pc:inkChg>
        <pc:inkChg chg="del">
          <ac:chgData name="Ahamed, Md Maruf [E CPE]" userId="6f647de5-aeca-43cd-b76c-e84c6089bcf4" providerId="ADAL" clId="{490B3F8C-16B0-42C2-A431-BD8861B2E7AD}" dt="2022-04-15T19:00:49.091" v="32" actId="478"/>
          <ac:inkMkLst>
            <pc:docMk/>
            <pc:sldMk cId="0" sldId="2031"/>
            <ac:inkMk id="2" creationId="{7C5784E6-6F8F-41BE-A292-01B46B4B5DE5}"/>
          </ac:inkMkLst>
        </pc:inkChg>
      </pc:sldChg>
      <pc:sldChg chg="delSp">
        <pc:chgData name="Ahamed, Md Maruf [E CPE]" userId="6f647de5-aeca-43cd-b76c-e84c6089bcf4" providerId="ADAL" clId="{490B3F8C-16B0-42C2-A431-BD8861B2E7AD}" dt="2022-04-15T19:00:51.652" v="33" actId="478"/>
        <pc:sldMkLst>
          <pc:docMk/>
          <pc:sldMk cId="0" sldId="2032"/>
        </pc:sldMkLst>
        <pc:inkChg chg="del">
          <ac:chgData name="Ahamed, Md Maruf [E CPE]" userId="6f647de5-aeca-43cd-b76c-e84c6089bcf4" providerId="ADAL" clId="{490B3F8C-16B0-42C2-A431-BD8861B2E7AD}" dt="2022-04-15T19:00:51.652" v="33" actId="478"/>
          <ac:inkMkLst>
            <pc:docMk/>
            <pc:sldMk cId="0" sldId="2032"/>
            <ac:inkMk id="2" creationId="{FC555FF1-5910-4952-BA95-6683A7C0D700}"/>
          </ac:inkMkLst>
        </pc:inkChg>
      </pc:sldChg>
      <pc:sldChg chg="delSp">
        <pc:chgData name="Ahamed, Md Maruf [E CPE]" userId="6f647de5-aeca-43cd-b76c-e84c6089bcf4" providerId="ADAL" clId="{490B3F8C-16B0-42C2-A431-BD8861B2E7AD}" dt="2022-04-15T19:00:58.483" v="34" actId="478"/>
        <pc:sldMkLst>
          <pc:docMk/>
          <pc:sldMk cId="0" sldId="2033"/>
        </pc:sldMkLst>
        <pc:inkChg chg="del">
          <ac:chgData name="Ahamed, Md Maruf [E CPE]" userId="6f647de5-aeca-43cd-b76c-e84c6089bcf4" providerId="ADAL" clId="{490B3F8C-16B0-42C2-A431-BD8861B2E7AD}" dt="2022-04-15T19:00:58.483" v="34" actId="478"/>
          <ac:inkMkLst>
            <pc:docMk/>
            <pc:sldMk cId="0" sldId="2033"/>
            <ac:inkMk id="2" creationId="{EB6BC9AC-EFDB-4763-8D58-1F0717C49048}"/>
          </ac:inkMkLst>
        </pc:inkChg>
      </pc:sldChg>
      <pc:sldChg chg="del">
        <pc:chgData name="Ahamed, Md Maruf [E CPE]" userId="6f647de5-aeca-43cd-b76c-e84c6089bcf4" providerId="ADAL" clId="{490B3F8C-16B0-42C2-A431-BD8861B2E7AD}" dt="2022-04-15T19:58:32.494" v="46" actId="2696"/>
        <pc:sldMkLst>
          <pc:docMk/>
          <pc:sldMk cId="4025394432" sldId="2042"/>
        </pc:sldMkLst>
      </pc:sldChg>
      <pc:sldChg chg="modSp">
        <pc:chgData name="Ahamed, Md Maruf [E CPE]" userId="6f647de5-aeca-43cd-b76c-e84c6089bcf4" providerId="ADAL" clId="{490B3F8C-16B0-42C2-A431-BD8861B2E7AD}" dt="2022-04-15T20:23:06.301" v="49" actId="207"/>
        <pc:sldMkLst>
          <pc:docMk/>
          <pc:sldMk cId="1152518030" sldId="2045"/>
        </pc:sldMkLst>
        <pc:spChg chg="mod">
          <ac:chgData name="Ahamed, Md Maruf [E CPE]" userId="6f647de5-aeca-43cd-b76c-e84c6089bcf4" providerId="ADAL" clId="{490B3F8C-16B0-42C2-A431-BD8861B2E7AD}" dt="2022-04-15T20:23:06.301" v="49" actId="207"/>
          <ac:spMkLst>
            <pc:docMk/>
            <pc:sldMk cId="1152518030" sldId="2045"/>
            <ac:spMk id="2" creationId="{D616B4A0-1579-488E-9695-D039902F02E6}"/>
          </ac:spMkLst>
        </pc:spChg>
      </pc:sldChg>
      <pc:sldChg chg="del">
        <pc:chgData name="Ahamed, Md Maruf [E CPE]" userId="6f647de5-aeca-43cd-b76c-e84c6089bcf4" providerId="ADAL" clId="{490B3F8C-16B0-42C2-A431-BD8861B2E7AD}" dt="2022-04-15T19:11:35.619" v="42" actId="2696"/>
        <pc:sldMkLst>
          <pc:docMk/>
          <pc:sldMk cId="3355972097" sldId="2147"/>
        </pc:sldMkLst>
      </pc:sldChg>
      <pc:sldChg chg="delSp del">
        <pc:chgData name="Ahamed, Md Maruf [E CPE]" userId="6f647de5-aeca-43cd-b76c-e84c6089bcf4" providerId="ADAL" clId="{490B3F8C-16B0-42C2-A431-BD8861B2E7AD}" dt="2022-04-15T19:08:48.530" v="36" actId="2696"/>
        <pc:sldMkLst>
          <pc:docMk/>
          <pc:sldMk cId="1132836369" sldId="2148"/>
        </pc:sldMkLst>
        <pc:inkChg chg="del">
          <ac:chgData name="Ahamed, Md Maruf [E CPE]" userId="6f647de5-aeca-43cd-b76c-e84c6089bcf4" providerId="ADAL" clId="{490B3F8C-16B0-42C2-A431-BD8861B2E7AD}" dt="2022-04-15T19:08:42.521" v="35" actId="478"/>
          <ac:inkMkLst>
            <pc:docMk/>
            <pc:sldMk cId="1132836369" sldId="2148"/>
            <ac:inkMk id="2" creationId="{3C5B8FCE-4698-4103-907B-3424417BDE8F}"/>
          </ac:inkMkLst>
        </pc:inkChg>
      </pc:sldChg>
      <pc:sldChg chg="addSp modSp">
        <pc:chgData name="Ahamed, Md Maruf [E CPE]" userId="6f647de5-aeca-43cd-b76c-e84c6089bcf4" providerId="ADAL" clId="{490B3F8C-16B0-42C2-A431-BD8861B2E7AD}" dt="2022-04-15T22:26:01.121" v="51"/>
        <pc:sldMkLst>
          <pc:docMk/>
          <pc:sldMk cId="627217524" sldId="2149"/>
        </pc:sldMkLst>
        <pc:grpChg chg="mod">
          <ac:chgData name="Ahamed, Md Maruf [E CPE]" userId="6f647de5-aeca-43cd-b76c-e84c6089bcf4" providerId="ADAL" clId="{490B3F8C-16B0-42C2-A431-BD8861B2E7AD}" dt="2022-04-15T19:10:26.847" v="37" actId="1076"/>
          <ac:grpSpMkLst>
            <pc:docMk/>
            <pc:sldMk cId="627217524" sldId="2149"/>
            <ac:grpSpMk id="109570" creationId="{DC1D8293-F7FE-493D-B74F-A70898CFF513}"/>
          </ac:grpSpMkLst>
        </pc:grpChg>
        <pc:picChg chg="add mod">
          <ac:chgData name="Ahamed, Md Maruf [E CPE]" userId="6f647de5-aeca-43cd-b76c-e84c6089bcf4" providerId="ADAL" clId="{490B3F8C-16B0-42C2-A431-BD8861B2E7AD}" dt="2022-04-15T19:10:34.377" v="41" actId="14100"/>
          <ac:picMkLst>
            <pc:docMk/>
            <pc:sldMk cId="627217524" sldId="2149"/>
            <ac:picMk id="2" creationId="{C3DA637B-C35C-4954-8AF7-982B8DE181CC}"/>
          </ac:picMkLst>
        </pc:picChg>
        <pc:inkChg chg="add">
          <ac:chgData name="Ahamed, Md Maruf [E CPE]" userId="6f647de5-aeca-43cd-b76c-e84c6089bcf4" providerId="ADAL" clId="{490B3F8C-16B0-42C2-A431-BD8861B2E7AD}" dt="2022-04-15T22:26:01.121" v="51"/>
          <ac:inkMkLst>
            <pc:docMk/>
            <pc:sldMk cId="627217524" sldId="2149"/>
            <ac:inkMk id="3" creationId="{FB14240A-78E9-400B-8617-861A485787A6}"/>
          </ac:inkMkLst>
        </pc:inkChg>
      </pc:sldChg>
      <pc:sldChg chg="addSp delSp">
        <pc:chgData name="Ahamed, Md Maruf [E CPE]" userId="6f647de5-aeca-43cd-b76c-e84c6089bcf4" providerId="ADAL" clId="{490B3F8C-16B0-42C2-A431-BD8861B2E7AD}" dt="2022-04-15T22:26:01.121" v="51"/>
        <pc:sldMkLst>
          <pc:docMk/>
          <pc:sldMk cId="0" sldId="2154"/>
        </pc:sldMkLst>
        <pc:inkChg chg="del">
          <ac:chgData name="Ahamed, Md Maruf [E CPE]" userId="6f647de5-aeca-43cd-b76c-e84c6089bcf4" providerId="ADAL" clId="{490B3F8C-16B0-42C2-A431-BD8861B2E7AD}" dt="2022-04-15T19:00:36.401" v="29" actId="478"/>
          <ac:inkMkLst>
            <pc:docMk/>
            <pc:sldMk cId="0" sldId="2154"/>
            <ac:inkMk id="4" creationId="{A75E6EC9-A85C-4C6E-97CE-723EEA1C545B}"/>
          </ac:inkMkLst>
        </pc:inkChg>
        <pc:inkChg chg="add">
          <ac:chgData name="Ahamed, Md Maruf [E CPE]" userId="6f647de5-aeca-43cd-b76c-e84c6089bcf4" providerId="ADAL" clId="{490B3F8C-16B0-42C2-A431-BD8861B2E7AD}" dt="2022-04-15T22:26:01.121" v="51"/>
          <ac:inkMkLst>
            <pc:docMk/>
            <pc:sldMk cId="0" sldId="2154"/>
            <ac:inkMk id="4" creationId="{DF0D231A-DD23-47C3-8311-5752F0362CA9}"/>
          </ac:inkMkLst>
        </pc:inkChg>
      </pc:sldChg>
      <pc:sldChg chg="addSp delSp">
        <pc:chgData name="Ahamed, Md Maruf [E CPE]" userId="6f647de5-aeca-43cd-b76c-e84c6089bcf4" providerId="ADAL" clId="{490B3F8C-16B0-42C2-A431-BD8861B2E7AD}" dt="2022-04-15T22:26:01.121" v="51"/>
        <pc:sldMkLst>
          <pc:docMk/>
          <pc:sldMk cId="0" sldId="2155"/>
        </pc:sldMkLst>
        <pc:inkChg chg="add">
          <ac:chgData name="Ahamed, Md Maruf [E CPE]" userId="6f647de5-aeca-43cd-b76c-e84c6089bcf4" providerId="ADAL" clId="{490B3F8C-16B0-42C2-A431-BD8861B2E7AD}" dt="2022-04-15T22:26:01.121" v="51"/>
          <ac:inkMkLst>
            <pc:docMk/>
            <pc:sldMk cId="0" sldId="2155"/>
            <ac:inkMk id="4" creationId="{070FF80E-D211-4E75-9DB5-F69244B7694C}"/>
          </ac:inkMkLst>
        </pc:inkChg>
        <pc:inkChg chg="del">
          <ac:chgData name="Ahamed, Md Maruf [E CPE]" userId="6f647de5-aeca-43cd-b76c-e84c6089bcf4" providerId="ADAL" clId="{490B3F8C-16B0-42C2-A431-BD8861B2E7AD}" dt="2022-04-15T19:00:39.577" v="30" actId="478"/>
          <ac:inkMkLst>
            <pc:docMk/>
            <pc:sldMk cId="0" sldId="2155"/>
            <ac:inkMk id="4" creationId="{B3BD9A44-3E10-463C-9354-12973C2164B1}"/>
          </ac:inkMkLst>
        </pc:inkChg>
      </pc:sldChg>
      <pc:sldChg chg="addSp delSp">
        <pc:chgData name="Ahamed, Md Maruf [E CPE]" userId="6f647de5-aeca-43cd-b76c-e84c6089bcf4" providerId="ADAL" clId="{490B3F8C-16B0-42C2-A431-BD8861B2E7AD}" dt="2022-04-15T22:26:01.121" v="51"/>
        <pc:sldMkLst>
          <pc:docMk/>
          <pc:sldMk cId="0" sldId="2158"/>
        </pc:sldMkLst>
        <pc:picChg chg="add del">
          <ac:chgData name="Ahamed, Md Maruf [E CPE]" userId="6f647de5-aeca-43cd-b76c-e84c6089bcf4" providerId="ADAL" clId="{490B3F8C-16B0-42C2-A431-BD8861B2E7AD}" dt="2022-04-15T18:58:54.291" v="10"/>
          <ac:picMkLst>
            <pc:docMk/>
            <pc:sldMk cId="0" sldId="2158"/>
            <ac:picMk id="62" creationId="{072BA2A0-C18C-4FD8-AA17-C826B18A8219}"/>
          </ac:picMkLst>
        </pc:picChg>
        <pc:picChg chg="add">
          <ac:chgData name="Ahamed, Md Maruf [E CPE]" userId="6f647de5-aeca-43cd-b76c-e84c6089bcf4" providerId="ADAL" clId="{490B3F8C-16B0-42C2-A431-BD8861B2E7AD}" dt="2022-04-15T18:58:57.638" v="11"/>
          <ac:picMkLst>
            <pc:docMk/>
            <pc:sldMk cId="0" sldId="2158"/>
            <ac:picMk id="63" creationId="{4A79E0C3-7E16-4CA9-A597-40EFD06E3944}"/>
          </ac:picMkLst>
        </pc:picChg>
        <pc:picChg chg="del">
          <ac:chgData name="Ahamed, Md Maruf [E CPE]" userId="6f647de5-aeca-43cd-b76c-e84c6089bcf4" providerId="ADAL" clId="{490B3F8C-16B0-42C2-A431-BD8861B2E7AD}" dt="2022-04-15T18:58:47.164" v="8" actId="478"/>
          <ac:picMkLst>
            <pc:docMk/>
            <pc:sldMk cId="0" sldId="2158"/>
            <ac:picMk id="104449" creationId="{EC0933C5-3460-4DCC-91B7-6CA466A8DF29}"/>
          </ac:picMkLst>
        </pc:picChg>
        <pc:inkChg chg="add">
          <ac:chgData name="Ahamed, Md Maruf [E CPE]" userId="6f647de5-aeca-43cd-b76c-e84c6089bcf4" providerId="ADAL" clId="{490B3F8C-16B0-42C2-A431-BD8861B2E7AD}" dt="2022-04-15T22:26:01.121" v="51"/>
          <ac:inkMkLst>
            <pc:docMk/>
            <pc:sldMk cId="0" sldId="2158"/>
            <ac:inkMk id="3" creationId="{E34CBE10-7015-4E0B-87B6-77FE6201AE6D}"/>
          </ac:inkMkLst>
        </pc:inkChg>
      </pc:sldChg>
      <pc:sldChg chg="addSp">
        <pc:chgData name="Ahamed, Md Maruf [E CPE]" userId="6f647de5-aeca-43cd-b76c-e84c6089bcf4" providerId="ADAL" clId="{490B3F8C-16B0-42C2-A431-BD8861B2E7AD}" dt="2022-04-15T22:26:01.121" v="51"/>
        <pc:sldMkLst>
          <pc:docMk/>
          <pc:sldMk cId="220069499" sldId="2161"/>
        </pc:sldMkLst>
        <pc:inkChg chg="add">
          <ac:chgData name="Ahamed, Md Maruf [E CPE]" userId="6f647de5-aeca-43cd-b76c-e84c6089bcf4" providerId="ADAL" clId="{490B3F8C-16B0-42C2-A431-BD8861B2E7AD}" dt="2022-04-15T22:26:01.121" v="51"/>
          <ac:inkMkLst>
            <pc:docMk/>
            <pc:sldMk cId="220069499" sldId="2161"/>
            <ac:inkMk id="4" creationId="{BCCFBC3D-9C20-46D3-BB14-F94238EB9F26}"/>
          </ac:inkMkLst>
        </pc:ink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7282" name="Rectangle 2">
            <a:extLst>
              <a:ext uri="{FF2B5EF4-FFF2-40B4-BE49-F238E27FC236}">
                <a16:creationId xmlns:a16="http://schemas.microsoft.com/office/drawing/2014/main" id="{F16A246E-1165-E245-A7EB-0772963E03CB}"/>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3" name="Rectangle 3">
            <a:extLst>
              <a:ext uri="{FF2B5EF4-FFF2-40B4-BE49-F238E27FC236}">
                <a16:creationId xmlns:a16="http://schemas.microsoft.com/office/drawing/2014/main" id="{2440F699-AA4E-4A4F-915B-4E190BCFD039}"/>
              </a:ext>
            </a:extLst>
          </p:cNvPr>
          <p:cNvSpPr>
            <a:spLocks noGrp="1" noChangeArrowheads="1"/>
          </p:cNvSpPr>
          <p:nvPr>
            <p:ph type="dt" sz="quarter" idx="1"/>
          </p:nvPr>
        </p:nvSpPr>
        <p:spPr bwMode="auto">
          <a:xfrm>
            <a:off x="3884613"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97284" name="Rectangle 4">
            <a:extLst>
              <a:ext uri="{FF2B5EF4-FFF2-40B4-BE49-F238E27FC236}">
                <a16:creationId xmlns:a16="http://schemas.microsoft.com/office/drawing/2014/main" id="{EA62CF11-F0EA-0848-BA90-DDCC4F4E76E9}"/>
              </a:ext>
            </a:extLst>
          </p:cNvPr>
          <p:cNvSpPr>
            <a:spLocks noGrp="1" noChangeArrowheads="1"/>
          </p:cNvSpPr>
          <p:nvPr>
            <p:ph type="ftr" sz="quarter" idx="2"/>
          </p:nvPr>
        </p:nvSpPr>
        <p:spPr bwMode="auto">
          <a:xfrm>
            <a:off x="0"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97285" name="Rectangle 5">
            <a:extLst>
              <a:ext uri="{FF2B5EF4-FFF2-40B4-BE49-F238E27FC236}">
                <a16:creationId xmlns:a16="http://schemas.microsoft.com/office/drawing/2014/main" id="{ABB4707E-3172-FE4D-BE44-CD82F8236D0E}"/>
              </a:ext>
            </a:extLst>
          </p:cNvPr>
          <p:cNvSpPr>
            <a:spLocks noGrp="1" noChangeArrowheads="1"/>
          </p:cNvSpPr>
          <p:nvPr>
            <p:ph type="sldNum" sz="quarter" idx="3"/>
          </p:nvPr>
        </p:nvSpPr>
        <p:spPr bwMode="auto">
          <a:xfrm>
            <a:off x="3884613" y="8685213"/>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85064E9-D108-4958-BC0A-32345D0A6B4B}" type="slidenum">
              <a:rPr lang="en-US" altLang="en-US"/>
              <a:pPr>
                <a:defRPr/>
              </a:pPr>
              <a:t>‹#›</a:t>
            </a:fld>
            <a:endParaRPr lang="en-US"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1-04-12T22:12:37.779"/>
    </inkml:context>
    <inkml:brush xml:id="br0">
      <inkml:brushProperty name="width" value="0.05292" units="cm"/>
      <inkml:brushProperty name="height" value="0.05292" units="cm"/>
      <inkml:brushProperty name="color" value="#FF0000"/>
    </inkml:brush>
    <inkml:context xml:id="ctx1">
      <inkml:inkSource xml:id="inkSrc38">
        <inkml:traceFormat>
          <inkml:channel name="X" type="integer" max="9600" units="cm"/>
          <inkml:channel name="Y" type="integer" max="7200" units="cm"/>
          <inkml:channel name="T" type="integer" max="2.14748E9" units="dev"/>
        </inkml:traceFormat>
        <inkml:channelProperties>
          <inkml:channelProperty channel="X" name="resolution" value="336.48792" units="1/cm"/>
          <inkml:channelProperty channel="Y" name="resolution" value="378.54889" units="1/cm"/>
          <inkml:channelProperty channel="T" name="resolution" value="1" units="1/dev"/>
        </inkml:channelProperties>
      </inkml:inkSource>
      <inkml:timestamp xml:id="ts1" timeString="2021-04-12T22:14:12"/>
    </inkml:context>
  </inkml:definitions>
  <inkml:trace contextRef="#ctx0" brushRef="#br0">20990 2006 2211 0,'-5'-3'46'0,"5"3"10"0,0 0-44 0,-3 0-12 0,3 0 0 0,0 0 0 16,0 0 95-16,0-8 17 0,0 8 3 0,0-5 1 15,3 2-50-15,0 3-10 0,2-5-1 0,1 2-1 16,0 3-22-16,3 0-4 0,0 0 0 0,0 0-1 16,0 0-15-16,3 3-4 0,0 2 0 0,3-2 0 15,-3 2-8-15,3 3 0 0,-1-5 0 0,1 7 0 16,-3-2 0-16,3 3 0 0,0 2 0 0,-3 0 0 16,0 3 0-16,-3 0 0 0,0 0 0 0,0 2-11 0,-3 1-10 0,0-1-3 15,-1-2 0-15,-2 0 0 16,0-3 1-16,0 1 0 0,-3 2 0 0,0-9 0 0,-3 1 23 15,3 0-9-15,-3-2 9 0,-3-4 0 0,6-2 0 0,-5 6 16 16,-1-6-2-16,3-6 0 16,-3 4 19-16,3-6 4 0,0-3 1 0,0 3 0 0,3-2-2 0,0-4 0 0,3-2 0 0,3 3 0 15,0-3-18-15,3 0-4 0,-1-5-1 0,1 5 0 16,3-5-13-16,0 5 11 0,0-2-11 16,0 2 10-16,3 0-10 0,0 0 0 0,0 3 0 0,0-3 0 15,-4 3-10-15,-2 0-4 0,3 2-1 16,-3 3 0 31,0 3-104-47,0-3-21 0,0 3-4 0</inkml:trace>
  <inkml:trace contextRef="#ctx0" brushRef="#br0" timeOffset="216.57">21446 2156 2048 0,'0'0'86'16,"0"0"-69"-1,0 0 112-15,3 3 23 0,-3-3 4 0,0 8 0 16,3-3-57-16,0 3-12 0,-3-2-3 0,3 2 0 16,0 2-34-16,-3-2-7 0,3 3-2 0,-3 5 0 15,3-6-19-15,-3 3-4 0,0 1-1 0,3-1 0 16,-3 3-17-16,0 0 8 0,0 5-8 0,-3-5 0 16,3-1 8-16,0 1-8 0,-3 3 0 0,0-3 0 15,3 0 0-15,-3-1 0 0,0 4-10 0,3-3 10 16,-3 5-44-16,3-5 0 0,-3-3-1 0,3 3 0 15,-6 0-163-15,3-3-32 0</inkml:trace>
  <inkml:trace contextRef="#ctx0" brushRef="#br0" timeOffset="868.05">22166 2008 2258 0,'3'-5'64'0,"-3"-3"14"0,3 3-62 16,-3-3-16-16,6 5 0 0,-3-2 0 16,0 0 72-16,0 2 12 0,0-2 3 0,-3 5 0 0,6 0-48 0,0 0-10 0,-3 5-1 0,3-5-1 15,0 8-19-15,0-3-8 0,3 3 0 0,-3 3 8 32,3-1-8-32,-3 6 0 0,2-5 0 0,-2 2 0 0,0 3-8 0,3 2-1 0,-3-2 0 0,3 5 0 31,-3-5-41-31,0 5-8 0,3-2-2 0,-3 2 0 15,-3-5-9-15,3 3-3 0,-3-9 0 0,0 3 0 0,0 1 48 0,0-6 10 0,-3-1 2 0,3 1 0 16,-3-8 36-16,0 0 7 16,0 0 1-16,0 0 1 0,0 0 44 0,0 0 9 0,-6-5 2 0,3 2 0 15,0-4-15-15,3-7-2 0,0-2-1 0,0 1 0 16,3-4-25-16,0 1-5 0,3-4 0 16,0-4-1-16,3 7-22 0,0-2-4 0,3 0-1 0,-1 5 0 15,1 0-12-15,0-2 0 0,0 7 0 0,0-5 0 16,0 6 0-16,0-1 0 0,0 3-12 0,0-2 12 15,0 7-90-15,-3-5-11 0,-1 8-3 0</inkml:trace>
  <inkml:trace contextRef="#ctx0" brushRef="#br0" timeOffset="1271.06">22503 2231 2032 0,'0'0'42'0,"0"0"10"0,0 0-41 0,0 0-11 0,3 2 0 0,0 4 0 16,3-6 106-16,-4 0 19 0,4 0 4 0,0 0 1 0,0 0-54 0,0 0-12 0,3 0-1 16,-3 0-1-16,0 2-34 0,0 3-8 0,-3-5 0 0,3 8-1 15,-3-8-19-15,0 6 0 0,0 2 0 0,-3-6 0 16,0 6 0-16,0 0 0 0,-3 3 0 0,0-3 0 31,0 2-24-31,0 1 2 0,-3 5 0 0,3-8 0 0,-3 2 6 0,3 1 2 0,0-3 0 0,-3 2 0 16,3 1 4-16,3-3 1 0,-3-5 0 0,3 4 0 31,0-1 9-31,0-4-10 0,3 1 10 0,0 5-10 0,3-8 10 0,-3 3 9 0,6-3-1 0,-3 5-8 16,3-5 12-16,-3 0-4 0,3 0 0 0,3-5-8 15,-3 5 9-15,3-3-9 0,0 3 0 16,-1-8 9-16,1 5-9 0,3 1 0 0,0 2 0 0,0-6 0 16,3 4-27-1,-3-3-7-15,0 2-2 0</inkml:trace>
  <inkml:trace contextRef="#ctx0" brushRef="#br0" timeOffset="3927.95">23262 1966 1735 0,'0'-5'36'0,"3"2"9"16,-3-5-36-16,3 3-9 0,-3 2 0 0,3-2 0 15,-3 5 93-15,6 0 17 0,-4-8 3 0,1 8 1 0,3-5-48 16,0 5-10-16,-3-3-1 0,3 3-1 0,0 3-23 0,0-3-5 0,0 5-1 0,0-2 0 16,0 7-25-16,3-2 8 0,-3 0-8 0,0 3 0 15,0 2 0-15,0 0 0 0,0 3 0 0,0 0 0 16,0 0-12-16,0 2 0 15,3 3-1-15,-3-2 0 47,-4 2-28-47,4 0-6 0,0 0-1 0,-3 1 0 0,0-4-48 0,0 3-11 0,0-5-1 0,-3 3-1 0,3-3 36 16,-3-3 7-16,0 3 2 0,-3-6 0 0,3 1 51 0,-3-3 13 0,3 0 0 0,-3-6 0 0,3-2 100 0,0 0 22 0,0 0 5 16,-9 0 1-16,3-2-52 0,3-4-9 15,-2-2-3-15,2 1 0 0,0-7 37 0,0-2 7 0,3 1 2 0,0-7 0 16,3 1-49-16,0-3-9 0,3-5-3 0,-1 5 0 15,4-5-23-15,3 0-5 0,-3 3-1 0,6-3 0 16,-3 10-20-16,0-7 0 0,0 7 0 0,0-2 8 16,3 0-8-16,-3 5 0 0,-1-5 0 0,4 5 0 15,-3 3-22-15,0 5-2 0,-3-5-1 0,3 5 0 16,-6 5-135-16,3-2-28 0,0-1-4 0</inkml:trace>
  <inkml:trace contextRef="#ctx0" brushRef="#br0" timeOffset="4485.59">23568 2223 1782 0,'6'0'75'0,"3"-6"-60"15,-3 1 116-15,3 2 23 0,0-2 5 0,0 2 1 16,0 3-67-16,3-5-13 0,-3 5-2 0,3-2-1 16,-4 2-29-16,4 2-5 0,-3-2-2 0,0 5 0 15,0-5-17-15,-3 3-4 0,0 2-1 0,0-2 0 16,0 2-19-16,-3 3 0 0,0-2 0 0,0 2 0 15,0-1 0-15,-3 1-9 0,-3-2 9 0,0 2-12 16,0 0-15-16,0-1-3 0,-3-1-1 0,3 4 0 16,-3-4-3-16,0 2-1 0,0 0 0 0,0-6 0 15,0 3 19-15,0 1 3 0,6-6 1 16,0 0 0-16,-3 2 12 0,3-2 0 0,0 0 0 0,0 0 0 31,0 0 0-31,0 0 0 0,0 0 0 0,0 0 0 0,6 0 0 0,-3 0 10 0,3 0-2 0,3 0 0 16,-3 0 8-16,3 0 2 0,-3 0 0 0,3 6 0 15,0-6 4-15,-3 0 1 0,3 2 0 0,0 4 0 16,-3-4-14-16,0 4-9 0,-3-4 12 0,2 4-12 16,-2 1 58-16,-3-1 5 0,0 2 1 0,0 0 0 15,-3 0-52-15,1 0-12 0,-1-1 0 0,-3 1 0 0,0 3 0 16,0-8 0-16,-3 5 0 0,0-1 0 16,0 1 0-16,-3 3 0 0,3-8 0 0,-3 5 0 15,0 0 0-15,0-1 0 0,0 4 0 0,1-3 0 16,-4 3-48-16,3-1-13 0,0-2-3 0,-3 0 0 15,0 0-153-15</inkml:trace>
  <inkml:trace contextRef="#ctx0" brushRef="#br0" timeOffset="10383.03">21288 2987 1811 0,'0'0'37'0,"-3"-2"11"15,0-4-39-15,3 6-9 0,-3-2 0 0,3 2 0 16,0-8 114-16,-3 3 21 0,3 5 4 0,0-6 1 16,0 6-49-16,0-5-10 0,0 5-1 0,0 0-1 15,0 0-24-15,0 0-5 0,0-5-1 0,0 5 0 16,0 0-22-16,0 0-5 0,0 0-1 0,0 0 0 16,0 0-3-16,0 0-1 0,3 5 0 0,0 0 0 15,0 6-17-15,-3-3 10 0,3 0-10 0,0 2 8 16,-3 4-8-16,0-1 8 0,3 0-8 0,-3 3 8 15,0-6-8-15,0 4 0 0,0-1 0 0,0 3 0 0,0-3 8 0,0-2-8 0,0 2 0 16,0 0 8-16,-3-2-8 0,3-1 0 0,0 1 0 0,0-1 0 31,0-2 0-31,0 3 0 0,0-3 0 0,0-3 0 0,0 0-12 0,0 3 12 0,0 0-10 0,0-5 10 16,0-3-20-16,0 5 1 0,0-5 1 0,0 3 0 31,0-3-11-31,3 5-3 0,-3-5 0 0,0 5 0 16,0-5-12-16,0 0-4 0,3 6 0 0,-3-6 0 0,0 0-22 15,0 0-5-15,0 0-1 0,0 0 0 16,0 0-88-16,0 0-17 0,0 0-4 0</inkml:trace>
  <inkml:trace contextRef="#ctx0" brushRef="#br0" timeOffset="18882.64">22437 2942 1170 0,'0'0'24'0,"0"0"6"0,0 0-30 0,0 0 0 0,0 0 0 0,0 0 0 15,0 0 72-15,0 0 8 0,-6 0 1 0,6 0 1 16,-6 0-28-16,6 0-6 0,-6 6 0 0,0-6-1 0,0 2-15 0,3 1-4 0,-3 2 0 0,0 1 0 16,3-1-10-16,-5 3-2 0,2 0-1 0,0-3 0 15,-3 11-6-15,3-8-1 0,-3 5 0 0,-3 3 0 16,3 0-8-16,-3 0 0 0,3 0 0 0,-3 2 8 16,-3 1-8-16,3-1 0 0,1 1 0 0,-4 2-11 15,0-5-16-15,-3 2-3 0,3-2-1 0,-3 0 0 31,-3 0-13-31,4-3-4 0,-1 0 0 0,0 0 0 0,0-2-108 0,3 2-21 0</inkml:trace>
  <inkml:trace contextRef="#ctx0" brushRef="#br0" timeOffset="19171.21">22116 2948 1337 0,'-3'-8'56'15,"3"0"-44"1,0-3 41-16,-3 9 9 0,3-6 2 0,0 8 0 0,0 0 0 16,0 0 0-16,0 0 0 0,0 0 0 15,0 0-1-15,0 0 0 0,0 0 0 0,0 0 0 0,6 2-50 0,0 4-13 0,0-1 0 0,0 5 0 32,-1-2 54-32,4 6 6 0,0-1 0 0,0 3 1 0,3 0-34 0,-3 5-7 0,0-5-2 0,3 5 0 15,0 0-6-15,-3-3 0 0,3 4-1 0,3-1 0 16,-4 0 21-16,4-5 5 0,0 2 1 0,-3 1 0 15,3-3-30-15,0 2-8 0,-3-2 0 0,3 0 0 32,-3 0-12-32,2 2-4 0,-2-2-1 0,3 0 0 0,-3 0 5 0,-3-3 2 0,3 3 0 0,-3-3 0 31,3-2-16-31,-3 0-3 0,0-3-1 0,0-1 0 0,0 1-37 16,-1-2-7-16,1-4-2 0</inkml:trace>
  <inkml:trace contextRef="#ctx0" brushRef="#br0" timeOffset="19818.96">23565 2977 1552 0,'0'0'44'0,"0"0"10"16,0 0-43-16,0 0-11 0,-3-8 0 0,3 8 0 16,-3 0 44-16,-3-5 8 0,6 5 0 0,-6-3 1 15,6 3-9-15,-6 0-1 0,0 0-1 0,1 3 0 16,-1 2-18-16,0-3-4 0,-3 4-1 0,3 2 0 15,-3 2-7-15,0 1 0 0,0 5-1 0,-3-3 0 16,0 3-11-16,0-3 10 0,0 3-10 0,-6 2 10 16,1 1-10-16,-1 0 0 0,-3-1 0 0,-3 3 8 0,0-5-8 0,0 0 0 15,1 0 0-15,-4 0-11 16,3 2-42-16,0-7-9 0,0 2-2 0,4 3 0 16,-1-6-32-16,3 1-8 0,3 2 0 0</inkml:trace>
  <inkml:trace contextRef="#ctx0" brushRef="#br0" timeOffset="20086">23149 2990 1337 0,'0'0'28'0,"0"0"6"0,0 0-34 0,0 0 0 0,0 0 0 0,0 0 0 15,0 0 120-15,0 0 18 0,0 0 3 0,3 0 1 31,2 3-69-31,1 2-13 0,0 3-4 0,0 0 0 0,0 0-9 0,3 5-3 0,3-2 0 0,-3 2 0 16,3 3-12-16,3-3-2 0,-3 3-1 0,3 0 0 31,-1 0-14-31,1-3-3 0,0 3-1 0,0 2 0 0,0-5-11 0,0 3 0 0,0 0 9 0,-3-3-9 16,0 3-19-16,0-5-8 0,-1 2-1 0,-2 0-1 16,3-2 29-16,-3 2 0 0,0 0 0 0,0-5 0 15,0 5-108-15,0-5-16 0,-3 0-4 0</inkml:trace>
  <inkml:trace contextRef="#ctx0" brushRef="#br0" timeOffset="40933.03">14609 2733 1797 0,'0'0'76'15,"0"0"-61"1,-3 0 113-16,3 0 24 0,-3-8 4 0,3 8 0 16,0 0-58-16,0 0-12 0,0 0-2 0,0 0-1 15,-3 0-23-15,3 0-5 0,0 0-1 0,0 0 0 16,0 0-27-16,0 0-6 0,0 0-1 0,0 8 0 16,-3 0-10-16,3 0-2 0,0 5-8 0,0 3 12 15,0-2-3-15,0 1-1 0,0-1 0 0,-3 4 0 16,3 1 0-16,0 4 0 0,-3-1 0 0,3-4 0 15,-3 9-8-15,0-6 10 0,3 3-10 0,-3-1 10 0,0 4-10 16,0-11 0-16,3 5 0 0,-3-3 8 0,3 1-8 0,-3-8 0 16,3 2 0-16,-3 0 0 0,3-2-11 0,-3-1-1 15,3 1 0-15,0-3 0 16,0 0-90-16,0-3-18 0,0-5-4 0</inkml:trace>
  <inkml:trace contextRef="#ctx0" brushRef="#br0" timeOffset="42332.74">14975 2606 1592 0,'-3'-13'33'0,"3"5"7"0,0 0-32 0,0 3-8 0,0 0 0 0,0 2 0 16,0-5 101-16,0 8 19 0,0-5 3 0,0 5 1 15,0 0-44-15,3-3-8 0,-3 3-1 0,0 0-1 16,0 0-25-16,0 0-5 0,0 0 0 0,0 0-1 16,3 8-23-16,0 0-5 0,0 0-1 0,0 8 0 15,-3 0-10-15,3 2 0 0,0 1 0 0,-3 2 0 16,0 0 0-16,0 0 8 0,0 3-8 0,0-3 0 16,0 0 0-1,0 1 0-15,0-4 0 0,0 1 0 0,-3-1-9 0,3 1-1 0,0-4 0 0,-3 1 0 16,3 0 1-16,-3 3 0 0,3-9 0 0,-3 4 0 15,3-1 9-15,0-5 0 16,-3 0 0-16,3 0 0 0,0-3 0 0,0-5 0 0,0 0 0 0,0 0 8 0,0 0 12 0,0 0 2 0,0 0 1 16,-3-8 0-16,3-3 5 15,0 3 2-15,0-2 0 0,-3-3 0 0,0-1-9 0,0 1-1 0,0 3-1 0,-3-6 0 16,0 2-11-16,0 1-8 0,0 3 12 0,-3-1-12 31,0 3 11-31,0 0-11 0,-3 0 10 0,0 3-10 0,1 2 10 0,-1 1-10 0,0 2 10 0,-3 0-10 16,3 2 0-16,3 4 0 0,-3-4-11 0,3 6 11 15,0-2-11-15,0 4 11 0,3 1-8 0,0-1 8 16,0 3 0-16,3 1-10 0,3 2 10 16,0 5 0-16,0-5-9 0,3-3 9 0,0 5 0 0,3-2-9 15,0 3 9-15,3-6 0 0,-3 3-9 16,3 0 9-16,-3-8 0 0,3 5 0 0,0-5-9 0,0 2 9 16,0-4 0-16,0-1 0 0,0 3 0 0,0-5 0 15,3-3 0-15,-4 0 0 0,4 0 0 0,-3-3 0 16,0 3 11-16,3-8-11 0,-3 0 12 0,3-2-12 15,-3-1 11-15,3-5-11 0,3 3 10 16,0-11-10-16,-4 6 8 0,4-4-8 0,0-1 0 0,0-1 9 16,-3 3-9-1,3-3 12-15,0 3-12 0,-3-3 12 0,0 3 6 0,-1-1 2 0,-2 1 0 0,0 0 0 16,0 3 9-16,-3 4 3 0,-3-2 0 0,0 3 0 16,0-3-3-16,0 3 0 0,-3 5 0 0,0 0 0 15,0 3-10-15,0 2-3 0,0 3 0 0,0 0 0 16,0 0-8-16,0 0-8 0,0 0 9 0,0 0-9 15,0 0 0-15,0 8 0 0,0 0 0 0,0 3 0 16,0 2 0-16,0 3-8 0,0 2 8 0,0-2 0 16,0-3 0-16,-3 3-8 0,0 6 8 0,3-7 0 0,-3 1-19 15,0 0 3-15,0 3 1 0,0-3 0 16,3 5-5-16,-3-5 0 0,0 5-1 0,3-3 0 0,-3 1 1 0,3-3 0 16,0 0 0-16,3-1 0 0,-3 4 1 15,3-11 1-15,3 2 0 0,-3 1 0 16,3-3 18-16,3 0-10 0,-3-5 10 0,3-3-8 0,0 0 8 0,3 0 0 0,-3-3 0 0,3-2 0 15,0 2 0-15,-1-8 11 0,4 3-3 0,-3-2 0 16,3 2 10-16,-3-11 2 16,0 4 0-16,-3-1 0 0,3 0 8 0,0-3 3 0,0 3 0 0,-3 1 0 15,-1-1-3 1,-2 2 0-16,3 6 0 0,-3-5 0 0,-3 5-4 0,0 0 0 0,-3 3-1 0,0 5 0 16,0 0-4-16,0 0-1 0,-3-3 0 0,3 3 0 15,-9 0-10-15,0 0-8 0,1 3 12 0,2 2-12 16,-3 3 0-16,0-2 0 0,0 2 0 0,0 2 0 15,0 1 0-15,0-1 0 0,3 4 0 0,3-1 0 16,0 3-10-16,0-6 10 0,3 3-10 0,3 3 10 16,0-2-8-16,3-1 8 0,0-3 0 0,3 4-9 15,0-1 9-15,0-5 0 0,3-3 0 0,0 3 0 16,-1 0 0-16,4-5 0 0,0 2 0 0,0-2 0 16,3-1 0-16,-3 1 8 0,3-3-8 0,0 0 0 15,-1 0 0-15,1-3 0 16,3 1 0-16,-3-1 0 0,3-2-68 0,0 2-17 0,-3-5-4 0</inkml:trace>
  <inkml:trace contextRef="#ctx0" brushRef="#br0" timeOffset="47937.68">16171 2569 1386 0,'0'-5'28'0,"0"-3"8"0,-3 0-28 0,3 0-8 0,-3 0 0 0,0 3 0 15,3-3 112-15,-3 3 20 0,0-3 5 0,-2 2 1 32,2 4-46-32,-6-6-8 0,3 0-3 0,0 3 0 0,-3 2-21 0,0-2-4 0,0-1 0 0,-3 4-1 31,3-6-10-31,-3 3-1 0,-3-3-1 0,0 5 0 0,1-5-12 0,-1 5-3 0,0 1 0 0,-3-4 0 31,0 4-4-31,0 2 0 0,0-8-1 0,-3 8 0 0,4-5-6 0,-4 2-1 0,3 3 0 0,-3 0 0 16,3-5-16-16,-3-1-17 0,1 4 3 0,-1 2 1 15,0-6 13-15,-3 4 0 0,0-4 0 0,-3 4 0 16,4-3 48-16,-7-1 13 0,3 4 3 0,0 2 0 16,1-6-52-16,-1 4-12 0,0 2 0 0,3 0 0 15,0-6-13-15,-2 4-6 16,5 2-1-16,-3 0 0 0,0 0 20 0,-3 0-8 0,3 0 8 0,-2 0 0 15,2 0 12-15,-3 0 8 0,3 0 3 0,-3 2 0 32,1-2-23-32,2 6 0 0,0-4 0 0,0 4 0 0,3-6-14 0,1 2-7 0,-4 1-2 0,0 0 0 15,3 2 23-15,-3-3 0 0,-2 4 0 0,-1-6 0 16,0 8 0-16,0-8 0 0,0 2 0 0,-2 9 0 16,-1-8 0-16,3 2 0 0,0 3 0 0,0 0 8 15,4-6-8-15,-4 9-9 0,3-3 9 0,0 0-13 16,-3-6 13-16,4 6-9 0,-1 3 9 0,-6-3-8 15,6 0-21-15,-3 0-4 0,1 5-1 0,-4-2 0 0,3 2 34 16,3 3 0-16,0 0 0 0,-2 2 0 16,5-2 12-16,-3 0 8 0,3 0 3 0,0 5 0 0,-2-5-23 0,2 2-16 15,-3 1 2-15,-3-1 1 0,3 1 13 16,0-1-12-16,1-2 12 0,-1 5-12 0,3-7 12 16,0 4-9-16,0 1 9 0,3 5-8 0,4-3 8 0,-1 5 0 15,3 1 0-15,0 2 0 0,3 0 0 0,0-5 0 0,3 5 0 16,3 0 0-16,-3 0 0 0,6-5 0 0,-3 2 0 0,3 1 0 15,3 2 0 1,0-3 0-16,3 3 0 0,0 0 0 0,0 3 0 0,6 0 0 0,0 2 0 16,3-4 0-16,3 1 0 0,-1-2 0 0,1-2 0 15,3-1 0-15,3 1-8 0,-3-6 0 0,3 0 0 0,-1 3 0 16,1-6 8-16,-3 4 0 0,3-4 0 0,0 6 0 16,-1-3 0-16,1-5 11 0,0 5-3 0,0-5 0 15,3 5-8-15,2-8 0 0,4 6 0 0,0-3 0 16,0 2 0-16,-1-4 0 0,4-1-10 0,0 0 10 15,0-2 0-15,-4-1 0 0,1 3 0 0,3-2 0 16,0-3 0-16,2 3 0 0,1-1 0 0,3-2 0 16,-4 0 0-16,-2 3 0 0,0-3 0 0,5-6 0 15,-5 3 0-15,0-2 0 0,3 0 0 0,2 2 0 16,-2 0 0 0,0 1 0-16,2-4 0 0,1 4 0 0,-3-6 0 0,-4 0 0 0,1 0 8 0,0 0-8 15,-3 0 0-15,2-6 0 0,1 4 0 0,3 2 0 16,-4 0 0-16,4-6 0 15,-3 4 0-15,2-1 0 0,-2 0 17 0,-3 1 0 0,0-6 0 0,2 5 0 16,1-5-4-16,0 6-1 0,0-9 0 0,-1 3 0 16,1 0-32-16,0 0-8 0,-4 0 0 0,4-2-1 15,-6 4 57-15,0-7 12 0,2 3 3 0,-2-1 0 0,0 0-18 0,0-2-3 0,3 0-1 16,-1-3 0-16,-2 3-21 0,3 2 0 16,0-7 0-16,-1 2 0 0,-5 0 10 0,0 0-2 15,0 0-8-15,-1 0 12 0,1 3-12 0,-3-5-8 0,0 2 8 0,3 2-13 31,-4-1 37-31,1 4 8 0,0-5 2 0,-3 6 0 0,0-4-18 0,0 1-3 0,-4 0-1 0,4-3 0 16,-6 3 5 0,0-6 1-16,0 1 0 0,-3-1 0 0,0 3-18 0,-3-2 0 0,3-1 0 0,-4 1 0 15,1-1 0-15,-3 1 0 0,0-1 0 0,0 1 0 16,-3-1 55-16,0 1 7 0,0-1 2 0,0 3 0 16,-3 0-52-16,3-2-12 0,-3 2 0 0,0-3 0 15,-3 6 0-15,3-11 0 0,-3 6 0 0,0 2 0 16,0-8 0-16,-3 6 0 0,3-4 0 0,-3 4 0 15,0-3 0-15,-3 0 0 0,4-1 0 0,-1 4 0 16,-3-1 0-16,3-2 0 0,-3 3 0 0,0-1 0 16,3 3 0-16,-3-2 0 0,0 5 0 0,-3-3 0 31,3-3 0-31,-3 9 0 16,3-9 0-16,-3 8 0 0,1-7 0 0,-4 2 0 0,3 0 0 0,-3 0 0 0,3 0 8 0,-3 3-8 0,0-8 0 0,0 5 0 15,3 0 9-15,-2 3-9 0,2-8 8 0,-3 8-8 16,3-3 0-16,0 5 0 0,0-2-12 0,0 0 12 15,3 2 0-15,-3-2 0 0,0 5 9 0,0-5-1 16,1 5-8-16,2 0-10 0,-3 0 10 0,0 0-13 0,0-3 13 16,0 3 0-16,0 1 0 0,-3 4 0 15,3-5 0-15,-3 0 0 0,4 5 0 0,-4 1 0 0,0-4 0 16,0 4 0-16,-3 2-8 0,3 0 8 0,0-5 0 0,0 5 0 16,0-3 0-16,1 3 0 0,-1 0 0 0,0 3 0 15,3-3-13-15,-3 0 5 0,3 5 8 0,-3-5-12 0,3 0 12 0,-3 2-12 16,1-2 20-16,-1 6 4 0,0-6 1 0,0 0 0 78,0 0-61-78,0 0-13 0,-3 0-3 0,0 0 0 0,1 0 52 16,-1 0 12-16,0 0 0 0,0 0 0 0,3 0-33 0,-3 0-4 0,0 0-1 15,4 0 0-15,-1 0-93 0,3 0-18 0,0 0-4 0</inkml:trace>
  <inkml:trace contextRef="#ctx0" brushRef="#br0" timeOffset="52065.65">15371 1791 1824 0,'0'-31'38'0,"0"15"8"15,3 2-37-15,-3 1-9 0,3 3 0 0,-3-4 0 16,3 7 104-16,-3-7 20 0,3 6 3 0,-3 0 1 16,3 3-52-16,-3-3-9 0,0 6-3 0,0 2 0 15,0 0 0-15,0 0 0 0,0 0 0 0,0 0 0 16,0 0-51-16,0 0-13 0,0 0 0 0,0 7 0 15,-3 1 0-15,3 6 0 0,0 4 0 0,-3 3 0 63,3 6 22-63,0-3 2 0,0 5 0 0,0 2 0 0,0 4-24 0,0-6 0 0,0 3 0 16,0 2 0-16,0-2-15 0,0-3-7 0,0 0-2 0,0 3 0 0,0-3 24 0,0 5 0 0,0-5 0 0,0 1 0 0,-3-7-64 0,3 1-8 15,0-3-1-15,-3 0-1 0,0-5-138 0,-3 0-28 16</inkml:trace>
  <inkml:trace contextRef="#ctx0" brushRef="#br0" timeOffset="52393.68">15219 2090 2064 0,'-6'0'59'0,"6"0"12"15,-3-8-57 1,3 8-14-16,0 0 0 0,0 0 0 0,0 0 84 0,0 0 15 0,0 0 2 0,0 0 1 15,0 0-52-15,0 0-10 0,6 3-3 0,0 2 0 16,0 3-21-16,0 0-4 0,0 5 0 0,3-2-1 16,0 5-11-16,-1 2 0 0,4-2 0 0,0 5 0 15,0 1-20-15,0-6-10 0,-3-1-2 0,3 1 0 16,0-3 32-16,-3 1 0 0,3 2 0 0,-3-8 0 16,3-1 0-16,-4 1 0 0,1-2 0 0,3 2 0 15,-6-8 0-15,3 0 0 0,-3 2 0 0,3-4 0 16,-3 2 45-16,0-6 15 0,0 4 4 0,0-6 0 15,0-3 0-15,0 1 0 0,3 2 0 0,-3-11 0 16,3 3-52-16,-1-5-12 0,4 3 0 0,-3-9 0 0,3 6 0 0,-3-3 0 16,3 3 0-16,3 2 0 15,-3 1-100-15,0-1-22 0,3 6-5 0</inkml:trace>
  <inkml:trace contextRef="#ctx0" brushRef="#br0" timeOffset="53077.06">16106 1765 2053 0,'-9'0'58'0,"3"3"13"16,-3 2-57-16,3-3-14 0,3 4 0 0,-3 2 0 0,3 0 30 0,3 0 3 0,-3 5 1 0,3-3 0 15,0 9-22-15,0-3-4 0,0-3 0 0,3 6-8 31,-3 2 9-31,3 0-9 0,0 0 0 0,0 0 9 0,-3 3-9 0,3-8 0 0,0 5 0 0,0 0 0 16,-3 0 0-16,0-5 0 0,3 0 0 0,-3 5 8 16,0-10-8-16,-3 2 0 0,3 0 0 0,-3-2 8 15,3 0 8-15,-3-9 0 0,3-2 1 0,0 0 0 16,0 0 37-16,0 0 7 0,-6-2 2 0,3-4 0 16,0-2-15-16,0-5-4 0,0-3 0 0,0 0 0 15,3 0-16-15,0-2-4 0,0-1-1 0,0-2 0 16,0 0-13-16,0-3-2 0,3-2-8 0,0 2 12 15,0-10-12-15,0 2 0 0,0-3 0 0,0 4 0 16,3 2 8-16,0-1-8 0,0 1 0 0,3 6 9 31,-3 1-1-31,0 7-8 0,3-1 12 0,-3-3-4 0,0 9 24 0,3 2 4 0,-3-6 0 16,2 9 1-16,-2-3-29 0,3 5-8 0,0-2 0 0,-3 3 0 0,3 2 0 0,0 0 0 0,0 0 0 16,0 2 0-1,0-2 0-15,0 5 0 0,-3-2 0 0,3 5 0 16,-3-3-50-16,-3 3-11 0,3 0-3 0,-6 5 0 0,0 1 52 0,0-4 12 0,-3 4 0 0,-3 1 0 31,0 1-21-31,-3 3-2 0,0-3 0 0,0 5 0 0,-3-5-14 16,0 0-3-16,3-3-1 0,-3 3 0 0,0-3 41 0,0-3 0 0,4 4 0 0,-4-1 0 15,0-5 0-15,3 0 0 0,-3 0 0 16,3 0 0-16,3 0 0 0,-3-3 0 0,3 3 0 0,3-3 0 16,3-5 0-16,-3 0 0 0,3 0 0 0,0 0-8 15,-3 8 8 1,3-8 0-16,3 3 0 0,0 2 0 0,0-2 0 0,3-3 0 0,0 5 0 0,0-5 0 15,0 3 49-15,0-3 12 0,3 5 3 0,-3-5 0 16,3 5-52-16,0-5-12 0,0 0 0 0,-1 3 0 16,1-3 0-16,0 5 0 0,3-5-12 0,-3 0 12 15,3 3 0-15,0-3 0 0,0 0 8 16,-3 0-8-16,6 0 0 0,-3 0 0 0,0 0 0 0,2 5 0 16,-2-10-45-16,0 5-15 0,0 0-4 15</inkml:trace>
  <inkml:trace contextRef="#ctx0" brushRef="#br0" timeOffset="54357.67">16418 1961 1337 0,'0'0'28'0,"0"0"6"0,0 0-34 0,0 5 0 16,0-5 0-16,3 8 0 0,0-3 58 0,3 3 5 0,-3-8 1 0,3 8 0 0,0-8 0 0,3 3 0 0,0 2 0 0,0-5 0 31,0 0 0-31,0 0 0 0,3 0 0 0,-3 0 0 0,3 0-52 0,-3 0-12 0,-1-5 0 0,1 2 0 16,0-2 54-16,0 2 8 0,0-2 2 0,0-3 0 16,0 3-16-16,-3-3-4 0,0 5 0 0,0-5 0 15,-3 0-19-15,0-2-4 0,0 2-1 0,0 0 0 16,-3 0 36-16,3 0 6 0,-3 3 2 0,-3-3 0 31,3 5-52-31,-3-5-12 0,0 3 0 0,-3-1 0 0,0 4 0 0,3 2 0 0,-3 0 0 0,0 0 0 16,-3 0 0-16,3 2 0 0,0 4 0 0,-3 2 0 15,0-3 0-15,3 3 0 0,-3 5 0 0,1-5 0 16,2 3 0-16,0 2 0 0,0 0 0 0,0 3 0 16,0-8-48-16,3 5-13 0,3-2-3 0,-3-1 0 15,3 1 44-15,3 2 9 0,-3-5 2 0,3 0 0 16,3 0-37-16,-3 0-7 0,3-3-2 0,0 3 0 15,0-3 44-15,0-5 11 0,2 0 0 0,-2 0 0 16,3 0-11-16,3 0 0 0,0-5 0 0,0 0 0 16,3 2 11-16,-3-5 11 0,3 0-3 0,3-5 0 15,-4 5-8-15,4-5 0 0,0 0 9 0,-3 2-9 16,0-5 56-16,0 3 6 0,0-3 2 0,0-2 0 0,-1 2 0 16,-2 0 0-16,-3 0 0 0,0 0 0 0,0 3-52 0,-3 0-12 15,-3-1 0-15,0 4 0 0,0 2 54 0,-3 0 8 0,-3-3 2 0,3 3 0 16,-3 6-52-1,-3-4-12-15,3 4 0 0,-3 2 0 0,0 0 0 0,-3 2 0 0,3 4 0 0,0-4 0 16,0 6 0-16,1 3 0 0,-1-3 0 0,3 2 0 16,0 4 0-16,3-1 0 0,0-3 0 0,3 9 0 15,3-8 0-15,-3 2 0 0,2 0 0 0,4 3 0 16,-3-3 0-16,3-2 0 0,-3 2 0 0,3 0 0 16,0-2 0-16,-3 2 0 0,0-5 0 0,-3 5 0 15,3-5 0-15,-3 0 0 0,0 0 0 0,0 0 0 16,-3-3 0-16,0 3 0 0,0 0 0 0,0-8 0 15,0 5 0-15,0-5 0 0,-3 3 0 16,3-3 0-16,-6 5-48 0,-3-5-13 16,3 0-3-16,0 0 0 0,0 0 0 0,0 0 0 0,0 0 0 0,6 0 0 15,-6-5 0-15,3 2 0 16,3 3 0-16,-3-5 0 0,3 5 52 0,3-5 12 0,0 2 0 0,3-2 0 16,0 2-54-16,3-2-8 0,3 2-2 0,0-2 0 15,0 0 103-15,3 2 20 0,3-5 4 0,-4 3 1 16,1-3-52-16,0 5-12 0,0-7 0 0,0 2 0 15,0-3 54-15,-3 3 8 0,0 3 2 0,-3-8 0 16,3 5 0-16,-1 0 0 0,-2 0 0 0,-3 0 0 16,3 0 0-16,-3 0 0 0,0 0 0 0,-3-2 0 15,0 7-52-15,0-5-12 0,-3 3 0 0,3 2 0 0,-3 3 0 16,0 0 0-16,-3-5 0 0,3 5 0 16,-6-3 0-16,0 3 0 0,0 0 0 0,0 3 0 0,-3 2 0 0,3-2 0 0,0 5 0 15,0-3 0-15,1 3 0 0,-1 0 0 16,3 5 0-16,0-5 0 15,0 0 0-15,3 5 0 0,-3-2 0 0,3 2 0 16,0 0 0-16,0-5 0 0,3 0 0 0,0 5 0 0,0-5 0 0,0 0 0 0,0 0 0 16,3 0 0-1,-1 0-48-15,4-3-13 0,-3 3-3 0,3-5 0 16,3 2 0-16,0-5 0 0,3 5 0 0,-3-5 0 0,3-5 32 0,0 5 7 0,0-5 1 0,-1 2 0 16,1-5 10-16,3 0 2 0,-3 0 1 0,0 3 0 15,0-3 11-15,0-5 16 0,0 0-4 16,-4 2-1-16,1-5 10 0,0-2 3 0,0-1 0 0,-3-2 0 31,-3 0 32-31,3 0 6 0,-3-3 2 0,0 3 0 0,0-3 0 0,-3 3 0 0,3 0 0 0,-3-1 0 16,-3 6 0-16,3 1 0 0,-3 1 0 0,0 1 0 15,0 5-52-15,-3 0-12 0,3 0 0 0,0 6 0 16,0 2 13-16,0 0 0 0,0 0 0 0,0 0 0 16,0 0-13-16,-3 8 0 0,0 0 0 0,0 7 0 15,3-1 0-15,-3 2 0 0,3-1 0 0,0 7 0 16,0-1 0-16,0 0 0 0,0 3 0 0,3 0 0 15,-3-3 0-15,3 3 0 0,0-3 0 0,-3 0 0 16,3 0-15-16,0-5 4 0,-3 0 1 0,3 2 0 16,-3-2-43-16,3 3-9 0,-3-1-2 0,0-2 0 15,3 0 0-15,-3-3 0 0,0-5 0 0,0 0 0 16,0 0 0-16,0-3 0 0,0-5 0 0,0 0 0 16,0 0-153-16,0 0-31 0,0 0-7 0,0 0-1 15,0-8 52-15,0 0 9 0</inkml:trace>
  <inkml:trace contextRef="#ctx0" brushRef="#br0" timeOffset="54562.64">17377 2016 1497 0,'-9'-8'66'0,"0"3"14"0,0-3-64 0,0 0-16 0,0 0 0 0,0 3 0 31,3 0 106-31,0 2 18 0,3 3 3 0,3 0 1 0,0 0 0 0,0 0 0 0,0 0 0 0,0 0 0 16,6 0-52-16,0 0-9 0,0 3-3 0,3 2 0 16,3-5 0-16,0 0 0 0,0 0 0 0,3 0 0 15,0 0-51-15,3 0-13 0,2 0 0 0,-2-5 0 16,3 5 51-16,-3-3 7 0,3 3 2 0,0-5 0 15,-4 5-42-15,1-3-8 0,0-2-2 0,-3 5 0 16,0-3-8-16,0 3 0 0,0-5 0 0,-3 2 0 16,-3 3 0-16,2-5 0 0,-2 0-14 15,0 5 5 1,0-3-93-16,-3 3-18 16,0-5-4-16</inkml:trace>
  <inkml:trace contextRef="#ctx0" brushRef="#br0" timeOffset="72889.42">14832 6845 1766 0,'0'0'36'0,"0"0"10"16,0 0-37-16,0 0-9 0,0 0 0 0,-6 3 0 15,6-3 72-15,0 0 12 0,-6 5 2 0,6-5 1 16,-3 5-46-16,3 1-9 0,-3-4-1 0,3 6-1 16,0-2-18-16,0-1-4 0,3-2-8 0,-3 2 12 15,3 0-12-15,3 0 0 0,-3 1 8 0,6-1-8 63,-3 0 0-63,0 1 0 0,3-1 0 0,-3-2 0 0,6-1 8 0,-4 1 0 0,1-3-8 0,3 0 12 0,-3 0 8 0,3-3 2 0,0 1 0 0,0-1 0 0,-3-2 23 15,3-1 5-15,0 1 1 0,0-3 0 0,-3 0 13 0,-1 0 4 0,4 0 0 0,-6-2 0 0,3 2-12 0,-3-3-3 0,0 1 0 0,-3-1 0 16,0 3-13-16,-3 0-2 0,-3 0-1 0,0 0 0 16,0 3-14-16,-3 0-3 0,0-1-1 0,-3 4 0 15,-3 2-19-15,3 0 8 0,-2 0-8 0,-4 2 0 16,0 4 0-16,-3-1 0 0,3 0 0 0,-3 6-9 31,0-1-21-31,1 1-4 0,-1 0-1 0,0 2 0 0,3-3-31 0,3 4-6 16,0-1-2-16,3-3 0 0,3 1-96 0,3 0-19 0,3 2-4 15,3-3-1-15,3-2 80 16,6 0 16-16,0 0 3 0,0-3 1 0,3-2 34 0,3-3 6 0,2 3 2 0,1-6 0 16,-3-2 102-1,0 0 21-15,-3-1 4 0,3-2 1 0,-3 3 40 0,-3-6 9 0,-4 4 2 0,1-1 0 16,0 2-7-16,-3-2 0 0,0 0-1 0,-3 3 0 15,0 0-37-15,0-3-7 0,-3 3-2 0,0-1 0 16,0 6-31-16,0 0-6 0,3-5-2 0,-3 5 0 16,0 0-17-16,0 0-3 0,0 0-1 0,0 0 0 15,0 0-13-15,3 5 0 0,3 1 0 0,0 2 0 16,-3-1 0-16,3 7 0 0,0-4 0 0,3 6 0 16,-3 3 0-16,0 2 0 0,0 5 0 0,0 1 0 15,0 2 0-15,0 3-8 0,0-1 8 0,-4 1-10 16,1 0-10-16,0-3-3 0,0 0 0 0,-3 0 0 15,-3-2-11-15,0-1-2 0,0 1-1 0,-2-1 0 16,-1 1 5-16,-3-4 2 0,0 4 0 0,-3-3 0 0,0-3 18 0,0-5 12 0,0 0-13 0,-3-3 5 16,3-5 8-16,-3 0 0 0,4-3 0 0,-1-5 0 15,0 0 0-15,-3-5 0 16,3-1 0-16,3-4 0 0,-3-3 55 0,3-3 13 0,0-3 2 0,3-2 1 31,0 0-35-31,6 0-8 0,-3-3 0 0,6 3-1 0,0-3-4 0,0 3-1 0,3-1 0 16,3 4 0-1,-3-1-3-15,3 4-1 0,3-1 0 0,-3 0 0 16,0 3-18-16,3-1 0 0,0 4 8 0,0-1-8 0,2-2-8 16,1 2-6-16,0-2-1 0,6 3 0 0,0-1-112 15,3 0-22-15,-1 1-5 0</inkml:trace>
  <inkml:trace contextRef="#ctx0" brushRef="#br0" timeOffset="73769.56">15207 6874 1561 0,'0'0'66'16,"0"0"-53"0,0 0 82-16,0 0 16 0,0-5 3 0,0 5 1 15,3-5-44-15,-3 5-9 0,3-3-2 0,3 0 0 16,-3 3-11-16,3-2-2 0,-3 2-1 0,3 0 0 16,0 2-8-16,0-2-2 0,0 6 0 46,0-4 0-46,-1 4-12 16,1-1-2-16,0 3-1 0,0 0 0 0,0 0-13 0,0 2-8 0,0-2 8 0,-3 3-8 0,3-1 0 0,-3 4 0 0,0-1 0 0,3 0 0 0,-3 0 0 0,-3 1 0 0,3-1 0 0,-3-3 0 0,3 4-16 0,-3-4 1 16,0 1 1-16,0-3 0 0,0 0 3 0,0 0 1 0,-3-3 0 0,3-5 0 15,0 0 10-15,0 0 0 0,0 0 0 0,0 0 0 16,0 0 0 0,0 0 14-16,0 0-3 0,-6-3-1 0,3-2 8 0,0 0 2 0,0-1 0 0,0-4 0 15,3 2 6-15,0-3 2 16,0-2 0-16,0 2 0 0,3-2-2 0,-3 0 0 0,3 0 0 0,0 0 0 15,0 2-3-15,0-2-1 0,3 2 0 0,0 1 0 16,-3-1-2-16,3 3-1 0,0 0 0 0,-3 0 0 16,3 3-3-16,0-3 0 0,0 3 0 0,0 2 0 15,0 0-16-15,-1 1 8 0,1 2-8 0,0 0 0 16,0 0 0 0,0 2 0-16,0 1 0 0,0 0 0 0,3-1 0 0,-3 4 0 0,3-4 0 0,-3 4 0 15,3 1 0-15,0-1 0 0,-3 2 0 0,3 2 0 16,-3-2 0-16,0 3 0 0,3-1 0 0,-6 4 0 15,2-1-12-15,1 0 1 0,-3 3 0 0,0 0 0 16,0 0-14-16,0 0-3 0,0-3-1 0,-3 3 0 16,3-3-11-16,-3 3-3 0,0-3 0 15,0-2 0-15,0-1-21 0,-3 1-4 0,3-3 0 0</inkml:trace>
  <inkml:trace contextRef="#ctx0" brushRef="#br0" timeOffset="74065.68">15707 6755 2090 0,'-3'-10'44'0,"0"-1"8"16,3 3-41-16,-3 3-11 0,3 0 0 0,0 5 0 0,0 0 99 0,0 0 17 0,0 0 4 0,0 0 1 31,0 0-49-31,3 5-11 0,-3 3-1 0,3 0-1 0,0 2-23 0,-3 4-5 0,3-1-1 0,0 3 0 16,0 0-14-16,0-1-2 0,0 1-1 0,0 3 0 15,0-1-13-15,0-2 0 0,0 3 0 0,0-1 0 16,0 1 0-16,-3-1 0 0,3 1 0 0,-3 2 0 16,0 0 0-16,0-2-18 0,0-1 2 0,-3 1 1 15,3-1-8-15,0 1-1 0,0-3-1 0,0-1 0 16,-3-1-14-16,3-4-2 16,0 1-1-16,-3-1 0 15,3-2-30-15,0-2-5 0,0-1-2 0</inkml:trace>
  <inkml:trace contextRef="#ctx0" brushRef="#br0" timeOffset="74292.6">15644 6999 1554 0,'-11'-6'32'0,"11"6"8"16,0 0-32-16,0 0-8 0,0 0 0 0,0 0 0 15,0 0 114-15,0 0 22 0,0 0 4 0,0 0 0 16,0 0-32-16,0 0-6 0,3 0-2 0,3 0 0 15,-4 3-28-15,4 0-5 0,3-3-2 0,-3 5 0 16,3-2-17-16,0-1-3 0,3 1-1 0,-3 0 0 0,3-1-27 0,0 1-5 0,0-3-2 0,0 0 0 16,0 0-10-16,-1 0 0 0,4 0 9 0,-3 0-9 15,3-5 0 1,3 2 0-16,-3 0-12 0,3 1 4 16,-3-1-45-16,0-2-9 0,-1-1-2 0</inkml:trace>
  <inkml:trace contextRef="#ctx0" brushRef="#br0" timeOffset="74668.73">16094 6845 2146 0,'0'0'60'0,"0"0"15"0,0 0-60 0,0 0-15 0,0 0 0 0,0 0 0 15,0 0 103-15,0 0 17 0,0 0 4 0,0 0 1 16,0 0-44-16,0 0-9 0,3 3-1 0,0 5-1 15,0-6-30-15,-3 4-5 0,3-1-2 0,0 0 0 16,-3 3-8-16,3 0-1 0,0-3-1 0,-3 3 0 16,0 3-7-16,3-3 0 0,-3 3-1 0,0-1 0 15,3 3-7-15,-3 1 0 0,0-1-8 0,0 3 12 16,0 0-12-16,0 2 0 0,0-2 0 0,0 2 0 16,0-2 0-16,0 3 8 0,0-3-8 0,-3 0 0 15,3-1 0-15,0 1 0 0,0 0 0 0,0-3 0 16,0 1 0-16,0-1-13 0,0-2 2 0,0-1 1 15,0-2-97-15,0 0-19 0,0 0-4 0</inkml:trace>
  <inkml:trace contextRef="#ctx0" brushRef="#br0" timeOffset="79086.64">15070 10256 1824 0,'-15'3'38'0,"15"-3"8"0,-6 2-37 0,0-2-9 0,0 3 0 0,0 2 0 16,3-2 102-16,-3 2 18 0,3 0 4 0,0 1 1 15,0 2-97-15,0 0-20 0,3-3-8 0,0 3 0 16,0 0 0-1,3 0 0-15,0 2 0 0,0-2 0 0,3-3 0 0,0 3 0 0,3-2 0 0,0-1 0 16,0-2 0-16,3-1 0 0,0-2 0 0,0 3 0 31,0-6 57-31,3 3 6 0,-3-2 1 0,2-4 0 0,-2 1 0 0,0 0 0 0,0-1 0 0,-3-2 0 16,0 1 0-16,0-4 0 0,-3 0 0 0,0 3 0 16,-3-5 0-16,0 3 0 0,-3-1 0 0,0 0 0 15,-3 1-52-15,-3 2-12 0,0 0 0 0,-3 0 0 16,0 3 0-16,-6-1 0 0,3 4 0 0,-6-1 0 15,3 1 0-15,-2 4 0 0,-1-2 0 0,-3 5 0 16,3 1 0-16,3-1 0 0,-3 3 0 0,6 0 0 16,1 0-46-16,-1 2-15 0,3-2-3 0,3 3-1 15,0 0 1-15,3-1 0 0,3-2 0 0,0 0 0 16,0 0 0-16,6 3 0 0,0-4 0 0,3-1 0 16,0-1 0-16,2 0 0 0,1-2 0 0,3-3 0 15,0 3 64-15,0-3 0 0,3-3 16 0,0 3-4 0,-3-3 32 0,0 1 7 16,-4-1 1-16,1 0 0 15,0 3 9-15,-3-2 3 0,0-1 0 0,0 0 0 0,-3 3 0 0,0 0 0 0,-6 0 0 16,3 0 0-16,-3 0-52 0,6 3-12 0,0 2 0 0,-3-2 0 31,0 2 54-31,3 3 8 0,-3-2 2 0,0 4 0 0,3-2-64 0,0 3-28 0,0-1 3 0,-1 4 0 16,1-1 25-16,0 3-10 0,0 0 10 0,0-1 0 31,0-1-8-31,0 1 8 0,-3 1 0 0,0 3 0 0,0-3-18 0,-3 0 3 0,0 0 1 0,-3-1 0 16,0 1-9-16,-3 3-1 0,0-3-1 0,-3 0 0 31,0-1-10-31,0 1-1 0,-2 0-1 0,-4 0 0 0,3-3-2 0,-3 1 0 0,0-4 0 0,-3 1 0 16,3-6 26-16,0 3 5 0,1-3 8 0,-1-5-13 15,3 0 29-15,0-5 7 0,0 0 1 16,0-3 0-16,3-6-24 0,3 1 0 0,-3-5 0 0,6-1 0 16,0-2 0-16,0 0 0 15,3-3 0-15,3 0 0 47,0 0 35-31,3 1 2-16,0-1 1 0,3 0 0 0,0 3-23 0,3 0-5 0,3-1-1 0,-3 1 0 15,3 3 7-15,2 2 0 0,-2 0 1 0,3 0 0 0,0 3-25 0,0 2-6 0,3 1-1 0,-3 2 0 16,-1 0 24-16,-2 3 5 0,3 2 1 0,-3 0 0 0,-3 3-15 0,3 3 0 0,-3 0 0 0,0 2 0 0,0 3 0 0,-3 0 0 0,2 2 0 0,1-2 0 16,-3 5 0-16,0 1-12 0,0-4 3 0,0 4 0 15,-6-1 9-15,3-3 0 0,0 4 0 0,-3-4 0 16,0 1 0-16,-3-1 12 0,3 1-2 0,-3-3-1 0,0 0-9 15,-3 0-12-15,3-3 2 0,0-5 1 16,-3 5 9-16,3-5 0 0,-3 6 0 0,3-6 0 0,0 0 0 0,-6 0 0 0,6 0 0 0,0 0-8 16,-3-3 8-16,0-2 16 0,0-3-4 15,0 2-1-15,3-2-11 0,0-2 0 0,0 2 0 0,3-3 0 16,0 1 0-16,0-3 0 0,3-1 0 16,-3 4 0-16,3-3 0 0,3 2 0 0,-3-2 0 0,3 2 0 15,3 1 34 1,-1 2 5-16,1-3 1 0,3 6 0 0,-3-1-24 0,0 1-5 15,0 2-1-15,0-2 0 0,0 5 1 0,0 3 0 0,-3-1 0 0,3 1 0 16,-4 2-11-16,-2 3 0 0,3 0 9 16,-3 3-9-16,0-1 0 0,0 1 0 0,0 0 0 0,-3 2 0 15,3 0 0-15,-3 0 0 0,0 3 0 0,0-3 0 32,0 3 0-32,-3-2 0 0,0 1 0 0,0 1 0 0,0-2 0 0,-3-1 0 0,0 0 0 0,0 0 0 15,0 0-52-15,0-2-14 0,0 0-3 0,3-1-1 31,-3 1-58-31,3-3-11 0,0 0-2 0</inkml:trace>
  <inkml:trace contextRef="#ctx0" brushRef="#br0" timeOffset="79385.37">15930 10203 2747 0,'0'-13'78'0,"-3"0"17"16,3 2-76-16,0 3-19 0,0 0 0 0,-3 3 0 15,3 5 51-15,0 0 6 0,0 0 2 0,0 0 0 16,0 0-12-16,0 0-3 0,0 5 0 0,0 3 0 16,0 3-15-16,0-1-3 0,3 3-1 0,-3 3 0 0,0 0-8 0,0 3-1 0,0 2-1 0,-3 0 0 31,3 3-7-31,0 0-8 0,-3-1 11 0,3 4-11 0,-3-3 8 0,3-3-8 0,-3 0 0 0,0-2 0 16,3 2 0-16,-3-5-11 0,3 2 2 0,-3-2 0 31,3 0-24-31,-3-3-5 0,0-2-1 0,3 2 0 15,-2 0-50-15,-1-2-11 0,3-1-1 0,-3 1-1 0,3-3-72 0,0-3-14 16,0-5-4-16</inkml:trace>
  <inkml:trace contextRef="#ctx0" brushRef="#br0" timeOffset="79563.02">15880 10518 2066 0,'-18'-27'43'0,"12"19"10"15,-3 3-42-15,3-3-11 0,0 3 0 0,0 0 0 16,0 2 104-16,6 3 20 0,0 0 3 0,0 0 1 15,0 0-52 1,0 0-9-16,0 0-3 0,0 0 0 0,0 0 0 0,0 0 0 0,0 0 0 0,0 0 0 16,3 5-10-16,0 1-2 0,3-4-1 0,0 4 0 15,3-6-32-15,-3 2-7 0,3-2 0 0,3 0-1 16,0 0-11-16,-1-2-14 0,4-1 3 0,3 0 1 16,0 1-170-16,0-4-35 0,3 1-6 0</inkml:trace>
  <inkml:trace contextRef="#ctx0" brushRef="#br0" timeOffset="80284.8">16186 10436 1219 0,'0'0'52'16,"-3"5"-42"-1,3-5 101-15,0 0 20 0,-3 5 4 0,3-5 1 16,0 0-31-16,0 0-5 0,0 0-2 0,0 0 0 16,0 0-6-16,0 0-2 0,0 0 0 0,0 0 0 15,-6-2-20-15,6 2-4 0,-3-3-1 0,3 3 0 16,-3-5-12-16,3 0-2 0,0-1-1 0,0 1 0 15,0 0-9-15,3-3-1 0,3 0-1 0,-3 0 0 16,3 0-3-16,3 0-1 0,-3 0 0 0,3 0 0 0,0 0-7 0,0 0 0 0,3 0-1 0,0 0 0 16,0 3-11-16,0 0-3 15,-4-1 0-15,4 1 0 0,3 3-13 16,-3-1 8-16,0 0-8 0,0 3 0 0,0 0 0 0,-3 3 0 0,3 0 0 0,-6 2 0 16,3 3-9-1,-6 0-5-15,3 2-1 0,-6 3 0 16,0-2-21-16,0 5-5 47,-6-3-1-47,0 3 0 0,0 0-11 0,-3-3-3 15,-3 3 0-15,0-3 0 0,-3 3 5 0,3-3 1 0,-3 1 0 0,0-1 0 0,3-3 24 0,1 1 5 16,-1 0 1-16,3-1 0 0,0-2 20 0,0 0 0 0,3 0 0 0,0 0 0 0,0-3 0 0,3 1 0 0,3-6 12 0,0 0-4 0,0 5 12 0,0-5 1 16,0 0 1-16,3 2 0 0,0 4 10 0,3-6 1 0,0 2 1 0,0 1 0 15,3-3-2-15,0 0-1 0,0 0 0 0,0 0 0 16,2 0-4-16,1-3-1 0,3 1 0 0,-3-1 0 15,3 3-13-15,3-3-2 0,0 3-1 0,0-2 0 16,-1-1-10-16,1 1 0 0,3 2 0 0,0-3-11 16,-3 0-101-16,0-2-21 0,3 2-4 0</inkml:trace>
  <inkml:trace contextRef="#ctx0" brushRef="#br0" timeOffset="82433.5">15255 13743 2004 0,'0'0'56'0,"0"0"14"15,-6 0-56-15,6 0-14 0,-6 0 0 0,6 0 0 16,-3 0 69-16,-3 3 11 0,6-3 3 0,-6 3 0 15,3-1-35-15,3-2-6 0,-6 3-2 0,3 2 0 16,0-2-19-16,0 2-4 0,3-5-1 0,-3 8 0 16,3-3-16-16,0 1 0 0,3 2 8 0,0 0-8 15,0-3 0-15,3 3 0 0,-3-3-11 0,6 0 11 0,0 1 0 0,0-1 0 0,2-2 0 16,1-1 0 0,0 1-8-16,0-3 8 0,0 0 0 0,0-3 0 0,-3 3 0 15,0-5 0-15,3 2 8 0,-3-2-8 0,0 0 45 0,0 2 3 0,-3-5 1 0,-1 3 0 16,-2 0-12-16,0-1-2 0,0-2-1 15,0 3 0-15,-3 0 5 0,-3-3 1 0,0 2 0 16,0 1 0-16,-2 0-32 0,-1-3-8 0,0 3 0 0,-3-1 0 16,0 4 56-16,-3-1 6 0,3 0 2 15,-6 1 0 1,0 4-103-16,-3 1-20 0,0 0-4 0,1-1-1 0,-1 4 52 0,0-4 12 0,0 4 0 0,3-1 0 31,3 0-54-31,3-2-8 0,0 2-2 0,6 0 0 16,3-5 0-16,0 0 0 0,3 6 0 0,6-4 0 0,0 1-7 0,3 0-1 15,3-1-1-15,0 1 0 0,3-3 36 0,0 0 7 0,-1 0 2 16,4 0 0 0,-3 0 28-16,-3-3 0 0,0 1 0 0,-3 2 0 0,0 0 21 0,0-3 11 0,-3 3 1 0,-1 0 1 15,-2 3 18-15,-6-3 4 0,6 0 1 0,-6 0 0 16,3 5 14-16,0 0 2 0,0 1 1 0,-3-1 0 16,0 3-59-16,0 0-15 0,0 0 0 0,0 2 0 15,0-2 0-15,-3 3 0 0,3 2 0 0,-3 0 0 16,3 3 0-16,-3 3 0 0,3-1 0 0,-3 1 0 15,3-1 0-15,-3 3 0 0,3 0 0 0,-3-2 0 16,3 0 19-16,-3-1 1 0,1-2 0 0,-1 0 0 16,3 0-32-16,-3-3-7 0,0 3-1 0,-3-3 0 47,3 0 5-47,0 0 1 0,-3 1 0 0,3-1 0 0,0 0-8 0,-3-2-2 0,3 2 0 0,-3-2 0 0,0-3 4 15,3 2 0-15,-3-2 0 0,0 0 0 0,0-3 20 0,0 1-11 0,0-1 11 16,0-3-8-16,6-2 8 0,-9 0 11 0,3 0-3 0,-3-2 0 0,3-3 13 0,3-1 3 0,-2 1 0 0,2-6 0 15,0 1-2-15,0-3 0 0,0-1 0 0,0-2 0 16,3 1-4-16,3-1-1 0,-3 0 0 0,6-5 0 16,-3 2-5-16,5-2-2 0,-2 0 0 0,3 2 0 15,0-2-10 1,3 3 10-16,-3-1-10 0,3 3 10 0,0 0-27 0,0 0-6 0,0 3-1 0,0 0 0 16,3 2 24-16,-1 1 0 0,1-1 0 0,0 3 0 15,3 3 0-15,-3 0 0 0,3-1 0 0,-3 1 0 16,3 5 0-16,-1-3 0 0,1 3 0 0,-3 3 0 15,0 0 0-15,-3 2 0 16,0 0 0-16,0 1 0 0,0 2 0 0,-6 2 0 0,3 1 0 0,-4-1 0 16,-2 4 0-16,3-1 0 0,-3 0 0 0,-3 0 0 15,0 0 0-15,0 1 0 0,-3-1 0 0,3-2 0 16,-3-1 0-16,0 1 0 0,-2-1 0 0,2-2 0 16,-3 0 0-16,0-3 0 0,3 1 0 0,-3-4 0 15,0 4-56-15,6-6-6 0,0 0-2 16,0 0 0-16,0 0 52 0,-3-6 12 0,0 1 0 0,0 0 0 15,3-3 48-15,0-3 13 0,3 1 3 0,0-1 0 16,0-2-52-16,3-3-12 0,0 0 0 0,3 0 0 16,0 3 54-16,-1-3 8 0,4 0 2 0,0 3 0 15,0 0-52-15,0 0-12 0,3 2 0 0,-3 3 0 0,-3 0 0 16,3 0 0-16,0 3 0 0,-3 0 0 0,-1 2 0 16,4 0 0-16,-3 1 0 0,0-1 0 0,0 3 0 0,-3 3 0 15,3-1 0-15,-3 4 0 16,0-1 0-16,3 3 0 0,-3 2 0 0,-3 1 0 0,3 2 0 15,-3 0 0-15,0 3 0 0,-3 3 0 0,3-1 0 0,-3 1 0 0,0-1 0 16,3 1 0 0,-3-1 0-16,-3-2 0 0,3 3 0 0,0-3 0 15,0-3-48-15,0 0-13 0,-3-2-3 0,3-1 0 16,-3-2 0-16,3 0 0 0,-3 0 0 0,3-3 0 16,0-5 0-16,0 0 0 0,0 0 0 0,0 0 0 15,6-2-153-15,0-3-31 0,3-1-7 0</inkml:trace>
  <inkml:trace contextRef="#ctx0" brushRef="#br0" timeOffset="82684.84">16070 13960 1728 0,'15'-24'76'0,"-3"1"16"16,-3-1-73-16,0 3-19 0,0 0 0 0,-3 2 0 16,0 0 157-16,0 4 28 0,0-1 6 0,-3 0 1 15,-1 5-103-15,1 1-20 0,0 2-4 0,-3 0-1 32,0 3 0-32,0 5 0 0,0 0 0 0,0 0 0 0,0 0-22 0,0 0-5 0,0 0-1 0,0 7 0 15,0 1-16-15,-3 3-3 0,3 0-1 0,0 2 0 16,0 0-4-16,0 3-2 0,0 0 0 0,0 2 0 15,0 1-10-15,0 2 10 0,0-3-10 0,0 4 10 16,3-1-10-16,-3 0 0 0,3 3 0 0,-3-3 0 16,3 3 0-16,-3-3 0 15,3 0 0-15,-3 0 0 0,3-2 0 0,-3-3 0 0,0 0 0 0,0-1 0 16,0 1 0-16,0-5 0 0,0-1 0 0,0 1 0 16,0 0-110-16,0-6-14 0,0 3-4 0,0-8 0 15,0 0-102-15,0 0-21 0</inkml:trace>
  <inkml:trace contextRef="#ctx0" brushRef="#br0" timeOffset="82867.37">16136 14034 2269 0,'-12'-10'64'0,"0"-1"15"0,0 3-63 0,3 0-16 0,0 0 0 0,0 3 0 32,3 0 54-32,0 2 8 0,6 3 2 0,0 0 0 0,0 0 0 0,0 0 0 0,0 0 0 0,0 0 0 15,6 0 0-15,3 0 0 0,0 0 0 0,0 3 0 16,0-1-52-16,0-2-12 0,3 0 0 0,0 0 0 15,0 0 0-15,2 0 0 0,-2-2 0 0,6-1 0 16,-3-2 0-16,3-3 0 0,3 0 0 0</inkml:trace>
  <inkml:trace contextRef="#ctx0" brushRef="#br0" timeOffset="83601.5">16451 13828 1824 0,'-6'0'76'15,"0"3"-60"-15,0-3 89 0,6 0 19 0,0 0 3 0,0 0 1 16,0 0 0-16,0 0 0 0,0 0 0 0,0 0 0 15,0 0-60-15,0 0-11 0,6-3-2 0,3 0-1 16,3 1-8-16,0-1-2 0,3-2 0 0,-3 5 0 78,3-3-13-78,-3 0-3 0,2 3-1 0,-2-2 0 0,3 2-13 0,0 0-2 0,-3 2-1 0,3-2 0 0,-3 3-11 0,-3 0 10 0,3-3-10 0,-3 5 10 0,0-2-18 0,-4-1-4 16,4 4-1-16,-6-1 0 0,-3-5 13 0,0 5 0 0,0 1 0 0,-3 1 0 0,0-1-18 0,-3 2-1 0,1 0 0 0,-1 0 0 15,0-1-21-15,-3 1-4 0,0 0 0 0,0 0-1 16,0-2 36-16,3-1 9 0,-3 0 0 0,3 0 0 16,0 1-53-16,0-4-9 0,6-2-2 0,0 0 0 15,0 0 52-15,0 0 12 0,0 0 0 0,0 0 0 16,0 0 0-16,0 0 0 0,0 0 0 0,6 0 0 16,3-2 0-16,-3 2 0 0,3-3 0 0,0 3 0 15,0 0 48-15,3 0 13 0,0 0 3 0,-3 3 0 0,2-1-64 0,1 1-12 16,0 0-2-16,-3 2-1 0,0 0 15 0,0 1 15 15,-3 2-3-15,0-1-1 0,0 4-1 0,-6-3 0 16,3 3 0-16,-6-1 0 16,3 1-2-16,-6-1-8 0,3 4 12 0,-6-4-4 0,3 1 0 0,-6-1-8 0,0-2 12 0,0 3-4 15,-3-1-22-15,1-2-5 0,-1 3-1 0,0-3 0 32,0 0 20-32,3 0 0 0,-3 2 0 0,0-2 0 0,3 0 0 0,-3-3 0 0,4 3 0 0,-1-2 0 15,0-1-55 1,3-2-7-16,0-1-2 0,3 1 0 15,6-3-102-15,0 0-21 0,0 0-4 0</inkml:trace>
  <inkml:trace contextRef="#ctx0" brushRef="#br0" timeOffset="86576.34">16430 6877 1690 0,'0'0'35'0,"0"0"9"0,0 0-36 0,0 0-8 0,0 0 0 0,0 0 0 15,0 0 97-15,0 0 18 0,0 0 3 0,0 0 1 16,0 0-43-16,0 0-8 0,0 0-1 0,0 0-1 16,0 0-30-16,0 0-7 0,0 0-1 0,0 0 0 31,0 0-18-31,0 0-10 0,0 5 10 0,-3 3-10 0,3-3 8 0,3 1-8 0,-3 2 0 0,3-3 0 16,-3 0 0-16,0-5 0 0,3 6 0 0,-3-6 0 15,3 5 0-15,-3-5 0 0,3 3 0 0,0 2 0 16,-3-5 19-16,0 0-3 0,0 0 0 0,0 0 0 15,0 0 28-15,0 0 4 0,0 0 2 0,0 0 0 16,0 0 0-16,0 0 0 0,0 0 0 0,0 0 0 16,3-5-16-16,-3 5-3 0,3-6-1 0,-3 1 0 0,0 5-10 15,3-5-3-15,-3-1 0 0,0 1 0 0,0 5-17 0,0-5 8 0,0 5-8 16,0 0 0-16,0-6 0 0,0 6 0 0,0 0-10 0,0 0 10 31,0 0-92-31,0 0-10 0,0 0-2 0,0 0-1 16,0 0-118-16,0 0-23 0</inkml:trace>
  <inkml:trace contextRef="#ctx0" brushRef="#br0" timeOffset="86874.86">16472 7210 1773 0,'0'0'50'0,"0"0"11"0,0 0-49 0,3 6-12 0,-3-1 0 0,0-5 0 16,3 5 68-16,-3-5 12 0,3 8 1 0,-3-3 1 16,0-5-19-16,3 3-4 0,0 2-1 0,-3-5 0 15,0 0 4-15,0 6 1 0,0-6 0 0,0 0 0 16,0 0-3-16,3 5-1 0,-3-5 0 0,0 0 0 16,0 0-9-16,0 0-2 0,0 0 0 0,0 0 0 15,0 0-6-15,0 0-2 0,0 0 0 0,0 0 0 16,0 0-12-16,0 0-4 0,0 0 0 0,0 0 0 15,0 0-24-15,0 0 8 0,0 0-8 0,0 0 0 16,0 0-16-16,0 0-9 0,3-3-2 0,3 1 0 16,-3-1-149-16,3 0-31 0,0-2-5 0</inkml:trace>
  <inkml:trace contextRef="#ctx0" brushRef="#br0" timeOffset="89054.35">17017 6877 850 0,'0'0'17'0,"0"0"6"0,0 0-23 0,0 0 0 0,0 0 0 0,0 0 0 31,0 0 56-31,0 0 6 0,0 0 2 0,0 0 0 0,0 0-14 0,0 0-2 0,0 0-1 0,0 0 0 16,0 0-24-16,0 0-5 0,0 0-1 0,0 0 0 15,0 0 38-15,0 0 7 0,0 0 2 0,0 0 0 16,0 0-52-16,0 0-12 0,0 0 0 0,0 0 0 16,-6 5 32-16,6-5 4 0,0 0 1 0,0 0 0 15,0 0-8-15,0 0-1 0,0 0-1 0,0 0 0 16,0 0 16-16,3 3 3 0,-3-3 1 0,3 3 0 16,-3-3-24-16,6 2-5 0,-3-2-1 0,3 0 0 15,0 0 38-15,-1-2 7 0,1-1 2 0,0 3 0 31,0-5 0-31,-3 2 0 0,3 0 0 0,0 1 0 0,-3-4 0 0,0 4 0 0,0-1 0 0,-3 3 0 79,3-5 0-79,-3-1 0 0,3 1 0 0,-3 3 0 0,-3-4-52 0,0 4-12 0,0-4 0 0,-3 4 0 0,0-4 0 0,0 4 0 0,0-4 0 0,0 1 0 0,0 3 0 0,-2-4 0 0,-1 4 0 0,3-4 0 0,-3 6 0 0,0-2 0 15,3 2 0-15,-3 0 0 0,3 0 23 0,-3 0 1 0,3 2 1 0,0 1 0 16,0 0-25-16,0-1 0 0,0 4 0 0,0-1-11 15,3-3-17-15,0 6-3 0,0-2-1 0,0 2 0 16,0 0-29-16,3-3-7 0,3 3 0 0,-3 0-1 16,6 0-30-16,0-3-5 0,0 3-2 0,3-5 0 15,3 2 5-15,0-5 1 0,3 0 0 0,0 0 0 16,0 0 53-16,0-3 11 0,2 1 3 0,-2-1 0 16,0 0 49-16,3-2 11 0,-6 2 1 0,0-2 1 15,0 2 33-15,-3-2 6 0,0 2 2 0,-3-2 0 0,-3 2 18 0,-3 3 3 16,0-5 1-16,0 5 0 15,0-5-15-15,0 5-2 0,0-5-1 0,0 5 0 0,-3-6-26 0,0 4-4 0,3 2-2 0,0 0 0 16,0 0-14-16,-6-3-4 0,6 3 0 0,0 0 0 31,0 0-15-31,0 0-9 0,0 0 10 0,0 5-10 0,3 3 0 0,0 3 0 0,0-1 0 0,3 1 0 16,-4 2 0-16,4-2 0 0,-3 2 0 0,3 3 0 16,0-3 0-16,-3 6 0 0,3-3 0 0,0 2 0 15,-3 3 0-15,-3 0 0 0,3 1-13 0,-3 1 4 31,-3-1-15-31,0-4-2 0,0 3-1 0,-3-2 0 0,-3-1-14 0,3-4-3 16,-3 1-1-16,-2-1 0 31,-1-4-15-31,0 3-4 0,0-2 0 0,0 0 0 0,0-3 44 0,0-1 9 0,0-1 2 0,0-1 0 0,0 0 9 0,3-2 9 0,-2-3-1 0,2 0-8 16,0 0 60-16,0-3 4 0,3-2 2 0,0 2 0 16,0-5-53-16,0 1-13 15,6-1 0-15,-3-3 0 0,6 0 0 0,-3-2 0 0,6 0 0 0,0 2 0 16,3-4 0-16,0 1 0 0,3-4 0 0,3 2 0 15,2 0 0-15,1 0 0 0,6 3 0 0,-3-3 0 16,3 3-37-16,2 0-11 0,-2 2-1 0,3-2-1 16,-3 5-34-16,-3 0-6 0,3 0-2 0,-4 0 0 15,-5 3 34-15,0-3 6 0,0 2 2 0,-6 1 0 16,0 3 40-16,-3-4 10 0,0 4 0 0,-3-1 0 16,-3 3 100-16,0 0 23 0,0 0 4 0,0 0 1 0,0 0-52 15,0 0-9-15,0 0-3 0,0 0 0 16,0 0 0-16,0 0 0 0,0 0 0 0,0 0 0 0,-6 5-51 0,6-5-13 0,-3 8 0 0,0 0 0 15,3 0 0 1,0 0 0-16,0 3 0 0,3-1 0 0,-3 1 0 16,3 2 0-16,-3 0 0 0,3 0 0 0,0 1 0 0,-3-1 0 0,3 3 0 15,0-3 0-15,0 0 0 0,0 0 0 0,0 1 0 0,0-1 0 16,-3 0 0-16,3-2 0 0,0-1 0 0,0 1 0 16,-3-3 0-16,3 0 0 0,0-3 0 0,-3 3 0 31,0-8-209-31,0 0-45 0</inkml:trace>
  <inkml:trace contextRef="#ctx0" brushRef="#br0" timeOffset="89304.47">17657 6946 1660 0,'0'0'70'15,"6"0"-56"1,0 0 108-16,-3 0 22 0,3 0 4 0,-1 0 0 16,1 0-46-16,3 2-10 0,-3-2-1 0,3 0-1 15,0 0-26-15,0 0-6 0,0 0-1 0,0 0 0 0,0 0-24 0,0 0-5 0,0-2 0 16,3 2-1-16,-3 0-11 0,2-3-1 0,1 0-1 0,0 3 0 15,0-2-14-15,0 2 11 0,0-3-11 0,0 3 10 32,-3-2-10-32,3 2 0 0,-3 0 0 0,3 0 0 0,-3 0 0 0,-4 0 0 0,4 0 0 0,-3 0 0 15,0 0-8-15,-3 2-8 0,-3-2 0 0,6 0-1 32,-6 0-37-32,0 0-7 0,0 0-2 0,0 0 0 15,0 0-129-15,0 0-27 0,0 0-5 0</inkml:trace>
  <inkml:trace contextRef="#ctx0" brushRef="#br0" timeOffset="89604.4">17663 7168 2146 0,'0'0'60'0,"0"0"15"16,0 0-60-16,0 0-15 0,0 0 0 0,0 0 0 15,0 0 80-15,0 0 12 0,0 0 4 0,0 0 0 16,0 0-35-16,0 0-6 0,0 0-2 0,0 0 0 16,0 0-13-16,6 0-4 0,0 0 0 0,-1 0 0 15,1 0-4-15,3 0 0 0,-3 0-1 0,3 0 0 16,0 0-6-16,0 0-1 0,0 0 0 0,3 0 0 16,-3 0-10-16,3 0-2 0,-3 0-1 0,3 0 0 15,3 0-11-15,-4-3 8 0,7 3-8 0,-3-2 8 0,0-1-8 0,0 0 0 16,0 1 0-16,3-1 0 0,0-2-15 0,-1 2-1 0,-2-2-1 0,3 0 0 31,-3-1-91-31,0 1-19 0,0 0-3 0</inkml:trace>
  <inkml:trace contextRef="#ctx0" brushRef="#br0" timeOffset="93269.82">18335 6911 1561 0,'0'0'32'0,"0"0"8"0,0 0-32 0,0 0-8 0,-3-5 0 0,3 5 0 15,-3-3 92-15,3 3 17 0,-3-5 3 0,3 5 1 16,-3-3-49-16,3 3-11 0,-3-5-1 0,3 5-1 16,0 0-11-16,0 0-3 0,-3-2 0 0,3 2 0 15,0 0 1-15,0 0 0 0,-5-3 0 0,5 3 0 16,0 0-6-16,0 0 0 0,0 0-1 0,0 0 0 16,0 0-14-16,0 0-2 0,0 0-1 0,0 0 0 15,0 0-6-15,0 0-8 0,0 0 11 0,0 0-11 16,0 0 13-16,0 0-4 0,0 0-1 0,0 0 0 15,0 0 0-15,0 0-8 0,0 0 12 0,0 0-4 16,0 0-8-16,0 0 10 0,0 0-10 0,0 0 10 16,-3-5-10-16,3 5 0 0,0 0 0 0,0 0 0 15,0 0 9-15,0 0-9 0,0 0 10 0,0 0-10 0,0 0 12 0,0 0-4 16,0 0-8-16,0 0 12 0,0 0 1 0,0 0 0 0,0 0 0 16,0 0 0-1,0 0 5-15,0 0 1 0,0 0 0 0,0 0 0 0,0 0-1 0,0 0 0 0,0 0 0 0,0 0 0 16,0 0-2-16,0 0-1 15,0 0 0-15,0 0 0 0,0 0-5 0,0 0-1 0,0 0 0 0,-3 5 0 16,-3-2-9-16,3 4 10 16,0-1-10-16,0 4 10 0,3 1-10 15,-3 0 0-15,0-1 0 0,3 6 8 0,-3 0-8 0,0 5 0 0,3-2 0 0,0 4 8 16,-3 1-8-16,3-3 0 0,0 3 0 0,0-3 0 16,0 0 0-16,0-2 0 0,0-3 0 0,0 2 0 15,0-2 0-15,0 0 0 0,0-3 0 0,0 1 0 31,-3-4 0-31,3 3 0 0,0-5 0 0,0 3 0 0,0-3-12 0,0 0 3 0,0 0 0 0,0-3 0 16,3 0-31-16,-3 1-7 0,0-6-1 0,3 5 0 31,3 0-138-31,-3-2-28 0,3 0-6 0</inkml:trace>
  <inkml:trace contextRef="#ctx1" brushRef="#br0">19675 14283 0,'0'0'15,"0"0"17,0 0-17,0 0 16,0 0-15,0 0 15,0 0-15,0 0 0,0 0 15,0 0-31,0 0 47,0 0-47</inkml:trace>
  <inkml:trace contextRef="#ctx0" brushRef="#br0" timeOffset="94665.81">16874 10240 2066 0,'-6'-3'96'16,"6"3"-85"-16,0 0-11 0,-3 0 0 0,3 0 0 16,-6 0 104-16,0 3 20 0,6-3 3 0,-6 3 1 15,0-1-103-15,3 1-25 0,-3 2 0 0,3 1 0 16,0-1 0-16,3 0 0 0,-3 0 0 0,3 3 0 16,0-2 56-16,0-1 7 0,0 0 1 0,0-5 0 15,-3 8-52-15,3-8-12 0,0 0 0 0,0 0 0 0,0 0 54 0,0 0 8 16,0 0 2-16,0 0 0 15,0 0-52-15,0 0-12 0,0 0 0 0,0 0 0 16,0 0 54-16,0 0 8 0,0 0 2 0,0 0 0 0,0 0-52 0,3-5-12 0,0 0 0 0,-3 5 0 16,3-6 0-16,-3 6 0 0,0-5 0 0,0 5 0 15,0 0 0-15,0 0 0 0,0 0 0 0,0 0 0 32,0 0-202-32,0 0-43 0,0 0-9 0</inkml:trace>
  <inkml:trace contextRef="#ctx0" brushRef="#br0" timeOffset="94979.36">16871 10663 2512 0,'0'0'72'0,"0"0"14"0,0 0-69 0,0 0-17 0,0 0 0 0,0 0 0 16,0 0 87-16,0 0 13 0,0 0 4 0,0 0 0 15,0 0-63-15,0 0-12 0,0 0-2 0,-3-5-1 16,3 5-26-16,0-5-12 0,0-1 0 0,0 1 1 15,3 0-98-15,0 0-20 0,3 2-4 0</inkml:trace>
  <inkml:trace contextRef="#ctx0" brushRef="#br0" timeOffset="96013.45">17311 10452 2066 0,'0'0'96'0,"-3"-3"-85"15,3 3-11-15,0 0 0 0,0 0 0 0,0 0 53 0,0 0 9 0,3-5 2 0,0 2 0 16,-3 3 0-16,3-3 0 0,3 1 0 0,0 2 0 16,3 0-52-16,-3 0-12 0,3 2 0 0,-3 1 0 15,3 0 0-15,0-3 0 0,3 2 0 0,-3-2 0 16,0 0 0-16,3 0 0 0,-1 0 0 0,-2 0 0 15,3 0 0-15,0-2 0 0,-3-1 0 0,3 0 0 16,-3 1 63-16,0-3 9 0,-3 2 3 0,3-2 0 16,-3-1-18-16,-3 1-3 0,3 0-1 0,-6-1 0 15,0 1-42-15,0 0-11 0,-3-3 0 0,0 3 0 16,-3-3 43-16,0 0 6 0,-3 2 2 0,0-2 0 94,0 3-35-63,0 3-8-31,-3-4 0 0,0 6-8 0,0-2 12 0,-3 2-12 0,4 0 12 0,-4 2-12 0,3 1-44 0,-3 2-16 0,3-2-4 0,0 2 0 0,0 0 52 0,3 3 12 0,0-2 0 0,0 2 0 0,3-3-105 0,3 3-19 0,3-3-3 0,0 3-1 0,6-3 0 0,0 3 0 16,3-2 0-16,0-4 0 0,0 4 52 0,0-4 9 0,3 1 3 0,0-3 0 0,0 2 51 0,0-2 13 0,0-2 0 0,0 2 0 0,-4-3 100 0,1 3 22 0,3-2 5 0,-6 2 1 15,3 0-52-15,-3-3-9 0,-3 3-3 0,-3 0 0 16,0 0 0-16,0 0 0 0,0 0 0 0,0 0 0 15,6 5 0-15,-3-2-1 0,0 2 0 0,0 0 0 16,0 3-44-16,0 0-9 0,0 0-2 0,-3 3 0 0,3-1-8 0,0 4-9 0,0-4 9 0,0 3-13 16,0 1 13-16,-3 2 0 0,3-3 0 0,0 3 0 15,0 0 0 1,-3 2 0-16,0-2 0 0,0 2 0 0,-3 1 0 0,0-1 0 0,-3 4 0 0,3-4 0 31,-3 1-54-31,-3-1-8 0,3 1-2 0,-3-3 0 0,0-3 0 16,0 0 0-16,0-2 0 0,0-1 0 0,3 1 64 0,-3-6 0 0,1 3 12 0,-1-3-2 31,3-2-10-31,0-3 8 0,0 0-8 0,6 0 8 0,-6-3 10 0,0-2 2 0,3-3 0 0,-3 0 0 31,6 0-4-31,-3-5 0 0,6 0 0 0,0-3 0 0,0 0-1 0,0 0-1 0,3-2 0 0,3-1 0 16,0 3-14-16,3-2 0 0,-1-3 0 0,1 5 0 16,3 2 0-16,0 1 0 0,3 0 0 0,-3 2 0 15,3 3 24-15,0 1 3 0,-1 1 0 0,1 4 0 16,-3-1-43-16,0 0-9 0,0 1-2 0,0 4 0 15,-3 1 27-15,-3 0 0 0,0-1 0 0,0 4 0 16,-3-1 0-16,-4 3 0 0,4-3 0 0,-6 3 0 16,3 0 0-16,-3 0 0 0,0 0 0 0,0 0 0 15,-3 0 0-15,0-3 0 0,0 0 0 0,1 1 0 16,2-6 0-16,-3 5 0 16,3-5 0-16,0 0 0 0,-6 0 0 0,6 0 0 0,0 0 0 0,-6 0 0 15,3-5 0-15,0-1 0 0,3 1 0 0,0-3 0 0,3 0 46 16,0 0 14-16,3 0 4 0,0-2 0 15,-1 2-52-15,4 0-12 0,0-3 0 0,3 3 0 0,-3-2 0 0,0 2 0 16,3 0 0-16,-3 0 0 0,0 3 0 0,0-1 0 0,0 1 0 16,-3 2 0-16,3 1 0 0,-3 2 0 0,0 0 0 0,-1 0 0 15,-5 0 0-15,3 5 0 0,0 0 0 0,0 1 0 16,-3 1 0 0,-3 4 0-16,3 0 0 0,-6-1 0 0,4 3 0 0,-4 1 0 0,0 2 0 0,0-3 0 31,-3 3-48-16,3 0-13-15,-3 2-3 0,3-2 0 0,-3-3 52 0,3 3 12 0,3-3 0 0,-3 3 0 0,3-5 0 0,0 2 0 0,3 0 0 0,0-2 0 16,0-1 0-16,3-4 0 0,3-1 0 0,-3 0 0 16,3-2 0-1,0 0 0-15,3-3 0 0,-3 0 0 0,3-3 0 0,3 0 0 0,-3 1 0 0,2-4 0 16,1-2-156-16,0-2-29 0,3 2-6 0</inkml:trace>
  <inkml:trace contextRef="#ctx0" brushRef="#br0" timeOffset="96432.09">18026 10555 2184 0,'0'0'45'0,"3"-3"11"0,3 1-44 0,0-1-12 0,0 0 0 0,0 3 0 16,0 0 110-16,2-2 20 0,1 2 4 0,0 0 1 16,0-3-47-16,3 3-8 0,0-3-3 0,0 3 0 15,0 0-29-15,0 0-5 0,0-2-2 0,0 2 0 16,2 0-18-16,-2-3-4 0,3 3-1 0,-3 0 0 15,3-3-10-15,3 3-8 0,-3 0 9 0,3 0-9 16,-3 0 0-16,-1 0 0 0,1 0 0 0,-3 0 0 16,3 0 0-16,-3 0-13 0,0 3 1 0,-3 0 0 15,0-3-28-15,0 2-6 16,-3 1-1-16,-6-3 0 0,0 0-76 0,0 0-15 0,0 5-3 0,0-5-1 16,0 6-84-16,-3-1-17 15</inkml:trace>
  <inkml:trace contextRef="#ctx0" brushRef="#br0" timeOffset="96511.19">18148 10706 1621 0,'-21'8'33'15,"15"-6"10"-15,0 1-35 0,6-3-8 0,0 0 0 0,0 0 0 0,0 0 120 0,0 0 23 0,0 0 4 0,0 0 1 0,0 5-40 0,0-5-8 0,6 6-2 0,-3-1 0 0,3-3-27 0,0 1-6 0,0-3-1 0,0 0 0 16,3 3-17-16,0-3-4 0,0 0-1 0,0 0 0 15,-1-3-18-15,4 3-4 0,0-5-1 0,0 2 0 0,3 1-19 0,0-4 0 16,3 1 8-16,0 0-8 16,3-3-19-16,-1 0-7 0,4 0-2 0,0-3 0 15,0 3-149-15,0-2-31 0,-1 2-5 0</inkml:trace>
  <inkml:trace contextRef="#ctx0" brushRef="#br0" timeOffset="96738.86">18636 10462 2426 0,'0'0'68'0,"-3"-5"16"0,3 5-67 0,-3-3-17 0,3 3 0 0,0 0 0 0,0 0 92 0,0 0 14 0,0 0 3 0,-6 0 1 16,6 0-39-16,0 0-8 0,-6 3-2 0,3 2 0 15,0 1-15-15,0 2-3 0,0-1-1 0,0 1 0 16,3 3-10-16,-3 0-1 0,0 2-1 0,0-3 0 16,0 4-11-16,0-1-3 0,0 0 0 0,0 3 0 15,0 0-7-15,0 0-1 0,0 2-8 0,0 1 12 16,-2 2-12-16,2 0 0 0,0 3 8 0,-3 0-8 15,3 2 0-15,0-2-18 0,-3 2 4 0,3 1 1 32,0-3-71-32,-3 0-13 0,3-1-3 0</inkml:trace>
  <inkml:trace contextRef="#ctx0" brushRef="#br0" timeOffset="98023.86">17061 13836 1780 0,'0'0'50'0,"0"0"12"0,0 0-50 0,0 0-12 0,0 0 0 0,0 0 0 16,3 5 52-16,0 1 8 0,0-1 2 0,3 0 0 15,-3-2-46-15,3 2-8 0,0 3-8 0,3-3 9 31,0 1 25-31,0-1 5 0,0 0 1 0,3-2 0 0,-3 2-28 0,3-2-12 0,-1-1 10 0,4 1-10 16,-3-3 16-16,3 0-4 0,-3 0 0 0,3 0 0 16,-3 0 14-16,3-3 2 0,-3 1 1 0,0-1 0 15,-1 0 23-15,-2-2 4 0,0 0 0 0,-3 0 1 16,0-1-6-16,0 1-2 0,-3 2 0 0,3-2 0 16,-6-3-4-16,3 3-1 0,-3 0 0 0,-3-1 0 15,3-2-10-15,-3 3-2 0,0 0-1 0,-3-1 0 16,0 4-17-16,0-4-3 0,-3 4-1 0,-3-1 0 15,1 1-10-15,-1-1 0 0,0 3 0 0,-3 3 8 16,0-1-16-16,0 1-4 0,0 2-1 0,0-2 0 16,0 5-49-16,4-3-10 0,-1 0-1 0,0 3-1 15,3 0 19-15,3-3 4 0,3 1 1 0,0 2 0 16,6-3-63-16,0 0-13 0,3 1-2 0,0-4-1 16,6 1 17-16,0-1 3 0,-1-2 1 0,4 0 0 0,3 0 86 0,0-2 22 15,0-1 0-15,0 1 0 16,0-4 71-16,0 1 18 0,-4 2 4 0,1-2 1 0,-3 0 4 0,0-1 1 0,-3 1 0 15,0 0 0-15,-3 2-4 0,0-2-1 0,0 2 0 0,-3 1 0 32,-3 2-24-32,0 0-5 0,0 0-1 0,0 0 0 0,0 0-51 0,0 0-13 0,0 0 0 0,0 0 0 15,0 0 0-15,0 0 0 0,6 2 0 0,-3 4 0 16,0-1 0-16,0 3 0 0,0 0 0 0,0 5 0 16,3 0 0-16,-3 0 0 0,0 3 0 0,0 3 0 15,-1-1 15-15,1 4 0 0,0 1 0 0,0-2 0 16,-3 1-24-16,3-4-5 0,-3 3-1 15,0 1 0-15,0-7-46 0,-3 1-10 0,0 0-1 0,0-3-1 16,-2 3-37-16,2-3-7 0,-3 1-2 0,-3-1 0 16,3-2-11-16,-3-1-2 15,3 1-1-15,-3-1 0 0,-3-2 77 0,3-2 16 0,0 1 4 0,-3-4 0 16,3 0 86-16,0-1 18 0,-3-2 3 0,4-2 1 16,-1-1 23-16,0-2 5 0,3 0 0 0,0-1 1 15,0 1-17-15,0-3-3 0,3-3-1 0,0 3 0 16,3-2-30-16,0-1-6 0,3 1-2 0,3-1 0 15,0 1-23-15,3-4-5 0,3 4-1 0,0-3 0 16,2-3-13-16,-2 2 0 0,3-1 0 0,0-1 0 16,0-3-119-16,3 3-20 0,3 0-4 0</inkml:trace>
  <inkml:trace contextRef="#ctx0" brushRef="#br0" timeOffset="98538.78">17624 13992 2149 0,'-15'5'44'0,"9"-5"12"0,6 0-44 16,-6 0-12-16,6 0 0 0,-6-2 0 16,3-4 105-16,0 1 19 0,3 0 4 0,0 0 1 0,0-3-43 0,6 0-9 0,0 0-1 0,0 0-1 15,3 0-23-15,0 0-4 0,3 0 0 0,0 3-1 16,0-1-15-16,0 1-2 0,2 0-1 0,1-1 0 16,-3 1-12-16,0 3-2 0,0-1-1 0,0 0 0 15,-3 3-14-15,-3 0 9 0,3 0-9 0,-3 3 8 16,3 0-8-16,-3-1 0 0,-3 3 9 0,3 1-9 15,-6-1 0-15,3 3-15 0,-3 0 3 0,0 3 0 16,-3-1-35-16,3-2-6 0,-3 5-2 0,-3-2 0 31,3-1-7-31,-3 1-2 0,0 0 0 0,0-1 0 0,0 1 14 0,0-1 2 0,3-2 1 0,-6 3 0 16,3-6 25-16,0 3 5 0,0-3 1 0,0-2 0 16,6-3 16-16,0 0 0 0,0 0 0 0,0 0 0 15,0 0 19-15,0 0-3 0,0 0 0 0,6 3 0 16,0-6 8-16,0 0 2 0,0 3 0 0,3-2 0 15,-3-1-6-15,3 0-2 0,0 3 0 0,-3 0 0 16,3 0 10-16,-3 0 1 0,2 3 1 0,-2-3 0 16,0 5-12-16,0-2-2 0,-3 0-1 0,3 2 0 0,-3 0-4 0,0 1-1 15,0 2 0-15,-3-3 0 16,0 3-2-16,-3 0 0 0,3-3 0 0,-6 3 0 0,0 0-8 16,0 0 0-16,-3 2 0 15,1-2-11-15,-1 0-15 0,0 3-3 0,-3-1-1 16,0 1 0-16,-3 0-22 0,0-3-5 0,-3-1-1 0,3 1 0 15,-3 3-86-15,4-6-18 0,-1 1-3 0</inkml:trace>
  <inkml:trace contextRef="#ctx0" brushRef="#br0" timeOffset="98884.9">18187 13899 1751 0,'0'0'74'15,"0"0"-59"1,2 0 127-16,4 0 26 0,-3-2 4 0,3-1 2 0,-3 3-58 0,3-3-11 0,0 1-2 16,0-1-1-1,0 3-31-15,0-2-7 0,3-1 0 0,0 0-1 0,0 3-51 0,0-2-12 0,3-1 0 0,0 0 0 16,0 1 0-16,-1-1 0 15,4-2 0-15,-3 5 0 0,3-3 0 0,0 0 0 0,-3 1 0 0,0-1 0 32,0 3-48-32,-3-2-13 0,3-1-3 0,-3 0 0 15,-4 3-153-15,1-2-31 0</inkml:trace>
  <inkml:trace contextRef="#ctx0" brushRef="#br0" timeOffset="99095.5">18172 14108 2269 0,'0'0'64'0,"6"0"15"16,0-2-63-16,-1 2-16 0,1-3 0 0,0 1 0 0,3 2 54 0,-3-3 8 0,3 0 2 0,3 1 0 15,0-4 0-15,0 4 0 0,3-4 0 0,-3 4 0 16,3-6-54-16,2 2-10 0,1-1 0 0,0-1 0 15,3-3-16-15,-3 0 1 0,3 1 1 0</inkml:trace>
  <inkml:trace contextRef="#ctx0" brushRef="#br0" timeOffset="99371.52">18812 13751 2747 0,'-9'3'78'0,"0"-3"17"0,3 0-76 15,0 0-19-15,6 0 0 0,-6 0 0 0,0 0 55 0,6 0 7 0,-6 3 2 0,0-1 0 32,0 3-5-32,3 1-1 0,-3-1 0 0,3 0 0 0,0 1-42 0,3 4-8 0,-3-2-8 0,0 0 12 15,3 3-12-15,-3-1 0 0,3 1 0 0,0 2 0 32,-3 0 0-32,3 3 0 0,0-3 0 0,-3 6 0 0,3-3 22 0,0 2 2 0,-3 4 1 0,3-4 0 15,-3 1-41-15,0-1-9 16,0 3-2-16,0-5 0 15,3 3-79-15,-3-3-16 0,0-3-3 0</inkml:trace>
  <inkml:trace contextRef="#ctx0" brushRef="#br0" timeOffset="99860.23">16918 13775 2446 0,'0'0'51'0,"0"0"12"0,-5-3-51 0,5 3-12 0,-6 0 0 0,6 0 0 16,0 0 80-16,0 0 12 0,0 0 4 0,0 0 0 15,0 0-53-15,0 0-11 0,0 0-1 0,0 0-1 16,0 0-22-16,0 0-8 0,0 0 0 0,0 0 0 15,0 0-25-15,0 0-11 0,0 0-3 0,0 0 0 16,0 0-166-16,3 6-34 0</inkml:trace>
  <inkml:trace contextRef="#ctx0" brushRef="#br0" timeOffset="100059.97">17005 14135 2310 0,'-3'8'48'0,"-3"0"11"0,3 0-47 0,-3 0-12 0,3-3 0 0,0 0 0 31,0 1 104-31,0-1 20 0,3-5 3 0,0 0 1 0,0 0-49 0,-6 5-10 0,6-5-1 0,0 0-1 16,0 0-50-1,0 0-9-15,0 0-8 0,0 0 9 0,0 0-25 0,0 0-6 0,0 0-1 0,0 0 0 32,3-8-117-32,0 0-24 0,3 0-5 0</inkml:trace>
  <inkml:trace contextRef="#ctx0" brushRef="#br0" timeOffset="101859.51">18728 6647 1606 0,'-6'-3'33'0,"0"-2"9"16,0 2-34-16,0 1-8 0,0-4 0 0,1 4 0 15,-1-1 78-15,-3 0 14 0,0 1 2 0,3-1 1 0,-3 0-21 16,0-2-4-16,0 2-1 0,0 1 0 15,0-1-15-15,0 0-3 0,0 1-1 0,0-1 0 0,0-2-11 0,-3 2-3 0,4-2 0 0,-4 2 0 16,0-2-8-16,0 0-3 0,-3-1 0 0,0 1 0 16,0 0-5-16,-3 2-2 0,0-2 0 0,1 0 0 15,-4 2-5-15,3 0-1 16,-3-2 0-16,-3 2 0 0,3 1 0 0,1 2 0 16,-1-3 0-16,0 3 0 0,0 0-1 15,3-3-1-15,-3 3 0 0,-2-2 0 0,2 2-10 0,-6-3 12 0,0 1-12 16,-3-1 12-1,1 0-12-15,-1-2 8 0,0 2-8 0,-3 3 8 0,4-2-8 0,-1 2 0 0,0-3 0 0,-6 3 0 16,4 0 0-16,-1-3 0 0,-3 1 0 0,-3-1 8 16,4 3-8-16,-1 0 0 0,-3-3 0 15,4 3 0-15,-1 0 0 0,0-2 0 0,3 2 0 0,-2 0 0 16,-1 0 0-16,0-3 0 0,-2 3 0 0,-1-3 0 16,0 1 0-16,0-1 0 0,1 3 0 0,-4-5 0 15,6 2 0-15,1 1 0 0,-4-1 0 0,0 0 0 16,4 1 0-16,-7-1 8 0,3-2-8 0,-2 2 0 15,2-2-18-15,0 2-9 0,0-2-1 0,-2 0-1 16,2 2 47-16,-3 0 10 0,-2 1 1 0,-1-1 1 16,0 0-22-16,4 1-8 0,-4-1 0 0,-3-2 9 15,4 2-9-15,2 0 0 0,-2 1 0 0,-7 2 0 16,6 0 0-16,-2-3 0 0,-1 3 0 0,-3 0 0 16,7 3 29-16,-4-3 1 0,3 2 0 0,-2 1 0 15,-1 2-48-15,4-2-10 0,-7 2-1 0,3 1-1 16,1-1 48-16,2 3 10 0,3 0 1 0,-5 2 1 15,2-2-30-15,0 3 0 0,-2-1 0 0,-1 4 0 16,7-1 0-16,-1 3 0 0,3 0 0 0,-2 2 0 0,-1 1 0 16,3-1 0-16,0 3 0 0,-2 3 0 15,2-3-45-15,0 6-15 0,4-1-4 0,-1 1 0 16,3-1 76-16,3-2 16 0,4 3 2 0,-1-4 1 16,0 4-50-16,0-6-9 46,3 3-3-46,1 0 0 0,-1 2 31 0,3 0 0 0,0 1 0 0,3 2 0 0,0 0 0 0,4-2 0 0,-1 2 0 16,3-3 0-16,3 1 0 0,0-1 0 0,3-2 0 0,0 0 0 0,3 0 0 0,3-3 0 0,-3 0 0 0,6 0 0 0,0 3 0 0,0 0 0 0,3 0 0 16,0 2 0-16,3 0 0 0,3 1 0 0,0-1 0 0,3 1 0 15,2-3 0-15,-2-3 0 0,6 0 0 0,-3 3 0 16,6-3 0-16,-3 0 0 0,2-2 0 0,1 2 0 16,3 0 0-16,0-3 0 0,3 1 0 0,5 0 0 15,-2 2 0-15,6 0 0 0,2 0 0 0,4 0 0 16,-3 0 0-16,-1-2 0 0,4-1 0 0,6 1 0 15,-4-6 8-15,7 3 7 0,2-5 1 0,4 4 1 16,-3-4-27-16,-4 0-6 0,4-3 0 0,2 2-1 16,-2-2 26-16,2-3 6 0,1 3 1 0,5 0 0 15,1-2-16-15,-4-1 0 0,4 0 0 0,5 0 0 16,-8 1 0-16,2-4 0 0,-2 1 0 0,5 0 0 16,-5-1 0-16,2 4 0 0,4-6 0 0,2 5 0 15,-5-5 0-15,-1 0 0 0,1 3 0 0,2-6 0 16,-3 3 0-16,-5 0 0 0,3-3 0 0,2 1 0 15,-3-4 0-15,4 4 0 0,-4-4 0 0,7 4 0 0,-10-4 0 0,-2 1 0 16,3 0 0-16,-1-3 0 16,-2 0 0-16,-4 0 0 0,1 0 0 0,2-2 0 0,-2 2 0 0,-3-6 0 0,2 4 0 15,1-3 0-15,-4-1 11 0,-2-2-11 0,3 1 12 16,-4-4-12-16,-2 1 0 0,-1-4 0 0,1 1 0 0,0 0 0 16,-4 0 0-16,4 0 0 0,-3 2 0 0,-1-2 0 15,-2 0 0-15,-3 0 0 0,-3 0 0 0,2-3 0 16,-2 0 8-16,-3-3-8 0,3 1 0 0,-1-1 0 15,-2 1 0-15,-3 0 0 0,0-4 0 16,-1 1 0-16,-2 6 0 0,0-1 0 0,0 0 0 0,-3 0 0 16,-3 0 0-16,-4 3 0 0,1-3 0 0,-3 0 0 15,0 1 0 1,0 2 0-16,-3-1 8 0,0-1-8 0,-3-1 0 0,0 0 0 0,0 3 0 0,-3-3 0 16,-3 0 10-16,3 3-10 0,-3 2 8 0,0-2-8 15,-3 3 13 1,0 2-2-16,0 0-1 0,-3-3 0 0,0 4 0 0,-3-1 0 0,0-3 0 0,0 1 0 15,-3-1-10-15,0 1 8 0,-3 2-8 0,1-5 8 16,-1 2-8-16,-3 1 8 0,-3-4-8 0,0 1 8 16,0 0-8-16,-3 2 0 0,1-2 9 0,-4 0-9 15,0 5 0-15,0-2 8 0,0 2-8 0,-5 0 0 16,-1 3 0-16,-3 0 0 0,1-1 0 0,-7 1 0 16,0 3 0-16,-5-1-8 0,-4 3 0 0,-6 0 0 15,4 0-20-15,-7 3-4 0,-2 0-1 0,-10 2 0 16,7 0-25-16,-7 6-5 0,1-3-1 0,-9 5 0 15,8 3-43-15,1-3-9 0,-4 3-1 0</inkml:trace>
  <inkml:trace contextRef="#ctx0" brushRef="#br0" timeOffset="103531.68">18943 10171 1561 0,'-9'0'66'0,"0"-2"-53"0,0-1 82 0,-3 0 16 0,0 3 3 0,0-2 1 0,0-1-50 0,0-2-9 0,-3 2-3 0,0 0 0 16,1 1-11-16,-1-1-2 0,-3 3-1 0,3-3 0 15,-3 1 0-15,3-1 0 0,-3 3 0 0,3-2 0 16,-2-1-6-16,-1 0-1 0,3 3 0 0,-3-2 0 16,0-1-4-16,0 0-2 0,-3 1 0 0,1-1 0 15,-1-2-8-15,-3 2-2 0,0 0 0 0,-6 1 0 16,4-1-8-16,-4 0-8 0,0 1 12 0,-3-1-12 15,4-2 11-15,-1 2-11 0,-3 1 10 0,0-1-10 16,1 3 8-16,-7-3-8 0,0 1 0 0,-2-1 9 0,2 3-9 16,-3-3 0-16,0 1 0 0,-2-1 0 0,2 3 8 15,0-3-8-15,1 1 0 0,-7 2 8 16,7 0-8-16,-4-3 8 0,-3 1-8 0,1 2 8 16,2 0-20-16,0-3-4 0,1 3 0 0,-4-3-1 15,3 3 34-15,-2-2 7 0,-1 2 2 0,-2 0 0 16,5-3 10-16,0 0 1 0,4 1 1 0,-7 2 0 15,3-3-51-15,1 3-11 0,-4-3-1 0,-3 3-1 16,7-2 42-16,-1 2 8 0,0-3 1 0,-2 3 1 0,2-3-26 0,-5 3 0 0,-4 0 0 0,0 0 0 16,4 0 0-16,2 0 0 0,1 0 0 0,-4 3 0 31,3-3 0-31,-2 3 0 0,-4-3 0 0,1 2 0 0,5 1 0 0,0-3 0 0,4 3 0 0,-4-1 0 16,3 1 0-16,-2 0 0 0,-1-1 0 0,1 1 0 15,-1 0 0-15,6 2 0 0,1-3 0 0,-4 4 0 16,6-4 0-16,-2 4 0 0,2-1 0 0,0 0 0 15,0 1 0-15,1-1 0 0,-1 3 0 0,3 0 0 16,4 0 0-16,-1 0 0 0,3 2 0 0,0-2 0 16,1 3 0-16,2-1 0 0,0-2 0 0,0 3 0 15,3 2 0-15,-2-2 0 0,5-1 0 0,-3 6 0 16,6-3 0-16,0 3 0 0,0 0 0 0,1 5 0 16,2-2 0-16,3-1 0 0,0 3 0 0,3 3 0 15,0-3 0-15,3-2 0 0,3 2 0 0,-3-2 0 16,6 2-46-16,-3-3-14 0,6 1-4 0,-3 2 0 15,3-2 52-15,3-1 12 0,0 3 0 0,0 0 0 16,3 1 11-16,0 1 5 0,0 1 0 0,3 0 1 16,0 0-17-16,-1 2 0 0,7-2 0 0,0 3-9 0,0-4-3 15,3-1-1-15,0-1 0 0,2 0 0 0,-2-3 13 0,3 4 0 16,0-1 0-16,0-3 0 0,6 3 0 0,-4-2 0 0,7-1 0 16,3 4 0-16,-3-4 0 0,5 3 0 0,1 0 0 0,3 1 0 15,-4-1 0-15,4 0 0 0,-3-2 0 0,8 2 0 16,-2-5 0-1,6 2 0-15,-1-5 0 0,7 3 0 0,-7 0 0 16,4-3 0-16,-4 3 0 0,7 0 0 0,-3 0 0 0,2 0 0 0,4 0 0 16,2 0 0-1,1-1 0-15,-1 1 0 0,1-2 0 0,5 1 0 0,-5 1 0 0,-1 0 0 0,4 0 0 0,5 3 0 16,-5-6 0-16,2 0 0 0,4 0 0 0,2 3 0 31,-3-5 0-31,4-1 0 0,-4 4 0 0,7-7 0 0,-7 1 0 0,-2 0 0 0,-1 0 0 0,6 0 0 16,-8-3 8-16,2-2-8 0,1 0 0 0,2-1 0 15,-5-2 0-15,2 0 8 0,1-2-8 0,5-1 0 16,-11 0 12-16,-1-2-12 0,1 3 12 0,-1-6-12 16,-2-3 10-16,-4 0-10 0,1-4 8 0,2-1-8 15,-8 0 8-15,-1-3-8 0,-2-2 0 0,0 0 8 16,-4 2-8-16,1-2 8 0,-3 0-8 0,-1 0 8 16,-2 0-8-16,-6 0 0 0,-3-3 9 0,2 0-9 15,-5-2 10-15,0-1-2 0,0 1-8 0,-1-4 12 16,-2 1-4-16,0-2-8 0,0-1 11 0,-3 0-11 15,0 0 11-15,-1 3-11 0,1 0 10 16,-3 0-10-16,0-3 9 0,-3 3-9 0,0-3 8 0,-3 1-8 16,0-1 0-16,-1 0 8 0,-2-2-8 0,0 2 0 15,-3 0 0-15,0 3 0 0,-3 0 8 0,0 0-8 16,-3 3 0-16,-3-1 0 0,0-2 0 0,-3 2 8 0,-3 4-8 0,0-4 8 0,-5 3-8 16,-4 1 8-16,0-1-8 0,-3 3 8 0,-3-1-8 0,-6 1 8 31,1 3-8-31,-1-1 0 0,-6 6 0 0,-3-3 0 0,-2 6 0 0,-4-1 0 0,-2-2 0 0,-4 5-11 15,-3 0-2-15,-2 3-1 0,-4 2 0 16,-5 0 0-16,2 3-2 0,-5-2-1 0,-4 2 0 0,-5 0 0 31,8 2-11-15,-2 1-1-16,3 2-1 0,-7 3 0 0,10-3-26 0,2 6-4 0,1-3-2 0</inkml:trace>
  <inkml:trace contextRef="#ctx0" brushRef="#br0" timeOffset="105123.65">19062 13598 1883 0,'0'0'39'0,"0"0"10"16,0 0-39-16,0 0-10 0,0-6 0 0,0 1 0 15,0 0 47-15,0 0 7 0,3-1 2 0,-3 1 0 16,0 0-4-16,0-3-1 0,0 0 0 0,-3 0 0 15,3 0-37-15,0 0-14 0,-3 0 11 0,3 0-11 16,-3 0 57-16,0 0 6 0,-3 0 1 0,3 0 0 16,-3 0-52-16,-3 1-12 0,3-1 0 0,-6 0 0 15,0 0 0-15,0 0 0 0,-3-3 0 0,-3 3 0 16,1 0 11-16,-7 0-1 0,-3 0 0 0,0 3 0 0,-3-3-10 16,1 0-14-16,-4 3 3 0,0-3 1 15,0 0 59-15,1 3 12 0,-1-3 3 0,0 3 0 0,-5-1-52 0,2 1-12 0,-6 0 0 0,0-1 0 16,1 1 0-1,-1-3 0-15,0 0 0 0,-2 3 0 0,-1-3 32 0,1 0 4 0,-7 3 1 0,0-3 0 16,1 0-23 0,2 3-5-16,-5-3-1 0,-1 0 0 15,0 0 9-15,1 0 2 0,-4 0 0 0,-2 3 0 0,5-3-19 0,1 5 0 0,-1-2 0 0,-3-1 0 16,1 1 0-16,-1 0 8 0,-2 0-8 0,-4-1 0 16,7 4 0-16,-1-1 0 0,1 0 0 15,-4 1 0-15,3 2 0 0,-2-3 0 0,-1 3 0 0,-2 0 10 16,2 0-10-16,4 0 0 0,-4 0 0 0,1 3 0 15,2 2 0-15,1-2 0 0,-1 5 0 0,-2-3 0 16,5 3 0-16,0 0 0 0,4 2 0 0,-4 1 0 16,4-3 0-16,2 2 0 0,3 1 9 0,-2 2-9 15,2-2 0-15,3 2 0 0,1 0-12 0,-4 3 4 16,0-3 8-16,4-2 0 0,-1 5 0 0,0-3 0 16,4 3 0-16,-1 0 0 0,6 2 0 0,-5 1 0 15,2-1 0-15,0 1 0 0,-3 2 0 0,4 0 0 16,-1 6 0-16,3-3 0 0,1 5 0 0,2 0 0 15,3 0 0-15,3-3 0 0,3 1 0 0,0-1 0 16,4 1 0-16,-1 2 0 0,3 0 0 0,3 0 0 16,0 0 0-16,0 3 0 0,0 0 0 0,3 2 0 0,0 0 0 15,3-2 0-15,0 3 0 0,1-1 0 16,2-2 0-16,0 0 0 0,3-1 0 0,0 4 0 0,0-4-8 0,6 1 0 0,-3 3 0 16,2-1 0-16,1 0 8 15,0-2 0-15,3 3 0 0,0-1 0 0,0-5 0 0,0 3 0 0,0-3 0 0,3 3-8 16,0-3 8-16,3 0 0 0,-3 0-9 15,2 3 9 1,1-3 0-16,3 3 16 0,3-1-2 0,0 1-1 0,3-3-22 0,3-5-5 0,-1 0-1 0,4 0 0 16,3-1 15-16,0-1 0 15,-1-1 0-15,4 0-9 47,3-3 9-47,-1 1 0 0,4-3 0 0,3 2 0 16,2 1 0-16,-2-1 0 0,6-2 0 0,-1 3-8 0,4-1 8 0,-4-4 0 0,7 1 0 0,2-1 0 0,-5-4 0 0,3 3 0 0,-4-2 0 0,10 0-8 15,-4-1 23-15,1-2 5 0,5-3 0 0,1 3 1 0,-7-2-33 0,1 2-8 0,-4-3 0 0,7 0-1 16,-7 0 21-16,4-2 0 0,-1-3 0 0,4 3 0 16,-3-3 0-16,-4 0 0 0,1 2 0 0,2-2 0 15,-2 0 0-15,-4-2 0 0,1-1 0 0,2-2-11 16,1 2 11-16,-3-2 0 0,2 0 8 0,4-3-8 16,-10-3 0-16,4 3 0 0,-4-2 0 0,7-6-8 15,-6 2 8-15,2-1 8 0,4-4-8 0,-1 1 11 16,-5-1-11-16,-3 1 0 0,-1-4 0 0,4 1 0 15,-4 3 0-15,-2-4 0 0,3 1 0 0,-1 0 0 16,-2 0 0-16,-3 0 0 0,-1 0 0 0,1-3 0 16,-3-3 16-16,-1 4 0 0,-2-7 1 0,3 4 0 15,-4-3-25-15,1 0-6 0,3 0-1 0,0 0 0 16,-7-1 15-16,-2 1 0 0,3 3 0 0,-6-1 0 0,-1-2 8 16,-2 3-8-16,0-1 0 0,-3-2 0 0,-3 0 11 15,0-3-11-15,-1 1 10 0,-2-1-10 16,0 3 10-16,-6 0-10 0,0 0 10 0,0 0-10 15,-6 2 0-15,0 1 0 0,-3 2 0 0,0-5 0 0,-6 0 44 0,0-3 2 0,0 0 1 16,-3 0 0-16,-3 1-24 0,0-1-5 0,0 0-1 16,-2 0 0-16,-1 3-1 0,3 3 0 0,-3-1 0 0,-3-2 0 15,0 3-2-15,0-3-1 0,0 2 0 0,-2 1 0 16,-1-3-13-16,-3-1 11 0,3 1-11 0,-3 0 10 16,1 3-10-16,-4-1 0 0,3 4 0 0,-3-1 0 31,3 0 0-31,-2 3 0 0,2 0 0 0,0-1 0 0,0 1-15 0,0 3-5 0,-3-3 0 0,4-1-1 15,-4 4-80-15,0-3-16 16,-3 0-3-16</inkml:trace>
  <inkml:trace contextRef="#ctx0" brushRef="#br0" timeOffset="127998.63">15898 3995 1554 0,'0'0'65'0,"0"0"-52"16,0 0 92-16,0 0 19 0,0 0 3 0,0 0 1 15,0 0-44-15,0 0-9 0,0 0-2 0,0 0 0 16,0 0-25-16,0 3-4 0,2 2-2 0,-2 1 0 15,3-1-14-15,0 0-4 0,-3 3 0 0,3-2 0 16,0-1-8-16,0 3-3 0,0-3 0 0,0 6 0 16,0-3-3-16,0-1-1 0,3 1 0 0,-3 6 0 15,0-4-9-15,0 1 12 0,3 5-12 0,-3-3 12 16,0 5-12-16,0-2 0 0,0 5 0 0,0-2 8 62,0 5-8-46,0-8 0-16,0 2 9 0,0 1-9 0,-3-1 0 0,3 1 0 0,0-1 0 0,-3 1 0 0,3-3 0 0,-3 0 9 16,0 2-9-16,0 3 0 0,0-7 8 0,-3 4-8 0,3 1 0 0,-3 4 0 0,3-7 0 0,-3 8 0 0,3-3 0 15,0 3 0-15,-3 2 0 0,3-7 0 0,0 5 8 0,0 0-8 0,0-3 0 0,0 0 0 0,0 3 0 16,0-8 0-16,0 5 8 0,0-8-8 0,3 6 0 0,-3-4 0 0,3 4 9 16,-3-3-9-16,3 2 0 0,0-2 9 0,-3 3-9 0,3 2 8 15,0 0-8-15,-3-2 8 16,3 4-8-16,-3-1 10 0,3-1-10 0,-3-3 10 0,3 1-10 0,-3-1 12 0,0 1-12 15,3-1 12-15,-3-4-12 0,0 2 8 0,3-1-8 0,-3-1 8 32,0-1-8-32,0 0 10 0,0-2-10 0,-3 2 10 0,3 0-2 0,0-2-8 0,0 2 12 0,-3 0-4 15,3 0-8-15,-3 3 12 0,3-2-12 0,-3 1 12 32,3-1-12-32,0 1 8 0,-3 4-8 0,3 0 8 0,0-4-8 0,0 4 8 0,0-3-8 0,0 2 8 15,0-2-8-15,3 0 0 0,-3 0 9 0,0-3-9 16,0 3 0-16,3-3 0 0,-3 1 0 0,0-1 8 15,0-3-8-15,3 4 0 0,-3-7 0 0,0 7 8 16,3-4-8-16,-3 1 0 0,0-1 0 0,0 1 0 16,0 0 0-16,0-1 9 0,0 1-9 0,0-1 0 15,3 1 9-15,-3 0-9 0,0 2 0 0,3-3 9 16,-3 4-9-16,0-1 0 0,3 0 0 0,-3 0 0 16,0 1 0-1,0-1 0-15,0 0 0 0,0 0 0 0,3 0 0 0,-3 1 0 0,0-4 0 0,0 3 0 16,0 1 0-16,0-4 0 0,0 4 8 0,0-4-8 15,0 3 0-15,0-5 0 0,0 3 0 0,0-1 8 16,0-2-8-16,0 3 0 0,0-3 0 0,0 0 0 16,3 0 0-16,-3 0 0 0,3-3 0 0,-3 3 0 15,0-3 0-15,0 3 0 0,3-3 0 0,-3 1 0 16,0-6 0-16,0 5 0 0,2 0 0 0,-2-5 0 0,0 6 0 16,0-1-11-16,3 0 1 0,-3-5 0 15,0 6-31-15,0-6-7 0,3 7 0 0,-3-7-1 16,0 0-132-16,0 0-27 0</inkml:trace>
  <inkml:trace contextRef="#ctx0" brushRef="#br0" timeOffset="128448.93">15787 6059 1569 0,'0'0'66'16,"0"0"-53"0,0 0 101-16,0 0 20 0,0 0 4 0,0 0 1 15,0 0-51-15,0 0-11 0,0 0-1 0,0 0-1 16,0 0-17-16,0 0-3 0,3 3-1 0,0 2 0 15,-3-5-13-15,3 3-2 0,3 2-1 0,-3-2 0 16,3 2-17-16,-3-2-3 0,3 2-1 0,0-2 0 16,0 2-17-16,-3 0 10 0,3 1-10 0,0-1 8 15,-3 0-8 1,3 0 0-16,0 3 0 0,0 0 0 0,-3-2 0 0,3 2 0 0,0 0 0 0,0-1 8 16,0 1-8-16,-1 0 0 0,1 0 0 0,-3 3 0 15,3-3 0-15,0-3 0 0,0 0 0 0,3 3 0 0,-3-2 0 16,0-4 0-16,3 4 0 0,-3-4 0 0,0 1 0 0,3-1 0 0,-3-2 9 15,3 3-9 1,0-6 26-16,0 3 1 0,0-2 0 0,-1-1 0 16,1 1 14-16,0-4 3 0,0 1 1 0,0 0 0 0,3-1-5 0,-3 1-2 0,-3 0 0 0,3-3 0 31,0 3-14-31,-3-1-2 0,3-2-1 0,0 3 0 0,0 0-21 0,-3-3 9 0,2 0-9 0,1 3 0 31,0-3 0-31,0 0 0 0,0-3 0 0,3 3 0 16,0-2-104-16,3 2-19 0,0-3-3 0</inkml:trace>
  <inkml:trace contextRef="#ctx0" brushRef="#br0" timeOffset="138429.12">21428 3826 1337 0,'-6'0'56'0,"0"3"-44"31,0-3 92-31,-3 0 20 0,3 2 3 0,0-2 1 0,-3 3 0 0,0 0 0 0,1-3 0 0,-1 2 0 16,0 6-78-16,0-8-15 0,0 8-3 0,0-5-1 16,0 2 6-16,3 0 2 0,0 1 0 0,-3 4 0 15,3-2-13-15,0 0-2 0,0 0-1 0,0 5 0 16,0-5-7-16,3 3 0 0,-3-1-1 0,0 6 0 16,4-8-6-16,-1 6-1 0,0-4 0 0,0 1 0 15,3 5-8-15,0-8 0 0,0 2 9 0,3 3-9 16,0 1 0-16,2-4 0 0,1 3 0 0,0 1 0 15,3-6 0-15,0 5 0 0,0-5 0 0,3 2 0 16,3-2 0-16,-3-2 0 0,6 1 0 0,-3-1 8 16,0-6 0-16,-1 0 0 0,1 0 0 0,0 0 0 15,0-8-8-15,0 3 0 0,3-3 0 0,-3-3 0 0,0 6 52 0,-1-9 10 16,1 4 2-16,0-1 0 16,-3-2-38-16,0 2-7 0,0 4-2 0,-3-9 0 0,0 2-1 0,-3 1 0 15,0 0 0-15,-3-3 0 0,0 6-8 16,-3-9-8-16,0 3 9 0,0 3-9 0,-3-3 0 0,-3 0 0 15,0 3 0-15,0-3 0 63,-3 5 0-63,3-2-15 0,-3 5 2 16,-3-2 0-16,0 4-10 0,3 4-1 0,-3-1-1 0,0 3 0 0,1 0-185 0,-1 3-37 0,3 2-7 0</inkml:trace>
  <inkml:trace contextRef="#ctx0" brushRef="#br0" timeOffset="139167.87">22342 3821 1668 0,'0'0'35'0,"0"0"7"16,0 0-34-16,0 0-8 0,0 0 0 0,0 0 0 16,0 0 102-16,0 0 18 0,0 0 4 0,0 0 1 15,0 0-45-15,0 0-10 0,0 0-2 0,0 0 0 16,0 8-14-16,0 0-3 0,0 2-1 0,0-2 0 0,0 3-9 16,3-1-1-16,-3 6-1 0,0-5 0 0,3 7-15 0,-3-7-2 0,3 5-1 15,-3 2 0 1,3-4-10-16,-3 1-3 0,3 1 0 0,-3 0 0 0,3 0-8 0,0-3 0 0,-3 3 0 15,3-3 8-15,0 3-8 0,-3 0 0 0,3-3 0 0,0 3 0 16,-3 3 0-16,3-6 0 0,0 3 0 16,0 0 0-16,2-3 0 0,-2 3 0 0,0-6 0 15,0 1 0-15,0 5 0 0,0-11 0 16,0 6 0-16,0-3 0 16,3 0-44-16,-3 0-5 0,0-3-1 0</inkml:trace>
  <inkml:trace contextRef="#ctx0" brushRef="#br0" timeOffset="139780.31">23556 3924 1592 0,'0'0'67'0,"0"0"-54"16,0 0 104-16,0 0 21 0,0 0 4 0,0 0 1 15,-6 0-64-15,6 0-13 0,-6 0-2 0,-3 5-1 16,4-5-35-16,-4 6-8 0,3-1 0 0,-3 3-1 16,-3 2-19-16,3 1 10 0,-3 8-10 0,0-6 8 15,0 0-8-15,-3 6 0 0,0-6 0 0,-2 3 8 16,-1-1-8-16,0 1 0 0,-3 0-10 0,0 3 10 15,3-3-32-15,-3 5 0 0,1-5 0 0,-1 5 0 16,3-8-40-16,0 3-9 0,0 0-2 0</inkml:trace>
  <inkml:trace contextRef="#ctx0" brushRef="#br0" timeOffset="140067.72">23137 3977 2131 0,'0'-5'60'0,"3"2"14"0,-3 3-59 16,3-3-15-16,0-2 0 0,0 2 0 0,0 3 85 0,2-5 15 0,1 5 2 0,0 5 1 16,0-5-37-16,0 3-7 0,0 2-2 0,3-2 0 15,0 2-13-15,0 1-2 0,3 4-1 0,0-2 0 16,0 3-12-16,3-1-2 0,-3 4-1 0,2-4 0 15,1 1-13-15,0 5-2 0,0-6-1 0,0 3 0 16,0 3-10-16,-3-3 0 0,0 3 9 0,0-2-9 16,-1-1 0-1,1 0 0-15,0 0 0 0,0-2 0 0,-3 2-28 0,3-2-8 0,0 2 0 16,-3-5-1-16,3 2-132 0,0 1-27 16</inkml:trace>
  <inkml:trace contextRef="#ctx0" brushRef="#br0" timeOffset="144999.15">16832 3435 1136 0,'3'2'48'0,"-3"3"-39"15,3-2 53-15,0 0 10 16,0 2 3-16,0 0 0 0,0 1-13 0,3-4-2 0,-3 4-1 0,3-1 0 15,0 0-28-15,3 0-6 0,-3 1-1 0,3 2 0 16,0 0-8-16,-3-6-1 0,2 4-1 0,4-1 0 16,0 3 9-16,-3 0 1 0,3-6 1 0,3 6 0 15,0-2-1-15,3-1 0 0,0 3 0 0,-1 0 0 16,7-6-2-16,-3 4-1 0,6-1 0 0,0 3 0 16,-1 0-7-16,4 0-2 0,0-3 0 0,0 3 0 15,0-3 0-15,-4 6-1 0,4-3 0 0,0-3 0 16,0 3-3-16,2 3-8 0,1-3 12 0,3 2-4 15,3 6-8-15,-1-5 8 0,4 5-8 0,0 2 8 16,-4-2-8-16,1 5 0 0,0-5 0 0,2 5 0 16,1-5 0-16,3 5 0 0,-1 0 0 0,4-2 8 15,-3-1-8-15,-4 4 0 0,-2 1 9 0,3-1-9 16,-4-4 16-16,4 1-2 0,3 2 0 0,-1 3 0 0,-5-3 0 16,3 5 0-16,-4 1 0 0,1 2 0 0,0 0-3 15,-4 3-1-15,1-3 0 0,3 2 0 0,0 1-1 0,-1-3 0 0,4 3 0 16,0-3 0-1,-4 0-9-15,-2 0 0 0,0 3 9 0,2 0-9 0,-2 2 0 0,3 1 8 0,0-1-8 0,2 6 0 16,-2-6 0-16,0 1 9 0,2-1-9 0,-2 0 0 16,-3 1 14-1,-1-1-4-15,-2 3-1 0,3 0 0 0,-3 3 2 0,2 0 0 0,4-1 0 0,0 4 0 16,-7-4-3-16,4-2 0 0,-3 0 0 0,0 3 0 16,-4 0 0-1,-2 2-8-15,0 0 12 0,-3 3-4 0,3-2-8 0,-4-4 0 0,4 1 0 0,-3 3 0 16,0-4 8-16,-3 4-8 0,3-1 0 0,-4 6 8 15,1-6-8 1,0 3 10-16,0 0-10 0,0 2 10 0,-3-4-10 0,-4-4 10 0,4 1-10 0,-3 2 10 16,0 1-10-16,-3-1 10 0,0 3-10 0,3 0 10 31,-3-5-10-31,0 0 0 0,-1-3 9 0,-2 5-9 0,3-2 0 0,-3 2 9 0,3 0-9 0,-3 3 0 16,0-2 8-16,0-1-8 0,0-2 0 0,0-1 0 15,-3 1 0-15,0-3 0 0,0-3 8 0,-3 6-8 16,3-3 0-16,-3 5 0 0,0 1 8 0,-3-1-8 15,3-2 0-15,-3-3 0 0,0-3 0 0,0 3 0 16,-3 0 8-16,3 0-8 0,-6 0 0 0,3 6 0 16,0-6 8-16,0 3-8 0,0-3 0 0,-3 5 0 15,3-8 0-15,-3 1 0 0,0-1 8 0,0 1-8 16,0-1 0-16,0 3 0 0,0 3 0 0,-3 2 0 16,0-5 12-16,3 0-12 0,-3 0 12 0,0 0-12 0,3 0 12 15,-3-2-12-15,1-4 12 0,-1 4-12 0,0-1 8 16,0 3-8-16,3 0 0 0,-3 3 0 0,-3-6 10 0,3 3-10 0,0 0 8 0,0-2-8 15,0-1 10-15,-3-2-10 0,3-3 12 16,-2 5-12 0,-1-2 11-16,0 3-11 0,3 2 10 0,-3 0-10 0,0-6 0 0,3 1 8 0,0 0-8 15,-3 0 0-15,3-3 0 0,0-3 0 0,0 1 0 0,0-1 0 16,1 3 0 0,-1 0 0-16,-3 1 0 0,3 1 0 0,0-2 0 0,0 0 0 0,0 3 8 0,0-3-8 15,-3 0 0-15,3-5 0 0,0 3 0 0,0-3 0 31,0-1 0-31,-2 1 0 0,2 0 0 0,-3 0 0 0,3 0 8 0,-3-1-8 0,3 1 0 0,-3 0 0 16,0 0 0-16,0 0 0 0,0-1 0 0,-3 1 0 16,1-3 0-16,2-2 8 0,-3 2-8 0,-3-2 0 15,3-3 0-15,0 2 0 0,0-2 0 0,-3 0 0 16,3-3 0-16,1 3 0 0,-1-3 0 0,0 0 0 16,0 1 0-16,0-1 0 0,3 3 0 0,-3-3 0 15,3 0 0-15,0 0 0 0,1 3 8 0,2-2-8 16,0-1 0-16,-3 0 0 0,3 0 0 0,3 0 0 15,-3 1 0-15,3-1 0 0,0-3 0 0,0 1 0 16,0 0 0-16,0-1 0 0,0 1 0 0,-3-1 0 16,3-2-8-16,0 3 8 0,0-3 0 0,-2 0 0 15,2 0 0-15,0-3 0 0,0 3 0 0,0-3 0 16,0 3 0-16,0 0 0 0,0-3 0 0,-3 3 0 0,3-2 0 16,0 2 0-16,0-3 0 0,-3 3 0 15,3-3 0-15,0 3 0 0,-3 0 0 0,3-3 0 16,-6 3 0-16,7 0-8 0,-4-3 8 0,0 3 0 15,3 0 0-15,0-2 0 0,-3 2-8 0,3-3 8 0,0 3 0 16,0 0-8-16,0-3 8 0,0 0 0 16,3 3-21-16,-3-2 2 0,3-1 1 0,0 0 0 15,-3 0-6-15,3-2-2 0,0 2 0 0,-3 1 0 16,6-6-23-16,0 0-5 0,0 0-1 0,-6 2 0 16,6-2-108-16,0 0-21 0,0 0-5 0</inkml:trace>
  <inkml:trace contextRef="#ctx0" brushRef="#br0" timeOffset="145696.93">19175 10010 1624 0,'-3'-8'46'0,"3"3"10"110,0-1-45-110,0-2-11 0,0 0 0 0,0 3 0 0,0 0 72 0,0 0 12 0,0-3 2 15,0 2 1-15,0 1-31 0,-3 0-5 0,3-1-2 0,0 6 0 0,-3-2-5 0,3 2-2 0,0-6 0 0,0 6 0 0,-3-5-12 0,3 5-2 0,0 0-1 0,0 0 0 0,-3-2-3 0,3 2-1 0,0 0 0 0,0 0 0 0,-3-6-6 0,3 6-1 16,0 0 0-16,-3-2 0 0,3 2 1 0,-3-6 0 0,3 6 0 0,0 0 0 0,0 0 3 0,-3-2 0 0,3 2 0 0,-3-3 0 0,3 3-2 0,-3-5 0 0,0 2 0 0,3 3 0 31,-3-3-2-31,3 3-1 0,-3-2 0 0,3 2 0 0,0 0-2 0,-3-5 0 0,0 2 0 0,3 3 0 16,0 0-2-16,-3-3-1 0,3 3 0 0,0 0 0 16,0 0-1-16,-3-2 0 0,3 2 0 0,0 0 0 15,0 0-9-15,0 0 8 0,0 0-8 0,0 0 8 31,0 0-8-31,0 0 0 0,0 0 0 0,-3 5 8 0,3 3-8 0,-3 0 0 0,3 0 0 0,-3 0 0 16,3 2 0-16,0 3 0 0,3-2 0 0,-3 2 0 16,0 0 0-16,0 1 0 0,3-1-9 0,-3 0 9 15,3 0-11-15,0 1 2 0,-3-1 0 0,3-3 0 16,-3 1-8-16,3 0-2 0,-3 2 0 0,0-5 0 16,3 2 5-16,-3-2 1 0,3 0 0 0,0 0 0 15,-3 0 13-15,3-3-12 0,0 1 12 0,0 2-12 16,0-3 12-16,0-2 0 0,-3-3-10 0,6 5 10 15,-3 0 0-15,0-2 0 0,-3-3 0 0,6 5 0 16,-3-2 0-16,0-3 0 0,3 2 0 0,-3 1 0 16,0-3 0-16,3 3 0 0,0-3-9 0,-3 0 9 15,2 0 0-15,1 0 0 0,0 0 0 0,0 0 0 16,3-3 0-16,-3 3 9 0,3 0-9 0,3-3 8 16,-3 3 7-16,3-2 1 0,0 2 0 0,0 0 0 15,0-3 0-15,0 3 1 0,-1-3 0 0,-2 1 0 0,3-1-9 16,-3 1-8-16,0-1 12 0,3 0-12 15,-3 1 0-15,3-1 0 0,0-2 0 0,0 2-12 16,0-2-39-16,2-3-7 0,1 5-2 0,0-5 0 16,3 3-143-16,3-3-29 0</inkml:trace>
  <inkml:trace contextRef="#ctx0" brushRef="#br0" timeOffset="157535.81">21565 4747 1314 0,'-3'-5'37'0,"0"-1"8"0,0 4-36 0,0-4-9 47,0 1 0-31,-3 0 0-16,3 2 53 0,3 3 9 16,-6-5 2-16,0 2 0 0,3 3 0 0,-3-2 0 0,0 2 0 0,-3 2 0 0,3 1 10 0,1 0 2 0,-4 2 1 0,0 3 0 0,0 2-77 0,0 1 0 0,-3 5-16 0,3-3 3 0,-3 3 13 0,0 2 0 0,0 1 0 15,0-1 0-15,0 4 0 0,1-4 0 0,-1 6 0 0,0-3 0 16,0 0 19-16,3 3 6 0,3-5 2 0,0 2 0 15,3-3-27-15,3 4 0 0,0-7 0 0,0 4 0 16,6-6 0-16,0 0 0 0,3-2 0 0,3-3-11 16,0-3 11-16,0-2 0 0,2-1 0 0,1-4-8 15,0-1-10-15,3-2-2 0,3 0 0 0,-3-6 0 16,0 0 68-16,-1 1 12 0,1-6 4 0,0 3 0 16,0-3-52-16,-6-3-12 0,3 1 0 0,-3-1 0 15,-3 3 34-15,-3 1 4 0,0-1 1 0,-3-3 0 0,-3 6-21 16,0 0-4-16,-6-1-1 0,3 1 0 15,-3 3-1-15,-3-1 0 0,0 0 0 0,-3 1 0 0,-3 2-12 0,3 0 0 16,-6 0 0-16,3 3 0 16,3-1-51-16,-2 6-13 0,2-2-2 0,0 4-1 15,0-2-97-15,3 6-20 0,-3-1-4 0</inkml:trace>
  <inkml:trace contextRef="#ctx0" brushRef="#br0" timeOffset="158205.71">22327 4781 1212 0,'0'0'25'0,"0"0"6"16,0 0-31-16,0 0 0 0,0 0 0 0,0 0 0 15,-6 3 84-15,0-3 10 0,0 5 2 0,0-2 1 0,0 5-26 16,0-6-6-16,0 4-1 0,-3-1 0 0,3 3-51 0,0 0-13 0,-2 0 0 0,2 0 0 31,0 2 0-31,0-2 0 0,0 3 0 0,3 0 0 16,-3-4 0-16,3 7 0 0,3-4 0 0,-3 3 0 0,3 1 0 0,0-1 0 0,0 0 0 0,0 3 0 15,3-3 54-15,0 3 8 0,3 0 2 0,0 0 0 32,0-3-52-32,3 0-12 0,0 1 0 0,-1-1 0 0,4-3 0 0,3-2 0 0,0 0 0 15,-3-2 0-15,6-1 0 0,-3-5-18 0,3 3 4 0,-1-6 1 16,1 0 21-16,-3-2 4 0,3 0 0 0,-3-1 1 16,3-4 41-16,-3-1 8 0,0 1 2 0,-1-1 0 15,-2 0 0-15,0-2 0 0,0 0 0 0,-3 0 0 16,0-3 0-16,-3 3 0 0,3-3 0 0,-6 0 0 15,3 3-52-15,-3-3-12 0,0 3 0 0,-3-3 0 16,-3 2 54-16,0 1 8 0,0 3 2 0,0-4 0 16,-6 1-52-16,3 3-12 0,-6-4 0 0,0 4 0 15,0 2 0-15,-3-3 0 0,1 6 0 0,-4-3-10 16,3 5-2-16,-3 1 0 16,-3-4 0-16,3 4 0 0,-3 2-28 0,1 0-7 0,2 2-1 0,-3 4 0 15,0-4-180-15,0 4-36 0</inkml:trace>
  <inkml:trace contextRef="#ctx0" brushRef="#br0" timeOffset="160791.5">23354 4713 1606 0,'-6'-14'33'0,"6"12"9"15,0 2-34-15,-3-8-8 0,3 2 0 0,0 6 0 0,0-5 64 0,0 0 10 0,0 5 2 0,0-3 1 16,0 3-7-16,3-5-2 0,0 0 0 15,-3 5 0-15,3 0-26 16,0-6-6-16,3 4 0 0,-3 2-1 0,3 0-11 0,0 2-1 0,-3 4-1 0,3-6 0 16,-3 5-2-16,0 0 0 0,3 0 0 0,-3 6 0 15,0 0 0-15,-3-1 0 0,2 6 0 0,1 0 0 16,-3 3-9-16,0 4-3 0,3-2 0 0,-3 6 0 16,-3-1-8-16,3 1 0 0,-3 2 0 0,1 0 0 15,2-2 0-15,-3-1 8 0,0 6-8 0,0-3 0 16,0-3 0-16,0-2 0 0,0 0 0 0,0 2 0 31,0-4 0-31,-3-4 0 0,3 1 0 0,0 2 0 0,-3-5 0 0,3-3 0 0,0 3 0 0,0 0 0 16,0-6-141-16,0 1-21 0,0-1-4 0</inkml:trace>
  <inkml:trace contextRef="#ctx0" brushRef="#br0" timeOffset="163121.54">16856 3120 998 0,'12'-3'20'0,"-6"3"7"15,0 0-27-15,3 0 0 0,0 0 0 0,0 0 0 16,2 0 70-16,-2 0 9 0,3 0 1 0,-3 0 1 15,3 3-17-15,0-3-4 0,3 0-1 0,0 5 0 16,0-5-22-16,3 3-4 0,2-3-1 0,1 2 0 16,3 4-9-16,0-4-3 0,0 1 0 0,5 2 0 15,-2-2 2-15,3 2 0 0,0-2 0 0,0 2 0 16,-1 0 2-16,1 3 1 0,-3 0 0 0,3 0 0 0,2 0-7 16,1-3-2-16,0 3 0 0,6 0 0 15,-4 0 0-15,1 3-1 0,0-1 0 0,2-2 0 16,-2 0-4-16,3 3-1 0,-3-1 0 0,5-2 0 15,1 5 0-15,0 3 0 0,2-5 0 0,1 7 0 0,-1-2-10 0,-2-2 12 0,0 4-12 0,2-2 12 32,-2 3-12-32,3-1 10 0,-1 1-10 0,4 2 10 0,-6-5-1 0,-1 5 0 0,1-5 0 0,0 5 0 15,-4-5 0-15,1 0 0 0,0-1 0 0,3 4 0 16,-7-3-9-16,4 5 10 0,3-5-10 0,-4 5 10 16,-2 0-10-16,-3 3 0 15,0-5 0-15,2 2 8 0,-2 5-8 0,0-7 0 0,-1 7 0 0,4-5 8 16,-3 3-8-16,0-3 0 0,2 3 0 15,-2-3 8-15,-3 0-8 0,-3-2 0 0,2 0 0 0,1-1 0 16,-3 1 0-16,0-1 0 0,0 1 0 0,-1 2 0 16,1-5 0-16,3 5 0 0,-3 0 0 0,2 5 0 15,-2-4 8-15,0-1-8 0,0 3 0 0,0-3 8 16,-4 3-8-16,4-3 0 0,-6 0 0 0,3 0 0 16,0-2 0-16,-3-1 0 15,2-2 0-15,-2 3 0 0,0-4 0 0,0 4 0 0,0-1 0 0,3 4 0 16,-4 1 0-16,-2-1 0 0,3-1 0 0,0 5 0 15,0-5 0-15,-3 3 0 0,-1-3 0 0,4 3 8 16,-3 0-8-16,0 0 0 0,0-3 0 0,0 0 0 16,-3 0 0-16,-1-2 0 0,4-1 0 0,-3 4 0 15,3-4 0-15,-3 3 0 0,0 0 0 0,3 3 0 63,-3 3 0-48,-1-4 0-15,4 4 0 0,-3-1 0 0,0 1 0 0,0-3 0 0,0-1 0 0,0 4 0 0,0-3 0 0,0-3 0 16,-1 3 0-16,1-3 0 0,-3 3 0 0,3-3 0 0,0 3 0 0,-3 0 0 0,3-1 0 0,-3 1 0 0,0 0 0 0,-1 2 0 0,1 1 8 16,0-3-8-16,3-1 0 0,-3 1 8 0,0 0-8 0,3-3 0 0,0 0 9 0,-3 3-9 0,3-5 8 0,-4 2-8 0,1-3 8 0,0 6-8 15,-3-3 8-15,3 3-8 16,-3 0 10-16,3 3-10 0,-3-1 12 0,0 0-3 0,0 1-1 0,0-1 0 31,0 1 3-31,0-1 0 0,-1-2 0 0,1 0 0 0,3 0-11 0,-3 0 12 0,3-3-12 0,-3 3 12 16,0-1-4-16,3 4-8 0,0-1 12 0,-3 6-4 15,3-3-8-15,-3 0 0 0,2 3 9 0,1 0-9 16,0-3 0-16,-3 3 0 0,3-3 0 0,0 2 0 16,0 1 0-16,0 0 8 0,0 2-8 0,0 3 0 15,0 0 0-15,-1 3 0 0,4-3 0 0,-3 3 8 16,0-3-8-16,-3 0 8 0,3-3-8 0,0 9 8 16,-3-4-8-16,0 6 9 0,0 3-9 0,0 0 10 15,0-3-10-15,-4-3 12 0,1 0-12 0,0 3 12 16,0-2 0-16,0 2 1 0,0 0 0 0,-3 5 0 15,3-5-1-15,-3 0 0 0,0 0 0 0,0 2 0 16,0-2-4-16,0-2 0 0,0 2-8 0,0 0 12 16,0 0-1-16,0 0-1 0,0 0 0 0,-3 2 0 15,3-4 1-15,-3-4 0 0,3 1 0 0,-3 5 0 16,0-5-2-16,0 5 0 0,0 0 0 0,0 0 0 16,0-3-9-16,-3 0 12 0,3-2-12 0,-3 5 12 15,0-3-12-15,0 3 8 0,0 0-8 0,-3 3 8 0,3-6-8 16,-3 1 0-16,3-1 9 0,-3 3-9 15,3-3 0-15,-3 1 8 0,0-1-8 0,3 3 0 16,-3-3 8-16,0 3-8 0,0 0 10 0,1 5-10 16,-4-7 11-16,0-4-11 0,3 1 12 0,-6 5-12 0,3-3 12 0,0 6-12 15,0 2 12-15,-3 1-12 16,0-6 10-16,3-3-10 0,-3 0 8 0,0 1-8 0,1 2 16 0,2 0-1 0,-3 0-1 0,3 5 0 16,-3-8-6-16,3 1 0 0,0-1-8 15,-3 3 12-15,3-3-12 0,-3 1 11 0,0-1-11 0,0 3 10 16,1-3 2-16,-1 3 0 0,0 0 0 0,0 0 0 15,3-5-12-15,-3-3 8 0,0 0-8 0,-3 3 8 16,3 2 0-16,0 0-8 0,1 3 12 0,-1 0-4 31,-3-5-8-31,3 0 8 0,-3-1-8 0,0 1 8 0,0 2-8 0,0 3 8 0,-3 0-8 0,4 6 8 16,-4-6-8-16,3 0 0 0,0-1 0 0,-3 1 8 31,3-2-8-31,-3 2 0 0,3-3 9 0,-2 6-9 0,2-3 0 0,-3-3 8 0,0 3-8 0,0 3 0 16,0-3 0-16,0-6 0 0,1 4 0 0,-4 4 8 31,3-4-8-31,0 4 0 0,0 1 0 0,-3 0 0 0,3-6 0 0,1 0 0 0,-1-5 0 0,0 6 8 16,3-4-8-16,0 4 0 0,-3 2 0 0,0 0 0 15,3-3 0-15,4-5 0 0,-4 3 0 0,0-1 0 16,-3-4 0-16,0 2 0 0,0-3 0 0,0 6 0 16,0-3 0-16,1 3 0 0,-1 2 0 0,0 0 0 15,-3-5-23-15,3-2-9 0,-3-1-1 0,1 3-1 16,-1-5 54-16,0 2 12 0,0 1 1 0,-3-1 1 15,6 1-34 1,-2-4 0-16,2 1 0 0,-3 2 0 0,0-2 8 0,-3-5-8 0,0 2 0 0,-2-3 0 16,2-2 0-16,-3-3 0 0,0 0 0 0,0 1 0 15,1-1 0-15,2-3 0 0,-3 3 0 0,3-2 0 16,3-1 9-16,1 4-9 0,-1-4 0 0,3 1 9 0,-3-4-9 0,3 1 0 16,0 0 0-16,-3 0 0 0,1-3 0 0,-1 1 0 15,0-1 0-15,0 0 0 0,0-2 0 0,0-3 0 0,1 2 0 0,-1 1 0 16,3-3 0-16,3 2 0 0,0-2 0 0,0 0 0 15,0 0 0-15,3 0 0 0,1 0 0 16,-1 0 0-16,0-3 0 0,3 3 0 0,0-3 0 0,0 1 0 31,3-1 0-31,0 0 0 0,0 1 0 0,0-1 0 0,0-2 0 0,0 2 0 0,3 0 0 0,3-5 0 16,-3 3 0-16,-3 2 0 0,6-5 0 0,-3 5 0 16,0-2-8-16,3-3 8 0,-3 5 0 0,-3-2 0 15,6-3-9-15,-3 5 9 0,3-5-12 0,-3 3 12 16,3-3-25-16,0 0 1 0,0 0 1 0,-5 2 0 15,5-2-29-15,0 0-5 0,0 0-2 0,0 0 0 16,0 0-125-16,0 0-26 0,0 0-5 0</inkml:trace>
  <inkml:trace contextRef="#ctx0" brushRef="#br0" timeOffset="163790.97">19193 13468 1854 0,'0'0'39'0,"0"0"8"0,0 0-38 0,3-3-9 0,-3-2 0 0,0 5 0 31,0 0 86-31,0 0 15 0,0 0 3 0,0 0 1 0,0 0-36 0,0 0-7 0,3-2-2 0,-3 2 0 16,0 0-23-16,0 0-5 0,0 0 0 0,0 0-1 16,0 0-12-16,0 0-3 0,0 0 0 0,-9 2 0 15,3 1-8-15,3 2-8 0,-3 0 12 0,0 1-12 16,0 2 10-16,0 0-10 0,0 0 8 0,0 2-8 16,3 1 8-16,-3 2-8 0,0-2 0 0,0 2 8 15,0 3-8-15,0-3 0 0,0 0 0 0,0 3 0 16,0-3 0-16,0 0-9 0,0 3 9 0,1-2-10 0,-1-1 10 0,0 0 0 15,3-2-9-15,-3 2 9 0,3-3-9 16,0 1 9-16,0 0-12 0,0-1 12 16,3-2-9-16,0 0 9 0,0 0 0 0,3 0-9 15,0-3 9-15,0 0 8 0,3 1-8 0,0-4 11 0,0 1 5 0,2 0 2 0,1-3 0 16,3 2 0-16,0-2 6 16,0 0 2-16,3 0 0 0,-3 0 0 0,3 0-9 0,0-2-1 0,0 2-1 0,-1 0 0 15,1-3-15-15,0 0 8 0,0 1-8 0,0 2 0 31,0-3 0-31,-3-2 0 0,3 2 0 0,-3-2 0 16,-1 2-28-16,1-2-8 0,0-3-1 0,0 3-1 0,0-3-105 16,0 2-21-16,3-1-4 0</inkml:trace>
  <inkml:trace contextRef="#ctx0" brushRef="#br0" timeOffset="167586.54">16249 4863 1094 0,'0'0'46'0,"0"0"-37"62,0 0 44-62,0 0 9 0,0 0 2 0,0 0 0 0,0 0 51 0,0 0 10 0,0 0 3 0,0 0 0 0,0 0-62 0,0 0-12 0,0 0-2 0,0 0-1 16,0 0-19-16,0 0-3 0,0 0-1 16,-3 11 0-16,3-6-28 0,0 6-18 0,-3-3 2 0,3 5 1 15,0 0 40-15,0 3 8 0,0-3 2 0,0 11 0 0,3-5-35 0,-3 2 0 0,0 3 0 0,3-1 0 32,-3 1-21-32,3 0-11 0,0 0-3 0,-3 0 0 0,3-3 35 0,-3 0 0 0,0-2 0 0,3-4 0 15,-3 1-32-15,0-2 1 16,3-1 0-16,-3-3 0 0,3 1-53 15,-3-3-10-15,3 0-2 0</inkml:trace>
  <inkml:trace contextRef="#ctx0" brushRef="#br0" timeOffset="168040.64">16802 4885 1143 0,'0'0'24'0,"0"0"5"16,0 0-29-16,0 0 0 0,0 0 0 0,0 0 0 0,0 0 47 0,0 0 3 0,0 0 1 0,0 0 0 16,0 0 10-16,0 0 3 0,0 0 0 0,0 0 0 31,0 0 0-31,0 0 0 0,0 0 0 0,0 0 0 0,-6 0-52 0,6 0-12 0,-6 2 0 0,-2 1 0 16,2 2 53-16,-3 0 8 0,3 6 2 0,-3-6 0 31,0 6-50-31,0 2-13 0,0 3 0 0,-3 0 0 0,0 2 0 0,0 1 0 0,0 2 0 0,-3 3 0 15,4-6-8-15,-1 1-8 0,0-1 0 0,-3 1-1 16,6-3-24-16,-3 0-5 0,3 0-1 16,-3-1 0-16,3-4-139 0,-3 0-28 0</inkml:trace>
  <inkml:trace contextRef="#ctx0" brushRef="#br0" timeOffset="168369.67">16534 4940 1448 0,'-2'-5'41'0,"2"5"9"16,0 0-40-16,0 0-10 0,0 0 0 0,0 0 0 16,0 0 76-16,0 0 12 0,0 0 4 0,0 0 0 15,0 0-23-15,0 0-4 0,0 0-1 0,2 8 0 16,1-3-51-16,3 3-13 0,-3 3 0 0,3-1 0 0,0-2 54 0,0 3 8 0,0 2 2 0,3 0 0 15,-3 0-64-15,3 3-15 0,0-5-1 0,0 7-1 16,3-4 17-16,-3 1 0 0,3 1 0 0,0 0 0 47,-1 0 0-47,4 0 0 0,-3-3 0 0,0 0 0 0,0 1 0 0,3-1 0 0,-3-3 0 0,0 1 0 0,0 0 0 0,0-1 0 0,-4-2 0 16,4 3 0-16,-3-3-24 0,0-3 0 0,-3 3-1 0</inkml:trace>
  <inkml:trace contextRef="#ctx0" brushRef="#br0" timeOffset="169777.19">17297 4906 851 0,'0'0'36'15,"0"0"-36"1,0 0 109-16,0 0 15 0,0 0 4 0,0 0 0 16,0 0-24-16,0 0-4 0,0 0 0 0,0 0-1 15,0 0-39-15,-6-3-7 0,0 3-1 0,0 3-1 16,0-3-11-16,0 5-3 0,0-2 0 0,0-1 0 16,-3 4-11-16,3-1-2 0,-3 0-1 0,0 3 0 15,0 0-12-15,0 3-3 0,-3-3 0 0,3 5 0 16,-3-3-8-16,1 1 0 0,2 2 0 0,-3 0 0 15,0 1-16-15,0 2-9 0,3-3-2 16,-3 0 0-16,0 0 27 0,3 0 0 0,-3-2 0 0,3 2-8 16,0-2-24-16,1-1-5 0,2-2-1 0,0 3 0 15,0-3-41-15,0-3-8 0,0 3-1 0</inkml:trace>
  <inkml:trace contextRef="#ctx0" brushRef="#br0" timeOffset="170207.74">16987 4953 950 0,'0'0'40'32,"0"0"-32"-32,0 0 91 0,0 0 18 0,0-5 4 0,0 5 1 15,0 0-22-15,0-5-4 0,0 5 0 0,0 0-1 16,0 0-34-16,0 0-6 0,0 0-2 0,0 0 0 16,6-3-11-16,-6 3-2 0,3 0-1 0,3 3 0 0,0-1-7 0,0 4-2 15,0-1 0-15,3 3 0 16,-3 0-10-16,2 0-3 0,4 2 0 0,-3 1 0 15,3 2-6-15,0 0-2 0,0 1 0 0,0-1 0 16,0 0-9-16,0 0 0 0,0 1 0 0,0-1 8 16,-1-3-8-16,-2 4 8 0,3-4-8 0,0 3 8 0,-3-7-8 15,-3 2 0-15,3 0 0 0,-3 2 0 0,0-5 0 0,0 3-17 16,0-2 2-16,0-1 1 0,-3 3 14 0,0-3 0 16,3-2 0-16,-3 2 0 15,0 0-54-15,3 1-8 0,-3-1-2 0,0 0 0 16,3 1-102-16,-3-4-21 0,2 1-4 0</inkml:trace>
  <inkml:trace contextRef="#ctx0" brushRef="#br0" timeOffset="172756.46">20225 8809 1579 0,'0'0'32'0,"0"0"10"16,-5 2-34-16,-1-2-8 0,6 0 0 0,-6 3 0 15,0-1 53-15,0 1 9 0,0 0 2 0,0 2 0 0,0-2-52 0,0-1-12 0,-3 4 0 0,3-1 0 16,-3-2 40-16,3 2 4 0,0 3 2 0,0-3 0 31,0 3-28-31,0 0-6 0,3 0 0 0,-3 0-1 0,3 0-11 0,-3 0 12 0,3 0-12 0,1 2 12 16,2-2-12-16,-3 3 0 0,3-3 0 0,0 2 0 15,3 1 0-15,-3-1 0 0,2-2 0 0,1 3 0 16,3-3 0-16,0 3-11 0,0-4 11 0,3 1-8 31,0 0-4-31,-3 0-1 0,3-5 0 0,3 2 0 0,-3-2 1 0,3-1 1 0,-3-2 0 0,0 0 0 31,3-2-17-31,-1-1-4 0,-2-2-1 0,3 0 0 16,0-1 77-16,3-2 16 0,-3 3 4 0,3-3 0 0,-3 0-52 0,0 0-12 0,0 0 0 0,-3-2 0 16,2 2 77-16,-2 0 13 0,-3-3 2 0,3 3 1 15,-6-2-27-15,3 2-6 0,-3 0 0 0,-3-3-1 16,0 3-23-16,-3-2-4 0,0 2 0 0,0-3-1 16,-3 3-15-16,0-2-4 0,-3 2 0 0,3 0 0 15,-2 0-12-15,-1 3 0 0,0-3 0 0,-3 2 0 16,3 1 0-16,0 0 0 0,-3 0 0 0,3 2 0 15,-3 3-46-15,3-3-2 0,0 1-1 0,0 2 0 16,0 0-127-16,3 0-24 0,1 0-6 0</inkml:trace>
  <inkml:trace contextRef="#ctx0" brushRef="#br0" timeOffset="173741.41">20520 8687 1284 0,'0'0'27'0,"0"0"5"16,0 0-32-16,0 0 0 0,0 0 0 0,0-5 0 16,0 5 102-16,0 0 14 0,0 0 2 0,0 0 1 15,0 0-33-15,0 0-6 0,0 0-2 0,0 0 0 16,0 0-29-16,0 0-5 0,0 0-2 0,0 0 0 16,0 0-14-16,0 0-4 0,0 7 0 0,0 1 0 15,3 0-1-15,-3 0-1 0,0 3 0 0,3-1 0 0,-3 4-5 0,3-4-1 0,0 3 0 16,0 1 0-1,0 2-16-15,0-3 8 0,0 3-8 0,0 2 0 0,0-2 8 16,0 0-8-16,0 0 0 0,0 2 0 47,0 1 0-47,0-3 0 0,-3 0 0 0,3 0 0 0,0-1-10 0,-3 1-9 0,3-2-1 0,-3 1-1 0,3-1-7 16,-3-1-2-16,0 0 0 0,3 0 0 0,-3-2-15 0,3-1-3 0,-3-2-1 0,3 0 0 15,0 0-32-15,0-2-7 0,-3-1 0 0</inkml:trace>
  <inkml:trace contextRef="#ctx0" brushRef="#br0" timeOffset="174071.77">20999 8732 1337 0,'0'0'56'31,"0"0"-44"-31,0 0 92 0,0 0 20 0,0 0 3 0,0 0 1 16,0 0-52-16,0 0-9 0,0 0-3 0,0 0 0 15,0 0-51-15,0 0-13 0,0 0 0 0,0 0 0 16,-6 0 50-16,3 2 7 0,-2 4 2 0,-1-1 0 15,0 0-39-15,0 3-8 0,-3 0-2 0,0 3 0 0,0-3-10 0,0 5 10 0,0-2-10 0,0 2 10 16,-3 3-10-16,0-3 0 0,3 0 0 0,-3 3 0 16,1-3 0-16,-1 0 0 0,0 1-10 0,0-1 10 31,0-3-33-31,0 1-1 0,3-3 0 0,0 3 0 16,0-1-34-16,0-2-8 0,0 0 0 0</inkml:trace>
  <inkml:trace contextRef="#ctx0" brushRef="#br0" timeOffset="174380.51">20743 8835 1337 0,'0'-11'28'0,"0"11"6"15,0 0-34-15,0-5 0 0,0 5 0 0,0-5 0 16,0 5 109-16,0 0 15 0,0-5 4 0,0 5 0 15,6-3-32-15,-3 0-7 0,3 1-1 0,-3 2 0 16,3 0-27-16,3 0-5 0,-3 2-2 0,3 1 0 16,-3 0-11-16,3 2-3 0,0 0 0 0,0 0 0 15,3 1-9-15,-3 2-3 0,0 2 0 0,-1 1 0 16,1-3-8-16,0 2-3 0,0 1 0 0,0 2 0 16,0-5-7-16,0 3-2 0,0-1 0 0,0-2 0 15,-3 3-8-15,0-3 0 0,0 2 9 0,0-2-9 16,0 0 0-16,0 3 0 0,-3-3 0 0,3 2 8 15,0-2 7-15,-3 0 1 0,2 0 1 0,1-3 0 16,-3 3-65-16,0 0-12 16,0-2-4-16,0 1 0 0,0-1-153 0,-3-1-31 0</inkml:trace>
  <inkml:trace contextRef="#ctx0" brushRef="#br0" timeOffset="175625.84">21181 11079 1580 0,'0'0'67'0,"-9"2"-54"16,3-2 76-16,0 3 15 0,0 0 4 0,0-1 0 16,0 1-71-16,-3 2-13 0,3 1-4 0,-3 2 0 31,1-3-20-31,2 3 0 0,0 0 0 0,-3 2 0 0,3 4 38 0,0-4 3 0,0 3 1 0,0 3 0 15,3-3-33-15,-3 6-9 0,3-3 0 0,0 0 0 16,0 0 0-16,3 2 0 0,-3-2 0 16,3 0 0-16,0-3 0 0,0 3 0 0,3-3 0 0,0-2 0 15,0-1-30-15,3 1-10 0,0 0-3 0,3-1 0 16,-3-2 35-16,3-3 8 0,0 3 0 0,0-2 0 16,0-1 0-16,2-2 0 0,1-1 0 0,0-2 0 15,0 0-53-15,0 0-9 0,3-2-2 0,-3-1 0 16,3 0 82-16,3-2 16 0,-4-3 3 0,1 3 1 0,-3-3-5 15,3 0-1-15,0 0 0 0,-3-3 0 16,0 1 8-16,-3-1 0 0,0-2 1 0,0 0 0 0,-3-1 8 16,-3 1 2-16,2 0 0 0,-2 0 0 31,-3 0-7-31,0 2-2 0,-3-2 0 0,1 2 0 0,-4 1-15 16,0-1-3-16,-3-2-1 0,0 5 0 0,0-3-12 0,-3 3-3 0,3 3 0 0,-3 0 0 0,0-1-8 0,0 1 0 15,0 2 0-15,0 1 0 16,1 2-38-16,-1 2 0 0,-3-2 0 0,3 3 0 15,0 0-176-15,3 2-35 0</inkml:trace>
  <inkml:trace contextRef="#ctx0" brushRef="#br0" timeOffset="176092.47">21571 11126 1789 0,'-9'6'76'16,"0"-4"-61"-1,3 4 42-15,-3-4 9 0,3 4 2 0,0 2 0 16,0-1-51-16,0 1-9 0,3 0-8 0,-3 3 9 16,3-3 18-16,0 2 3 0,1 4 1 0,2-1 0 15,0-3-50-15,0 4-9 0,2-1-3 0,-2-2 0 16,3 2 31-16,0-3 18 0,0 1-2 0,3 0-1 15,-3-1-15-15,3-2-12 0,-3 3 3 0,3-3 0 16,3-3 9-16,0 3-12 0,-3-3 12 0,3-2-12 16,3-1 3-16,-3 1 0 0,3 0 0 0,0-1 0 15,0-2 9-15,-1 0 8 0,4-2-8 0,-3-1 11 0,0 0 45 0,0 1 8 16,0-4 3-16,0 1 0 16,0-3-3-16,-3 0 0 0,0 0 0 0,0-2 0 0,-1 2 0 0,-2-3 0 0,0 1 0 0,-3-1 0 15,0 0-51-15,0 1-13 0,-3-1 0 0,0 1 0 31,0-4 44-31,-3 4 7 0,0-3 1 0,-3 2 0 0,0-2-34 0,-2 2-6 0,-1 1-2 0,-3 2 0 16,0-3-10-16,0 3 0 0,-3 0 0 0,0 0 8 31,0 3-8-31,-3 0 0 0,3 2 0 0,-2 0 0 0,2 3-100 0,0 0-23 16,3 0-4-16</inkml:trace>
  <inkml:trace contextRef="#ctx0" brushRef="#br0" timeOffset="176420.31">21892 11010 1580 0,'9'-8'67'15,"0"3"-54"1,-3-1 92-16,3 1 19 0,-3 3 3 0,3-4 1 16,-3 4-24-16,-3-1-5 0,3 0-1 0,-6 3 0 15,3 0-25-15,-3 0-5 0,0 0 0 0,0 0-1 0,0 0-11 16,0 0-3-16,3 6 0 0,0-1 0 16,-3 3-17-16,0 0-3 0,0 2-1 0,0 4 0 15,-3 1-12-15,3 4-4 0,-3 2 0 0,0 3 0 16,3 0-16-16,0 2-12 0,-3 1 1 0,3 2 1 0,0-3 38 0,0 1 8 15,0-3 2-15,0-1 0 0,0-1-26 0,0-1-12 0,0 0 10 0,0 0-10 16,0 0 0 0,0 0 8-16,3-2-8 0,-3-1 0 15,3 1-32-15,-3-1-10 0,3-2-2 0,0 0 0 0,0 0 36 0,0-3 8 16,0-2 0-16</inkml:trace>
  <inkml:trace contextRef="#ctx0" brushRef="#br0" timeOffset="193594.34">14609 6829 1792 0,'0'0'51'0,"-3"6"10"0,3-6-49 0,0 0-12 0,0 0 0 0,-6 5 0 16,6-5 62-16,-6 3 10 0,0 2 1 0,6-5 1 16,-3 0-16-16,-3 2-3 0,6-2-1 0,-6 0 0 15,0 0 1-15,0-2 0 0,0 2 0 0,-3-3 0 31,3 1-11-31,0-4-3 0,-3 4 0 0,3-4 0 0,-3 4-9 0,0-4-3 0,1-2 0 0,-1 3 0 32,-3-3-21-32,3 0-8 0,0 0 0 0,-3-2 9 0,3-3-9 0,0-1 0 0,0 1 0 0,3-3 0 15,-3 0 0-15,3-2 0 0,-3-1 0 0,3 1 0 32,0-1 53-32,4-2 9 0,-4 3 2 0,3-1 0 0,0 0-52 0,0 1-12 0,0-3 0 0,-3 2 0 15,6 1 0-15,-3 2 0 0,3-3 0 0,-3 1 0 16,0-3 0-16,3 0 0 0,-3-3 0 0,0 0 0 15,0-3 0-15,3 4 0 0,-3-4 0 0,0 1 0 16,0 5 0-16,0-3 0 0,0 3 0 0,0-1 0 16,0 1 0-16,-3 0 0 0,0-3 0 0,0 0 0 15,0-2 0-15,0-1 0 0,-3 1 0 0,3-3 0 16,-3 0 0-16,0-3 0 0,1 3 0 0,2-3 0 16,-3 3 0-16,0 0 0 0,3 3 0 0,-3-1 0 15,3 1 0-15,-3 2 0 0,0-5 0 0,3 0 0 16,-3 2 0-16,3-2 0 0,0-3 0 0,0 3 0 15,0 0 0-15,0-3 0 0,0 6 0 0,3-6 0 16,-2 3 0-16,2-3 0 0,0 3 0 0,-3-3-10 16,3 1 10-16,3-1 0 0,-3-3 0 0,3 6 0 0,0-8 0 15,0 8-10-15,3-5 10 0,-3-1 0 0,3 4 0 0,0 2 0 16,3-1 12-16,-3 1-3 0,2 3-9 16,-2-6-12-16,3 0 2 0,0 3 1 0,0 0 9 15,0 0 0-15,3 3 0 0,-3-4 0 16,3 4 0-16,-3 0 0 0,3 4 0 0,0-1 0 0,0 1 0 0,0 4 0 0,0-1 0 0,0 4 0 15,0 1 0-15,-1-2 0 16,1 3 0-16,0-3 0 0,0 6 0 16,0-1 0-16,0-2 0 0,-3 2 0 15,3 6 0-15,0-8 0 0,0 2 0 0,-3 3 0 0,3 3 0 0,0-3-8 0,0-3 8 0,-3 4 0 16,2 1 0-16,-2 1 0 0,0 0 0 0,0-1-8 16,0 1 8-1,0 0 0-15,0 2 0 0,0-2-8 0,-3 5 8 0,3-5 0 16,-3 2 0-16,3 3 0 0,-3-5-13 0,0 2 2 0,3 0 1 0,-3-2 0 15,3 2-5-15,-3 1-1 0,0-1 0 0,0-2 0 16,0 5-8-16,0-8-3 0,0 3 0 0,0-1 0 16,3 1-21-16,-3 2-4 0,3-5 0 0,-3 6-1 15,0-6-15-15,2 0-4 0,-2 0 0 0,3 0 0 16,0 3 35-16,-3-1 6 0,3 4 2 0,-3-9 0 16,0 6 10-16,3 2 3 0,-3 1 0 0,0-6 0 15,0 8 8-15,0-8 8 0,0 2-12 0,0 4 12 16,-3 2-16-16,3-3 4 0,-3 3 1 0,3-3 0 15,-3 3 11-15,3-2 0 0,0-1 0 0,0 1 0 16,-3 2 29-16,3-6 8 0,-3 6 2 0,3-2 0 16,0 2-27-16,-3 0-4 0,3-6-8 0,0 4 11 15,-3 2-11-15,3-3 0 0,0-2 0 0,-3 5 8 0,3-3 0 0,-3 3 0 0,3-3 0 16,-3 3 0-16,3-2-8 0,-3 2-11 16,0 0 3-16,3-5 0 15,-3 5-39-15,0 0-7 0,3-8-2 0</inkml:trace>
  <inkml:trace contextRef="#ctx0" brushRef="#br0" timeOffset="194466.33">14629 3988 1094 0,'0'0'23'0,"0"0"5"16,0 0-28-16,0 0 0 0,0 0 0 0,0 0 0 16,0 0 56-16,0 0 7 0,0 0 1 0,0 0 0 15,0 0-52-15,0 0-12 0,0 0 0 0,0 0 0 0,0 0 54 0,0 0 8 16,0 0 2-16,0 0 0 0,0 0-52 0,0 0-12 0,0 0 0 0,0 0 0 31,0 0 54-31,0 0 8 0,-3 7 2 0,3-7 0 0,-2 3-52 0,2-3-12 0,-3 3 0 0,3-3 0 16,-3 8 54-16,-3-3 8 15,3-2 2-15,-3 5 0 0,0-6-45 0,3 4-9 0,-3-4-2 0,0 3 0 16,-3 1 0-16,3-4-8 0,0 4 12 0,-6 2-4 16,3 0-8-16,0-6 0 0,0 3 0 0,-3 3 8 15,0 0-8-15,1-2 0 0,-4 2 0 0,0 0 0 16,0-1 0-16,3 1 8 0,0 0-8 0,-3 0 0 16,3 3 0-16,-3-3 8 0,4 2-8 0,-4 1 0 15,0-3 0-15,3 2 0 0,3-2 0 0,-3 0 0 16,3 0-12-16,0 3-8 0,0-8-2 0,3 4 0 15,0-1 22-15,0-4 0 0,0 4 0 0,3-4 0 32,3-2 0-32,0 0 0 0,0 0 0 0,0 0 0 0,0 0 0 0,0 0 0 0,0 0 0 0,0 0 0 15,0 0 0-15,0 0 0 0,0 0 0 0,0 0 0 16,0-5 0-16,3-3 0 0,0 3 0 0,3-3 0 16,0-5 0-16,3 2 0 0,0-2 0 0,3 0 0 15,0-1 12-15,3 4 6 0,3-6 2 0,0 5 0 16,-4 1-11-16,7-6-1 0,-3 5-8 0,0-2 12 15,0 2-31-15,3 4-6 0,-6-7-2 0,2 1 0 16,-2 5 27-16,-3-2 0 0,3-1 0 0,-3 3 0 16,0 3 46-16,-3-1 14 0,3 1 4 0,-3 3 0 15,-3-6-52-15,3 5-12 0,-3 3 0 0,0-3 0 16,-4 1 0 0,-2 2 0-16,0 0 0 0,0 0 0 0,6 0 54 0,-6 0 8 0,0 0 2 0,6 2 0 0,-6-2-52 15,3 3-12-15,-3-3 0 0,6 0 0 0,-6 0 0 16,6 3 0-16,-6-3 0 0,3 8 0 15,3-6 54-15,-3 3 8 0,3-2 2 0,-3 0 0 16,0 2-80-16,0 3-16 0,0-3-4 0,0 3 0 0,0-2 36 0,-3 1 0 0,3 1 0 0,-3 6 0 16,0-6 0-16,0-1 0 0,0 4 0 0,-3 0 0 15,3-1 8-15,-3 1-8 0,3 5 0 0,-3-6 0 16,0 1 10-16,3 5-10 16,-3-8 10-16,0 2-10 0,3 1 26 0,-3-1-1 0,3 1 0 0,0-3 0 31,0 0-71-31,0 0-14 0,0-3-4 0,0-5 0 15,0 0 0-15,0 5 0 0,0-5 0 0</inkml:trace>
  <inkml:trace contextRef="#ctx0" brushRef="#br0" timeOffset="198161.91">14522 5633 1051 0,'0'0'21'0,"0"-5"7"0,-3 0-28 0,0-1 0 0,3-1 0 0,0 1 0 16,-3 4 44-16,3 2 4 0,0-6 0 0,0 6 0 31,0-5 7-31,0 5 1 0,0 0 1 0,0 0 0 0,3-5-18 0,-3 5-4 0,0 0-1 0,0 0 0 16,0 0 24-16,0 0 5 0,0 0 1 0,0 0 0 15,0 0-8-15,0 0 0 0,0 0-1 0,0 0 0 16,0 0-18-16,0 0-3 0,0 0-1 0,0 0 0 15,0 0-12-15,0 0-2 0,0 0-1 0,0 0 0 16,0 0-3-16,3 8-1 0,-3-3 0 0,3 6 0 16,0-4-5-16,0 7-1 0,0-4 0 0,0 3 0 15,0 1 6-15,0-1 1 0,0 0 0 0,0 0 0 16,0 3-24-16,0-2-5 0,0-1-1 0,0 3 0 16,0 0 15-16,-3-1 0 0,3 4 0 0,0-3 0 15,-3 0 0-15,3-3 0 0,-3 3 0 0,0-3 0 16,3-2 24-16,-3-1 7 0,0 1 1 0,3-1 1 15,-3-2-33-15,0 0 0 0,0 0 0 0,0-3 0 16,0 1-22-16,0-4-8 0,0-2-2 0,0 6 0 16,0-6-25-16,0 0-6 0,0 0-1 0,0 0 0 15,0 0-102-15,0 0-21 0,0 0-4 0</inkml:trace>
  <inkml:trace contextRef="#ctx0" brushRef="#br0" timeOffset="199796.5">14549 5647 1040 0,'0'0'21'0,"0"0"7"16,0 0-28-16,0 0 0 0,0 0 0 0,0 0 0 0,0 0 68 0,0 0 8 0,-3 2 1 0,3-2 1 15,-3 5-6-15,3-5 0 0,0 0-1 0,0 0 0 16,-3 6-12 0,3-6-3-16,0 0 0 0,-3 5 0 0,3-5-5 0,-3 5-2 0,3-5 0 0,0 6 0 31,-3-1-26-31,3 3-6 0,0-3-1 0,0 0 0 0,0 3 11 0,0 0 1 0,0 0 1 0,0 0 0 16,0 3-21-16,0-3-8 0,0 2 0 0,3 4 0 15,-3-4 0-15,0 1 0 0,3 2 0 0,0-2 0 16,0 2-19-16,0-3-9 0,0 4-3 15,3-4 0-15,0 1 50 0,0-1 9 0,0 1 3 0,0-3 0 16,0 0-31-16,0 0 0 0,0-3 0 0,0 3 0 16,0-3 0-16,3-2 0 0,-1 2 0 0,1-2 0 15,0-3 9-15,0 2-9 0,0-2 8 0,0 0-8 16,0-2 0-16,0-1 0 0,0 1 0 0,0-1 0 16,0-5 12-16,0 3-4 0,-3-3 0 0,3 0 0 62,0-3 11-62,-4 3 1 0,1-5 1 0,3 2 0 16,-3-2 35-16,0-3 6 0,-3 3 2 0,0-5 0 0,0 4-35 0,0-1-6 0,0-1-2 0,-3 0 0 0,0 0 11 0,0 3 1 0,0-3 1 0,-3 3 0 15,0-1-20-15,0-2-4 0,0 1-1 0,-3 1 0 0,0 4-9 0,0-3 0 0,0 2 0 0,0 0 0 0,-2 3 53 16,-1 3 9-16,0-5 2 0,0 2 0 0,-3 2-64 0,3-2-18 16,0 6-1-16,-3-4 0 0,3 1 19 0,-3 2 0 0,3 1 0 15,-3-1 0-15,3 3 12 0,1 0 5 0,2 0 2 16,-3 0 0-1,3 3-46-15,-3-1-9 0,3 1-1 0,0 0-1 16,0-1 10-16,0 4 1 0,3-1 1 0,-3 0 0 16,3 1-32-16,0 2-6 0,0 2-2 0,0-5 0 15,0 3-85-15,0 3-17 0,3 0-3 0</inkml:trace>
  <inkml:trace contextRef="#ctx0" brushRef="#br0" timeOffset="200178.51">15201 5398 1208 0,'0'0'51'15,"0"0"-41"1,0 0 90-16,0 0 19 0,0 0 3 0,0 0 1 16,0 0-32-16,0 0-7 0,0 0 0 0,0 0-1 0,0 0-29 0,-6 0-6 15,6 0 0-15,-9 2-1 16,3 4-7-16,0-1 0 0,-3 0-1 0,0 3 0 0,3 3-11 0,-3-6-3 0,1 6 0 0,-4 2 0 31,3 0 10-31,0 0 1 0,-3 3 1 0,0 0 0 0,3 3-29 0,-3-3-8 0,3 2 0 0,-3 1 0 31,3-1-25-31,-3 1-7 0,3-1 0 0,-2 1-1 0,2-1-12 16,0 1-3-16,0-1 0 0,0 1 0 0,0-1-32 16,3-2-6-16,-3 0-2 0</inkml:trace>
  <inkml:trace contextRef="#ctx0" brushRef="#br0" timeOffset="200563.08">14844 5557 1428 0,'-3'-11'60'16,"0"3"-48"-1,0 3 77-15,3-1 15 0,0 6 4 0,0 0 0 16,0-5-39-16,0 5-7 0,0 0-2 0,0 0 0 15,3-2 4-15,0-4 0 0,3 6 0 0,0 0 0 16,0 0-52-16,0 0-12 0,3 3 0 0,-1 0 0 16,1-1 0-16,0 3 0 0,0 3 0 0,0 0 0 15,0 0 54-15,3 0 8 0,-3 0 2 0,3 3 0 16,0-1-64-16,0 1-26 16,0 0 2-16,-1-1 0 0,4 1 24 0,-3-3 0 0,3 2 9 0,-3 1-9 0,3-3 21 15,0 2-2-15,0-2-1 0,-3 3 0 16,3-3-18-16,-4 2 0 0,4-2 0 0,-3 0 0 15,0 0-38-15,0 0-11 0,-3 0-3 0,3 0 0 16,-3-3-79-16,0 1-16 0,0-1-3 0</inkml:trace>
  <inkml:trace contextRef="#ctx0" brushRef="#br0" timeOffset="200864.91">15457 5483 1579 0,'0'-14'32'0,"0"14"10"0,0-5-34 0,3 0-8 0,-3-3 0 0,3 2 0 16,-3 1 94-16,3 0 17 0,-3-3 3 0,3 3 1 15,-3-1-39-15,0 4-8 0,0 2-2 0,0 0 0 16,0 0-44-16,0 0-9 0,0 0-1 0,0 0-1 15,0 0 42-15,0 0 9 0,0 0 2 0,0 0 0 16,-3 2-52-16,-3 6-12 0,0 3 0 0,0-3 0 16,0 2 0-16,-3 6 0 0,3 0 0 0,0 3 0 15,0-3 0-15,-3 5 0 0,0-3 0 0,3 1 0 16,-2-1 0-16,-1 3 0 0,3 1 0 0,-3-4 0 16,0 1 0-16,0-1-8 0,-3-2 8 0,3 0-13 15,0 0-34 32,0-3-6-47,0 3-2 0,0-5 0 0,3-1-85 0,0-2-16 16,0 0-4-16</inkml:trace>
  <inkml:trace contextRef="#ctx0" brushRef="#br0" timeOffset="201177.81">15278 5520 1792 0,'0'0'51'0,"0"0"10"0,0 0-49 0,0 0-12 0,-3-3 0 0,3 3 0 16,0 0 105-16,0 0 19 0,0 0 3 0,0 0 1 16,0 0-103-16,0 0-25 0,0 0 0 0,0 0 0 15,0 0 56-15,0 0 7 0,0 0 1 0,3 0 0 16,3 3-52-16,-3-1-12 0,3 1 0 0,3 2 0 16,-3 0 54-16,3 1 8 0,-3 2 2 0,3 0 0 15,0 0-52-15,0 2-12 0,0-2 0 0,0 3 0 16,0-1 0-16,0 1 0 0,2-3 0 0,-2 2 0 15,3 1 0-15,-3-3 0 0,0 0 0 0,0 2 0 16,3-2 0-16,-3 0 0 0,0 0 0 0,0 0 0 16,0 5 0-16,0-7 0 0,0 4 0 0,-1 1 0 15,1-3-30-15,-3 2-9 0,0-2-1 0,-3 0-1 16,3-2-116-16,-3 1-23 0,3-1-5 0</inkml:trace>
  <inkml:trace contextRef="#ctx0" brushRef="#br0" timeOffset="204116.53">14790 10806 1337 0,'0'0'56'0,"0"0"-44"31,0 0 144-31,0 0 28 0,-6 3 7 0,3 2 1 0,3-5-103 0,-6 5-20 0,3-2-4 0,-3 2-1 16,0-2 0-16,0 0 0 0,1-1 0 0,-1 1 0 15,-3 0-51-15,3-1-13 0,-3-2 0 0,0 3 0 16,0-3 0-16,-3 0 0 0,3 0 0 0,-3 0 0 31,-3 0 0-31,3-3 0 0,-3 1 0 0,1-1 0 0,-4 0 0 0,0 1 0 0,0-1 0 0,-6 0 0 16,0 1 0-16,1 2 0 0,-4-3 0 0,-6 0 0 15,3 1 0-15,-2-1-12 0,-1-2 3 0,0 2 0 16,0 1-37-16,4-4-7 0,-1 1-2 16,0-3 0-1,-3 3 65-15,1-3 13 0,-1-3 2 0,-3 1 1 0,0 2-26 0,4-3 0 0,-4-2 0 0,3 0 0 16,3 2-25-16,1-2 2 0,2-3 1 0,-3 3 0 15,6-3 22-15,-3 0 0 0,1-2 0 0,-1-1 0 16,0 0 25-16,3-2 10 0,-3 3 1 0,1-6 1 16,-1 0-15-16,3-2-3 0,0-6-1 0,0 0 0 15,7 0-7-15,-4-2-2 0,6 2 0 0,-6-5 0 16,6 3-9-16,0-3 0 0,0 0 0 0,1 0 0 16,2-3 8-16,-3-2-8 0,0-1 12 0,0-2-4 15,0 3-8-15,0 0-9 0,0-1 9 0,-3-2-13 16,4 0 13-16,2 0 0 0,-3-2 0 0,0-3 0 15,0 2 0-15,3 3 0 0,3 0 0 0,-3-5 0 16,0 2 0-16,3-2 0 0,-2-3 0 0,2 0 0 16,0 3 22-16,0-1 7 0,0 1 2 0,3-3 0 15,-3 3 1-15,3-3 1 0,-3 0 0 0,3-5 0 0,0 8-33 16,0-3 0-16,3 0 0 0,-3-3 0 0,3 1 0 0,3-1 0 16,-3-2 0-16,0-3 0 0,3 5 0 0,0 3 0 0,-3 1 0 0,3-7 0 15,0 4 19-15,3-3-3 0,-3-3-1 16,0-3 0-16,3 6-24 0,0 2-5 15,0-2-1-15,0-3 0 0,3 3 15 0,0 0 0 0,0-3 0 0,3-5 0 16,-3 2 0 0,3 4 0-16,0-7 0 0,0 1 0 0,3 8 16 0,-3 0 7 0,3 0 1 0,-1-6 0 15,1 6-24-15,0-3 0 0,0-2 0 0,0-4 0 16,0 7 0-16,3-1 0 0,-3 2 0 0,0-4 0 16,0 5 0-16,-4 2 0 0,1-2 0 15,0 0 0-15,0 0 0 0,-3 2 0 0,0-2 0 0,3 0 0 16,-3 2 0-16,0 3 0 0,0 3 0 0,0-6 0 15,0 6 0-15,-3 0 0 16,3-1 0-16,0-2 0 0,3 6 0 0,-3 2 0 0,3-3 0 0,0 1 0 16,-1 2 0-16,1 0 0 0,0 0 0 0,3-3 0 15,0 8-20-15,3-5-1 0,-3 0-1 0,3 3 0 16,0 5 34-16,0 0 6 0,-1 3 2 0,1-1 0 16,0 3-20-16,0-2 0 0,0 2 8 0,-3-2-8 15,3 2 0-15,-3 3 0 0,-3 3 0 0,2-4 0 16,1 7 0-16,-3-1 0 0,0 5 8 0,0-2-8 31,0 5 0-31,0-5 0 0,0 5 0 0,-3-2 0 0,0 2-16 0,3 0-6 0,-3 0-2 0,3 3 0 16,-3-3 39-16,3 0 7 0,-3 0 2 0,2 3 0 0,-2-3-24 15,3 0 0-15,0 0 0 0,0 0 0 0,3 6 0 0,-3-9 0 16,3 3 0-16,0 1 0 0,0 1-15 0,0 4-7 0,0-6-2 16,2 3 0-16,1 5 39 0,-3-5 7 0,3 5 2 0,0 0 0 15,-3-3-24 1,0 3 0-16,3 0 0 0,-3 0 0 0,0 6 0 0,-1-6 0 0,1 0 0 0,0 2 0 15,0 1 0-15,0-3 0 0,-3 6 0 0,0-6 0 16,0 0 0-16,0 2 0 0,-3 1 0 0,0 2 0 16,0-4 0-16,0-1 0 0,0 2 0 0,-3 1 0 15,2 2 0-15,-2-5 0 0,3 0 0 0,0 3 0 16,-3 0-15-16,0 0-7 0,0-1-2 0,0 1 0 16,0 2 24-16,0-2 0 0,-3 0 0 0,3-1 0 31,-3 6 0-31,3-2 0 0,-3-3 0 0,0 2 0 0,3 0-56 0,-3-5-6 0,0 0-2 0,3 3 0 31,-3 0-51-31,0 2-10 0,3-5-3 0,-3 0 0 0,0 3-33 0,0 0-7 0,0-1-2 0</inkml:trace>
  <inkml:trace contextRef="#ctx0" brushRef="#br0" timeOffset="204463.68">13954 3802 1120 0,'0'0'23'0,"0"0"6"16,-6-2-29-16,0 2 0 0,6 0 0 0,-6-3 0 15,6 3 103-15,-6 0 14 0,6 0 3 0,-6 0 1 0,6 0-45 0,-6 0-10 16,6 0-2-16,0 0 0 0,0 0 0 16,0 0 0-16,0 0 0 0,0 0 0 15,0 0-51-15,3 5-13 0,3 3 0 0,0-5 0 0,3 2 54 0,0-2 8 0,3 2 2 0,0-5 0 16,2 3 0-16,4-1 0 0,0-2 0 0,0 3 0 15,-3 0-52-15,3-3-12 0,-3 2 0 0,-3 1 0 16,2 2 0-16,-2-5 0 0,0 8 0 0,-3-5 0 16,3 2 54-16,-3-2 8 0,0 5 2 0,-3-3 0 15,0 3-64-15,0 0-15 0,0 0-1 0,-3 0-1 16,0 2 17-16,-3-2 0 16,0 0 0-16,0 3 0 0,-3-1 8 0,0 1-8 0,-3 0 0 0,0 4 9 15,0-4-21-15,0 0-5 0,-3 5-1 0,3-9 0 16,0 7-116-16,-3-4-23 0,3 1-5 0</inkml:trace>
  <inkml:trace contextRef="#ctx0" brushRef="#br0" timeOffset="205694.62">13969 9764 1299 0,'0'0'55'0,"0"0"-44"31,-6 2 81-31,0 4 17 0,0-4 3 0,0 4 1 0,-3-1-29 0,0 3-7 0,0 0-1 0,-3 2 0 16,3 4-28-16,0-1-7 0,-3 3-1 0,3 2 0 16,-2 3-24-16,-1 1-6 0,0 1-1 0,0 4 0 15,0-3-9-15,0-1 0 0,3 4 0 0,0-3 0 16,0 0-29-16,0-3-5 0,0 3-1 0,0-3 0 16,1-3-27-16,2 1-6 0,0-3 0 0,0-3-1 15,-3-3-26-15,3 1-5 0</inkml:trace>
  <inkml:trace contextRef="#ctx0" brushRef="#br0" timeOffset="206013.58">13686 9817 1580 0,'-6'-6'67'0,"0"4"-54"15,3-1 41 1,3 3 8-16,0 0 2 0,0 0 0 0,0 0 0 0,0 0 0 15,0 0 0-15,0 0 0 0,0 5 0 0,3 3 0 0,0 3 0 0,0-1 0 16,3 4-8-16,0-1-2 0,0 3 0 0,0 0 0 31,3 2-35-31,0-2-7 0,0 3-2 0,-1-1 0 0,4-2-10 0,0 3 0 0,0-4 0 0,3 1 0 16,0 0 14-16,0-3 1 0,0 1 0 0,3-4 0 16,-1 1-15-16,1-1 0 0,0 1 8 0,0-3-8 15,0 2 0-15,-3-2 0 0,0-2 0 0,0 2 0 16,-4-3-25-1,4-2 1-15,-3-1 1 0,0 1 0 0,-3-3-94 0,0 0-19 16,0 0-4-16</inkml:trace>
  <inkml:trace contextRef="#ctx0" brushRef="#br0" timeOffset="206532.06">14248 9740 1824 0,'0'0'38'0,"0"0"8"0,0 0-37 15,0 0-9-15,0 0 0 0,0 0 0 0,0 0 62 0,-5 3 10 0,-1-3 3 0,6 0 0 16,-9 2-18-16,3 1-3 0,3 2-1 0,-3 0 0 16,3 1-42-16,-3 2-11 0,3 0 0 0,0 0 0 31,3 2 53-31,-3 1 9 0,0 2 2 0,3 0 0 0,0 3-52 0,0 0-12 0,0 0 0 0,0 0 0 16,3 0 0-16,-3-3 0 0,6 0 0 0,-3 3 0 15,3-6-48-15,0-2-13 16,0 3-3-16,0-3 0 0,0-3 52 0,3 1 12 0,-1-1 0 0,-2-3 0 15,3-2 18-15,0 0 6 0,-3-2 2 0,3 2 0 16,0-5-26-16,-3 2 0 0,3-2 8 0,0-1-8 16,0 1 16-16,-3-6 2 0,3 1 0 0,-3 2 0 15,0-5 18-15,0 2 3 0,0-2 1 0,-4 0 0 16,1-1-2-16,-3 4 0 0,3-6 0 0,-3 3 0 16,0-1-7-16,-3 4-2 0,3-3 0 15,-3 2 0-15,-2 0-12 0,2 1-2 0,-3 2-1 0,-3 0 0 16,0 0-14-16,0 3 8 0,0-3-8 0,-3 5 0 15,0 1 0-15,0-1-21 0,0 0 3 0,0 3 1 16,0 3-57-16,1-3-11 0,-1 3-3 0</inkml:trace>
  <inkml:trace contextRef="#ctx0" brushRef="#br0" timeOffset="206882.58">14885 9504 1539 0,'0'0'64'0,"-5"-2"-51"16,-1 2 85-16,0 0 17 0,3 0 3 0,-3 0 1 16,0 0-36-16,6 0-7 0,-6 2-2 0,0 1 0 15,0 0-22-15,0 2-4 0,0-2 0 0,0 2-1 16,0 0-15-16,0 1-4 0,0-1 0 0,0 3 0 16,0 0-4-16,0 0 0 0,-3 0-1 0,0 0 0 15,3 2-5-15,-2 1-1 0,-1 2 0 0,0 0 0 16,0 0-17-16,-3 3 8 0,3-3-8 0,-3 3 0 15,0 0 0-15,3 3 0 0,-6-3 0 0,3 2-12 16,3 1-21-16,-2-3-4 0,2 2-1 16,-3 1 0-16,3-4-41 0,0 1-8 0,0 0-1 0</inkml:trace>
  <inkml:trace contextRef="#ctx0" brushRef="#br0" timeOffset="207192.03">14549 9563 1997 0,'-3'-11'56'0,"0"0"13"0,0 4-55 16,0 1-14-16,0 1 0 0,3 5 0 0,0 0 84 0,0 0 15 0,0 0 2 0,0 0 1 16,0 0-46-1,0 0-10-15,0 0-2 0,6 3 0 0,0 2-7 0,-3 3-1 0,6 0-1 0,-3 0 0 16,0 2-9-16,3 4-2 0,0-1 0 0,3 0 0 15,0 0-24-15,0 0 0 0,2-2 0 0,4 5 0 16,-3-3 16-16,3 0 10 0,-3-2 2 0,3 5 1 31,-3-3-20-31,2-2-9 0,-2 2 8 0,0-3-8 0,0 4 0 0,-3-4 0 0,0 3 8 0,0 1-8 16,3-4 26-16,-6 4 3 0,3-1 1 0,-1-3 0 16,-2 1-68-16,-3 0-14 15,3-1-2-15,-6 1-1 0,3-3-113 0,-3-3-24 0</inkml:trace>
  <inkml:trace contextRef="#ctx0" brushRef="#br0" timeOffset="213566.08">14918 14386 1675 0,'0'0'71'0,"0"0"-57"16,0 0 114-16,0 0 24 0,-3 8 4 0,3-2 0 15,-3-1-66-15,3 0-14 0,-3 0-2 0,0 1-1 32,3-1-30-32,-3 3-7 0,0-3 0 0,0 1-1 0,0-1-4 0,0 3-1 0,0-3 0 0,0 0 0 15,-2 1-15-15,2-1-3 0,-6 3-1 0,3-3 0 16,-3 3 1-16,3-3 0 0,-3 1 0 0,-3-1 0 15,3 0-12-15,-3 1 12 0,0-1-12 0,-3-3 12 16,0 1-12-16,-2 2 8 0,-1-5-8 0,0 3 8 16,-3-3-8-16,0 0 10 0,-3 0-10 0,1-3 10 15,-4 3-10-15,0 0-9 0,0 0 9 0,-6 3-13 16,1-3 13-16,-4 0 0 0,-3-3 0 0,1 3-9 16,-1-5-16-16,0 2-3 0,3-2-1 0,-5 0 0 15,2-3 29-15,-3 0 0 0,1 0 0 0,-4-5 0 16,0 2 8-16,1-7 7 0,-1 2 1 15,1-5 1-15,2 0-27 0,-3-1-6 0,4-1 0 0,-4-4-1 0,3 1 25 16,-5 2 4-16,2-5 2 0,-3 0 0 0,4-3-22 16,2-3-5-16,0 1-1 0,-2-6 0 15,2 1 14-15,-6-1 0 0,4-5 0 0,-7-3 0 0,6 3 0 0,4-2 0 0,-1 2 0 0,-3-8 0 16,4 3 10-16,-4-3 5 0,0-6 1 16,-2-1 0-16,2 7-16 0,4-6 0 0,-4-1 0 0,0-4 0 15,7 6 0-15,-4 0 0 0,6-3 0 0,-6-5 0 16,4 2 0-16,-1-2 0 0,0-3 0 0,-2-5 0 15,8 5-10-15,0 1-5 0,0-1-1 0,1-8 0 32,2 8 24-32,0 0 4 0,0-2 0 0,-2-6 1 0,2 6-13 0,-3-3 0 0,3 0 0 0,-5-8 0 15,5 5 0-15,3 0-16 0,0 0 1 0,-2-10 1 16,5 10 44-16,0 1 9 0,3-4 1 0,-3-4 1 16,3 7-25-16,-2 0-4 0,2 0-2 0,-6-10 0 15,6 8-10-15,0-1 0 0,1 1 0 0,-4-11 0 31,3 11 0-31,3-6 0 0,-3 0 0 0,0-7 0 0,3 7 0 0,4-2 0 0,-1-3 8 0,0-6-8 16,3 9 0-16,0 0 0 0,0-1 0 0,3-9 8 16,3 7-8-16,0 0 0 0,0 0 0 0,0-14-11 15,3 14 11-15,3 1 0 0,-3-4 0 0,3-8-8 16,0 11 8-16,3 0 0 0,0-2 0 0,3-6 0 16,3 8 0-16,0 3 0 0,0-3 0 0,3-6-8 15,3 9 20-15,0 2 4 0,3-2 0 0,0-5 1 16,2 7-27-16,-2 3-6 0,3-3 0 0,3-7-1 15,-3 9 17-15,0 1 0 0,2-2 0 0,-2-6 0 0,0 10 0 0,-3 4 0 16,-3-1 0-16,3-5 0 0,-1 8 0 0,-2 0 0 16,0 0 0-16,3 0 0 15,0 7 0-15,0 1 0 0,0 0 0 16,3-5 0-16,-1 7 0 0,1-2 0 0,0-3 0 0,3-2 0 0,0 10 0 16,-4 0 0-16,4 3 0 0,3-3 0 0,-3 3 0 0,-3 0 0 0,0-1 0 15,2-4 0-15,-2 5 0 0,3 2 0 0,-3-2 0 16,0-3 0-16,3 8 0 0,-1 0 0 0,4-2 0 0,0-1 0 15,-3 3 0-15,3 6 0 0,2-4 0 0,1-2 0 16,-3 6 0-16,0-1 0 0,-4 3-8 0,4-3 8 16,0 6 0-16,0 0 0 0,0 2 0 0,-1-2 0 15,1 2 0-15,3-2 0 0,0 2-12 0,2-2 12 16,-2 7 0-16,0 1 0 0,0 5 0 0,0-3 0 16,-4 6 0-16,-2-1 0 0,0 1 0 0,0-3 0 15,-3 2 12-15,2 3 8 0,4-5 3 0,-3 3 0 16,3-1-38-16,0 6-7 0,-1-5-2 0,4 2 0 15,-3 5 24-15,0 1 0 0,-3 2 0 0,2 0 0 16,-2 0 0-16,0 3 0 0,-3-3 0 0,3 3 0 16,-4 0 0-16,1-1 0 0,3 4 8 0,0-3-8 15,0 2 0-15,-3 0 0 0,5 3 0 0,-5-2 0 16,3 2 0-16,-3 3 0 0,-3-9 0 0,3 12 0 16,-4-9 11-16,-2 3 9 0,0 6 3 0,0-6 0 15,-3 2-35-15,0 4-6 0,0-6-2 0,-3 5 0 16,0-2 20-16,0 2 0 0,-1 1 0 0,-2-4 0 15,0 4 0-15,3 2 0 0,-3-6 0 0,0 4 0 0,-3-1 0 0,3-2 0 16,-3 2 0-16,0 0 0 16,-3 3-39-16,3 0-4 0,0-7-1 0,-3 1 0 47,0 4-16-47,0-6-3 15,0 0-1-15,0 2 0 0,-3-2-153 0,0 1-31 0,0-4-7 0</inkml:trace>
  <inkml:trace contextRef="#ctx0" brushRef="#br0" timeOffset="213901.84">13406 3286 1337 0,'-15'3'28'15,"9"2"6"-15,6-5-34 0,-6 3 0 0,6-3 0 0,0 0 0 16,0 0 58-16,-3 5 5 0,3-5 1 0,0 0 0 15,0 0 0-15,-3 3 0 0,3-3 0 0,0 0 0 16,0 5 8-16,3 0 3 0,-3-5 0 0,3 8 0 16,3-5-25-16,3 2-5 0,-3-2-1 0,3 0 0 15,3 2-28-15,0-2-5 0,0-3-2 0,3 7 0 16,0-7 27-16,2 3 4 0,4 2 2 0,-3-2 0 16,3 2-18-16,0 1-3 0,0-1-1 0,-1 6 0 15,1-4-7-15,-6 1-1 0,3 3-1 0,-3 0 0 16,-3 4-11-16,3-1 12 0,-3 4-12 0,0 1 12 0,-4-3-12 15,1 5 12-15,0-5-12 0,-3 5 12 16,-3-3-4-16,0 1 0 0,-3-1 0 0,0 4 0 0,-3-1-8 0,0 0 0 0,-3 3 9 16,0-3-9-1,0 0-18-15,0 3-8 0,0-6-2 0,1 6 0 16,-1-5-104-16,-3-1-20 0,3 1-5 0</inkml:trace>
  <inkml:trace contextRef="#ctx1" brushRef="#br0" timeOffset="120255.95">18225 14400 0</inkml:trace>
  <inkml:trace contextRef="#ctx0" brushRef="#br0" timeOffset="-214699.04">13784 13426 2028 0,'0'0'42'0,"-3"-5"10"0,3 5-41 0,-3-3-11 0,3 3 0 0,0 0 0 15,0 0 61-15,0 0 11 0,-6-3 1 16,6 3 1-16,-6 0-8 0,0 3-2 0,0 0 0 0,0 4 0 16,0-1-21-16,0 2-5 15,1 2-1-15,-1 1 0 0,-3 5-8 0,0 0-1 0,0 5-1 0,0 0 0 16,0 3-27-16,-3 0-12 0,0 5 0 0,0 0 1 15,0-3 11-15,0 1 0 0,3-3 0 0,-2 5 0 16,2-6 0-16,0 4-8 0,0-3 8 0,3 2-8 47,0-2-22-47,0 0-4 0,3-3-1 0,-3 3 0 0,3-6-30 0,0-2-7 0,0-3 0 0,0 1-1 0,0-4-118 0,0-5-23 16,3 1-5-16</inkml:trace>
  <inkml:trace contextRef="#ctx0" brushRef="#br0" timeOffset="-214413.06">13495 13513 1668 0,'-9'-5'70'0,"3"0"-56"16,-2-1 92-16,2 4 18 0,3 2 4 0,3 0 1 16,-6 0-39-16,6 0-8 0,-6 0-2 0,6 0 0 15,0 0-26-15,0 0-6 0,-3 5 0 0,3-5-1 16,0 8-10-16,3 0-1 0,-3 0-1 0,6 2 0 15,0-2-10-15,0 3-1 0,3-1-1 0,2 4 0 16,4-1-7-16,-3-3-2 0,6 4 0 0,-3-1 0 16,3 3-14-16,3-3 11 0,-1-2-11 0,1 2 10 0,0-3-10 0,-3 1 0 15,0-3 0-15,-3 0 8 16,3 2-8-16,-1-4 0 0,1 2 0 0,-3-3 0 0,3 0-10 0,-3 1-1 0,0-4 0 0,0 1 0 31,0 2-93-31,-3-5-20 0,-1 3-3 0</inkml:trace>
  <inkml:trace contextRef="#ctx0" brushRef="#br0" timeOffset="-213896.76">14284 13349 2066 0,'0'0'43'0,"0"0"10"0,-6-3-42 15,6 3-11-15,-3-2 0 0,3 2 0 0,-6 0 83 16,0 0 14-16,6 0 3 0,-9 2 1 0,3 1-45 0,1 0-10 0,-1-1-2 0,0 4 0 16,-3-1 3-16,3 6 0 0,-3-4 0 0,0 1 0 15,3 3-63 1,-3 2-13-16,0 3-3 0,0 0 0 0,0 2 32 0,3 4 0 0,0-4-8 0,0 3 8 16,-3 1-20-16,3-1 0 0,3 0-1 0,-2 0 0 15,-1-2-39-15,0-1-8 0,0 1-2 16</inkml:trace>
  <inkml:trace contextRef="#ctx0" brushRef="#br0" timeOffset="-213603.69">14043 13397 1805 0,'-6'-6'76'0,"-3"1"-61"15,3 0 90-15,0 2 19 0,3 1 3 0,3 2 1 16,0 0-51-16,0 0-9 0,0 0-3 0,0 0 0 16,0 0-24-16,0 0-5 0,0 0 0 0,0 0-1 15,0 0-14-15,3 2-2 0,6 3-1 0,0 3 0 0,0-2-5 16,3 2-1-16,0 2 0 0,0-2 0 0,0 3-12 16,0-1 8-16,2-2-8 0,-2 3 0 0,3-1 0 0,0 1 0 0,0 0 0 0,-3-1 0 15,3 1 0-15,3-1 0 0,-3 1 0 0,-1 0 0 16,4-1 0-16,-3 1 0 0,0-3-13 0,0 0 4 31,0-1-15-31,-3 1-2 0,0 0-1 0,-3-2 0 16,0-1-23-16,-1 0-5 0,1-2-1 15,0 0 0-15,-3-6-153 0,3 0-31 0</inkml:trace>
  <inkml:trace contextRef="#ctx0" brushRef="#br0" timeOffset="-213127.86">14543 13238 1820 0,'0'0'76'16,"0"0"-60"0,0 0 98-16,-3 0 20 0,3 0 4 0,0 0 1 15,0 0-68-15,-6 0-14 0,6 0-2 0,0 0-1 16,-6 0 7-16,6 0 2 0,-6 5 0 0,3 1 0 15,-3-1-50-15,3 3-13 0,3 0 0 0,-3 2 0 16,3-2 0-16,0 5 0 0,0-2 0 0,3 2 0 16,-3 0 0-16,0 1 0 0,3-1 0 0,0 3 0 15,-3-3 0-15,3 0 0 0,0 3 0 0,0-3 0 16,0 1-20-16,3-1-7 0,-3-3-1 0,3 1 0 16,-3-3-5-16,3 0-2 0,3 0 0 15,-3-3 0-15,3-2 8 0,-3-1 2 0,0-2 0 0,0 0 0 16,3-2-11-16,-3-4-3 0,3 1 0 0,-3 0 0 0,2 0 39 0,1-3 0 0,-3-3 0 0,3 3 0 15,0-2 28-15,-3-1 14 0,3 0 2 0,-3 1 1 16,0-1 7-16,0-2 0 0,-3 2 1 16,3-2 0-16,-3 3-18 0,-3-4-4 0,0 4-1 0,0-3 0 31,0 2 27-31,-3-2 6 0,3-1 1 0,-6 1 0 0,3 3-52 0,-3-1-12 0,3-2 0 0,-3 5 0 16,0 0 30-16,-3 0 3 0,0 3 1 0,0 2 0 15,0 3-3-15,0 0-1 0,-2 0 0 0,-1 3 0 16,0 2-59-16,0 0-12 0,0 3-3 15,0 0 0-15,0 0-83 16,3 0-17-16,-3 0-3 0</inkml:trace>
  <inkml:trace contextRef="#ctx0" brushRef="#br0" timeOffset="-204359.37">17338 8001 1371 0,'-3'-7'28'0,"3"7"8"0,0 0-36 0,0-6 0 0,0 6 0 0,0-5 0 16,0 5 85-16,0 0 11 0,0 0 1 0,0 0 1 16,0 0-19-16,0 0-4 0,0 0-1 0,0 0 0 15,0 0-22-15,6 0-5 0,-3 3-1 0,3 2 0 16,0 0-22-16,0 0-5 0,0 1-1 0,0 2 0 16,0 0-2-16,0 0 0 0,3 0 0 0,0 2 0 15,0 1-16-15,0-1 0 0,2 4-8 0,1-4 8 16,0 1 0-16,0 2 0 0,3-2 0 0,-3 2 0 15,3 0 20-15,0 0 9 0,-3 3 3 0,2 0 0 0,-2 2-20 16,-3 1-4-16,3 0-8 0,-3-1 12 0,0 1 11 0,-3-1 1 16,0 3 1-16,0-2 0 0,0-1-33 0,-3-2-8 15,-3 0 0-15,0 0-1 0,0 2 17 0,-3-4 0 0,0 2 0 0,0-1 0 32,-3-1 0-32,0 2-8 0,0-3 8 0,0 0 0 0,-3 0 9 0,3 0 9 0,-3 1 2 15,0-1 0 1,0 0-42-16,-2 0-8 0,2 3-2 0,-3-3 0 0,0 3 0 15,3-2 0-15,-6 1 0 0,6-1 0 0,-6 2 32 0,3-3 10 0,0 0 0 0,-2 0 0 16,-1 0-22-16,0 1-4 0,3-4 0 0,-3 1-1 16,-3-1 4-16,0 1 1 0,0 0 0 0,-2 2 0 15,-1-3 1-15,3 1 1 0,-3-3 0 0,0 3 0 16,-3-4-1-16,4 1 0 0,2 0 0 0,-3-2 0 16,0 2-11-16,0-3-2 0,3 3-1 0,0-3 0 15,4 0 0-15,-4-2 0 0,3 0 0 0,0 2 0 16,-3-5 25-16,3 0 0 0,0 0 0 0,-3-3 0 15,4 3 14-15,-1-2 5 0,-3-1 1 0,3-2 0 16,0-1-12-16,0 1-8 0,3-3 9 0,-3 0-9 16,3 0 56-16,-2 0 6 0,-1-2 1 0,3 2 0 15,-3-3-50-15,0 1-13 0,-3-3 0 0,3 2 0 16,-3-2 47-16,4-1 4 0,-4-1 1 0,3 1 0 16,0 1-32-16,3 0-7 0,0-3-1 15,0 3 0-15,-3-3 20 0,3 3 4 0,0-3 1 0,1 3 0 16,-1-1-14-16,0 1-3 0,3 0-1 0,-3 0 0 15,3-1-8-15,0 1-2 0,3 3 0 0,0-4 0 16,0 4-9-16,3-3 10 0,0-1-10 0,0 4 10 0,-3-3-10 0,6-1 0 16,-3-2 0-16,0 1 0 0,0-1 0 0,3-3 0 0,-3 3 0 15,0-2 0-15,0-1 0 0,3 1 0 0,-2-1 0 0,-1 1 0 16,0-1 0-16,3 1 0 0,0 2 0 0,-3 0 0 16,3 3 0-16,0-1 0 0,0 1 0 0,0 0 0 15,0 2-12-15,0 1-5 0,0 2-1 0,0-3 0 31,0 3-35-31,3-2-7 0,-3 2-2 0,3 0 0 0,2 0-138 16,1 0-28-16</inkml:trace>
  <inkml:trace contextRef="#ctx0" brushRef="#br0" timeOffset="-203818.23">16514 8091 1644 0,'-3'-2'34'0,"-3"-1"9"15,6 3-35-15,-6-2-8 0,0 2 0 0,0 2 0 16,0 1 36-16,-3-1 4 0,0 1 2 0,-3 2 0 15,0 1-34-15,3 2-8 0,-3 0 0 0,1 2 0 16,-1 1 0-16,0-1-17 0,-3 1 4 0,0 2 1 16,3 3 12-16,0 0 0 0,3 0 0 0,-3 5-9 0,0-3 9 0,3 1 0 0,1-1 0 0,2 1 0 15,-3-3 0-15,3 0 0 0,0-3 0 0,0 0 0 16,0-2 0 0,3-1 0-16,0 1 0 0,0-6 0 0,0 3 0 0,3-8 0 0,0 0 0 0,0 0 0 15,0 0 0-15,0 0 0 0,0 0 0 0,0 0 0 16,3-8 0-16,0 0 0 0,0 0 0 0,3-5 0 15,3 0 0-15,-3-6 0 0,0 1 0 0,3-1 0 32,-1 1 18-32,-2-3-1 0,3 2 0 0,0-2 0 0,-3 5 38 0,3-2 7 0,0 2 2 0,-3 0 0 15,0 3-3-15,0-1 0 0,0 4 0 0,0-1 0 32,0 3 5-32,-3 0 1 0,0 0 0 0,0 3 0 0,3 2-57 0,-3 1-10 0,-3 2 0 0,6 0 0 15,-3 2 0-15,3 1 21 0,0 0-2 0,2-1-1 16,-2 4-10-16,3 2-8 0,3-3 12 0,-3 3-12 15,3 2 10-15,0-2-10 0,3 3 8 0,-3 0-8 16,0 2 8-16,0-3-8 0,-1 4 8 0,1-1-8 16,0 0 34-16,0 0 2 0,-3 3 0 0,3-3 0 15,-3 1-80-15,3-1-16 0,-3-3-4 16,0 4 0-16,3-4 0 0,-3-2 0 16,0 3 0-16</inkml:trace>
  <inkml:trace contextRef="#ctx0" brushRef="#br0" timeOffset="-202989.22">17838 8454 1552 0,'0'0'44'0,"0"0"10"0,0 0-43 0,0 0-11 16,0 0 0-16,0 0 0 0,0 0 84 0,0 0 14 0,0 0 3 0,-6 5 1 16,3 3-39-1,3 0-8-15,-3 0-2 0,0 0 0 0,3 3-21 0,-3-1-5 0,3 3-1 0,0 1 0 16,-3 2-14-16,3 2-2 0,0 1-1 0,-3 4 0 15,3-1-1-15,0 4 0 0,0 0 0 0,3 1 0 16,-3-1-8-16,3-2 0 0,-3 3-12 0,3-1 12 16,0-5 0-16,-3 0 0 0,3 1 0 0,-3-1 0 15,0-5 0-15,0 2 0 16,0-2 0-16,3 0 0 0,-3 0-15 0,0 0 5 0,0-3 1 0,0 0 0 16,0 0-38-16,3-2-7 0,-3 0-2 0</inkml:trace>
  <inkml:trace contextRef="#ctx0" brushRef="#br0" timeOffset="-202529.81">18570 8483 1337 0,'-5'0'56'16,"-1"3"-44"-1,-3-1 68-15,0 1 13 0,0 0 3 0,0 2 1 16,-3 0-53-16,0 1-10 0,0 1-2 0,-6 1-1 16,3 0 5-16,1 0 2 0,-1 3 0 0,-3 2 0 0,3 3-10 15,-3 2-1-15,-3 1-1 0,3 5 0 16,3-3-37-16,-2 3-7 0,-1 0-2 16,3-1 0-16,0-1-19 0,0 1-4 0,0-4-1 0,3 2 0 15,0-2-34-15,0-3-7 0,1 2-2 0</inkml:trace>
  <inkml:trace contextRef="#ctx0" brushRef="#br0" timeOffset="-202226.95">18169 8547 1758 0,'-3'-6'36'0,"-3"1"10"15,3 2-37-15,3 3-9 0,0 0 0 0,0 0 0 0,0 0 67 0,0 0 11 0,0 0 2 0,0 0 1 16,0 0-6-16,0 0-2 0,0 0 0 0,0 0 0 16,3 6-26-16,0-1-6 0,0 0-1 0,3 3 0 15,0 0-8-15,0 3-3 0,-1-3 0 0,4 2 0 16,0 3-11-16,0 1-2 0,3 2-1 0,0-1 0 16,0 1 16-16,3-2 3 0,0 1 1 0,0 1 0 15,0-2-50-15,2-1-9 0,-2 0-3 0,3 0 0 16,0-2 27-16,-3-1-8 0,0 1 8 0,0-3 0 15,-3 0-11-15,2-3 11 0,-2 3-13 0,0-5 5 16,-3 2-36-16,3-2-8 0,-3-1 0 0,0 1-1 16,-3 0-163-16,0-1-33 0</inkml:trace>
  <inkml:trace contextRef="#ctx0" brushRef="#br0" timeOffset="-201862">19044 8459 1728 0,'0'0'36'0,"0"-5"8"16,0 5-35-16,0 0-9 0,0-3 0 0,0 3 0 16,0 0 81-16,0 0 15 0,0 0 2 0,0 0 1 15,0 0-42-15,0 0-8 16,-6 3-1-16,0 0-1 0,0 2-19 0,0 0-3 0,0 3-1 0,0 0 0 16,-3 0-5-16,3 0-2 0,-3 3 0 0,0-1 0 15,0 3-9-15,0 1-8 0,-2-1 9 0,-4 3-9 16,0 0 0-16,0 2 8 0,-3 3-8 0,0-2 0 15,0 2 0-15,0-3-18 0,1 4 4 0,-1-4 1 16,0 1-44-16,0-3-9 0,3-1-2 0</inkml:trace>
  <inkml:trace contextRef="#ctx0" brushRef="#br0" timeOffset="-201520.58">18678 8504 1337 0,'0'0'56'0,"-6"-2"-44"16,6 2 92-16,0 0 20 0,0 0 3 0,0 0 1 16,0 0-41-16,0 0-8 0,0 0-2 0,0 0 0 15,0 0-21-15,0 0-4 0,0 0 0 0,0 0-1 16,0 0-5-16,0 0-1 0,0 0 0 0,6 5 0 15,0 0-21-15,0 3-4 0,0-3 0 0,2 3-1 16,1-2 36-16,3 2 7 0,0 0 2 0,0 2 0 16,3 3-64-16,0 1-10 0,0-1-3 0,0 3-1 15,0 0 14-15,-4-3 0 0,4 3 0 0,0 0 0 16,-3-3 0-16,0 0 0 0,3 0 0 0,-3 0 0 16,0-2-13-16,-3 0 0 0,0-1 0 0,-1 1 0 15,1-3-41-15,0 0-8 16,0-3-2-16,-3 3 0 0,0 0-144 0,0 2-28 0</inkml:trace>
  <inkml:trace contextRef="#ctx0" brushRef="#br0" timeOffset="-196199.99">17800 11658 1552 0,'0'0'44'0,"0"0"10"0,0 0-43 0,-3 6-11 0,0-1 0 0,3 0 0 16,-3 0 53-16,3 1 9 0,0-1 2 0,0 0 0 16,0 3 0-16,0-2 0 0,0 1 0 0,0 1 0 15,3 0-24-15,-3 0-4 0,0 3 0 0,0-3-1 16,3 0-22-16,-3 2-4 0,0 1-1 0,0 0 0 16,3-1 0-16,-3 3 0 0,0-2 0 0,0 2 0 15,0 3-8-15,0-3 8 0,0 3-8 31,0 3 8-31,0-3-8 0,-3-1 0 16,0 1 0-16,3 0 0 0,-3 0 0 0,0 0 0 0,0-3 0 0,0 0 0 0,-3 3 0 0,3-5 13 0,0 2-1 16,-3 0-1-16,0 1-26 0,0-4-5 0,0 3 0 0,0-2-1 15,-6 2 10-15,3-2 3 0,0-1 0 0,-3 1 0 0,0-3-3 16,-2 2 0-16,2-2 0 0,-3 0 0 0,0-2 11 16,0 2-12-16,0-3 12 0,0 0-12 0,3-2 12 0,-3 2 0 0,1-2 0 15,-1-1 0-15,0 1-16 0,0 0-2 0,3-3 0 0,-3 2 0 16,0-2 38-16,3-2 7 0,-3 2 1 15,1-3 1-15,2 0-12 16,-3 3-2-16,6-2-1 0,-6-4 0 0,0 1 0 0,-3 0 0 0,-3 0 0 0,1-3 0 16,-1 2 2-16,0-2 1 0,0 0 0 0,-3 3 0 15,3-3 14-15,1 3 2 0,-1-3 1 0,0 3 0 16,3-1-11-16,0-2-3 0,0 3 0 0,3 0 0 31,1-3-20-31,-1 0 0 0,3 3 0 0,-3-3 0 0,3 0 39 0,0 0 3 0,3 0 1 0,0 0 0 16,0-3-19-16,0 3-4 0,0-2-1 0,0 2 0 15,1-3-3-15,2-2 0 0,0 3 0 0,0-1 0 16,0-2-16-16,3-1 8 0,-3-1-8 0,3 1 0 16,0 1 0-16,0 0 0 0,0 0 0 0,0-1 0 15,0 1 0-15,3 3-20 0,-3-1 2 0,3-2 1 32,0 2-119-32,0 1-24 0,0-1-5 0</inkml:trace>
  <inkml:trace contextRef="#ctx0" brushRef="#br0" timeOffset="-195407.91">16981 11716 1512 0,'0'0'43'0,"-6"-2"9"16,6 2-42-16,-6-3-10 0,6 3 0 0,-6-2 0 31,3 2 67-31,-3 0 11 0,6 0 2 0,-6 0 1 0,-3 0-29 0,3 0-5 0,-3 0-2 0,1 2 0 16,-1 1-13-16,0-1-4 0,0 1 0 0,0 0 0 31,0 2-4-31,0 3 0 0,-3 0-1 0,3 0 0 0,-3 0-13 0,0 2-2 0,-3-2-8 0,3 3 12 15,-2 0-12-15,-1-1 0 0,0 3 8 0,0 1-8 16,0-1 0-16,3 3 0 0,0 0 0 0,-3-1 0 16,6 1 0-16,1-2 0 0,-1-1 0 0,0 3 0 15,3-6 0-15,0 1 0 0,0 2 0 0,3-2 0 0,0-3 0 16,0-3 0-16,3 0 0 0,0 0 0 16,0-5 0-16,0 0 0 0,0 0-8 0,0 0 8 15,0 0-38-15,6-2-4 0,0-1-1 0,0-5 0 0,0-2 35 0,3-1 8 16,0-2 0-16,-1-3 0 0,4-3 12 0,0 1 4 0,0-1 0 0,3 1 1 15,-3-1-17-15,3 1 0 16,0 2 0-16,0-3 0 0,0 4 11 0,-1-4-2 0,-2 3 0 0,3 0 0 16,-3 0 12-16,0 3 3 15,0 0 0-15,0 2 0 0,0 1 0 0,-3 2 0 0,0 0 0 0,-3 3 0 16,-1-1-7-16,1 1-1 0,0 2 0 0,0 1 0 31,-3 2-4-31,3 0-2 0,0 0 0 0,0 2 0 0,-3 1 6 0,3 0 2 0,0-1 0 0,0 4 0 16,0-1 2-16,3 3 0 0,0-3 0 0,-3 0 0 31,3 3-20-31,3 0-12 0,-3 0 1 0,2 3 1 0,1-3 33 0,0 0 6 0,0 0 2 0,0 2 0 16,0-2-31-16,0 0 8 0,0-3-8 0,0 3 0 15,-3 0 0-15,3-2-10 0,-4 1 2 0,1 1 0 16,0-2-44-16,0-1-8 0,0 3-1 0</inkml:trace>
  <inkml:trace contextRef="#ctx0" brushRef="#br0" timeOffset="-194576.68">18315 12002 1337 0,'0'0'56'0,"0"0"-44"16,0 0 92-1,0 0 20-15,0 0 3 0,0 0 1 0,0 0-16 16,0 0-2-16,0 0-1 0,-6 0 0 0,6 0-41 0,0 0-8 0,-6 0-1 0,0 0-1 16,6 0-26-16,-6 3-6 0,0 2-1 0,-3-2 0 15,3 2-25-15,0 3 0 0,-3-3 0 0,3 3 0 16,-3 3 35-16,3-3 1 0,-3 5 1 0,0 0 0 15,0 1-29-15,0 1-8 0,-2 1 0 0,2 0 0 16,-3 0-10-16,-3 3-3 0,3-1-1 0,-3 1 0 16,0-1-34-16,0 1-6 0,-3-1-2 0,1 1 0 15,2-3-128-15,-3-3-25 0,3 3-6 0</inkml:trace>
  <inkml:trace contextRef="#ctx0" brushRef="#br0" timeOffset="-194318.28">17960 12084 2014 0,'3'-8'42'0,"0"3"9"0,3 0-41 0,-3 2-10 0,3-2 0 0,0 5 0 16,0-3 72-16,3 6 12 0,-3-3 2 0,0 2 1 16,3 1-27-16,-3 2-6 0,3 1-1 0,0-1 0 15,0 3-41-15,2 0-12 0,-2 2 0 0,0 1 8 16,3 2 19-16,-3 0 4 0,3 3 1 0,0 0 0 15,-3-3-22-15,0 3-10 0,0-2 10 0,0-1-10 16,0 0 28-16,-3 0-1 0,2-2 0 0,1 2 0 16,3-2-50-16,-3-1-9 0,6-2-3 0,-3 0 0 15,0 0 5-15,3-3 1 0,0-2 0 16</inkml:trace>
  <inkml:trace contextRef="#ctx0" brushRef="#br0" timeOffset="-192673.28">18568 11904 1174 0,'0'0'24'0,"0"0"6"0,0 0-30 0,0 0 0 0,0 0 0 0,0 0 0 16,0 0 84-16,0 0 12 0,-3-5 1 0,3 5 1 16,0 0-20-16,0 0-4 0,0 0-1 0,0 0 0 15,0 0-7-15,0 0-2 0,0 0 0 0,0 0 0 16,0 0-4-16,-6 5 0 0,6-5-1 0,-3 6 0 16,0 2-30-16,0 2-5 0,3 1-2 0,0-1 0 15,0 4-6-15,0-1 0 0,3 3-1 0,-3 2 0 16,3-2-6-16,-3 3-1 0,3-1 0 0,0 1 0 15,-3-1-8-15,3 1 8 0,0-1-8 0,-1-2 8 16,-2 0-8-16,0 0 0 0,3 0 0 0,-3-3 0 16,0 0 0-16,3 0 8 0,-3-2-8 0,0 2 0 15,3-5 0-15,-3 3 0 0,0-1 0 16,0-2 0-16,3 0 0 0,-3 0 0 0,0-3 0 0,3 1 0 16,-3-6-9-16,0 0-7 0,0 5-2 0,0-5 0 15,6 3-115-15,-3-3-23 16,3 0-5-16</inkml:trace>
  <inkml:trace contextRef="#ctx0" brushRef="#br0" timeOffset="-190666.41">19011 11857 1579 0,'0'0'32'0,"0"-6"10"16,0 1-34-16,3 0-8 0,-3 0 0 0,0 5 0 15,0-6 96-15,0 6 16 0,0 0 4 0,0 0 1 16,0 0-36-16,0 0-7 0,0 0-2 0,0 0 0 15,0 0-4-15,0 0 0 0,0 0-1 0,0 0 0 16,-3 6-54-16,0 1-13 0,-3 1 0 0,0 3 0 16,0 0 12-16,-3 4 0 0,3 1 0 0,-3 3 0 15,0-1-12-15,1 4-16 0,-4-1 3 0,0 3 1 16,0-1 12-16,0-1-9 0,0-1 9 0,0 0-8 16,0-3-31-16,3 1-5 0,-3-3-2 0,3 0 0 15,-2 0-77-15,2-6-15 16,0 3-3-16</inkml:trace>
  <inkml:trace contextRef="#ctx0" brushRef="#br0" timeOffset="-190339.43">18806 11881 2014 0,'-24'-11'42'0,"18"6"9"0,0 2-41 0,-3 3-10 0,3-3 0 15,0 1 0-15,0 2 84 0,6 0 14 0,0 0 3 0,0 0 1 16,0 0-30-16,0 0-7 0,0 0-1 0,0 8 0 16,-3-3-24-16,6 0-4 0,-3 3-2 0,6 0 0 15,-3 0-1-15,6 0 0 0,-3 3 0 0,3-1 0 16,3 1-10-16,3 2-3 0,-3 3 0 0,2 0 0 16,4-3-12-16,-3 0-8 0,3 3 10 0,0-3-10 15,-3 1 8-15,3-1-8 0,-3 0 0 0,-1 0 0 16,1-2 0-16,-3-1 0 0,0 1 0 0,3 0 0 15,-3-4 9-15,3 4 3 16,-3-3 0-16,0 0 0 0,0 0-61 0,-1-3-12 0,-2 0-3 0,0 3 0 16,0-5-102-16,0 2-21 0,-3 3-4 0</inkml:trace>
  <inkml:trace contextRef="#ctx0" brushRef="#br0" timeOffset="-185139.95">17990 15193 1773 0,'0'0'83'0,"0"0"-74"0,0 0-9 0,0 0 0 0,0 0 0 0,3 6 80 0,0-1 13 0,3 0 3 0,-3 0 1 0,0 1-42 0,3-1-9 0,-3 0-2 16,0 3 0-16,3 0 11 0,-3 0 1 0,3 0 1 0,0 0 0 0,0 0-26 0,0 3-6 0,0-3-1 0,-1-1 0 15,1 4-9-15,3 0-3 0,-3-1 0 0,0 1 0 16,3 2-2-16,-3-2-1 0,3 2 0 0,-3 0 0 15,0 3-9-15,0 0 12 0,0 0-12 0,0 2 12 32,-3 1-12-32,3-1 0 0,-3 1 0 0,0 2 8 0,0-3-8 0,-3 1 0 0,3 2 0 0,0 3 0 15,-3-3 0-15,0 0 0 0,3 0 0 0,-3 3 0 16,0-5 0-16,0 2 0 0,-3 0-10 0,3 3 10 16,-3-3-16-16,0 3 4 0,3 0 0 0,-6 2 0 15,3 1-14-15,-3-4-2 0,0 4-1 0,0-1 0 16,0-2 29-16,-3 0 0 0,0 0 0 0,0-6 0 15,0 4 0-15,0-4 0 0,0-2 0 0,0 0-9 16,1-3 9-16,-4-2 0 0,3 2 0 0,0-3 0 16,0-2 0-16,-3 0 0 0,3 0 0 0,-3 0 0 15,3-5-8-15,-3 2 8 0,0 0-8 0,-3-2 8 0,4 0 0 16,-4 2 0-16,3-2 9 0,-3-3-9 0,0 2 0 0,0-2 0 16,0-2 0-16,0 2-12 15,0-3 12-15,-2 3 0 0,2-5 12 0,-3 2-12 0,0 0 24 0,-3 1-3 0,0-1 0 16,-2 0 0-1,-1 1-8-15,-3-1-1 0,0-2-1 0,-3 0 0 0,4 2 17 0,-1-2 3 0,0-1 1 16,0 1 0 0,0 0-32-16,4 0 0 0,-1-1 0 0,-3 1 0 0,6-3 0 0,-6 3-8 0,4-1-1 15,-4-2 0-15,3 1 9 0,0-1 0 16,3-3 8-16,-3-2-8 0,7 0 8 0,-1-1-8 0,3-2 10 0,-3 1-10 16,3-1 0-16,3-3 0 0,0 1 0 0,0-1 0 15,3 1 0-15,4-4 0 0,-4 1 0 0,3 0 0 16,0 0-57-16,0 0-18 0,0 0-3 0,3-3-1 31,0 0-93-31,0-2-20 0,3-1-3 0</inkml:trace>
  <inkml:trace contextRef="#ctx0" brushRef="#br0" timeOffset="-184169.68">16960 15389 729 0,'0'0'31'0,"0"0"-31"16,0 0 83-16,0 0 10 0,0 0 3 0,0 0 0 15,0 0-34-15,0 0-6 0,0 0-2 0,0 0 0 16,0 0 16-16,0 0 3 0,0 0 1 0,0 0 0 15,0 0-18-15,0 0-4 0,0 5-1 0,0-5 0 79,0 6 21-79,0-6 4 0,3 8 0 0,-3-3 1 0,0 0-55 0,0 1-11 0,0-1-3 0,0 0 0 0,0 0 2 0,0 1 0 0,0 2 0 15,0-3 0-15,0 3-10 0,0-3 0 0,0 3 0 0,0 3 8 0,0-3-8 0,-3 2 0 0,3 1 0 0,0 2 8 0,0 3-8 0,0-3 0 0,0 3 0 0,0 3 0 16,3-1 0-16,-3-2-9 0,0 2 9 0,3 1-13 15,-3-1-2-15,3 1 0 0,-3-3 0 0,3 2 0 16,0-2-1-16,0-2 0 0,0 1 0 0,0-1 0 16,0-1-9-16,3 0-3 0,-3 3 0 0,0-3 0 15,0 0-10-15,0 1-2 0,0-1-1 0,0 0 0 16,0-2-2-16,0-3 0 0,0 0 0 0</inkml:trace>
  <inkml:trace contextRef="#ctx0" brushRef="#br0" timeOffset="-183384.9">16969 15349 1436 0,'0'0'30'0,"0"0"6"16,0 0-28-16,-6 0-8 0,6 0 0 0,-6 3 0 16,6-3 60-16,-6 3 10 0,6-3 2 0,-6 2 1 15,-3 1-25-15,6 0-6 0,-3-1-1 0,0 4 0 16,3-1-5-16,-2 0-2 0,-1 0 0 0,3 3 0 15,-3 0-13-15,0 0-2 0,3 3-1 0,-3-1 0 0,0 4-18 0,0-1 0 0,0-2 8 0,3 2-8 16,-3 3-9-16,0-3-6 0,3 3-1 0,0 2 0 31,-3 1-4-15,3-1 0-16,0 3-1 0,0-2 0 0,0-1 1 0,3 1 1 0,-3 0 0 0,0-4 0 16,3-1-11-16,-3-4-2 0,0 1-1 0,3-1 0 15,-3-2 1-15,3-2 0 0,0-1 0 16,0-5 0-16,0 0 9 0,0 0 3 0,0 0 0 0,0 0 0 0,0 0-4 0,0 0-1 0,0 0 0 0,0 0 0 15,3-8 15-15,0 0 10 0,3-5-12 0,-3 2 12 16,3-5 0-16,-3-2 0 0,3-1 8 0,0 1-8 16,0-3 39-16,0 2 1 0,3-2 1 15,0-3 0-15,0 6 12 0,0-4 3 0,0 4 0 0,0-3 0 16,-4 5-3-16,4 0 0 0,-3 3 0 0,3 0 0 16,-3 2-31-16,0 3-6 0,-3 3-2 0,3-3 0 15,0 5 34-15,-3 0 6 16,3 1 2-16,-3-1 0 0,3 3-39 0,-6 0-7 0,6 0-2 0,-3 3 0 15,-3-3 33-15,6 2 7 0,0 4 0 0,-3-1 1 16,3 0-27-16,0 3-6 0,0 0 0 0,0 3-1 16,0-3 39-16,-1 2 8 0,4 1 2 0,0 0 0 15,-3 2-75-15,3-3-14 0,0 1-3 0,0 2-1 16,0-2 29-16,0-1 0 0,3 1 0 0,-3 2 0 16,0-5 0-16,0 3 0 0,3-3 0 0,-4 2 0 0,1-2-20 15,3-3-4-15,-3 1 0 0,3-4-1 16,-3 1-168-16,3-3-34 0</inkml:trace>
  <inkml:trace contextRef="#ctx0" brushRef="#br0" timeOffset="-178569.9">18603 15688 1789 0,'0'0'76'0,"0"0"-61"16,0 0 77-1,0 0 16-15,0 0 4 0,0 0 0 0,0 0-26 0,0 0-5 16,0 0-1-16,0 0 0 0,0 8-5 0,0-3-2 0,0-5 0 0,0 8 0 16,0 0-58-16,-3 0-15 0,0 0 0 0,0 0 0 15,0 0 29-15,0 3 3 16,-3-1 1-16,0 1 0 0,0 2-20 0,-2 3-4 0,-1-3-1 0,0 8 0 16,-3-2-8-16,0 5 0 15,-3-3 9-15,-3 5-9 0,3 1 0 0,0 2 0 0,-2 0-12 0,2 3 4 16,0-6-28-16,0-2-6 0,0 0-1 0,0 0 0 15,3-6-34-15,0 1-7 0,0-1-2 16,3 1 0-16,1-4-114 0,-1-1-22 0,3 2-5 0</inkml:trace>
  <inkml:trace contextRef="#ctx0" brushRef="#br0" timeOffset="-178333.7">18312 15812 2252 0,'0'0'47'0,"-6"-2"11"16,0 2-46-16,6 0-12 0,-6 0 0 0,6 0 0 15,-3 2 65-15,3-2 11 0,-6 3 3 0,3 5 0 16,3-3-16-16,0 3-3 0,0 0-1 0,3 0 0 16,0 3-17-16,0-1-3 0,3 4-1 0,0-1 0 0,0 3-15 15,2 0-3-15,1 2-1 0,3 1 0 0,0 2-19 16,3-3 0-16,0 3 8 0,3-2-8 0,-3 0 0 0,3-4 0 15,-1 1 0-15,1-3 0 0,3-2 0 0,-3 0-9 0,-3-3 9 16,3 0-8 0,0-3-15-16,-4 3-2 0,4-3-1 0,-3-2 0 15,3-1-48-15,-3-2-10 0,0 3-1 0</inkml:trace>
  <inkml:trace contextRef="#ctx0" brushRef="#br0" timeOffset="-177754.13">19181 15696 2269 0,'0'0'64'0,"-6"3"15"0,6-3-63 0,-9 2-16 0,3-2 0 0,0 3 0 15,0 0 54-15,0-1 8 0,0 1 2 0,0 2 0 16,0-2 0-16,-3 2 0 0,3 3 0 0,-3-3 0 16,3 3-52-1,-3 0-12-15,3 0 0 0,-2 0 0 0,-1 0 0 0,3 3 0 0,-3-1 0 0,3 1 0 16,-3 2 0-16,0 6 0 0,0-4 0 0,0 7 0 16,3-4 0-16,-3 6 0 0,0-3 0 0,3 6 0 15,-3-6-48-15,0 3-13 0,4-1-3 0,-4-1 0 16,3-1 6-16,-3-3 1 0,3 1 0 15,-3-3 0-15,3 0-146 16,-3-3-29-16</inkml:trace>
  <inkml:trace contextRef="#ctx0" brushRef="#br0" timeOffset="-177478.32">18734 15770 2276 0,'0'0'48'0,"0"0"9"0,0 0-45 0,0 0-12 0,0 0 0 0,0 0 0 0,0 0 59 0,0 0 9 0,6 5 3 0,0 1 0 0,3-4-27 0,0 4-6 0,3-1-1 0,3 0 0 0,0 1-13 0,3-1-4 0,-1 0 0 0,1 3 0 16,3 0-9-16,0 0-3 0,-3 3 0 0,0-4 0 15,-1 4-8-15,-2 0 0 0,3-3 0 0,-3 2 0 16,3-2 0-16,-3 3 0 0,3-3 0 0,0 2 0 15,-4-2 0-15,1 3 0 0,3-1 0 0,-3-2 0 16,0 3-53 0,0-3-16-16,0 2-3 0,-3-2-1 0,0 0-63 0,-1 0-13 0,1 0-3 0</inkml:trace>
  <inkml:trace contextRef="#ctx0" brushRef="#br0" timeOffset="-176371.28">19449 15511 1728 0,'0'0'36'0,"-3"-5"8"16,0 2-35-16,3 3-9 0,-3-5 0 0,3 5 0 16,0 0 108-16,0 0 19 0,-3-3 4 0,3 3 1 15,0 0-38-15,0 0-7 0,0 0-2 0,0 0 0 16,0 0-17-16,0 0-3 0,0 0-1 0,0 5 0 15,0 1-51-15,0 1-13 0,3 4 0 0,-3 0 0 0,3 5 47 0,3-1 6 0,-3 4 2 16,3 2 0 0,-1 3-38-16,1 0-7 0,0 2-2 0,0 1 0 15,3-4-8-15,0-1 0 0,0-1 0 0,0 0 0 78,0 0 0-78,0-2 0 0,0 2 0 0,0-3 0 0,0 4 0 0,0-4 0 0,3-2 0 0,-4 2 0 16,1-4 0-16,0 2 0 0,0-3 0 0,-3-3 0 0,3 1-53 16,0-3-7-16,0-3 0 0,-3 0-1 0,3-2-51 0,0 0-9 0,0-6-3 0</inkml:trace>
</inkml:ink>
</file>

<file path=ppt/ink/ink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29:28.802"/>
    </inkml:context>
    <inkml:brush xml:id="br0">
      <inkml:brushProperty name="width" value="0.05292" units="cm"/>
      <inkml:brushProperty name="height" value="0.05292" units="cm"/>
      <inkml:brushProperty name="color" value="#FF0000"/>
    </inkml:brush>
  </inkml:definitions>
  <inkml:trace contextRef="#ctx0" brushRef="#br0">22288 13577 1728 0,'0'0'38'0,"0"0"8"0,0 0 50 0,0 0-87 0,0 0-9 0,0 0 0 0,0 0 0 16,0 0 102-16,-3 5 18 0,3 3 4 0,0-3 1 15,-3 0-46-15,3 3-10 0,0 0-1 0,0 3-1 16,0-1-3-16,0 4 0 0,0-1 0 0,0 0 0 16,0 0-51-16,3 3-13 0,-3 0 0 0,0 0 0 15,3 3 0-15,-3-1 0 0,0 3 0 16,0-2 0-16,0 2 0 0,0 0 0 0,0 0 0 0,-3 6 0 15,3-3 0-15,0 2 0 0,-3-2 0 0,3 2 0 16,0-2 0-16,0 0 0 0,0-3 0 0,0 0 0 16,0-5 0-16,0 0 0 0,0-3 0 0,0 0 0 31,0-5-64-31,3 3-16 0,-3-3-4 0,0 0-650 0,0-8-130 0</inkml:trace>
  <inkml:trace contextRef="#ctx0" brushRef="#br0" timeOffset="514.124">22568 13804 1756 0,'0'0'39'0,"-6"0"8"0,0 0 1 0,0 0 1 0,6 0-39 0,-6 0-10 0,6 0 0 0,-6 0 0 16,6 0 72-16,-3 0 12 0,-3 3 2 15,6-3 1-15,-3 2-36 0,-3 4-7 0,6-6-2 0,-3 5 0 16,1 3-26-16,-1 0-4 0,0 0-2 0,3 0 0 16,0 2-10-16,0 1 0 0,0 2 0 0,0 0 0 15,0 3 0-15,0-2 0 0,3 1 0 0,0 1-11 16,-1 0-3-16,4 0-1 0,-3 0 0 15,3-3 0 1,3-2-11-16,0-1-2 0,-3 1-1 0,3-3 0 0,0-3 1 16,0 0 1-16,0 1 0 0,0-6 0 0,0 0 15 0,3 0 4 0,-3-3 0 0,0-2 0 15,2-3 8-15,1 0 0 0,0-3 0 0,0-2 0 16,0-3 0-16,-3 3 0 0,3-3 0 0,-3 0 0 16,0-2 47-16,-3 2 11 0,0-3 2 0,0 3 1 15,0 1-11-15,-3-4-2 0,0 3-1 0,-3 0 0 16,0-2-16-16,-3 5-3 0,0-1-1 0,0 4 0 15,-3-4-9-15,0 4-2 0,0-1 0 0,-3 3 0 16,0-2 20-16,0 5 4 0,-3-3 1 0,0 2 0 16,0 1-54-16,0 2-11 0,0 1-3 0,0-1 0 15,1 3 8-15,-1 3 2 0,3-1 0 0,-6 4 0 16,3-1-33-16,0 3-6 0,0-3-2 0,3 3-646 16,-3 0-128-16</inkml:trace>
  <inkml:trace contextRef="#ctx0" brushRef="#br0" timeOffset="1066.284">23101 13764 1666 0,'0'0'36'0,"0"0"8"0,0 0 2 0,0 0 2 0,-3-2-39 0,3 2-9 0,-6 0 0 0,0-3 0 15,6 3 67-15,-6 0 11 0,0 0 2 0,0 3 1 16,6-3-13-16,-9 0-4 0,3 2 0 0,0 1 0 0,0 2-51 0,0 1-13 15,3-1 0-15,-3 0 0 0,1 3 0 16,2 0 0-16,0 0 0 0,0 3 0 0,0-3 0 0,0 2 0 16,3 1 0-16,0 2 0 0,0-2 0 15,0 2 0-15,3 0 0 0,-3 0 0 16,6 3-18-16,-3-3-6 0,3-2-2 0,-1 2 0 16,1-2-22-16,0-1-5 0,3-2-1 0,3 0 0 15,-3 0 1-15,3-5 0 0,3-1 0 0,-3 1 0 0,3-6 28 16,3 1 5-16,-4-3 2 0,4-1 0 0,-3-2 18 0,0 0 0 15,3 0 0-15,-3 1 0 0,0-4 9 0,0 0 6 16,-4-2 1-16,1 3 0 0,0-1 40 0,-3 0 8 0,-3-2 1 16,3 0 1-16,-6-3 6 0,3 3 0 0,-3-3 1 15,0 0 0-15,-3 3-24 0,0-3-5 16,0 3 0-16,-6-1-1 0,3 1-23 0,0 0-4 0,-3 2 0 16,-3 1-1-16,3 2-6 0,-3 0-1 0,-3 0 0 0,1 0 0 15,-1 3-8-15,-3 0-14 0,-3 2 3 0,0 0 1 31,0 3-126-31,0 3-26 0,-3-3-5 0</inkml:trace>
  <inkml:trace contextRef="#ctx0" brushRef="#br0" timeOffset="2256.807">22437 14582 1422 0,'0'0'31'0,"0"0"6"0,0 0 2 0,0 0 1 0,0 0-32 0,0 0-8 0,-6 3 0 15,6-3 0-15,-3 5 93 0,0 0 17 16,3 1 3-16,-3-1 1 0,3 3-30 0,0-3-5 0,0 3-2 0,0 3 0 16,0-3-23-16,3 2-5 0,-3 3-1 0,0 1 0 15,3 2-17-15,-3 2-4 0,0 1-1 0,0 4 0 16,0 1-16-16,0 0-10 0,0 0 12 0,0 2-12 15,0-2 8-15,0-3-8 0,-3 0 0 0,3-2 0 16,0-1 0-16,-3 1 0 0,3-3 0 0,0-3 0 31,0 0-24-31,0 1-6 0,0-4-1 0,0 1 0 16,0-3-37-16,3-3-8 0,-3 0-2 0,0-5-860 0</inkml:trace>
  <inkml:trace contextRef="#ctx0" brushRef="#br0" timeOffset="2667.195">22770 14635 1958 0,'0'0'43'0,"0"0"9"0,0 0 1 0,0 0 3 0,0 0-45 0,-5 3-11 0,-1-1 0 0,0 1 0 16,0 0 53-16,3 2 9 0,-3 0 2 0,0 0 0 15,0 3-22-15,0 0-4 0,0 0-1 0,0 0 0 0,0 5-17 0,3-2-3 16,-3 2-1-16,3 6 0 0,0-3-16 0,0 2 0 15,0 1 0-15,0-1 0 0,3 1 0 0,0-1 0 16,3-2-10-16,-3 0 10 16,3-3-45-16,3 0-2 0,0 1 0 0,0-6 0 15,3 0 38-15,3 0 9 0,-3-3 0 0,3-3 0 16,3 1-53-16,-1-3-9 0,1-3-2 16,3 1 0-16,3-3 52 0,-3-3 12 0,3 0 0 0,0 0 0 0,-1-3 0 0,-2 1 0 15,0-4 0-15,-3-2 0 0,-3 3 0 0,0 0 0 0,-3-6 0 16,0 1 0-16,0-1 48 0,-3 1 12 0,0-1 2 15,-1 1 1-15,-2-1 1 0,0 3 1 0,-3 1 0 16,-3 1 0-16,0 1-52 0,-2 3-13 0,2-4 0 16,-3 4 0-16,-3-1 0 0,-3 3 0 0,0 3 0 0,-6 0 0 15,0-1 0-15,0 4 0 0,-3-1 0 0,1 3 0 16,-1 0 0-16,0 3 0 0,3-1 0 0,-3 1 0 31,6 0-48-31,3-1-13 0,1 4-3 0,2-1-614 0,3-3-123 0</inkml:trace>
  <inkml:trace contextRef="#ctx0" brushRef="#br0" timeOffset="3006.515">23357 14542 1609 0,'0'0'35'0,"-6"0"7"0,6 0 2 0,-6 0 2 0,6 0-37 0,0 0-9 16,0 0 0-16,0 0 0 0,0 0 86 0,0 0 15 16,0 0 3-16,0 0 1 0,-6 0-22 0,6 0-5 15,0 0-1-15,0 0 0 0,-3 3-22 0,0 2-5 16,3-5-1-16,-3 8 0 0,3-2 7 0,-3 2 2 16,3 2 0-16,0 1 0 0,0 2-50 0,0 0-8 15,0 0 0-15,0 6-11 0,0-1 11 0,0 1 8 0,-3 2-8 0,3 3 11 16,0 0-11-16,0-3 0 0,-3 3 0 0,3 0 8 15,-3-3-8-15,3 0 0 0,-3-3 0 0,3 1 0 32,-3-3-27-32,3 0-1 0,-3-3 0 0,3 0 0 15,-3-2-37-15,0-3-8 0,0 2-2 0,0 1-636 16,3-6-127-16</inkml:trace>
  <inkml:trace contextRef="#ctx0" brushRef="#br0" timeOffset="3662.851">22488 15424 1710 0,'0'0'37'0,"0"0"8"16,0 0 2-16,0 0 1 0,0 0-38 0,0 0-10 0,0 0 0 0,0 0 0 0,0 0 88 0,0 0 15 16,0 0 3-16,0 0 1 0,-3 5-34 0,0 0-6 15,0 0-2-15,3 3 0 0,-3-2-26 0,3 2-6 16,0 0-1-16,-3-1 0 0,3-1-14 0,0 2-3 15,-3 2-1-15,3 1 0 0,0 2-14 0,-3 0 0 16,3 1 0-16,0 4 0 0,0 1 0 16,0-1 0-16,0 1 0 0,0 2 0 0,0 0-11 0,0-3-5 15,0 1 0-15,0-3-1 16,0 0-39-16,0-3-8 0,0 3-2 0,0-3 0 16,0-2-28-16,0-1-6 0,0 1 0 0,0-3-490 15,0 2-98-15</inkml:trace>
  <inkml:trace contextRef="#ctx0" brushRef="#br0" timeOffset="3967.226">22848 15389 1810 0,'0'0'40'0,"0"0"8"0,0 0 1 0,0 0 3 0,0 0-42 0,0 0-10 0,0 0 0 0,0 0 0 15,0 0 80-15,-3 3 15 0,3-3 2 0,-6 5 1 16,6-5-34-16,-3 5-6 0,3 1-2 0,-3 2 0 16,3-3-18-16,-3 3-4 0,3-3-1 0,0 3 0 15,0 3-15-15,3-3-3 0,-3 5-1 0,3-3 0 16,-3 4-14-16,3-1 8 0,-3 3-8 0,3 2 0 16,-3 1 0-16,3-1 0 0,-3 1 0 0,3 2 0 0,-3 0-11 15,3-2-5-15,-3-1 0 0,3 1-1 16,-3-1-27-16,3-5-4 0,0 3-2 0,-3-5 0 15,3 2-22-15,0 0-4 0,0-5 0 0,-3 0-1 16,3 0-96-16,0 0-19 0,0-3-4 0</inkml:trace>
  <inkml:trace contextRef="#ctx0" brushRef="#br0" timeOffset="4350.76">23285 15405 1728 0,'-8'8'38'0,"8"-8"8"0,-12 11 50 0,6-4-87 0,-3-1-9 0,3 2 0 0,0 0 0 15,0 0 53-15,3 0 9 0,-3-1 2 0,0 4 0 16,3 0 0-16,-3-1 0 0,3 3 0 0,0 1 0 16,3-1-52-16,-3 3-12 0,3 0 0 0,0 2 0 15,0-2 0-15,3 0 0 0,0-3 0 0,0 3 0 31,3-3-48-31,0-2-13 0,0-3-3 0,3 2 0 0,0-4 0 0,0-1 0 0,3-2 0 0,0-3 0 16,2 0 30-16,-2-3 6 16,3-2 0-16,0-1 1 0,3 1-8 0,-3-3-1 0,-3-2-1 15,0-1 0-15,3-2 54 0,-4 2 11 0,1-5 3 0,-3 3 0 16,3-3 1-16,0 0 1 0,-6 3 0 0,3-3 0 16,-3 3 56-16,0-3 11 0,0 3 3 0,-3-3 0 15,0 3-27-15,-3 0-6 0,0-1-1 0,0 4 0 16,-3-1-39-16,0 1-8 0,0 2-2 0,-3 0 0 15,0 0-20-15,0 2 0 0,-3-2 0 0,0 6 0 16,-3-1 0-16,0 1 0 0,0 2 0 0,-5 0 0 16,-1 0-98-16,-3 5-24 0,0-3-5 0,-3 4-1 15</inkml:trace>
  <inkml:trace contextRef="#ctx0" brushRef="#br0" timeOffset="4937.354">22592 16283 1497 0,'0'0'32'0,"0"0"8"15,0 0 0-15,0 0 4 0,0 0-36 0,0 0-8 0,0 0 0 0,-3 6 0 0,3-6 106 0,-3 5 19 16,3-5 4-16,-3 8 1 0,3-3-47 0,0 1-10 16,-3-1-1-16,3 3-1 0,0 0-23 0,0 2-4 15,0 1 0-15,3 0-1 0,-3-1-25 0,0 3-5 0,0 3-1 0,3-3 0 16,-3 3-12-16,0 0 0 0,3 3 0 15,0-3 0-15,-3 2 8 0,3-2-8 16,0-3 11-16,0 3-11 0,0 0 0 0,-3-3-14 0,3 0 1 16,0 1 0-1,-3-4-27-15,3 1-6 0,-3-3-1 0,3 2 0 16,0-2-33-16,0 0-6 0,-3-3-2 0,3 3 0 16,0-2-104-16,-3-6-22 0,0 0-4 15,0 0-1-15</inkml:trace>
  <inkml:trace contextRef="#ctx0" brushRef="#br0" timeOffset="5220.487">23012 16220 1638 0,'0'0'36'15,"0"0"7"-15,0 0 48 0,0 0-82 0,0 0-9 0,0 0 0 0,0 0 0 0,0 0 89 0,0 0 16 16,0 0 3-16,0 0 1 0,0 0-29 0,-3 5-5 16,0 1-2-16,0-1 0 0,3 3-25 15,0-3-4-15,0 3-2 0,0 0 0 0,0 0-17 0,0 0-3 16,0 2-1-16,0 1 0 0,0 0-12 0,0 2-9 16,0-3 12-16,0 6-12 0,0-2 9 0,3 1-9 15,-3 1 0-15,0 0 9 0,3 3-9 0,-3-3 0 16,3 2 0-16,-3 1 0 0,3-4-20 0,-3 1 0 0,3 0 0 15,-3 0 0 1,3-3-31-16,-3-2-5 0,3 2-2 0,-3-2 0 16,2-3-91-16,-2 0-19 0,3-3-3 0,-6 3-663 0</inkml:trace>
  <inkml:trace contextRef="#ctx0" brushRef="#br0" timeOffset="5496.912">23393 16170 1893 0,'0'0'41'0,"0"0"9"0,0 0 2 0,0 0 2 0,0 0-43 0,0 0-11 0,0 0 0 0,0 0 0 15,0 5 79-15,-3 0 13 0,3 1 4 0,-3 2 0 16,0-1-39-16,3 4-7 0,-3 0-2 0,0 2 0 16,3 0-17-16,-3 0-4 0,3 3-1 0,-3 0 0 15,3 0-8-15,-3 0-2 0,3 2 0 0,0 4 0 0,0-4-16 0,0 3 0 16,0 0 0-16,0 1 0 0,0-4 0 15,0 3 0-15,0-5 0 0,0 3 0 0,0-4-9 0,0-1-9 16,0-1-2-16,0 0 0 16,0-2-52-16,-3-3-10 0,3-3-2 0,0 0-604 15,0 1-121-15</inkml:trace>
  <inkml:trace contextRef="#ctx0" brushRef="#br0" timeOffset="7263.189">23836 13521 1702 0,'0'0'37'0,"-9"-5"8"0,0-3 2 0,-3-3 1 0,-3 1-38 0,1-4-10 0,-4 4 0 0,0-3 0 16,0-1 56-16,0-1 10 0,-3 1 2 0,3 1 0 15,-2-3-11-15,-1 3-1 0,3 0-1 0,-3-1 0 16,0-1 17-16,-3 1 3 0,4-2 1 0,-1 1 0 15,0 1-61-15,0 1-15 0,-3-3 0 0,0 3 0 16,-2 0 32-16,-4 0 4 0,0-1 1 0,-6 1 0 16,4 5-15-16,-4-2-3 0,-3 4-1 0,4 1 0 15,-4 0-7-15,3 2-2 0,-6 0 0 0,-2 1 0 16,-1 2-9-16,-2 0 12 0,-1 2-12 0,-3 4 12 16,7 2-12-16,-1-3 8 0,0 3-8 0,1 2 8 15,-1-2-8-15,0 6 12 0,-2-4-12 0,2 1 12 0,3 2-23 16,4-2-4-16,2-1-1 0,-3 1 0 0,7 2 32 15,-1-2 7-15,0-1 1 0,-3 3 0 0,4-2-24 16,2 0 0-16,-3-1 0 0,6 3 0 0,1-5-20 0,5 3-1 16,-3 0-1-16,6-1 0 0,0 1 31 15,3-1 7-15,3 1 0 0,3-1 1 0,1 4-27 16,-1-1-6-16,3 0 0 0,0 3-1 0,3 3 17 16,0-1 12-16,0 1-1 0,3 4-1 0,0 1-10 15,0 3 0-15,0-1 0 0,3 3 0 0,0-2-8 0,-3 2-1 16,3 0 0-16,-3 3 0 0,0 2 9 0,0 0 16 15,0 6-4-15,0 8-1 0,0-3 0 0,0 0 0 16,0 0 0-16,-3 0 0 0,3 0 0 0,0 0 0 16,0 8 0-16,-3 2 0 0,3-2 2 0,3 0 1 0,-3 0 0 0,0 2 0 15,3-2-14-15,-3 3 11 16,3 5-11-16,-3 5 10 0,3-8-10 0,0 0 0 0,-3 1 9 0,3 7-9 16,-3-3 9-16,3 1-9 0,-3-1 12 0,0 1-12 15,3-9 0-15,-3 4 0 0,3-1 0 0,0 3 0 16,-3-1 9-16,3-4-9 0,-1-3 0 0,4 0 9 15,-3-8-9-15,3 2 12 0,-3 1-12 0,3 8 12 16,3-9-12-16,-3 4 0 0,3-6-12 0,0 0 12 16,-3-8 0-16,3 0 0 0,0 0 0 0,0 2 0 15,0-2 0-15,0 0 0 0,0 3 0 0,0 2 0 16,-1-4 0-16,1-7 0 0,0-2 0 0,3 3 0 16,-3-8 0-16,-3 0 0 0,3-3 0 0,0 0 0 15,0 0 0-15,0-2-11 0,-3-3 11 0,3 2-12 16,0-2 12-16,0 0-12 0,-1 0 12 0,1-3-12 15,-3-2 12-15,3-1 0 0,0 1-9 0,3-1 9 0,-3-4 0 16,0 2-11-16,0-6 11 0,3 1-8 16,0 0 20-16,0-1 4 0,0-2 0 0,2 0 1 15,1-5-17-15,0 5 0 0,3-5 0 0,0 2 0 16,3-2-17-16,0-1-7 0,-1 1-2 0,4 2 0 16,0-2 26-16,0 3 0 0,3-1 0 0,-4-2-8 0,1-1 8 0,0 1 0 15,3 0 0-15,0 2 0 0,-1-2 17 0,4-1 9 16,6 4 2-16,0-3 0 15,-1 5-49-15,4-3-10 0,0 0-1 0,-1 3-1 0,-2-2 33 16,0 2-8-16,3 0 8 0,2-3 0 16,1 3-28-16,3 3-1 0,-1-3-1 0,1 0 0 15,3 2 30-15,-7-2 18 0,1 0-2 0,3 0-1 0,-1 0-24 0,4 3-5 16,-4-3-1-16,7 3 0 0,-6-3 15 0,-1 2 0 16,-2 1 0-16,0-3 0 0,-4 0 0 0,-2 0 0 15,3 0 0-15,-3 0 0 0,-1-3-12 0,1 3 1 0,-3-2 0 16,-1 2 0-16,-2 0 11 0,0-3 0 0,-6 0 0 15,0 1 0-15,-7-1 0 0,4-2 16 0,-6 2-4 0,0-2-1 16,-3-1-11-16,0 1 0 0,-3 0 0 0,-3 2 0 16,0-2 0-16,0 0 0 0,-3-1 0 0,0 1 0 15,0 0 0-15,-3-1 0 0,0 1 0 0,0-3 0 16,0 3 0-16,-3-3 0 0,3-3 0 0,-3 3 0 16,3-2 0-16,-3-3 0 0,0-1 0 0,0-1 0 15,0-4 0-15,0-2 0 0,-3-6 0 0,3-2 0 16,0 0 0-16,-3-3 0 0,3-2 0 0,0-3 0 0,0 0 0 15,0-3 0-15,0 1-12 0,0-9 12 0,0 0 0 0,3-2 0 16,-3 0 0-16,3-6 0 0,-3 6 0 0,3 0 8 16,-3-3-8-16,0-5 0 0,0 5 9 0,0 0-9 15,0 0 10-15,-3-3-10 16,0 6 0-16,-3 0 8 0,0-1-8 0,1-7 0 0,-1 5 0 0,3 0 8 16,-3 3-8-16,3-3 0 0,-3 3 0 0,3 2-8 15,0-2-1-15,-3-8 0 0,6 5 9 16,-3 0 16-16,0 3-4 0,-3-3-1 0,0 5-11 15,3 0 0-15,0-2 0 0,-3-5 0 0,3 4 0 0,-2 1 0 16,2 5 9-16,-3 0-9 0,3 3 0 0,0-1-18 16,0 6 3-16,0-5 1 0,0 0 14 0,0 2 0 15,0-2 0-15,0 2 0 0,0 3 11 0,3 5 5 0,-3 0 0 16,0 1 1-16,0 2-27 0,0-1-6 16,0 4 0-16,-3-6-1 0,3 3 17 0,-2 0 0 0,2 0 0 0,-3 0 0 15,3 0 48-15,-3 0 12 0,3 5 4 0,-6 0 0 16,6 0-64-16,-3 6 0 0,-3-1-9 0,3 3 0 15,-3 0 9-15,0 3 16 0,-6-3-4 0,1 6-1 16,-1-1-11-16,-3 3 0 0,3 0 0 0,-6 3 0 16,3 0-9-16,1-1 9 0,-4 1-12 0,0 2 12 31,3-2-156-31,0 2-24 0,0 1-4 0</inkml:trace>
  <inkml:trace contextRef="#ctx0" brushRef="#br0" timeOffset="11067.145">17395 5398 1396 0,'0'0'31'0,"0"0"6"0,0 0 2 0,0 0 0 0,0 0-31 0,0 0-8 15,-6 0 0-15,6 0 0 0,-6 5 75 0,0 0 13 16,3 1 4-16,0-1 0 0,0 3-44 0,3 0-9 16,0-3-2-16,0 3 0 0,0 3-13 0,3-3-4 15,-3 2 0-15,3 1 0 0,0-1-11 0,3 4-9 0,0-6 12 0,0 2-12 16,0 1 0-16,3-3 0 15,0-3 0-15,2 3 0 0,-2-3 0 0,0-2 0 0,0 2 0 16,3-5 0-16,-3-5 0 0,3 2 0 0,0-5 0 16,-3 0 0-16,6 0 0 0,-3-5 0 0,0-3 0 15,-1-2 0-15,1-1 8 0,3-2-8 16,-3 0 0-16,0 0 0 0,3 5 0 0,-3-5 0 16,3 2 8-16,-3 3-8 0,0 0 0 0,-1 1 0 15,1-1 8-15,-3-3-8 0,0 3-10 0,0-2-6 0,0 4 0 16,-3-1-1-1,0 1-107-15,0 6-22 0,-3-7-4 0,-3 7-1 0</inkml:trace>
  <inkml:trace contextRef="#ctx0" brushRef="#br0" timeOffset="11411.009">17552 5408 1630 0,'0'0'36'0,"0"0"7"0,0 0 1 0,0 0 3 0,0 0-38 0,0 0-9 15,-5 0 0-15,5 0 0 16,0 0 66-16,0 0 11 0,0 0 3 0,0 0 0 0,-3 6-54 0,0-1-10 16,3-5-3-16,0 8 0 0,3 0-13 0,0 0 0 15,0 2 8-15,2-2-8 0,1 0 0 0,0 0 0 0,3 0 0 0,0 0 0 16,0-3 0-16,0 3 0 15,0-2 0-15,0-4 0 0,0 1 0 0,3 0 0 16,-3-3 0-16,3 0 0 0,0 0 0 0,-1 0 0 16,1-6 0-16,0 1-10 0,0 0 10 0,0-6 0 0,0 3 0 15,0-5 0-15,3 0 0 0,0-1 0 0,3-4 0 16,2-1 0-16,1 1 0 0,0 2 0 0,3-2 0 16,3-1 0-1,-1 3-100-15,1-5-19 0,0 2-3 0,0-2-1 0</inkml:trace>
</inkml:ink>
</file>

<file path=ppt/ink/ink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31:18.911"/>
    </inkml:context>
    <inkml:brush xml:id="br0">
      <inkml:brushProperty name="width" value="0.05292" units="cm"/>
      <inkml:brushProperty name="height" value="0.05292" units="cm"/>
      <inkml:brushProperty name="color" value="#FF0000"/>
    </inkml:brush>
  </inkml:definitions>
  <inkml:trace contextRef="#ctx0" brushRef="#br0">20699 8613 468 0,'0'0'10'0,"0"0"2"0,0 0 1 0,0-6 0 0,0 6-13 0,0-5 0 0,0 5 0 0,-3-3 0 16,3 3 78-16,0-5 13 0,0 5 2 0,0 0 1 15,0 0-12-15,-3-5-2 0,-3 2-1 0,6 3 0 16,0 0-24-16,-3-2-5 0,3 2-1 0,0 0 0 16,-6-3 12-16,6 3 3 0,0 0 0 0,0 0 0 15,0 0 0-15,0 0 0 0,0 0 0 0,0 0 0 16,0 0-1-16,0 0 0 0,0 0 0 0,0 0 0 16,0 0-15-16,0 0-4 0,0 0 0 0,0 0 0 15,0 0-18-15,0 0-4 0,0 0-1 0,0 0 0 16,0 0-21-16,0 0 0 0,0 0 0 0,0 0 0 15,0 0 56-15,0 0 6 0,0 0 2 0,0 0 0 16,3 3-52-16,0-3-12 0,-3 0 0 0,6 5 0 16,-3-2 0-16,-3-3 0 0,6 2 0 0,-3 3 0 15,3 1 0-15,-3-1 0 0,0-2 0 0,3 2 0 16,-3 0 28-16,3 1 4 0,-3-1 0 0,2 0 0 0,-2 0-21 16,3 1-11-16,-3-1 12 0,3 0-12 0,-3 1 13 0,0 2-4 15,3-3-1-15,-3 3 0 0,3-3-8 0,-3 0 8 16,3 1-8-16,0 2 8 0,-3-3 0 0,3 3 0 15,0-3 0-15,-3 0 0 0,3 3 0 0,-3-2-8 16,3 2 12-16,0 0-4 0,3-3 2 0,-3 3 0 16,0-3 0-16,0 3 0 0,-1-3-10 0,1 1 12 15,0-1-12-15,0 0 12 0,0 0-12 0,0 1 10 16,-3-1-10-16,3 3 10 0,0-5-26 0,0 2-4 16,0 0-2-16,0 3 0 0,-3-5 22 0,3 5 0 15,0-3 0-15,-3 0 0 0,3 1 47 0,-3 2 13 0,0-3 4 0,0 3 0 16,0-3-52-16,0 3-12 0,0 0 0 0,0-3 0 15,0 3 0-15,-3-3 0 0,3 1 0 0,0-1 0 16,0 0 0-16,-3 3 0 0,0-8 0 0,3 6 0 16,-3 2 0-16,0-3 0 0,3 3 0 0,-3 0 0 15,0-3 0-15,0 3 0 0,2-3 0 16,-2 3 0-16,0 0 0 0,-2 0 0 0,2 0 0 0,0 0 0 16,0 0 0-16,-3 0 0 0,3 0 0 0,0 0 0 15,0-3 0-15,0 6 0 0,0-4 0 0,0 1 0 16,-3 0 0-16,3 0 0 0,0 0 0 0,0 0 0 15,0 0 0-15,0 0 0 0,0 0 0 0,0 0 0 16,0 0 0-16,0 0 0 0,0 0 0 0,0-3 0 16,0 3 0-16,0-3 0 0,0 3 0 0,0 0 0 15,3-3 0-15,-3 3 0 0,0-2 0 0,0-1 0 0,3 0 0 0,-3 3 0 16,0-3 0-16,0 3 0 0,0 0 0 0,0-2 0 16,0 2 0-16,0-1 0 0,0-1 0 15,0 2 0-15,0 0 0 0,0-3 0 0,0 3 0 0,0-3 0 16,0 0 0-16,0 3 0 0,0-2 0 0,0-1 0 15,0 3 0-15,0-3 0 0,2 1 0 0,-2 1 0 16,0-1 0-16,0 2 0 0,0-3 0 0,0 3 0 16,0-3 0-16,0 3 0 0,0-3 0 15,0 3 0-15,0-2 0 0,0 2 0 0,3 0 0 0,-3-3 0 16,0 5 0-16,0-2 0 0,0-2 0 16,0 2 0-16,0 0 0 0,0 2 0 0,0-2 0 0,0 0 0 0,0 0 0 15,0 0 0-15,0 0 0 0,-3 0 0 0,3-3 0 0,0 3 0 16,0-3 0-16,0 3 0 0,0 0 0 0,0-3 0 15,-2 3 0-15,2-2 0 0,0-1 0 0,-3 3 0 16,3 0 0-16,0-3 0 0,0 3 0 0,0-3 0 16,-3 1 0-16,3 2 0 0,0 0 0 0,0-1 0 15,0 1 0-15,0-2 0 0,0 2 0 0,0 0 0 16,0-3 0-16,0 3 0 16,0-3 0-16,0 3 0 0,-3-3 0 0,3 1 0 0,0 2 0 0,0-3 0 15,0 0 0-15,0 3 0 0,0 0 0 0,0-3 0 16,-3 3 0-16,3 0 0 0,0-3 0 0,0 3 0 15,0-2 0-15,0 2 0 0,-3-3 0 0,3 3 0 16,0 0 0-16,0 0 0 0,0 0 0 0,0-3 0 16,-3 3 0-16,3 0 0 0,0-3 0 0,-3 3 0 15,3-3 0-15,0 3 0 0,0-2 0 0,0 2 0 16,-3-3 0-16,3 3 0 0,0 0 0 0,0 0 0 16,0-3 0-16,0 0 0 0,0 1 0 0,0 1 0 15,0-1 0-15,0-1 0 0,-3 0 0 0,3 1 0 0,0-6 0 16,-3 8 0-16,3-3 0 0,0 0 0 0,-3 0 0 0,3 1 0 15,0-6 0-15,0 8 0 0,-3-3 0 0,3-5 0 16,0 5 0-16,-3 3 0 0,3-3 0 0,-3 1 0 16,3 2 0-16,0-3 0 0,0 0 0 0,0 3 0 15,-3-2 0-15,3-1 0 0,0-5 0 0,0 5 0 16,-3 3 0-16,3-3 0 16,-3 1 0-16,3-1 0 0,0 0 0 0,-3 3 0 0,3-8 0 0,0 5 0 15,-3 1 0-15,3-1 0 0,0-5 0 0,-3 8 0 0,3-8 0 0,0 5 0 16,-3 3 0-16,3-3 0 0,0 1 0 15,-3 2 0-15,0-3 0 0,3 0 0 0,0-5 0 0,-3 8 0 16,3-2 0-16,-3-1 0 0,3 0 0 0,-3 3 0 16,0-3 0-16,0 1 0 0,3-1 0 0,-3 3 0 15,0-3 0-15,3 0 0 0,-3 3 0 0,0-2 0 16,3-1 0-16,-3 0 0 0,0 3 0 0,3-3 0 16,-3 3 0-16,3-2 0 0,0-1 0 0,-3 0 0 15,3 3 0-15,-3-2 0 0,0-1 0 0,3 0 0 16,-3 0 0-16,3 1 0 0,-3-1 0 0,3 0 0 15,-3 1 0-15,3-6 0 0,-3 5 0 0,3 0 0 16,-2 0 0-16,2 1 0 0,0-6 0 0,-3 8 0 16,0-6 0-16,3 4 0 0,0-6 0 0,-3 8 0 15,3-8 0-15,-3 2 0 0,0 4 0 0,3 1 0 16,0-7 0-16,-3 6 0 0,3-6 0 0,-3 5 0 16,0 0 0-16,3-5 0 0,0 6 0 0,-3-4 0 0,3-2 0 15,-3 8 0-15,0-3 0 0,3-5 0 0,-3 6 0 16,0-1 0-16,0 0 0 0,3 1 0 15,0-6 0-15,-3 2 0 0,3-2 0 0,-3 8 0 0,3-8 0 0,-3 6 0 16,3-6 0-16,-3 5 0 0,3-5 0 0,-3 5 0 16,-3 0 0-16,3 1 0 0,3-6 0 0,-3 5 0 15,3-5 0-15,-3 8 0 0,0-5 0 0,3-3 0 16,-3 5 0-16,0 0 0 0,3-5 0 0,-3 5 0 16,0 1 0-16,3-6 0 0,-3 5 0 0,0 0 0 15,3-5 0-15,-3 6 0 0,3-6 0 0,-3 5 0 16,0 0 0-16,0 0 0 0,3-5 0 0,-3 6 0 0,0-1 0 0,3-5 0 15,0 5 0-15,-3 1 0 0,3-6 0 0,-3 5 0 16,3 3 0-16,0-8 0 0,-3 5 0 0,0 0 0 16,3-5 0-16,0 6 0 0,0-6 0 0,-3 8 0 15,3-3 0-15,0-5 0 0,0 8 0 0,0-3 0 16,0-5 0-16,0 6 0 0,0-1 0 0,0 3 0 16,-2-3 0-16,2-2 0 0,0-3 0 0,0 5 0 15,0-5 0-15,0 8 0 0,0-8 0 0,-3 5 0 16,3-5 0-16,0 0 0 0,0 3 0 0,0-3 0 15,0 0 0-15,0 0 0 0,0 0 0 0,0 0 0 16,0 0 0-16,0 0 0 0,0 0 0 0,0 0 0 31,0 0-100-31,0 0-22 0,0 0-5 0,0 0-1025 0</inkml:trace>
  <inkml:trace contextRef="#ctx0" brushRef="#br0" timeOffset="25456.139">21184 8314 1314 0,'0'0'37'0,"0"0"8"0,0 0-36 0,0 0-9 16,0 0 0-16,0 0 0 0,0 0 104 0,0 0 20 15,0 0 3-15,0 0 1 0,0 0-63 0,0 0-12 16,3-6-2-16,3 4-1 0,-6 2-10 0,0 0-1 16,3-3-1-16,-3 3 0 0,0 0-2 0,0 0-1 15,3 0 0-15,-3 0 0 0,0 0 5 0,0 0 0 16,0 0 1-16,0 0 0 0,6 3-1 0,-6-3 0 0,3 2 0 16,0 1 0-16,0 0-8 0,0 2-3 15,0-2 0-15,0-1 0 0,3 1-6 0,-3 2-2 0,3-2 0 0,-1 0 0 16,1-1-1-16,0 1-1 15,3 2 0-15,-3-2 0 0,3 2-6 0,0 0-1 0,-3-2 0 16,3 2 0-16,0-2 19 0,0 2 3 0,0 1 1 16,0-1 0-16,0 0-35 0,0 0 0 15,-3 1 0-15,0-1 0 0,2 0 0 0,-2 1 0 0,0-1 0 0,0 5 0 16,3-4 0-16,-3-1 0 0,0 0 0 0,0 3 0 16,3 0 0-16,0-3 0 0,-3 1 0 0,0 2 0 15,3-3 0-15,-3 0 0 0,3 3 0 0,-3-2 0 16,3-1 0-16,-3 0 0 0,2 3-15 0,-2-3 5 15,0 1 10-15,3-1 0 0,-3 0 0 0,3 3-8 16,-3 0 8-16,0-3-10 0,0 3 10 0,0 0-10 16,0-2 10-16,0 1 0 0,0 1 0 0,-3 3 0 15,3 0 0-15,0-3 0 0,0-1 0 0,0 4 0 16,0 0 0-16,0-3 0 0,-1 0 0 0,1 2 0 16,0-2 0-16,0 3 0 0,0-3 0 0,0 0 8 0,0-1-8 15,0 1 0-15,3 0 0 0,-3 0 0 0,0 3 0 16,0-3 0-16,3-3 8 0,-3 3-8 0,3 0 0 15,-3 0 0-15,3-3 0 0,-3 3 0 0,0-3 12 16,2 1-1-16,-2 2-1 0,0-3 0 0,3 3-10 0,-6 0 0 16,3-3 0-16,0 3 0 0,-3 0 0 15,3 0 0-15,0 0 0 0,-3 0 0 0,3-3 0 0,0 3 0 16,-3 0 0-16,3-3 0 0,0 3 0 0,0 0 0 16,0-3 0-16,0 1 0 0,0 2 0 0,0-3 0 15,0 3 0-15,0-3 0 0,2 3 0 0,-2 0 0 16,0 0 0-16,3 0 0 0,-3 0 0 0,3 2 0 0,0 1 0 0,-3 0 0 15,3-1 0-15,-3 1 0 0,3 2 0 0,-3-2 0 16,3 2 0-16,-3-3 0 0,0 4 0 0,3-1 0 16,-3 0 0-16,2-2 0 0,-2 2 0 0,0-3 0 15,3 4 0-15,-3-4 0 16,0-2 0-16,3 3 0 0,-3-3 0 0,0 2 0 0,3-2 0 0,-3 0 0 16,3 0 0-16,-3 0 0 0,3 3 0 0,0-3 0 15,0 0 22-15,-3-1 2 0,2 1 1 0,1 0 0 16,-3 0-40-16,3-2-8 0,-3 2-1 0,0-1-1 15,3-1 25-15,-3 2 0 0,-3-3 0 0,3 3 0 16,-3 0 0-16,3 0 0 0,-3 0 0 0,3 0 0 16,-3 0 19-16,0 0 9 0,0 0 1 0,0 2 1 15,0-2-30-15,-3 3 0 0,3-1 0 0,0-2 0 16,0 3 8-16,0-1-8 0,0 1 0 0,0-1 9 16,0 1-33-16,0-3-8 0,0 3 0 15,0-1-1-15,-1 1 57 0,1-1 11 0,0-2 2 0,0 3 1 0,0-3-30 16,0 0-8-16,0 0 0 0,3 0 0 0,-3 0 0 0,3-1 0 15,-3 1 0-15,0 0 0 0,3-2 0 0,-3 2 0 16,0 0 0-16,0-3 0 0,3 3 24 0,-3-3 1 16,0 0 0-16,3 3 0 15,-3-2-71 1,0-1-14-16,0 0-4 0,3 0 0 0,-3 3 83 0,0-2 16 0,0-1 3 0,0 0 1 0,3 1-30 0,-3 1-9 16,0-1 0-16,0-1 0 0,3 0 12 15,-3 1-12-15,0 2 12 0,-1 0-12 0,4-3 0 0,-3 3 0 16,0 0 0-16,0 2 0 0,0-2 18 15,0 0 0-15,0 3 0 0,0-3 0 0,0 2-29 0,0 1-5 16,0-3-2-16,-3 2 0 0,3 1 18 0,0 0 0 0,-3-4 0 0,3 7 0 16,-3-6 0-16,0 2 0 0,3 1 0 15,-3-3 0-15,0 0 0 0,3 2 0 0,-3 1 0 16,0-3 0-16,3 0 0 0,-3 0 8 0,0 0-8 0,3 0 0 16,-3-1 0-16,3 1 0 0,0 0 0 0,-3 0 0 15,3 0 0-15,-3 0 0 0,0 0 0 0,3 0 0 16,-3 0 0-16,0-3 0 0,3 3 0 0,-3 0 0 15,3-3 0-15,-3 1 0 0,3 2 0 0,-3-3 0 16,3 3 0-16,-3 0 0 0,3 0 0 0,-3 0 0 16,3-3 0-16,-3 3 0 0,3 3 0 0,-3-1 0 15,3-2 0-15,-3 0 0 0,3 3 0 0,-3-1 0 16,3 1 0-16,-3-1 8 0,3 1-8 0,0-1 0 16,0 1 0-16,-3-3 0 0,3 3 0 0,0-1 0 15,-3 1 0-15,3-1 0 0,0-2 8 0,-3 3-8 0,3-3 0 16,0 0 0-16,-1 0 0 0,-2 0 0 0,3 0 0 15,0 0 0-15,-3-1 0 0,3 1 0 16,0 0 0-16,-3-2 0 0,3 2 0 0,0-1 0 0,0 1 0 16,-3 0 0-16,3 0 0 0,0 0 0 0,0 0 0 15,0 0 0-15,0-3 0 0,-3 3 0 16,3 0 11-16,0 0-1 0,0 0 0 0,0 0 0 0,-3 0-10 0,3 0 0 16,0 0 0-16,-3 0 0 0,3 2 0 0,0-2-14 15,-3 3 3-15,3 0 1 0,0-1 10 0,-3 1 0 16,3-1 0-16,-3 1 0 0,3 2 0 0,-3-2 14 15,3-1-3-15,-3 1-1 0,3 2-10 0,-3-2-14 0,3-1 3 16,0 3 1-16,-3-2 10 0,3 0 0 0,-3-1 0 0,3 1 0 16,-3-3 0-16,3 2 0 0,-3-2 0 0,0 0 0 15,3 3 0-15,-3-3 0 0,0 2 0 16,3-2 0-16,-3 0 0 0,0 0 0 0,0 0 0 16,0 0 0-16,0-3 0 0,3 3 0 0,-3 0 0 15,0 0 0-15,3 0 0 0,-3-3 8 0,0 3-8 0,3 0 0 16,-3-2 9-16,0 1-9 0,0 1 12 0,3 0-12 15,-3 0 0-15,0 0 0 0,3 0 0 0,-3 3 0 16,0-3 0-16,3 0 0 0,-3 0 0 0,0 2 0 16,0 1 0-16,3-3 0 0,-3 0 0 0,0 2 0 15,0 1 0-15,3-1 0 0,-3-2 0 0,0 3 0 16,0-3 0-16,0 0 0 0,2 2 0 0,-2-2 0 16,0 0 0-16,0 0 0 0,0 0 0 0,0 0 0 15,0 0 0-15,0 0 0 0,3 0 0 0,-3-3 0 16,0 3 0-16,0 0 0 0,0-3 0 0,0 1 0 0,0 2 0 0,0-3 0 15,0 3 0-15,0 0 0 0,0-3 0 0,0 0 0 16,0 3 0-16,0-2 0 0,0-1 0 0,0 3 0 16,0-8 0-16,0 5 0 0,0 3 0 0,0-3 0 15,0 3 0-15,0-3 0 0,0 1 0 0,0-1 0 16,0 3 0-16,0-3 0 0,0 3 0 0,0 0 0 16,0 0 0-16,0 3 0 0,0-3 0 0,0 2 0 15,0-2 0-15,0 3 0 0,0-1 0 0,0 1 0 16,0-1 0-16,0-2 0 0,0 3 0 0,0 0 0 15,-3-1 0-15,3-2 0 0,0 3 0 0,0-1 0 16,0-2 0-16,0 3 0 0,-2-3 0 0,2 0 0 0,0 0 0 16,0 2 0-16,0-2 0 0,0-3 0 0,0 3 0 15,0 0 0-15,-3-2 0 0,3 2 0 0,0-1 0 16,0-1 0-16,-3 2 0 0,3 0 0 0,0-3 0 0,0 3 0 16,0 0 0-16,0-3 0 0,-3 0 0 0,3 3 0 15,0-2 0-15,0 2 0 0,0-3 0 0,0 0 0 16,-3 0 36-16,3 3 1 0,0-2 0 0,0 2 0 15,-3-3-37-15,3 3 0 0,0 0 0 0,0-3-8 32,0 3-20-32,0 0-3 0,-3 0-1 0,3 0 0 0,0 0 54 0,0 2 10 0,0-2 3 0,0 3 0 15,0-3-35-15,0 2 0 0,-3 1 0 0,3 0 0 16,0-1 8-16,0-2-8 0,0 3 0 0,0-1 0 16,-3 1 0-16,3-1 0 0,0 1 0 0,0-3 0 15,0 5 0-15,0-5 0 0,-3 3 0 0,3-3 0 0,0 2 0 0,0-2 0 16,-3 0 0-16,3 0 0 15,0 0 8-15,-3 0-8 0,3 2 0 0,0 1 0 16,-3-3 0-16,3 3 0 0,0-3 0 0,-3-1 0 16,3 1 0-16,-3 0 0 0,3 0 0 0,-3 3 0 15,3-3 0-15,0 2 0 0,-3-2 0 0,0 3 0 16,3-3 8-16,-3 2-8 0,3 1 0 0,-3 0 0 0,3 2 0 0,-3-3 0 16,3 1 0-16,-3 0 0 0,3 2 0 0,-3-3 0 15,3 4 0-15,-3-1 0 0,0-3 0 0,3 4 0 16,-3-4 0-16,0 3 0 0,0 1 0 0,3-4 0 15,-3 1 0-15,0-1 0 0,0 1 0 0,3 0 0 0,-3-1 0 16,0 1 0-16,0-1 8 0,0 1-8 0,0 0 0 16,0-1 0-16,0 1 0 0,0 2 0 0,0-5 0 0,0 5 0 15,0-5 0-15,1 3 0 0,-1-1 0 16,-3 3 0-16,3-2 0 0,-3 2 0 0,3 1 0 0,-3 1 0 16,3-1 0-16,0 1 0 0,0 1 0 0,-3 3 0 15,3-1 0-15,-3-2 0 0,0 0 0 0,3 3 0 16,-3-3 0-16,0-1 0 0,3 1 0 0,-3-2 0 15,0-1 0-15,3 0 0 0,-3 0 0 0,3 0 0 16,-3 1 24-16,3-4-3 0,0 3 0 0,-3-2 0 16,0 0-33-16,3 2-8 0,-2-3 0 0,2 4-1 15,-3-4 21-15,3 4 0 0,-3-1 0 0,0 3 0 16,3 0 0-16,-3-1 0 0,0-1 0 0,0 4 8 16,3-2-8-16,-3 0 0 0,0-3 0 0,3 3 0 15,-3-3 0-15,0 3 0 0,3-3 0 0,-3 1 8 16,0-4-8-16,3 3 8 0,-3-2-8 0,0 0 8 15,0-1-8-15,3-2 8 0,-3 0-8 0,3 3 8 16,-2-1-8-16,2-2 0 0,-3 0 9 0,0 3-9 0,3-3 0 16,0 0 8-16,0-1-8 0,-3 1 0 0,3 0 0 0,-3 0 0 15,3 0 0-15,0 3 8 0,-3-3-8 16,3 0 0-16,0 0 0 0,-3 2 0 0,3-2 0 16,0 3 0-16,0-1 0 0,-3-2 0 0,0 3 0 0,3-1 0 15,-3-2 0-15,0 3 0 0,3-1 0 0,-3 1 0 16,0 0 0-16,0 2 8 0,1-3-8 0,-1 1 0 15,0 0 0-15,0-1 0 0,0 1 0 0,0-1 0 16,0 1 0-16,0 0 0 0,0-3 0 0,-3 2 0 16,0-2 0-16,3 3 0 0,0-3 0 0,0-1 0 15,-3 1 0-15,3 0 0 0,0 0 0 0,0 0 0 0,0 0 0 16,0 0 0-16,1-3 0 0,-1 1 0 0,0 4 0 0,0-4 0 16,0 2 0-16,0-3 0 0,0 3 0 0,0 2 0 15,0-4 0-15,0 2 0 0,0-1 0 0,0 4 0 16,3-3 0-16,-3 0 0 0,0 3 0 0,0-1 8 15,0 1-8-15,3-1 0 0,-3 1 0 0,0-1 0 16,0 1 0-16,3 2 0 0,-3-2 0 0,1-1 0 16,2 1 0-16,-3 0 0 0,3-1 0 0,-3 1 0 15,3-1 0-15,0-2 0 0,0 0 0 0,-3 3-8 16,3-3 8-16,0 0 0 0,0-3 0 0,-3 3 0 16,3-3 0-16,0 3 0 0,0-3 0 0,0 3 0 15,0-2 0-15,0 2 0 0,0-6 0 0,0 6 0 16,0-3 0-16,-3 1 0 0,3 2 0 0,0-3 0 15,-3 0 0-15,3 1 0 0,0-1 0 0,-3 3 0 16,3-3 0-16,-3 0 0 0,3 1 0 0,-3-1 0 16,1 0 0-16,-1 1 0 0,0 2 0 0,0-3 0 15,0 0 0-15,0 0 0 0,0 1 0 0,0 2 0 0,0-3 0 16,0 3 0-16,0-3 0 0,0 3 0 0,0-3 0 0,0 3 0 16,-3 0 0-16,3 0 0 0,-3 0 0 0,3 0 0 15,-3 0 0-15,3 0 0 0,-2 3 0 0,-1-4 0 16,3 4 0-16,0-3 0 0,-3 0 0 0,3 0 0 15,-3 2 0-15,3-2 0 0,-3 3 0 0,3-3 0 16,0 0 0-16,0 2 0 0,0-2 0 0,0 0 0 0,0 0 0 16,0-2 0-16,0 1 0 0,0-1 0 0,1 2 0 15,-1 0 0-15,3-3 0 0,-3 0 0 16,0 1 0-16,0-1 8 0,3 0-8 0,-3 0 0 0,0-2 0 16,0 5 0-16,3-3 0 0,-3 1 0 0,3 1 0 0,-3-1 0 15,6-6 0-15,-3 5 0 0,-3 0 0 16,3 3 0-16,-3-2 0 0,6-6 0 0,-3 5 0 0,-3 0 0 15,3 0 0-15,0 1 0 0,0-1 0 0,-3 0 0 16,6-5 0-16,-3 6 0 0,-3-1 0 0,0 0 0 16,3 1 0-16,-2-1 0 0,2 0 0 0,-3 0 0 15,3 1 0-15,0-4 0 0,-3 4 0 0,0-4 0 16,3 4 0-16,-3-1 0 0,0 0 0 0,0 0 0 16,3 1 0-16,-3-4 0 0,3 6 0 0,-3-2 0 15,3 2 0-15,-3-3 0 0,0 3 0 0,3-3 0 16,-3 3 0-16,0 0 0 0,3 0 0 0,0-3 0 15,-3 3 0-15,3-3 0 0,0 3 0 0,-3-2 0 0,1 2 0 16,2 0 0-16,0-3 0 0,-3 3 0 16,3 0 0-16,-3 0 0 0,3-3 0 0,0 3 0 0,0-3 0 15,-3 3 0-15,3-5 0 0,0 5-8 16,0-3 8-16,0-2 0 0,0 2 0 0,0 0-8 16,-3-2 8-16,6-3-13 0,0 0 5 0,-3 5 8 0,3-5-19 0,0 0 4 15,0 0 1-15,0 0 0 16,0 0-51-16,0 0-11 0,0 0-1 0,0 0-1 15,-3-5-124-15,0 0-25 0</inkml:trace>
  <inkml:trace contextRef="#ctx0" brushRef="#br0" timeOffset="26043.493">21205 14429 1728 0,'0'0'38'0,"0"0"8"0,0 0 2 0,0 0 0 0,0 0-39 0,0 0-9 0,0 0 0 0,0 0 0 16,0 0 104-16,0 0 20 0,0 0 3 0,0 0 1 0,0 0 0 0,0 5 0 16,0-5 0-16,3 5 0 15,-3 3-103-15,0-3-25 0,0 1 0 0,-3-1 0 16,3 3 56-16,0-3 7 0,-3 3 1 0,3 0 0 0,-3 0-52 0,0 0-12 16,-3 0 0-16,3 3 0 0,0-1 0 0,-3 1 0 15,3-1 0-15,-3-2 0 0,3 3 0 0,0-1 0 16,0 4 0-16,0-4 0 0,0 3 0 0,0-2 0 15,0 2 0-15,0-2 0 0,0 2 0 0,3 0 0 16,-3 1 0-16,3-1 0 0,0 0 0 0,0 0 0 16,0-2 0-16,0 2 0 0,0-2 0 0,3-1 0 15,-3 1 0-15,0-1 0 0,3-2 0 16,0 0 0-16,0 0 0 0,0 0 0 0,0-3 0 0,3 3 0 16,0-2 0-16,0 2 0 0,3-3 36 0,0 3 4 0,-3-3 0 15,3 3 1-15,3-5-8 0,-3 2-1 0,0 0-1 16,2 1 0-16,-2-1-9 0,3-3-2 0,-3 1 0 15,0 2 0-15,3-2-9 0,-3 2-3 0,3 1 0 16,-3-4 0-16,0 1-8 0,0 0 0 0,-3 2 9 0,3-2-9 16,-1-3 0-16,-2 2 0 0,3 1 0 0,-3-3 0 31,3 2-25-31,0 1-3 0,0-3-1 0,3-3 0 16,-3 1-129-16,3-3-26 0,3 2-4 0,-3-5-1017 0</inkml:trace>
  <inkml:trace contextRef="#ctx0" brushRef="#br0" timeOffset="45406.809">18562 12222 1036 0,'0'0'23'0,"0"0"5"0,0 0 0 0,0 0 1 0,0 0-29 0,0 0 0 0,0 0 0 0,0 0 0 15,0 0 98-15,-3-3 14 0,3 3 2 0,-6 0 1 16,6 0-31-16,-6 0-5 0,0 0-2 0,3 0 0 16,-3 3-10-16,0 0-3 0,6-3 0 0,-6 2 0 0,3 1 0 0,-3-1 0 15,0-2 0-15,0 3 0 0,3 0-51 16,3-3-13-16,-6 2 0 0,0 1 0 0,3 0 53 0,-3-1 8 15,0 4 2-15,0-4 0 0,3 1-38 0,-3 2-7 16,3-2-2-16,-3 2 0 0,4 0-1 0,-4 1-1 16,0-1 0-16,0 0 0 0,3 3-4 0,-3-2-1 15,0-1 0-15,0 3 0 0,0 0 0 0,3 0 0 16,-3-3 0-16,0 3 0 0,0 0 0 16,0 0 0-16,0 0 0 0,0 0 0 0,0-3-1 0,0 3 0 15,-3 2 0-15,3-2 0 0,0 0-8 16,0 0 12-16,1 0-12 0,-1 0 12 0,0 0-12 0,0 0 8 15,0-3-8-15,0 3 8 0,0 0-8 0,3 0-14 0,-3 0 3 0,0-3 1 16,0 1 10-16,0 2 0 16,3-3 0-16,0 3 0 0,0 0 0 0,0 0 0 0,0-3 0 0,-3 3 0 15,3 0 0-15,0 0 0 0,0 0 0 0,3 0 0 16,-3 2 0-16,0-2 0 0,0 0 0 16,0 3 0-16,0-1 20 0,0 1 5 0,-3-1 2 0,3 1 0 15,0 0-27-15,0 2 8 0,1-3-8 0,-1 4 0 16,3-1 0-16,-3-3 0 0,0 4 0 0,0-1 0 15,0 0 8-15,3-2-8 0,-3 2 8 0,0 0-8 16,3-2 8-16,-3-1-8 0,3 4 8 0,-3-4-8 16,3 1 8-16,-3-1-8 0,3 1 0 0,-3 0 8 15,3-4-8-15,-3 4 0 0,0 0 0 0,3-3 0 16,-3 5 0-16,0-5 0 0,3 2 0 0,-3 4 0 16,0-4 0-16,3 1 8 0,-3-1-8 0,0 4 0 15,0-4 22-15,3 3-1 0,-3-2 0 0,3 2 0 0,-3 0-35 16,3 1-7-16,0-1-2 0,0 3 0 15,0-3 23-15,-3 3 0 0,3-3 0 0,0 3 0 16,0-3 0-16,0 3 0 0,0-3 0 0,-3-2 0 0,3 2 0 0,0-2 0 16,0 2 0-16,3-5 0 0,-3 2 0 0,0-2 0 15,0 3 0-15,3-3 0 0,-3 0 0 0,3 0 0 16,-3 0 0-16,3 2 8 0,-3-2-8 0,3 0 0 16,0 0 0-16,-3 3-11 0,3-3 11 0,-3 2 0 15,3-2 0-15,-3 0 0 0,0 3 0 0,0-3 0 0,0 0 0 0,3 2 0 16,-3 1 0-16,0-3 0 0,0 0 0 15,3 2 0-15,-3 1 0 0,0-1 0 0,3-2 0 0,-3 0 0 16,0 3 0-16,0-3 0 0,0 2 0 0,3 1 0 16,-3-3 0-16,0 0 0 0,0 0 0 15,3 2 0-15,-3-2 0 0,3 3 0 0,-3-3 0 16,0 0 0-16,3 0 0 0,-3 0 0 0,3 0 0 0,-3-1 0 16,3 1 0-16,-3 0 0 0,0 0 8 15,3 0-8-15,-3 0 0 0,0 0 0 0,3 0 0 0,-3 0 0 16,0 0 0-16,3 0 0 0,-3 0 0 0,3 0 0 15,-3-3 0-15,0 3 0 0,3 0 0 0,-3 2 0 16,0-2 20-16,3 3-1 0,-3-3 0 0,0 0 0 16,3 0-31-16,-3 0-5 0,2 0-2 0,1 2 0 15,-3-2 19-15,3 0 0 0,0 0 0 0,-3 3 0 16,3-1 0-16,0 1 0 0,0-1 0 0,-3 1 0 16,3 0 0-16,-3-1 0 0,3 3 0 0,0-2 0 0,0 0 12 15,-3-1 5-15,3 1 2 0,0-1 0 0,0 1-31 16,0-1-5-16,0 1-2 0,0 0 0 0,-3-3 31 0,3 0 5 15,0-1 2-15,0 4 0 0,0-3-29 0,0 0-6 16,0-3 0-16,0 3-1 0,0-3 17 0,0 3 0 16,0-2 0-16,0-1 0 0,0 0 0 0,-3 3 0 15,3-3 11-15,0 1-11 0,0 2 16 0,0-3-4 16,0 0-1-16,0 1 0 0,0-1-11 16,0 3 0-16,-3-3 0 0,3 0 0 0,0 1 0 0,0 2 0 0,0-3 0 15,-3 0 0-15,3 1 0 0,0 1 0 0,-3 1 0 16,2 0 0-16,1 0 0 0,-3 0 0 15,3 0 0-15,0 0-11 0,-3 0 11 0,3 3 0 16,0-3 0-16,0 2 0 0,0-2 0 0,0 3 0 16,0-1 0-16,0-2 0 0,0 3 0 0,0-3 0 0,0 2 0 15,0-2 0-15,0 3 8 0,3-3-8 16,-3 0 8-16,0 2-8 0,3-2 8 0,-3 0-8 0,0-3 8 0,3 3-8 16,-3 0 0-16,0 0 8 0,0-2-8 0,3 1 0 15,-3-1 0-15,0-1 9 0,0 0-9 0,0-2 0 16,0 2 11-16,0-2-11 0,3 2 10 0,-6 1-10 15,3-4 12-15,-3-2-4 0,3 5-8 0,0 1 12 16,0-1-12-16,-3 0 8 0,2-2-8 0,1 2 0 16,0 1 8-16,-3-4-8 0,3 3 0 0,-3-5 9 15,3 3-9-15,0 2 0 0,-3 1 0 16,3-1 0-16,0 0-19 16,-3 1-9-16,3-1-1 0,0 0-1 0,-3-5 48 0,3 5 10 0,0 1 1 0,-3-1 1 15,3 0-30-15,-3 1 8 0,3-1-8 0,-3 0 0 16,3 1 0-16,-3-1 0 0,3 0 0 0,-3 0 0 0,3 1 0 15,-3-1 0-15,0-5 0 0,3 5 0 16,-3 1-24-16,0-6-5 0,3 5-1 0,-3 0 0 16,0-5 14-16,3 5 2 0,-3-5 1 0,0 6 0 15,0-6-55-15,0 0-10 0,3 2-2 0,-3-2-711 16,0 0-141-16</inkml:trace>
  <inkml:trace contextRef="#ctx0" brushRef="#br0" timeOffset="46135.909">18195 14384 1497 0,'0'0'32'0,"0"0"8"0,0 0 0 0,0 0 4 15,0 0-36-15,0 0-8 0,0 0 0 0,0 0 0 0,0 0 104 0,0 0 20 16,0 0 3-16,0 0 1 0,0 0-15 0,0 0-2 16,0 0-1-16,0 0 0 0,0 0-22 0,-6 2-5 15,6-2-1-15,0 0 0 0,0 0-66 0,-2 6-16 16,2-1 0-16,-3 0 0 0,3 0 0 0,0 1 0 15,3-1 0-15,-3 3 0 0,2 3 35 0,1-3 3 16,0-1 1-16,0 1 0 0,0 3-27 0,3-3-4 16,-3 2-8-16,0 1 11 0,3-3-11 0,0 0 0 0,0 3 0 15,0-4 0-15,0 1 0 0,0 0 0 16,3 0 0-16,-3-2 0 0,0 2 0 0,3-1 0 0,-3-1 0 0,3-1 0 16,0 0 0-16,0 3 0 0,-1-2 0 0,1-1 0 15,-3 0 0-15,3 0 0 0,0 1 0 0,0-1 0 16,0 0 17-16,0 1 2 0,0-1 0 0,-3 0 0 15,3 0-31-15,-3-2-5 0,3 2-2 0,-3-2 0 16,0 0 19-16,0-1 0 0,-3 4 0 0,2-4 0 16,1-2 0-16,-3 3-10 0,3-3 10 0,-6 0-8 15,0 0 8-15,3 0 0 0,0 0 0 16,3-3 0-16,-6 3 0 0,3 0 14 0,3-2-3 0,-3 2-1 16,0-6 9-16,3 4 1 0,-3-4 1 0,0 1 0 15,0 0 5-15,0-3 1 0,0 0 0 0,-3-3 0 16,3 3-8-16,0-2-2 0,-3-1 0 0,3 3 0 15,0-5-9-15,0 3-8 0,0-4 12 0,0-2-12 16,0 1 8-16,3-4-8 0,-3 0 0 0,0 1 0 16,3-6-11-16,0 3-9 0,0-5-1 0,0-1-1 15,2 1-163-15,-2-1-33 16</inkml:trace>
</inkml:ink>
</file>

<file path=ppt/ink/ink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32:49.905"/>
    </inkml:context>
    <inkml:brush xml:id="br0">
      <inkml:brushProperty name="width" value="0.05292" units="cm"/>
      <inkml:brushProperty name="height" value="0.05292" units="cm"/>
      <inkml:brushProperty name="color" value="#FF0000"/>
    </inkml:brush>
  </inkml:definitions>
  <inkml:trace contextRef="#ctx0" brushRef="#br0">20097 2527 1720 0,'0'0'48'0,"0"0"12"0,0 0-48 0,0 0-12 0,0-5 0 0,0 5 0 16,3-3 105-16,0-2 19 15,0 2 3-15,0-2 1 0,0 2-54 0,3 0-10 16,-3 3-3-16,-3 0 0 0,6-2-17 0,-3 2-4 0,3 0-1 0,0 0 0 16,0 0-19-16,-3 2-4 15,3 4-1-15,0-1 0 0,0 3-15 0,0-5 0 0,0 7 8 0,-3 1-8 16,3 2 0-16,0-2 0 16,0 7 0-16,0-2 0 0,0-3 0 0,0 6 0 0,-1-1 0 0,1-2 0 15,0-3-24-15,0 3 0 0,0 0-1 0,0-3 0 31,0 3-2-31,0-3 0 0,0-5 0 0,-3 3 0 0,0 0 27 0,0-3-8 0,0-6 8 0,-3-2 0 16,3 5 0-16,-3-5 0 0,0 0 0 0,0 0 0 16,0 0 31-16,0 0 1 0,0 0 1 0,0 0 0 15,3-5 14-15,0 3 2 0,-3-9 1 0,3 3 0 16,0 0-13-16,3-3-2 0,-3-2-1 0,3-3 0 16,0 1-10-16,0-4-1 0,0-2-1 0,3 2 0 15,2-2-13-15,-2-3-9 0,0 6 12 0,3-1-12 16,-3 6 0-16,3-3 0 0,-3 3 0 0,0 0 0 15,0 2-17-15,-3 6-4 0,3-3-1 0,-3 3 0 16,3 2-114-16,-3-2-22 16,-3 5-5-16</inkml:trace>
  <inkml:trace contextRef="#ctx0" brushRef="#br0" timeOffset="285.429">20476 2810 2649 0,'0'0'58'0,"0"0"12"0,0 0 2 0,0 0 4 0,0 0-61 16,0 0-15-16,0 0 0 0,0 0 0 0,0 0 54 0,0 0 8 0,0 0 2 0,0 0 0 16,0 0 0-16,0 0 0 0,0 0 0 0,0 0 0 15,0 0-56-15,3 5-8 0,-3 1-8 0,2 2 8 16,-2 0 0-16,3-1 0 0,-3-1 0 0,0 4 0 15,-3 4 0-15,3-4 0 0,0 9 8 0,0-3-8 16,-2-3 0-16,-1 5 0 0,3 1 0 0,-3 2 0 16,0-2 0-16,0 2 0 0,0 0 0 0,0 0 0 15,0-5-44 1,-3 0-4-16,3-3-2 0,-3 3 0 0,6 0-136 16,0-3-27-16</inkml:trace>
  <inkml:trace contextRef="#ctx0" brushRef="#br0" timeOffset="1216.217">21107 2688 1858 0,'0'0'52'0,"0"0"13"0,0 0-52 0,0 0-13 0,0 0 0 0,3-8 0 16,-3 8 102-16,0 0 18 0,0 0 3 0,0 0 1 15,0-2-64-15,0 2-13 0,0 0-3 0,0 0 0 16,0 0-27-16,6 0-5 0,-1 5-2 0,1 0 0 15,0 3-10-15,-3 0 0 0,3-2 0 0,-3 9 0 16,0-7 0-16,3 6 0 0,-3 1 0 0,0 1 0 16,0-2-11-16,0 1 3 0,0-1 0 0,0 2 0 31,-3-1-19-31,3 1-3 0,0 0-1 0,0 3 0 0,-3-3 7 0,3-3 2 0,0 3 0 16,-3-6 0-16,3 1 22 0,-3-1 0 0,0 1 0 15,3 0 0-15,-3-6 0 0,0 3 0 0,0-8 12 0,0 0-4 16,0 0 31-16,0 0 5 0,0 0 2 0,0 0 0 15,3-8 12-15,-3-3 2 0,3 1 1 0,0-4 0 16,-3 1-13-16,3 3-2 0,0-6-1 0,3-5 0 16,-3 5-12-16,0-3-2 0,6 1-1 0,-3-3 0 15,2-1-12-15,4 1-2 0,-3-3-1 0,0 1 0 16,3 1-26-16,0 1-5 0,0-3 0 0,0 3-1 16,3 0 17-16,-3 5 0 0,0-2 0 0,2 2 0 0,-2 5 0 0,0-2 0 15,0 0 0-15,0 5 0 16,3 0-87-16,-3 3-13 0,3-3-4 0,-3 8-687 15,0 0-137-15</inkml:trace>
  <inkml:trace contextRef="#ctx0" brushRef="#br0" timeOffset="1653.954">21371 3022 1982 0,'0'0'56'0,"3"-6"12"0,0 4-54 0,0-6-14 0,3-3 0 0,-3 6 0 15,3 0 116-15,0-3 20 0,3 0 4 0,-3-3 0 16,3 3-43-16,-3 6-9 0,3-6-1 0,0 2-1 16,0 4-50-16,-3-6-11 0,3 5-1 0,-3 1-1 15,3 2-3-15,-3 0-1 0,2 0 0 0,-2 2 0 16,0 1-19-16,0 5 0 0,0-6 0 0,-3 4 0 15,0 2 0-15,0 2 0 0,-3 1 0 0,3 5 0 16,-3-3-48-16,-3 3-12 0,0 5-4 0,-3-5 0 16,0 0 0-1,0 5 0-15,0-5 0 0,-3 5 0 0,4-8 36 0,-4 3 8 0,0 0 0 0,3 0 1 16,-3 0 19-16,3-3-12 0,0 0 12 0,3-2-10 0,-3-1 10 0,3-2 0 16,3 0 10-16,-3 3-10 15,3-6 22-15,3 3-2 0,0-3 0 0,0-2 0 0,3 2 12 16,0-2 1-16,3-1 1 0,0-2 0 0,3 0 1 0,0 0 0 15,-1 0 0-15,4 0 0 0,3-2-8 16,0 2-2-16,0-3 0 0,0 3 0 0,0-5-15 16,-1 5-10-16,4-3 12 0,-3 3-12 0,3 0-12 15,0-5-10-15,0 2-2 0,2 3-786 16,-2-5-158-16</inkml:trace>
  <inkml:trace contextRef="#ctx0" brushRef="#br0" timeOffset="18962.24">20327 3559 1728 0,'0'0'38'0,"0"0"8"0,0 0 2 0,0 0 0 0,0 0-39 0,0 0-9 0,0 0 0 0,0 0 0 15,0 0 116-15,0 0 22 0,0 0 4 0,0 0 1 16,0 0-43-16,0 0-9 0,0 0-2 0,0 0 0 0,0 0-31 0,0 0-6 16,0 0-2-16,0 0 0 0,-3 8-13 0,3 0-2 15,0-6-1-15,0 6 0 0,0-2-7 0,3 2-2 16,-3-1 0-16,3 1 0 0,-3 0-9 0,3 3-1 15,-3-3-1-15,0 2 0 0,3-2-6 0,-3 3-8 16,3 5 11-16,-3-6-11 0,3 4 9 16,-3-1-9-16,0 3 0 0,0 0 9 0,0 0-9 0,0 2 0 15,0-5 0-15,0 6 0 0,0-1 0 0,-3 1 0 16,3-3 8-16,-3 2-8 0,3-7 0 0,0 7 0 16,-3-7 0-16,3 2 8 0,0 0-8 0,-3 1-9 15,3-4 9-15,0 3-13 16,0-2-20-16,0 0-4 0,0-1-1 0,0-2 0 15,-3 3-122-15,3-3-25 0,0 0-5 0</inkml:trace>
  <inkml:trace contextRef="#ctx0" brushRef="#br0" timeOffset="24217.209">21339 3599 1800 0,'0'0'40'0,"0"0"8"0,0 0 1 0,0 0 1 0,0 0-40 0,0 0-10 0,0 0 0 0,0 0 0 15,-6 0 84-15,-3 0 16 0,3 5 2 0,-3-5 1 16,0 2-37-16,0 4-7 0,-3-1-2 0,0 0 0 16,0 3-26-16,0 3-6 0,-2-3-1 0,-4 2 0 0,0 4-24 15,0 2-14-15,0 2 2 0,0 1 0 0,0 2 12 16,-2 3 0-16,5-1 0 0,-3 1 0 0,0-3 0 0,0 3 13 16,3-3-2-16,-3-2-1 0,1-1-22 0,2-2-4 15,-3 0 0-15,0 0-1 16,6 3-21-16,-3-9-4 0,0 1-1 0,3-1 0 15,0 4-91-15,4-9-18 0,-1 0-4 0,3-2-1 16</inkml:trace>
  <inkml:trace contextRef="#ctx0" brushRef="#br0" timeOffset="24481.67">20931 3630 2188 0,'0'0'48'0,"0"0"11"0,-3-5 1 0,3 5 1 0,-3-3-49 0,3 3-12 0,0 0 0 0,0 0 0 16,0 0 85-16,0 0 15 0,0 0 2 0,6 0 1 16,-3 3-25-16,3 0-5 15,-3 2-1-15,0 3 0 0,3-5-44 0,-3 4-8 0,0 1-3 0,3 3 0 16,-3-3-17-16,3 3 0 0,0 2 0 0,-3 3 0 16,3 0 35-16,-4 2 3 0,4 1 1 0,0-1 0 15,0 3-31-15,3 0-8 0,-3-2 0 0,3 2 0 16,0 0 0-16,0-5-16 0,0 0 4 0,3 0 0 15,0 2-90-15,0-4-18 16,0 2-4-16,2-3-1076 0</inkml:trace>
  <inkml:trace contextRef="#ctx0" brushRef="#br0" timeOffset="28376.039">20392 4527 1900 0,'0'0'42'0,"0"0"9"0,-6-5 1 0,3 2 1 0,-3 3-42 0,0-5-11 16,6 5 0-16,-6-3 0 0,6 3 88 0,-6-2 15 15,-2 2 3-15,2 0 1 0,0 0-45 0,0 2-9 16,-3-2-1-16,0 8-1 0,3-5-19 0,-3 2-4 0,0 3-1 0,3 3 0 16,-3-1-13-16,0 1-2 15,3 2-1-15,0 0 0 0,-3 3-11 0,3 0 0 0,3 0 0 0,-3 3 0 16,3-6 0-16,3 0 0 0,0 3 0 0,0-3 0 16,3 0 0-16,0 1 0 0,3-4 0 0,0 1 0 15,0-1 0-15,3-2 18 0,0-2-3 0,3 2-1 16,0-3-30-16,3 0-5 0,0-2-2 0,0-1 0 15,5-2 23-15,-2-2 0 0,3-1 0 0,3 0 0 16,-3 1 0-16,0-3 0 0,-1-1 0 0,1-2 0 16,0 3 0-16,-3 0 0 0,-3-3 9 0,0-5-1 15,0 2 16-15,-3 0 3 0,-4-2 1 0,1 0 0 16,-3 0 8-16,-3-3 1 0,0 3 1 0,0-3 0 16,-6 2-10-16,0-4-3 0,0 2 0 0,-3 3 0 15,0 0-12-15,-2-1-2 0,-1 1-1 0,-3 3 0 16,-3-1-10-16,0 3 0 0,0 0 9 0,-3 0-9 15,-3 3-8-15,1-3-7 0,-1 5-1 0,-3-5 0 16,0 3-25-16,0 2-6 0,3 3-1 0,1 0 0 16,2 0-144-16,0 0-30 0,-18-2-6 0,15 2 0 15</inkml:trace>
  <inkml:trace contextRef="#ctx0" brushRef="#br0" timeOffset="28942.034">21232 4469 2134 0,'0'0'47'0,"0"0"9"16,0 0 3-16,0 0 1 0,0 0-48 0,3-3-12 0,0-2 0 0,-3 5 0 0,0 0 100 0,3-5 18 16,-3 5 3-16,2-3 1 15,-2 3-42-15,0 0-8 0,0 0-1 0,0 0-1 0,3 0-21 0,-3 0-4 16,3 0-1-16,0 3 0 0,0 2-16 0,0 0-4 16,0 1-1-16,0 4 0 0,0-2-4 0,-3 5-1 15,3 3 0-15,-3-2 0 0,3 4-4 0,-3 1-1 16,0 4 0-16,0-4 0 0,0 5-13 15,0 0 8-15,0-6-8 0,0 6 0 0,0-6 0 0,0 4 8 16,0-1-8-16,0-5 0 0,3 5 0 0,-3-8 0 16,0 3 0-16,0-3 0 0,0 0 8 0,0-2-8 15,0 0 0-15,0-1 9 0,-3 1-19 0,3 2-4 16,3-2-1-16,-3-1 0 16,3 1-112-16,0-3-22 0,0 0-5 0,3 0-1093 15</inkml:trace>
</inkml:ink>
</file>

<file path=ppt/ink/ink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34:17.291"/>
    </inkml:context>
    <inkml:brush xml:id="br0">
      <inkml:brushProperty name="width" value="0.05292" units="cm"/>
      <inkml:brushProperty name="height" value="0.05292" units="cm"/>
      <inkml:brushProperty name="color" value="#FF0000"/>
    </inkml:brush>
  </inkml:definitions>
  <inkml:trace contextRef="#ctx0" brushRef="#br0">18949 12915 1602 0,'-24'3'35'0,"15"-3"7"0,-3 0 2 0,-3 0 1 0,3 0-36 0,0 0-9 15,-3 0 0-15,3 0 0 0,0 0 56 0,4-3 10 16,-1 3 2-16,-3-3 0 0,3 3-23 0,0 0-4 16,0 0-1-16,0 0 0 0,0 0 12 0,3 3 3 15,-3-3 0-15,0 3 0 0,3-3-55 0,-3 0-13 16,0 2-2-16,3 1 0 0,-2 0 15 0,-1-1 8 16,3 4 0-16,-3-4-8 0,3 4 12 0,-3-1-4 0,3 0 0 0,-3 0-8 15,3 3 0-15,0 3 0 0,0 0 0 0,-3-1 0 16,3 1 0-16,0 5 0 15,-3-3 8-15,3 5-8 0,-3-2-10 0,1 3-6 16,2 5 0-16,-3-1-1 16,0 1-24-16,0 0-5 0,0 2-1 0,0 1 0 0,0-1 47 15,0-2 15-15,0-3 0 0,0 3 0 0,3 0-15 0,-3 0-12 0,3-3 3 16,0 5 0-16,0-4 9 0,1 4-12 0,2 1 12 16,-3-1-12-16,3 0 12 0,3 1 0 0,-3-1 0 0,3 1 0 15,0-6 0-15,-3 3 0 0,6-3 0 0,-3-2 0 16,3-1 0-16,0 3-8 0,3-2 8 0,-3-1 0 15,2-2 0-15,1 0-8 0,3 0 8 0,-3 0 0 16,6 0 0-16,0-1-8 0,-3-1 8 0,3-1 0 16,-3 0-8-16,3 0 8 0,0-2-8 0,-3 2 8 15,3-5 0-15,-1 3-10 0,1-3 10 0,0-3 0 16,0 0-12-16,0 1 12 0,0-1-12 0,3-3 12 16,0 1-10-16,0-3 10 0,0 0-8 0,2-3 8 15,1 1 0-15,0-1-10 0,0-2 10 0,0 0 0 16,3-1-8-16,-1-2 8 0,1 3 0 0,-3-3 0 0,0 0 0 15,0 0 0-15,-3 0 0 0,0 0 0 16,-3 0 0-16,-1 3 0 0,1-3 0 0,0 0 0 0,-3 3 0 16,0-3 9-16,3 0-9 0,-3 3 8 0,0-3-8 0,0 0 0 15,0 3 0-15,0-3 8 0,0 0-8 0,0 3 0 16,-1-3 0-16,1 2 0 0,0-4 0 0,-3 2 0 16,3 0 0-16,0 0 0 0,0 0 0 0,0-3-9 15,0 3 9-15,-3-2-13 0,3 2 4 0,0-3 1 0,-3-2 0 16,3 0 0-1,0-3-17-15,-3 0-3 0,2 0-1 0,-2-2 0 0,3-3 74 0,0-1 15 0,-3 1 4 0,3-3 0 16,-3 3-52-16,0 3-12 0,0-3 0 0,0-3 0 16,-3 3 44-1,3-1 7-15,-3-1 1 0,3 1 0 0,-6 1-32 0,3 0-7 16,-3-3-1-16,0 3 0 0,0-3 4 0,0-2 1 0,-3 2 0 0,0 0 0 16,0-2 3-16,0 2 0 0,-3 0 0 15,0-2 0-15,0 4-6 0,-3 1-1 0,-3 0 0 0,0 0 0 16,-3 2-13-16,-2 4 11 0,-1-4-11 0,-3 3 10 15,0 0-10-15,-3 0 0 0,0 3 0 0,1 0 0 16,-1 0-20-16,-3 5-2 0,-6 2-1 0,1 1 0 31,-4 3-31-31,-3 2-6 0,-3 2-2 0,1 1-582 0,5 2-117 16</inkml:trace>
  <inkml:trace contextRef="#ctx0" brushRef="#br0" timeOffset="984.217">19886 13024 1497 0,'0'0'32'0,"0"0"8"0,0 0 0 0,0 0 4 0,0 0-36 0,0 0-8 0,-3-6 0 0,0 1 0 15,0 2 81-15,3 3 15 0,0 0 2 0,-6-2 1 0,3-1-56 0,-3 0-11 16,0 3-3-16,0 0 0 15,-2 0 23-15,2-2 4 0,0 2 0 0,-3 0 1 16,3 2-40-16,0 1-8 0,-3 0-1 0,0 2-8 16,0 0 0-16,0 1 0 0,-3-1 0 0,0 0 0 0,-3 0 34 0,0 3 0 15,1 0 0-15,-1 0 0 0,-3 3-23 0,3-3-11 16,-3 5 10-16,0 0-10 0,0 3 0 0,3 0 0 16,-2 0 0-16,-1 2 0 0,3 1 0 0,-3-1 0 15,3 1 0-15,0-3-10 16,0 2-19-16,3-2-4 0,4 0-1 0,-4-3 0 0,3 3 34 15,0-3 0-15,0 3 0 0,3 0 0 0,0-3 0 0,0 3 0 0,0 0 0 16,3-3 0-16,-3 3 0 0,3-2 16 0,0 1-2 0,0 1 0 16,0 0-14-16,3 0 0 15,-3-3 0-15,3 3-10 0,0 0 10 0,0-3 0 16,0 0 0-16,3 3 0 0,0-2-8 0,0-1 8 0,0 0-8 0,0-2 8 16,0-1 0-16,3 1 0 0,0-3 0 0,-3 2-8 15,3-2 8-15,0 0 0 0,0 0 0 16,0 0-8-16,0-3 8 0,3 1-8 0,-3-1 8 0,3 0-8 15,-1 1 8-15,1-4 0 0,0 3 0 0,0-2 0 16,3 0-15-16,-3-3 3 0,3 2 0 0,3-2 0 16,0 0 4-16,-3 0 8 0,6 0-13 0,-4-2 5 15,7 2 8-15,-3-3-12 0,0 0 12 0,0 1-12 16,3-1 12-16,-3-2 0 0,-1 0-9 0,-2 2 9 16,0-2 0-16,-3-3 0 0,3 2 0 0,-3-1 8 15,0-1-8-15,0 0 0 0,0 0 0 0,-1 0 0 16,-2-3 0-16,3 1 15 0,-6-4-3 0,3 4 0 0,0-6 0 15,0 3 0-15,-3-3 0 0,0 0 0 0,-3-3 16 0,3 4 4 16,-3-4 0-16,0 0 0 0,-3 4 11 0,0-1 2 16,0 0 1-16,0 0 0 0,-3 0 7 0,0 0 2 15,-3 3 0-15,0-3 0 0,0 3-44 0,0 0-11 16,-3-1 0-16,-3 1 0 0,3 0 53 0,0 0 9 16,-3-1 2-16,1 1 0 0,2 0-64 0,-3 0-18 15,0 2-1-15,0-2 0 0,0 0 19 0,-3 0 0 16,-3-3 0-16,0 5 0 0,-2-2 0 0,-1 0-13 15,0 2 2-15,-3-2 1 16,-3 0-22-16,3 2-4 0,1 0 0 0,-1 1-1 16,0 2-88-16,0 0-18 0,3 0-3 0,-2-3-885 0</inkml:trace>
  <inkml:trace contextRef="#ctx0" brushRef="#br0" timeOffset="1926.082">13412 13315 1728 0,'0'0'38'0,"-6"0"8"0,-3 0 2 0,0 0 0 0,-3 0-39 0,3 0-9 0,0 0 0 0,1 2 0 15,-1 1 53-15,0-3 9 0,-3 5 2 0,0-2 0 16,0 2-52-16,-3 0-12 0,0 3 0 0,-3 0 0 16,0 3 0-16,1 0 0 0,-1-1 0 0,-3 3 0 15,3 3 0-15,0 0 0 0,0 3 0 0,0 2 0 16,1 3 0-16,2 2 0 0,0 3 0 0,3 3 0 15,3 0 0-15,0-3 0 0,3 0 0 0,0 0 0 16,3 0 0-16,3 0 0 0,0 0 0 0,3 3 0 16,0 0 0-16,3 2 0 0,0 1 0 0,6-1 0 15,0 0-48-15,3-2-13 16,3-3-3-16,2-2 0 0,1-3 52 0,0-3 12 0,3 0 0 0,0 3 0 16,0-3 0-16,-4 0 0 0,1-2 0 0,0-1 0 0,-3 1 0 15,-3-4 0-15,3 1 0 0,0-2 0 16,-1-1 0-16,1-3 0 0,0 1 0 0,3-3 0 0,-3-3 0 0,0 0 0 15,0-2 0-15,2-3 0 0,-2 0 0 0,0-5 0 16,-3 2 0-16,3-2 0 0,-3-3 0 0,0 0 0 16,-1-3 0-16,-2 1 0 0,0-1 48 0,0-2 13 15,-3 0 3-15,0 0 0 0,-3-3-52 16,0 0-12-16,0 0 0 0,-3-3 0 0,0 4 0 0,0-4 0 0,-3 1 0 0,0-6 0 16,-3 0 54-16,3-5 8 0,-3-3 2 15,-3 0 0-15,0 1-52 0,0-4-12 0,0 3 0 0,-3 1 0 16,0-1 54-16,0 3 8 0,0 2 2 0,0-2 0 15,-2-3-52-15,-1 1-12 0,3-4 0 0,-3 1 0 16,0 2 0-16,3 0 0 0,-3 6 0 0,0-1 0 16,0 4 0-16,0-1 0 0,0 3 0 0,0 2 0 15,1 3 0-15,-1 0 0 0,0 1 0 16,0-1 0-16,0 2 0 0,0 4 0 0,0-1 0 0,0 1 0 16,3 2-53-16,0 0-7 0,-3 0-2 0,4 5 0 15,-1-2-118 1,-3 2-23-16</inkml:trace>
  <inkml:trace contextRef="#ctx0" brushRef="#br0" timeOffset="2756.348">14558 13169 1825 0,'0'0'40'0,"-9"-5"8"0,3 0 1 0,0-1 3 0,0 1-41 0,0-3-11 0,-3 3 0 16,0-1 0-16,0 1 55 0,1 0 9 0,-4 0 1 0,0 2 1 16,-3-2-25-16,0 2-5 0,0 3 0 0,0-3-1 15,-3 3 1-15,1 3 1 0,-1-3 0 0,-3 3 0 16,3 2-11-16,0 0-2 0,0 3-1 0,0 0 0 16,1 3-15-16,-1-1-8 0,3 3 8 0,-3 3-8 15,6 0 0-15,-3 0 0 0,0 0 0 0,0 5 0 16,0-2 0-16,1-1 0 0,-1 3 0 0,-3-2 0 15,0 2 0-15,3 3-13 0,-3 0 3 0,3 0 1 16,0-1-1-16,1 4 0 0,-1 2 0 0,0 3 0 16,0-3 24-16,3 0 5 0,0 0 1 0,3-3 0 15,0-2-68-15,0 0-12 0,3-3-4 16,0 0 0-16,3 1 52 0,0-1 12 0,3 0 0 0,-2 3 0 16,4 0 16-16,1-1 7 0,0 1 1 0,3 0 0 0,3 2-24 0,3-4 0 15,-3 1 0-15,6-1 0 16,0-7-8-16,3 1 8 0,0 0-8 0,-1-3 8 0,1 1-9 0,3-4 9 15,0-2-10-15,-3 0 10 0,-3 0-10 0,3-3 10 16,-3 1-10-16,-1-1 10 0,4 0-20 0,-3-2 1 16,0 0 1-16,0-1 0 0,0 1 0 0,0-3 0 0,0 0 0 15,2-3 0-15,-2 1 4 0,0-4 1 0,0 4 0 16,0-4 0-16,3 1 3 0,-3-3 1 0,0 0 0 0,-1 0 0 16,1-2 9-16,0-1-8 0,-3-2 8 15,0 0-8-15,0-6 8 0,0 3 0 0,0-5 8 0,-3 0-8 16,0 0 15-16,0-3-2 0,-1 0 0 0,-2 0 0 15,0 0 3-15,0 3 1 0,0-3 0 0,0 3 0 16,-3 0 6-16,0 0 1 0,0-3 0 0,0 3 0 16,-3-3-24-16,3 0 0 0,-3 0 0 0,3 1 0 15,-3-4 46-15,-3 3 14 0,3 3 4 0,-3 0 0 16,3 0-52-16,-3 0-12 0,0 0 0 0,-3 2 0 16,3 1 0-16,-3 2 0 0,0 0 0 0,0 3 0 15,0-6 0-15,-2 3 0 0,-1 0 0 0,0 0 0 16,-3 0 21-16,0-2 2 0,-3 2 0 0,3-2 0 15,-3-1-23-15,3 1-10 0,-6-1 1 0,4 0 0 16,-1 1-30-16,-3-1-5 16,0 1-2-16,3-1 0 0,0 1-142 0,-3-1-29 0,-23-20-6 15,14 7-1-15</inkml:trace>
</inkml:ink>
</file>

<file path=ppt/ink/ink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69.51501" units="1/cm"/>
          <inkml:channelProperty channel="Y" name="resolution" value="415.70438" units="1/cm"/>
          <inkml:channelProperty channel="F" name="resolution" value="0" units="1/dev"/>
          <inkml:channelProperty channel="T" name="resolution" value="1" units="1/dev"/>
        </inkml:channelProperties>
      </inkml:inkSource>
      <inkml:timestamp xml:id="ts0" timeString="2021-04-12T20:02:11.909"/>
    </inkml:context>
    <inkml:brush xml:id="br0">
      <inkml:brushProperty name="width" value="0.05292" units="cm"/>
      <inkml:brushProperty name="height" value="0.05292" units="cm"/>
      <inkml:brushProperty name="color" value="#FF0000"/>
    </inkml:brush>
  </inkml:definitions>
  <inkml:trace contextRef="#ctx0" brushRef="#br0">9177 11872 633 0,'0'0'56'0,"0"0"-44"15,0 0-12-15,0 0 0 0,0 0 133 0,-3 5 25 16,3-5 5-16,-3 8 1 0,3-8-59 0,0 5-11 15,-3 3-2-15,3-2-1 0,0-6-26 0,-3 8-5 16,3-3 0-16,0 3-1 0,0-3-15 0,0 0-4 16,0 3 0-16,-3 0 0 0,3 0-12 0,3 0-2 15,-6 0-1-15,3 0 0 0,-3 0-4 0,3 0-1 16,0 2 0-16,0 1 0 0,-6-3-7 0,6 5-1 16,0-2-1-16,-3-1 0 0,3 4-3 0,-3-4 0 0,0 3 0 15,0 3 0-15,3 0 4 0,0 0 0 16,0 0 0-16,0-3 0 0,0 0 1 0,0 3 1 15,-3 0 0-15,3 0 0 0,3 2 1 0,-3-2 0 0,0 0 0 0,-3 5 0 16,3 1-2-16,0-1 0 0,-3 3 0 0,3-3 0 16,-3 0-1-16,3-3 0 0,0 4 0 0,0-1 0 15,-3-3 0-15,3 6-1 0,0 0 0 0,0 0 0 16,-3 0 0-16,3-1 0 0,0 6 0 0,0-2 0 16,0-3-3-16,0 2 0 0,3-2 0 0,-3 2 0 15,0-2 0-15,3 0 0 0,-3 0 0 0,3-3 0 16,0 3-8-16,-3-3 12 0,0 3-12 0,-3 0 12 15,3-1-12-15,-3 4 12 0,3-1-12 0,0 1 12 16,0-1-12-16,0 1 10 0,0-1-10 0,0-2 10 0,-3-3-10 16,3-2 0-16,0-1 9 0,0 1-9 0,0 2 0 0,0-3 0 15,0 4 0-15,-3-1 8 0,0 0-8 0,3 5 0 16,0 1 0-16,-3-1 8 0,3-2-8 0,0 0 0 16,-3-6 0-16,0 6 0 0,3 0 0 0,0 0 8 15,-3 0-8-15,0 0 0 0,3-1 0 0,0-2 0 16,0 1 0-16,0 1 8 0,-6-1-8 0,6-1 0 15,0 0 0-15,0 0 8 0,-3 3-8 0,3-3 0 16,-3 3 0-16,0 0 0 0,3 0 0 0,0-3 0 16,0 3 0-16,0 2 0 0,-3 3 0 0,3-8 9 15,0 0-9-15,0-5 0 0,0-2 8 0,0-1-8 16,0 3 0-16,0 0 0 0,0-3 8 0,0 5-8 0,0 3 0 16,-3 1 0-16,3-7 0 0,0 4 0 0,-3-3 8 0,3 2-8 15,-3-2 0-15,3 0 0 0,3 3 0 16,-3 2 0-16,-3-3 0 0,3 4 0 0,0 1 0 0,0 4 0 15,-3-3 8-15,3-1-8 0,0 1 0 0,0 0 0 16,3-3 0-16,-3 0 0 0,0-2 0 0,0-1 0 16,0 1 8-16,0-1-8 0,0-2 0 0,0 0 0 15,0-3 0-15,0 1 0 0,-3-4 0 0,3 1 0 16,-3-1 0-16,0 1 0 0,3-3 8 0,-3 0-8 16,-3 0 0-16,3 0 0 0,3-3 0 0,-2 0 0 15,-1 1 0-15,-3-4-17 0,3 1 1 0,0 2 1 16,0 6-93-16,0-6-20 0,-3-8-3 15,3 1-901-15</inkml:trace>
  <inkml:trace contextRef="#ctx0" brushRef="#br0" timeOffset="2186.29">9153 11872 403 0,'0'0'36'0,"0"0"-36"0,0 0 0 0,0 0 0 16,0 0 120-16,0 0 18 0,0 0 3 0,0 0 1 15,0 0-70-15,0 0-15 0,6 0-2 0,-6 0-1 16,0 0-18-16,0 0-4 0,0 0-1 0,3 2 0 15,-3-2 10-15,0 0 3 0,0 0 0 0,3 3 0 16,3 0-21-16,-6-3-4 0,0 0-1 0,6 2 0 16,-6-2 11-16,3 3 3 0,3 0 0 0,-6-3 0 15,0 0-32-15,5 2 0 0,-2-2 0 0,3 3 0 16,-6-3 8-16,3 3-8 0,3-3 0 0,-6 0 0 16,6 2 11-16,0-2-11 0,3 3 12 0,-3-3-12 15,0 0 8-15,3 0-8 0,-6 0 0 0,6 0 0 16,-6 0 8-16,6 0-8 0,0 0 0 0,-3 0 0 15,3 0 8-15,0 0-8 0,-1 0 0 0,-2 0 0 16,3 0 13-16,0 0-4 0,3 0-1 0,-3 0 0 16,-3 3 0-16,3-3 0 0,3 0 0 0,-3 0 0 0,3 0-8 15,-3 0 0-15,6 0 0 0,-6 2 0 0,-4-2 16 0,1 0 0 16,3 3 1-16,0-3 0 0,0 0-27 0,0 0-6 16,3 0 0-16,0 0-1 0,-3 3 27 0,3-1 6 15,-6-2 0-15,6 0 1 0,3 0-17 0,-4 0 0 16,-2 0 0-16,3 3 0 0,3-3-13 0,-3 0-7 15,0 2 0-15,0-2-1 0,0 0 21 0,0 0 0 16,0 0 0-16,2-2 0 0,-2 2 0 0,3 0 0 16,-3 0 0-16,3 0 0 0,-3 0 0 0,3-3 0 15,-3 3 0-15,3 0 0 0,0 0 0 0,-4 0 0 16,-2-2 0-16,3 2 8 0,3-3 8 0,-3 3 0 0,6 0 1 16,-3 0 0-16,0 0-17 0,0-3 0 0,2 3 0 15,1 0 0-15,0 0 0 0,0 0 0 0,0 0 0 16,0 0 0-16,0 0 0 0,-4 0-17 15,4-2 3-15,-3 2 1 0,3 0 35 0,0-3 7 0,0 3 2 16,-3-3 0-16,3 3-31 0,2-2 0 0,-2-1 0 0,0 3 0 16,3-3 0-16,-3 3 0 0,-6 0 0 0,6 0 0 15,-1-2-8-15,4 2-8 0,0 2-2 0,0-2 0 16,-3 0 18-16,3 0 0 0,-3 3 0 0,2-3 0 16,1 3 0-16,0-3 0 0,-3 2 0 0,3-2 0 15,-6 0 11-15,2 3 5 0,1-3 2 0,0 0 0 16,-3 0-18-16,3 0 0 0,-3 0 0 0,6 0 0 15,-4 0 0-15,4 0 0 0,-3 0 0 0,0 0 0 16,3 0-16-16,0 0 0 0,-3 0 0 0,-1 0 0 16,4-3 16-16,0 3 0 0,-3 0 0 0,3 0 0 0,-3 0 0 15,3 0 0-15,-7-2 0 0,4 2 0 0,0 0 0 0,-3-3 0 16,3 3 0-16,0-3 0 0,-3 3 10 16,2 0 5-16,4-2 1 0,-3 2 0 0,0-3-16 0,0 3 0 15,0 0 8-15,3-3-8 0,-7 1-12 0,1 2-4 16,0-3-2-16,0 3 0 0,3 0 18 0,3-3 0 15,-3 3 0-15,0 0 0 0,-1 0 11 0,1-2 5 16,-3 2 2-16,0 0 0 0,3 0-18 0,-3 0 0 16,3 0 0-16,-3 0 0 0,-1 0 0 0,1 0 0 15,0-3 0-15,0 3 0 0,0 0 0 0,3 0 0 16,0-2 0-16,0 2 0 0,-4 0 0 0,1 0 0 16,-3 2 0-16,3-2 0 0,3 0-11 0,-3 0-5 0,-3 3-2 15,3-3 0-15,2 0 18 0,-2 2 0 0,0 1 0 0,-3 0 0 16,0-3 11-16,0 2 5 15,0-2 2-15,0 3 0 0,0-3-29 0,-3 3-5 0,0-3-2 0,-1 2 0 16,-8-2 29-16,12 3 5 0,-3 0 2 0,-3-1 0 16,-6-2-18-16,9 3 0 0,-3 2 0 0,0-2 0 15,-6-3 0-15,6 3 0 0,-6-3 0 0,6 5 0 16,-6-5 10-16,6 2-2 0,-6-2 0 0,6 6 0 16,-6-6-8-16,3 5 10 15,3-2-10-15,-3-1 10 0,3 1 11 0,-6-3 3 0,0 0 0 0,0 0 0 16,3 5 2-16,0 1 1 0,-3-6 0 0,3 8 0 15,-3-3-15-15,0-5-2 0,3 5-1 0,-3-5 0 16,0 5 4-16,3 3 1 0,-3-8 0 0,0 6 0 16,0 2-5-16,3-1-1 0,-3-7 0 0,0 6 0 0,0 4-8 15,0-2 12-15,0 0-12 0,0 0 12 0,0 3-12 16,0-3 8-16,0 0-8 0,0 0 8 0,0 2-8 16,0 1 0-16,0-1 0 0,0 1 8 0,0 2-8 0,0 0 0 15,0-2 0-15,3 2 8 0,-3 3-8 0,0-3 0 16,0 3 0-16,0 0 0 0,0 0 0 0,0 2 0 15,0 1 0-15,0-1 0 0,0 1 20 0,3 0 0 16,-3-1-1-16,0 1 0 0,0-1-6 0,0 1-1 16,0 2 0-16,0 0 0 0,0 0-3 0,-3 0-1 15,3 0 0-15,0 3 0 0,-3-3-8 0,3 3 8 16,-3-3-8-16,3 3 8 0,0-3-8 0,0 1 8 16,0-1-8-16,0-3 8 0,0 3-8 0,0 1 8 0,0-4-8 15,0 3 8-15,0-5-8 0,0 3 0 0,0 2 0 16,0-3 0-16,0 1 0 0,-3-1 0 0,3 1 0 15,0-1 0-15,-3 1 0 0,3-1 0 0,-3 1 0 0,3-1 0 16,-3 1 0-16,3 0 0 0,-3-4 0 0,3 7 0 16,0-7 28-16,-3 4 3 0,3-1 1 0,0 1 0 15,-3 0-32-15,3-4 0 0,-3 4 0 0,3-1 0 16,0 1 0-16,-3-6 0 0,0 0 0 0,-3 3 0 16,3 0 10-16,0 0-1 0,0 3 0 0,3-1 0 15,-6 1-9-15,3 2 8 16,0 0-8-16,0 0 8 0,0 0 0 0,3 0 0 0,-3 1 0 0,0-1 0 15,0 3-8-15,3-1 8 0,-3-1-8 0,0 1 8 16,0-1 0-16,3-4 0 0,-3 3 0 0,0 0 0 16,0-2-8-16,0-1 0 0,0 4 0 0,3-1 0 15,0-3 28-15,-3 1 3 0,0-1 1 0,0 1 0 16,3-1-32-16,-5-2 0 0,5 3 0 0,-3 2 0 0,0-3 0 0,3 1 0 16,-6 2 0-1,6-2 0-15,-3-1-9 0,0 1-8 0,3-3-2 0,-3 2 0 0,0-2 19 16,3 3 0-16,-3-4 0 0,3 1 0 0,-3 3 0 0,0-3 0 15,0 0 0-15,3 2 0 0,0-2 0 0,0-3 0 16,0 3 0-16,-3 3 0 0,3-6 0 0,0 5 0 16,0-2 0-16,-3 0 0 0,3-3 16 0,0 3 8 15,0-3 0-15,3-2 1 16,-3 2-40-16,0 3-8 0,0 0-1 0,0-3-1 0,0 0 25 0,0 3 0 16,0-2 0-16,0 1 0 0,0-1 0 0,0-4 0 15,-3 1 0-15,3-1 0 0,3-2 0 0,-3 0 0 0,0 0 0 16,0-3 0-16,0 1 0 0,0-1 0 0,0-5 0 15,-3 5 0-15,3-5 0 0,0 0 0 0,-3 3 0 0,0 0 0 16,0-3 0-16,3 0 0 0,0 0 0 0,-6 2 0 31,-3-2-56-31,0-2-7 0,0-1-1 0,0 0 0 16,0 1-167-16,-3-1-33 0,-17-8-8 0,5 4 0 0</inkml:trace>
  <inkml:trace contextRef="#ctx0" brushRef="#br0" timeOffset="3926.25">9037 14825 172 0,'0'0'8'0,"0"0"1"0,0 0-9 0,0 0 0 0,0 0 0 0,0 0 0 0,0 0 245 0,0 0 47 16,0 0 10-16,0 0 2 0,0 0-192 0,0 0-39 15,0 0-7-15,0 0-2 0,0 0-51 0,0 0-13 16,0 0 0-16,0 0 0 0,6-3 54 0,3 0 8 16,-1 1 2-16,-2-1 0 0,-6 3-52 0,6-3-12 15,3 1 0-15,0 2 0 0,-9 0 0 0,9-3 0 16,0 0 0-16,0 1 0 0,0 2 0 0,3 0 0 16,-6 2 0-16,3-2 0 0,0 0 54 0,0 0 8 15,0 0 2-15,-1 0 0 0,1 0-64 0,3 0-28 16,-6 0 3-16,3 3 0 0,3-3 25 0,-3 0 0 0,0 3 0 15,0-1 8-15,3 1-8 0,0-3 0 0,0 3 0 16,0-1 0-16,-4-2 0 0,7 3 8 16,0-3-8-16,0 3 8 0,0-1-8 0,0-2 0 0,6 3 8 0,-6-3-8 15,-3 3 8-15,-1-3-8 0,4-3 10 0,3 3-10 16,0-3 12-16,-3 3-3 0,0 0-1 0,0-2 0 16,3-1 10-16,-1 3 2 0,-2-3 0 0,3 3 0 15,0-2-20-15,-3-1 0 0,3 3 0 0,0-3 0 16,-4 1 10-16,4 2-2 0,0-3 0 0,-3 0 0 15,0 3-8-15,3-2 8 0,0-1-8 0,0 0 8 16,-1 3-8-16,-2-2 0 0,0 2 0 0,0-3 0 16,6 1 0-16,-3-1 0 0,0 3 0 0,2-3 0 15,-2-2 0-15,3 2 12 0,-3 1-12 0,0-1 12 16,0 0-12-16,-3 1 0 0,2 2 0 0,1-3 8 0,-3 3-8 16,0-3 0-16,0 3 0 0,0-2 0 0,0 2 0 15,-3 0 0-15,3 0 0 0,-1-3 0 0,1 3 0 16,0-2 0-16,0 2 0 0,0 0 0 0,-6 0 0 15,6-3 0-15,-3 3 0 0,3 0-11 0,2-3 11 0,4 3 0 16,-6-2 8-16,3-1-8 0,3 0 0 0,-3 3 0 16,0-2 0-16,2 2 0 0,-5-3 0 0,6 0 0 15,-6 3 0-15,0-2 0 0,3-1 0 0,-3 0 0 16,0 1 0-16,2-1 0 0,-5 3 0 0,3-3 11 16,0 1-3-16,-3 2 0 0,3 0-8 0,-3-3 0 15,3 3 0-15,0-2 0 0,-1 2 0 0,1-3 0 16,0 3 0-16,0-3 0 0,0 3 0 0,-3 0 0 15,3 0 0-15,0 0 8 0,-1 0-8 0,4 0 0 16,-3 0 0-16,0 0 0 0,0-2 0 0,0 2 0 16,-3 0 0-16,3 0 0 0,-3 0 0 0,2 0 0 0,-2 0 0 15,-3 0-11-15,3 2 11 0,0-2 0 0,0 3 0 16,-3-3 0-16,0 0 0 0,3 0 8 0,-3 0-8 0,0 3 11 16,0-1-11-16,2-2 0 0,-2 3 0 0,0 2 0 15,3-5 0-15,-6 3 0 16,3-1 0-16,0-2 0 0,0 3 0 0,0 0 0 0,0-1 0 0,0-2 0 15,0 3 0-15,3-3 0 0,0 3 0 0,-4-3 0 16,1 2 0-16,0-2 0 0,0 3 0 0,0-3 0 16,0 3 0-16,0-3 0 0,0 0 8 0,0 0-8 15,3 0 0-15,-3 0 0 0,0 2 0 0,0-2 0 16,0 3 0-16,-1-3 8 0,1 0-8 0,-3 0 8 16,3 0-8-16,-3 0 0 0,0-3 0 0,3 3 0 0,-3 0 0 15,3 0 0-15,-3-2 0 0,3 2 0 0,0 0 0 16,0-3 0-16,-3 3 0 0,3-3-11 0,0 3 11 0,-3 0 0 15,-6 0 0-15,8-2 0 0,1 2 0 0,0 0 0 16,-9 0 0-16,9-3 0 0,0 0 0 0,-3 3 0 16,0 0 8-16,0 0-8 0,-6 0 0 15,9 0 0-15,0 0 0 0,-3 0 0 0,3 0 0 0,0 0 8 16,-3 0-8-16,6 0 0 0,-6 0 0 0,-6 0 0 16,8-2 0-16,1 2 0 0,0-3 0 0,0 3 0 15,-3 0 0-15,-6 0 0 0,9 0 0 0,-9 0 8 16,0 0-8-16,9 0 0 0,0 0 0 0,-3 3 0 15,-6-3 0-15,9 0 0 0,-9 0 0 0,0 0 8 16,0 0-8-16,9 0 0 0,0 0 0 0,-9 0 9 0,0 0-9 16,0 0 0-16,0 0 0 0,9 2 0 0,3-2 0 0,-12 0 0 15,0 0 0-15,0 0 0 0,6 0 0 0,-6 0 0 16,0 0 0-16,0 0 0 0,8 0 0 0,-2 0 0 16,-6 0 20-16,0 0-4 0,0 0 0 0,0 0 0 15,9 0-16-15,-9 0 0 0,0 0 8 0,0 0-8 16,9-2-11-16,-9 2-5 0,0 0-2 0,0 0 0 15,0 0 18-15,9-6 0 0,-9 6 0 0,0 0 0 16,0 0 0-16,0 0 0 0,0 0 0 0,0 0 0 16,0 0 0-16,3-2 0 0,6-4 0 0,-6 4 0 15,3-3 48-15,-3 2 12 0,-3 3 4 0,0-5 0 16,6 2-52-16,-6 3-12 0,0 0 0 0,3-5 0 16,0-1 0-16,-3 6 0 0,0 0 0 0,3-5 0 15,3 2 0-15,-6 3 0 0,6-5 0 0,-6 5 0 0,0 0 0 16,0 0 0-16,0-5 0 0,3 0 0 0,0-1 0 15,-3 6 0-15,0 0 0 0,0 0 0 0,3-5 0 0,-3 5 0 16,0-5 0-16,3 2 0 0,-3-2 0 0,0-1 0 16,0-1 0-16,0-1 0 15,0-3-151-15,-3 3-33 0,3-5-6 0</inkml:trace>
  <inkml:trace contextRef="#ctx0" brushRef="#br0" timeOffset="5096.18">8379 11253 997 0,'0'0'44'0,"0"0"9"0,0 0-42 0,0 0-11 0,0 0 0 0,0 0 0 15,0 0 51-15,0 0 8 0,0 0 1 0,0 0 1 0,0 0 2 0,0 0 0 16,0 0 0-16,9-3 0 0,-9 3-3 0,9 0 0 15,-9 0 0-15,0 0 0 0,6 3-12 0,3-1-2 16,-1 1-1-16,1 0 0 0,-6-1-13 0,3 6-2 16,3-2-1-16,-3-1 0 0,0 0-1 0,0-2 0 15,0 2 0-15,0 0 0 0,0-2-11 0,3 5-2 16,-3-3-1-16,3 3 0 0,-3-3-2 0,0 3 0 16,-3 3 0-16,6-3 0 0,0-3-2 0,-1 3-1 15,-5 3 0-15,3-3 0 0,0 0 1 0,0 0 0 16,0-1 0-16,6 1 0 0,-3 0-10 0,3 0 10 15,-6 3-10-15,3-3 10 0,-6 2-10 0,6-2 0 16,0 3 0-16,0-1 8 0,0-2-8 0,-3 3 0 16,2-3 0-16,1 0 8 15,-3 0-8-15,0 0 0 0,3 0 0 0,-3 2 0 0,3-2 0 0,0 0 0 0,-3 3 0 16,6-1 0-16,-3 1 0 0,-3-3 0 0,0 2 0 0,3-2 0 16,-3 3 8-16,0-3-8 0,0 0 8 15,0 0-8-15,-1 0 0 0,1 0 0 0,0-3 8 16,0 0-8-16,0 1 0 0,0 1 8 0,0-1-8 0,3-1 8 15,-3 0 0-15,3 1-8 0,0-4 12 0,3 1-4 16,-3 0 0-16,3-1 0 16,-3 1 0-16,3-1 0 0,-4 4-8 0,7-1 10 0,-6 3-10 0,6 0 10 15,-6-3-10-15,3-2 10 0,0 2-10 16,0-5 10-16,0 5-10 0,-3-2 12 0,0 0-12 0,2 2 12 16,-2-2-12-16,3-1 10 0,-3 1-10 15,-3 0 10-15,3 2-2 0,-3 0-8 0,3-2 12 0,-3 2-4 16,3-2-8-16,0-1 12 0,-3 1-12 0,3 2 12 15,3-2-12-15,-3 0 0 0,-4 2 0 0,4-2-11 0,-3 2 11 16,-6-5 0-16,9 3 0 0,0 2 0 0,0 0 8 0,-3-2 3 16,-6-3 1-16,6 5 0 0,-3 0-12 0,-3-5-17 15,9 8 4-15,-6-2 1 0,-3-6 12 0,6 5 16 16,-3 3-3-16,0-3-1 0,-3 3-12 0,3-3-16 16,-3-5 3-16,0 6 1 15,3-1-212-15,-3 0-43 0,0 6-8 0,0-11-1 0</inkml:trace>
  <inkml:trace contextRef="#ctx0" brushRef="#br0" timeOffset="6237.29">10647 11967 748 0,'0'0'67'0,"-3"3"-54"15,0-3-13-15,3 0 0 0,-3-3 119 0,3 0 21 16,0 3 4-16,-6-2 0 0,3-1-51 0,3 3-10 0,0 0-3 0,0 0 0 15,0 0-20-15,0 0-4 0,0 0 0 0,0 0-1 16,0 0-14-16,0 0-2 0,0 0-1 0,0 0 0 16,0 0-13-16,0 5-2 0,0-5-1 0,-3 8 0 15,3-2 0-15,0 2 0 0,3 0 0 0,-6-1 0 16,3 1-4-16,3 3-1 0,-3 0 0 0,-3-1 0 16,0 3-2-16,0 1-1 15,3 2 0-15,0 2 0 0,0 1 0 0,3-4 0 16,-3 7 0-16,0-4 0 0,0 3 5 0,0 3 1 0,3-3 0 0,-3 3 0 15,0 0-6-15,-3 5-1 0,3 0 0 0,0 0 0 0,0 0 2 16,0-2 0-16,0 2 0 0,0 0 0 0,0 0 11 16,0 3 2-16,-3 2 1 0,3 1 0 0,0-1-11 15,0 0-2-15,-3-2-1 0,3 3 0 0,-3-4-3 0,0 1 0 16,6-3 0-16,-3 0 0 0,0-2-3 0,0 2-1 16,3-3 0-16,-3 6 0 0,3-3-8 0,-3 3 8 15,3 0-8-15,-3-1 8 0,6-4-8 0,-3-1 0 16,-3 1 0-16,6-3 0 0,-3-1 0 0,3 1 10 15,-6 0-10-15,3 0 10 0,3-6-10 0,-3 6 0 16,0-3 0-16,-3 3 0 0,3 0 0 0,0 0 8 16,-3 0-8-16,3-1 0 0,-3 1 0 0,0 0 0 15,3 0 0-15,-3-3 0 0,0 0 0 0,3-5 0 16,0 0 8-16,-3 0-8 0,3 0 0 0,0 2 0 16,-3 1 0-16,0-1 8 0,3 1-8 0,-3 2 0 15,-3 0 0-15,3 3 0 0,3-6 0 0,-3 4 0 16,0-4 0-16,0 3 0 0,0 3 0 0,0-3 0 0,0 0 0 15,0-2 0-15,0-1 0 0,3 1 8 0,-3-1-8 16,0 1 0-16,0-3 0 0,0 2-9 0,0 1 0 0,3-1 0 16,0 1 9-16,0-1 12 15,-3-2-2-15,3 3-1 0,-3-1-9 0,0-2 0 0,0 0 0 0,0 3 0 16,-3-3 0-16,3 2 0 0,0-2 0 16,0 0 0-16,3 2 0 0,-3-2 0 0,0 3 0 15,3-3 0-15,-3-1 0 0,0 4 0 0,0 0 0 16,0-6 0-16,0-3 0 0,-3 1 0 15,3 0 0-15,0-1 0 0,0 3 0 0,3-2 0 16,-3-1 0-16,3 1 0 0,-3 0 0 0,0-1 0 0,0 1 0 0,-3-6 0 16,3-2 0-16,0-3 0 0,0 0 0 0,0 0 0 0,0 0 0 15,0 0 0-15,-3 5 0 0,0 0 0 0,3-2 0 0,0-3-12 16,0 5 2-16,-3-2 1 16,-3-3-19-16,6 0-4 0,0 0-1 0,-6-5 0 15,0-6-102-15,0 0-20 0,3 1-4 0,-3-3-494 16,-3-6-99-16</inkml:trace>
  <inkml:trace contextRef="#ctx0" brushRef="#br0" timeOffset="7648.55">8977 13470 172 0,'0'0'16'0,"0"0"-16"0,3 0 0 0,-3 0 0 0,0-3 133 0,6 1 24 16,-3-1 5-16,0 3 1 0,-3 0-79 0,0 0-15 16,3-3-3-16,3 3-1 0,0 0 9 0,-3 0 2 15,-3 0 0-15,0 0 0 0,6 0-36 0,0 0-6 16,-6 0-2-16,6 0 0 0,0-2 12 0,0 2 3 16,0 0 0-16,0 0 0 0,-6 0-12 0,8 0-3 15,1 0 0-15,0 0 0 0,-3 0-12 0,3 0-2 16,0 0-1-16,3 2 0 0,-6 1-4 0,3-3-1 0,3 0 0 15,0 3 0-15,-3-3-4 0,3 0-8 16,-3 0 11-16,5 2-11 0,-2-2 10 0,0 3-10 0,3 0 8 0,-3-1-8 16,3 4 9-16,-3-4-9 0,3 1 10 0,0-3-10 15,-1 2 12-15,7-2-3 0,0 3-1 0,0 0 0 16,0-1 0-16,-3-2-8 0,0 0 12 0,2 0-4 16,-2 3 8-16,3 0 0 0,0-6 1 0,0 6 0 15,3-3-1-15,-4 0 0 0,1 2 0 0,3-2 0 16,-3-2 0-16,0 2-1 0,0 0 0 0,2-3 0 15,-2 3-7-15,0-3 0 0,0 3-8 0,0 0 12 16,3-2-4-16,-4-1-8 0,-2 0 11 0,3 3-11 16,3 0 9-16,0-2-9 0,-3-1 0 0,2 1 9 15,1-1-1-15,-3 3-8 0,0-3 12 0,-3 3-4 0,0 0 0 16,2 0-8-16,-2 0 12 0,0 0-4 0,-6 0-8 0,3 0 0 16,3 0 9-16,0 0-9 15,-1 0 10-15,1 0-2 0,-3 0-8 0,3 0 12 0,-3 0-12 16,0 3 11-16,3-3-11 0,0 3 10 0,-1-1-10 0,1 1 0 15,-3-3 0-15,3 0 8 0,3 2-8 0,-3-2 0 16,0 0 9-16,-1 0-9 0,4 3 0 0,-3-3 9 16,-3 0-9-16,0 0 0 0,-3 0 10 0,3 3-10 15,0-1 8-15,2 1-8 0,-5-3 0 0,0 0 8 16,3 0-8-16,3 3 0 0,-3-3 0 0,0 2 0 16,0-2 0-16,0 0 0 0,-1 3 9 0,1-3-9 15,3 3 10-15,-3-3-10 0,0 2 0 0,3-2 0 16,-3 0 0-16,0 3 0 0,-1-3-20 0,4 0-3 0,-3 0-1 15,0 3 0-15,-3-1 41 0,3 1 8 0,0-3 2 16,-3 2 0-16,0-2-27 0,-1 3 8 16,-2-3-8-16,3 3 0 15,0-3-18-15,0 2-9 0,0-2-1 0,-3 0-1 0,3 3 46 0,0 0 10 16,0-1 1-16,0 1 1 0,-3 0-46 16,-1-1-10-16,1 1-1 0,0-3-1 0,0 3 29 0,3-3 0 0,-3 2 0 0,0 1 0 15,3-3 0-15,-3 3 0 0,3-1 0 0,0 1 0 16,-3-1 0-16,5 1 0 0,-2-3 0 0,0 3 0 15,0-1 24-15,3 1 10 0,-3 0 2 0,3-1 1 16,-3-2-59-16,3 0-12 16,-3 3-2-16,-1 0-1 0,4-1 37 0,-3 1 0 0,0-3 0 0,3 3 0 15,0-1 24-15,-3 1 12 0,0-3 2 0,0 3 1 16,-3-1-63-16,2 1-12 16,-2-3-2-16,0 0-1 0,-9 0 63 0,12 2 12 0,-6-2 2 0,3 3 1 0,-9-3-31 15,12 0-8-15,-12 0 0 0,9 3 0 0,3-1 0 0,-3-2 12 16,-9 0-4-16,9 3 0 0,0-3-8 0,0 0 12 15,-9 0-4-15,12 0 0 0,-4 0 2 0,-8 0 1 16,12 0 0-16,-3 0 0 0,-9 0-11 0,12 0 0 16,-3 0 0-16,-9 0 0 0,12-3 0 0,-3 3-9 15,-9 0 9-15,12 0-10 0,-3 3 10 0,0-3 9 16,-9 0-1-16,9 0-8 0,3-3 12 0,-4 3-12 16,4-2 12-16,-6 2-12 0,0 0 8 0,3 0-8 15,-9 0 0-15,9 0 0 0,-9 0 9 0,9 0-9 16,-9 0 0-16,6 0 9 0,-6 0-9 0,9 0 0 0,-9 0 9 15,9 0-9-15,0 0 0 0,-9 0 9 0,6-3-9 0,-6 3 0 16,9 0 9-16,-9 0-9 0,0 0 0 16,9 0 9-16,-3-3-9 0,3 3 0 0,-9 0 9 0,5-2-9 15,-5 2 0-15,0 0 8 0,9 0-8 0,-9 0 0 16,0 0 0-16,0 0 8 0,6-3-8 0,3 3 0 16,-9 0 0-16,6 3 9 0,-6-3-9 0,6 0 0 15,-6 0 8-15,0 0-8 0,0 0 0 0,6 0 0 16,-6 0 0-16,0 0-16 0,0 0 4 0,6-3 0 15,0 3-39-15,-6 0-7 16,0 0-2-16,0 0 0 0,6-2-176 0,0 2-35 16</inkml:trace>
  <inkml:trace contextRef="#ctx0" brushRef="#br0" timeOffset="9591.09">8736 11001 1357 0,'0'0'60'0,"0"0"12"0,0 0-57 0,0-5-15 0,0 0 0 0,0-1 0 16,0 1 75-16,0 0 12 0,0 0 2 0,3-1 1 15,-3 1 5-15,0-3 1 0,0 3 0 0,0 5 0 16,0-5-52-16,0 5-9 0,0 0-3 0,0 0 0 15,3-6 10-15,-3 6 2 0,0 0 0 0,0 0 0 16,0 0-28-16,0 0-4 0,0 0-2 0,0 0 0 16,9 3 1-16,-9-3 0 0,9 5 0 0,-3 0 0 15,0 3-11-15,0 0 0 0,0 3 0 0,-3-3 8 16,3 0-8-16,-3 2 0 0,0-2 0 0,2 0 0 0,-2 0-21 0,0-3 0 16,0 1 0-16,0 2 0 15,3-6-25-15,0 4-5 16,-6-6-1-16,6 2 0 0,0 1 20 0,3 0 3 15,0-3 1-15,-9 0 0 0,9-3 16 0,-3 0 3 0,3-2 1 0,0 0 0 0,-3-3 8 0,0 2 0 16,0-1 0-16,3 1 0 0,0-2 11 0,-6 3 4 16,2-3 1-16,-2 3 0 0,0-6 20 0,0 3 5 15,-6 0 1-15,3 0 0 0,0-2 7 0,-3 2 2 16,0 3 0-16,3-3 0 0,-3 2-8 0,1-2-2 16,-1 3 0-16,-3 0 0 0,3 0-16 0,3 2-3 15,-3-2-1-15,0 2 0 0,0 3 5 0,3 0 1 16,0 0 0-16,0 0 0 0,-3-3-14 0,3 3-2 15,0 0-1-15,0 0 0 0,0 0-10 0,-3 6 0 16,0-1 0-16,3 3 0 0,0 2 0 0,0-2 0 16,0 3 0-16,-3 0 0 0,6-1 0 0,-3 1 0 15,-3-1 0-15,3 3 0 0,3 3 0 0,-3-2 0 16,0-1 0-16,-3 0 0 0,3 0 0 0,0 3 0 0,-3 0 0 16,0 0 0-16,0 0 0 0,0 0 0 0,3-3 0 0,0 0 0 15,0 0-19-15,-6 1 4 16,3-1 1-16,-3 0 0 0,3 3 2 0,0 0 0 0,-3-6 0 0,3 6 0 15,-3 3 3-15,0-6 1 0,3 0 0 0,-3-2 0 16,3-1 8-16,-3 1-8 0,3 0 8 0,-3-4-8 16,3 1-3-16,-3 0 0 0,3-2 0 0,-2-1 0 15,2-2-16-15,-3 2-3 16,0-2-1-16,3-1 0 0,-3 1-33 0,3-3-8 16,3 0 0-16,0 0-1 0,0 0-142 0,0 0-28 15,0 0-5-15,0 0-467 0</inkml:trace>
  <inkml:trace contextRef="#ctx0" brushRef="#br0" timeOffset="10173.09">8971 11205 576 0,'0'0'51'0,"0"0"-41"16,0 0-10-16,0 0 0 0,0 0 144 0,0 0 28 0,0 0 4 0,0 0 2 15,0-5-46-15,0 5-8 0,0 0-3 0,0 0 0 16,0-8 17-16,3 3 3 0,-3-1 1 0,3 1 0 16,-3-3-118-16,3 3-24 0,-3-3 0 0,3 0 0 15,0 3 28-15,0-3 12 0,0 0 2 0,3 0 1 16,0 2-13-16,0 1-2 0,-3-3-1 0,3 3 0 15,0 0-9-15,0 2-2 0,0-2 0 0,0 2 0 16,-6 3-16-16,9-3 10 0,-3-2-10 0,-6 5 8 16,5 0-8-16,4-2 0 0,-9 2 0 0,0 0 0 15,9 2 0-15,-3 1 8 0,0-1-8 0,-3 4 0 16,-3-6 0-16,6 10 0 0,-3-2 0 0,0 0 0 16,-3 3-19-16,-3-1-2 0,3-2-1 0,-3 6 0 15,0-1-20-15,0 0-4 0,-6-2-1 0,3 2 0 16,0 3-1-16,0-3 0 0,-3 0 0 15,4 3 0-15,-1-3 14 0,-3-2 2 16,0-1 1-16,3 1 0 0,0 0 20 0,0-1 11 0,3-2-12 0,-3 0 12 0,3-3 0 16,3-5 0-16,0 0 0 0,0 0 0 0,-3 8 0 0,3-8 14 15,0 0-4-15,0 0-1 0,-3 3 3 0,3 2 1 16,0-5 0-16,0 0 0 0,0 0-13 0,0 0-18 16,0 0 4-16,0 0 1 0,9-2 45 0,0-1 8 15,3-5 3-15,-3 3 0 0,3-1-30 0,0 1-5 16,-4 0-8-16,4 0 11 0,0-1-11 0,0-2 0 15,0 0 0-15,0 0 0 16,0 3 0-16,-3 0 0 0,3 0 0 0,0-1 0 0,-3 4 0 0,-1-1-14 16,-2 0 2-16,3 3 0 15,-3 0-44-15,0-2-9 0,0 2-2 0,-6 0-797 0</inkml:trace>
  <inkml:trace contextRef="#ctx0" brushRef="#br0" timeOffset="11297.27">8194 11570 748 0,'-9'-2'33'0,"9"2"7"0,0 0-32 0,0 0-8 0,-3-3 0 0,0 0 0 0,3 3 97 0,0 0 18 16,0 0 3-16,0 0 1 0,-3-2-7 0,3 2-2 16,0 0 0-16,0 0 0 0,-9-3-14 0,9 3-2 15,0 0-1-15,0 0 0 0,0-5-13 0,0 2-4 16,0-2 0-16,0 5 0 0,0 0-15 0,0 0-3 16,0 0-1-16,0 0 0 0,0 0-19 0,0 0-4 15,0 0-1-15,0 0 0 0,0 0-18 0,0 0-4 16,0 0-1-16,0 8 0 0,6 0-10 0,-6 0 0 15,0-3 0-15,3 3 0 0,-3 0 0 0,3 0 0 16,3 13 0-16,-3-16-22 0,0 6 0 16,3-3 0-16,-3 0 0 15,3 2-22-15,-3-2-5 0,6-3-1 0,-3 3 0 16,3-2-10-16,0-4-1 0,0 1-1 0,0-3 0 16,-3 3 18-16,3-6 4 0,3 0 1 0,-4 1 0 0,1-4 23 15,-3 1 4-15,3 0 0 0,0-1 1 0,-3-1 11 0,0 1 14 0,3-2-3 0,-6 0-1 16,3 3 25-16,-6-3 5 0,3 3 0 15,-3-3 1-15,3 0 16 0,-3 0 3 0,0 3 1 0,0-3 0 16,0 3-2-16,-3-3-1 0,3 2 0 0,-3 1 0 16,0 2-26-16,0 1-6 0,3 2-1 0,0 0 0 15,-3-6-5-15,3 6-2 0,0 0 0 0,0 0 0 16,0 0-9-16,0 0-1 0,0 0-8 0,0 0 12 16,0 0-12-16,0 0 0 0,0 0 8 0,-3 8-8 15,3-2 12-15,0 2 0 0,-3 0 0 0,3-1 0 16,3 4-12-16,0 0 0 0,-3 2 0 0,0-3 0 15,0 4-11-15,0 2-5 0,0-3 0 0,-3 3-1 16,0 0 1-16,3-1 0 0,-3-1 0 0,3 1 0 16,-3 4-27-16,3-3-5 15,-6 0 0-15,3 0-1 0,0-3 32 0,-3 0 6 0,0 0 2 0,0 1 0 0,3-4-11 0,-3 1-3 16,0-1 0-16,1 1 0 0,-1-3 14 16,0 0 9-16,-3 0-12 0,3 0 12 15,-3-3-28-15,0 0 2 0,3 1 0 0,-3-1 0 0,0 3 26 16,0-6 0-16,0 1 0 0,3-3 0 0,-3 3 16 0,0-3 9 15,3 2 2-15,6-2 0 16,0 0-43-16,-6 0-9 0,-2 0-2 0,5-2 0 0,3 2 27 0,0 0 0 16,-6-3 0-16,0 0 0 15,6 3-80-15,0 0-10 0,6-5-2 0,-3 0-788 0</inkml:trace>
  <inkml:trace contextRef="#ctx0" brushRef="#br0" timeOffset="11656.22">8447 11763 1148 0,'0'0'51'0,"0"0"10"0,6-2-49 0,-6 2-12 0,0 0 0 0,0 0 0 16,0 0 120-16,0 0 20 0,0-6 5 0,0 6 1 16,0-5-33-16,0 5-6 0,0 0-2 0,0 0 0 15,0 0-29-15,0 0-5 0,0 0-2 0,0 0 0 16,0 0-13-16,0 0-4 0,0 0 0 0,0 0 0 15,0 0-27-15,0 0-5 0,0 0-2 0,0 0 0 0,3 3-4 16,0 2-1-16,0 3 0 0,0-3 0 0,0 3 1 16,0 0 0-16,-3 3 0 0,0-1 0 0,0 1-14 15,0 0 0-15,0 2-12 0,0 0 12 0,0 0 0 0,3 0 0 16,-3-2 0-16,0 2 0 0,0 3 0 0,0-3 0 16,0 1 0-16,0-1 0 0,0-3-12 0,0-2 12 15,3 0-12-15,-3 3 12 16,3-3 0-16,-3 0 12 0,0 0 0 0,0-3 0 15,3 0-60-15,-3 3-13 0,0-3-3 0,3 1 0 16,-3-6 42-16,0 0 8 0,0 0 2 0,0 0 0 16,0 0-135-16,0 0-26 0,0 0-6 0</inkml:trace>
  <inkml:trace contextRef="#ctx0" brushRef="#br0" timeOffset="14984.34">9614 11427 1036 0,'0'0'92'0,"-6"6"-73"0,3-4-19 0,-3 4 0 0,0-4 91 0,0 4 14 15,-3 1 3-15,3 1 1 0,1-2-19 0,-1 2-4 16,0 0-1-16,0 2 0 0,0 1-41 0,3 2-9 15,0-2-2-15,0 2 0 0,3 0-17 0,0 0-3 16,0-2-1-16,0 2 0 0,3-2-12 0,0 2 0 16,3-3 0-16,0 4-10 0,3-6 10 0,-3 2 0 15,2-5 0-15,1 1 0 16,-3-1 0-16,6-2 0 0,0-1-9 0,0-2 9 0,0 0 0 0,0-5 0 0,3 2-9 0,-3-2 9 16,3-3 0-16,-4-2 12 0,1 2-1 0,0-3-1 15,-3 0 5-15,0 1 1 0,0-3 0 0,0 2 0 16,-3 1 38-16,0-1 8 0,-3-2 2 0,0 2 0 15,0-2-1-15,-3 2 0 0,0-2 0 0,-3 0 0 16,3 2-15-16,-3 1-4 0,-3-4 0 0,0 4 0 16,-3-1-18-16,3 3-4 0,-3-2-1 0,0 2 0 15,-3 3-21-15,0-1 0 0,-2 4 0 0,-1-1 0 16,-6 3 8-16,3 3-8 0,-3-3 8 0,0 5-8 16,-3 3-15-16,13-3-7 0,-1 0-2 0,0 3 0 15,-3 0-41-15,3 3-9 0,0-1-2 16,0 1-642-16,6 2-129 0</inkml:trace>
  <inkml:trace contextRef="#ctx0" brushRef="#br0" timeOffset="15574.67">11478 11255 403 0,'0'0'36'0,"0"0"-36"0,0 0 0 0,0 0 0 0,-3 3 224 0,3-3 39 16,-6 0 7-16,6 0 2 0,-3 3-109 0,3-3-22 15,-6 0-4-15,6 0-1 0,0 0-38 0,-6 2-8 16,0 4-2-16,3-4 0 0,-3 4-34 0,3-1-7 16,0 0-2-16,0 3 0 0,3 0-19 0,-3 3-4 15,0 2-1-15,0-3 0 0,3 4-10 0,0-1-3 16,0 3 0-16,0 2 0 0,0-2-8 0,3 3 8 15,-3 2-8-15,0-3 8 0,0 3-17 0,0-2-4 16,0 0-1-16,0 2 0 0,-3-3 14 0,3-2 8 16,-3 3 0-16,3-1-8 15,-3 1-18-15,3-3-10 0,-3-3-3 0,3 3 0 16,-3-3-29-16,3 0-7 0,-3-5-1 0,0 5 0 16,3-2-139-16,-3-3-28 0</inkml:trace>
  <inkml:trace contextRef="#ctx0" brushRef="#br0" timeOffset="16303.66">8584 12488 1036 0,'-3'11'92'0,"-3"-1"-73"0,3-4-19 0,-3 2 0 16,6-8 136-16,-6 5 23 0,-3 0 5 0,4 3 0 15,2-2-56-15,3-6-12 0,0 0-3 0,-6 10 0 16,0 3-38-16,0 3-8 0,0-3-2 0,0 1 0 16,6-1-24-16,0 3-5 0,-3-3 0 0,6 0-1 15,0 3-15-15,0 0 0 0,3 0 8 0,-3 0-8 16,3-3 0-16,-3 3 0 0,3-3 0 0,-1 0 0 15,1 1-18-15,0-4 3 0,0 1 1 0,0-1 0 0,3-4-7 16,-3 2-2-16,6-3 0 0,0-3 0 0,0 1 3 0,-3-3 0 16,0-3 0-16,3 1 0 15,0-6 12-15,-1 3 8 0,-5-1-10 0,3-2 10 0,0 0 0 16,0-5 16-16,0 0-1 0,-3 0-1 0,0-6 24 0,0 3 5 16,0-2 1-16,0-3 0 0,-3-3 21 0,-3 5 5 15,3 1 1-15,-3-1 0 0,-3-2-36 0,0 3-7 16,0 4-2-16,0 1 0 0,-3-5-2 0,-3 7-1 15,3 3 0-15,-3 0 0 0,0 3-13 0,0 0-2 16,-3 2-8-16,-2 3 12 0,2 0-21 0,-6 5-5 16,3-2-1-16,-3 5 0 15,0 2-32-15,3 4-6 0,3 1-2 0,-2 1-673 16,-1-2-134-16</inkml:trace>
  <inkml:trace contextRef="#ctx0" brushRef="#br0" timeOffset="16874.93">8611 14155 1497 0,'0'0'32'0,"3"3"8"0,-6-1 0 0,0 4 4 0,3-4-36 0,-3-2-8 0,3 3 0 0,-6 0 0 16,0-1 80-16,0 4 13 0,6-1 3 0,0 0 1 15,-6 3-1-15,3-3-1 0,3 3 0 0,-3 3 0 16,0-3-25-16,0 5-5 0,0 0-1 0,0 1 0 15,3-1-46-15,-3 0-10 0,3 6-8 0,-3-1 12 16,6-2-12-16,-3 3 0 0,0-1-12 0,3 1 12 16,3 4 15-16,-3 1 10 0,-3-3 3 0,0 1 0 15,3-1-28-15,0-3 0 0,0 3 0 16,0-2 0-16,-3-3 0 0,0 2 0 0,3-2 0 0,-3 0 0 16,0-3-21-16,3 0 3 0,0 1 1 0,0-4 0 15,-3 4-24-15,3-4-5 16,0 1-1-16,0-1 0 0,3-2-15 0,-6 0-3 15,0 0-1-15,3-3-569 0,3-2-113 0</inkml:trace>
  <inkml:trace contextRef="#ctx0" brushRef="#br0" timeOffset="20698.08">9894 12520 230 0,'0'0'10'0,"0"0"2"0,0 0-12 0,0 0 0 0,0 0 0 0,0 0 0 16,0 0 203-16,0 0 37 0,0 0 8 0,0-5 2 16,0 5-130-16,0 0-27 0,0 0-5 0,0 0 0 15,0 0-10-15,0 0-2 0,-3-3 0 0,0 0 0 16,3 3-7-16,0-5-1 0,0 5-1 0,-6-2 0 15,6 2-14-15,0 0-2 0,-3-3-1 0,-3 3 0 16,3 0-29-16,3 0-5 0,0 0-2 0,-6 3 0 16,6-3 40-16,-6 2 8 0,0 1 2 0,3-1 0 15,-3 1-52-15,3 2-12 0,-3 1 0 0,0 2 0 16,1-3 0-16,2 3 0 0,0-3 0 0,-3 6 0 16,0 2 11-16,0 0-1 0,3-2 0 0,0 5 0 15,0-3-10-15,0 3-14 0,0-3 3 0,0 0 1 0,0 3 10 16,0-3 0-16,0 3 0 0,3-5 0 0,-3-1 0 0,3 1 0 15,0 2 0-15,0 0 0 0,0 1 0 16,0-4 0-16,3 3 8 0,-3-2-8 0,0 0 0 0,3-1-12 16,3 1 2-16,-3-3 0 0,0-3-1 0,0 0 0 15,3 9 0-15,0-7 0 0,-3 1-1 0,3 0-1 16,0-2 0-16,0-1 0 16,-1 0-17-16,1-2-3 0,0 0-1 0,3-1 0 0,-6-2 34 15,3-2 0-15,0-4 0 0,3 4 0 0,0 2 0 0,-3 0 0 16,-6 0 0-16,3-8 0 0,3-3 0 0,0 6 0 15,0-3 0-15,0 3 0 0,3-1 0 0,-3-4 0 16,-3-1 0-16,0-2 0 0,-3 5 0 0,3-3 12 16,0 1 0-16,0-1 0 0,0 1 4 0,0-4 1 15,0 4 0-15,-1-1 0 0,1-2 3 0,-3 0 0 16,-5 2 0-16,2 1 0 0,0-4-6 0,0 4-1 0,0-3 0 16,-3-3 0-16,3 5-4 0,0-2-1 0,-6 5 0 0,3-3 0 15,3 1-8-15,0-1 0 0,-3 6 9 0,0-6-9 16,0 3 0-16,0 0 0 0,0 3 0 0,-3 0 0 15,3 0 0-15,-3-1-10 0,3 1 1 0,-3 2 0 16,3-2 9-16,0 0 0 0,-2 5 0 0,2 0 0 16,0 0-53-1,0 0-9-15,0 0-2 0,0 0 0 0,6 0 7 0,0 0 1 16,-3 0 0-16,3 0 0 0,-6 5-118 0,6-5-23 16,-3 5-5-16</inkml:trace>
  <inkml:trace contextRef="#ctx0" brushRef="#br0" timeOffset="28219.12">9903 13973 864 0,'-3'10'76'0,"3"-10"-60"0,0 0-16 0,0 0 0 0,0 0 41 0,0 0 6 0,0 0 1 0,0 0 0 16,0 0 12-16,0 0 4 0,0 0 0 0,0 0 0 15,0 0 0-15,0 0 0 0,0 0 0 0,0 0 0 16,0 0 0-16,0 0 0 0,0 0 0 0,0 0 0 15,0 0-3-15,0 0 0 0,0 0 0 0,0 0 0 16,0 8-16-16,0 0-3 0,0-8-1 0,0 11 0 0,0-3-12 0,-3 0-2 16,3-1-1-16,3 4 0 0,-6-3-26 0,3 3 0 15,-3 2 0-15,3 0 0 16,3 0 32-16,0 3 2 0,-3-3 0 0,0 3 0 16,3-3-34-16,-3 3 0 0,0 0 0 0,3 0 0 15,-3 0 0-15,3 0 0 0,-3 0 0 0,3 0 0 16,0-3 0-16,-3 0 0 0,3-2 0 0,-3 2 0 15,-3 0 0-15,0-2 0 0,0-1 0 0,0 1 0 0,6-3 0 0,0 2-11 16,-6-2 11-16,3 0-10 0,0 0 1 0,-3-3 0 16,3 1 0-16,0-6 0 0,0 0-7 0,0 0 0 15,-3 5-1-15,3 0 0 16,0-5-9-16,0 0-2 0,0 0 0 0,0 0 0 16,0 0-20-16,0 0-5 0,-3 3-1 0,3-3 0 15,0 0-96-15,0 0-19 0,0 0-4 0,0 0-495 0</inkml:trace>
  <inkml:trace contextRef="#ctx0" brushRef="#br0" timeOffset="35761.18">11397 12647 288 0,'3'-5'25'0,"-3"5"-25"0,0 0 0 0,0 0 0 16,3-3 166-16,0-2 28 0,0 2 6 0,-3 3 0 15,3-5-81-15,-3 0-17 0,0-1-3 0,-3 1-1 16,3 2-24-16,0 3-5 0,0-5-1 0,0 5 0 15,-3-5-15-15,0 2-3 0,-3 3-1 0,0-2 0 16,3-1-18-16,0 0-4 0,3 3-1 0,-3 0 0 16,0 0 4-16,-3 3 1 0,6-3 0 0,-3 0 0 0,-3 3-7 15,3-1-2-15,-2 1 0 0,2 2 0 16,0 0-5-16,-3 1-1 0,3-1 0 0,-3 3 0 0,3-3-1 0,-3 3-1 16,3 0 0-16,0-3 0 0,0 1-6 0,0 2 0 15,0 0-8-15,0-1 12 0,3 1-12 0,-3 3 0 16,0 0 0-16,0-1-10 0,3 1 10 0,-3-3 0 15,0 5 0-15,3-3 0 0,0-2 0 0,0 6 0 16,-3-4 0-16,3 1 0 0,0-1 0 0,0-2 0 16,0 3 0-16,0 0 0 0,0-4 0 0,3 4-12 15,-3 0 2-15,0-3 0 0,0-1-1 0,6 1 0 16,-6-8 0-16,3 11 0 0,0-6 11 0,3 3-13 16,-6-8 5-16,0 0 8 0,0 0-16 0,9 8 4 15,-3-3 0-15,3 1 1 16,-9-6-13-16,9 2-2 0,0-4-1 0,-1 2 0 0,1 2 27 0,0-4 9 15,-3-4 0-15,3 1 0 0,-3 0-9 0,3 0 0 0,0-1 0 16,-3-2 0-16,3 3 0 0,0 0-14 0,0-6 5 0,0 1 1 16,-3-4 8-16,3 6 0 0,-3-2 0 0,2 2 0 15,-5-3 0-15,3-2 0 0,0 3 0 0,-3-1 0 16,3-2 32-16,-3-1 9 0,0 4 2 0,0-3 0 16,-3-1-22-16,3 4-4 0,-3-1-1 0,0-2 0 15,0 2 0-15,0 1-1 0,0-1 0 0,0 1 0 16,-3-1 1-16,3 1 0 0,-3-1 0 0,3 0 0 15,-6-2-3-15,3 5 0 0,0-2 0 0,-3 2 0 16,0 0-4-16,3 0-1 0,-5 3 0 0,2-1 0 16,0-2 0-16,-3 3-8 0,6 0 12 0,-6-1-4 15,3 4-8-15,0-4 0 0,0 6 0 0,-3-2 0 0,3-1 0 16,0 3 0-16,0 0 0 0,0 0 0 0,0 0 0 16,3 0-12-16,-3 3 2 0,0-1 1 15,3-2-14-15,-3 3-2 0,3 0-1 16,0-1 0-16,0 1-26 0,1 0-6 0,-4 2-1 0,3 0 0 15,-3 1-35-15,3-1-7 0,0 0-2 0,0 3-703 16</inkml:trace>
  <inkml:trace contextRef="#ctx0" brushRef="#br0" timeOffset="37510.41">11284 13822 633 0,'-3'5'56'0,"3"-5"-44"15,0 0-12-15,0 0 0 0,0-3 166 0,-3 1 31 0,0-3 7 16,0 2 0-16,0-2-96 0,3 5-19 15,0 0-4-15,0 0-1 0,0-6-11 0,0 6-2 16,0 0-1-16,0 0 0 0,0 0 2 0,0 0 1 16,0 0 0-16,0 0 0 0,0 0-50 0,0 0-11 0,0 0-1 0,-3 8-1 15,3 0 2-15,0 3 0 0,-3 2 0 0,6 0 0 16,-3 0-12-16,0 3 8 0,0 0-8 0,3 3 8 16,-3 2-8-16,0-3 0 0,3 4 0 15,-3 1 0-15,3-4 0 0,-3 5 0 0,3-3 0 0,-3 0-11 16,3-2-3-16,-3 2-1 0,3-3 0 0,0 1 0 15,-3-3-5-15,3 0 0 0,-3-1-1 0,3-1 0 16,-3-1 1-16,3-3 1 0,0 1 0 0,-3-3 0 16,0 0 8-16,3-3 2 0,-3 0 0 0,3-2 0 15,-3-3 0-15,0 5 0 0,0-5 0 0,0 0 0 16,0 0 9-16,0 0 0 0,0 0 0 0,0 0-8 16,0 0 8-16,0 0 8 0,0 0-8 0,0-8 11 15,0-2-23-15,0-1-4 0,-3 3 0 0,3-2-1 0,-3 2 47 16,0 0 10-16,0-3 1 0,-3 3 1 0,0 0-26 15,3-5-4-15,-6 3-2 0,3 2 0 0,0 0-1 0,0-3 0 16,0 3 0-16,-3 3 0 0,1-3-1 0,-1 5 0 16,0 1 0-16,0-4 0 0,0 4 2 0,-3-1 0 15,3 3 0-15,3 0 0 0,-3 0-1 0,0 3 0 16,3-1 0-16,-3 1 0 0,9-3-9 0,-6 3 0 16,-3 2 9-16,9-5-9 0,-6 8 0 0,3-3 0 15,-2 3 0-15,2 3 0 16,0-1-17-16,3 1-8 0,0 2-2 0,0 0 0 0,0-2 27 15,3 0 9-15,0 4 0 0,-3-4 0 0,2 2-9 0,-2 0-17 16,3 1 4-16,0-1 1 0,0-2 12 0,0 2-9 16,0-5 9-16,3 5-8 0,-3-2 8 0,3 2-12 15,-3-3 12-15,3-2-12 0,-3 0 12 0,-3-3-8 16,3 3 8-16,3-2-8 0,-6-6 8 0,3 5 0 0,-3-5 0 16,6 3-8-16,0-1 8 0,-6-2 0 0,6-2 8 15,0-1-8-15,3-2 0 0,-3-1 0 0,0 1 0 0,0 0 0 16,0 0 0-16,0-3-12 0,3 0 2 0,-4 0 0 31,1 2-41-31,0-4-8 0,3-1-1 0,-6 6-812 0</inkml:trace>
  <inkml:trace contextRef="#ctx0" brushRef="#br0" timeOffset="40831.4">9671 13814 576 0,'0'0'25'16,"0"0"6"-16,0 3-31 0,-3-3 0 0,3 0 0 0,-3-3 0 0,0 3 71 0,0 0 8 16,0-3 1-16,3 3 1 0,0 0-43 0,0 0-9 15,0 0-1-15,-3-2-1 0,0-1 22 0,3 0 5 16,-3 3 1-16,0-2 0 0,3-4 6 0,-3 6 2 16,3-2 0-16,-3 2 0 0,3 0-16 0,0 0-3 15,0 0-1-15,0 0 0 0,-3 0-11 0,3 0-1 16,0 0-1-16,0 0 0 0,0 0-11 0,0 0-3 15,0 0 0-15,0 8 0 0,0-3-4 0,0 3 0 16,0-3-1-16,3 3 0 0,-3 3-3 0,-3-1 0 16,3 1 0-16,0 2 0 0,0 3-8 0,0 0 12 15,0 0-12-15,0 2 12 0,0-2-12 0,0 3 0 0,-6 2 0 0,6 0 8 16,0 0-8-16,0 3 0 0,-3-3 0 0,0 0 0 16,0 0 0-16,0 1 0 0,3 1 0 0,-3-1 0 15,-3 1 0-15,3 1 0 0,0-3 0 0,0 3 0 16,0 0 0-16,-3 0 0 0,3 0 0 0,0-3 0 15,-3-3 0-15,3 1 8 0,0 2-8 0,1-2 0 16,-1-4 0-16,0 1 8 0,-3 0-8 0,3 0 0 16,0-3 0-16,0-2 0 0,0 2 0 0,0-2 0 15,0-3 8-15,0 2-8 0,0-5 8 0,3 3-8 16,-6-2 14-16,6-6-2 0,0 5-1 0,-3 3 0 16,3-8-11-16,0 5 12 0,0-5-12 0,0 0 12 15,-3 6-12-15,3-6 0 0,-3 7 0 0,3-7 0 0,0 0 0 16,0 0 0-16,0 0 0 0,0 6 8 0,0-6-8 15,0 0 10-15,0 0-10 0,0 0 10 0,0 0-2 0,0 0 0 16,0 0 0-16,0 0 0 0,6 5-8 0,-3 0 0 16,-3-5 9-16,0 0-9 0,0 0 8 0,6 3-8 15,-3 2 8-15,3-2-8 0,-6-3 0 0,6 3 8 16,3-1-8-16,-3-2 0 0,0 3 0 0,-1-1 0 16,4-2 0-16,-3 3 0 0,3 0 0 0,0-3 0 15,-3 0 0-15,3 0 0 0,0 0 0 0,0 0 0 16,3 0 0-16,-3 0 0 0,0 0 0 0,0 0 0 15,3 2 0-15,-1-2 0 0,1-2 0 0,0 2 0 16,0-3 0-16,0 3 8 0,0-3-8 0,0 3 0 16,3-2 0-16,-3-1 0 0,3 3 0 0,-1-2 0 0,1 2 0 0,0-3 8 15,-3 0-8-15,3 1 11 0,-3-1-11 0,6 0 12 16,3 1-12-16,-4-1 0 0,1-2 0 16,-3 2 0-16,3 0 0 0,0 3 0 0,0-5 0 0,-3 3 0 15,0 2 0-15,-1-3 0 0,4 0 0 0,-3 1 0 16,0-1 0-16,-3 0 0 0,3 3 0 0,0-5 0 15,0 5 0-15,-3 0 0 0,2-3 0 0,4 1 0 16,-3-1 8-16,0 0 0 0,3 1 0 0,-3-1 0 16,3 0-8-16,-3 1 0 0,-1-3-12 0,4 2 12 15,3 0-9-15,-6 1 9 0,3-4 0 0,0 1 0 16,3 2 0-16,-4 1 0 0,-2-1 0 0,3-2 0 16,0 5 0-16,-3-3 0 0,3-2 0 0,-3 5 0 15,0-3 0-15,-1 1 0 0,1-1 0 0,0 0 0 16,-3 3 0-16,0 0 0 0,3-2 0 0,-3 2 0 15,0 2 0-15,3-2 0 0,-4-2 0 0,4 2 0 16,0 0 0-16,-3 0 0 0,-3 2 0 0,3-2 0 0,3 0 0 16,-3 3 9-16,-12-3-1 0,12 3 0 0,0-1-8 15,-3 1-11-15,2-3 3 0,-2 0 0 0,3 2 8 0,0 1 0 16,-3 0 0-16,3-3 0 0,-3 2 0 0,3 1 0 16,0 0 0-16,-3-1 0 0,3 1 0 0,5 2 0 15,-5-5 0-15,-6 3 0 0,0 0 0 16,3 2 0-16,3-2 0 0,-3-3 0 0,0 2 0 15,0 1 0-15,0-3 0 0,0 2 0 0,0-2 0 16,0 3 0-16,0-3 0 0,-1 3 0 0,1-3 0 16,-3 2 0-16,3 1 0 0,0-3 0 0,0 3 0 15,0-1 0-15,0 1 0 0,-3-3 0 0,6 0 0 16,-3 3 0-16,3-1 0 0,-3-2 0 0,0 0 8 0,2 3 0 16,1-3 0-16,-6 3-8 0,0-1-12 0,3-2 4 15,-3 0 0-15,3 0 8 0,-3 0 14 0,0 0-3 16,3 0-1-16,0 0-10 0,0 0-14 0,0 0 3 0,-3 0 1 15,3 0 10-15,0 0 0 0,-1 0 0 0,1 0 0 16,-9 0 0-16,6 0 0 0,3 0 0 0,-3 0 0 16,-6 0 0-16,9-2 0 0,0-1 0 0,0 0 0 15,-9 3 0-15,6 0 0 0,3-2 0 0,0-1 0 16,-3 3 0-16,-6 0 0 0,6-5 0 0,0 2 8 16,3 0-8-16,-3 1 0 0,0-4 0 0,-6 6 8 15,8-2-8-15,-5-3 0 0,3-1 0 0,-3 4 0 16,0-4 0-16,-3 6 0 0,6-5 0 0,-3-3 8 15,3 5-8-15,-3-2 0 0,0-3 8 0,3 3-8 0,-3 0 8 16,3-1-8-16,-3-2 8 0,0 3-8 16,0-3 0-16,0 0 8 0,0-2-8 0,-3 2 0 0,3-3 0 15,0 3 9-15,-3-2-9 0,3 2 0 0,0-6 8 0,-3 4-8 16,3-1 0-16,-3-2 0 0,3 2 14 0,-3-2-4 16,3-3-1-16,-3 3 0 0,3-3-1 0,-3 0-8 15,0 0 12-15,0 1-4 0,0-4 0 0,3 3 0 16,-3-2 0-16,0-1 0 0,0 1-8 0,0-1 12 15,0 1-12-15,0-1 12 0,3-2-12 0,-3 2 0 16,0 1 0-16,0-1 0 0,0 3 0 0,0-2 8 16,0 5-8-16,0-3 0 0,0 3 11 0,0-3-3 15,0 0-8-15,0 3 12 0,3-3-12 0,-3 5 11 16,-3-2-11-16,3 0 10 0,3 2-10 0,-3 1 0 16,0 2 9-16,0 0-9 0,3-3 0 0,-3 6 0 0,0-3 0 15,0 0 0-15,0 3 0 0,0-1 8 0,0 1-8 0,0 5 0 16,0 0 8-16,-3-8-8 0,3 3 10 0,0 5-10 15,0 0 8-15,0 0-8 0,-3-5 0 0,3 5 9 16,0 0-9-16,0-3 0 0,-3-2 0 0,3 5 8 16,0 0-8-16,0 0 0 0,0 0 0 0,-3-6 0 15,0 4 0-15,3-1 0 0,-3 0 0 0,3 3 0 16,-3-2 0-16,0-4 0 0,0 4 9 0,3 2-9 16,-6-3 8-16,3 3-8 0,-3-2 10 0,3-1-10 15,-3 0 10-15,3 3-10 0,-3-2 10 0,3 2-10 16,-3-3 8-16,0 0-8 0,-3 3 0 0,3-2 9 15,-3-1-9-15,1 3 10 0,-1 0-10 0,0-3 10 16,0 1-10-16,0 2 0 0,-3 0 9 0,0-3-9 16,-3 3 8-16,0-3-8 0,3 1 10 0,-3 2-10 0,-2-3 10 15,2 0-10-15,3 1 10 0,-3 2-10 0,-3-3 10 16,3 1-10-16,0-1 10 0,0 0-10 0,-2 3 0 0,-1 0 8 16,3-2-8-16,-3 2 0 0,3 0 0 0,-3 0 0 15,0-3 8-15,0 3-8 0,4 0 0 0,-4 0 0 16,-3 0 8-16,3 0-8 0,0-3 0 0,0 3 0 15,0 0 0-15,-2 0 0 0,-1 0 8 0,0 0-8 16,-3 0 0-16,3 0 0 0,0 3 0 0,-2-3 0 16,2-3 0-16,0 3 0 0,3 3 0 0,-3-3 0 15,0 0 0-15,4 0 0 0,-1 0 0 0,0 0 0 16,0 0 0-16,3 0 0 0,0 0 0 0,-3 0 0 16,0 0 0-16,4 0 0 0,-4 0 0 0,0 0 0 0,-3 0 0 15,3 0 0-15,0 0 0 0,0 0 0 0,1 0 0 16,2 3 0-16,-3-3 0 0,0 0 0 0,0 0 0 0,3 0 0 15,0 0 12-15,3 2-3 0,1-2-1 0,-1 0 0 16,0 0-8-16,0 3-11 0,-3-3 3 0,3 3 0 16,0-3 8-16,0 2 0 0,0-2 0 0,0 0 0 15,1 0 0-15,2 0 0 0,-3 0 0 0,0 0 0 16,0 0 0-16,0 0 0 0,0-2 0 0,0 2 0 16,0-3 0-16,0 3 0 0,3 0 0 0,-2 0 0 15,-1-3 0-15,0 3 0 0,0 0 0 0,3 0 0 16,-3 0 0-16,0-2 0 0,0-1 0 0,3 3 0 15,-3 0 0-15,0 0 0 0,3 0 0 0,-2 0 0 16,-1-3 0-16,0 3 0 0,3 0 0 0,3 0 0 16,-3 0 0-16,-3 0 11 0,3 0-3 0,0 0 0 0,0 0-8 15,0 0-11-15,-3 0 3 0,3 0 0 0,1 0 8 0,-4 0 11 16,3 0-3-16,0 0 0 0,-3-2-8 16,3 2-11-16,3 0 3 0,-3 0 0 0,0 2 8 15,0-2 0-15,0 0 0 0,0 0 0 0,3 0 0 0,-3 0 0 16,1 0 0-16,-1 0 8 0,0 0-8 0,3 0 0 15,0 0 0-15,-3 0 0 0,3 0 0 0,0 3 8 16,-3-3-8-16,6 0 0 0,-3 0 0 0,0 0 0 16,0 0 0-16,3 3 0 0,-3-3 0 0,3 2 0 15,0-2 0-15,3 0 0 0,-3 3 0 0,3-3-13 16,-6 3 1-16,3-1 1 16,3-2-38-16,0 0-8 0,0 0-2 0</inkml:trace>
  <inkml:trace contextRef="#ctx0" brushRef="#br0" timeOffset="46408.15">8697 15833 1134 0,'0'0'50'0,"0"0"10"0,0 0-48 0,-3 0-12 0,-3 0 0 0,6 0 0 16,0 0 21-16,0 0 2 0,-3-3 0 0,3 3 0 16,0 0 8-16,0 0 1 0,0 0 1 0,0 0 0 15,0 0-13-15,0 0-2 0,0 0-1 0,0 0 0 16,0 0 2-16,0 0 0 0,0 0 0 0,0 0 0 16,0 8 2-16,3-3 1 0,-3 3 0 0,6-3 0 15,-3 3-11-15,0-2-3 0,0 2 0 0,0 0 0 16,3 0-8-16,-3-3 0 0,3 0 0 0,0 0 8 15,3 1-8-15,-3-1 0 0,3-2 0 0,0-1 8 16,0 1-8-16,0-3 8 0,0 3-8 0,0-6 8 0,2 3 2 16,-2-3 0-16,0 1 0 0,3-4 0 0,0 1 2 15,0 0 0-15,-3-1 0 0,6 1 0 0,-6-3 0 0,3 0 0 16,-3 0 0-16,3 0 0 0,-4-2 5 0,4 2 2 16,-3-3 0-16,0 3 0 0,-3-2 1 0,0 2 1 15,0-3 0-15,0 3 0 0,-3 0 16 0,3 3 3 16,-3-3 1-16,0 3 0 0,-6-6-25 0,3 3-4 15,-3 3-2-15,3-3 0 0,-3 3 2 0,0 0 1 16,-3-1 0-16,-3 1 0 0,3 0-4 0,0-1-1 16,-3 4 0-16,0-1 0 0,0 0 1 0,-2 1 0 15,-1 2 0-15,0 0 0 0,0 0-9 0,-3 0 0 16,3 5 0-16,-3-2 0 0,3 2 0 0,-6 0 0 16,3 6 0-16,1-3 0 0,2 2 0 0,0 1 8 0,-3 0-8 0,6-3 0 15,0 2 0-15,0-2 0 0,0 0 0 0,0 3 0 16,0-1-19-16,3 1-2 0,0-3-1 0,0 2 0 31,3-2-13-31,1 0-2 0,2-8-1 0,0 8 0 16,0-8 5-16,0 0 1 0,0 0 0 0,5 5 0 0,-5-5 13 0,9 3 3 0,0-3 1 0,0 0 0 15,0-5 15-15,0 2 0 0,3-2 0 0,-3-1 0 16,0 1 0-16,3-3 0 0,-3 3 0 0,0-3 0 16,3-3 0-16,-4 3 0 0,1 1 0 0,-3-1 10 15,3 0 1-15,-3 0 0 0,0 0 0 0,0 0 0 16,-6 8 10-16,6-8 3 0,-3 3 0 0,-3 5 0 15,0 0 4-15,0 0 0 0,0 0 1 0,0 0 0 16,0 0-7-16,0 0-2 0,0 0 0 0,6 0 0 0,-6 0-7 16,3 5-1-16,0 3-1 0,0 0 0 15,0 2-11-15,0 1 0 0,-3 0 9 0,3-1-9 0,0 3 8 0,0 1-8 16,0 1 8-16,0 1-8 0,3 0 0 0,-3 0 0 16,3 5 0-16,-3 0 8 0,6 1-8 0,-3-1 0 15,0 0 0-15,-1 3 0 0,1 0 0 0,0-1 0 16,0 1 0-16,0 3 0 0,0-4 0 0,0 1 0 15,0 0 0-15,0 0 0 0,0-3 0 0,0 0-8 16,-3 0 8-16,0-2-12 0,-3-1-6 0,3 1-2 16,-3-3 0-16,0-3 0 15,-3 3-11-15,0-5-2 0,3 2-1 0,-3-3 0 0,0-2 8 0,-3 0 2 16,0 0 0-16,0-3 0 0,0-2 11 0,0 0 2 16,0-1 1-16,-3 1 0 0,0-6 10 0,-2 3 0 15,2 0 0-15,-3-2 0 0,0-1 0 0,-3 3 0 0,3-3 0 0,0-2 0 16,-3 0 13-16,0 0-1 0,3-1-1 0,1-2 0 15,-1 0 17-15,0 0 3 0,0 1 1 0,3-4 0 16,-3 0-9-16,3 1-2 0,0-1 0 0,0 1 0 16,3-4-8-16,0 4-1 0,0-1-1 0,3 1 0 15,0-1-3-15,3-2-8 0,0 2 12 0,3 1-4 16,3-1 0-16,-3 0-8 0,3-2 12 0,3 3-4 16,-3-1-8-16,6-2 0 0,-3 2 0 0,0 1 8 15,3-1-8-15,0 3 0 0,0-5 0 0,2 5 0 16,-2-3-16-16,3 3 2 0,0 1 0 0,3 1 0 15,-3-2-14-15,3 3-4 0,0 0 0 16,2-1 0-16,-2-2-36 0,0 6-7 0,-3-1-1 16,3-2-1-16,0 2-99 0,0-2-19 15</inkml:trace>
  <inkml:trace contextRef="#ctx0" brushRef="#br0" timeOffset="46779.64">9206 15991 1472 0,'0'0'65'0,"-6"3"14"0,0 0-63 0,6-3-16 16,-3 0 0-16,3 0 0 0,-5 0 38 0,5 0 5 16,0 0 1-16,0 0 0 0,0 0-18 0,0 0-3 0,0 0-1 15,0 0 0-15,-3-6-1 0,3 6 0 0,5-2 0 0,-2-4 0 16,-3 6 0-16,3-2 0 0,-3 2 0 0,0 0 0 15,0 0 7-15,0 0 0 0,0 0 1 0,9 5 0 16,-3 0 0-16,0 1 0 0,3 2 0 0,-3 0 0 16,-3 0-2-16,3 5-1 0,-3 0 0 0,3 0 0 15,0 0-3-15,-3 6-1 0,3-1 0 0,0 1 0 16,0 2-5-16,-3 0-1 0,3 3 0 0,0 0 0 16,-3-3-16-16,3 0 8 0,0 3-8 0,-3-3 0 15,0 0 8-15,0-5-8 0,-1 3 0 0,4-1 0 16,0-4 0-16,-3-1 0 0,0 0 0 0,3-2 0 15,-3-1 0-15,0-2-12 0,0 0 3 0,3-3 1 16,-3-2-45-16,-3-3-9 0,6 0-2 0,-6 0-886 16</inkml:trace>
  <inkml:trace contextRef="#ctx0" brushRef="#br0" timeOffset="48110.85">9769 15830 633 0,'0'0'28'0,"0"0"6"0,0 0-34 0,0 0 0 0,0 0 0 0,0 0 0 16,0 0 112-16,0 0 16 0,-3 0 4 0,3 0 0 15,0 0-94-15,0 0-18 0,0 0-4 0,0 0-1 16,0 0 0-16,0 0 0 0,0 0 0 0,0 0 0 0,0 0 5 16,0 0 0-16,0 0 1 0,0 0 0 0,0 0 11 0,0 0 1 15,6 0 1-15,3 0 0 0,0 0-6 0,0 0-2 16,3 0 0-16,0 0 0 0,2-3-5 0,1 3-1 15,0-2 0-15,0 2 0 0,0-3-1 0,3 0-1 16,3 1 0-16,2-1 0 0,-2 0-8 0,3-2-2 16,0 5 0-16,0-5 0 0,-3 2-8 0,-1-2 0 15,4 0 0-15,-3 2 8 0,3 3-8 0,-6 0 0 16,0-3 0-16,-1 1 0 0,1-1-16 0,-3 0 2 16,0 3 0-16,-3 0 0 15,6 0-30-15,-9 0-7 0,0 3-1 0,0 0 0 16,0-1-34-16,0 4-7 0,-7 7-2 0,-2-13 0 0</inkml:trace>
  <inkml:trace contextRef="#ctx0" brushRef="#br0" timeOffset="48410.85">9852 16100 964 0,'-9'5'43'0,"3"-5"9"0,0 0-42 0,1 3-10 0,-1-3 0 0,3 0 0 16,-3-3 49-16,6 3 8 0,0 0 2 0,0 0 0 15,-6-2-20-15,6 2-4 0,0 0-1 0,0 0 0 0,0 0 0 0,0 0 0 16,6-6 0-16,0 4 0 0,5-4 6 16,-2 1 2-16,3 0 0 0,3-1 0 0,3 4-11 0,-3-4-3 15,3 1 0-15,0-3 0 0,5 3-12 0,1 0-4 16,-3-1 0-16,6-2 0 0,0 3-12 0,0 0 8 15,-4 0-8-15,4-1 0 0,3 1 0 0,-3 2 0 16,2-2 0-16,1 2 0 16,6-2-23-16,-6 2-7 0,-4 1-2 0,4 2-460 15,0-3-92-15</inkml:trace>
  <inkml:trace contextRef="#ctx0" brushRef="#br0" timeOffset="52211.21">10656 15550 979 0,'0'0'87'0,"-3"0"-70"0,-3 0-17 0,0 0 0 16,3-3 142-16,3 3 25 0,0 0 5 0,-6-3 0 16,3-2-103-16,3 5-21 0,0 0-4 0,0 0 0 15,-3-3-1-15,3 3 0 0,0 0 0 0,0 0 0 16,0 0-9-16,0 0-2 0,0 0 0 0,0 0 0 16,0 0-14-16,0 0-3 0,0 0-1 0,0 8 0 15,0 0-14-15,0 3 11 0,0-1-11 0,0 1 10 16,0 2-10-16,3 3 0 0,-3 0 0 0,0 0 0 15,3 0 0-15,0 2 0 0,0 1 0 0,3-1 0 16,-3 1-14-16,3-1 2 0,0-2 0 0,3-3 0 16,-3 1-4-16,0-4 0 0,3 1 0 0,3-3 0 15,-3-3 3-15,2-2 0 0,-2 2 0 0,0-5 0 16,6-3 13-16,0-2-12 0,-3 0 12 0,3-1-12 0,3-2 12 16,0 1 0-16,-3-7 0 0,-1 4-9 0,-2-3 9 0,3-3 0 15,-3 0 0-15,0 0 0 0,0 0 0 16,-3 0 8-16,3 3-8 0,-6-3 0 0,0 3 11 0,-3 0-3 15,3-1 0-15,-3 4 0 0,0-1 14 0,0 1 2 16,-3 2 1-16,0 0 0 0,-3 0 4 0,0 2 1 16,3 4 0-16,0 2 0 0,-3-5-2 0,0 2-1 15,-3 0 0-15,6 3 0 0,0 0-15 0,-3 0-2 16,-3 0-1-16,3 3 0 0,0 0-9 0,-3 4 0 16,3-1 0-16,0 2 0 0,0 2 0 0,3 1 0 15,-3-1-9-15,0 6 9 0,0 0 0 0,0 3 0 0,3 2 0 16,-3 0 0-16,3-2-8 0,-3 4 8 0,0 1 0 0,3 0 0 15,0 2-8-15,0-2 8 0,0 3 0 16,0-1 0-16,0 1-13 0,0-4 4 0,-3 4 1 0,-3-3 0 16,3-3 8-16,0 3-8 0,-3 0 8 0,0-3-8 15,0 5 8-15,-3-5 0 0,0 1-9 0,1-7 9 16,-1 4 0-16,-3-3-9 0,3 0 9 0,-3-3 0 16,0-3-8-16,0 1 8 0,0-3 0 0,-3 0 0 15,0-3 0-15,0 1 0 0,1-1 0 0,2-3 9 16,0-2-1-16,0 0-8 0,-3 0 12 0,3 0-4 15,-3-2-8-15,3-3 10 0,0 5-10 0,0-6 10 16,1 1-10-16,-1 0 0 0,0-1 0 0,3 1 0 16,0 0 0-16,0-3 0 0,3 3 0 0,0-1-11 15,0-2-9-15,3 3-1 0,0-3-1 0,3 3 0 16,0-3-31-16,0 0-7 16,6 3 0-16,-3-3-1 0,3 0-135 0,0 2-28 15</inkml:trace>
  <inkml:trace contextRef="#ctx0" brushRef="#br0" timeOffset="52560.65">11111 15907 1555 0,'0'0'138'0,"0"0"-110"0,0 0-28 0,0 0 0 16,0 0 79-16,0 0 10 0,0 0 3 0,0 0 0 16,0 0-74-16,0 0-18 0,0 0 0 0,0 0 0 15,0 0 19-15,0 0 0 0,0 0 0 0,0 0 0 16,3 5 10-16,0 0 3 0,0 3 0 0,-3-2 0 16,3 1 10-16,0 4 2 0,0 0 1 0,-3 2 0 15,0 3-9-15,0 0-3 0,0 0 0 0,3 2 0 16,-3 3-10-16,0 3-3 0,3-3 0 0,-3 3 0 15,0 0-11-15,0 0-9 0,3 2 12 0,3-5-12 16,-6 3 0-16,3-3 0 0,0 0 0 0,3 1 0 16,-3-4 0-16,3 1-11 0,0-4 0 0,0 1 0 15,-3-2-45-15,6-4-8 16,0 3-3-16,0-5-935 0</inkml:trace>
  <inkml:trace contextRef="#ctx0" brushRef="#br0" timeOffset="56773.55">15190 11700 288 0,'0'0'25'0,"0"0"-25"15,0 0 0-15,0 0 0 0,0 0 161 0,6-3 27 16,-6 3 6-16,2-2 1 0,1-1-73 0,-3 3-14 16,0 0-4-16,0 0 0 0,0 0-30 0,0 0-6 0,0 0-2 15,0 0 0-15,0 0 6 0,3-3 2 0,-3 3 0 0,6-5 0 16,-6 5-24-16,0 0-5 0,0 0-1 0,0 0 0 15,0 0-9-15,0 0-3 0,3 3 0 0,-3-3 0 16,6 5 6-16,-3-2 1 0,-3-3 0 0,3 8 0 16,0-1-19-16,0 1-4 0,-3 0-1 0,3 3 0 15,-3-1-5-15,3 1-1 0,-3 0 0 0,3-1 0 16,0 1 19-16,-3 2 4 0,0 0 1 0,3 1 0 16,-3-4-33-16,3 3 0 0,-3-2 0 0,0 2 0 15,0 0 0-15,3 3 0 0,-3-3 0 0,3 3 0 16,-3-2 12-16,0 1-4 0,0 1 0 0,0 0-8 15,0-3 0-15,0 3 0 0,0 0 0 0,0 3 0 16,-3-1 0-16,3-2 0 0,0 3 8 0,0-4-8 0,-3 4 0 16,3 0 0-16,0-1 0 0,0 1 0 0,0-1 0 15,0 1 0-15,0 2 0 0,0 0 0 0,0-3 0 0,0 1 0 16,0 0 0-16,0-1-9 0,-3 1 9 0,3-4 0 16,0 1 0-16,0 0 8 0,3 0-8 0,-3 0 0 15,0 0 8-15,0 0-8 0,0 2 8 0,0-2-8 16,0 0 10-16,0 0-10 0,0 2 8 0,0-2-8 15,0 3 0-15,0-3 9 0,0-1-9 0,0 1 0 16,0 0 9-16,0 0-9 0,0 0 9 0,0 0-9 16,0 0 12-16,0-3-12 0,0 5 12 0,0-4-12 15,0-1 12-15,0 0-12 0,0 3 9 0,0-3-9 16,0 1 0-16,0 1 9 0,0-1-9 0,0 1 0 16,0-1 9-16,0-1-9 0,0-2 0 0,0 2 0 15,0 0 0-15,0 0 8 0,0 0-8 0,-3 1 0 0,3 2 8 0,-3-1-8 16,3 4 0-16,0-6 8 0,0 0-8 0,0 1 0 15,0-1 0-15,0 0 9 0,0 3-9 0,0-3 0 16,0 0 8-16,0 1-8 0,0-1 0 0,0 0 0 16,0 0 0-16,0 1 0 0,0-1 8 0,0 0-8 15,0 0 0-15,0 0 8 0,0 1-8 0,0-4 0 16,0 4 8-16,0-4-8 0,0 3 0 0,0 1 0 16,0-1 0-16,0 0 0 0,0 0 0 0,-3 0 0 15,3 1 0-15,0-4 0 0,0 4 0 0,0-1 0 16,0 0 0-16,0-2-11 0,0 2 0 0,0 0 0 15,0 0 19-15,0 0 4 0,0 1 1 0,0-1 0 16,0 0-13-16,0-2 0 0,0 2 0 0,0 0 0 16,0 3 0-16,0-3 0 0,3 1 0 0,-3-1 0 0,0-3 0 0,0 4 0 15,0-1 0-15,0-3 0 0,0 4 8 0,0-1-8 16,0-3 0-16,0 4 0 0,0-1 0 0,0-3 0 16,0 4 0-16,0-1 0 0,0-2 0 0,0 2 0 15,0 0 0-15,0-2 0 0,0 2 0 0,0-3 0 16,0 4 0-16,0-1 0 0,0 0 0 0,0 0 0 15,0-2 0-15,0 2 0 0,0-2 0 0,0 2 0 16,0 0 0-16,3-2 0 0,-3 2 0 0,0-2 0 16,0 2 0-16,0-3 0 0,0 1 0 0,0 0 0 15,0-6 0-15,0 5 0 0,3-2 0 0,-3 3 8 16,0-3-8-16,0-3 0 0,0 3 0 0,0-3 0 0,-3 1 0 16,3 2 0-16,0-3 0 0,0 3 9 15,0 0-9-15,0 0 8 0,0 0-23 0,3-3-5 16,-3 3 0-16,0-3-1 0,0 0 30 0,0 3 7 0,0-2 0 15,0 2 1-15,-3-3-17 0,3 0 0 0,3 3 0 0,-3-3 0 16,0-2 0-16,0 2 0 0,0 3 0 0,0-2 0 16,0-6 0-16,0 5 0 0,0 0 0 0,0-5 0 15,0 0 0-15,3 3 0 0,-6 2 0 0,3 3 0 16,0-8 0-16,0 0 0 0,0 5 0 0,0-5 0 16,0 0-10-16,0 0 10 0,3 3-10 0,-3-3 10 15,0 0-17-15,0 0 2 0,0 5 1 0,0-5 0 16,-3 6-6-16,3-6 0 0,0 0-1 0,0 0 0 15,0 0-19-15,0 0-3 16,0 0-1-16,0 0 0 0,0 0-113 0,3-11-23 0,-3 3-5 16,0-5-695-16</inkml:trace>
  <inkml:trace contextRef="#ctx0" brushRef="#br0" timeOffset="60089.31">15234 11729 669 0,'0'0'29'0,"0"0"7"0,0 0-28 0,0 0-8 0,0 0 0 0,0 0 0 0,0 0 46 0,0 0 8 15,0 0 2-15,0 0 0 0,0 0 7 0,0 0 1 16,0 0 1-16,0 0 0 0,0 0-26 0,0 0-6 16,0 0-1-16,0 0 0 0,0 0 7 0,0 0 1 15,0 0 0-15,0 0 0 0,0 0-20 0,0 0-3 16,0 0-1-16,0 0 0 0,0 0 20 0,0 0 3 16,0 0 1-16,0 0 0 0,0 0-16 0,0 0-4 15,0 0 0-15,0 0 0 0,6 3 4 0,3-1 0 0,-9-2 0 16,6 3 0-16,3-3 2 0,-3 0 1 0,3 3 0 15,-3-3 0-15,3 2-9 0,-3-2-2 0,6 0 0 16,-3-2 0-16,2 2-7 0,1 0-1 0,-3 0-8 16,0 2 12-16,0-2 17 0,6 3 3 0,3-3 1 0,-3 0 0 15,0 0-25-15,-3 0-8 0,2 0 0 0,1 0 0 16,0 0 9-16,0 0-1 0,-3 0-8 0,3-3 12 16,-3 3-12-16,3 0 0 0,-3 0 0 0,2 0 0 15,1 0 9-15,0-2-9 0,-3 2 8 0,0 0-8 16,0 0 12-16,0 0-4 0,3 0 0 0,0 0 0 15,-1 0-8-15,1 0 8 0,3 0-8 0,3-3 8 16,0 3-8-16,-3-3 0 0,3 3 0 0,-4-2 0 16,1 2 0-16,3-3 8 0,0 3-8 0,0 0 8 15,3-3-8-15,-4 1 0 0,1-1 0 0,-3 0-11 0,0 3 11 16,0-2 0-16,0 2 0 0,0 0 0 0,-1-3 0 16,1 0 11-16,0 3-3 0,6-2 0 0,-3 2-8 0,3-3 0 15,-3 1 0-15,-1-1 0 0,4 0 0 0,0 3 0 16,-3-2 0-16,3 2 0 0,-1 0 0 0,1 0 8 15,-3 0-8-15,6 2 8 0,-3-2 1 0,-6 3 0 16,2-3 0-16,-2 0 0 0,0-3-9 0,3 3-12 16,0 0 2-16,0 0 1 0,-1 0 9 0,10 3 0 15,-3-6 0-15,3 3 0 0,-3 3 0 0,-7 0-12 16,-2-3 12-16,3 0-12 0,6 0 12 0,-3 2 8 16,-9 1-8-16,5-3 11 0,-2 2-11 0,3-2 0 15,0 3 0-15,-3-3-11 0,0 0 11 0,-3 0 0 16,5 0 0-16,-2 3 0 0,-6-1 0 0,6 1 0 15,0-3 0-15,0 3 0 0,-3-3 0 0,0 0 0 0,5 0 0 0,-5 0 0 16,0 0 0-16,-3 0 0 0,3 0 0 0,3 0 0 16,6 0 0-16,-4 0 0 0,-5-3 0 0,3 3 0 15,6 0 0-15,-3 0 0 0,-6 0 8 16,0 3-8-16,-1-3 0 0,1 0 0 0,0 0 0 0,-3 0 0 16,0-3 8-16,0 3-8 0,3-3 8 0,-3 3-8 15,-3-2 0-15,3 2-8 0,2 0 0 0,-2-3 0 16,0 3 8-16,-3-3 11 0,3 3-3 0,0-2 0 15,-3 4 13-15,0-2 3 0,3 0 0 0,0 0 0 16,3-2-24-16,-3 2 0 0,-4-5 0 0,1 5 0 16,3-3-18-16,0 3 2 0,-3-3 0 0,0 1 0 15,3 2 16-15,3 0 0 0,3 0 0 0,0 0 0 16,-4-3 0-16,-2 0 0 0,0 3 0 0,-6 0 0 0,3 0 0 16,-3 0 0-16,3-2 0 0,3 2 0 0,0 0 0 15,0 0 0-15,0 0 0 0,-6 0 0 0,-6 0 0 16,9-3 0-16,-1 3 0 0,1-3 0 0,0 3 0 0,0 0 0 15,-3 0 0-15,3 0 0 0,0 0 0 0,-3 0 0 16,0 0 0-16,0-2 0 0,0 2 0 0,3-3 0 16,3 3 0-16,-3 0 0 0,0 0 21 0,-3 0 8 15,2 0 2-15,1 0 0 0,-3 0-31 0,3 0 0 16,0 0 0-16,0 0 0 0,0 0 0 0,0 0 0 16,-9 0 0-16,0 0 0 0,0 0 12 0,6 0-4 15,6 0-8-15,-3 0 12 0,-9 0-12 0,0 0 0 16,9 3 8-16,0-3-8 0,-9 0 22 0,9 0 2 15,-1 0 0-15,-2 0 0 0,-6 0-24 0,0 0 0 16,6 2 0-16,3-2 0 0,-3 0 0 0,-6 0 0 16,0 0 0-16,0 0 0 0,0 0 0 0,0 0 0 15,0 0 0-15,0 0 0 0,6 6 0 0,-6-6 0 0,0 0 0 16,0 0 0-16,0 5 0 0,0-5 0 0,6 5 0 16,-3 1 0-16,-3 1 56 0,0-7 6 0,3 6 2 0,-3-1 0 15,0 0-52-15,0-5-12 0,0 0 0 0,0 8 0 16,0-2 0-16,0 1 0 0,0 1 0 0,3 0 0 15,-3-8 0-15,3 8 0 0,-3 0 0 0,0 3 0 16,3-1 0-16,-3 1 0 0,0 0 0 0,0-1 0 16,3 3 0-16,-3 1 0 0,0-4 0 0,-3 3 0 15,3 1 0-15,0-1 0 0,0-3 0 0,0 4 0 16,-3 2 0-16,3-3 0 0,0 3 0 0,0 0 0 16,-6-3 0-16,6 5 0 0,0-2 0 0,0 0 0 0,0 3 0 15,0-1 0-15,-3 1 0 0,3-1 0 0,3 1 0 16,-3-1 0-16,-3 1 0 0,0 2 0 0,3-3 0 0,-3 4 0 15,0-1 0-15,3 0 0 0,0-3 0 16,-3 4 0-16,3-1 0 0,0 3 0 0,-3-6 0 0,3 6 0 16,0-3 0-16,0 6 0 0,-3-6 0 0,0 2 0 15,3 1 0-15,-3 3 0 0,3-6 0 0,-3 5 0 16,3-4 0-16,0 1 0 0,0-4 0 0,0 2 0 16,0 0 0-16,0-2 0 0,0-1 0 0,0 3 0 15,0 1 0-15,-3-4 0 0,6 1 0 0,-3 2 0 16,-3-3 0-16,3 1 0 0,-3 2 0 0,3-2 0 15,3 2 0-15,-6-3 0 0,0 1 0 0,0 2 0 16,3-3 0-16,0-2 0 0,-3 3 0 0,3-1 0 16,0-2 0-16,0 0 0 15,0 3 0-15,0-4 0 0,0 4 0 0,0 0 0 0,-2 2 0 0,-1-3 0 0,6-2 0 16,-3 3 0-16,0-1 0 0,0-2 0 16,0 3 0-16,-3-4 0 0,3 1 0 0,-3 3 0 0,3-6 0 0,-3 6 0 15,3-4 0-15,0 4 0 16,0-3 0-16,-3 2 0 0,0-2 28 0,3 3 2 0,0-3 1 0,0 2 0 15,-3 3-23-15,3 0-8 0,-3-2 0 0,3 2 0 16,0-2 0-16,0-1 0 16,3 3 0-16,0-5 0 0,-3 3 0 0,0-3 0 0,0 2 0 0,0-2 0 15,3 3 8-15,-3-4-8 0,-3 1 0 0,0 0 0 16,0 0 0-16,3 0 0 0,0-3 0 0,3 3 0 16,-3-3 8-16,0 3-8 0,0 0 0 0,0 0 0 15,-3-6 8-15,3 4-8 0,6-1 0 0,-3 0 0 16,-3 0 9-16,0-2-9 0,-3 2 8 0,3-2-8 15,3-1 0-15,-3 1 0 0,-3 0 0 0,0-4 0 0,6 1 0 0,-3 0 0 16,0 0 0-16,-3-2 0 0,3-6 13 0,3 8-2 16,-3-3-1-16,0-5 0 0,-6 8-10 0,6-8 0 15,0 5 0-15,0-5 8 0,-3 5-8 0,3-5 8 16,-3 6-8-16,3-1 8 0,-6 0-8 0,3 0 8 16,3-5-8-16,-9 3 8 0,6 0 10 0,-3-1 2 15,-3 1 0-15,9-3 0 0,-6 3-20 0,0-1-16 16,-3 1 4-16,0 0 0 0,3-1 12 0,-3 1 0 15,3-3 0-15,0 3 0 0,-2-1 0 0,2-2 0 16,-3 6 0-16,3-4 0 0,0 1 0 16,-3-1 0-16,3 1 0 0,0 0 0 0,-3-1 0 0,0 1 0 0,3 0 0 15,-9 2 0-15,3-2 0 0,-3 2 0 0,1-2 0 0,-1 2 0 16,0 0 9-16,0-2 2 0,0 2 0 0,3 0 0 16,-6-2-11-16,6 2 0 0,-3-2 0 0,-2 2 0 15,2 1 0-15,3-4-17 0,-3 1 4 0,-3-1 1 16,0 1 12-16,3 0 16 0,6 2-3 0,-3-2-1 15,4-1-21-15,-7 4-5 0,-9-4-1 0,6 4 0 16,3-6 15-16,-3 2 0 0,0 4 0 0,1-4 0 16,5 1 0-16,-6-1 0 0,-3 1 0 0,3 0 0 15,0 2 0-15,-3-2 20 0,1-1-4 0,-4 4 0 16,0-4-16-16,0 4 0 0,0-1 0 0,0-2 0 16,-5 2-12-16,5-3-7 0,3 1-1 0,0 0 0 15,-9 2 20-15,4-2 0 0,5-1 0 0,-3 4 0 16,0-4 0-16,0 4 0 0,1-4 0 0,-1 1 0 0,0-1 0 15,0 1 0-15,-6 2 0 0,7-2 0 0,8 0 0 0,-6-1 0 16,-6 1 0-16,0 0 0 0,-3-3 0 0,4 0 0 16,-1 0 0-16,3 2 0 0,0 1 0 0,0-3 0 15,4 0 0-15,-4 3 0 0,3-3 0 0,-3 0 0 16,6 2 0-16,-6-2 0 0,1 0 0 0,2 0 0 16,0 3 0-16,0-3 0 0,0 0 0 0,0 0 0 15,4 0 0-15,2-3 0 0,0 3 0 0,-3 0 0 16,0 0 0-16,0 0 0 0,-3 0 0 0,4 0 0 15,-1-2 0-15,6-1 0 0,-6 3 0 0,3 0 0 16,0 0 0-16,3 0 0 0,-3 3 0 0,0-3 0 0,4 0 0 16,-4-3 0-16,0 6 0 0,0-3 0 0,0 0 0 15,3 0 0-15,-3 0-8 16,0 0 8-16,0 0 0 0,1 0 0 0,-4 0 0 0,3 0 0 0,3 0 0 0,-9-3 0 16,3 3 0-16,3 3 0 0,0-1 0 0,4-2 0 15,-4-2 0-15,3-1 0 0,-3 3 0 0,3-3 0 16,0 1 0-16,3 2 0 0,-3 0 0 0,3 0 0 15,0 0 0-15,0 0 0 0,1-3 0 0,-1 0-10 16,0 1 10-16,0 2 0 0,0 0 0 0,0-3 0 16,3 3 0-16,-6-3 0 0,3 1 0 0,0-1 0 15,0 0 0-15,0 3 0 0,-3 0 0 0,3 0 0 16,1 0 0-16,-1 0 0 0,0 0 0 0,0 0 0 16,0 0-11-16,0 3 11 0,0-3-13 0,0 0 5 15,0 3 8-15,0-3 11 0,0-3-3 0,3 3 0 16,-6 3-8-16,3-3-11 0,3 0 3 0,-2-3 0 0,2 3 8 15,-3 0 0-15,3-3 8 0,0 1-8 0,0 2 0 0,0 0 0 16,-3 0 0-16,3 0 0 16,0-3 0-16,0 3 0 0,0-2 0 0,0 2 0 0,0 0 0 0,0-3 0 15,0 0 0-15,0 3 0 0,-3-2 0 0,3-1 0 16,-2 0 0-16,2 3 0 0,0-2 0 0,0 2 0 16,0-3 0-16,0-2 0 0,0 2 0 0,3 0 0 15,-3 1 0-15,0-3 0 0,0 2 0 0,3 0 0 16,-3 3 0-16,3-2 0 0,-3-4 0 0,3 4 0 15,-3-1 0-15,3-2 0 0,0-1 0 0,0 1 0 16,0 0 0-16,0 0 0 0,-3 2 0 0,3 0 0 16,0-2 0-16,-3 2 0 0,6 3 0 0,-3-2 0 0,0-4 0 15,1 1 0-15,-1 0 0 0,0 2-15 0,0-2 4 0,0 0 1 32,3-1-42-32,-3 1-8 0,3 0-1 0,0-6-1 15,0 1-143-15,3-1-29 0</inkml:trace>
  <inkml:trace contextRef="#ctx0" brushRef="#br0" timeOffset="61455.46">15216 13189 990 0,'0'0'44'0,"0"0"8"16,0 0-41-16,0 0-11 0,0 0 0 0,0 0 0 0,0 0 79 0,0 0 13 15,0 0 4-15,6 3 0 0,-6-3-20 0,0 0-3 16,0 0-1-16,6 3 0 0,-6-3-20 0,0 0-4 16,3 0 0-16,6 2-1 0,-9-2-14 0,6 6-2 15,-6-6-1-15,9 0 0 0,-3 5-15 0,3-5-3 16,-3 0-1-16,0 0 0 0,3 0 1 0,0 3 0 15,0-3 0-15,3 2 0 0,-1 1-4 0,1-3-8 16,0 0 12-16,3 0-4 0,-3 0 1 0,6 0 0 16,-6 0 0-16,6 0 0 0,-3 3-9 0,-1-3 8 15,4 2-8-15,0 1 8 0,0-3 0 0,0 3 0 16,0-3 0-16,0 0 0 16,2 0 4-16,-2 0 0 0,0 0 0 0,3 0 0 0,0 2-4 0,0 1 0 15,-1-3 0-15,4 2 0 0,0-2-8 0,0 0 0 0,0 0 0 0,6 0 0 16,-7 0 0-16,4 0 0 0,0 0 0 0,-3 0 0 15,3 0 0-15,-1 0 8 16,-2-2-8-16,0-1 8 0,-3 3-8 0,3-2 0 0,-1-1 0 0,1 0 0 16,0 1 23-16,3 2 9 0,0-3 1 0,-1 0 1 15,-2 1-34-15,6 2-12 0,-6-3 0 0,6 3 0 16,-4 0 12-16,-2-3 16 16,3 3-3-16,0-2-1 0,0-1-12 0,-4 3 0 0,1-3 0 0,-3 3 0 15,3-2 9-15,0 2-1 0,-4-3 0 0,7 0 0 16,-3 3-8-16,0-2 0 0,0-1 0 0,-3 1 0 15,-4 2-22-15,4 0-3 0,6 0-1 16,0 0 0-16,-9 0 52 0,5-3 10 0,1 3 3 0,-3-3 0 0,-3 3-31 16,0 0-8-16,3 0 0 15,0 0 0-15,-1 0 0 0,1-2 0 0,-6-1 0 0,3 3 0 16,0 0 0-16,3 0 0 0,-1 0 0 0,-2 3 0 16,3-3 0-16,-6 0 0 0,3-3 0 0,0 6-8 0,0-1 8 0,2-2 0 15,-2 0 0-15,3 0 0 0,-6 0 0 0,3 3 0 16,3-3 0-16,-6 0 8 0,-3 0-8 0,2 3 0 15,4-3 0-15,-3 0 0 0,0 0 0 0,0 0 8 16,0 0-8-16,0 0 8 0,0 0-8 0,-1 2 0 16,-2-2 0-16,3 3 8 0,3-1-8 0,-3-2 0 15,-6-2 0-15,6 2 0 0,9 2 0 0,-9-2 0 16,-10 0 0-16,4 0 11 0,3 0-1 0,3 0 0 16,0 0 0-16,0 0 0 0,-6 0 10 0,3 0 3 15,6 0 0-15,-3-2 0 0,-1 2-23 0,1 0 8 0,-3 0-8 0,6 0 0 16,-6 0 0-16,0 0 0 0,-3 0 0 15,3 0 0-15,0 0 8 0,0 0 1 0,-4 0 0 0,1 0 0 16,0 0-9-16,0 0 8 0,-3 0-8 0,3 0 8 16,0 0-8-16,-3 0 0 0,3-3 0 0,0 3 0 15,-3 0 8-15,3-2 0 0,0 2 0 0,0 0 0 16,0-3-8-16,-1 3 8 0,1-3-8 0,-3 3 8 16,3 0-8-16,-3-2 0 0,3 2 0 0,-3-3 0 15,-6 3 0-15,6 0 0 0,3-3 0 0,-9 3 0 16,0 0 0-16,0 0 0 0,3 3 0 0,-3-3 0 15,6 0 0-15,-6 0-9 0,0 0 9 0,0 0-10 16,0 0-2-16,0 0 0 0,0 0 0 0,0 0 0 16,6 0-21-16,-6 0-5 0,0 0-1 15,0 0 0-15,6 0 21 0,3 0 4 0,-9 0 1 0,0 0 0 0,6-3-7 0,0 3-2 16,-6 0 0-16,0 0 0 16,0 0-22-16,0 0-4 0,0 0 0 0,0 0-900 15</inkml:trace>
  <inkml:trace contextRef="#ctx0" brushRef="#br0" timeOffset="62854.31">16758 11769 1188 0,'0'0'52'0,"0"0"12"0,-6 5-52 0,6-5-12 0,0 0 0 0,0 0 0 16,0 0 93-16,-3 5 16 0,3 3 3 0,0-8 1 15,0 5-39-15,0-5-8 0,0 6-2 0,3 2 0 16,3-3-9-16,-6 3-3 0,-3-3 0 15,3-5 0-15,6 8-10 0,-3-3-2 0,-6 3-1 0,0 0 0 16,3-2-5-16,-3-1-1 0,3 3 0 0,0-3 0 16,-6 0-15-16,6 1-3 0,6-1-1 0,-6-5 0 15,-6 5-2-15,6 3 0 0,6-5 0 0,-6-3 0 16,0 0-4-16,0 0-8 0,0 0 11 0,0 0-11 16,3 5 0-16,-3-5 0 0,0 0 0 0,0 0-9 15,9 3 9-15,-9-3 0 0,0 0 0 0,0 0 0 16,0 0 13-16,0 0 2 0,0 0 0 0,0 0 0 15,0 0 1-15,0 0 0 0,0 0 0 0,0 0 0 16,-6 2-16-16,6-2 0 0,0 0 0 0,0 0 0 16,-6 6 0-16,3-1 0 0,9 0 0 0,-6 1 0 0,-3 2 0 15,0 0 0-15,3-3 0 0,0 3 0 0,3 0 0 16,-3 2 0-16,-3-2 0 0,3 3 0 0,3-1 0 16,0 1 0-16,-6 2 0 0,0-2 0 0,9 2 0 0,-6 0 0 15,-3 0 0-15,0 3 0 0,-3 0-10 0,3 0-2 16,3 0 0-16,0 0 0 0,-9 0-4 0,6 2-2 15,3 1 0-15,0-1 0 0,-8 3 18 0,5 3 0 16,6-3 0-16,-3 6 0 0,-3-3 22 0,3 2 8 16,-3 1 2-16,3-1 0 0,0 1-32 0,0-1 0 15,-3 0 0-15,3 4 0 0,0-1 12 0,0-3-3 16,0 1-1-16,0-1 0 0,3-2-8 0,0 0 0 16,-3-1 0-16,0 1 0 0,-3-3 0 0,3 1 0 0,3-1 9 15,-6 0-9-15,-3 0 0 0,6 0 0 0,3 0 0 0,0 1 0 16,-6-4 0-16,0 1 0 0,9 2 0 0,-3 0 0 15,-3 0 0-15,0-2 12 0,0-1-4 0,3 3 0 16,3-2-8-16,-6-1 0 0,0 1 0 16,0-1 0-16,5 1 0 0,1-1 0 0,-6 1 0 0,0-3 8 15,3 2-8-15,0 1 0 0,0-3 8 0,-6 0-8 16,-3 2 0-16,6-2 0 0,6 0 0 0,-6 0 8 16,-6 0-8-16,3 0 12 0,3-1-4 0,3 1 0 15,-6 0-8-15,6 3 0 0,0-6 0 0,0 0 0 16,-3 3 16-16,3 0-2 0,-3 0 0 0,3 0 0 15,3 0-14-15,-6 2 0 0,-6-5 0 0,6 6 0 16,6-3 0-16,-3 0 0 0,-6-3 0 0,3 5 0 16,0-4 0-16,0 1 0 0,3 1 0 0,-3 0 0 0,-3-3 14 15,0 3 0-15,3-3 0 0,-3 3 0 0,-6-2-22 16,6 1-5-16,9-1-1 0,-6 2 0 0,-3-3 14 16,3 0 0-16,3 0 0 0,0 0 0 0,-3 1 0 15,0-1 0-15,0 3 0 0,0-6 0 16,3 1 0-16,-3 0 0 0,3-1 0 0,0 1 0 0,0-1 27 0,0 1 8 15,-6 2 1-15,3 0 1 0,0 1-8 0,3-1-1 16,-6-3-1-16,3 4 0 0,-6-4-27 0,6 1 0 16,6-1 0-16,-6 1 0 0,-9 0 0 0,9-4-19 15,6-1 3-15,-3 2 1 0,-9 2 15 0,3 1 0 16,9-1 0-16,-3-2 0 0,-3 0 0 0,0 3 10 16,0-3-10-16,3-3 8 0,3 0 1 0,-6 1 0 0,-9-1 0 15,9 3 0-15,6 0-9 0,-3-3 0 0,-3 0 0 16,-3 1 0-16,6-1 0 0,-3 0 0 0,0 3-12 15,-3-2 12-15,-3-1 0 0,3 0 0 0,6 0 0 0,-6 1 12 16,-6-1-12-16,9 3 0 0,6-3 0 0,-3 3 0 16,-3-2 0-16,0 1 0 0,-3-1 0 0,3-1 0 15,3 0 0-15,-3 3 0 0,0-2 0 0,3-1 0 16,3-3 0-16,-6 4 0 0,-9-1 0 0,9-5 0 31,12 3-49-31,-6-1-12 0,-6-2-3 0,0 0 0 0,0 0-113 16,0 0-23-16,0-8-5 0,-3-5-767 0</inkml:trace>
  <inkml:trace contextRef="#ctx0" brushRef="#br0" timeOffset="63950.11">14612 11086 518 0,'0'0'46'0,"0"0"-37"16,0 0-9-16,0 0 0 0,0 0 157 0,0 0 30 16,0 0 5-16,0 0 2 15,0 0-92-15,0-5-18 0,3 5-4 0,-3-3-1 0,0 0-5 0,3 1-1 16,0-1 0-16,-3 3 0 0,3-2-13 0,0-1-4 16,3 3 0-16,0-3 0 0,0 3-7 0,0 0-1 15,-3-2-1-15,3 2 0 0,0 0-7 0,-6 0 0 16,0 0-1-16,9 2 0 0,-3-2-7 0,-1 3-2 0,-5-3 0 15,9 5 0-15,-9-5-6 0,6 5-2 16,0 1 0-16,0 2 0 0,0-3-8 0,0 3-2 0,-3-3 0 0,3 3 0 16,-3 0-1-16,3 0-1 0,0 0 0 0,0 0 0 15,-3 0-2-15,3 2-8 0,-3 1 12 0,3 0-4 16,0 2-8-16,0 0 0 0,-3 0 9 0,3-2-9 16,0 2 0-16,0 0 0 0,-3 1 0 0,2-1 0 15,1 0 0-15,0 0 9 0,0-2-1 0,0-1-8 16,0 1 0-16,3 2 0 0,-3-2 0 0,0-1 0 15,3 1 0-15,-3 0 0 0,0-1 0 0,3 3 0 16,0-5 0-16,-3 0 0 0,3 3 0 0,0-3 0 16,0 2 0-16,-4-2 0 0,4 0 0 0,0 0 0 15,0 0 0-15,0 0 0 0,0 0 0 0,0-3 0 16,0 1 0-16,0 1 0 0,-3-1 0 0,3 2 0 0,0-3 8 16,0 3-8-16,0-3 0 0,0 1 0 0,-1-1 0 15,1 0 0-15,0 0 0 0,0 1 0 0,0-1 0 0,0 0 8 16,0 1-8-16,-3-1 0 0,0 0 9 0,3 0-9 15,-9-5 0-15,6 6 9 0,0 2-9 0,3-3 0 16,-9-5 9-16,6 5-9 0,0 3 0 0,-3-3 8 16,3 3-8-16,0 0 0 0,-6-8 20 0,5 6 0 15,1-1 0-15,-6-5 0 0,6 8-20 0,-3-3-16 16,3 0 2-16,-6-5 1 0,0 0 21 0,6 6 4 16,0-1 0-16,-6-5 1 0,6 5-13 0,-6-5 0 15,6 6-12-15,0-1 12 0,-6-5 0 0,6 8 0 16,-3-3 0-16,-3-5 0 0,6 5 0 0,-6-5-18 15,6 6 2-15,-6-6 1 0,0 0 15 0,6 8 0 0,-6-8 0 16,3 5 0-16,-3-5 0 0,0 0 0 0,0 0 0 16,0 0 0-16,3 5 17 0,-3-5 7 0,6 8 0 0,-6-8 1 15,0 0-25-15,0 0 0 0,0 0-9 0,0 0 9 32,0 0-183-32,0 0-29 0,0 0-7 0</inkml:trace>
  <inkml:trace contextRef="#ctx0" brushRef="#br0" timeOffset="65014.68">14913 10816 460 0,'0'0'41'0,"0"0"-33"0,0-8-8 0,0 0 0 0,0 3 206 0,0-3 39 16,0 0 8-16,0 0 2 0,0 3-111 0,0-3-23 15,3 3-4-15,-3-3-1 0,0 2-32 0,3-2-6 16,-3 3-2-16,0 5 0 0,0 0-15 0,3-2-3 0,0-4-1 15,-3 6 0-15,0 0-9 0,0 0-1 16,0 0-1-16,0 0 0 0,0 0-16 0,0 0-3 0,0 0-1 0,0 0 0 16,0 0-7-16,3 8-2 0,3 0 0 0,-3 3 0 15,0 2-6-15,2 0-2 0,-5 3 0 0,3 5 0 16,0-2-9-16,0 2 0 0,0-3 0 16,3 4 0-16,-3-1 0 0,3-3-14 0,0-2 2 0,0 0 0 31,0 0-17-31,3-3-3 0,-3-2-1 0,3-1 0 15,0-2 3-15,0 0 1 0,0-3 0 0,3 1 0 0,-3-4 9 0,2-2 3 0,-2 0 0 0,0 0 0 16,3-2 17-16,0-4 0 0,-6 1 0 0,3 0 0 16,-3-3 12-16,0 0 8 0,0 0 3 0,0 0 0 15,-3-2 20-15,0 2 4 0,-3-3 1 0,0 0 0 16,3-2 0-16,-3 0 1 0,-3 0 0 0,3 2 0 16,0-2-8-16,0 2-1 0,-3 1-1 0,0-1 0 15,0 3-16-15,3 0-3 0,-3 0-1 0,0 3 0 0,0 2-7 16,3 3 0-16,0 0-1 0,0 0 0 0,0 0-11 15,0 0 10-15,0 0-10 0,-3 8 10 0,0 0-10 0,0 3 0 16,0-1 0-16,0 6 0 0,-3 0 0 0,3 0 0 16,0 3 0-16,0-1 0 0,0 1 0 0,-3-1 0 15,3 3 0-15,3 1 0 0,-3-4-13 0,0 1 5 16,-3-1 8-16,3 1-13 0,0-1-5 0,-3 1-1 16,3-6 0-16,-2 3 0 15,2 0-7-15,-3 0-2 0,3-3 0 0,-3 0 0 16,3 0-11-16,-3 0-2 0,3-2-1 0,-3 2 0 15,3-7-26-15,0 1-4 0,0-1-2 0,0-4 0 16,3-2-170-16,0 0-33 0</inkml:trace>
  <inkml:trace contextRef="#ctx0" brushRef="#br0" timeOffset="65448.45">15175 11157 1764 0,'0'0'39'0,"0"0"8"0,0 0 1 0,0 0 1 0,6-2-39 0,-3-1-10 0,-3-2 0 0,6 2 0 16,-3 1 85-16,0-4 15 0,-1 1 4 0,1 0 0 15,0-1-28-15,3-2-6 0,-3 3-1 0,3 0 0 16,0-3-25-16,0 3-4 0,0-1-2 0,0 4 0 16,3-4-16-16,-3 1-3 0,0 0-1 0,0 2 0 15,3 1-8-15,-3-1-2 0,0 0 0 0,3 3 0 16,-6 0-8-16,3 0 0 0,0 0 0 0,0 3 0 0,-6-3 0 0,3 5 0 15,-1 1 0-15,1 1-11 0,-3-1 11 0,0 4 0 16,0-2 0-16,-3 3-8 0,1-1-12 0,-1 4-3 16,-3-1 0-16,3 0 0 15,-6 0-10-15,6 1-3 0,-6-1 0 0,3 3 0 16,0-3 12-16,0 0 1 0,0 0 1 0,3-2 0 0,-3 0 22 0,3 2-9 16,0-3 9-16,0 1 0 0,3-6 0 0,-3 3 0 15,3-3 0-15,0-5 0 0,0 0 0 0,0 0 0 16,0 0 0-16,0 0 9 0,6 0-9 0,-3 0 12 15,3-2-12-15,3-3 12 0,0-1-12 0,0 1 10 16,3-3-10-16,0 0 10 0,-3 0-10 0,2 0 0 0,1 0 0 16,3 0 8-16,-3 3-8 0,0-3 0 15,-3 3 0-15,3-1 0 16,-3 4-56-16,0-3-4 0,0 5-1 0,-9 0-598 0,3-6-119 0</inkml:trace>
  <inkml:trace contextRef="#ctx0" brushRef="#br0" timeOffset="66401.78">14195 11658 576 0,'0'0'51'0,"3"-6"-41"0,-3-2-10 0,3 3 0 16,-3-3 173-16,3 0 33 0,-3 3 6 0,3-3 2 16,-3 0-77-16,0 3-15 0,3-3-3 0,-3 2-1 15,0 1-18-15,3 0-4 0,0 0-1 0,-3 5 0 16,0-6-15-16,0 1-4 0,3 0 0 0,-3 5 0 16,0-3-18-16,0 3-4 0,3-5-1 0,-3 5 0 15,0 0-15-15,0 0-3 0,0 0-1 0,0 0 0 16,0 0-15-16,0 0-3 0,0 0-1 0,0 0 0 15,3 8-15-15,-3 2 0 0,0-2 0 0,0 5 0 0,3-2 0 0,-3 2 0 16,3-2 0-16,-3 2 0 0,3 0 0 0,0 1-10 16,0 1 0-16,0-1 0 15,0-1-22-15,0 0-4 0,0-2 0 0,3-1-1 16,-3-2-15-16,0 0-4 0,3 0 0 0,3 0 0 16,-3-5 7-16,0-1 1 0,0-4 0 15,2 2 0-15,-2-3 24 0,3 0 6 0,-3 1 1 0,-3-4 0 0,6-2 17 0,-6 3 0 16,0 0 0-16,0 0 0 0,0-3 32 0,0 2 1 15,0-4 0-15,0 2 0 0,-3 0 16 0,0 0 3 16,3 0 1-16,-3 0 0 0,-3 3-14 0,3-3-3 16,0 3-1-16,0-1 0 0,0 1 1 0,0 5 0 15,0 0 0-15,0 0 0 0,0 0-20 0,0 0-3 0,0 0-1 16,0 0 0-16,0 0-4 0,0 0-8 16,0 0 11-16,0 0-11 0,0 0 8 0,0 0-8 15,0 0 0-15,0 8 0 0,3 0 0 0,-3 2 0 0,3 1 0 16,0 2 0-16,-3 3 0 0,0 0 0 0,0-3 0 0,3 6 0 15,-6-1 0-15,3-2 0 0,-3 3 0 0,0-3-9 16,3-1-5-16,-3 1-1 0,0 3 0 0,0-3 0 16,0 0-3-16,-3-1-1 0,0 1 0 0,0-2 0 15,0 1 2-15,-3-1 0 0,0-4 0 0,3 3 0 16,1-2 9-16,-4 0 8 0,0-3-12 0,0 0 12 16,0-3 0-16,3 0 0 0,0 0 0 0,0-2 0 15,0 2 0-15,-3-2 0 0,3 0 0 0,-3-1 0 16,0 1-12-16,3-3 4 0,0-3 8 0,0 1-13 15,0-4-27-15,3 4-6 16,3-6-1-16,0 2 0 0,0-1-45 0,3-1-8 0,3 0-3 16,3 0-853-16</inkml:trace>
  <inkml:trace contextRef="#ctx0" brushRef="#br0" timeOffset="66674.12">14460 11798 806 0,'12'2'36'0,"-12"-2"7"0,0 0-35 0,0 0-8 15,0 0 0-15,0 0 0 0,0 0 245 0,0 0 47 16,0 0 10-16,0 0 2 0,0 0-158 16,0 0-31-16,-3-2-7 0,3 2 0 0,0 0-35 0,0 0-6 0,-3-3-2 0,3 3 0 15,0 0-34-15,0 0-7 0,0 0-2 16,0 0 0-16,0 0 15 0,0 8 3 0,0 0 1 0,0 0 0 16,-3-3-33-16,3 6-8 0,0-3 0 0,0 2 0 15,0 1 0-15,0-1 8 0,0 4-8 0,0-1 8 16,-3 0-8-16,3 3 0 0,-3-3 0 0,3 1-11 15,-3 1 11-15,0 1 0 0,3-3 0 0,-3 1 0 32,0-1-34-32,0 0-5 0,3 0-1 0,-3-2 0 0,0 2-73 15,3-2-15-15,0-1-4 0,0-4-892 0</inkml:trace>
  <inkml:trace contextRef="#ctx0" brushRef="#br0" timeOffset="67348.35">15972 11136 2070 0,'0'0'45'0,"0"0"10"0,0 0 1 0,0 0 3 0,-9 0-47 0,7-2-12 0,2 2 0 0,-9 0 0 16,3 2 64-16,0 1 10 0,-3 0 2 0,3 2 1 15,0 3-36-15,0 0-7 0,0 0-2 0,0 2 0 16,-3 1-13-16,3 5-3 0,0 0-1 0,3 2 0 15,-3 1-15-15,3 2 0 0,-3-3 0 0,6 6 0 16,-3 0 0-16,3-3-10 0,0-2 2 0,3-3 0 16,0-3-19-16,3 0-3 0,0-2-1 0,0-1 0 15,3-2-7-15,3 0-2 0,-3-3 0 0,6 1 0 16,-3-4 8-16,-3-2 0 0,5 0 1 0,1-2 0 16,-3-4 22-16,0 1 9 0,0-3-8 0,3 3 8 0,0-3 0 0,-3-3 0 15,3-2 0-15,-6 2 11 0,2-2 0 0,-2-3 0 16,0 0 0-16,0-5 0 0,-3 3 18 0,0-3 4 15,0 2 1-15,0 3 0 0,-6-2 1 0,3 2 0 16,-3-3 0-16,0 6 0 0,-3 0-5 0,-3 2-1 16,0 3 0-16,0-2 0 0,-3 2-29 0,3 3 8 15,-3 2-8-15,-2 0 0 0,-4 3 0 0,0 0 0 16,0 0 0-16,-3 3 0 16,0 2-40-16,-9 3-5 0,4 3-1 0,-4-3 0 15,6 5-102-15,3 0-20 0,0 3-4 0</inkml:trace>
  <inkml:trace contextRef="#ctx0" brushRef="#br0" timeOffset="67910.78">17476 11054 403 0,'0'0'36'16,"0"0"-36"-16,3-5 0 0,-3 5 0 0,0-5 284 0,0-1 51 0,0 1 9 0,0 5 3 15,0 0-188-15,0 0-38 0,0 0-7 0,0 0-2 16,6-3-20-16,-6 3-5 0,0 0-1 0,0 0 0 16,0 0-34-16,0 0-6 0,-3 6-2 0,0 2 0 15,3 0-21-15,0 2-5 0,0 3-1 0,-3 1 0 16,0-1-6-16,3 0-2 0,-3 0 0 0,0 3 0 16,-3 0-9-16,3 3 8 0,6-1-8 0,-6 3 8 15,0 0-8-15,0 3 0 0,3-3 0 0,0 3 0 16,0-3 0-16,0-2 0 0,0-1-12 0,-3-2 12 15,3 3-34-15,0-6 1 0,-3 0 0 16,3 1 0-16,3-1-31 0,-3-3-7 0,-6-2-1 16,6 3-623-16,-3-3-125 0</inkml:trace>
  <inkml:trace contextRef="#ctx0" brushRef="#br0" timeOffset="68791.42">14871 12438 460 0,'0'0'41'0,"-6"-3"-33"15,0 1-8-15,0 2 0 0,6 0 227 0,-3-6 43 0,-3 4 9 0,6 2 1 16,0 0-151-16,-3 0-30 0,-3 0-7 0,0 2 0 16,0 1-23-16,0 2-4 0,1 1-1 0,2-1 0 15,-3 3-16-15,0 0-3 0,3 2-1 0,0 1 0 16,-3 0-20-16,3 4-4 0,0 1 0 0,0 3-1 16,3-3-19-16,-3 2 0 0,3 1 8 0,0-1-8 15,3-2 0-15,-3 0 0 0,0-3 0 0,3 3 0 16,3-5 0-16,-3 2-11 0,0 0 11 0,3-2-10 15,0-3 1-15,0-3 0 0,2 3 0 0,1-5 0 16,-3-1 9-16,3-2-10 0,3-2 10 0,-3-1-10 16,0-2 10-16,-3-3 0 15,3 2 0-15,-3-1-8 0,3-1 20 0,-3 0 4 0,3 0 0 0,0-3 1 0,-3-2 10 16,0-3 1-16,2 0 1 0,-5-2 0 0,3-1 11 16,-3 3 3-16,-3-2 0 0,0-1 0 0,0 3-15 15,-3 0-4-15,0 3 0 0,0-3 0 0,-3 3-16 0,1 3-8 16,-1-1 8-16,0 3-8 0,-3 0 29 0,3 3 1 15,-3-1 0-15,0 4 0 16,-3 2-50-16,3 2-9 0,0 4-3 0,0 2 0 16,-3 2-32-16,3 1-8 0,0 5 0 0,-2 0-653 15,2-1-131-15</inkml:trace>
  <inkml:trace contextRef="#ctx0" brushRef="#br0" timeOffset="69339.28">14716 13888 748 0,'3'18'67'0,"-3"-18"-54"0,0 0-13 0,3-2 0 0,0-3 110 0,0-1 19 15,-3 1 4-15,3-3 1 0,0 3-48 0,0-1-10 16,-3 6-1-16,0-2-1 0,3-3 33 0,-3 5 6 16,0 0 2-16,0 0 0 0,0 0-35 0,0 0-6 15,0 0-2-15,0 7 0 0,0-7-16 0,0 8-3 16,0 3-1-16,0 2 0 0,0-2-28 0,0 2-5 16,3 0-2-16,-3 6 0 0,0-1 16 0,0 1 3 15,-3 2 1-15,3 0 0 0,3 0-21 0,-3-2-5 16,0-1-1-16,0 4 0 0,3-4-2 0,-3 3 0 15,0-2 0-15,3-1 0 0,0 1-8 0,0-1 0 0,-3 3 0 16,0-5 0-16,0 3 0 0,3-6 0 0,-3 6 0 16,0-6 0-16,0 0 9 0,3-2 0 0,0-1 0 0,-3 1 0 15,0-3-21-15,3 0-4 0,-3 2 0 0,3-2-1 32,-3-8-25-32,3 5-5 0,-3 3-1 0,0-8 0 15,0 0-114-15,0 0-23 0,0 0-5 0,0 0-1 0</inkml:trace>
  <inkml:trace contextRef="#ctx0" brushRef="#br0" timeOffset="74958.39">16023 12322 172 0,'0'0'16'0,"0"0"-16"0,0 0 0 0,0 0 0 0,0 0 169 0,0 0 31 16,0 0 7-16,0 0 1 0,0 0-89 0,0 0-18 16,0 0-3-16,0 0-1 0,0 0-10 0,0 0-3 15,0-3 0-15,0 3 0 0,0 0-12 0,0 0-4 16,0 0 0-16,0 0 0 0,0-5-12 0,0 5-4 16,0 0 0-16,0-3 0 15,-3 3 0-15,-3 0-1 0,3 0 0 0,0 0 0 0,-3-3-15 0,0 3-4 0,3 3 0 0,-3 0 0 16,-3-1-3-16,3 4-1 0,3-1 0 0,-5 3 0 15,2-3-7-15,-3 3-1 0,3 0-1 0,0 3 0 16,0-1-11-16,0 1-8 0,-3-1 9 0,6 4-9 16,-3-1 0-16,3 3 0 15,-3-3 0-15,3 3 0 0,0 0 0 0,3 0 0 0,-3-1 0 0,3 1 0 16,0 0 0-16,0 0 0 0,3 0 0 0,0 0 0 16,0-3 0-16,3 0 0 0,0-2 0 0,0-1-10 15,3 1 10-15,-3-3-12 0,3 0 12 0,0 0-12 16,0 0 1-16,-1-6 0 0,1 4 0 0,0-4 0 15,0-2-1-15,-3 3 0 0,6-3 0 0,-6 0 0 16,3-3 12-16,3 1 0 0,-3-4-9 0,0 1 9 16,3-5 0-16,-3 2 0 0,-3 0 0 0,3 0 0 15,-1-3 9-15,1 1 7 0,-3-1 0 0,-3-2 1 16,0 0-17-16,3-1-19 0,0 1 4 0,0 0 1 0,-6 0 22 16,3-1 5-16,0 1 1 0,0 0 0 0,-6-3-14 15,3 3 0-15,3 2 0 0,-3-2 0 0,-3 0 37 0,3 2 5 16,-6 1 1-16,6 2 0 0,-3-3-24 0,0 0-5 15,-3 4-1-15,3-1 0 0,0-3-5 0,-3 3-8 16,0 0 11-16,0 6-11 16,0-4 8-16,1 1-8 0,-1 2 0 0,0 1 0 0,-3 2 0 0,3-3 0 15,-3 3-15-15,-3 0 5 16,0 0-19-16,3 0-4 0,-3 3-1 0,3-1 0 16,0 1-38-16,3 5-7 0,-3-3-1 0,3 0-611 15,0 1-121-15</inkml:trace>
  <inkml:trace contextRef="#ctx0" brushRef="#br0" timeOffset="77169.62">15984 13819 576 0,'0'0'51'0,"0"0"-41"0,0 0-10 0,0 0 0 0,0 0 124 0,0 0 22 15,0 0 5-15,0 0 1 0,0 0-61 0,0 0-12 16,0 0-3-16,0 0 0 15,0 0 1-15,0 0 0 0,0 0 0 0,0 0 0 0,0 0-17 0,0 0-4 16,0 0-1-16,0 0 0 16,-3-2-7-16,0-1-2 0,-3 3 0 0,6 0 0 0,-3-3-6 0,3 3 0 15,0 0-1-15,-6 0 0 0,4 3-7 0,2-3-2 16,-6 3 0-16,0 2 0 0,0-3-10 0,3 4-1 16,-3-1-1-16,3 0 0 0,0 3 1 0,-3-2 0 15,0 2 0-15,3-1 0 0,0 4-19 0,3-3 0 16,0 5 0-16,0-2 0 0,0-1 0 0,0 4 0 15,-3-4 0-15,3 3 0 0,-3 1 0 0,3 2 0 16,0-1 0-16,0 4 0 0,3-6 0 0,0 0 0 16,-3 1 0-16,3 1-9 0,3-4 9 0,-3 0 0 15,0-1-9-15,3 1 9 0,-3-3-12 0,3 0 1 16,-3 0 1-16,6-3 0 0,-3 0-4 0,-1 0-1 16,1-5 0-16,3 3 0 0,-3-3 15 0,3 0-12 0,-3-3 12 15,3 1-12-15,-3-1 12 0,3-5-9 0,-3 0 9 0,0 3-8 16,3-3-12-16,-3-2-1 15,3 2-1-15,0-6 0 0,-3 4 35 0,3-6 7 0,-3 3 2 0,2-6 0 16,-2 1-14-16,0-1-8 0,0-2 10 0,0 2-10 16,-3-2 18-16,0 3-2 0,0-1-1 0,0 3 0 15,-3-2 0-15,0 2 0 0,0 0 0 0,0 3 0 16,0-3-2-16,-3 5 0 0,-3-2 0 0,3 5 0 16,0-2-4-16,0 2-1 0,-3 0 0 0,0 0 0 15,0 0-8-15,0 0 8 0,-2 0-8 0,-1 0 8 16,0 0-20-16,0 5-5 0,0-2-1 0,-3 5 0 0,3-2 28 15,0 2 6-15,0 0 0 0,0 0 1 16,0 2-35-16,-3-2-7 0,3 3-2 16,3-1 0-16,-2 4-35 0,-1-4-7 0,3 1-2 0,-3 0 0 15,3 2-104-15,0-2-21 0</inkml:trace>
  <inkml:trace contextRef="#ctx0" brushRef="#br0" timeOffset="80827.38">17389 12303 518 0,'18'0'23'0,"-18"0"5"0,0 0-28 0,0 0 0 0,0 0 0 0,3-3 0 16,3-2 191-16,-6 5 33 0,-3-2 6 0,0-4 2 15,3 4-108-15,0 2-22 0,0 0-4 0,0 0-1 16,0 0-21-16,0 0-4 0,0 0 0 0,3-3-1 0,-3-2-25 0,0 5-5 15,0 0-1-15,0 0 0 0,0 0 1 0,0 0 0 16,0 0 0-16,0 0 0 0,0 0-3 0,0 0-1 16,0 0 0-16,0 0 0 0,6 8-10 0,-3 0-3 15,-3-1 0-15,6 1 0 0,3 3-11 0,-6 0-2 16,-3 2-1-16,3 0 0 0,3 0-10 0,-3 3 10 16,-6 0-10-16,0 3 10 0,3-4-10 0,3 1 0 15,0 3 0-15,-3-1 8 0,3 1-8 0,0-1 0 16,-3 1 0-16,0-1 0 0,-3 1 0 0,3-1 0 15,3-4 0-15,-3-4 0 16,0 1 0-16,3-3 0 0,-3 0 0 0,0 0 0 0,0 0 28 0,0 0 4 0,0-1 1 0,0 4 0 31,6 0-70-31,-3-3-15 0,-9 0-2 0,6-1-1 16,6-1 11-16,-3 2 1 0,-3-8 1 0,0 0 0 16,-3 5-42-16,3-5-9 0,0 0-2 0,0 0-529 0,-3 5-107 0</inkml:trace>
  <inkml:trace contextRef="#ctx0" brushRef="#br0" timeOffset="81860.39">17440 13430 633 0,'12'24'28'0,"-12"-24"6"0,0 0-34 0,-3-5 0 0,6-1 0 0,0 1 0 16,3 0 175-16,-3-3 28 0,-6 3 5 0,3-1 2 0,3 1-91 16,0 0-19-16,-6-1-3 0,3 6-1 0,0 0-13 0,0 0-3 15,0-7-1-15,0 7 0 0,0-6-19 16,0 6-3-16,0 0-1 0,0 0 0 0,0 0-18 0,0 0-4 15,0 0-1-15,0 0 0 0,0 0-8 0,0 0-1 16,0 0-1-16,0 0 0 0,6 6-23 0,-6 4 0 16,3 1 0-16,0-1 0 0,3 4 20 0,-3-1 2 15,-3 3 1-15,0 2 0 0,6 3 14 0,-3-2 3 16,-3 5 1-16,-3-3 0 16,0 0-61-16,3 0-13 0,3 0-3 0,-3 0 0 0,3 1 28 15,-3-1 8-15,0 0 0 0,5-2 0 0,-2-1 0 0,-3 3 0 16,0 0 0-16,0-2 0 0,6-3-14 0,-3 0 4 15,-6 0 1-15,3-3 0 0,0-3 1 0,3 6 0 16,-3-5 0-16,-3 2 0 0,3-2-7 0,0-3-1 16,-3-1 0-16,0-1 0 0,-2-1 16 0,5-5 0 15,0 0 0-15,0 0-9 0,0 0 9 0,0 0-10 0,0 0 10 0,0 0-10 16,0 0 10-16,0 0 0 0,-3-5 0 16,3-3 0-16,5 3 0 0,-5-3 9 0,-5-3-1 0,5 0-8 15,3 1 14-15,-3-1-4 0,-6 1-1 0,0-1 0 16,6-2 3-16,-3 2 1 0,-3-2 0 0,0 2 0 15,0 1-4-15,3-1-1 0,-6 3 0 0,0 0 0 16,0-2 0-16,0 2 0 0,3 3 0 0,-3 2 0 16,-3-2-8-16,0 2 0 0,6 0 9 0,-3 1-9 15,1 2 9-15,-1 0-9 0,0 2 12 0,3-2-12 16,0 6 8-16,0-1-8 0,-9 3 0 0,9 0 0 16,6-3 0-16,-3 6 0 0,-9-1 0 0,9 1 0 0,3-1 0 15,-3 4 0-15,-3-1 0 0,0 0 0 16,3 0-8-16,0 3 8 0,0-3 0 0,3 1-9 0,-3 2 9 15,3-3 0-15,9 0-9 0,-3 0 9 0,-3-2 0 0,0-6-11 16,3 6 11-16,0-3-8 0,0-3 8 0,3 0-8 16,-3 3 8-16,3-3-8 0,3-5 8 0,0 3 0 15,-6-3-9-15,3-3 9 0,5 1 0 0,-2-1 0 16,-6-2 0-16,3 0 0 0,3-3-12 0,0 2 12 16,-3-2-10-16,0-2 10 15,0-1-40-15,0 1-3 0,3-4 0 0,-3-1 0 16,-6-1-145-16,6 0-30 0</inkml:trace>
  <inkml:trace contextRef="#ctx0" brushRef="#br0" timeOffset="84652">17127 12020 345 0,'0'0'31'0,"0"0"-31"0,0 0 0 0,-6 0 0 15,0 0 138-15,6 0 22 0,0 0 4 0,0 0 0 16,0 0-67-16,0 0-13 0,0 0-4 0,-5 0 0 16,-1 0-8-16,-3 0-1 15,3 0-1-15,0 0 0 0,0 0-13 0,0 0-2 16,0 0-1-16,3 0 0 0,0 0-8 0,3 0-2 15,0 0 0-15,0 0 0 0,0 0-19 0,0 0-4 0,0 0-1 0,0 0 0 16,0 0-11-16,0 0-9 0,6 5 12 0,6-2-12 0,6 0 28 0,-6-1 0 16,-4-2-1-16,-8 0 0 15,12 0-27-15,0 0 0 0,0 0 8 0,3 0-8 16,0-2 0-16,3-1 0 0,3 3 9 0,-3-3-9 16,2 1 8-16,1-1-8 0,0 3 10 0,0-3-10 0,-6 1 13 0,3-4-3 15,-1 4-1-15,1-1 0 0,0 0-9 16,3 1 8-16,-6-1-8 0,3 1 8 0,3-1-8 0,-4 0 0 15,-8 1 9-15,3 2-9 16,0-3 8-16,3 3-8 0,0 0 8 0,-3 3-8 0,6-3 8 0,-9 0-8 16,-9 0 8-16,0 0-8 0,9 2 13 0,-3-2-1 15,0 0-1-15,-6 0 0 0,0 0 13 0,0 0 4 16,8 3 0-16,-5 0 0 0,-3-3-2 0,0 0 0 0,9 2 0 0,-6 1 0 16,0-1-6-16,-3-2 0 0,0 0-1 15,9 6 0-15,0-4-4 0,-3 4-1 0,-6-6 0 0,6 2 0 16,6 1-1-16,-6 0 0 0,-6-3 0 0,0 0 0 15,6 5-2-15,0 0-1 0,-6-5 0 0,0 0 0 16,3 6-10-16,0-1 10 0,0 0-10 0,3 3 10 16,-6-3-10-16,0 3 8 0,3-2-8 0,0 2 8 15,0 2-8-15,-3-5 10 0,3 3-10 0,0 3 10 16,-3-3-10-16,0 0 0 0,0 0 9 0,6 2-9 16,-3 1 0-16,-3 2 0 0,0-2 0 0,0 2 8 15,5-2-8-15,-5 2 0 0,-5 0 8 0,5 3-8 16,3-6 0-16,-3 6 0 0,0 0 0 0,-3 0 0 15,0 0 0-15,3 2 0 0,3 4 0 0,-6-4 0 0,0 3 0 16,0-2 8-16,3 2-8 0,0 0 0 0,-3 0 0 0,0 0 0 16,6 1 0-16,-3-1 0 0,0 0 0 0,3-8 0 15,-3 3 0-15,3-3 0 16,0 3 0-16,-3 0 0 0,0 0 0 0,0 0 0 0,3 2 0 0,-3 4 0 16,0-1 0-16,0-3 0 0,3-2 0 0,-1 0 0 15,-4-3 0-15,2 3 0 0,0 0 0 0,0 0 0 16,2-6 0-16,-2 4 0 0,-5-1 0 0,5 0 0 15,5-2-9-15,-5 2 9 0,-2-3 0 0,-1 4 0 16,6-4 0-16,-1 4 0 0,-2-1 0 0,0 0 0 16,0 0 0-16,3 3 0 0,3-3 0 0,-6 3 0 15,0-3 0-15,0 1 0 0,6-1 0 0,-6 0 0 0,0 0 0 16,0 1 0-16,3-1 0 0,-3 0 0 0,3-2 0 0,-3-1 0 16,-3 1 0-16,3-1 0 0,0 1 0 0,0 0 0 15,0-4 0-15,3 4 0 0,-3-3 0 0,0 0 0 16,0 0 0-16,0 2 0 0,0 1 0 0,3 0 0 15,0-3 0-15,0 2 0 0,-3 3 0 0,3 1 0 16,3-6 0-16,-3 2 0 0,-6 3 0 0,6-2 0 16,0 2 0-16,0-2 0 0,-3 2 0 0,3-2 0 15,0-4 0-15,-3 4 0 0,0 2 0 0,0-2 0 16,0-3 0-16,0 2 0 0,3-2 0 0,0 3 0 16,-6-1 0-16,3 1 0 0,3 0 0 0,-3 2 0 15,0-5 0-15,0 2 0 0,3 1 0 0,-3 0 0 16,3-1 0-16,0-2 0 0,-6 0 0 0,6 3 0 15,0-3 0-15,0-1 0 0,-3 4 0 0,0 0 0 0,6-1 0 16,-6-2 0-16,0 3 0 0,0-1 0 0,0-2 0 16,3 0 0-16,-3 3 0 0,0-1 0 0,0 1 0 0,0-3 0 15,0 2 0-15,-3 1 0 0,3-3 0 0,0 3 0 16,0-3 0-16,3 2 0 0,-6-2 0 0,3 0 0 16,0 0 0-16,3 0 0 0,-3 2 0 0,0-2 0 15,0 3 0-15,0-3 0 0,3 2 0 0,-3 1 0 16,0-3 0-16,0 3 0 0,0-3 0 0,3-1 0 15,-6 1 0-15,3 0 0 0,0 0 0 0,0 0 0 16,0-2 0-16,0 1 0 0,0-7 0 0,0 8 0 16,0-2 0-16,0 4 0 0,0-4 0 0,0-6 0 15,0 0 0-15,0 7 0 0,0-7 0 0,-3 8 0 16,3 0 0-16,0 0 0 0,0-8 0 0,0 8 0 16,0-8 0-16,0 0 0 0,0 6-9 0,0-6 9 15,-3 7 0-15,3-7 0 16,0 0 0-16,0 0 0 0,0 0 0 0,-3 6 0 0,3-6 0 0,0 0 0 0,0 0 0 0,-3 2 0 15,0 1 0-15,3-3 0 0,-6 3 0 0,-3-1 0 16,3 1 0-16,0 0 0 0,-3-1 8 0,3-2-8 16,0 3 0-16,-3-3 0 0,3 3 0 0,-3-3 0 15,1 0 0-15,2 0 0 0,-6 2 0 0,6-2 0 16,6 0 8-16,-9 0-8 0,0 3 0 0,0 0 0 16,9-3 0-16,-9 2 0 0,-3 1 0 0,-3-1 0 15,3-2 0-15,6 0 0 0,6 0 0 0,-9 3 0 16,-8 0 0-16,5-3 0 0,12 0 0 0,-9 2 0 15,-3-2 0-15,3 3 8 0,3 0-8 0,0-3 12 16,-3 2-12-16,0-2 0 0,0 3 0 0,0-3-10 16,6 0 10-16,-6 3 0 0,-3-1 0 0,7-2 0 0,2 3 0 15,-3 0 0-15,-6-1-9 0,6 1 9 0,0-3 0 0,-3 2 0 16,0 1 0-16,-3 0 0 0,3-1 0 0,0-2 0 16,6 3 0-16,-6 2 0 0,-3-2 0 0,3 0 0 15,3-1 0-15,1 1 0 0,-7 0 0 0,3-1 0 16,0 1 0-16,6 2 0 0,-3-2 0 0,-3-1 0 15,0-2 0-15,6 3 0 0,3-3 0 0,0 0 0 16,-15 5 0-16,3-2 0 16,0 0 0-16,3-1 0 0,3 1 0 0,6-3 0 0,0 0 0 0,-6 0 0 15,-2 3 0-15,-4-1 0 0,3 1 0 0,0 0 0 16,3-1 0-16,-3 1 0 0,0 2 0 0,6-2 0 16,3-3 0-16,0 0 0 0,-9 5 0 0,3-2 0 15,6-3 0-15,0 0 0 0,0 0 0 0,0 0 0 0,-6 2 0 16,6-2 0-16,0 0 0 0,0 0 0 0,-9 3-9 15,9-3 9-15,0 0 0 0,0 0 0 0,-6 3 0 16,6-3 0-16,0 0 0 0,0 0 0 0,0 0 0 16,0 0 0-16,-9 0 0 0,9 0 0 0,0 0 0 0,0 0 0 15,-12-3 0-15,12 3 0 0,0 0-9 0,0 0 9 16,-3-3 0-16,3 3 0 0,0 0 0 0,0 0 0 16,0-8 0-16,0 8 0 0,-3-5 0 0,3 0 10 15,3-3-10-15,-3 8 0 0,-3-5-10 0,3-3 10 16,3 0 0-16,-3 0 0 0,-6 3 0 0,6-3 10 15,0 0-10-15,0 0 0 0,0-3-10 0,-3 1 10 16,-2-1 0-16,2-2 0 0,9 0 0 0,-6-1 10 16,-6-2-10-16,3 1 0 0,9-4 0 0,-6 0 0 0,0 4 0 15,-3-4 0-15,6-2-10 0,0 2 10 0,2 1 0 16,-5-3 0-16,-5 2 0 0,5-2 10 0,5 3-10 0,-2-4 0 16,-6 4 0-16,3 2 0 0,0-3 0 0,3 4 0 15,-3-4 0-15,-3 3 0 0,0-2 0 0,3 2 0 16,0-3 0-16,0 1 0 0,-5 2 0 15,2-3 0-15,3 1 0 0,0-1 0 0,-6 6 0 0,3-3 0 16,3-2 0-16,0 4 0 0,-3-1 0 0,3-1 0 16,-3 0 0-16,3 0 0 0,3 0 0 0,-3 0 0 15,-3 0 0-15,3 0 0 0,6 1 0 0,-6 1 0 16,-9-4 0-16,9 5 0 0,0-3 0 0,0 0 8 16,-3 0-8-16,0 0 8 0,-3 0-8 0,3 3 0 15,3-3 0-15,0 0 8 0,-9 0-8 0,9 0 0 16,3 1-12-16,-6-1 12 0,-3 0 0 0,3 5 10 0,6-2 1 15,-3 0 0-15,0 0-3 0,-3-1-8 0,3 1 12 16,0 0-4-16,3 0 0 0,0-1-8 0,-6 1 12 16,0 0-4-16,6 0-8 0,0 0 0 0,-9-3 0 15,6 2-11-15,3-1 11 0,0 1 0 0,-3-2 10 0,-3 3-10 16,3 0 0-16,0 0 8 0,3 0-8 0,-3-3 0 16,-6 2 0-16,6 1 0 0,0 0 0 0,3 0-10 15,-6-1 10-15,3 4 0 0,3-3 0 0,-3 2 0 16,0-5 0-16,3 6 0 0,-3-1 0 0,3-2 0 15,0 0 0-15,0 2 9 0,-6 0-9 0,3 1 10 16,3-3-10-16,0-1 8 0,-9 4-8 0,3-3 8 16,6-1-8-16,-3 4 0 0,0-1 9 0,0-2-9 0,-3 2 0 15,6 1 0-15,-3-3 0 0,0 2 8 0,-6-2-8 0,3 2 0 16,9 1 8-16,-6-1-8 0,-3-2 0 0,0 0 0 16,6-1 0-16,0 4 8 0,0-4-8 0,-3 4 0 15,0-6 0-15,0 3 8 0,6 2-8 0,-6-2 0 16,0 0 0-16,0 0 0 0,3-1 0 0,3 4 0 15,-9-4 0-15,6 1 0 0,0 0 0 0,-3 2 9 16,0-2-9-16,0 3 10 0,0-1-10 0,0-2 0 16,3 0 0-16,-3 2 0 0,-3 3 0 0,3 0 0 15,6-2 0-15,-3 2 0 0,-6 0 0 0,3 0 0 16,6 2 0-16,0-1 0 0,-6 7 0 0,0-8 0 16,0 0 0-16,0 8 0 0,9-3 0 0,-4-2 0 0,-5-3 0 15,3 2 0-15,3 1 0 0,-6 5 0 0,-3-2 0 0,3 2 0 16,0 0 0-16,0 0-9 0,0 0 0 0,0 0 0 15,0 0-13-15,0 0-2 0,9-3-1 0,-9 3 0 32,0 0-55-32,0 0-12 0,6 3-1 0,-6-3-1015 0</inkml:trace>
  <inkml:trace contextRef="#ctx0" brushRef="#br0" timeOffset="86881.53">15335 15457 1155 0,'0'0'51'0,"-3"0"11"0,0 3-50 0,3-3-12 16,-5 0 0-16,5 0 0 0,-3-3 81 0,3 3 14 0,-6 3 2 0,3-3 1 16,-3 0-30-16,6 0-5 0,0 0-2 15,0 0 0-15,-6 2 3 0,6-2 0 0,0 0 0 0,0 0 0 16,0 0-52-16,0 0-12 0,0 6 0 0,0-6 0 15,0 10 33-15,3-5 4 0,0 3 1 0,0 0 0 16,3-2-38-16,3 2 0 0,-4-1 0 0,1 1 0 16,0 0 0-16,3-2 0 0,-3-1 0 0,0-2 0 15,6 2 0-15,0-3 0 0,-3 1 0 0,0-3-8 16,3 0 8-16,-3-3-8 0,0 1 8 0,0-1-8 16,-1-2 8-16,4 0 0 0,-3-1 0 0,3 1 0 15,-6-3 0-15,3 0 0 0,-3 0 0 0,3 0 0 16,-3 3 11-16,0-3 4 0,0 0 1 0,0 0 0 15,-3-2 21-15,0 2 5 0,-3 0 1 0,0 0 0 16,0 0 2-16,0-3 1 0,-6 3 0 0,3 0 0 16,0 0-6-16,-3 3-2 0,3 0 0 0,-3 0 0 0,0 2-14 15,0 3-2-15,-3 0-1 0,0 0 0 0,0 3-13 16,-3-1-8-16,6 6 10 0,-3 0-10 0,-5 3 0 0,2-1 0 16,3 3-8-16,-3-2 8 0,3 0 0 0,0-1 0 15,3 1 0-15,0 2 0 16,0-2-80-16,3-3-10 0,0 2-2 0,3 1 0 15,0-3-10-15,0 0-2 0,0-8-1 0,0 0 0 16,3 5-15-16,3-2-2 0,3-3-1 0,0 0 0 16,3-6 47-16,-3 1 10 0,3 0 2 0,-3-1 0 0,3-2 80 0,-1 1 16 15,1-1 3-15,3 0 1 0,-6-3 32 0,3 3 8 16,-3 3 0-16,3-3 1 0,-3 0 1 0,-3 0 0 16,0 0 0-16,3 5 0 0,-6-2-12 0,-3 5-2 0,0 0-1 15,0 0 0-15,0 0-11 0,0 0-3 0,0 0 0 0,3 5 0 16,0 1-16-16,0 2-3 0,-3-3-1 0,0 3 0 15,3 2-16-15,-3 1-3 0,0 2-1 0,3 3 0 16,-3 3-9-16,3-1 0 0,0 3 0 0,-1 3 8 16,1 3-8-16,3 2 0 0,0 0-12 0,-3 0 12 15,3 3-21-15,-3-1 3 0,0-1 1 0,0-4 0 32,3 3-34-32,-3-5-6 0,0 2-2 0,-3 1 0 0,3 2 11 15,-3 0 3-15,-3-2 0 0,3-1 0 0,-3 0 9 0,0 1 3 0,0-1 0 0,-3-2 0 16,0 3 16-16,0-1 3 0,0-2 1 0,-3-3 0 15,1 0 13-15,-1-5 0 0,0 0 0 0,0-3 0 16,-3-2 0-16,0-1 15 0,0 1-3 0,0 0-1 0,0-4 28 16,-6 1 5-16,0-2 2 0,4-4 0 0,-1-2-14 15,3 0-2-15,0-2-1 0,0-4 0 0,0 4 28 16,0-6 6-16,3-3 1 0,-3 1 0 0,3-1-22 0,1-2-4 16,2-3-1-16,0-3 0 0,0 4-8 0,3-7-1 15,3 1-1-15,3 0 0 0,3-3-27 0,0 3-19 16,0-3 3-16,2 0 1 0,4 1 15 0,3-4-11 15,-3 6 11-15,3-3-10 16,3 3-22-16,-3 5-4 0,0 3 0 0,5-3-1 16,-2 0-44-16,3-2-9 0,-3 2-2 0,3 0 0 15,0 0-48-15,3-5-9 0,2 5-3 0,-8 3 0 16,0 2 25-16,-3 3 5 0,0 0 1 0,0 3 0 16,-3 2 61-16,-3 3 13 0,2 0 3 0,-2 3 0 0,0 2 31 0,-3 3 13 0,0-2-11 15,0 1 11-15,0 1 12 0,-3 0 9 0,0 3 2 16,0-3 0-16,0 0 30 0,-3 0 7 0,0 2 0 0,0-2 1 15,0 0 5-15,0-8 1 0,-3 6 0 16,3-6 0-16,0 0 15 0,0 0 3 0,0 0 1 0,0 0 0 16,0 0-35-16,0 0-7 0,0 0-2 0,0 0 0 15,-3-3 27-15,0-5 6 0,9 3 1 0,-3-3 0 16,0 0-20-16,0-3-3 0,0 1-1 0,3-4 0 16,0 4-41-16,3-3-11 0,0-1 0 0,0 4 0 15,0-3 0-15,-3-1 0 0,2 4 0 0,4-1 0 16,-3-2 18-16,0 5 2 0,3 0 0 0,-6 5 0 15,-3-2-20-15,6 2 0 0,-3 1 0 0,0 2 0 16,3 0 0-16,-3 2 0 0,3 1 0 0,0 2 0 16,-3 6 0-16,0 0-11 0,-3 2 0 0,-1 3 0 15,-2 2-29-15,0 3-5 0,-2-2-2 0,-1 2 0 16,-3 0-21-16,-3 3-5 0,0-3-1 0,-3 0 0 16,3 0 34-16,0-2 8 0,3 0 0 0,0 2 1 15,-3-3 31-15,3 3 0 0,-3-2 0 0,0 2 0 0,0-2 8 0,-3 4 4 16,1-4 0-16,2 2 1 0,-3-5 24 0,6-5 5 15,3-1 1-15,-3-2 0 0,3 0-18 0,0 0-3 16,0-3-1-16,3 1 0 0,0-6 15 0,0 0 2 16,0 0 1-16,0 0 0 0,6-3-23 0,-3 0-5 15,3 1-1-15,3-1 0 0,0-2-10 0,0-1 10 16,-3 1-10-16,-1 0 10 0,1 2-10 0,0-2 0 16,0-3 0-16,3 3 0 0,0-3 0 0,3 2 0 15,-3-2 0-15,6-2 0 0,0 2 0 0,0 0-12 16,0 0 2-16,2-3 1 15,-2 4-35-15,0-1-6 0,0 2-2 0,0-2-613 0,0 0-123 0</inkml:trace>
  <inkml:trace contextRef="#ctx0" brushRef="#br0" timeOffset="87459.34">16392 15737 1267 0,'0'0'112'0,"0"0"-89"0,0 0-23 0,-6 3 0 15,6-3 107-15,0 0 17 0,0 0 3 0,0 0 1 16,0 0-60-16,0 0-12 0,0 0-3 0,0 0 0 16,0 0-3-16,0 0-1 0,9 0 0 0,0-3 0 15,3 1-11-15,-3 2-2 0,3-3-1 0,3 0 0 16,-3-2-15-16,2 0-2 0,1 0-1 0,0-1 0 15,6-2-9-15,-6 3-8 16,0 2 12-16,0 1-12 0,0-1 8 0,2 0-8 0,4-2 0 0,0 0 0 16,-6 2 0-16,6-2 0 0,3 0 0 0,-6-1 0 15,-10 4-11-15,7-4-9 0,3 4-1 0,-3-1-1 16,-3 3-27-16,-3-2-6 16,0 2-1-16,0 0 0 0,3 2-28 0,-3 1-5 15,-9-3-2-15</inkml:trace>
  <inkml:trace contextRef="#ctx0" brushRef="#br0" timeOffset="87714.66">16541 15957 288 0,'-9'0'12'0,"9"0"4"16,0 0-16-16,-6 3 0 0,0-1 0 0,0-2 0 0,6 0 306 0,0 0 58 15,0 0 12-15,0 0 3 0,-3-2-241 0,3 2-48 16,0 0-10-16,0 0-1 0,0-6-27 0,3 1-6 15,3 0-1-15,0-1 0 0,-3 4-17 0,6-6-3 16,0 3-1-16,0-3 0 0,3 2-12 0,0 1-2 16,-3 0-1-16,3 2 0 15,-1-2-9-15,1 2 0 0,3 1 0 0,3-1 8 0,3 0-8 0,-6-2 0 0,0 0 0 16,3-1 0-16,-1-2 0 0,4 3-16 0,0-3 4 0,-3-2 1 31,0 2-97-31,3 0-20 0,-1-3-4 0</inkml:trace>
  <inkml:trace contextRef="#ctx0" brushRef="#br0" timeOffset="89170.28">17187 15330 1094 0,'0'0'97'0,"0"0"-77"0,0 0-20 0,0 0 0 0,-9 0 93 16,9 0 15-16,0 0 4 0,0 0 0 0,-9-3-2 0,6-2 0 16,3 5 0-16,0 0 0 0,-6-5-24 0,6 5-5 15,0 0-1-15,3-3 0 0,3 0-22 0,-6 3-5 16,0 0-1-16,0 0 0 0,0 0-30 0,0 0-6 16,0 0-2-16,6 8 0 0,3 0 40 0,-3 0 8 15,-9 5 2-15,3 1 0 16,6-1-82-16,-3 0-16 0,3-2-3 0,-3 2-1 0,-3 3 19 0,6-3 4 15,3-2 1-15,0 2 0 16,-9-3-34-16,6 1-8 0,2-3 0 0,-2 0-1 16,0 0-15-16,3-3-2 0,3 0-1 0,0-2 0 15,0-3 9-15,-3 0 2 0,0-3 0 0,3 1 0 0,0-3 37 16,0-1 8-16,-6-2 2 0,0 0 0 0,5 0 17 0,1 0 11 16,-9-2-2-16,6-1 0 0,-3 1 31 0,0-1 7 0,0-2 1 15,-3 0 0-15,3-1 17 0,-3 1 4 0,0 0 1 0,0 0 0 16,-9 0 0-16,6 2 0 0,3 0 0 15,0 1 0-15,-6-1-14 0,0 3-2 0,3 0-1 0,0 3 0 16,0 5-14-16,0 0-3 0,0 0-1 0,0 0 0 16,0 0-11-16,0 0-3 0,0 0 0 0,0 0 0 15,0 0-8-15,0 0-1 0,-9 5-1 0,6 6 0 16,-3-1-11-16,3 4 8 0,3-1-8 0,-3 3 8 16,-3 0-8-16,3 0 0 0,6-1 0 0,-3 1 0 15,-3 3 0-15,3-1 0 0,6-2-10 0,-3 3 10 16,-3-1-24-16,0 3 2 0,3-2 0 0,0-1 0 15,3-2-15-15,-3 3-3 16,-3-1-1-16,0 1 0 0,6-3-11 0,-3 2-1 16,-9 1-1-16,3 2 0 0,3 0 2 0,-3 0 0 0,-6 1 0 0,0-4 0 15,3 3 20-15,-3 0 4 0,3-5 0 0,-5 3 1 16,-7-9 27-16,6 4-8 0,0-1 8 0,-3 0 0 0,-3 0 0 0,0-2 14 16,3 2-2-16,3-2 0 0,-2-3 8 0,-1 0 2 15,3-3 0-15,6 3 0 0,6-8 0 0,0 0 0 16,-6 0 0-16,6 0 0 0,0 0-8 0,0 0-2 15,-9-6 0-15,3-1 0 0,9-1 3 0,-3-3 0 16,0 3 0-16,-3-5 0 16,0 2-63-16,3 1-13 0,6-1-3 0,-3-2 0 15,0-3-153-15,6-3-31 0</inkml:trace>
  <inkml:trace contextRef="#ctx0" brushRef="#br0" timeOffset="89628.73">17535 15700 806 0,'0'0'72'0,"0"0"-58"0,-3 3-14 0,3-3 0 16,0 0 199-16,0 0 37 16,0 0 7-16,0 0 1 0,0 0-114 0,0 0-23 0,0 0-5 0,0 0-1 15,3-3-50-15,0-2-11 0,0 0-1 0,0-1-1 16,-3 1 22-16,6-3 5 0,3 0 1 0,-3 0 0 15,-3 0-54-15,6 1-12 0,9-4 0 0,-6 3 0 16,-6 3 0-16,0-1 0 0,8 1 0 0,-2 0 0 0,-6 2 0 16,3-2 0-16,0 5 0 0,3-3 0 0,0 3 0 0,-3 0 8 15,-9 0 0-15,9 8-8 16,0 0-25-16,-3 3-12 0,-9-1-3 0,0 4 0 16,-3-1-33-16,3 3-7 0,-3-3-2 0,-3 5 0 15,0 1-47-15,3 5-10 0,-3-3-1 0,-3 3-1 16,-6-1 61-16,6 4 13 0,9-6 3 0,-5-2 0 15,-7-3 88-15,3-1 19 0,6-1 3 0,0-1 1 0,3-3 2 0,-3-2 1 16,0 3 0-16,6 0 0 0,0-11-12 0,0 0-2 16,-3 5-1-16,3-5 0 0,9 8-35 0,-9-8 0 15,0 0 0-15,0 0 0 0,12 0 43 0,0 0 14 16,3 0 3-16,-9-3 1 0,0-2-46 0,2 2-15 0,4-2 8 16,0 0-8-16,-3-3 0 0,0 2 0 0,6 1 0 15,0 0 0-15,0-3 10 0,0 0-2 0,0 0 0 0,-1 0 0 31,-2 0-45-31,3 0-10 0,0 0-1 0,-3 0-512 0,-3-2-101 0</inkml:trace>
</inkml:ink>
</file>

<file path=ppt/ink/ink7.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1-04-14T21:33:33.430"/>
    </inkml:context>
    <inkml:brush xml:id="br0">
      <inkml:brushProperty name="width" value="0.05292" units="cm"/>
      <inkml:brushProperty name="height" value="0.05292" units="cm"/>
      <inkml:brushProperty name="color" value="#FF0000"/>
    </inkml:brush>
  </inkml:definitions>
  <inkml:trace contextRef="#ctx0" brushRef="#br0">14951 6096 1011 0,'0'0'22'0,"0"0"5"0,0 0 1 0,0 0 0 0,0 0-28 0,0 0 0 15,-6 0 0-15,6 0 0 0,-6-5 76 0,3 2 8 16,3 3 3-16,-6-2 0 15,6 2-13-15,-3-3-2 0,3 3-1 0,-6 0 0 0,0-2-27 0,0-1-4 16,0 0-2-16,0 3 0 16,0-2-2-16,-3 2 0 0,4 0 0 0,-1-3 0 0,-3 3-9 0,0-3-3 0,3 1 0 0,-3-1 0 31,0 3-7-31,0-3-1 0,0 3-1 0,-3-2 0 0,3-1 2 0,0 0 1 0,3 3 0 0,-3-2 0 31,0 2-3-31,4-3-1 0,-1 3 0 0,6 0 0 16,-3 0-14-16,3 0 11 0,0 0-11 0,0 0 10 0,0 0-10 0,0 0 0 15,0 0 0-15,0 0 0 0,0 0 0 0,0 0 0 0,0 0 0 0,6 0 0 16,2 0 0-16,1 0 0 0,0 0 0 0,3-3 0 16,3 3 11-16,0-2 0 0,3-1 0 0,0 1 0 15,0 2 5-15,2-6 0 0,-2 4 1 16,3-1 0-16,0-2-9 0,3 2-8 0,3-2 12 0,-1 2-12 16,1-2 0-16,0-1 0 0,0 1 0 15,2 0 0-15,-5 0 0 0,3-1 0 0,3 4 0 0,-6-4 0 16,-1 1 0-16,1 2 0 0,-3-2 0 0,0 0 0 15,-3 2-25-15,0-2-9 16,0 2-2-16,2-2 0 0,-5 2-152 0,3 1-32 16</inkml:trace>
  <inkml:trace contextRef="#ctx0" brushRef="#br0" timeOffset="799.79">15767 6070 862 0,'0'0'24'0,"-6"3"6"0,0-3-30 0,-3 2 0 0,3-2 0 0,-3 0 0 16,0 3 78-16,0-3 10 0,0 3 1 0,0-1 1 31,0-2-10-31,0 0-1 0,0 3-1 0,0-1 0 0,3-2-13 0,0 0-2 16,1 3-1-16,-1-3 0 0,6 0-14 0,0 0-4 0,0 0 0 0,0 0 0 15,0 0-15-15,0 0-3 0,0 0-1 0,0 0 0 16,0 0-2-16,0 0-1 0,0 0 0 0,6 3 0 15,-1-1 2-15,4-2 1 0,0 0 0 0,3 0 0 16,0 0-9 0,3-2-1-16,0-1-1 0,0 0 0 0,0 1-14 0,3-1 0 15,-1 1 8-15,1-1-8 0,3 0 0 0,0 1 0 0,0-4 0 0,0 4 0 16,2-1 0-16,1 3 0 0,0-3 0 0,0 1 0 16,0-1 0-16,2 0 0 0,-2 3 0 15,0-2 0-15,0-1 0 0,-3 3 0 16,0-3 0-16,-4 3 0 0,1 0-12 0,0 0 0 0,-3 0 1 0,-3 0 0 0,3 0-5 15,-3 0-2-15,0 0 0 0,-3 3 0 16,-3-3-16-16,2 3-3 0,-2-3-1 0,0 2 0 16,-6-2-20-1,3 0-4-15,-3 0-1 0,0 0 0 16,6 3-106-16,-6-3-22 0</inkml:trace>
  <inkml:trace contextRef="#ctx0" brushRef="#br0" timeOffset="1742.74">9772 5514 1036 0,'-15'-10'23'0,"9"7"5"0,-3-5 0 0,0 5 1 0,0-4-29 16,-3-1 0-16,0 2 0 0,-3 1 0 0,0 0 70 0,1-1 8 16,-7 1 2-16,0 2 0 0,0 3-40 0,-3 0-7 0,3 3-1 0,-5 0-1 15,2 2-12-15,0 3-3 0,0 0 0 0,0 3 0 16,1-1-16-16,2 3 0 16,3 1 0-16,-3 1 0 0,3 1 0 0,0 3 0 0,0 2 0 15,-2 0 0-15,-1 0 0 0,0 3 0 0,0 0 0 0,3 2 0 16,0 6 0-1,3 3 0-15,1 4 0 0,5 6 0 16,0-5-44-16,3 0-16 0,3-1-4 0,3 1-341 0,0-6-69 0</inkml:trace>
  <inkml:trace contextRef="#ctx0" brushRef="#br0" timeOffset="2018.879">9727 6366 1036 0,'18'-26'23'0,"-9"13"5"0,3-6 0 16,3-2 1-16,2-6-29 0,-2 1 0 0,0 0 0 0,3-4 0 0,-6 4 88 0,3-1 11 15,-6-2 2-15,0 0 1 16,-3 0-20-16,-3-3-4 0,-3-2-1 0,0-3 0 0,-3 0-9 0,0 5-1 16,-3 0-1-16,-3 1 0 0,0 4-22 0,-3 1-5 15,0 5-1-15,-3-3 0 0,3 3-1 0,-3-1 0 16,-2 4 0-16,-1-3 0 0,3 2-29 0,-6 3-8 15,3 3 0-15,-6-3 0 16,-3 6-21-16,1-1-6 0,-1 3-1 0,-6 0 0 16,3 0-6-1,1 6-2-15,-1-4 0 0,0 6 0 0,3 3-28 0,3 0-5 0,1-1-2 0,-1 6 0 0</inkml:trace>
  <inkml:trace contextRef="#ctx0" brushRef="#br0" timeOffset="2769.23">10614 5334 1263 0,'0'0'28'0,"-3"-2"5"0,0-4 2 0,-3 4 1 0,3-4-36 0,-3 4 0 0,0-1 0 0,0 3 0 0,-3-2 59 0,0-1 5 15,0 6 0-15,1-1 1 16,-4 1-21-16,3-1-4 0,-6 1 0 0,0 2-1 0,-3 1-11 0,0-1-3 16,-3 3 0-16,-2 0 0 0,2 5 14 0,-3 0 2 15,0 6 1-15,0-1 0 0,1 4-27 0,-1-1-6 0,0 3-1 16,0-1 0-16,3 1-8 0,0 0 0 16,1 2 0-16,2-2 0 0,0 3 0 0,3-4 0 15,-3 4 0-15,3-1 0 0,0 1 13 0,0 2 1 0,1 3 0 0,2 2 0 16,0 1-14-1,3-4 0-15,0 1 0 0,6-3 0 0,0 0-17 0,0-2-7 0,6-1 0 0,0-2-1 16,0-3-11-16,6 0-3 16,0 0 0-16,3 3 0 15,0-3 39-15,-1-5 0 0,1 0 0 0,3 0 0 16,0-3-18-16,0 1 4 0,3-4 1 0,3 1 0 0,0-6-3 0,2 0 0 0,4-2 0 0,0 0 0 16,3-6-1-16,-3 3-1 15,2-5 0-15,-2 2 0 0,3-2 2 0,-3-1 0 0,-1-2 0 16,-2 1 0-16,-3-4 16 15,3 0 0-15,-3-2 0 0,3 0 0 0,-4 0 0 0,4-1 0 16,-3-1 0-16,0 1 0 0,0 1 36 0,0-3 13 0,-4 0 3 0,1-2 1 16,0-1-4-16,-3-2-1 0,-3 0 0 0,-3 0 0 15,3-3-3-15,-6 0-1 0,3 0 0 0,-6-2 0 16,3 2 4-16,-6-2 1 0,0 2 0 0,-3 0 0 16,0 3-3-16,0 0-1 0,-6 2 0 0,0-2 0 0,0 2-11 15,-3 1-2-15,0-1-1 0,-3 4 0 16,-3-4-15-16,3 3-4 0,-5 0 0 0,2 3 0 0,-3-3-12 0,3 6 0 31,-3-4 0-31,0 1 0 0,3 3-16 0,1 2-8 0,-1 0-3 0,-3 0 0 0,3 2 8 0,-3 1 2 16,0 3 0-16,1-1 0 15,-1 3-36-15,-3 0-7 0,3 0-2 0,0 3-599 0,-3-1-120 0</inkml:trace>
</inkml:ink>
</file>

<file path=ppt/ink/ink8.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39:36.276"/>
    </inkml:context>
    <inkml:brush xml:id="br0">
      <inkml:brushProperty name="width" value="0.05292" units="cm"/>
      <inkml:brushProperty name="height" value="0.05292" units="cm"/>
      <inkml:brushProperty name="color" value="#FF0000"/>
    </inkml:brush>
  </inkml:definitions>
  <inkml:trace contextRef="#ctx0" brushRef="#br0">18984 10354 1377 0,'0'0'39'0,"0"0"9"0,0 0-39 0,0 0-9 0,0 0 0 0,0 0 0 16,-3-3 91-16,3 3 16 0,0 0 3 0,0 0 1 15,0 0 0-15,0 0 0 0,0 0 0 0,0 0 0 16,0 0-48-16,0 0-10 0,0 0-1 0,0 0-1 15,0 0-22-15,0 0-4 0,0 0-1 0,-3 5 0 0,3 3-4 0,-3 3-2 16,3 0 0-16,0-1 0 0,0 1-7 0,0 2-2 16,0 0 0-16,0 3 0 0,0 0-24 0,0 2-5 15,0-2 0-15,-3 3-1 0,3-1 21 16,0 1 0-16,0-3 0 0,-3 2 0 0,3 1 18 0,0-3 8 16,0 2 2-16,-3 1 0 15,3-3-28-15,0 2 0 0,-3-2 0 0,3 0 0 0,0 0 0 0,0-3 0 16,0 0 0-16,-3 0 0 0,3 1-20 15,0-4 4-15,0 1 1 0,0-3 0 16,0 0-25-16,0 0-6 0,0-3-1 0,0 0 0 16,0-5-85-16,0 6-18 0,0-6-3 0,0 0-707 0</inkml:trace>
  <inkml:trace contextRef="#ctx0" brushRef="#br0" timeOffset="449.048">19312 10274 1497 0,'0'0'32'0,"0"0"8"15,0 0 0-15,0 0 4 0,3-5-36 0,-3 5-8 0,0-5 0 0,0 5 0 16,0-5 104-16,0 5 20 0,0 0 3 0,0 0 1 0,0 0-52 0,0 0-9 16,0 0-3-16,0 0 0 0,0 0 0 0,0 0 0 15,0 0 0-15,0 0 0 16,0 0 0-16,0 0 0 0,0 0 0 0,0 7 0 0,0-1-51 0,0 4-13 16,0-2 0-16,0 3 0 15,0 2 0-15,0 0 0 0,0 1 0 0,-3 1 0 0,3 1 0 0,0 0 0 16,0 3 0-16,-3-3 0 0,3-1 54 0,0 1 8 15,0 0 2-15,-3 0 0 0,3 0-52 0,0 0-12 16,0 0 0-16,-3 0 0 0,3-1 0 0,0-1 0 16,0 2 0-16,-3-1 0 15,3-1-21-15,0 2-7 0,0-3-2 0,0 3 0 16,0-3 30-16,0 3 0 0,0-3 0 0,0 0 0 0,3 0-9 0,-3-2 9 0,0 2-8 16,3-2 8-1,-3 2-32-15,3-5 0 0,0 3-1 0,-3-3 0 16,3-1-132-16,-3 4-27 0</inkml:trace>
</inkml:ink>
</file>

<file path=ppt/ink/ink9.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46:11.970"/>
    </inkml:context>
    <inkml:brush xml:id="br0">
      <inkml:brushProperty name="width" value="0.05292" units="cm"/>
      <inkml:brushProperty name="height" value="0.05292" units="cm"/>
      <inkml:brushProperty name="color" value="#FF0000"/>
    </inkml:brush>
  </inkml:definitions>
  <inkml:trace contextRef="#ctx0" brushRef="#br0">13525 3270 1314 0,'0'0'37'0,"0"0"8"0,0 0-36 0,3-2-9 0,0-1 0 0,-3 3 0 15,3 0 59-15,0-5 9 0,3 2 3 0,-3 3 0 16,0 0-19-16,3-5-3 0,-3 5-1 0,3 0 0 16,0-3-31-16,0 3-6 0,0 0-2 0,0 0 0 15,0 0 43-15,3-5 9 0,-1 5 2 0,1-3 0 16,0 3-32-16,0 0-7 0,3 3 0 0,0-3-1 15,0 0-3-15,0-3 0 0,0 3 0 0,3 0 0 16,-3-2-8-16,-1 2-3 0,4 0 0 0,-3 0 0 16,3 0-9-16,3-3 0 0,-3 3 9 0,6-3-9 15,-3 3 12-15,2 0-1 0,1-2-1 0,0 2 0 16,0 0-2-16,0 0-8 0,0 0 12 0,2 0-4 16,-2 0-8-16,0 0 0 0,0 0 0 0,0 0 8 15,-3 0-8-15,-1-3 0 0,1 3 0 0,0 0 0 16,0 0 14-16,-3 0-2 0,3-5-1 0,0 5 0 15,0 0-26-15,-1 0-5 0,1 0 0 0,0 0-1 16,0 0 40-16,0 0 8 0,3 0 1 0,-3 0 1 16,-1 0-17-16,-2 0-4 0,3 5-8 0,0-5 12 0,0 0 6 15,-3 0 1-15,0 0 0 0,2-5 0 16,-2 5-19-16,0 0 10 0,3-3-10 0,0 3 8 16,-3 0-8-16,3 0 12 0,0 0-12 0,-4-5 12 15,4 5-12-15,-3 0 0 0,0 0 9 0,0 0-9 0,0 0 0 0,0 0 9 16,-3 0-9-16,0 0 0 0,-4 0 9 0,4 0-9 0,-3 0 0 0,0 0 9 15,-3 0-9-15,3 0 8 0,-3 0-8 0,0 0 8 16,-3 0-8-16,3 0 0 0,0 0 0 0,-3 5 0 16,3-5 0-16,-3 0 8 0,0 0-8 0,-3 0 0 15,6 0 0-15,0 0 0 0,-3 3 8 0,-3-3-8 16,3 0 0-16,-3 0 0 0,0 0 9 0,0 0-9 16,0 0 0-16,6 0 0 0,-6 0-12 0,0 0 4 15,0 0-103-15,0 0-20 0,0 0-4 0</inkml:trace>
  <inkml:trace contextRef="#ctx0" brushRef="#br0" timeOffset="2949.145">13975 3588 1018 0,'0'0'43'0,"0"-5"-35"31,3-1 79-31,-3 6 15 0,0-2 3 0,0 2 1 0,0-8 2 0,0 8 0 0,3-5 0 0,-3 5 0 16,0-6-4-16,0 6-1 0,0 0 0 0,0 0 0 16,0 0-24-16,0 0-5 0,0 0-1 15,0 0 0-15,0 0-31 0,0 0-6 0,0 0-2 0,-3 6 0 16,-3 1-25-16,3 1-9 16,0 0 0-16,-3 6 9 0,0-1-9 0,3-5 0 0,-3 2 0 0,0 4 0 15,0-1 0-15,3 0 0 0,-3 3 0 0,0-6 0 16,0 9 0-16,0-8 0 0,3 2 0 15,-3 0 0-15,0-2-24 0,0 2 4 0,3-5 0 16,-3 2 0-16,3-4 28 0,0 4 5 0,3-10 2 0,0 0 0 16,0 0-24-16,0 0-5 0,0 0-1 0,0 0 0 15,0-10 15-15,3 2 0 0,0-3 0 0,3 1 0 16,0-4-10-16,0 4 1 0,3-6 0 0,-3 3 0 16,3-3 9-16,3 0 0 0,0 3 0 0,0-6 0 15,0 1 0-15,0-1 0 0,-1-5 9 0,4 6-9 16,-3-6 21-16,3 5-2 0,0 1-1 0,-3-1 0 15,0 1-3-15,0 5-1 0,-3-3 0 0,0 5 0 16,0 1 3-16,-1 4 1 0,1 1 0 0,-3 0 0 16,3 5-6-16,-3 0-2 0,0 2 0 0,0 1 0 15,0 2-2-15,-3 3 0 0,3 5 0 0,0-5 0 16,0 6-8-16,0-4 0 0,0 3 9 0,0 3-9 16,0 0 0-16,-3 3 0 0,3-6 0 0,0 5 8 15,-3-2-8-15,3 3 0 0,-3-3-8 0,0 0 8 16,0 2 0-16,-3-2 0 0,2 3 0 0,-2-1 0 0,-2 1 0 15,2-1 0-15,0 1 0 0,-3 2 0 16,0-5-56-16,0 2-7 0,0-7-1 0,0 7 0 16,0-7 0-16,0-1 0 0,0 1 0 0,0 2 0 15,3-10-102-15,0-3-21 0,0 0-4 0</inkml:trace>
  <inkml:trace contextRef="#ctx0" brushRef="#br0" timeOffset="3215.584">13975 3630 1824 0,'0'0'38'0,"0"0"8"0,0 0-37 0,0 0-9 0,0 0 0 0,0 0 0 15,0 0 67-15,0 0 11 0,0 0 2 0,0 0 1 16,0 0 24-16,0 0 5 0,3 3 1 0,3 0 0 15,-1 2-63-15,1-5-13 0,3 0-3 0,-3 3 0 16,3 2 0-16,0-5 0 0,-3 0 0 0,3 2 0 16,3 1-32-16,-3-3 0 0,3 0 0 0,0 3 0 15,3-3 0-15,-3-3 0 0,2 3 0 0,1 0 0 16,3-3-14-16,0 1-6 0,3 2-2 0</inkml:trace>
  <inkml:trace contextRef="#ctx0" brushRef="#br0" timeOffset="9316.266">15514 3540 1922 0,'0'0'54'0,"0"0"13"0,0 0-54 0,0 0-13 0,0 0 0 0,0 0 0 31,0 0 60-31,0 0 10 0,0 0 2 0,0 0 0 0,0 0-20 0,0 0-4 16,0 0-1-16,0 0 0 0,0 8-19 0,0-2-4 0,2-1-1 0,-2 3 0 15,0 0-11-15,3 0-3 0,-3 0 0 0,0 5 0 16,0-5-9-16,0-3 8 0,0 6-8 0,0-3 8 16,0 5-8-16,0-8 0 0,0 3 0 0,0 0 0 15,0 0 0-15,0 0 0 0,0-5-9 0,0 4 9 16,0-7 0-16,-3 3 0 0,3-3 0 0,0 0 0 15,0 8 0-15,0-8 0 0,0 0 8 0,0 0-8 16,0 0 0-16,0 0 0 0,0 0 0 0,0 0 0 16,0 0 12-16,0 0-4 0,-2-8-8 0,-1 3 12 15,-3 0-12-15,6-3 0 0,-3 0-12 0,3-3 12 16,0 0 0-16,0 1 17 0,0-1-1 0,3-2-1 16,0 0-15-16,0 0 0 0,0-1 0 0,2 4 0 15,1-9 0-15,0 9 0 0,3-9 12 0,-3 3-3 16,3 6 4-16,3-9 1 0,-3 9 0 0,3-6 0 15,0 5-1-15,0 3 0 0,3-2 0 0,-3 2 0 16,-1 2-13-16,4 6 11 0,0-5-11 0,0 2 10 16,0 3-10-16,0 0 0 0,-3 3 0 0,-3 2 0 15,3-5 0-15,-3 6 0 0,-4-1 0 0,4 6 0 16,-3-9 0-16,-3 6 0 0,3 3 0 0,-3-1 0 16,0-2-36-16,0 3 1 0,-3-1 0 0,0 4 0 15,0-6 1-15,-3 2 0 0,0 1 0 0,0-3 0 16,-3 0 13-16,3-3 2 0,-3 3 1 0,0 0 0 0,1-6 9 15,2 4 9-15,-3 2-13 0,6-8 5 0,-6 0 8 0,0 2 0 16,6-2 0-16,-6 0 0 0,6 0 9 16,0 0-9-16,-6 0 12 0,6 0-12 0,0 0 21 0,0 0-2 0,0 0-1 15,0-2 0-15,0-4-5 0,0 4-1 0,3-6 0 16,0 8 0-16,0-8 1 16,0 5 0-16,3 1 0 0,0-1 0 0,0 3 8 0,-1-3 2 0,1 3 0 15,0-2 0-15,3 2 5 0,0 2 0 16,0-2 1-16,0 3 0 0,0-3-1 0,0 5 0 15,0-2 0-15,-3 5 0 0,3-8-16 0,-3 8-4 0,3-6-8 0,-3 4 12 16,-3-1-12-16,3 3 0 0,-3 0 0 0,0 0 0 16,-3-3 8-16,0 0-8 0,-3 3 0 0,0-2 9 15,0 2 18-15,-3-1 3 0,0 1 1 0,0 3 0 16,-3-3-31-16,0 0 0 0,0-3 0 0,-3 3 0 16,0 3 0-16,0-3 0 0,3 0 0 0,-3 0 0 15,0 2-16-15,1-2-10 0,-1-3-2 16,0 1 0-16,0 2-6 0,-3-3-2 15,3 0 0-15,0-2 0 0,0 2 36 0,0-5 0 0,3 0 0 0,0 3 0 16,1-3-59-16,2-3-5 0,0 3 0 0,3-5-1 16,0 2-166-16,6-7-33 0</inkml:trace>
  <inkml:trace contextRef="#ctx0" brushRef="#br0" timeOffset="11051.859">16579 3249 1094 0,'0'0'23'0,"0"0"5"0,0 0-28 16,0 0 0-16,0 0 0 0,0 0 0 16,0 0 56-16,0 0 7 0,0 0 1 0,0 0 0 15,0 0 0-15,0 0 0 0,0 0 0 0,0 0 0 0,0 0-8 0,0 0 0 0,0 0-1 0,0 0 0 16,0 0-37-16,0 0-7 0,0 0-2 0,0 0 0 16,0 0-9-16,0 0 0 0,0 0 0 0,6-8 0 15,-6 8 40-15,0 0 5 0,3 0 2 0,3 0 0 16,0 0-31-16,-3 0-7 0,3 0-1 0,0 0 0 15,-3 0-8-15,3 0 0 0,0 0 0 0,0 0 0 16,0 0 8-16,0 0 0 0,3 0 0 0,-4 0 0 16,4 0-8-16,0 0 0 0,0 0 0 0,0 0 0 15,0 0 0-15,3 0 0 0,-3 0 0 16,0 0 0-16,0 0 8 0,3 0-8 16,0 0 8-16,0 0-8 0,-4 0 0 0,4 0 0 0,0 0 0 0,0 3 0 15,0-3 0-15,0 0 0 0,0 0 0 0,0 0 0 16,0 5 0-16,-3-5 0 0,3 0 0 0,-1 0 0 15,-2 0 0-15,3 3 0 0,-3-3 0 0,0 0 0 16,-3 5 0-16,3-5 0 0,0 0 0 0,0 0 0 16,0 0 0-16,-3 0 0 0,3 0 0 0,0 0 0 15,0 0 0-15,0-5 0 0,-1 5 0 0,1 0 0 16,3 0 0-16,-3 0 0 0,3 0 0 0,3 0 0 16,-3 0 12-16,0 0 9 0,3 0 3 0,0 5 0 15,-1-5-24-15,1 0 8 0,0 0-8 0,0 0 0 16,3 3 0-16,-3-3 9 0,0 0-9 0,3 0 0 15,-4 0 16-15,1 0-4 0,0 0-1 0,0 0 0 0,-3 0 10 16,3 0 3-16,-3 0 0 0,0 0 0 0,3-3-24 16,-3 3 0-16,2 0 0 0,-2 0 0 0,3 0 0 15,-3-5 0-15,0 5 0 0,3 0 0 0,0-3 0 0,0 3 0 16,0 0 0-16,-4 0 0 0,4 0 0 16,0 0 0-16,0 0 0 0,0 0 0 0,0 0 0 15,-3 0 0-15,0 0 0 0,0 0 0 16,2 0 29-16,-2 0 2 0,0 0 0 0,0 0 0 15,0 0-50-15,0 0-9 0,0 0-3 0,-3 0 0 0,0 0 31 0,3 0 0 16,-3 0 0-16,0 0 0 0,-1 0 45 0,1 0 15 0,0 0 4 0,0 0 0 16,3 0-52-16,-3 0-12 0,0 0 0 0,3 0 0 15,-3 0 0-15,0 0 0 0,3 0 0 0,-3 0 0 16,0 0-11-16,2 0-5 0,1 0 0 0,0 0-1 16,-3 0 17-16,3 0 12 0,0 0-1 0,-3 0-1 15,3 0-1-15,-3 0 0 0,3 0 0 0,0 0 0 16,-3 0-1-16,2 0 0 0,-2 0 0 0,0 0 0 15,3 0-8-15,-3 0 10 0,0 0-10 0,3 0 10 16,-3 0-1-16,0 0 0 0,0 0 0 0,-3 0 0 16,3-5 3-16,0 5 1 0,-3-3 0 0,2 3 0 15,1-2-1-15,-3 2 0 0,3-3 0 0,0 3 0 16,-3-3-4-16,0 3 0 0,3 0-8 0,-3-2 12 16,3 2-4-16,-3 0-8 0,0-3 11 0,3 3-11 15,-3 0 11-15,0 0-11 0,0 0 10 0,0 0-10 16,0 0 11-16,-1 0-11 0,4 0 12 0,-3 0-12 15,0-5 10-15,0 5-10 0,3 0 8 0,-3-3-8 16,0 3 11-16,0 0-3 0,3 3-8 0,-3-3 12 16,0 0-4-16,0 5-8 0,0-5 11 0,0 0-11 15,0 0 9-15,0 0-9 0,0 0 0 0,-3 0 9 0,3 3-9 0,-3-3 0 16,2 0 0-16,-5 0 0 16,3 0 0-16,3 0 0 0,0 0 8 0,-6 0-8 0,3 0 0 0,3 0 12 15,-6 0-12-15,6 0 12 0,-6 0-12 0,3 0 0 0,-3 0 0 16,6 2 0-16,-6-2 0 0,3 0-11 0,-3 0 3 0,3 0 0 31,-3 0-18-31,0 0-3 0,6-2-1 0,-6 2 0 16,6 0-134-16,-3-3-28 0,0 3-4 0</inkml:trace>
  <inkml:trace contextRef="#ctx0" brushRef="#br0" timeOffset="21171.539">17148 3604 1257 0,'0'0'53'15,"0"0"-42"1,0 0 93-16,0 0 20 0,0 0 3 0,0 0 1 16,0 0-36-16,0 0-6 0,0 0-2 0,0 0 0 15,0 0-16-15,0 0-4 0,3-5-1 0,0-1 0 16,-3 6-7-16,3-2-2 0,-3 2 0 0,3-6 0 15,-3 6-6-15,0-2 0 0,0 2-1 0,0-6 0 16,0 6-9-16,0-2-2 0,0 2 0 0,-3-8 0 16,0 3-7-16,-3-1-1 0,3 4-1 0,-3-4 0 0,0 4-2 0,0 2 0 0,-3-6 0 15,0 4 0-15,0 2-6 0,-3 0-2 16,3 0 0-16,-3 0 0 16,0 0-8-16,0 0-1 0,4 2-8 0,-4 4 12 0,0-4-12 0,3 1 0 15,-3 2 0-15,0 6 0 0,3-3 0 0,-3 0 0 0,3 0 0 16,-3 5 0-16,3-5 0 0,0 2 0 0,4 4-8 0,-4-1 8 15,6-3 0-15,0 1 0 0,0 5-8 0,3-8 8 16,0 5 0-16,3 3 0 0,0-8 0 0,0 5 0 16,3-2 0-16,2-1 0 0,1 1 0 0,3 2 0 15,0-8 0-15,0 1 0 0,0 4 0 0,3-2 9 16,0-5 7-16,0 2 0 0,3-5 1 16,-1 3 0-16,1-1-5 0,0-2-2 0,0 3 0 0,3-3 0 15,-3 0-10-15,0 0 0 0,-1 0 0 0,1 3 0 16,0-6 0-16,-3 3 0 0,3 0-14 0,-3-3 5 15,-3 3-49-15,3 0-10 0,-4-2-1 0,4 2-1 16,-6 0-144-16,0 0-29 0,0 0-5 16</inkml:trace>
  <inkml:trace contextRef="#ctx0" brushRef="#br0" timeOffset="31406.408">18660 3691 1577 0,'0'0'66'0,"0"0"-53"15,0 0 93-15,0 0 18 0,0 0 4 0,0 0 1 16,0 0-1-16,0 0 0 0,0 0 0 0,0 0 0 16,0 0-100-16,0 0-28 0,0 0 8 0,0 0-8 15,0 0 0-15,3 5 0 0,0 1 0 0,0 2 0 16,-3 0 0-16,3 0 0 0,-3 5 0 0,0 0 0 16,0-2 0-16,0 2 0 0,0 0 0 0,0 3 0 15,0 0 0-15,-3-3 0 0,3 3 0 0,0-3 0 16,0 0 0-16,0 3 0 0,0-5 0 0,0-1 0 15,0 1 0-15,0-3 0 0,0 0 0 0,0 0 0 16,0 2 0-16,0-2 0 0,0-5 0 0,0 2 0 16,0-5 0-16,0 0 8 0,0 6 0 0,0-6-8 15,0 0 8-15,0 0-8 0,0 0 0 0,0 0 0 16,0 0 9-16,0 0-9 0,0 0 0 0,0 0 9 16,0 0 6-16,-3-6 1 0,0-2 0 0,0 0 0 15,0-5 13-15,0 0 3 0,3 2 1 0,0-7 0 0,0 2-6 16,0-5-2-16,0 2 0 0,0-2 0 15,3 5-7-15,-3-5-2 0,0 5 0 0,3 0 0 16,0 3 8-16,-3-3 2 0,3 3 0 0,0 5 0 16,3-8-34-16,-3 6-8 0,3 2 0 0,0-3-1 0,0 0 17 0,2 4 0 0,-2-4 0 15,6 3 0 1,0-3 10-16,0 3 6 0,3-2 0 0,0 2 1 0,3-3-17 0,0 3 0 0,-1 1 0 0,1-1 0 16,0 0 0-16,0 2 0 0,0-2 0 0,-3 6 0 31,0-6-52-31,-3 5-15 0,-1 1-2 0,1-1-1 15,-3 3-10-15,-3 0-1 0,3 0-1 0,-6 0 0 16,-3 0-120-16,0 0-24 0,0 0-5 0</inkml:trace>
  <inkml:trace contextRef="#ctx0" brushRef="#br0" timeOffset="31715.115">18675 3731 1482 0,'0'0'62'16,"0"0"-50"0,0 0 110-16,0 0 22 0,6 0 4 0,0 0 0 15,3 0-12-15,-4 0-2 0,4 0-1 0,0 0 0 16,0 0-55-16,0 0-11 0,0 0-3 0,3 0 0 15,0 0 0-15,-3 0 0 0,6 0 0 0,-3 0 0 16,0 3-51-16,-1-3-13 0,1 0 0 0,0 2 0 0,0-2 0 0,0 3 0 0,3-3 0 0,0 0 0 16,0 0 0-16,0 0 0 15,0-3 0-15,-1 3 0 16,1-2-164-16,0 2-36 0,3-3-8 0</inkml:trace>
  <inkml:trace contextRef="#ctx0" brushRef="#br0" timeOffset="37468.03">14436 8973 2066 0,'0'0'43'0,"0"0"10"16,0 0-42-16,0 0-11 0,3-6 0 0,-3 6 0 15,0 0 85-15,0 0 15 0,0 0 4 0,0 0 0 0,0 0-41 0,0 0-8 0,0 0-2 0,0 0 0 16,0 0-24-16,0 8-5 0,-3 3 0 0,3-1-1 16,0 4-14-16,-3 2-9 0,3 2 12 15,-3 3-12-15,3 0 0 0,-3 3 0 0,-3 0 0 0,3 2 0 16,0-2 0-16,-3-3 13 0,0 3-4 0,3-3-1 15,-3 1-8-15,0-1 0 0,3-3 0 0,-3 1 0 16,3-3 0-16,-2-3 0 0,2 0 0 0,0-2 0 16,0-1 0-16,0-2 0 0,0 0 0 0,3-8 0 15,0 0 0-15,0 0 0 0,0 0 0 0,0 0 0 16,0-5 0-16,0 0 0 0,0-6 0 0,0 0 0 16,3-2 0-16,3 0 0 0,-3-6 0 15,2 4 0-15,1-7 0 0,0-1 0 0,0-1 0 0,0-5 0 16,3 0 0-16,0-3-16 0,0 0 4 0,0 0 1 15,0 3 26-15,3 3 5 0,0-1 0 0,-3 3 1 16,0 3 5-16,3 3 1 0,-4-1 0 0,1 6 0 16,-3 0-8-16,3 2-2 0,-3 3 0 0,0 3 0 15,0 0-5-15,0 5-2 0,0-3 0 0,-3 6 0 16,3-1-10-16,0 4 0 0,-3 2 0 0,3-1 0 16,0 4 0-16,0 0 0 0,0 2 0 0,0 5 0 15,0 1 0-15,0 2 0 0,0 0 0 0,2 6 0 16,-2-1 0-16,3 6 0 0,-3 0 0 0,3-1 0 15,0-1 0-15,-3-1 12 0,3-3-12 0,-3 1 12 0,0-6-22 0,3 3-4 0,-3-3-1 16,0 0 0-16,-3 0-5 0,0-2-2 0,0 2 0 0,0-3 0 31,-3 1-9-31,0-3-1 0,0-3-1 0,0 0 0 16,-3-2-179-16,0-3-35 0,0 0-7 0</inkml:trace>
  <inkml:trace contextRef="#ctx0" brushRef="#br0" timeOffset="37710.194">14385 9242 1584 0,'0'0'67'0,"0"0"-54"15,0 0 132-15,0 0 27 0,0 0 4 0,6 0 2 16,3 0-81-16,0 3-16 0,0-3-3 0,3 3-1 15,0-3 6-15,0 0 1 0,3 0 0 0,0 0 0 16,-3 0-57-16,2 0-11 0,4-3-3 0,-3 3 0 16,3-3-21-16,3 3-5 0,0 0-1 0,2-2 0 15,4 2-136-15,3-3-27 0,0 3-6 0</inkml:trace>
  <inkml:trace contextRef="#ctx0" brushRef="#br0" timeOffset="38860.322">14409 10089 1824 0,'0'0'76'0,"0"0"-60"15,0 0 140-15,0 0 29 16,0 0 6-16,0 0 1 16,0 0-103-16,0 0-20 0,0 0-4 0,0 0-1 0,0 3-51 15,-3 5-13-15,0-3 0 0,3 6 0 0,-3-3 0 0,3 2 0 16,0 1 0-16,0 2 0 0,-3 0 0 15,3 3 0-15,0 0 0 0,-3 0 0 0,3 5 0 0,-3-2 0 0,3 2 0 0,-3 0 0 16,3 0 0-16,0 0 0 0,-3 0 0 0,3-2 0 31,0-1-48-31,0-2-13 0,0 0-3 0,0-3 0 0,0-2 52 0,0 0 12 0,0-3 0 0,0-1 0 16,0 1 0-16,0-2 0 0,0-6 0 0,0 0 0 16,0 0 0-16,0 0 0 0,0 0 0 0,0 0 0 15,0 0 16-15,0 0 7 0,0-8 1 0,0 0 0 16,0-3 12-16,0-2 4 0,0 0 0 0,0-3 0 15,0-3-32-15,0-2-8 0,0-3 0 0,3 3 0 16,-3-3 0-16,3 3 0 0,3-3 0 0,-3 3 0 16,3 3 52-16,-3-1 10 0,3 3 2 0,0 3 0 15,3 0-52-15,0 2-12 0,0-2 0 0,3 5 0 16,0-2 0-16,0 4 0 0,0-2 0 0,-1 3 0 16,1 0 11-16,3 2-1 0,-3 0 0 0,3 3 0 15,0 0-10-15,3 3 0 0,-3 0 0 0,2-1 0 16,-2 4 0-16,0-1 0 0,3 3 0 0,-6 0 0 15,0 0 0-15,0 2 0 0,-3 1-12 0,-3 2 12 16,0-2-20-16,-6 5 3 0,3-3 1 0,-6 5 0 16,-3-2-11-16,0 0-1 0,-3 0-1 0,0 3 0 0,-3-4 5 15,0 1 0-15,0 0 1 0,-3-3 0 0,3 3 23 0,0-5 0 16,1-1 0-16,-1-2 0 0,3 0 0 16,-3-2 0-16,3-4 0 0,3 4 0 0,0-4 0 0,6-2 0 0,0 0 0 15,0 0 0-15,0 0 0 0,0 0 0 0,-6-2 0 16,6 2 0-16,0 0 0 0,0 0 0 0,0-6 0 0,3 1 0 15,0 2 0-15,0 1 0 16,3-4 0-16,-3 6 0 0,3-2 47 0,3 2 13 0,-3 0 4 16,3 0 0-16,0 0-52 0,3 2-12 15,-4 1 0-15,4 0 0 0,-3 2 0 0,6 0 0 16,-3 1 0-16,0-1 0 0,-3 3 0 0,3-3 0 0,-3 0 0 0,0 3 0 16,0-2 0-16,-3 2 0 0,0-1 0 0,-1 1 0 15,-2 0 0-15,-3 3 0 0,3-1 0 0,-6-2 0 16,0 3 0-16,-2 0 0 0,-1-1 0 0,-3 1 0 15,0-1 23-15,-3 1 1 0,0 0 1 0,-3 2 0 16,0-3-40-16,-3 4-8 0,0-1-1 0,1 0-1 16,-4 0 8-16,3-2 1 0,0 2 1 0,-3-2 0 15,-3 2-22-15,3-5-5 0,-2 2-1 0,-4-2 0 16,3 0-37-16,3-2-8 0,-3-1-2 0,4-2 0 16,-1-1-117-16,6-2-23 0,0 0-5 0</inkml:trace>
  <inkml:trace contextRef="#ctx0" brushRef="#br0" timeOffset="39650.775">14525 11087 2269 0,'0'-8'64'0,"0"3"15"0,0-1-63 0,0 1-16 0,-3 0 0 0,0-1 0 16,0 1 92-16,0 0 15 0,0-3 3 0,-3 3 1 15,0 2-49-15,1-2-10 0,-4 2-1 0,0 0-1 16,0 1-17-16,0 2-3 0,-3-3-1 0,-3 3 0 16,3 0-13-16,-3 3-2 0,0-1-1 0,0 1 0 15,1 2-13-15,-4 1-15 0,3 1 3 0,-3 4 1 16,6 0 11-16,-3 5 0 0,3-3 0 0,0 5 0 15,3 1 0-15,-2-1 0 0,5 1 0 0,0 2 0 16,3-2 0-16,0-1 0 0,3 1 0 0,0-4 0 16,3-1 0-16,3 2-10 0,0-3 10 0,3-3-10 15,-1 4 10-15,1-4 0 0,3 1 10 0,0-1-10 16,3-2 0-16,3 0 0 0,-3-2 0 0,3-1 0 16,0 0-9-16,2-2-8 0,-2-1-2 0,3 1 0 15,0-3-21-15,0 0-4 0,-3-3 0 16,2 1-1-16,-2 2-143 0,0-3-28 0,0-2-5 15</inkml:trace>
  <inkml:trace contextRef="#ctx0" brushRef="#br0" timeOffset="40106.361">14403 11709 1516 0,'0'0'64'0,"0"0"-52"16,0 0 128-16,0 0 26 0,0 0 5 0,0 0 1 16,0 0-63-16,0 5-12 0,0-5-2 0,0 8-1 15,0-3-28-15,0 3-6 0,0-3 0 0,0 3-1 16,0-2-38-16,-3 1-7 0,3 1-2 0,-3 0 0 16,3 3 28-16,-3-3 6 0,0 2 1 0,3 1 0 15,-3 0-35-15,0 4-12 0,3-1 9 0,-3 2-9 16,0 2 0-16,3 1 0 0,-3-1 0 0,3 1 0 15,0-1 0-15,0-2 0 0,0 3 0 0,0-4 0 16,0 1-10-16,0-2-1 0,3-1 0 0,-3 0 0 16,0-5-9-16,3 3-1 0,-3-3-1 0,0-1 0 15,0 1-11-15,0-2-3 0,0 2 0 0,0-3 0 16,0-5-20-16,0 0-4 0,0 0 0 0,0 0-1 16,0 0-90-16,0 0-17 0,0 0-4 0</inkml:trace>
  <inkml:trace contextRef="#ctx0" brushRef="#br0" timeOffset="40410.618">14326 11780 1789 0,'0'0'37'0,"-3"-3"9"0,3 3-37 16,0 0-9-16,0-5 0 0,0 5 0 0,0 0 96 0,3-5 18 0,0 2 3 0,0 0 1 15,3 1-28-15,0-1-6 0,3 1 0 0,-3-1-1 16,3 0-35-16,-1 1-6 0,4 2-2 0,-3-6 0 16,3 4-22-16,3-1-5 0,-3-2-1 0,3 2 0 15,0-2 0-15,-3 2 0 0,3-2 0 0,-1 2 0 16,1 1-12-16,0-4 0 0,-3 4 0 0,3-1 0 16,0 0 0-16,-3 1 0 0,3 2 0 0,-3-3 0 15,-1 0-48-15,1 3-13 16,0 0-3-16,-3 0 0 0,0 0 32 0,0 0 7 0,0 0 1 0,-3 0 0 15,-3 0-50-15,-3 0-10 0,0 0-1 0</inkml:trace>
  <inkml:trace contextRef="#ctx0" brushRef="#br0" timeOffset="40723.449">14397 11936 2055 0,'0'0'43'0,"0"0"9"0,0 0-41 15,0 0-11-15,0 0 0 0,0 0 0 0,0 0 85 0,0 0 15 0,0 8 4 0,3-5 0 16,0 2-36-16,0-2-8 0,3 2 0 0,0-2-1 15,0-1-22-15,3 1-4 0,0-3-1 0,0 2 0 16,3 1-32-16,-3-3 0 0,0 0 0 0,3 0 0 16,-1 0 0-16,1-3 0 0,0 1 0 0,0-1 0 15,0 1 0-15,6-4 0 0,-3 1 0 0,3 0 0 16,3-3 0-16,-4 0-20 0,7 0 2 0</inkml:trace>
  <inkml:trace contextRef="#ctx0" brushRef="#br0" timeOffset="41561.824">10203 8279 1337 0,'-6'0'56'0,"6"0"-44"16,-6 0 92-16,6 0 20 0,0 0 3 0,0 0 1 15,0 0-14-15,0 0-2 0,0 0-1 0,0 0 0 16,0 0-24-16,0 0-5 0,0 0-1 0,0 0 0 16,0 0-13-16,0 0-4 0,6 0 0 0,3 0 0 15,3 0-51-15,3 0-13 0,0-2 0 0,3 2 0 16,6 0 54-16,2-3 8 0,4 3 2 0,0-5 0 16,3 2-52-1,-1 0-12-15,4-2 0 0,3-3 0 0,-1 3 0 0,7 0 0 0,0-3 0 0,2 2 0 16,-2 1 0-16,-3 0 0 0,-1 0 0 0,1-1 0 15,-3 4 0-15,-4-4 0 0,-2 4 0 0,0-4 0 16,-3 4-53-16,0-1-14 0,-4 0-2 16,-5 3-1-16,0-2-93 0,-3 2-18 0,-6 0-4 0</inkml:trace>
  <inkml:trace contextRef="#ctx0" brushRef="#br0" timeOffset="42160.41">10465 8052 1788 0,'0'0'51'0,"0"0"10"16,0 0-49-16,0 0-12 0,0 0 0 0,0 0 0 16,0 0 106-16,0 0 18 0,0 0 4 0,0 0 1 15,0 0-52-15,0 0-10 0,0 0-3 0,0 0 0 16,0 0 0-16,-6 2 0 0,0 1 0 0,0 0 0 16,-3-1-51-16,3 4-13 0,-2-4 0 0,2 4 0 15,-3-1-12-15,0 3-4 0,0-3-2 0,-3 0 0 16,3 3 18-16,-3-2 0 0,0 2 0 0,3-3 0 0,-3 3 0 0,3 0 0 0,-3-3 0 15,4 3 0 1,2-3 0-16,-3 3 0 0,3-3 0 0,0 3 0 16,3-2 11-16,0 2 5 0,0 0 2 0,3 0 0 15,0-3-30-15,0 3-7 0,3 0-1 0,0 0 0 0,0-3 20 16,3 3 0-16,0-3 11 0,0 3-11 0,3-3 18 16,-1 1-3-16,1-1-1 0,0 3 0 0,3-3-14 0,-3 0 0 0,3 1 0 15,0-1 0-15,0 0 0 0,0-2 0 16,0 2 0-16,0-2 0 0,-1 2 0 0,4-2 0 0,-3 2 0 0,0-2 0 15,-3 2-202 1,3 0-43-16,-3-2-9 0</inkml:trace>
  <inkml:trace contextRef="#ctx0" brushRef="#br0" timeOffset="43169.779">10218 8967 851 0,'0'0'36'0,"0"0"-36"16,-3 6 109-16,0-1 15 0,3 0 4 0,-3 3 0 16,0-3-52-16,3 1-9 0,-3-1-3 0,3 3 0 15,0-3 0-15,-3 1 0 0,3-6 0 0,0 5 0 16,3 0 0-16,-3-5 0 0,0 8 0 0,3-3 0 15,0-2-8-15,3 2-3 0,0-2 0 0,0 0 0 16,0-1-12-16,3 1-2 0,0-1-1 0,3-2 0 16,3 0-4-16,0 0-1 0,2 0 0 0,4 0 0 15,0 0-23-15,3-2-10 0,0 2 8 0,0-3-8 16,-1 1 0-16,1-1 0 0,-3 0 0 0,3-2 0 16,3 2 0-16,-1 1 0 0,-2-1 0 0,3 0 0 15,0-2 30-15,0 5 1 0,-4-3 0 0,1 1 0 16,-3-1 1-16,0 3 1 0,-3 0 0 0,-3 0 0 15,-1 0-129-15,-5 0-25 0,3 0-6 0,-6-2-1 16,0-1-102-16,-3 3-21 0</inkml:trace>
  <inkml:trace contextRef="#ctx0" brushRef="#br0" timeOffset="43662.482">10397 8891 2066 0,'3'-6'43'0,"0"4"10"0,-3-4-42 0,3 4-11 0,-3-4 0 0,0 6 0 16,0 0 53-16,0 0 9 0,0-5 2 0,0 5 0 16,0 0 51-16,0 0 10 0,0 0 3 0,0 0 0 15,0 0-103-15,0 0-25 0,0 0 0 0,0 0 0 16,0 0 0-16,0 0 0 0,0 0 0 0,0 0 0 16,-9 3 0-16,0-1 0 0,3 4 0 0,-3-1 0 15,-3 0 0-15,3 3 0 0,-3 0 0 0,-3 3 0 16,0-1 16-16,4 1-1 0,-4-1-1 0,0 4 0 15,0-1-22-15,3 0-5 0,-3 0-1 0,3 3 0 16,0-2 14-16,0 1 0 0,3-1 0 0,0-1 0 16,4 0 0-16,-1 0 0 0,0 1 0 0,3-4 0 15,0-2 0-15,0 3 0 0,3-1 0 0,0-2 0 16,3 3 0-16,0-3 0 0,0 0 0 0,3 0 0 16,0-1 0-16,-1 1 0 0,4-2 0 0,0-1 0 0,0 0 0 0,3 1 0 15,0-4 0-15,3 1 0 0,-3 0 0 0,6-1 13 0,-3 1-2 16,2-1-1-16,1 1-18 0,3 0-4 15,-3-3-1-15,3 2 0 16,0 1-141-16,0-3-28 0,-1 3-6 0</inkml:trace>
  <inkml:trace contextRef="#ctx0" brushRef="#br0" timeOffset="44130.351">10233 9875 1824 0,'0'0'38'0,"0"0"8"0,6 3-37 15,0 2-9-15,0-3 0 0,3 1 0 0,0 0 97 0,3-1 18 0,0 4 3 0,-1-4 1 16,4 1-37-16,3 0-7 0,-3-1-2 0,3 1 0 15,0 0-19-15,3-3-4 0,-4 0-1 0,4 0 0 16,0 0-27-16,-3 0-6 0,3 0 0 0,0-3-1 16,0 0-15-16,2 1 0 0,1-1 0 0,3-2 0 15,-3-1 0-15,3 4 0 0,-4-4 0 16,4 4 0-16,-3-1 0 0,0 1 0 0,0-1 0 16,-4 0 0-16,-2 1-100 0,-3-1-22 15,0 3-5-15,-3-3-1 0,-3 1-102 0,-6-1-21 0</inkml:trace>
  <inkml:trace contextRef="#ctx0" brushRef="#br0" timeOffset="44610.904">10471 9692 1539 0,'0'0'64'0,"0"0"-51"32,0-5 101-32,0 5 20 0,0-5 4 0,0 5 1 0,0 0-9 0,0 0-2 0,0 0 0 0,0 0 0 15,0 0-51-15,0 0-10 0,0 0-3 0,0 0 0 16,0 0-51-1,0 0-13-15,0 0 0 0,-6 2 0 0,0-2 54 0,6 0 8 0,-6 3 2 0,0 2 0 16,0 1-52-16,-3 2-12 0,3-3 0 0,-2 3 0 16,-1 0 0-16,0 0 0 0,0 0 0 0,-3 0 0 15,0 2 0-15,0 1 0 0,0-1 0 16,0 1 0-16,0 2 0 0,0-2 0 0,1 2 0 16,-1 3 0-16,3-3 0 0,0 0 0 0,0 3 0 0,0 0 0 15,3 0 0-15,3-6 0 0,-3 4 0 0,3-1 0 16,3-3 0-16,0 1 0 0,0 0 0 0,0-3 0 15,6 0 0-15,-3-3 0 0,3 3 0 0,3-3 0 16,0 0 0-16,3 1 0 0,0-1 0 0,2-2 0 16,1-1 0-16,3 1 0 0,-3-3 0 0,3 0 0 15,0 0 0-15,0 0 0 0,0 0 0 0,2 0 0 16,-2 0 0-16,0 0-13 0,3 0 2 0,-3 0 1 16,3 0-138-16,-1 0-27 0,1 0-5 0</inkml:trace>
  <inkml:trace contextRef="#ctx0" brushRef="#br0" timeOffset="45229.514">10206 12510 1811 0,'6'3'37'0,"0"0"11"16,0-3-39-16,0 2-9 0,0-2 0 0,3 3 0 16,0 0 107-16,0-1 19 0,3-2 4 0,0 3 1 15,0-3-62-15,2 2-12 0,4-2-2 0,-3 3-1 0,3 0-21 0,3-3-4 0,-3 2-1 0,3 1 0 16,-1-3-18-16,1 0-10 0,-3-3 10 0,3 1-10 15,0 2-12-15,3-3-9 0,2-2-2 0,-2 2 0 16,3 1 38-16,3-4 7 0,-1 4 2 0,-2-1 0 16,0-2-39-16,0 2-7 15,-3 0-2-15,-1 1 0 16,-5-1-32-16,0-2-6 0,0 2-2 0,-6 3 0 0,-3-3-173 16,0 1-35-16</inkml:trace>
  <inkml:trace contextRef="#ctx0" brushRef="#br0" timeOffset="45795.586">10510 12352 1265 0,'0'-3'53'0,"0"3"-42"16,0-5 109-16,0 5 21 0,0-6 5 0,0 6 1 15,0 0-36-15,0 0-7 0,0-5-2 0,0 5 0 16,0 0-19-16,0 0-4 0,0 0-1 0,0 0 0 15,0 0-2-15,0 0 0 0,0 0 0 0,0 0 0 16,0 0-60-16,0 0-16 16,0 0 0-16,-6 5 0 0,0 1 0 0,3-1 0 0,-3 0 0 0,0 0 0 15,0 1 36-15,0 2 4 0,-3-3 0 0,0 3 1 32,0 0-28-32,-3 0-5 0,1 0-8 0,-1 0 11 0,0 0-11 0,0 2 0 0,0-2 0 0,0 3 0 15,-3-3 0-15,3 0 0 0,0 0 8 0,0-3-8 16,-2 3 0-16,5 0 0 0,-3-3 0 0,3 0 0 15,0 1 0-15,0-1 0 0,3 0 0 0,0 0 8 16,0-2 4-16,3 2 1 0,-3-2 0 0,6-3 0 16,0 0-13-16,-3 5 0 0,3-5 0 0,0 0 0 15,0 6 0-15,3 2 0 0,0-3 0 0,0 0 0 16,3 0 0-16,0 1 0 0,0-1 0 0,0-2 9 16,6 2-9-16,-3 0 10 0,3-2-10 0,0 2 10 15,2-2-10-15,-2 2 12 0,3-2-12 0,0 2 12 16,0 0-12-16,0-2 0 0,0 0 0 0,0 2 0 15,2-2 0-15,-2-1 0 0,0-2-12 0,0 3 12 16,0-3-116-16,0 3-15 0,0-3-3 0</inkml:trace>
  <inkml:trace contextRef="#ctx0" brushRef="#br0" timeOffset="55531.071">17582 8671 1200 0,'0'0'51'0,"0"0"-41"16,0-5 95-16,0 5 19 0,0 0 4 0,0 0 1 15,0-6-28-15,0 6-5 0,0 0-2 0,0 0 0 16,-3-2-39-16,3 2-8 0,0 0-2 0,0 0 0 16,0 0-13-16,0 0-2 0,0 0-1 0,0 0 0 15,0 0-12-15,0 8-2 0,-3 0-1 0,3 0 0 16,0 5-5-16,3-3-1 0,-3 4 0 0,0 1 0 15,0-1-8-15,0 2 0 0,0-3 0 0,0 3 8 16,0-3-8-16,0 3 0 0,0-3 0 0,0-2 0 16,0 2 0-16,0 0 0 0,0 0 0 0,-3 0 8 15,3-2-8-15,0 0 0 0,-3-3 0 0,3 0 0 16,-3-1 0-16,0-1 8 0,3-1-8 0,0-5 0 16,-3 5 0-16,3-5 8 0,0 0-8 0,0 0 0 15,0 0 0-15,0 0 0 0,0 0 0 0,0 0 0 16,0 0 0-16,-6-2 0 0,3-1 0 0,0-2 0 15,1-3 0-15,2 0 0 0,-3 0 0 0,3-5 0 16,0 2 0-16,0-2 8 0,0-3-8 0,3 0 12 16,-1-2 4-16,1-4 2 0,0-1 0 0,0-1 0 0,3 0 0 15,3 0 0-15,0 0 0 0,0 1 0 0,3 1-10 16,-3 7-8-16,6-1 9 0,-3 0-9 0,0 3 8 0,3 2-8 16,2 0 0-16,-2 3 9 0,0 1-9 0,0-1 0 0,0 2 0 0,-3 4 0 15,0-1 8-15,0 0-8 0,0 1 0 0,-3 2 8 16,-1 0-8-16,1 2 10 15,-3 1-10-15,0 2 10 0,0 1-10 16,-3 2 10-16,0-3-10 0,-3 5 10 0,0-2-10 0,0 3 12 0,0-3-12 16,-3 2 12-16,0 1-12 0,-3 0 0 0,3-1 0 0,0 1 0 15,-3-1 0-15,3-2 0 0,0 3 0 0,-3-3 0 16,4-3 0-16,-1 0-9 0,0 1 9 0,0-1 0 16,3-5 0-16,0 0-8 0,0 0 8 0,0 0 0 15,0 0 0-15,0 0-12 0,0 0 12 0,0 0-10 16,0 0 10-16,0 0 0 0,0 0-9 0,3 0 9 15,3 0 0-15,-1 0-9 0,1-3 9 0,0 3 0 16,3-2 0-16,0-1 0 0,0 3 0 0,3-3 0 16,-3 3 12-16,0 0 0 0,3 0 0 0,-3 3 0 15,0 0 4-15,0-1 1 0,3 4 0 0,-4-1 0 16,1 3-8-16,0-3-1 0,0 3-8 0,-3 0 12 16,-3 0-12-16,3 0 8 0,-3 0-8 0,-3 2 0 15,0-2 11-15,-3 3-11 0,0-3 12 0,0 0-12 16,-3 2 12-16,-3-2-12 0,3 0 12 0,-6 0-12 15,1 0 9-15,-1 0-9 0,0-3 0 0,-3 3 9 16,3 0-20-16,-3 0-4 0,-3 0-1 0,0 0 0 0,3-3 16 16,1 1 0-16,-4-1 0 0,3 0 0 15,-3-2 11-15,3 2 5 0,-6-5 0 0,6 0 1 16,-3 0-17-16,7 0 0 0,-4 0 0 0,3-2 0 16,3-1 0-16,0 0 0 0,3 1-13 0,0-4 5 0,0 4-11 0,3-4-1 15,3 1-1-15,0 0 0 16,0 2-27-16,3-2-4 0,0-3-2 0,6 3 0 15,0-1-163-15,3 1-33 0</inkml:trace>
  <inkml:trace contextRef="#ctx0" brushRef="#br0" timeOffset="56256.422">20461 8727 1751 0,'0'0'36'0,"0"0"9"0,0 0-36 0,0 0-9 0,0 0 0 0,0 0 0 15,0 0 103-15,0 0 18 0,0 0 4 0,0 0 1 16,-6-3-44-16,3 0-9 0,0 1-1 0,-3-1-1 15,3-2-14-15,-3 2-2 0,3 0-1 0,-3 1 0 16,3-1-10-16,-3 0-3 0,0 1 0 0,-3-1 0 16,0 0-12-16,0 3-2 0,-3-2-1 0,0 2 0 15,-2 2-14-15,2-2-2 0,-3 3-1 0,-3 0 0 16,3 2-9-16,-3-2 0 0,3 2 0 0,0 3 8 16,1-3-8-16,-1 3 0 0,0 0 0 0,3 3 0 15,0-1 0-15,0 1-11 0,0 2 11 0,3 0-8 16,0 1-3-16,3-1 0 0,0 0 0 0,3-2 0 15,3 2-5-15,0 3-2 0,6-3 0 0,-3 0 0 16,3 0 5-16,3-2 1 0,3-3 0 0,0 2 0 16,0-4 12-16,3 2-9 0,-3-3 9 0,3 0-8 15,2-2 8-15,-2 2 0 0,3-5 0 0,3 3 0 16,-3-3 0-16,3 0 0 0,0 0 0 0,-4 0 0 16,4 3 0-16,-3-3 0 0,0 0 0 0,-3-3 0 15,3 3-26-15,-3 0-6 0,2-3-2 0,-2 1 0 16,0-1-150-16,0 3-31 0,0-5-5 0</inkml:trace>
  <inkml:trace contextRef="#ctx0" brushRef="#br0" timeOffset="58421.298">22851 8592 1474 0,'0'0'31'0,"0"0"6"0,3-3-29 0,0-2-8 0,-3 5 0 0,0-3 0 15,3-2 92-15,-3 5 18 0,3-3 3 0,-3 3 1 32,0 0-38-32,0-3-8 0,0 3-2 0,0 0 0 0,0 0-15 0,3-5-3 0,-3 5-1 0,0 0 0 15,0 0-11-15,0 0-3 0,0 0 0 0,0 0 0 16,0 0-10-16,0 0-3 0,0 0 0 0,0 0 0 15,0 0 1-15,0 5 0 0,0 1 0 0,3 2 0 16,-3 0-1-16,0-1 0 0,0 4 0 0,0 0 0 16,0 2-10-16,0 3-2 0,0 0-8 0,0 5 12 15,0-3-12-15,3 4 0 0,-3-1 0 0,3 2 0 16,-3-4 0-16,0 0 0 0,3-1 0 0,-3 1 0 16,3-1 0-16,-3-2 0 0,0 0 0 0,3 0 0 15,-3-3 19-15,0 0 1 0,3 0 0 0,-3 1 0 16,0-4-31-16,3 1-5 0,-3-1-2 0,0-2 0 15,3 0 29-15,0 0 5 0,-3 0 2 0,2-3 0 16,1 1-140-16,0-1-28 0,-3-5-6 0</inkml:trace>
  <inkml:trace contextRef="#ctx0" brushRef="#br0" timeOffset="73294.834">17612 10005 1337 0,'0'0'56'0,"0"0"-44"16,0 0 79-16,0 0 16 0,0 0 3 0,0 0 1 15,0 0-15-15,0 0-4 0,0 0 0 0,0 0 0 16,0 0-37-16,0 5-8 0,3 0-2 0,-3 3 0 15,0 0-20-15,-3 0-4 0,3 0-1 0,-3 2 0 16,0 1-8-16,0 0-3 0,0-1 0 0,0 3 0 16,0-2-9-16,-3 2 0 0,0 0 0 0,3 1 0 15,-3-1 0-15,0-2 0 0,0 2 0 0,0-3 0 16,3 4 0-16,-2-1 0 0,-1 0 0 0,0 0 0 16,3 0 0-16,-3-2 8 0,3 0-8 0,-3-1 0 15,3-2-14-15,0 0-8 0,0 0-2 0,0 0 0 16,3-3 24-16,0-5 0 0,0 0 0 0,0 0 0 15,0 0 0-15,0 0 0 0,0 0 0 0,0-8 0 16,0 0-11-16,3-5 3 0,0 0 0 0,0-3 0 16,3-2-1-16,0-1 0 0,3 0 0 0,-3 1 0 15,3-6 9-15,-1 3-8 0,1-5 8 0,3-1-8 16,-3-2 8-16,3 0 0 0,0-3 0 0,3 3 0 16,-3 0 0-16,3 2 19 0,-3 4-3 0,2-1-1 0,-2 5-7 15,-3 1 0-15,3 2-8 0,-3 3 12 0,3 5 17 0,-6-3 3 16,3 6 1-16,-3 0 0 0,0 2-23 0,0 0-10 0,-3 3 8 15,-3 0-8-15,6 6 13 0,-3-4-2 0,0 3-1 0,3 3 0 16,-3 3-10-16,0 0 0 0,0-1 9 0,0 3-9 16,0 3 16-16,0 3-2 0,-1-3 0 0,-2 5 0 15,3-3-14-15,0 1-13 0,0 2 2 0,0 0 1 16,0 0 10-16,0-2 0 0,-3-1 0 0,0 1 0 16,3-1 8-16,-3 1 1 0,0-3 0 0,3 0 0 15,-3 2-9-15,0-4 0 0,0 1 0 0,0 1 0 16,-3-3 0-16,3 1-12 0,0-1 2 0,0 0 1 15,-3 0-37-15,3-2-7 0,0 0-2 0,0-1 0 16,-3-2-109-16,3 0-23 0,-3 0-4 0</inkml:trace>
  <inkml:trace contextRef="#ctx0" brushRef="#br0" timeOffset="73555.954">17555 10171 1508 0,'0'0'64'0,"0"0"-52"15,0 0 108-15,0 0 22 0,6 0 4 16,0 0 1-16,3 0-38 0,-3 0-7 0,3 0-2 0,0 0 0 16,0 0-25-1,3 0-6-15,0 0-1 0,0 0 0 0,0 0-29 0,3 0-7 0,-1 0 0 0,-2 0-1 16,0 0-31-16,3 0 0 0,0 0-11 0,-3 0 11 15,3 0 0-15,3-2 0 0,-3-1 0 0,5 0 0 32,4 1-154-32,0-1-33 0,0-2-6 0</inkml:trace>
  <inkml:trace contextRef="#ctx0" brushRef="#br0" timeOffset="75296.402">20270 10145 1552 0,'0'-8'44'0,"0"3"10"16,0-1-43-16,3 1-11 0,-3-3 0 0,0 3 0 16,0 5 53-16,0-3 9 0,0 3 2 0,0 0 0 15,3-5 40-15,-3 5 9 0,0 0 2 0,0 0 0 16,0 0-31-16,0 0-5 0,0 0-2 0,0 0 0 0,0 0-61 16,0 0-16-16,0 0 0 0,0 0 0 15,0 0 54-15,0 0 8 0,0 5 2 0,0 3 0 0,0 3-52 0,0-1-12 0,0 1 0 0,0-1 0 31,0 4 0-31,0-1 0 0,0 3 0 0,0-3 0 16,0 3 0-16,0 0 0 0,0 0 0 0,0-1 0 0,0-1 0 0,0 2 0 16,3-6 0-16,-3 3 0 15,0-2-48-15,0-1-13 0,0-4-3 0,0-1 0 0,0-5 52 0,0 0 12 16,0 0 0-16,0 0 0 0,0 0 0 0,0 0 0 16,0 0 0-16,-3-8 0 0,3 0 0 0,0-5 0 0,3 0 0 15,-3 0 0-15,3-6 0 0,-3 3 0 16,3 0 0-16,0-2 0 0,0-1 0 0,3 1 0 0,0-3 0 15,-3-1 0-15,3 1 48 0,0 0 13 16,0 0 3-16,0 0 0 0,0 0-52 0,3-1-12 0,-3-1 0 0,2 4 0 16,1-2 0-16,-3 2 0 0,3 1 0 0,0-1 0 15,0 3 0-15,0 6 0 0,3-3 0 0,-3 5 0 16,0 0 54-16,0 2 8 0,0 1 2 16,3 0 0-16,-3 2-103 0,2 3-20 15,-2 0-4-15,0 0-1 0,3 3 52 0,-3-1 12 0,0 4 0 0,0-1 0 16,-3 0 0-16,3 3 0 0,-3 0 0 0,0 3 0 15,0-3-105-15,0 2-19 0,0-2-3 16,-3 3-1-16,-3-1-103 0,0 1-21 0</inkml:trace>
  <inkml:trace contextRef="#ctx0" brushRef="#br0" timeOffset="75543.921">20300 10190 2030 0,'0'0'57'0,"6"-3"14"0,3 0-57 0,-3 3-14 0,3-2 0 0,0 2 0 32,3-3 54-32,-4 3 8 0,4 0 2 0,3-2 0 0,0 2 0 0,0 0 0 0,0 0 0 0,0 0 0 15,0 0-52-15,3 0-12 0,-1 0 0 0,4-3 0 16,-3 3-12-16,3-3-6 0,0-2-1 0,6 2 0 15,-1-5-177-15,4 3-35 0</inkml:trace>
  <inkml:trace contextRef="#ctx0" brushRef="#br0" timeOffset="76089.569">22821 9833 1713 0,'0'0'72'0,"0"-6"-57"15,0 6 108-15,0 0 21 0,0 0 5 0,0 0 1 16,0 0-47-16,0 0-10 0,0 0-1 0,0 0-1 16,0 0-37-16,0 0-7 0,0 0-2 0,0 0 0 15,-3 6-16-15,0 1-3 0,0 1-1 0,0 3 0 16,0 0-2-16,3 2-1 0,0 3 0 0,-3 0 0 16,3-1-9-16,0 4-1 0,-3-3-1 0,3 5 0 15,0-5-11-15,0 0 0 0,0 0 9 0,0 0-9 16,3-1 0-16,-3 1 0 0,0 0 0 0,0 0 0 15,3-3 0-15,0-2 0 0,0-1 0 0,-3 1 0 16,3 2 0-16,-3-5 0 0,3 3 0 0,0-1 0 16,-3-2 0-16,3 3 8 0,-3-3-8 0,3 2 0 15,0-2-47-15,0 0-13 0,0 0-4 16,0 0 0-16,3-3-153 0,0 3-31 0</inkml:trace>
  <inkml:trace contextRef="#ctx0" brushRef="#br0" timeOffset="85111.881">17514 11050 1579 0,'0'0'32'0,"3"-6"10"0,-3 4-34 0,0 2-8 0,3-6 0 0,-3 6 0 16,0 0 104-16,3-5 20 0,-3 5 3 0,0 0 1 15,0 0-52-15,0 0-11 0,0 0-1 0,0 0-1 16,0 0-50-16,0 0-13 0,0 0 0 0,0 0 0 16,0 0 56-16,0 8 7 0,-3 0 1 0,3 3 0 31,-3-1-103-31,3 3-20 0,0 3-4 0,0 0-1 0,0 3 52 0,0-1 12 0,0 3 0 0,0-2 0 15,3-1 0-15,-3 4 0 16,3-7 0-16,-3 7 0 0,0-6-16 0,3-3-1 0,-3 3 0 0,0-3 0 16,0 0-24-16,0 0-5 0,0-2-1 0,0 0 0 15,0-1 38-15,0-2 9 0,0-3 0 0,3 3 0 16,-3-2 0-16,0-6 0 0,0 5-9 0,0-5 9 16,0 0-15-16,0 0 2 0,0 0 0 0,0 0 0 15,0 0 13-15,0 0 0 0,0 0 0 0,3-3 0 16,0-2 8-16,-3-3 4 0,3 0 0 0,0-3 1 15,-3 1 20-15,0-3 4 0,0-1 1 0,3 1 0 16,-3-3-7-16,3 0-2 0,0-2 0 0,-3-1 0 16,2-2 28-16,1-3 6 0,0 1 1 0,0-1 0 15,3 3 0-15,-3-1 0 0,0 4 0 0,0-1 0 16,3 4-52-16,-3-1-12 0,0 2 0 0,3 1 0 16,-3 3 0-16,0 2 0 0,3-3 0 0,0 0 0 0,0 4 0 15,0-1 0-15,0 2 0 0,3-2 0 16,0 3 0-16,0 2 0 0,0-2 0 0,3 0 0 0,-1 2 0 0,1 1 0 0,0-4 0 15,0 6 0-15,0-2 0 16,0-1 0-16,0 3 0 0,0 0 0 0,3 0 0 0,-3 0 0 0,2 0 0 16,-2 0 0-16,3 0 0 0,-3 0 0 0,3 0 0 15,-6 3 0 1,3-3-37-16,0 2-11 0,-3 1-1 0,0 0-1 16,0-3-7-16,-3 2-2 0,-1 3 0 0,-5-5 0 15,6 3-121-15,-6-3-25 0,3 8-5 0</inkml:trace>
  <inkml:trace contextRef="#ctx0" brushRef="#br0" timeOffset="85459.521">17618 11264 1580 0,'0'0'67'16,"0"0"-54"-1,0 0 92-15,0 0 19 0,0 0 3 0,0 0 1 16,0 0-52-16,0 0-9 0,0 0-3 0,6-3 0 16,0 1 0-16,-3 2 0 0,3 0 0 0,0 0 0 15,0 0-32-15,0 0-8 0,0 0 0 0,3 0-1 16,-1 0 14-16,1 0 3 0,3 0 1 0,-3 0 0 0,3 0-33 0,-3 0-8 0,3 0 0 0,-3 0 0 15,3 0 0-15,-3 0 0 0,6 0 0 0,-3-3 0 16,2 3 0-16,1-3 0 0,3 1 0 0,0-1 0 31,0-2-154-31,3 2-33 0,0-2-6 0</inkml:trace>
  <inkml:trace contextRef="#ctx0" brushRef="#br0" timeOffset="91250.475">20353 11153 1348 0,'3'-11'28'0,"-3"9"7"0,0-4-35 0,3 1 0 0,-3 0 0 0,0-1 0 16,3 4 92-16,-3-3 11 0,3 2 2 0,-3-2 1 15,0 5-40-15,0-3-8 0,3-2-2 0,-3 5 0 16,0 0-1-16,0-3-1 0,0 3 0 0,0 0 0 16,0 0 0-16,3-5 0 0,-3 5 0 0,0 0 0 15,0 0-9-15,0 0-1 0,0-6-1 0,0 6 0 16,0 0-1-16,3-2 0 0,-3 2 0 0,0-5 0 16,0 5-2-16,-3-3-1 0,3-2 0 0,-3 2 0 15,0 0-6-15,0 1-1 0,3 2 0 0,-6-3 0 16,1 0-10-16,2 3-2 0,-3-2-1 0,-3 2 0 15,3-3-19-15,-3 3 0 0,0 0 0 0,0 3 0 16,0-3 0-16,-3 2 0 0,3 1 0 0,-3 0 0 16,3 2 28-16,0 0 1 0,-3-2 1 0,1 5 0 15,2-3-30-15,0 3 0 0,-3 0 0 0,3 3 0 16,0-1 0-16,0 3 0 0,0-2 0 0,0 5 0 16,0-3 0-16,3 3 0 0,0 0-10 0,0 0 10 0,3 0-8 15,3-1 8-15,-3-1-8 0,3 2 8 0,3-1-8 16,0-1 8-16,3-1-8 0,0 0 8 0,0 0-8 0,3-2 8 15,0 2-8-15,3-5 8 0,0 3 0 0,-3-3 0 16,3-3 0-16,0 3 0 0,0-3 0 0,-1 0 9 16,1 1-1-16,3-1-8 0,0 0-9 0,-3-2-9 15,3 0-2-15,0-1 0 0,0 1 35 0,0-3 6 16,2 3 2-16,-2-1 0 0,0-2-38 16,0 0-7-16,0 0-2 0,0 0 0 15,-3 0-40-15,3 0-9 0,-3-2-2 0,-1-1 0 0,1 0-203 16</inkml:trace>
  <inkml:trace contextRef="#ctx0" brushRef="#br0" timeOffset="93021.057">22961 11047 1272 0,'0'0'26'0,"0"0"7"0,0 0-33 0,0 0 0 0,0 0 0 0,0 0 0 16,0 0 101-16,0 0 14 0,0 0 2 0,0 0 1 16,0 0-13-16,0 0-2 0,-3-3-1 0,3 3 0 15,-3-2-24-15,-3-4-5 0,0 6-1 0,0-2 0 16,0-1-23-16,0 3-5 0,3-2 0 0,-6 2-1 16,3 0-11-16,0 0-1 0,1 0-1 0,-4 0 0 15,0 0-6-15,3 2-2 0,-3-2 0 0,0 0 0 16,0 3-3-16,0-1-1 0,0 1 0 0,0 2 0 15,0-2-9-15,-3 2-1 0,3 1-8 0,0-1 12 16,0 0-12-16,1 3 0 0,-1 0 8 0,3 3-8 16,-3-3 0-16,3 2 0 0,-3 1 0 0,3-1 0 15,0 4 0-15,0-4-8 0,3 3 8 0,0 1 0 16,0-4 0-16,3 3-12 0,-3-2 12 0,3 0-10 16,0-1-2-16,3 1 0 0,-3-3 0 0,3 2 0 15,3-2-3-15,-3-2-1 0,3 1 0 0,0-1 0 16,0-1 4-16,3 0 0 0,0 1 0 0,0-1 0 0,0-5 3 15,2 3 1-15,1-3 0 0,0 0 0 0,3 0 8 16,0-3 0-16,3 3-9 0,0-3 9 16,0 1-8-16,-1-1 8 0,4-2-10 0,-3-1 10 0,0 1 0 15,0-3 0-15,-3 3 0 0,0-3 0 0,0 3 0 16,-4-3 0-16,1 0 0 0,-3 0 0 16,0 0 22-16,0-3 1 0,-3 1 0 0,0 2 0 0,0-3 7 0,-3 1 2 0,3-1 0 15,-3 0 0-15,-3 4-6 0,3-4-1 0,-3 0 0 0,-3 3 0 16,3-2-3-16,0 2-1 0,-3-3 0 15,3 3 0-15,-3 3-7 0,0-3-2 0,3 0 0 0,-3 6 0 16,0-4 0-16,0 1-1 0,0 2 0 0,-3 1 0 16,3-4-11-16,3 6 10 0,-3-2-10 0,3 2 10 15,-3-3-10-15,0 0 0 0,3 3 0 0,-6-2 0 16,6 2 0-16,0 0 0 0,-6-3 0 0,6 3 0 16,-3 0 0-16,3 0 0 0,-6 0 0 0,0-2 0 15,6 2 0-15,0 0 0 0,-3 0 0 0,3 0 0 16,-8 0 0-16,5 0 0 0,3 0 0 0,-9-3 0 15,6 3-9-15,-3 0 9 0,0 0 0 0,0-3 0 16,3 3-9-16,-3 0 9 0,0-2 0 0,0 2-9 16,0 0 9-16,-3-3 0 0,3 3 0 0,-3 0 0 15,3-3 0-15,-3 3 0 0,0 0 0 0,0 0 0 16,1 0 0-16,-1 0 0 0,-3 0 0 0,3 0 0 16,-3 0-9-16,0 0 9 0,3 0-10 0,-3 3 10 15,0-3-18-15,0 3 2 0,3-3 1 0,-3 2 0 16,4 1-13-16,-4 0-4 0,3-1 0 0,0 3 0 15,0 1-108-15,0 2-23 0,0-3-4 0</inkml:trace>
  <inkml:trace contextRef="#ctx0" brushRef="#br0" timeOffset="103210.75">17713 11769 1579 0,'0'0'32'0,"0"0"10"16,0 0-34-16,0 0-8 0,0 0 0 0,0 0 0 15,0 0 53-15,0 0 9 0,0 0 2 0,0 0 0 16,0 0 51-16,0 0 10 0,3-2 3 0,-3 2 0 0,0 0-103 0,0 0-25 16,0 0 0-16,0-6 0 15,0 6 56-15,-6-5 7 0,0 3 1 0,0-1 0 16,0 3 0-16,-3-3 0 0,4 3 0 0,-4 0 0 15,-3 0-52-15,3 3-12 0,-3-3 0 0,-3 3 0 0,0-3 0 0,3 2 0 0,-3 1 0 16,0-1 0-16,1 4 0 16,-1-4 0-16,0 4 0 0,3-1 0 0,0 0 28 15,0 1 2-15,0 2 1 0,3-3 0 16,0 3-50-16,3 0-9 0,0 0-3 0,0 2 0 0,3-2 31 16,3 3 0-16,-3-3 0 0,6 2 0 0,-3 1 0 0,6-1 0 0,-3 1 0 0,3-3 0 15,3 3 0-15,0-4 0 0,3 1 0 0,-3 3 0 16,6-3 0-16,-3 0 0 0,6 0 0 0,-3 0 0 15,-1-3 0-15,1 3 0 0,0-3 0 0,-3 1 0 16,3-4 0-16,-3 3 0 0,0-2 0 16,0 0 0-16,0 2 0 0,-3-5 0 0,-1 3 0 0,1-1 0 15,0 1 0-15,-3-3 0 0,0 0 0 0,3 3 0 16,-3-3 0-16,0-3 0 16,0 3 0-16,0-3 0 0,0 3-211 0,0-5-36 15,0 2-7-15</inkml:trace>
  <inkml:trace contextRef="#ctx0" brushRef="#br0" timeOffset="108323.825">20202 11820 1750 0,'0'0'49'0,"0"0"12"16,0 0-49-16,0 0-12 0,0 0 0 0,0 0 0 16,-6-6 80-16,6 6 14 0,0 0 2 0,0 0 1 15,0 0-30-15,0 0-7 0,0 0 0 0,0 0-1 16,0 0-34-16,-3 6-6 0,3-6-2 0,-6 5 0 0,3 0-17 0,0 3 0 16,0-3 8-16,0 6-8 0,0 0 0 15,0-1 0-15,0 3 0 0,0 1 0 16,0 2 0-16,0-1 0 0,0 4 0 0,0-3 0 15,0 0 0-15,0 2 0 0,0-2 0 0,0 0 0 0,0-3 0 0,0 0 0 16,0-2 0-16,0 2 0 0,0-2 0 0,0-3 0 16,3 0 0-16,0 0 0 0,-3-3 0 0,3-5 0 15,0 0 0-15,0 0 0 0,0 0 0 0,0 0 0 0,0 0 0 0,0 0-12 16,0 0-8-16,0 0 0 0,3-8-1 0,0 0 0 16,0 0 13-1,0-2 8-15,0-4-10 0,3 1 10 0,0 0 0 0,0-6 0 0,0 1 0 0,3-1 0 16,0-2 11-16,-3 0 8 0,3-3 1 0,0 0 1 15,0 3 12-15,0 0 3 0,-1 2 0 16,1 1 0-16,3-1-16 0,-3 4-2 0,3-1-1 16,0 2 0-16,0 4-6 0,-3-1-2 0,3 3 0 0,0 0 0 15,-3 3 3-15,0 0 1 0,2 2 0 0,-2 1 0 16,0-1-2-16,0 3-1 0,0 0 0 0,0 3 0 16,0-1-1-16,0 1 0 0,0-1 0 0,-3 4 0 15,3-1-1-15,0 0 0 0,-3 1 0 0,0 2 0 16,3-3-8-16,0 5 8 0,-1-2-8 0,-2 3 8 15,3 0-8-15,-3-1 0 0,0 1 0 0,3-1 8 16,-3 4-8-16,0-4 0 0,-3 3 0 0,3 1 0 16,-3-1 0-16,0 0 0 0,0 0 0 0,0 1 0 15,-3-4-12-15,0 3-4 0,0-2 0 0,0 2-1 16,0-2-18-16,-3-1-3 0,0 1-1 0,0-1 0 16,0-2-86-16,-3 0-18 0,3 0-3 0</inkml:trace>
  <inkml:trace contextRef="#ctx0" brushRef="#br0" timeOffset="108642.169">20112 11881 1941 0,'-6'-6'55'0,"0"4"12"0,1-1-54 16,5 3-13-16,0 0 0 0,0 0 0 0,0 0 64 0,0 0 11 0,0 0 1 0,2-5 1 15,4 5-13-15,0-3-2 0,0 3-1 0,3 0 0 16,0 0-7-16,0 3-2 0,3-3 0 0,0 2 0 16,0 1-18-16,3 0-4 0,-3-3-1 0,3 5 0 15,-1-5-17-15,4 3-3 0,0-1-1 0,3 1 0 16,0-3-8-16,3 2 0 0,-1 1 0 0,4-3 8 15,0 3-8-15,0-3 0 0,3 2 0 0,2-4 0 16,-2 2-40-16,3-3-3 0,3-2-1 16</inkml:trace>
  <inkml:trace contextRef="#ctx0" brushRef="#br0" timeOffset="109508.597">22848 11711 1914 0,'0'0'54'0,"-6"-2"13"0,0-1-54 15,0 0-13-15,-3 1 0 0,3-1 0 0,0 3 65 0,0 0 11 0,6 0 1 0,-9 0 1 16,3 3-41-16,0-1-8 0,0-2-1 0,0 6-1 16,1-1-19-1,-1-3-8-15,3 4 8 0,-3-1-8 0,0 3 0 0,0 0 0 0,3 0 0 0,-6 2 0 16,6 1 0-16,-3 0 0 0,0-3 0 0,3 2 0 15,-3 1 0-15,0 2 0 0,3-2 0 0,0 2 0 16,0-3-8-16,0 4 8 0,3-4 0 0,0 1 0 16,0 2 0-16,3-2 0 0,0-1 0 0,0-2 0 15,0 3 0-15,3-3 0 0,0 0-9 16,3-1 9-16,-3-1 0 0,3 2 0 0,0-3 0 16,3 0 0-16,-3-2 0 0,2-3 0 0,4 3 8 0,-3-3-8 15,3 0 10-15,0 0-10 0,0-3 10 0,0 0-10 16,0 1 14-16,0-4-3 0,2 1-1 0,-2 0 0 15,0-3 10-15,0 0 3 0,0 0 0 0,0 0 0 16,-3-3 17-16,0 1 4 0,0-3 1 0,-4 2 0 16,1 0 3-16,0 1 1 0,-3-3 0 0,0 2 0 15,-3 0-8-15,0 1-1 0,0-1-1 0,-3 1 0 16,-3 2-11-16,3-3-3 0,-6 1 0 0,3 2 0 16,-3-3-10-16,-3 3-3 0,3 0 0 0,-5 0 0 15,-1 0-12-15,0 6 8 0,0-4-8 0,-3 1 0 16,3 2 0-16,-3 3 0 0,0-2-11 0,0 2 11 15,0 0-48-15,-2 0-1 0,-1-3-1 0,-3 3 0 16,0 3-114-16,0-3-22 0</inkml:trace>
</inkml:ink>
</file>

<file path=ppt/ink/ink10.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50:41.883"/>
    </inkml:context>
    <inkml:brush xml:id="br0">
      <inkml:brushProperty name="width" value="0.05292" units="cm"/>
      <inkml:brushProperty name="height" value="0.05292" units="cm"/>
      <inkml:brushProperty name="color" value="#FF0000"/>
    </inkml:brush>
  </inkml:definitions>
  <inkml:trace contextRef="#ctx0" brushRef="#br0">9307 5803 1170 0,'0'0'24'0,"0"0"6"0,0 0-30 0,-6-3 0 0,6 3 0 0,-3-5 0 16,3 5 76-16,-6-3 8 0,3 0 3 0,3 3 0 15,-8-2-15-15,2-3-4 0,0 5 0 0,-3-3 0 16,0 0-16-16,3 3-3 0,-3-2-1 0,-3 2 0 16,3 0-12-16,-3 0-2 0,3 0-1 0,-6 0 0 15,3 2-33-15,-2 1 0 0,-1 2 0 0,0 0 0 16,0 1 0-16,0 2 0 0,0 2 0 0,0-2 0 15,0 3 0-15,0 2 0 0,4 0 0 0,-1-2 0 16,3 5 19-16,0-3-3 0,0 0-1 0,3 3 0 16,0 0-24-16,0 0-5 0,3-3-1 0,0 3 0 15,0-3 15-15,0 3 0 0,3-3 0 0,0 3 0 16,0-3 0-16,0 1 0 0,0 1 0 0,0-1 0 16,3 2 0-16,-3-1 0 0,3 4 0 0,0-1 0 15,3 1 0-15,-3 0 0 0,3 2 0 0,-3-3 0 16,3 3 0-16,0-2 0 0,3-1 0 0,-3 1 0 15,3-3-26-15,0 0-2 0,-1-3-1 0,1 3 0 0,3-3 29 0,0-2-9 16,0 2 9-16,0-3 0 0,3 1 0 0,-3-3 0 16,3 0 0-16,0 0 0 0,2 0 0 0,1-3-8 15,-3 0 8-15,3 1 0 16,0-4-30-16,-3-2-1 0,-3 3 0 0,3-6 0 0,-1 3 55 0,1-5 10 16,0 2 2-16,3-2 1 0,-3-3-19 0,6 0-4 15,-3 3-1-15,2-6 0 0,-2 3 0 16,3-2 0-16,0 2 0 0,0-5 0 0,0 2-13 0,-3-2 0 0,-1 0 0 0,1-3 0 15,-3 0 36-15,0 0 2 0,0-3 0 16,-3 4 0-16,0-7-15 0,0 4-3 0,-3-1-1 0,-1 1 0 16,-2-3 0-16,3 5 0 0,-3-3 0 0,0 1 0 15,-3-1 4-15,0 3 1 0,0 0 0 0,0-2 0 16,-3 2 3-16,0 0 1 0,0 0 0 0,-3 0 0 16,3 1-28-16,-3-4 0 0,0 3 0 0,0-2 0 15,-3-1 33-15,0 3 2 0,0-2 0 0,0 2 0 16,-2 0-19-16,-1 0-3 0,3 0-1 0,-6 3 0 15,0 0 2-15,0 0 0 0,0-1 0 0,-6 4 0 16,3 2-14-16,0 0 8 0,1 0-8 0,-4 3 0 16,3-1 0-16,-3 4 0 0,0-1 0 0,0 0 0 15,3 6 0-15,-3-3 0 0,4 5 0 0,-4 1 0 16,3-1-47-16,0 5-15 16,3 1-3-16,0 2-1 0,0 1-99 0,0 4-20 0,0-2-4 15</inkml:trace>
  <inkml:trace contextRef="#ctx0" brushRef="#br0" timeOffset="1083.414">9367 6567 1040 0,'-6'3'21'0,"0"0"7"0,0-1-28 0,-3-2 0 0,3 3 0 0,-3 0 0 15,3-1 68-15,-3 1 8 0,3 2 1 0,-3-2 1 16,0-1-25-16,1 4-5 0,-4-4 0 0,0 4-1 16,-3-1-12-16,3 0-3 0,-3-2 0 0,0 5 0 15,0-3-4-15,-3 3-2 0,4 0 0 0,-4 0 0 16,3 3-3-16,-3-1-1 0,3-2 0 0,-3 5 0 15,3-2-6-15,0-1 0 0,1 4-1 0,-1-1 0 16,3 0-23-16,3-2-5 0,-3 2-1 0,3-2 0 16,0 2 14-16,3-3 0 0,-3 4 0 0,3-1 0 15,0 0 0-15,3-2 0 0,-3 2 0 0,3 0 0 16,3 0 0-16,-3 1 0 0,3-1 0 0,-3 0 0 16,6 3 0-16,-3-3 0 0,0 3 0 0,0 3 0 15,3-4 0-15,0 4 0 0,0-3 0 0,3 2 0 16,-3 1 0-16,3-3 0 0,3 2 0 0,0-2 0 15,-3 0 0-15,3-3 0 0,0 3 0 0,3-3 0 16,-3-2 8-16,3 2 5 0,-3-2 1 0,2-1 0 0,4 4-14 16,0-7 0-16,-3 4 0 0,6-3 0 15,-3 0 0-15,0 0 0 0,0-3 0 0,2 3 0 0,1-5 0 0,-3-1 0 16,0 1 8-16,3-3-8 16,-3 0 0-16,0 0 0 0,-3-3 0 0,3-2 0 0,-4 2 0 0,1-4 0 0,0 1 8 15,0-2-8-15,0 0-12 0,0 0-4 0,0-2-2 0,0-1 0 16,0 1 18-16,0-1 0 0,-1-2 0 0,1 0 0 15,0-3 47-15,0-3 13 0,-3 1 2 0,3-3 1 16,-3-1-14-16,0-1-2 0,0-1-1 16,0-3 0-16,-3 6 0 0,0-3 0 0,0 3 0 0,-3 0 0 15,0 0-4-15,0 2-1 0,-3 1 0 0,0-1 0 16,-3 3-1-16,0 0-1 0,-3 1 0 0,0-1 0 16,-3 3-15-16,0-3-2 0,0 0-1 0,-6 3 0 15,3-3-1-15,0 2-1 0,-3-1 0 0,0 1 0 16,1 1-31-16,-1 2-5 0,0 1-2 0,0-1 0 15,0 3 45-15,0 3 9 0,3 0 1 0,-3 2 1 16,3 1-59-16,-2-1-12 0,-1 3-2 0,-3 3-1 16,3-1 28-16,-3 3 9 0,3 1 0 0,-3 4 0 15,0 1-72-15,1 2-8 0,-1 3-2 0</inkml:trace>
  <inkml:trace contextRef="#ctx0" brushRef="#br0" timeOffset="2033.683">9349 8308 1326 0,'-6'-8'56'15,"0"1"-45"-15,0-1 68 0,0 2 13 16,0 1 4-16,0-3 0 16,0 3-17-16,0 2-3 0,0-2-1 0,-3 0 0 15,4 2-27-15,-4 0-6 0,0 3-1 0,0 0 0 16,-3 0-14-16,3 0-3 0,-3 3-1 0,0 0 0 16,0 2-9-16,0-2-2 0,3 2 0 0,-3 3 0 0,1 0-12 0,-1 0 11 0,3 2-11 0,-3 1 10 15,3 2-10-15,-3 0 0 0,3 0 0 0,-3 3 0 16,3 0 0-16,0-3 0 0,3 3 0 0,-6 0 0 15,6 0 0-15,0 0 0 0,3 0 0 0,-2 2 0 16,-1-2 0-16,3 3 0 0,0-1 0 0,0 3 0 16,0 1 0-16,0 1 0 0,3 4 0 0,-3-1 0 15,3 1-11-15,0-3 11 0,3-1-8 0,0 4 8 16,0-6 0-16,0 0 17 0,3-2-2 16,-3 2-1-1,5-5-62-15,-2 2-13 0,3 1-3 0,0-3 0 0,3 0 52 0,0-1 12 0,0-1 0 0,0 2 0 16,3-1 0-16,0-1 0 0,0-1 0 0,-1 3 0 15,1-6 0-15,0 1 0 0,0 0 0 0,0-1 0 16,0-2-14-16,0-3 3 0,-3-2 1 0,3 2 0 16,-4-5 2-16,1 0 0 0,0 0 0 0,0-5 0 15,3 2 8-15,-3-5 0 0,3 0 0 0,0-2-8 16,-3-1 8-16,3 1 0 0,-4-1 8 0,4-2-8 16,-3 0 27-16,3-1 1 0,-3 1 0 0,0-3 0 15,0 0 8-15,-3-2 1 0,0 2 1 0,0-5 0 16,0 0 2-16,-4-3 1 0,4 0 0 0,-3-2 0 15,0-3-2-15,-3-3-1 0,0 0 0 0,0 0 0 16,-3 1-6-16,0 4 0 0,0 1-1 0,-3-1 0 0,3 1 6 16,-3 2 2-16,0 0 0 0,-3 0 0 0,0 0-7 0,0 3-2 15,1-3 0-15,-1 3 0 0,-3 0-5 16,0 0-1-16,0-3 0 0,0 6 0 0,0 2-8 0,-3-3-1 0,3 6-1 16,-3 0 0-16,0 0-14 15,0 5 0-15,3-3 8 0,-2 3-8 0,-1 3 0 16,0 2 0-16,-3 0-9 0,3 1 9 15,0 2-33-15,3 2-1 0,-3 4 0 0,0-1 0 16,0 3-105-16,-3 3-21 0,1-1-4 0</inkml:trace>
  <inkml:trace contextRef="#ctx0" brushRef="#br0" timeOffset="10118.533">12093 5858 1052 0,'-3'-5'44'16,"0"2"-35"0,-3-2 102-16,4 2 20 0,-1-2 4 0,-3 2 1 15,0-2-56-15,-3 2-10 0,0-2-2 0,0 3-1 0,-3-1-32 0,3 0-7 0,-3-2 0 16,0 2-1 0,0 1 7-16,0-1 2 0,-3 0 0 0,1 1 0 15,2 2-9-15,-6-3-2 0,3 0 0 0,0 3 0 16,3 0-5-16,-3 0 0 0,0 0-1 0,1 3 0 0,-1-3-1 0,0 3 0 0,3-1 0 15,-3 4 0-15,3-4-18 16,0 4 8-16,0-1-8 0,0 0 0 0,0 3 0 16,1 0 0-16,2 0 0 0,-3 0 0 0,0 3 26 0,0-1-2 15,0 1 0-15,0 5 0 0,3-3-24 0,-3 0 0 0,3 0 0 16,-3 3 0-16,3 0-19 0,1-3-2 0,2 3-1 16,-3 0 0-16,3 0 33 0,0-3 6 0,3 3 2 15,0 3 0-15,-3-4-19 0,3 7 0 16,0-4 0-16,0 3 0 0,0 0 0 0,3 3 0 0,-3 0 0 0,0 2 0 15,3-4 0-15,3 1 0 0,-3-1 0 0,3-4 0 16,3 1-16-16,0-1-1 0,0-2 0 0,3 0 0 16,0-3 17-16,0 3 0 0,2-3 0 0,1 1 0 15,3-1 0-15,0-3 17 0,3 4-3 0,-3-4-1 16,3-2-13-16,0 0 0 0,-1 0-12 0,1-3 12 16,3-2 0-16,0 0 0 0,0-1 0 15,6-2 0-15,-4-2 0 0,4-1 0 0,3 0 0 0,0 1 0 16,-3-4 0-16,-1 1-13 0,1 0 2 0,0-3 1 15,-3 0 42-15,-3 0 9 0,-1-3 2 0,-2 1 0 16,3-1-18-16,-6-2-3 0,3 0-1 0,0 2 0 16,-3-5-21-16,-1 3 0 0,1-5 0 0,0 2 0 15,0-6 32-15,-3 4 1 0,3-6 1 0,-3 0 0 16,0 0-14-16,0 1-4 0,-3-1 0 0,2 3 0 16,-2 0-4-16,-3-1 0 0,0 6-1 0,0-2 0 15,0 2 1-15,-3 0 1 0,0 0 0 0,0 3 0 0,-3-3-3 0,-3 0-1 16,3 3 0-16,-3-3 0 0,0 3-22 0,-3-3-5 15,0 0-1-15,-3-2 0 0,0 2 39 0,1 0 8 16,-4-3 2-16,-3 1 0 0,3 2-22 0,-3 3-8 0,0-3 0 0,-3 3 9 31,3 2-33-31,-3 1-8 0,1-1 0 0,2 3-1 0,-3 3 56 0,0-3 11 16,3 3 2-16,-6 2 1 0,3 0-45 0,-2 1-10 16,-1 2-2-16,0 0 0 15,-3 5-20-15,3-2-5 0,-3 2-1 0,1 3 0 16,2 2-87-16,0 1-18 0,3 5-3 0</inkml:trace>
  <inkml:trace contextRef="#ctx0" brushRef="#br0" timeOffset="10987.052">12159 6660 1150 0,'-9'-13'24'0,"6"10"6"0,0-2-30 0,-3 0 0 0,0-3 0 0,3 2 0 16,-3 1 86-16,0 0 11 0,0-1 3 0,0 1 0 15,0 2-23-15,0-2-4 0,-3 0-1 0,4 2 0 16,-4 1-20-16,0-1-4 0,0 0 0 0,-3 1-1 16,3-1-10-16,-3 0-1 0,-3 3-1 0,3-2 0 15,-3 2-10-15,0 0-1 0,1 2-1 0,-1 1 0 16,-3 0-13-16,0 2-2 0,0 0-8 0,0 3 12 16,3 0-12-16,-3 0 0 0,1 3 0 0,-4 2 0 15,6 0 0-15,-3 0 0 0,3 1 0 0,0 1 0 16,0 1 0-16,-2 0-10 0,2 3 2 0,3-3 0 15,-3 2 0-15,3-2 0 0,0 0 0 0,3 2 0 16,0-2-16-16,0 3-2 0,0-1-1 0,3 1 0 16,0-1 27-16,3 4 0 0,-3-1 0 0,4 0 0 15,2 0 0-15,0 3 12 0,0 0 0 0,0-1-1 16,2 1-11-16,1 0 0 0,0-3 0 0,3 3 0 16,0-5 0-16,0-1-9 0,3 1 9 0,-3-1 0 15,3-2-8-15,3 3 8 0,-3-4 0 0,3 1 0 0,-3 0-10 16,3-3 10-16,0-2-8 0,-3 2 8 0,2-5 0 15,1 3 0-15,0-1 0 0,3-2-8 0,-3-2 8 16,3-1 0-16,3 0 0 0,-3-2 0 0,3-3 0 0,2-3 0 16,-2 1 0-16,3-1-8 0,0-2 8 0,3-1 0 15,-3-2 0-15,2 0 0 0,-2-2 0 16,-3-1 0-16,3 1 0 0,0-4 8 0,-6 1-8 0,2-3 0 16,-2 0 0-16,-3 1 0 0,3-4 0 0,-3 3 0 15,0-5 0-15,-3 0 0 0,3 0 45 0,-3-3 8 0,0-3 2 16,0 1 0-16,0-1-23 0,-4 1-5 0,1 0-1 0,-3 2 0 15,0 0 2-15,0 5 0 0,-3 1 0 0,0-1 0 16,-3 3 2-16,0 1 1 0,0-1 0 0,-3 2 0 16,1 1 17-16,-4 3 3 0,-3-1 1 0,0 1 0 15,0-1-65-15,0 0-13 16,-3 3-2-16,0 0-1 0,-3 1 29 0,0 1 0 0,-2 4 0 0,-4 2 0 16,0 0-27-16,0 0 1 15,-3 2 0-15,1 1 0 0,2 2-34 0,0 0-8 0,3 3 0 0</inkml:trace>
  <inkml:trace contextRef="#ctx0" brushRef="#br0" timeOffset="12009.304">12034 8248 1561 0,'-9'-6'32'0,"3"1"8"16,-3 0-32-16,3 2-8 0,-3-2 0 0,3 2 0 15,-3 0 65-15,0 1 11 0,0 2 3 0,0-3 0 16,-2 3-26-16,2 0-5 0,0 0 0 0,-3 0-1 16,0 3-7-16,0-1-2 0,0 1 0 0,0 0 0 15,3 2-14-15,-3-2-2 0,0 2-1 0,1 3 0 16,-1-3-7-16,0 3-2 0,0 0 0 0,3 0 0 15,-3 0-12-15,3 3 0 0,0-4 0 0,-3 4 0 0,3 0 14 16,3-1 0-16,-3 3 0 0,0 1 0 0,4-1-14 16,-4 0 0-16,3-2 0 0,-3 2 0 0,3 0 0 0,0 0 0 15,0 1-8-15,-3-1 8 0,3 0 0 0,0 3 0 16,0-3 0-16,3 3 0 0,-3 0-11 16,3 0 11-16,-3 0-10 0,3 2 10 15,0 1-9-15,0 2 9 0,0 0-8 0,3 0 8 0,-3 0 0 0,3 3-10 16,0-3 10-16,0 3 0 0,3-3 0 0,-3-2 0 0,3 2 0 0,0-2 0 15,0-1 0-15,0 1-10 0,3-1 2 16,0 1 0-16,0-1 8 0,0-2 0 0,3 3-9 0,0-3 9 16,0-1-12-16,0 1 1 0,0 0 1 0,-3 0 0 15,3-3 0-15,-1 0 0 0,1-2 0 0,0 2 0 16,0-5-18 0,3 3-4-16,-3-6-1 0,3 3 0 0,0-3 33 0,0-2 0 0,3 0 0 0,0-3 0 15,2-3 15-15,-2 0 9 0,3-2 3 0,0 2 0 16,3-5-19-16,0 1-8 0,0-4 8 0,-1 3-8 15,-2-3 0-15,3-2 0 0,0 0 0 0,-3 2 0 16,0-2 0-16,-3 0 8 0,-1 0-8 0,1-1 12 16,0 1-12-16,-3 0 12 0,0 0-12 0,0-3 12 15,0 3 0-15,0-1 0 0,0 1 0 0,0 0 0 16,-1 0-1-16,-2 2 0 0,0-2 0 0,0 0 0 16,0-3-3-16,-3 3-8 0,0-3 12 0,0 0-4 15,0 0 9-15,-3 0 2 0,0-2 0 0,0-1 0 16,0 1 8-16,-3 2 1 0,3-3 1 0,-3 1 0 15,-3-1 1-15,3 3 0 0,-3 0 0 0,0 0 0 16,0 1-3-16,0-1-1 0,-3-3 0 0,0 3 0 16,0 3-7-16,0-3-2 0,0 3 0 0,-3 0 0 15,3-3-17-15,-3 3 0 0,0-3 0 0,1 3 0 0,-1-1 55 0,0 1 7 16,0 0 2-16,-3 2 0 16,3 1-64-16,0 2-21 0,-3 0 0 0,3 0 0 0,-6 3 21 0,3-3-9 0,0 2 9 0,-2 4 0 31,-1-4-40-31,-3 4-2 0,0-1 0 0,-6 3 0 15,3 0-170-15,0 0-33 0</inkml:trace>
  <inkml:trace contextRef="#ctx0" brushRef="#br0" timeOffset="22630.152">12323 7020 1337 0,'0'0'28'0,"-3"2"6"0,3-2-34 0,0 0 0 0,0 0 0 0,0 0 0 16,-3 6 58-16,3-6 5 0,0 0 1 0,0 0 0 15,0 0 0-15,-3 5 0 0,3-5 0 0,0 0 0 16,0 5-34-16,0-5-6 0,0 6-2 0,3-1 0 16,-3-2-22-16,3 2 0 0,0 0 0 0,0-2 8 15,0 2-8-15,0 3 0 0,2-3 0 0,-2 1 0 16,3-1 0-16,-3 0 0 0,3 1 0 0,0-1 0 15,-3 0 0-15,3 0 0 0,3-2 0 0,-3 2 0 16,0-2 0-16,3 0 0 0,-3-3 0 0,3 0 0 16,-3-3 0-16,3 0 0 0,3-2 0 0,-3 0 8 15,0-1-8-15,-1-1 11 0,4-1-11 0,-3-3 12 16,3-2 9-16,0 0 3 0,-3-3 0 0,3 0 0 16,3 0-12-16,0 0-3 0,-3 0 0 0,2 0 0 15,1 0-9-15,3 1 0 0,-3-1 0 0,0 0 0 16,3 0 0-16,-3 3 12 0,0-1-12 0,0-1 12 15,-1 4-12-15,-2 0 0 0,-3 1-12 0,3-1 12 16,-6 3-59-16,0 3-4 0,0 0-1 0</inkml:trace>
  <inkml:trace contextRef="#ctx0" brushRef="#br0" timeOffset="23007.499">12564 6922 1466 0,'0'0'62'0,"0"0"-50"15,0 0 66-15,0 0 13 0,0 0 2 0,0 0 1 16,0 0-24-16,0 0-5 0,0 0-1 0,0 0 0 16,0 0-20-16,0 0-4 0,0 0 0 0,0 0-1 15,0 5-31-15,0 1-8 0,0 1 0 0,0 1 0 16,0 0 0-16,0 3 0 0,0-3 0 0,3 2 0 15,-3-2 0-15,3 3 0 0,0-3 0 0,0 2 0 16,0-2 0-16,0-2 0 0,3 2 0 0,-1 0 0 16,1-3 0-16,0 0 0 0,3-2 0 0,0-1 0 15,0 1 0-15,0-3 11 0,0 3-11 0,0-6 12 16,3 0 5-16,0-2 2 0,0 0 0 0,3 0 0 16,-4-1 25-16,4-2 4 0,-3 0 2 0,6-2 0 15,-3 2-30-15,0 0-7 0,0-3-1 0,3 3 0 16,-1-2-12-16,-2-1 8 0,3 1-8 0,-3-4 0 15,0 4-8-15,3-3-8 0,-3 2-2 0,0 0 0 16,2 1-53-16,-2-3-10 0,3 2-3 0</inkml:trace>
</inkml:ink>
</file>

<file path=ppt/ink/ink11.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0-10-30T19:40:43.990"/>
    </inkml:context>
    <inkml:brush xml:id="br0">
      <inkml:brushProperty name="width" value="0.05292" units="cm"/>
      <inkml:brushProperty name="height" value="0.05292" units="cm"/>
      <inkml:brushProperty name="color" value="#FF0000"/>
    </inkml:brush>
  </inkml:definitions>
  <inkml:trace contextRef="#ctx0" brushRef="#br0">7003 4088 1208 0,'0'0'25'0,"0"0"6"16,0 0-31-16,0 0 0 0,0 0 0 0,0 0 0 16,0 0 84-16,0 0 12 0,0 0 1 0,0 0 1 15,0 0-78-15,0 0-20 0,0 0 0 0,0 0 0 16,0 0 0-16,-3 5 0 0,0 3 0 0,3-2 0 16,-3-1 0-16,3 3 0 0,0 2 0 0,0-2 0 15,3 3 0-15,-3 5 0 0,0-6 0 0,0 4 0 16,0-1 0-16,0 0 0 0,0 0 0 0,0 1 0 15,0-4 0-15,-3 3 0 0,3-2 0 0,0-3 0 0,0 0 0 0,0 0 0 16,0-3 0-16,0-5 0 0,0 0 0 0,0 0 0 0,0 0 0 0,0 0 0 16,0 0 0-16,0 0 0 0,0 0 0 0,3-8 0 31,0 0 0-31,0-2-17 0,0-4 3 0,0 1 1 16,3 0 13-16,-3-6 10 0,3 3-2 0,0 1 0 0,-3-1 13 0,0 0 3 0,3 3 0 15,-3-1 0-15,0 1 1 0,-3 3 1 0,3 2 0 0,-3-3 0 16,0 3 2-1,0 0 1-15,0 6 0 0,0-6 0 16,0 8-6-16,0 0-2 0,0 0 0 0,0 0 0 0,0 0-9 0,0 0-3 0,0 0 0 0,-6 8 0 16,0-6-9-16,3 3 0 0,0 3 0 0,0 0 8 15,0-2-8-15,3 2 0 0,0 0 0 0,0-1 0 16,0 1 0-16,0 3 0 0,0-3 0 0,0 0 0 16,0 0 0-16,-3 0 0 0,3-8 0 0,0 0 0 15,0 0 0-15,0 0 0 0,0 0 0 0,0 0 8 16,0 0-8-16,0 0 12 0,0 0-12 0,0 0 12 15,0 0 1-15,0 0 1 0,0 0 0 0,0 0 0 16,0-8 3-16,-3 0 1 0,3 3 0 0,0-1 0 16,0 1-18-16,0 2 10 0,0 1-10 0,0-6 8 15,0 2-8-15,0 4 0 0,0-3 0 0,0 5 0 16,3-6-16-16,0 4-6 0,-3-4-1 0</inkml:trace>
</inkml:ink>
</file>

<file path=ppt/ink/ink12.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1:56:14.799"/>
    </inkml:context>
    <inkml:brush xml:id="br0">
      <inkml:brushProperty name="width" value="0.05292" units="cm"/>
      <inkml:brushProperty name="height" value="0.05292" units="cm"/>
      <inkml:brushProperty name="color" value="#FF0000"/>
    </inkml:brush>
  </inkml:definitions>
  <inkml:trace contextRef="#ctx0" brushRef="#br0">14454 2569 1242 0,'0'0'52'0,"-6"-5"-41"15,3 5 113-15,-3-8 22 0,3 8 5 0,-3-8 1 16,3 8-52-16,-3-8-11 0,-3 8-1 0,3-8-1 16,-3 6-27-16,0-1-4 0,0 3-2 0,1-5 0 15,-1 2-11-15,-3 3-3 0,0-5 0 0,0 5 0 16,0-3-5-16,-3 3-2 0,3 0 0 0,-3-5 0 16,0 5-9-16,1 0-1 0,-1 0-1 0,0 0 0 15,0 5-6-15,3-5 0 0,-3 0-1 0,0 0 0 16,0 0-4-16,0 0-1 0,1 0 0 0,-4 0 0 15,3-5-2-15,-3 5-8 0,0-3 12 0,-6 3-4 16,3-3 4-16,-2 3 0 0,-1 0 0 0,-3 0 0 16,3 0-28-16,-3 3-6 0,4 0-1 0,-4 2 0 15,3-5 23-15,0 3 0 0,3 2 0 0,1-2 0 16,-4 2 24-16,0-2 8 0,0-3 3 0,0 2 0 0,0 6-35 16,-2-5 0-16,-1 2 0 0,3 3 0 0,0 0 28 0,-3-5 1 15,7 7 1-15,-4-2 0 0,3 0-30 0,3 3 0 16,0-1 0-16,0-2 0 0,1 0 0 15,-1 3 0-15,3-1 0 0,-3-2 0 0,0 0 0 0,0 0 0 16,3 5 0-16,-3-5 0 16,1 3-45-16,2-1-15 0,-6-2-4 0,3 0 0 0,3 3 78 0,-3-1 15 15,3-2 3-15,-2 0 1 0,2 0-1 0,-3 0-1 0,3 0 0 0,0 0 0 32,3 3-76-32,-3-3-15 0,3 2-4 0,3 3 0 0,-3-7 52 0,4 4 12 0,-1 4 0 15,0-7 0-15,0 1 0 0,0 6 0 0,3-4 0 16,0 1 0-16,0-1 0 0,0 4 0 0,0-4 0 0,0 1 0 15,0 5 0-15,3-6 0 0,-3 4 0 0,0-1 0 16,0 0 0-16,3 3 0 0,-3-6 0 0,3 4 0 16,0-1 0-16,-2-3 0 0,2 4 0 0,0-1 0 15,0-5 0-15,3 5 0 0,-3-2 0 0,0-1 0 16,3 1 0-16,0-3 0 0,0 2 0 0,0 1 0 16,0 2 0-16,3-5 0 0,-3 3 0 0,0-1 0 15,3-2 0-15,0 3 0 0,-3 2 0 0,3 0 0 16,0-2 0-16,-1 2 0 0,4 0 0 0,-3 1 0 15,6 1 0-15,-3-1 0 0,0 2 0 0,0-1 0 16,0-4 0-16,0 8 0 0,3-9 0 0,-3 3 0 16,0 1 0-16,3-4 0 0,-3 3 0 0,3 1 0 15,0-9 0-15,0 5 0 0,0-2 0 0,2 0 0 16,1 3 0-16,3-6 0 0,0 6 0 0,0-3 0 0,0-6 0 0,3 6 0 0,3-2 0 0,-4 2 0 16,4-3 0-16,0 3 0 0,0-3 0 15,3 3 0-15,-3-3 16 0,-1 1 7 16,1 2 1-16,0-3 0 15,3-3-16-15,-3 1-8 0,0 0 10 0,-1-1-10 16,4-2 12-16,0 3-3 0,3 0-1 0,0 2 0 0,-1-5 16 16,1 3 2-16,0-3 1 0,3 5 0 0,-6-5-41 0,2 3-8 0,-2-3-2 0,0 5 0 15,0-5 39-15,0 0 7 0,-1 0 2 0,1-5 0 16,0 2-24-16,3 3 0 0,3 0 0 0,-4-5 0 16,4 5 0-16,0 0 0 0,-3 0 0 0,2 0 0 15,-2 0-9-15,0 0-7 0,-3 0 0 0,3 0-1 16,-4 0 17-16,1-3 0 15,0 3 0-15,0-8 0 0,0 5 0 0,3 1 9 0,-1-1-1 16,1 0 0-16,0 3 1 0,0-2 0 16,-1 2 0-16,-2 0 0 0,0-5-9 0,0 2-14 0,0 3 3 15,-3-5 1-15,-1 2 10 0,1-2 0 0,-3-1 0 0,6 4 0 16,-3-4 8-16,0 4-8 0,-1-4 10 0,4 4-10 16,-3-3 8-16,0-1-8 0,0 1 0 0,0 2 9 15,-4 1-9-15,4-6 0 0,-3 2 0 0,0 4 0 16,-3-6 0-16,0 5 0 0,0-5 0 0,3 6 0 15,-7-6 0-15,4 2 0 0,-3-2 0 0,3 3 0 16,-3 0 0-16,0 0 0 0,3-3 0 0,0 0 0 16,-3-3 0-16,2 3 0 0,1-2 0 0,0 2 0 15,-3-3 0-15,3 1 0 0,3 2 0 0,-3-3 0 16,-3 0 27-16,3 3 3 0,-4-5 1 0,4 3 0 16,-3 4-19-16,-3-2-3 0,3 0-1 0,-3-5 0 0,0 5-8 15,0 0 8-15,-3-2-8 0,3 2 8 0,-3 0 0 0,0 0-8 16,0 0 12-16,0 0-4 15,-3 0 0-15,2 0-8 0,-2 0 12 0,3 0-4 0,-3 0-8 16,0 3 8-16,0-8-8 0,0 2 8 0,0 1-8 0,-3-1 0 0,0-5 9 16,0 6-9-16,0-1 8 0,0-5-8 15,0 3 8-15,-3-3-8 0,3 3 8 0,-3-3-8 0,0-3 8 16,0 1-8-16,0 5 8 0,0-8-8 16,0 5 10-16,-2 0-10 0,2-3 11 0,-3 3-11 0,0 1 12 15,0 1-12-15,0 4 10 0,0-9-10 0,0 9 8 0,0 2-8 16,-3-6 10-16,0 7-10 0,0-1 12 0,0-3-12 15,0 3 9-15,0 0-9 0,-3 0 0 16,3 0 9-16,1 0-9 0,-4 0 0 0,3 0 0 0,0 0 8 16,-3-2-8-16,3 2 0 0,-3 0 0 0,3 0 8 15,-3 0-8-15,3 0 0 0,0 0 0 0,-3 0 0 16,3 3 0-16,1-3 0 0,-1 0 0 0,0 0 0 16,-3 0 0-16,3 3 0 0,3-3 0 0,-3 3 0 15,0 2 0-15,0-5 0 0,0 3 0 0,0 2 0 16,0-5 0-16,3 3 0 0,-3 0 0 0,1 2 0 15,-1-2 0-15,0 2 0 0,0-2 0 0,-3 2 0 16,3-5-8-16,0 6 8 0,-3-1 0 0,3-2 0 16,-3 2 0-16,0 3 0 0,3-5 0 0,-6 2 0 15,7-2 0-15,-4 2 0 0,0-2 0 0,0 2 0 16,0 1 0-16,0-1 0 0,0 3 0 0,-3-5 0 16,3 2 0-16,0 3 0 0,-2-5 0 0,2 5 0 15,0 0 0-15,3-3 0 0,-3 3 0 0,3 0 0 16,-3 0 0-16,3 0 0 0,0-5 0 0,0 5 0 15,0-3 0-15,0 3 0 0,0-3 0 0,1 1 0 0,-1 2 0 16,3-5 0-16,-3 2 0 0,0 3 0 0,-3-5 0 0,3 5 0 16,3-3 0-16,-6 3 0 0,3-5 0 0,0 5 0 15,-3-3 0-15,3 3 0 0,-2 0-12 0,-1 0 12 0,3 0-12 0,-3 0 12 16,0 0-25-16,0 3 2 0,3-3 1 0,-3 5 0 31,0-2-30-31,3 2-5 0,-3-2-2 0,-3 4 0 16,1-1-157-16,-1-1-32 0</inkml:trace>
  <inkml:trace contextRef="#ctx0" brushRef="#br0" timeOffset="1024.773">13492 2884 1451 0,'-3'-3'61'0,"-3"-2"-49"15,1 5 108-15,-1-2 20 0,-3 2 5 0,3 0 1 16,-3 0-53-16,0-6-10 0,0 6-3 0,0 0 0 16,0 0-50-16,0 6-10 0,0-6-3 0,0 2 0 15,0 3-27-15,0-5-6 0,0 6 0 0,4 2-1 16,-4-6 39-16,3 4 8 0,0 2 2 0,0 0 0 15,0-6-32-15,0 9 0 0,3-3 0 0,0 0 0 32,0-3-22-32,0 6-7 0,0-4-2 0,3 7 0 0,0-9 46 0,0 6 9 0,3 2 1 0,0-5 1 15,0 0-26-15,3 5 0 0,0-5 0 0,0 0 0 16,0 5-10-16,3-5 10 0,3 0 0 0,-4-3-9 16,4 3 9-16,0 0 0 0,0-5 0 0,0 2 8 15,0 3-8-15,0-5 8 0,0 2-8 0,0-2 8 16,-3 2-8-16,3 0 0 0,-4-2 0 0,-2 2 0 15,0-2 0-15,0 2 8 0,-3-5-8 0,-3 0 0 16,0 0 8-16,0 0-8 0,0 5 10 0,0 3-10 16,-6-5 11-16,0 2-11 0,0-2 12 0,0 2-12 15,-2-2 0-15,-1-1 0 0,0 1 0 0,-3 2 0 16,3-2 0-16,-3 2 0 0,0-2 0 0,0 2 0 16,0-2 0-16,3 2 0 0,0-5 0 0,-3 0 0 15,4 3-10-15,-1-1 10 0,3-2-10 0,-3 3 10 16,3 0-28-16,0-3 0 0,6 0 0 0,-9 0 0 15,3 0-156-15,3-3-32 0</inkml:trace>
  <inkml:trace contextRef="#ctx0" brushRef="#br0" timeOffset="1378.633">13641 3141 2166 0,'0'0'45'0,"0"0"10"0,0-5-44 0,0 5-11 0,3-3 0 0,-3 3 0 16,0 0 107-16,0 0 19 0,0 0 4 0,0 0 1 15,0 0-59-15,0 0-12 0,3-3-3 0,-3 3 0 16,0 0-28-16,0 0-5 0,0 0-2 0,3 3 0 16,-3-3-2-16,3 8-1 0,-3-3 0 0,3 3 0 15,-3 0-11-15,0-3-8 0,3 3 9 0,-3 0-9 16,0 0 11-16,0 0-11 0,0 0 12 0,0 5-12 15,0-5 8-15,0 0-8 0,0 5 0 0,0-5 0 16,0 3 0-16,0-1 0 0,0 1 0 0,0 2 0 16,-3-2 0-16,3 2 10 0,0-2-10 0,0 4 8 15,-3-7-8-15,3 3 0 0,0 0 0 0,0-1 0 16,0 3-9-16,0-7 9 0,0 4 0 0,0-4 0 16,0 2-28-16,0-8 2 0,3 7 0 0,-3-7 0 15,0 0-108-15,0 0-22 0,3 0-4 0</inkml:trace>
  <inkml:trace contextRef="#ctx0" brushRef="#br0" timeOffset="2164.285">14061 1574 2012 0,'0'-8'89'0,"-3"0"19"0,3-2-87 0,0 2-21 0,0 0 0 0,0 0 0 15,0 0 89-15,0 3 14 0,0 2 2 0,0-2 1 31,0 5-28-31,0 0-6 0,0 0 0 0,0 0-1 0,0 0-57 0,0 0-14 0,0 0 0 0,0 0 0 16,0 0 27-16,0 0 2 0,0 0 1 0,0 5 0 16,3 3-18-16,-3 5-3 0,3-5-1 0,-3 0 0 15,3 5-8-15,-3-5 12 0,3 0-12 0,-3 6 12 16,3-4 6-16,-3 3 2 0,3 1 0 0,0 2 0 16,-3-1-20-16,3 7 0 0,0-1 0 0,-3-3 0 15,3 3 0-15,-3 6 0 0,3-3 0 0,-3 5 0 16,3-8 0-16,0 3 0 0,-3-3 0 0,3 0 0 15,-3 3-9-15,3-8-6 0,-3 0-1 0,3 2 0 16,-3-2 16-16,0-3 0 0,0 3 0 0,0 0 0 16,0-3 0-16,0 3 0 0,0 0 0 0,0 0 0 15,0 2 12-15,0-7 3 0,0 5 0 0,0 2 0 16,0-7-15-16,0 2 0 0,0 0 0 0,3-2 0 16,-3 2 0-16,3 1 0 0,-3-7 0 0,0 7 0 15,3-6 0-15,-3 0 0 0,0-1 0 0,0-1 0 16,0 2-48-16,0 0-13 0,0 0-3 0,0 0 0 15,0-3 0-15,0 3 0 0,0 0 0 0,-3-6 0 16,3 4-153-16,-3 2-31 0</inkml:trace>
  <inkml:trace contextRef="#ctx0" brushRef="#br0" timeOffset="2744.939">13870 2254 1792 0,'0'0'51'0,"0"0"10"16,0 0-49-16,0 0-12 0,0 0 0 0,0 0 0 16,0 0 75-16,0 0 12 0,3 0 2 0,-3 0 1 15,6 0-53-15,0 6-10 0,0-6-3 0,-3 2 0 16,3 4-13-16,0 2-3 0,0-1-8 0,0-4 12 15,3 8-12-15,-3-3 0 0,0 0 8 0,3 0-8 16,-3-3 0-16,0 5 0 0,3-2 0 0,-3 0 0 16,3 3 0-16,-4-3 11 0,4 0-11 0,-3 0 10 15,0-6-10-15,3 4 0 0,0-1 0 0,-3 3 0 16,3-5 0-16,-3 2 0 0,3-5 0 0,-3 2 0 16,3-2 0-16,-3 6 0 0,0-6 0 0,0 0 0 0,0 0 0 0,0 0 0 15,3-6 0-15,-4 6 0 0,-2-2 53 0,3 2 9 16,0-5 2-16,-3 2 0 0,3-2 0 0,-3 2 0 15,3-2 0-15,-3-1 0 0,0-2 0 0,3 0 0 0,-3 1 0 16,3-1 0-16,-3 0-52 0,3-6-12 0,-3 6 0 0,3 1 0 16,0-7 0-16,0 6 0 15,0-2 0-15,0 4 0 0,-3-7 0 0,3 5 0 0,0 0 0 0,0 3 0 16,-3-3-48-16,3 0-13 0,-1 6-3 16,1-6 0-16,-3 2-102 15,3 1-21-15</inkml:trace>
  <inkml:trace contextRef="#ctx0" brushRef="#br0" timeOffset="5030.591">14368 1670 1580 0,'0'0'67'0,"0"0"-54"16,0 0 41-16,0 0 8 0,0 8 2 0,0-6 0 15,0 6-52-15,3 3-12 0,-3-1 0 0,2 4 0 16,1-1 0-16,-3 3 0 0,3-3 0 0,0 3 0 15,0 0 0-15,0 0 0 0,0-3 0 0,0 3 0 16,0-3 0-16,-3 0 0 0,0 3 0 0,3-8 0 16,-3 5 0-16,0-5 0 0,0 0 0 0,0 0 0 15,0-5 0-15,0 2 0 0,0-5 0 0,0 0 0 0,0 0 54 0,0 0 8 16,0 0 2-16,0 0 0 0,0 0-14 0,0 0-2 16,0 0-1-16,0 0 0 0,0 0 27 0,0-8 6 0,-3 0 0 0,0 0 1 15,0-5-65-15,3-3-16 0,-3 3 0 0,0-3 0 16,3-5 55-16,0 0 7 15,-3-3 2-15,3 0 0 0,3 3-52 0,-3-6-12 16,3 3 0-16,0 3 0 0,0 5 0 0,0-5 0 0,0 5 0 0,3 3 0 16,0-3 0-16,0 3-18 0,0 2 4 0,0-2 1 15,0-3 21-15,0 8 4 0,3-5 0 0,0 5 1 16,-3 0-13-16,0 0 0 0,3 0 0 0,-3 3 0 16,0 0 0-16,2 2 0 0,-2-2 0 15,0 5 0-15,0 0 0 0,-3 0 0 0,3 0 0 0,0 5 0 16,-3-2 0-16,0 2 0 15,3 0 0-15,-3 3 0 0,0 0 0 0,0 0 0 0,0 0 0 0,0 0 0 32,-3 0-48-32,3 5-13 0,-3-5-3 0,-3 0 0 0,3 0 52 0,-3 0 12 0,0 3 0 0,-3-3 0 15,3-1 0-15,-3 1 0 0,3-5 0 0,-3 8 0 16,0-3-54-16,-3-6-8 0,3 6-2 0,-3 0 0 16,4-3 52-16,-4 1 12 0,0 2 0 0,3-6 0 15,-3 4 0-15,3-4 0 0,0 4 0 0,0-4 0 16,6-2 0-16,-3 5 0 0,3-5 0 0,-6 6 0 15,6-6 22-15,-3 2 7 0,3-2 2 0,0 0 0 16,-3 6-50-16,3-6-9 0,0 0-3 0,-3 8 0 16,3-8 31-16,0 8 0 0,0-8 0 0,0 7 0 15,0-1 0-15,3 2 0 0,-3-6 0 0,3 4 0 0,0 2 0 16,0-3 0-16,0 3 0 0,3-6 0 0,-3 4 0 0,3 2 0 16,0 0 0-16,-3-3 0 0,3-2 0 0,0 2 0 15,3-2 0-15,-3 2 0 0,-1-3 0 0,4 4 0 16,-3-6 0-16,3 2 0 0,-3-2 0 15,3 0 0-15,0 0 0 0,-3 0 0 0,6-2 0 0,-3 2 0 16,0-6 0-16,0 4 0 16,3-6 0-16,-3 3 0 0,0-3 0 0,2 0 0 0,-2 0 0 0,0 0 0 15,0 0 0-15,0 3 0 0,0-3 28 0,-3 0 11 0,0-6 2 16,0 7 1-16,0-1-5 0,-3 0-1 0,0 2 0 0,0-2 0 16,-3 3 12-16,0 3 1 0,0-6 1 0,0 8 0 15,0 0-40-15,0-8-10 0,-3 8 0 0,3 0 0 16,-6-6 0-16,0 4 12 0,6 2-12 0,-6 0 12 15,0 0-12-15,0 2 0 0,0 4-12 16,0-6 12-16,0 8 0 0,0-6 0 0,0 4 0 0,0 1 0 16,3-1 0-16,-3 2 0 0,3 0 0 0,0 2 0 15,1 1 0-15,2-1 0 0,0 4 0 0,0-6 0 16,0 5 0-16,2-5 0 0,-2 5 0 0,3-5 0 16,0 2 0-16,0-2 0 0,3 3 0 0,-3-3 0 15,3-5-59-15,-3 2-4 0,3 3-1 0,3-8 0 16,-3 0 64-16,3 0 20 0,0 0 0 0,0 0 0 15,0 0-20-15,0-8 0 0,0 8 0 0,3-8 0 16,-3 3 0-16,2-3 0 0,1 0 9 0,-3 0-9 16,0 0 39-16,0 0 1 0,0-5 1 0,-3-1 0 15,0 4-33-15,0-3-8 0,0 5 0 0,-3-6 0 16,0 1 53-16,0 3 9 0,0 2 2 0,-3-3 0 16,3 3-52-16,-3 0-12 0,0 0 0 0,-3 6 0 15,0-4 0-15,3-2 0 0,0 8 0 0,-6 0 0 0,6 0 0 0,-6-5 0 16,6 5 0-16,-6-2 0 15,6 2 0-15,-6 2 0 0,6-2 0 0,0 0 0 0,-6 5 0 0,3-2 0 0,3-3 0 16,-3 11 0-16,0-9 12 0,3 6-1 0,0 0 0 0,0 5 0 16,3-7-11-16,0 4 0 0,0-2 0 0,0 5 0 15,3-5-8-15,-3 6 8 0,0-6 0 0,3 5 0 16,-3-5 0-16,0 2 0 0,0 1 0 0,0-3 0 16,0 0 0-16,0 0 0 0,0 0 0 0,0 0 0 15,-3 0 0-15,0-3-11 0,3 3 11 0,-3-3-8 16,0 3-4-16,0-5 0 15,0 2 0-15,0 3 0 0,-3-8 12 0,3 0 12 16,0 8-2-16,0-8-1 16,-3 5-33-16,3-5-8 0,0 0 0 0,0 0-1 0,0 0 33 0,0 0 0 0,0 0 0 0,0 0 0 15,0 0-20-15,0 0 2 0,0 0 1 0,0 0 0 16,0 0 1-16,3 0 1 0,3 0 0 0,0-5 0 16,0 5 6-16,0 0 1 0,2-5 0 0,1 2 0 15,0-5 0-15,-3 3 0 0,3-3 0 0,0 2 0 16,3-2 8-16,-3 1 0 0,3-4 0 0,-3 6-8 15,3-9 8-15,-3 4-8 0,3 2 8 0,-4-5-8 16,1 5 24-16,-3 0 6 0,3-5 1 0,-3 5 0 16,-3 0-23-16,3 0 0 0,-3-5 0 0,-3 7 0 15,3-2 56-15,-3 6 6 0,0-6 2 0,-3 2 0 16,3 1-52-16,-3 3-12 0,0-4 0 0,0 6 0 0,3 0 0 16,-6-2 0-16,-3 2 0 0,3 0 0 15,0 0 0-15,-3 2 0 0,6 4 0 0,-5-4 0 0,2 3 0 0,0 1 0 16,0 2 0-16,0 0 0 0,3 2 20 15,-3 1 0-15,3-1 1 0,0 4 0 0,0-1-21 0,3-5-10 16,-3 8 1-16,3-3 0 16,0-3-13-16,0 4-2 0,3-6-1 0,0 5 0 15,0-5-13-15,0 0-2 0,0 0-1 0,3-3 0 16,0-2-8-16,3 2-2 0,-3-5 0 0,3 3 0 0,2-3 23 0,-2-3 4 0,3 3 0 0,0-5 1 16,0 2 11-16,3-5 1 0,0-3 1 0,0 3 0 15,0-2 10-15,-1 2-8 0,-2-5 8 0,0 0-8 16,0 2 17-16,-3-2 4 0,0-1 1 0,0-1 0 15,-3 1 40-15,-3-2 8 0,3 3 2 0,-3 3 0 16,0-4-22-16,-3-1-4 0,3 1-1 0,-3 1 0 16,3 3-2-16,-3 2-1 0,3-6 0 0,0 6 0 15,-3 0-14-15,3 1-4 0,0 1 0 0,-3 4 0 16,0 2-8-16,0 0-8 0,0 0 12 0,0 0-12 16,0 0 8-16,0 0-8 0,0 0 0 0,6 2 0 15,-3 4 11-15,0-4-11 0,-3 6 10 0,3 0-10 16,0 3 8-16,-3-1-8 0,0 6 0 0,3 3 9 15,-3-3-9-15,0 5 0 0,3 2 0 0,-3 1 0 16,2 3 0-16,-2-6 0 0,3 3 0 0,0 0 0 16,-3-3 0-16,3 0 0 0,-3 0 0 0,3-5 0 15,0 0 22-15,-3-3 2 0,6 3 1 0,-6-3 0 16,3-5-25-16,0 3 0 0,-3-1 0 0,3-2 0 16,0 0-46-16,-3-5-14 0,3 2-4 0,-3-5 0 15,0 0 52-15,0 0 12 0,0 0 0 0,0 0 0 16,0 0-54-16,0 0-8 0,6-5-2 0,-3 2 0 15,-3-5 19-15,3 3 3 0,-3-3 1 0,0 0 0 0,-3 0 22 0,0-5 5 16,0 0 1-16,0 2 0 0,-3-5 13 0,0 3 8 0,0 0 0 16,0 2-8-16,3 1 33 0,0-1 0 0,0 3 0 0,0-3 0 15,1 9-15-15,2-6-3 0,0 3-1 16,0 2 0-16,2-2 23 0,1 2 5 0,0-2 1 0,3 5 0 16,0-6-23-16,0 6-4 0,3-2 0 0,0 2-1 15,0 0 3-15,0-6 1 0,0 4 0 0,0 2 0 16,3 0-9-16,0-5-2 0,0 2 0 0,2-2 0 15,4 2-8-15,0-2 0 0,3-1 0 0</inkml:trace>
  <inkml:trace contextRef="#ctx0" brushRef="#br0" timeOffset="9583.552">14010 3024 1337 0,'0'0'56'16,"-3"6"-44"0,0 2 92-16,0-3 20 0,0 3 3 0,3-8 1 15,-3 2-52-15,3 4-9 0,0-6-3 0,0 0 0 16,0 0 0-16,0 0 0 0,0 0 0 0,0 0 0 16,0 5 0-16,0-5 0 0,0 0 0 0,0 0 0 0,0 0 0 0,0 0 0 0,0 0 0 15,0 0 0-15,0 0 0 0,0 0 0 16,0 0 0-16,0 0 0 0,0 0-8 0,0 0-3 15,0 0 0-15,3-5 0 0,-3-1-36 16,0 6-7-16,3-2-2 0,-3 2 0 0,3-8-8 0,-3 8 0 16,0-5-12-16,0 5 12 15,0 0-52-15,0 0-2 0,0 0-1 0,0 0 0 16,0 0-60-16,0 0-12 0,0 0-2 0</inkml:trace>
  <inkml:trace contextRef="#ctx0" brushRef="#br0" timeOffset="9867.69">14025 3318 1552 0,'0'0'44'0,"0"5"10"0,3-2-43 0,-3-3-11 0,3 5 0 0,-3-5 0 16,0 6 53-16,0-6 9 0,0 0 2 0,3 2 0 16,-3-2 51-16,0 0 10 0,6 3 3 0,-6-3 0 15,0 0-52-15,0 0-9 0,0 0-3 0,0 0 0 0,3 0 0 0,-3 0 0 0,3-3 0 0,0 1 0 16,-3 2-51-16,3-3-13 0,-3 3 0 0,3-3 0 16,-3 3 0-16,3-5 0 0,0 2 0 0</inkml:trace>
  <inkml:trace contextRef="#ctx0" brushRef="#br0" timeOffset="10827.66">14513 3051 1364 0,'0'0'57'16,"0"0"-45"-1,-3-8 113-15,0 8 23 0,-3-5 5 0,6 5 1 16,-3-3-46-16,3 3-10 0,-5-8-2 0,5 8 0 16,-3-3-28-16,3 3-5 0,-6 0-2 0,6 0 0 15,-6 0-28-15,0 0-5 0,6 0-2 0,-6 3 0 16,0 0-10-16,3 2-1 0,-3 3-1 0,0-5 0 15,0 4-14-15,3 1 11 0,-3 3-11 0,0-3 10 16,3 0-10-16,0 2 0 0,-3 1 9 0,3-3-9 16,-3 3 0-16,3-1 0 0,0 1 0 0,0 2 0 15,3-5 0-15,-3 5 0 0,3-5 0 0,-3 3 0 16,3-1 0-16,3 1 0 0,0-3 0 0,0 0 0 16,0 2 0-16,3-2 0 0,0 0 0 0,0-3 0 15,0 3 0-15,0 0 0 0,3 0 0 0,0-5 8 16,0 2-8-16,0 0 0 0,0-2 0 0,0 0 0 15,3-1 0-15,-1 1 0 0,-2-3 8 0,3-3-8 0,0 1 0 16,-3-1 9-16,6-2-9 0,-3 2 0 0,0-5 12 0,0 3-12 16,0-3 12-16,-3 3-12 0,2-3 11 0,-2 5-11 0,3-5 10 15,-6 0-10-15,3 0 57 0,-3 0 6 0,0 3 1 0,0-3 0 16,-3 0-23-16,-3 0-4 0,3-2-1 0,-3 2 0 16,0-3-1-16,0 1-1 0,-3 2 0 0,0-3 0 15,-3-2-34-15,3 5 0 0,-3-8 0 0,-3 5-12 16,3 1 12-16,-3 2 0 0,0-5 0 15,0 5 0-15,1 0 26 0,-1 0 8 0,0 0 2 0,0-3 0 16,0 9-58-16,-3-6-11 16,3 8-3-16,0-5 0 0,-3 2 26 0,3 3 10 0,-3 0-8 15,0 0 8-15,0 3-156 0,1 2-25 16,-1 3-6-16</inkml:trace>
  <inkml:trace contextRef="#ctx0" brushRef="#br0" timeOffset="19019.394">13183 2688 1552 0,'0'0'44'0,"0"0"10"16,-6 3-43-16,6-3-11 0,-3 5 0 0,3-5 0 15,-6 3 104-15,6-3 20 0,-3 5 3 0,-3-5 1 16,6 0-52-16,-6 3-9 0,6-3-3 0,-6 3 0 15,0-3 0-15,0 2 0 0,0 3 0 0,-3-5 0 0,3 0-51 0,0 0-13 0,-3 0 0 0,4 0 0 16,-4 0 48-16,0 0 6 0,-3 0 2 0,3 0 0 16,0 0-39-16,-3 0-7 0,0 0-2 0,0-5 0 15,0 3-8-15,0-1 0 0,0 0 0 0,-2-2 0 16,2 2 53-16,0-5 9 0,0 0 2 16,-3 0 0-16,3-2-52 0,-3 2-12 15,0-3 0-15,-3 1 0 16,4-1 0-16,-1-5 0 0,3 3 0 0,-3 0 0 0,0-3 0 0,0 3 0 15,3-3 0-15,-3 0 0 0,0 0 0 0,4 3 0 0,-4-3 0 0,3 3 0 16,0-3 0-16,3 3 0 0,-3-1 0 0,3-1 0 16,0 1 0-16,0-2 0 0,3 1 0 0,-3-7 0 15,3 1 0-15,-3 3 0 0,4-3 0 0,-1-6 0 16,0 9 0-16,0-9 0 0,3 6 0 0,0-3 0 16,0 8 0-16,0-5 0 0,3 5 0 0,0 0 0 15,-3-2 0-15,6 2 0 0,-3 3 0 0,3-3 0 16,0 5 0-16,0-2 0 0,3 0 0 0,-3 2 0 15,3-2 0-15,0-3 0 0,2 3 0 0,-2 0 0 16,3-3 0-16,0 3 0 0,0 2 0 0,0-8 0 16,6 9 0-16,-3-6-13 0,0 3 2 0,3 0 1 15,0 2 10-15,-1-2 0 0,1-1 0 0,0 4-8 16,3 5 8-16,-3-3 0 0,0 0 0 0,0 0 0 16,0 2 0-16,-3 1 0 0,2 3 0 0,1-4 0 15,0 4 0-15,-3 2 0 0,3-6 0 0,0 4 8 16,-3-4 0-16,3 4 1 0,2 2 0 0,-2 0 0 15,0 0-9-15,3 0 0 0,0 0 0 0,-3 0 0 16,3 2 0-16,0 4 0 0,-1-6 0 0,-2 2 0 0,0 4 0 16,0 2 0-16,0-1 0 0,-3-1 0 0,3 2 0 15,-3 0 8-15,0 5-8 0,-1-5 8 0,1 0-8 0,0 2 0 0,0 4 0 0,0-1 8 16,-3-5-8-16,3 5 0 0,-3-5-12 0,3 2 12 16,-3 4 0-16,3-6 0 0,-3 5 0 0,2-5 0 15,1 0 0-15,-3 5 0 0,3-5 0 0,0 0 0 16,0-3 0-16,-3 3 0 0,3 0 0 0,-3 0 0 15,0 0 0-15,0-3 13 0,0 3 0 0,-3 0 0 16,2-5-5-16,-2 5-8 0,0-3 11 0,0 3-11 16,-3-3 8-16,3 3-8 0,-3 0 0 0,0 5 0 15,0-5 13-15,0 0-4 0,0 5-1 0,-3-5 0 16,3 3-8-16,-3 2 0 0,3 0 0 16,-3-2 0-16,0 2 0 0,3 0 0 0,-3 3 0 15,3-2 0-15,-3 1-24 0,3-1-3 16,0-4-1-16,-3 6 0 0,3-3 28 0,-3 1 0 0,3-4 0 0,-3 1 0 15,3-1 0-15,0-2 0 0,0 3 0 0,0-3 0 16,0 0 18-16,0 0 9 0,0 0 1 0,0 0 1 16,0-1-29-16,0-1 8 0,0 2-8 0,0 0 0 15,0-3 0-15,0-2 0 0,3 2 0 0,-3-2 0 16,0 2 8-16,-1-3-8 0,-2-2 0 0,3 6 0 16,-3-6 0-16,3 0 8 0,-3 0-8 0,0 0 0 15,3 5 0-15,-3-5-18 0,0 0 4 0,6 0 1 16,-6 0-133-16,3 0-26 0,3 0-6 0</inkml:trace>
  <inkml:trace contextRef="#ctx0" brushRef="#br0" timeOffset="19721.059">13472 2389 1337 0,'0'0'28'0,"0"0"6"16,0 0-34-16,0 0 0 0,0 0 0 0,-3-2 0 15,3 2 109-15,0 0 15 0,0 0 4 0,0 0 0 16,0 0-52-16,0 0-9 0,0 0-3 0,0 0 0 15,0 0 0-15,0 0 0 0,0 0 0 0,0 0 0 16,0 0 0-16,0 0 0 0,0 0 0 0,0 0 0 16,0 0 0-16,0 0 0 0,0 0 0 0,0 0 0 15,0 0-51-15,0 0-13 0,0 0 0 0,0 0 0 0,0 0 11 0,0 0-1 0,0 0 0 0,0 0 0 16,3 2-1-16,0 4 0 16,-3-6 0-16,3 5 0 0,-1-2-9 0,4 2 0 0,-3-2 9 0,0 2-9 15,3-5 0-15,-3 2 0 0,3 4 0 0,-3-4 8 16,3 1-8-16,-3 0 0 0,3 2 0 15,0-2 0-15,-3 2 0 0,3-5 9 0,0 3-9 16,-3 2 0-16,3-5 8 0,0 0-8 16,0 2 0-16,0-2 0 0,0 6 8 0,-3-6-8 15,3 0 0-15,0 0 0 0,0 2 0 0,0-2 0 16,-1 0 0-16,-2 3 0 0,3-3 12 0,0 0-4 0,0-3 0 16,0 3-8-16,0 0 28 0,0-2-2 0,0 2 0 0,0 0 0 15,-3-6-26-15,3 4 0 0,0 2 0 0,-3-5 0 16,3 2 0-16,0-2 0 0,-3 2 0 0,3-5 0 15,0 3 0-15,-3-3 0 0,3 3 0 0,-3-3 0 16,0 0 0-16,3 0 0 0,-3 0 0 0,2 0 0 16,-2-3 56-16,0 3 7 0,0 0 1 0,0 6 0 15,0-6-103-15,0-3-20 0,0 9-4 0,-3-6-1 16,3 0 0-16,0 2 0 0,0 4 0 0</inkml:trace>
  <inkml:trace contextRef="#ctx0" brushRef="#br0" timeOffset="26777.088">22107 1905 2055 0,'0'0'43'0,"0"0"9"15,0 0-41-15,0 0-11 0,0 0 0 0,0 0 0 16,0 0 60-16,0 0 9 0,0 0 3 0,0 8 0 16,0 0-37-16,3 0-7 0,-3 0-2 0,0 5 0 15,3-2-14-15,-3 2-2 0,3 3-1 0,-3 0 0 16,0 2-9-16,3-2 0 0,-3 5 0 0,0 0 8 0,0 3-8 16,0-3 0-16,0 8 0 0,0-5 8 0,0 0-8 15,-3 3 0-15,3-4 0 0,-3 1 0 16,0 3-42-16,0-9-4 0,0 1-1 0,0 2 0 15,0-5-122-15,0 0-25 0,0-3-5 0</inkml:trace>
  <inkml:trace contextRef="#ctx0" brushRef="#br0" timeOffset="27105.583">22092 1929 2154 0,'-9'-8'61'0,"0"0"13"0,3 0-59 0,3 3-15 0,0-3 0 0,3 8 0 16,0 0 71-16,0 0 11 0,3-5 2 0,3 5 1 16,0 0-30-16,3 0-7 0,0 5 0 0,0-5-1 15,3 8-13-15,0-3-2 0,-1 3-1 0,1 0 0 16,3 3-18-16,-3-1-3 0,3 6-1 0,-3 0 0 16,0-3-9-16,0 3 0 0,0 0 0 0,-3 0 0 15,2 5 0-15,-2 0 0 0,0 0 0 0,0 8 0 16,-3-7 0-16,0 1 0 0,0 6-12 0,-3-5 12 15,-3 0-17-15,0-3 4 0,-3 0 1 0,-3 1 0 16,0-1 12-16,-3-5 0 0,0 0 9 0,-3 5-9 16,1-8 0-16,-1 3 0 0,-3-8 0 0,3 5 0 15,-3-5 0-15,-3 0 0 0,3 0 0 0,-3 0 0 16,4-3-45-16,-1-2-15 0,0 2-4 0,0-5 0 16,3 0-67-16,0 0-13 0,3 0-4 0</inkml:trace>
  <inkml:trace contextRef="#ctx0" brushRef="#br0" timeOffset="27394.512">22517 2172 1811 0,'0'0'37'0,"0"0"11"0,0 0-39 0,3 0-9 0,3 0 0 15,0-5 0-15,0 2 103 0,0 3 18 0,0 0 4 0,3-5 1 16,-3 2-40-16,3 3-8 0,0 0-2 0,0 0 0 16,0-5-27-16,0 5-5 0,0-2-2 0,0-1 0 15,3 3-23-15,-4-3-5 0,4 3-1 0,-3 0 0 16,3-5-13-16,0 5 0 0,0-3 0 0,0 3 0 16,0 0 0-16,0 0 0 0,-3 0 8 0,0 0-8 15,0 0-48-15,-4 3-13 0,4-3-3 0,-6 5 0 16,-3-5-180-16,6 3-36 0,-6-3-7 0</inkml:trace>
  <inkml:trace contextRef="#ctx0" brushRef="#br0" timeOffset="27565.898">22610 2286 1235 0,'0'0'52'16,"0"0"-42"-16,0 0 116 0,0 0 23 0,0 0 5 15,0 0 1-15,0 0-73 0,0 0-14 0,0 0-4 0,0 0 0 16,0 3 0-16,0-3 0 0,3 8 0 0,0-8 0 31,3 2-51-31,-3-2-13 0,3 0 0 0,-3 6 0 0,3-6 0 16,2-6 0-16,-2 6 0 0,3-2 0 0,0 2 0 0,0 0 9 0,3-8-9 0</inkml:trace>
  <inkml:trace contextRef="#ctx0" brushRef="#br0" timeOffset="27939.112">23018 2114 1758 0,'-9'-5'36'0,"9"5"10"0,-6 0-37 0,6 0-9 0,-6-3 0 0,6 3 0 15,-6 0 98-15,6 0 18 0,-6 0 3 0,6 0 1 16,0 0-76-16,-3 3-16 0,3-3-2 0,-6 5-1 16,3 0 31-16,0-2 7 0,0 5 1 0,0-3 0 15,0 3-52-15,0 0-12 0,3 0 0 0,0 5 0 16,-3-5-15-16,3 0-5 0,0 5-2 0,3-5 0 15,-3 0 22-15,3 6 0 0,0-6 0 0,0-1 0 16,3 1-12-16,0 0 1 0,0-2 1 0,3 2 0 16,-3-6-18-16,3 3-3 0,-3-5-1 0,5 3 0 15,-2-3 32-15,0 0 0 0,0-3 0 0,0 3 0 16,0-5 0-16,0 3 0 0,3-6 0 0,-3 0 0 16,0-3 45-16,0 3 15 0,0-2 4 0,0 2 0 15,-3-6 0-15,0 6 0 0,-1-7 0 0,1 4 0 16,-3 0-31-16,0-4-5 0,0 1-2 0,-3 6 0 15,0-5-11-15,0 0-3 0,-3 2 0 0,0 3 0 16,0-2 12-16,-3 2 1 0,1 0 1 0,-1 5 0 16,0-5-72-16,-3 6-14 0,0-1-4 0,-3 3 0 15,3-5-51-15,0 5-10 0,-3 0-3 0</inkml:trace>
  <inkml:trace contextRef="#ctx0" brushRef="#br0" timeOffset="28739.289">23509 2217 1579 0,'0'0'32'0,"0"0"10"0,0 0-34 16,0 0-8-16,-3 6 0 0,-3 2 0 0,3-6 53 0,0 6 9 0,-3-3 2 15,0 3 0-15,3 0-52 0,-3 6-12 0,0-7 0 0,0-1 0 16,0 4 0-16,0-2 0 0,0 6 0 0,-3-7 0 16,3 7 0-16,0-6 0 15,0 0 0-15</inkml:trace>
  <inkml:trace contextRef="#ctx0" brushRef="#br0" timeOffset="29250.476">23684 2307 1883 0,'0'0'39'16,"0"0"10"-16,0-2-39 0,-3-4-10 0,3 4 0 0,0-9 0 16,3 8 62-16,-3-4 10 0,3-1 3 0,-3 0 0 15,3-6-10-15,-3 7-1 0,3-7-1 0,0 1 0 16,0 2-11-16,0-4-1 0,3 1-1 0,-3 1 0 16,0 0-8-16,0 2-2 0,0-2 0 0,-3 0 0 15,3 2-11-15,0 3-2 0,0-5-1 0,-3 5 0 16,3 0-14-16,0 0-2 0,-3 3-1 0,3 0 0 15,-3 5-9-15,0-3 0 0,0 3 0 0,0 0 0 16,0 0 0-16,0 0 0 0,0 0 0 0,0 0 0 16,6 3-24-16,-3 7 4 0,0-2 0 0,0 0 0 0,0 5 4 15,0-2 0-15,3 5 1 0,0 2 0 16,-3-2-28-16,3 0-5 0,0 0-2 0,-1 3 0 16,1-4-13-16,0 1-2 0,0-2-1 0,0-4 0 15,0 1 27-15,0-3 6 0,0 0 1 0,0-1 0 16,-3-4 2-16,3 0 1 0,0-3 0 0,0 2 0 0,0-4 74 0,0 2 15 0,0-3 4 15,0 0 0-15,0-4 51 0,0-1 10 16,0 0 3-16,0-3 0 0,0 3-103 16,-4-2-25-16,4-4 0 0,0 1 0 0,0 3 56 0,0-4 7 15,0-2 1-15,0-2 0 0,3 7-52 0,-3-5-12 0,0 3 0 0,3 5 0 16,-3-5 0-16,3 0 8 0,-3 5-8 0,0-3 0 16,0 3-16-16,0 3-8 15,0-3-3-15,3 3 0 0,-3 2-139 16,-1 3-28-16,4 0-6 0</inkml:trace>
  <inkml:trace contextRef="#ctx0" brushRef="#br0" timeOffset="29442.189">24199 2098 2142 0,'6'-8'44'0,"-6"8"12"15,6 0-45-15,0-8-11 0,0 8 0 0,0-5 0 16,3 0 100-16,-3 2 19 0,3-5 3 0,0 3 1 15,0 2-68-15,3-5-14 0,-3 3-2 0,2 5-1 0,-2-5-26 0,3 2-4 0,-3-2-8 0,3 5 11 16,-3-3-21-16,0 3-4 0,0 0-1 0,-3 0 0 31,0 0-49-31,0 0-11 0,-3 3-1 0</inkml:trace>
  <inkml:trace contextRef="#ctx0" brushRef="#br0" timeOffset="29644.107">24155 2278 2072 0,'0'0'59'0,"0"0"12"0,0 0-57 16,0 0-14-16,6-2 0 0,3 2 0 0,-4 0 74 0,1-6 12 0,3 6 2 0,0-2 1 16,0-4-37-16,0 4-7 0,0 2-1 0,3-6-1 15,-3-2-27-15,3 3-6 0,0 3-1 0,0-6 0 16,5 0-28-16,-2-3-5 0,3 3-2 0</inkml:trace>
  <inkml:trace contextRef="#ctx0" brushRef="#br0" timeOffset="29966.632">24616 2064 2105 0,'0'0'60'0,"-3"-3"12"16,3 3-57-16,-6-5-15 0,3 2 0 0,-3 3 0 15,6 0 84-15,-6 0 13 0,0-5 3 0,0 5 1 16,0 0-49-16,0 5-11 0,6-5-1 0,-6 0-1 0,0 8-24 0,1-5-5 0,-1 2-1 15,3 3 0 1,-3-3-9-16,3 3 0 0,0 3 0 0,0-3 0 16,3 2-8-16,0 1 8 0,0 2 0 0,0 0 0 0,3-5 0 15,0 3 0-15,3-3-9 0,-3 3 9 16,6-4-11-16,-4 1 2 0,4 0 0 0,0-2 0 0,0-6 9 0,3 2 0 0,-3-2-9 0,3 0 9 16,0-2 0-16,-3 2 18 15,3-6-3-15,0 1-1 0,-3-3 16 0,-1 0 3 0,4 0 1 16,0 0 0-16,-3 0-2 0,0-5-1 0,0 0 0 0,0 2 0 15,-3-2-4 1,0 0-1-16,0 2 0 0,-3-2 0 0,0 5-7 0,0-5-2 16,-3 2 0-16,0 1 0 0,-3-1-17 0,0 3 10 15,0 0-10-15,-3-2 8 0,0 7-8 0,-3-5-14 0,0 0 3 0,-3 3 1 16,0 2-38 0,-3 3-8-16,-2 0-2 0</inkml:trace>
  <inkml:trace contextRef="#ctx0" brushRef="#br0" timeOffset="30494.892">22988 2847 1983 0,'0'0'41'0,"0"0"10"0,0 0-41 0,0 0-10 0,0 0 0 0,0 0 0 15,0 0 61-15,0 5 11 0,0 1 1 0,0 2 1 16,0 0-50-16,0-1-9 0,0 7-3 0,0-6 0 15,0 2-12-15,0 3 0 0,0 3 0 0,0-2 0 16,0 1 24-16,0 4 1 0,0 0 1 0,0-4 0 16,0 4-26-16,-3-3 0 0,3 0 8 0,0 0-8 15,0 2 0-15,-3-2 0 0,3 0 0 0,0 0 0 16,-3-3-20-16,3 3-5 0,-3 0-2 16,0-3 0-16,0 0 27 0,0-2 0 0,0-1 0 0,0-2 0 15,0 0-56-15,0-5-7 16,3-3-1-16</inkml:trace>
  <inkml:trace contextRef="#ctx0" brushRef="#br0" timeOffset="30789.902">23047 2971 1579 0,'-6'-37'32'0,"3"24"10"0,3 3-34 16,-3-4-8-16,3 4 0 0,0-1 0 0,0 3 129 0,0 6 24 0,0-6 5 0,3 0 1 15,0 5-61-15,0 0-12 0,0 3-2 0,3-5-1 16,0 5-18-16,0 0-3 0,3 5-1 0,0-5 0 15,0 3-20-15,3 0-4 0,-3 5-1 0,3-6 0 16,0 6-17-16,0 0-4 0,-1 0-1 0,-2 3 0 16,3 5-14-16,-3-6 8 0,0 9-8 0,-3-6 0 15,0 5 0-15,0 1 0 0,-3 0 0 0,0-4 0 16,0 4 0-16,-6-3-12 0,0 0 12 0,0 0-13 16,-3-3 1-16,-3 0 1 0,0 0 0 0,-3-2 0 15,0 2-4 1,-3-5-1-16,4 5 0 0,-7-5 0 15,3 0-28-15,0 0-5 0,0-3-2 0,-3 3 0 16,0 0-26-16,3-8-6 0,-5 3-1 0</inkml:trace>
  <inkml:trace contextRef="#ctx0" brushRef="#br0" timeOffset="31062.448">22860 2773 2053 0,'0'0'58'0,"0"0"13"0,6 0-57 16,0 0-14-16,0-3 0 0,3 3 0 0,2 0 93 0,1 0 16 0,3 0 3 0,0-5 1 16,3 5-32-16,-3 0-6 0,0-3-2 0,3 3 0 15,-3 0-35-15,2-5-7 0,-2 2-2 0,3 3 0 31,-3 0-20-31,3-7-9 0,0 4 8 0,0 3-8 0,2-3 0 0,-2 3 0 0,3-5 0 0,-3 5 0 32,3-3-27-32,0 3-4 0,-3 0-1 0,2 0 0 15,-2 0-178-15,3 0-36 0,0 0-7 0</inkml:trace>
  <inkml:trace contextRef="#ctx0" brushRef="#br0" timeOffset="31933.12">23604 3199 1792 0,'0'-5'51'0,"0"-3"10"16,0 5-49-16,0-5-12 0,3-2 0 0,0 2 0 15,-3 0 105-15,3-3 19 0,0 1 3 0,0-1 1 16,0 3-48-16,3-8-10 0,-3 3-2 0,0 0 0 15,3-1-22-15,-3-1-5 0,0 1-1 0,3-1 0 16,-3 1-8-16,2-2-1 0,-2 6-1 0,0-6 0 16,0 5-13-16,0 1-2 0,0 2-1 0,0 3 0 15,-3-3-14-15,3 0 0 0,0 2 8 0,-3 6-8 16,0 0 0-16,0 0 0 0,0 0 0 0,0 0 0 0,0 0-25 0,3 6 1 16,3 2 1-16,-3 0 0 15,3 5 23-15,-3-3 0 0,0 6 0 0,3 3 0 0,-3-3 0 0,3 5 0 16,-3-5 0-16,3 5 0 15,3-8-56-15,-3 6-6 0,0-4-2 0,6-1 0 0,-6-1 52 16,3 0 12-16,-1-2 0 0,-2 2 0 0,3-8 0 0,-3 3 0 16,0 0 0-16,0-5 0 0,-3 2 0 0,3-5 0 0,0 0 0 0,-3 0 0 15,3-5 48-15,0 2 13 0,-3-2 3 0,3 2 0 16,-3-2 0-16,0 0 0 0,3-3 0 0,-3 0 0 16,3 0-52-16,-3-3-12 0,3 1 0 0,-3-1 0 15,3-5 0-15,-3 3 0 0,3-6 0 0,-3 4 0 16,2-4 0-16,-2 1 0 0,3-1 0 0,-3 0 0 15,3 1 0-15,-3-1 0 0,3 4 0 0,-3-1 0 16,0 0 0-16,0 5 0 0,0 1 0 0,-3-6 0 16,3 10-160-16,-3-7-34 0,0 5-7 0</inkml:trace>
  <inkml:trace contextRef="#ctx0" brushRef="#br0" timeOffset="32217.818">23637 2762 1824 0,'-9'-8'38'0,"9"8"8"0,0 0-37 15,0 0-9-15,0-5 0 0,3 0 0 16,-3 2 104-16,6-2 20 0,-3 2 3 0,6-2 1 16,-3 2-52-16,5-5-9 0,-2 3-3 0,3 3 0 0,3-4 0 0,-3 6 0 0,6-8 0 0,-3 8 0 15,3-5 0-15,-3 2 0 0,-1 3 0 16,4-5 0-16,-3 2-51 0,3 1-13 0,-3 2 0 15,6-3 0-15,-3 3 0 0,-1-3 0 0,1 3 0 16,3 0 0-16,-3 0 0 16,0 0 0-16,0 0 0 0,0 0-10 0,-3 0 10 0,-4 0-12 15,4 0 12-15,-3 0-12 16,-3 0-33-16,0 3-7 0,0-3-2 0,0 3 0 0,-3-3-73 16,3 0-14-16,-3 2-3 0</inkml:trace>
  <inkml:trace contextRef="#ctx0" brushRef="#br0" timeOffset="32986.087">23166 3625 1743 0,'-9'0'49'0,"1"0"11"0,2 0-48 0,0 3-12 0,-3-3 0 0,3 2 0 16,-3 4 43-16,3-1 5 0,0-2 2 0,0 2 0 15,0-3-24-15,0 6-5 0,3-2-1 0,-3 2 0 16,3 0-10-16,0 2-2 0,0-2-8 0,0 8 12 15,3-5-12-15,0-1 0 0,0 6 0 0,3-5 0 16,0 2 0-16,0 0 0 0,3-2 0 0,0 2 0 16,0 0 0-16,3-5 0 0,-3 5 0 0,3-5 0 15,3-5 17-15,-3 2 1 0,3 0 0 0,-1-2 0 16,1-3 22-16,0 0 5 0,3-3 1 0,-3 1 0 16,0-1 14-16,3-5 4 0,0 0 0 0,-3-5 0 0,0 5-10 15,-4-5-2-15,4 2 0 0,-3-2 0 0,0 5-13 0,-3-8-3 16,0 3-1-16,0 0 0 0,-3 0-7 0,0 2-2 15,-3-5 0-15,0 6 0 0,0-1-9 16,-3-5-1-16,0 5-1 0,0 1 0 0,-3-3-15 16,3 2 0-16,-3 0 0 0,0 4 0 0,-3-4 0 15,3 6 0-15,-3-3 0 0,1 2-10 0,-1 4-10 0,-3 2-1 16,3-5-1-16,-3 5 0 16,0 0-32-16,3 5-6 0,-3-3-2 0,0 4 0 15,3-4-187-15,-3 4-38 0</inkml:trace>
  <inkml:trace contextRef="#ctx0" brushRef="#br0" timeOffset="33390.906">23699 3673 1580 0,'-6'0'67'16,"0"0"-54"-1,0-3 92-15,0 3 19 0,6 0 3 0,-6 0 1 16,0 0-52-16,6 0-9 0,-5 0-3 0,-1 3 0 16,6-3-51-16,-3 5-13 0,-3 3 0 0,3-3 0 15,0 3 0-15,0 3 0 0,0-3 0 0,0 2 0 16,0 6 0-16,3-8 0 0,0 5 0 0,-3 3 0 16,3-3 0-16,0 3 0 0,3 0 0 0,-3-5 0 15,3 2 0-15,0 0 0 0,3-2 0 0,0-1 0 16,0-2 0-16,0 0 0 0,-1-3 0 0,4 1 0 15,-3-1 0-15,3 0 0 0,0-5 0 0,0 3 0 16,0-3 54-16,0-3 8 0,0 3 2 0,3-5 0 0,-3 2 0 16,0-2 0-16,0 0 0 0,0-3 0 0,-3 0 0 0,-1 0 0 15,1 0 0-15,0 0 0 0,-3 0-52 0,0-5-12 0,-3 2 0 16,3 1 0-16,-6-1 0 0,3-5 0 0,-3 6 0 0,0-3 0 16,-3-1 0-16,-2 4 0 0,-1-3 0 0,0 2 0 15,-6 3 0-15,3-5 0 0,-3 2 0 0,0 6 0 16,-3-3-100-1,-3 3-22-15,1 2-5 0</inkml:trace>
  <inkml:trace contextRef="#ctx0" brushRef="#br0" timeOffset="37493.849">11757 1863 1982 0,'0'0'56'0,"0"0"12"16,0 0-54-16,0 0-14 0,-6-6 0 0,6 6 0 15,0 0 82-15,0 0 14 0,0 0 2 0,0 0 1 16,0 0-41-16,0 0-8 0,0 0-2 0,0 0 0 16,0 0-48-16,0 0 0 0,-3 6 0 0,0-1-9 15,3 3 9-15,0-5 0 0,0 5 0 0,3 0 0 16,-3 2 0-16,3-2 0 0,-3 0 0 0,3 3 0 15,0-1 0-15,-3 1 0 0,3 2 0 0,-3 0 0 16,0 3 0-16,3-8 0 0,-3 5 0 0,0 3 0 16,3-5 0-16,-3 2 0 0,3 0 0 0,-3 0 0 15,3 3 0-15,-3-5 0 0,3 2 0 0,-3 0 0 16,3-5 0-16,-3 0 0 0,3 0 0 0,-3 0 0 16,0 0-70-16,3-3-12 0,-3 1-2 0,0 2-1 15,0-8-20-15,0 0-4 0,0 0-1 0</inkml:trace>
  <inkml:trace contextRef="#ctx0" brushRef="#br0" timeOffset="37823.212">11742 1900 1792 0,'-3'-5'51'0,"3"5"10"0,0 0-49 15,-3-3-12-15,3 3 0 0,0 0 0 0,0 0 85 0,0 0 15 0,0 0 2 0,0 0 1 16,0 0-63-16,0 0-12 0,0 0-2 0,3 0-1 15,3 0 23-15,3 0 5 0,-3 0 1 0,3 0 0 16,0 3-35-16,0 2-7 0,3 0-2 0,0-2 0 16,0 2-10-16,-1 3 0 0,1-5 0 0,0 5 0 15,0 2 0-15,3-7 0 0,-3 5 0 0,0 0 0 16,0 0 0-16,-3 2 0 0,0-2 0 0,-3 0 0 16,0 0 0-16,-1-3 0 0,1 3 0 0,-3 0 0 15,0 3 0-15,-3-3 0 0,0 2 0 0,0 1 0 16,-3-3 0-16,-3 2 12 0,0 1-12 0,1 2 12 15,-1 0-12-15,-3-5 0 0,0 3-12 0,0 0 12 16,0-1 0-16,0 3 0 0,-3-5 0 0,3 0 0 16,0 0-59-16,0-3-4 0,0 3-1 0,0 0 0 15,0-2 28-15,1-4 6 0,-1 4 1 0</inkml:trace>
  <inkml:trace contextRef="#ctx0" brushRef="#br0" timeOffset="38155.317">11650 1773 1814 0,'0'0'52'0,"0"0"10"0,0 0-50 0,0 0-12 0,0 0 0 0,0 0 0 15,0 0 84-15,0 0 13 0,3 0 3 0,3-5 1 16,-3 2-29-16,3 3-5 0,0-5-2 0,0-1 0 16,0 4-21-16,3 2-5 0,-1-8-1 0,-2 2 0 15,3 4-20-15,3-4-4 0,-3-1-1 0,3 1 0 16,3 4 16-16,-3-4 3 0,3 4 1 0,3-4 0 15,-3 4-129-15,-1 2-25 0,4-6-6 16</inkml:trace>
  <inkml:trace contextRef="#ctx0" brushRef="#br0" timeOffset="39002.416">12132 2127 1094 0,'0'0'23'0,"0"0"5"0,0 0-28 0,0 0 0 0,0 0 0 0,0 0 0 16,0 0 108-16,0 0 16 0,0 0 3 0,0 0 1 16,0 0-52-16,0 0-9 0,0 0-3 0,0 0 0 15,0 0 0-15,0 0 0 0,0 0 0 0,0-8 0 16,0 8-51-16,0-5-13 0,0 5 0 0,0-5 0 16,3 2 54-16,-3-2 8 0,0 2 2 0,0-5 0 0,0 3 0 0,0 2 0 15,0-2 0-15,0-3 0 0,0 0 0 16,-3 3 0-16,3-3 0 0,0 3 0 15,0-3-52-15,-3 0-12 0,3 0 0 0,-3 0 0 16,3 0 0-16,0 0 0 0,-3-5 0 0,3 5 0 0,-3-5 54 0,3 5 8 16,0 0 2-16,-3 5 0 0,3-7-52 0,0 7-12 15,0-5 0-15,0 3 0 0,0 5 0 0,0-3 0 0,0 3 0 16,0 0 0-16,0 0 0 0,0 0 0 0,0 0 0 0,0 0 0 16,0 0 0-16,0 0 0 0,0 0 0 0,6 0 0 15,-6 0 0-15,3 0 0 0,3 3 0 0,0 2 0 16,-3-2-48-1,3 5-13-15,0-3-3 0,0 0 0 0,-3 3 52 0,3 0 12 0,-3-5 0 0,3 2 0 16,0 3 0-16,0-3 0 0,0 3 0 16,0-5 0-16,0 2-10 0,-4 3 1 0,4-5 0 15,0-1 0-15,0 6 9 0,-6-8 12 0,6 0-2 0,0 3-1 16,-3 2-9-16,-3-5 0 0,6 0 0 0,0 0 0 16,-6 0 0-16,0 0 0 0,6 0 0 0,-6 0 0 15,6 0 0-15,-6 0 0 0,6-5 0 0,-6 5 0 16,3-3 0-16,0-2 0 0,0 0 0 0,-3 2 0 15,3-5 0-15,-3 3 0 0,0-3 0 0,3 5 0 16,-3-7 53-16,0 7 9 0,0-5 2 0,0 0 0 16,0 0-52-16,0-5-12 0,0 5 0 0,3 0 0 15,-3-5 0-15,0 0 0 0,3 2 0 0,0-2 0 16,-3 5 0-16,3-5 0 0,0 5 0 0,-3-6 0 16,3 7 0-16,-3-4 0 0,3 6 0 0,0-3 0 15,-3 2-48-15,0 6-13 0,0-2-3 0,0 2 0 16,0 0-153-16,0 0-31 0</inkml:trace>
  <inkml:trace contextRef="#ctx0" brushRef="#br0" timeOffset="39334.121">12079 1744 1579 0,'0'0'32'0,"0"0"10"0,0 0-34 0,0 0-8 0,0 0 0 0,0 0 0 15,0 0 104-15,0-6 20 0,2 4 3 0,1-4 1 16,0 6-52-16,3-5-9 0,0 3-3 0,0-4 0 15,0 4 0-15,0-4 0 0,0 4 0 0,3-4 0 16,-3 4 0-16,3-9 0 0,0 9 0 0,0-6 0 16,0 0-51-16,3 2-13 0,0-2 0 0,-1 3 0 15,4 2 0-15,0-4 0 0,-3 1 0 0,3 4 0 16,0-4 0-16,0 4 0 0,0 2 0 0</inkml:trace>
  <inkml:trace contextRef="#ctx0" brushRef="#br0" timeOffset="52405.281">12644 5345 1314 0,'0'0'56'0,"-6"-3"-45"16,0 3 94-16,0-2 19 0,0-1 4 0,0 3 1 15,0 0-48-15,0 0-9 0,0-3-3 0,0 3 0 16,1 0-17-16,-1-2-4 0,0 2-1 0,-3 0 0 16,3-3-5-16,0 3-1 0,-3 0 0 0,3 0 0 15,0-3-4-15,-3 3-1 0,0 0 0 0,0 0 0 16,-3 0-4-16,0-2-2 0,-3 2 0 0,1-3 0 15,-1 3-12-15,-3 0-2 0,3-3-1 0,-3 3 0 16,0 0-7-16,0 0-8 0,-2 0 11 0,2 0-11 16,0 3 20-16,0-3-2 0,0 3-1 0,0-1 0 15,0 1-17-15,4 0 0 0,-1-1 0 0,0 4 0 16,0-1 0-16,3-2 0 0,0 2 0 0,-3 0 0 16,3-2 0-16,0 2 0 0,0-2 0 0,1 2 0 15,-4-2 0-15,3 2 0 0,0 0 0 0,-3-2 0 16,0 5 0-16,0-3 0 0,0 0 0 0,0 3 0 15,1 0 0-15,-1 3 0 0,0-6 0 0,-3 3 0 16,3 0 0-16,0 0 0 0,0 3 0 0,3-1 0 16,-3-2 0-16,4 3 0 0,-4-3 0 0,3 0 0 15,0 2 0-15,0-2 0 0,0 3-11 0,0-3 11 16,0 0 0-16,0 2 0 0,0-2 0 0,-2 0 0 16,2 3 0-16,-3-3 0 0,0-1 0 0,3 4 0 15,-3-3 0-15,0 0 0 0,3 0 8 0,-3 0-8 16,4 0 0-16,-4-3 0 0,3 3 0 0,0 0 0 15,0 0 0-15,3 0 0 0,0 2 0 0,-3-4 0 16,3 4 0-16,0-2 0 0,0 3 0 0,3-3 0 16,-3 0 0-16,4 2-8 0,-4-2-1 0,3 3 0 15,-3-1 9-15,3 1 0 0,0-1 0 0,0 1 0 0,0-3 0 16,3 3 0-16,-3-1 0 0,0-2 0 0,3 3 0 16,-3-1 12-16,3-2-2 0,0 3-1 0,0-3-9 15,0 2-16-15,0-2 4 0,0 3 1 0,0-3 11 0,0 2 0 16,0-2 0-16,0 0 0 0,3 3 0 0,-3-3 14 0,3 0-2 15,0 2 0-15,0-2-12 0,0 0 0 0,0 0 0 0,0 0 0 16,0 0 0-16,0 0 0 0,0-3 0 0,3 3 0 16,-3 0 0-16,3-3 0 0,0 1 0 0,0 2 0 15,0-3-12-15,0 3-4 0,0-3-2 0,0 3 0 16,3-3 29-16,0 3 5 0,0 0 2 0,0 0 0 16,3 0-28-16,0 0-6 0,0 0 0 0,0 0-1 15,0 3 17-15,3-4-8 0,-1 7 8 0,1-6 0 16,0 2 9-16,3 1 9 0,-3-1 2 0,3 1 0 15,0-3-35-15,0 0-6 0,0 2-2 0,-1-2 0 16,1 0 37-16,3 0 7 0,-3 0 2 0,0-3 0 16,0 3-23-16,-3 0 0 0,3-2 0 0,-3-1 0 15,2 3 0-15,-2-3 0 0,0 0 0 0,0 1 0 16,3-1-9-16,-3 0-7 0,3 1 0 0,3-1-1 16,-3-2 27-16,2 2 6 0,1-3 0 0,-3 1 1 15,6 0-32-15,0-1-6 0,0 1-2 0,-1 2 0 16,1-2 23-16,0 2 0 0,0-2 0 0,0 2 0 15,-3-2 0-15,3 2 0 0,-4-2 0 0,4-3 0 16,-3 2 14-16,3-2 7 0,0 3 2 0,0-3 0 0,-1 0-23 16,7 0 0-16,-3 0 0 0,0-3 0 0,3 3-14 0,-4-2-7 15,4 2-2-15,-3-3 0 0,0 1 23 0,-3-1 0 16,3 0 0-16,-4 1 0 0,1-1 19 0,-3 0 1 0,-3-2 1 16,6 2 0-16,-3-2-21 0,-1 2 0 0,1-2 0 0,3 2 0 15,0-2 0-15,0 0 0 0,0 0 0 0,-3-1 0 16,2 1-9-16,1 0-7 0,0-3 0 0,-3 3-1 15,0-3 17-15,0 0 0 0,0 0 0 16,-4 0 0-16,4 0 0 0,-6 0 0 0,0 0 0 0,0 0 0 16,0 0 0-16,0 0 0 15,0-2 0-15,-3 2 0 0,3 0 17 0,-1-3-2 0,1 3-1 16,-3-2 0-16,3 2-14 0,0 0 0 0,0 0 0 0,-3 0 0 16,3-3 0-16,0 3 0 0,3 0 0 0,-6 0 0 15,2 0 0-15,1 1 0 0,0 1 0 0,0-2 0 16,0 0 0-16,-3 3-15 0,0-3 3 0,3 3 1 15,-3 0 11-15,-3-1 0 0,3-2 0 0,0 3 0 16,-3 0 0-16,2-1 9 0,-2-1-9 0,0 1 0 16,0 1 10-16,0-3-10 0,0 0 8 0,0 0-8 15,0 0 0-15,-3 0 8 0,3 0-8 0,-3 0 0 16,0-2 20-16,0 2 0 0,0-3-1 0,-3 3 0 16,3 0-7-16,-3-2 0 0,3-1-1 0,-3-2 0 15,0 2-1-15,3 1 0 0,-3-1 0 0,0-2 0 16,0 2 11-16,-3 1 3 0,3-1 0 0,0-2 0 15,-3 2-24-15,3-2 0 0,-3 3 0 0,0-1 0 16,3-2 0-16,-6 5 0 0,3-3 0 0,0 1 0 16,0 2 0-16,-3-3 0 0,3 1 0 0,-3 2 0 15,0 2 0-15,0-4 0 0,0 2 0 0,0 0 0 0,0 0 0 16,1 0 0-16,-1 0 0 0,0 0 0 0,-3 3 20 16,3-3 0-16,0 3 0 0,-3-3 0 15,3 2-20-15,-3 1 0 0,3 0 0 0,0 0 0 0,-3-1 0 0,3 1 0 16,-3 0 0-16,0-1 0 0,0 1-12 0,3 0-6 0,-3 2-2 0,1-5 0 15,2 3 20-15,-3 0 0 0,-3-1 0 0,3 1 0 16,3 0 0-16,-3-1 0 0,0-2 0 0,0 3 0 16,0 0 0-16,3 0 0 0,0-3 0 0,-3 2 0 15,3-2 13-15,0 3 7 0,0 0 0 0,-2 0 1 16,2-1-21-16,0 1 0 0,3 2 0 0,-3-2 0 16,0 2-12-16,-3-2-8 0,3 2 0 0,0-2-1 15,0 3 21-15,-3-1 0 0,0 3 0 0,0-5 0 16,0 2 12-16,0 3 6 0,-3 0 2 0,3-3 0 15,-2 3-32-15,-1 0-7 16,0 0-1-16,0 0 0 0,-3 0 20 0,3 0 0 0,-3 0 0 0,3-2 0 16,0 2 12-16,0-3 7 0,1 3 1 0,-1-3 0 15,0 1-32-15,0-1-7 0,3 0-1 0,-3 1 0 16,0-1 20-16,3 0 0 0,-3 1 0 0,3 2 0 16,0-5 0-16,0 2 0 0,1 3 0 0,-1 0 0 15,0 0 0-15,0 0 0 0,0 0 0 0,-3 0 0 16,3 3-55-16,0 2-7 0,-3-5-2 0,0 5 0 15,0-2-100-15,-3 2-21 0,1 0-4 0</inkml:trace>
  <inkml:trace contextRef="#ctx0" brushRef="#br0" timeOffset="56658.659">13731 3575 1616 0,'0'0'46'0,"-9"2"10"0,3 4-45 0,0-4-11 0,0 1 0 0,0 2 0 16,3 1 57-16,-3-1 10 0,0 3 1 0,0-6 1 16,3 4-21-16,-3-1-5 0,0 0-1 0,-3 1 0 15,3 2-6-15,0-3 0 0,0 3-1 0,-3 0 0 16,3 0-13-16,0 0-2 0,-2 0-1 0,-1 2 0 16,0 1 0-16,0 2 0 0,0 0 0 0,0 3 0 15,0-3-19-15,-3 6-11 0,0-3 2 0,0 5 0 16,0-5 37-16,-3 2 7 0,4 1 1 0,-1-1 1 15,0-5-8-15,0 3-1 0,0-2-1 0,0 1 0 16,0 1-27-16,3-2 0 0,0 1 0 0,0-4 0 16,0 2 0-16,0 1 0 0,1-4 0 0,2 3 0 15,-3 1 17-15,3-1-1 0,-3 3-1 0,3-6 0 16,-3 9-24-16,3-9-5 0,-3 6-1 0,0 3 0 16,0-6 29-16,0 5 6 0,0-2 0 0,0 3 1 15,-3-3-21-15,3 0 8 0,1 2-8 0,-4-2 0 0,0-3 8 16,3 0-8-16,-3-2 8 0,0 2-8 15,0 1 0-15,0-4 0 0,0 1 0 0,0-1 0 16,0 6 0-16,4-8 0 0,-1 3 0 0,-3-1 0 16,3-2-20-16,-3 3-4 0,3-1-2 0,-3 1 0 0,3 0 72 15,0-1 14-15,0 3 4 0,0 1 0 16,0-1-103-16,3 0-20 0,-3 0-4 0,1 1-1 0,2 1 75 0,-3-1 14 16,3 1 3-16,0-1 1 0,0 2-21 0,0-6-8 0,0 1 0 15,0 5 0-15,0-6 0 0,0 1 8 0,0 5-8 0,0-8 0 16,0 2 0-16,0 1 11 0,-3-3-11 0,0 2 10 15,3 1-10-15,-2-1 8 0,2-2-8 16,-3 3 8-16,3-3-8 0,-3 3 0 0,0-4 9 0,0 1-9 16,0 0 9-16,0 3-9 0,0-8 12 15,0 5-12-15,0-1 11 0,0 4-11 0,3-3 10 0,-3 3-10 16,0-4 8-16,4 4-8 0,-4-3 0 0,3 3 9 16,-3-1-9-16,3 1 0 0,0-1 0 0,0 4 0 15,0-4 0-15,0 3 8 0,0-2-8 0,-3 2 0 16,3 0 8-16,0-2-8 0,3 2 0 0,-3-2 8 15,0-1-8-15,0 1 0 0,3 0 0 0,-3-1 0 16,0-2 0-16,3 0 0 0,0 0 0 0,-2 0 0 16,2 0 0-16,-3-3 0 0,3 0 0 0,0 1 0 15,0 2 0-15,0-3 0 0,0-2 0 0,0 2 0 16,3-5 0-16,0 8 0 0,-3-3 0 0,3-5 0 16,0 5 0-16,-3 1 0 0,3-6 0 0,-3 5 0 15,3-5 0-15,-3 11 0 0,3-11 0 0,-3 2 0 16,3-2-49-16,-3 6-12 0,3-6-3 0,0 0 0 15,-3 5 0-15,3-5 0 0,0 0 0 0,0 0 0 16,0 0-141-16,-9 0-29 0</inkml:trace>
  <inkml:trace contextRef="#ctx0" brushRef="#br0" timeOffset="57142.173">12424 4940 1531 0,'0'0'64'15,"0"0"-51"1,0 0 103-16,0 0 20 0,0 0 4 0,0 0 0 15,0 0-14-15,0 0-3 0,0 0-1 0,6 0 0 16,-6 0-48-16,0 0-10 0,6 3-1 0,-3-1-1 16,3 4-20-16,-3-4-4 0,0 4-1 0,0 2 0 15,0-3-15-15,0 3-3 0,-1-3-1 0,-2 6 0 16,3-3-18-16,0 2 0 0,0 1 0 0,0-1 0 16,0 6 8-16,-3-3-8 0,3 3 0 0,0-2 0 15,0-1 0-15,0 3 0 0,0-3 0 0,0 0 0 16,0 3 0-16,0-5 0 0,0 4 0 0,-3-4 0 15,3 0 0-15,0-1 0 0,0 1 8 0,-3-1-8 16,3-2 0-16,0 0 0 0,0 0 0 0,0-3 0 16,0 1 0-16,-3-6 0 0,3 2 0 0,3 4 0 15,0-6 0-15,0 2 0 0,0-2 0 0,0 0 0 0,3 0 9 16,0-2 5-16,0-1 1 0,2 0 0 0,1-2-15 16,0 0-10-16,0 2 2 0,3-2 0 0,0 0 8 0,0-3 0 15,3 0 0-15,0 2 8 0,-4-2-8 0,4-2 0 0,0 2 0 16,0-3 0-1,0 3-104-15,0-7-23 0,3 1-4 0</inkml:trace>
  <inkml:trace contextRef="#ctx0" brushRef="#br0" timeOffset="62280.224">13326 4382 2030 0,'0'0'57'0,"0"0"14"0,0 0-57 0,0 0-14 0,0 0 0 0,0 0 0 16,0 5 54-16,0 0 8 0,-3 3 2 0,3-2 0 15,0 4 0-15,0-5 0 0,0 3 0 0,0 3 0 16,3 2-52-16,-3-5-12 0,0 3 0 0,0 2 0 16,3 0 0-16,-3 3 0 0,0 0 0 0,3 5 0 15,-3-2 0-15,0 4 0 0,3-4 0 0,-3 5 0 16,0 0 0-16,0-3 0 0,3 0 0 0,-3 3 0 16,0-3 0-16,0-3 0 0,0 1 0 15,-3-1 0-15,3-2 0 0,0 3 0 0,0-9 0 0,-3 6 0 16,3-5-8-16,0 0-5 0,-3-4-1 0,3 1 0 15,0 3-93 1,0-8-18-16,0-3-4 0</inkml:trace>
  <inkml:trace contextRef="#ctx0" brushRef="#br0" timeOffset="62707.334">13323 4390 1580 0,'-6'-3'67'16,"0"3"-54"-16,6 0 107 0,0 0 20 0,0 0 5 0,0 0 1 16,0 0-44-16,0 0-9 0,0 0-1 0,0 0-1 15,0 0-7-15,0 0 0 0,0 0-1 0,3 5 0 16,0 1-67-16,0-1-16 0,0 3 0 0,0 0 0 16,3-3 0-16,0 0 0 0,0 1 0 0,3 4 0 15,-1-7 55-15,1 5 7 0,3-3 2 0,0 3 0 16,3-3-52-1,0 6-12-15,0-3 0 0,3 0 0 0,0 2-14 16,-1 1-6-16,4 0 0 0,0 4-1 0,-3-4 21 0,-3 2 0 0,0 1 0 0,0-1 0 16,-1 0 15-16,-5 0 4 0,0 0 1 0,0 1 0 15,-3-1-20-15,0 0 0 0,-3-2 0 0,0-1 0 16,-3 1 0-16,-3 2 0 0,0-2 0 0,-3-1 0 16,-3 1 0-16,0 5 0 0,-3-11 0 0,1 6 0 15,-4 2 0-15,0-8 0 0,0 6 0 0,-3-3 0 16,0 0 0-16,3 0 0 0,-3-1 0 0,4 1 0 15,-1-2 0-15,3-1 0 0,0 3 0 16,0-5 0-16,3 2 14 0,0-2-1 0,3-1 0 0,0 3 0 16,6-5-13-16,0 0-18 0,0 0 4 0,0 0 1 15,0 0 13-15,0 0 0 0,0 0 0 0,0 0 0 16,0 0-259-16,0 0-49 0</inkml:trace>
  <inkml:trace contextRef="#ctx0" brushRef="#br0" timeOffset="66341.157">11867 5805 1579 0,'0'0'32'0,"0"0"10"0,0 0-34 0,0 0-8 0,0 0 0 0,0 0 0 15,-6 0 104-15,6 0 20 0,-6-2 3 0,0 2 1 16,6 0-52-16,-6 2-9 0,0-2-3 0,-3 3 0 16,4 0 0-16,-1-1 0 0,-3 1 0 0,0 0 0 15,0 2-51-15,3-3-13 0,-3 4 0 0,0-1 0 16,0-2 0-16,3 2 0 0,-3 3 0 0,3-3 0 15,3 1 19-15,-3-1 1 0,3 0 0 0,3-5 0 16,-3 5-20-16,0 1 0 0,3-6 0 0,0 8 0 16,3-3-8-16,-3 0 8 0,3 1 0 0,3-1-9 15,-3 0 9-15,3-2-8 0,-3 2 8 0,3 0-8 16,0-2 8-16,3 2 0 0,-3-2 0 0,3 2 0 16,0-2 0-16,0 2 0 0,3 0 0 0,-3-2 0 0,-3 2 0 15,2-2 0-15,-2 2-9 0,0-2 9 0,0 2-17 16,-3-2 1-16,-3-3 0 0,3 5 0 0,-3 3 4 15,0-8 2-15,-3 5 0 0,-3 3 0 16,-3-2 23-16,3 2 5 0,-2-3 1 0,-4 3 0 0,3-3-19 16,-3 3 0-16,3-3 0 0,0 1 0 0,-3 2-16 0,3-6-8 15,3 4 0-15,-3-1-1 0,3-3 12 0,0 1 2 0,6-3 1 16,0 0 0 0,-6 3-100-16,6-3-20 0,0 0-4 0</inkml:trace>
  <inkml:trace contextRef="#ctx0" brushRef="#br0" timeOffset="66876.769">11977 6030 2012 0,'0'0'57'0,"0"0"12"16,0 0-55-16,0 0-14 0,0-5 0 0,0 0 0 15,0-1 75-15,0 1 12 0,0 5 2 0,3-3 1 16,0-2-30-16,-3 0-7 0,3 2-1 0,0-2 0 16,3 2-12-16,-3-2-2 0,3 2-1 0,-3-2 0 0,3 2-6 0,0 1-2 15,0-1 0-15,0 0 0 0,0 3-9 0,0-2-1 16,0-1-1-16,0 0 0 0,0 3 14 15,0-2 2-15,0 2 1 0,0 0 0 16,-1 0-49-16,1 0-10 0,-3 0-1 0,3 2-1 0,-3 1 26 16,0 0 0-16,0-1 0 0,-3-2-8 0,3 6-4 15,0-1-1-15,-3 0 0 0,0 3 0 16,0 0-19-16,0 0-3 0,-3 0-1 0,0 0 0 16,0 0 4-16,-3 3 0 0,3-1 0 0,-3 1 0 0,-3-3 10 0,4 2 2 15,-4-2 1-15,3 0 0 0,-3 0-1 0,0 3-1 16,0-3 0-16,3-1 0 0,-3-1 21 0,3 2-11 0,3-6 11 15,0 4-8-15,0-1 8 0,3-5 0 16,-3 5 0-16,3-5 0 0,0 0 0 0,0 6 0 0,0-6 0 0,3 5 0 16,-3-5 10-16,3 5-2 0,0-2-8 0,3-1 12 15,0 1-3-15,0-3-1 0,0 0 0 0,3 0 0 16,-3 0-8-16,3-3 0 0,0 3 9 0,0-2-9 16,-4 2 0-16,4-3 8 0,0 0-8 0,0 3 0 15,0-5-28-15,0 3-9 0,3-1-3 0</inkml:trace>
  <inkml:trace contextRef="#ctx0" brushRef="#br0" timeOffset="67158.128">12332 5922 2512 0,'0'0'72'0,"0"0"14"0,0-6-69 15,0 6-17-15,0-5 0 0,0 0 0 0,0 5 84 0,3-5 12 16,-3-1 4-16,0 6 0 0,2-5-59 0,-2 5-11 0,3-5-2 0,-3 5-1 16,0-3 1-16,0 3 1 0,3-5 0 0,-3 5 0 15,3-3-29-15,-3 3 0 0,3-5 0 0,-3 5 0 16,6 0 0-16,-6 0-21 0,3 0 3 0,-3 0 1 31,0 0-102-31,6 0-20 0,-6 0-4 0</inkml:trace>
  <inkml:trace contextRef="#ctx0" brushRef="#br0" timeOffset="67380.126">12388 6104 2328 0,'0'0'48'0,"0"0"12"0,0 0-48 0,0 0-12 0,0 0 0 0,0 0 0 15,0 0 112-15,0 0 20 0,0 0 4 0,0 0 1 16,6 3-57-16,-6-3-11 0,0 0-2 0,3 3-1 16,-3-3-34-16,0 0-8 0,0 0 0 0,0 0-1 15,6 2 1-15,-6-2 1 0,0 0 0 0,0 0 0 16,0 0-107-16,0 0-22 0,0 0-4 0</inkml:trace>
  <inkml:trace contextRef="#ctx0" brushRef="#br0" timeOffset="73668.72">17261 5734 1659 0,'0'0'34'0,"0"0"10"0,0 0-36 0,0 0-8 0,0 0 0 0,0 0 0 31,0 0 89-31,0 0 16 0,-3-5 3 0,-3 2 1 0,6 3-25 0,-3-3-6 0,-3 1-1 0,0-1 0 16,3 0-17-16,-3 3-3 0,0-5-1 0,3 2 0 16,-3 3-10-16,0-2-2 0,0-1-1 0,0 0 0 15,0 3-6-15,-3-2-1 0,3-1 0 0,1 1 0 16,-4 2-8-16,3-3-1 0,0 0-1 0,0 1 0 16,-3-1-5-16,3 0-1 0,0 1 0 0,-3-1 0 15,3 0 0-15,-3 3-1 0,0-2 0 0,0-1 0 16,0 0-3-16,0 1-1 0,-3-1 0 0,4 0 0 15,-1 1-3-15,-3-1 0 0,3 1 0 0,-3-1 0 16,0 0-4-16,3 1 0 0,-3-4-8 16,0 4 12-16,-3-4-4 0,3 4-8 0,-2-4 11 15,-1 4-11-15,0-3 12 0,0 2-12 0,0 0 12 0,-3 1-12 16,3-1 11-16,-3 0-11 0,1 1 10 0,-4 2-10 16,3-3 10-16,-3 0-10 0,0 1 10 0,3-1-10 15,-3 0 0-15,4 1-18 0,-1 2 2 0,0-3 1 16,0 3 15-16,0 0 0 0,-3 0 0 0,3 0 0 15,1-5 0-15,-4 5 0 0,3 0 0 0,-3 5 0 16,0-5 0-16,0 0 0 0,1 3 0 0,-1-3 0 16,0 2 0-16,0 1 0 0,0 0 0 0,0-1 0 15,1 4 8-15,2-4 5 0,-3 1 1 0,3 2 0 16,0-2-14-16,3 2 0 0,-3 0 0 0,4 1 0 16,-4 2 0-16,3-3 0 0,-3 0 0 0,3 3 0 15,0-3 0-15,-3 1 0 0,3 2 0 0,-2-3 0 0,2 3 0 16,0 0 0-16,0-3 0 0,0 3 0 0,0 0-9 0,-3 3 9 15,6-3 0-15,-3 2-9 16,1 1 9-16,2 2 0 0,0 0 0 0,0 0 0 0,0 1 0 0,0 2 0 16,3-3 0-16,-3 3-8 0,3 0 8 0,0-3 0 0,3 3 0 15,-3 0 0-15,1-3 0 0,2 0 0 0,-3 3 0 16,3-3 0-16,0 0 0 0,-3-2 0 0,3 2 0 16,0 0 0-16,0-2 0 0,3 2 0 0,-3 0 0 0,3-2-8 15,0 0 8-15,0-1 0 0,0 1 0 16,0-1 0-16,3 1 0 0,0-1-8 15,0 1 8-15,0 0 0 0,3-1 0 16,0 3 0-16,0-2 0 0,0 2-8 0,3 1 8 0,-3-4 0 0,3 3 0 0,0-2 0 16,0 2 0-16,0-2 0 0,0 2 0 0,3-2 0 15,0 2 0-15,0-3 0 0,-1 1 0 0,4-3-8 16,3 2 8-16,-3 1 0 0,6-3 0 0,0 0-8 16,0 3 8-16,0-4 0 0,-1 1 0 0,4 0 0 15,0-2 0-15,0 2 0 0,-3-1 0 0,3-1 0 16,-3 2 0-16,-1 0 0 0,1-3 0 0,0 3-8 15,0 0 8-15,0-3 0 0,0 3 0 0,0-5 0 16,-1 2 0-16,1 0 0 0,3-2 0 0,-3 2 0 16,3-2 0-16,3 0 0 0,-4-1 0 0,4 1 0 15,-3 2 0-15,3-2 0 0,0-1 0 0,0 4 0 16,-4-4 0-16,1 4 0 0,3-4 0 0,0 1 0 16,-3 2 0-16,0-5 0 0,-1 3 0 0,1-3 0 0,0 0 0 15,3 2-8-15,0-2 8 0,-1 0 0 16,1 3 0-16,0-3 0 0,0 0 0 0,0 3-8 15,0-3 8-15,-4 0 0 0,4 2 0 0,-3-2 0 0,0 0 0 16,0 0 0-16,0 0 0 0,-4-2 0 16,4-1 0-16,0 0 0 0,0 1 0 0,0-3 0 0,0 2 0 15,-1-2 0-15,1 2 0 0,6 0 0 16,-6-2 8-16,3 2 1 0,-1 1 0 0,-2-1 0 0,3 0-9 0,-3-2-12 0,3 3 2 16,-3-4 1-16,-4 4 9 0,4-4 0 0,-3 1 0 0,0 0 0 15,0-1 8-15,-3 1 0 0,3 0 0 0,0-3 0 16,-4 3-8-16,4-3-10 0,-3 0 10 0,3 2-13 15,-3-2 13-15,0 1 8 0,0 1 0 16,0-2-8-16,-1 0 0 0,1 0 0 0,-3 1 0 0,3-4 0 16,-3 0 0-16,0 1 0 0,0-3 0 0,-3 2 0 15,3-2 0-15,-3-1 0 0,-1 1 0 0,1 0 0 16,-3 2 0-16,0 1 0 0,3-3 0 0,-3 5 0 16,-3-3 0-16,3 1 0 0,-3-1 0 0,3 3 0 15,-3-3 0-15,-3 3 0 0,3-2 0 0,-3 2 0 16,3-3 35-16,-3 3 0 0,0 0 0 0,0 1 0 15,0-1-19-15,0-3-3 0,0 0-1 0,-3 1 0 16,0-1-3-16,3-2-1 0,-3 0 0 0,-3 0 0 16,3-1 0-16,0 1 0 0,0 0 0 0,0 0 0 15,-3-1-8-15,3 1 0 0,-3 0 0 0,0 0 0 16,0 2 0-16,0-2 0 0,1 0 0 0,-1 2 0 16,-3-2 0-16,0 2 8 0,0-2-8 0,0 2 0 15,0 1 0-15,-3 2 0 0,3-3 8 0,0 1-8 16,-3 2 0-16,0 0 0 0,3 0 0 0,-3 3 0 15,1-3 0-15,-1 2 0 0,0 1 0 0,0 0 0 0,0 2 0 16,0-2 0-16,0 2 0 0,0-2 0 0,0 2 0 16,0 3 0-16,1-5 0 0,-1 2 0 0,0 3 0 0,3-2 0 0,-3-1 0 15,0 0 0-15,3 1 0 0,-3-1 0 16,0 1 0-16,0-1 0 0,3 0 0 0,-3 1 0 0,1-4 0 0,-1 4 0 16,0-1 0-16,-3-2 0 0,0 2 0 0,3 0 0 15,-3 1 0-15,0-4 0 0,0 6 0 0,4-2 0 16,-4-1-24-16,3 1 2 15,0 2 1-15,-3-3 0 16,3 3-18-16,0 0-3 0,0 0-1 0,3 0 0 16,0 3-157-16,0-3-31 0,1 0-6 0</inkml:trace>
  <inkml:trace contextRef="#ctx0" brushRef="#br0" timeOffset="74629">16133 5911 1583 0,'0'0'32'0,"0"0"10"15,0 0-34-15,0 0-8 0,3-5 0 0,-3 5 0 16,0-3 127-16,0 3 23 0,3-5 5 0,-3 5 1 16,0-3-51-16,0-2-9 0,0 0-3 0,0 5 0 0,0-3-35 0,0 3-7 0,-3-5-2 0,0-1 0 15,3 6-12-15,-6-2-2 0,3-1-1 0,-3 1 0 16,3-1-7-16,-3 3-2 0,3-3 0 0,-3 3 0 16,0 0-11-16,-3 0-2 0,3 0-1 0,-3 0 0 15,3 0-11-15,-3 3 10 0,3 0-10 0,-3-1 10 16,3 1-10-16,-3 2 0 15,4-2 0-15,-1 2 0 0,0 0 0 16,0 1 0-16,3-1 0 0,-3 3 0 0,3-3-10 0,3 3 10 0,0 0 0 16,0-3-9-16,0 3 9 0,3 0-8 0,0 0 8 15,0 0-8-15,3 0 8 0,0-3 0 0,0 3-9 16,2 0 9-16,-2 0 0 0,6-3-9 0,-3 3 9 0,0 0 0 16,3-2 0-16,-3 2 0 0,0-3 0 0,0 3 0 15,0-3 0-15,0 3 0 0,-3-3 0 0,0 1 0 16,0-4 0-16,0 4 0 0,0-4 0 0,-3 3 0 15,-1-2 0-15,-2-3 0 0,3 5 0 0,-3-5 0 16,0 8 0-16,0-2 0 0,-3-1 0 0,1 0 0 16,-1 0 0-16,-3 1 0 0,0-1 0 0,-3-2 0 15,0 2-11-15,0-2 11 0,-3-1-10 0,3 4 10 16,-3-4-8-16,0 1 8 0,3 0 0 0,-3-1-9 16,0-2-2-16,4 3 0 0,-4-1 0 0,3 1 0 15,0-3-25-15,0 3-4 0,3-3-2 0,0 0 0 16,6 0-102-16,-6 0-20 0,6 0-4 0</inkml:trace>
  <inkml:trace contextRef="#ctx0" brushRef="#br0" timeOffset="75187.502">16273 6102 1624 0,'0'0'46'0,"0"0"10"0,0 0-45 0,0 0-11 0,0 0 0 16,0 0 0-16,0 0 96 0,0 0 18 0,0 0 3 0,0 0 1 15,3-3-22-15,-3 3-4 0,3-5 0 0,2 2-1 16,-2 0-19-16,3 1-3 0,0-1-1 0,3 3 0 16,-3-2-5-16,3-1-2 0,0 0 0 0,0 3 0 15,0-2-7-15,0 2-2 0,0-3 0 0,0 0 0 16,0 3-20-16,0 0-5 0,0-2-1 0,-1 2 0 15,-2 0-18-15,3 0-8 0,-3 0 8 0,0 2-8 16,0-2 0-16,0 0 0 0,-6 0 0 0,0 0 0 16,3 6 0-16,-3-6 0 0,0 0 0 0,0 5 0 15,0 0-26-15,-3 0 2 0,0 1 1 0,0-1 0 16,-3 0-9-16,3 1-1 0,-3-1-1 0,-3 0 0 16,3-2 7-16,0 2 2 0,1-2 0 0,-1 2 0 15,0-2 13-15,3-1 2 0,3-2 1 0,0 0 0 16,0 0 9-16,0 0 0 0,0 0 0 0,0 0-8 15,0 0 0-15,0 0 0 0,3 3 0 0,3 0 0 16,0-1 8-16,-1 1 0 0,4 0 0 0,0-3 0 16,0 2 0-16,0-2 14 0,-3 0-3 0,6 3-1 0,-3 0 9 0,0-1 1 15,0-2 1-15,0 5 0 0,-3-2 5 16,0 0 1-16,0 2 0 0,0 0 0 0,-3 1-9 0,0-4-2 16,0 4 0-16,-1 2 0 0,-2-3-8 0,0 3-8 0,0-3 9 0,0 3-9 15,-2 3 9-15,-1-4-9 0,0 1 8 0,-3 3-8 16,0 0 30-16,0-1 1 0,-3 1 0 15,0-1 0 1,0 1-76-16,-3 0-15 0,0-4-4 0,0 4 0 0,0 0 52 0,0-3 12 16,0-3 0-16,1 3 0 15,-1 0-54-15,-3-3-8 0,3 0-2 0</inkml:trace>
  <inkml:trace contextRef="#ctx0" brushRef="#br0" timeOffset="76910.357">15076 3442 1094 0,'-6'-7'23'0,"6"7"5"0,-3 0-28 0,0-8 0 0,3 8 0 0,-6 0 0 15,3-8 56-15,3 8 7 0,-3-3 1 0,3 3 0 16,-3-5 51-16,3 5 10 0,0-3 3 0,0 3 0 16,0 0-65-16,0 0-13 0,0 0-2 0,0 0-1 15,0 0-24-15,0 0-5 0,0 0-1 0,0 0 0 16,0 0 46-16,0 0 9 0,0 0 1 15,0 0 1-15,3 3-16 16,3-1-3-16,0 4-1 0,-3 2 0 0,3 0-38 0,0-6-7 0,0 6-1 0,0 0-8 16,0 3 0-16,0-3 0 0,3 2 0 0,-3 1 0 15,3-1 0-15,-3-2 0 0,2 3 0 0,1-1 0 16,0 4 0-16,0-9 0 0,0 6 0 0,0 2 0 16,3-5 9-16,-3 2-9 0,3 1 0 0,-3-1 9 15,0 1-9-15,3 5 0 0,-3-8 0 0,-1 2 8 16,1 1-8-16,0 0 0 0,0 2 0 0,3 0 0 15,-6-2 0-15,3 2 0 0,0 0 0 0,-3 0 8 16,3 3-8-16,-3 0 0 0,3-5 0 0,0 7 0 16,-3-7 0-16,3 7 0 0,-1-7 0 0,1 2 0 15,3 0 0-15,-3 1 0 0,0-1 0 0,0 0 0 16,0-2 0-16,0-1 0 0,0 3 0 0,0-5 0 16,0 0 0-16,0 6 0 0,0-7 0 0,3-1 0 15,-4 4 0-15,4-2 8 0,-3 0-8 0,0-2 0 16,0 1 8-16,0-1-8 0,0 2 8 0,0 0-8 15,0 0 12-15,0-3-4 0,0 0 0 0,0 3 0 16,-3 3 1-16,0-9 0 0,2 6 0 0,-2 0 0 16,0-3-9-16,0 3 10 0,3 0-10 0,-3 0 10 15,0 0-2-15,0 3-8 0,3-9 12 0,-3 6-4 16,0 0-8-16,0 0 10 0,0 3-10 0,0-3 10 16,0-3-10-16,-3 3 0 0,3 3 9 0,0-3-9 0,0-1 0 0,0 4 0 15,0-3 0-15,-1 3 8 0,1-3-8 0,0-1 0 16,0 4 8-16,3-3-8 0,-3 3 0 0,0-4 9 15,3 4-9-15,0-3 0 0,0-3 9 0,-3 3-9 16,3 0 0-16,0 0 9 0,0 0-9 0,0-3 10 16,0 3-10-16,0 0 10 0,-1 0-10 0,1-3 0 0,3 3 0 0,-3-2 8 15,3 4 4-15,-3-2 0 0,0-5 0 0,3 5 0 16,-6-3-4-16,3 3-8 0,0 0 12 0,0 3-4 16,0-4-8-16,-1 1 8 0,4 0-8 0,-6 0 8 15,3 3 3-15,0-3 0 0,0 2 0 0,-3-2 0 16,3 3-2-16,0-3 0 0,0 2 0 0,-3 4 0 15,0-4-9-15,3 3 0 0,-3-5 0 0,0 6 8 16,3-4-8-16,-4 1 0 0,4-1 9 0,-3 4-9 16,3-4 8-16,-3 1-8 0,0-1 8 0,3 4-8 15,-3-4 8-15,0 1-8 0,3-1 10 0,-3 1-10 16,0-3 0-16,3 2 0 0,0 1 0 0,0-3 0 16,-3 3 0-16,3-3 0 0,-1-1 0 0,-2 1 0 15,3 0 0-15,0 3 14 0,-3-6-1 0,3 3 0 16,0 3-5-16,0-3-8 0,0 2 11 0,0-2-11 15,0 0 11-15,-3 3-11 0,3-1 10 0,0-2-10 16,-3 3-13-16,3-1-9 0,-4 1-2 0,4 0 0 16,-3-1 51-16,0-2 9 0,0 3 3 0,0-1 0 0,0 1-31 15,0-3-8-15,3 0 0 0,-3 2 0 0,0-2 0 0,0 0 11 0,0 0-11 16,0 0 12-16,0 0-12 0,0 0 0 16,0 0 0-16,0 0 0 0,-3-3 0 0,3 3 0 15,0 0 0-15,-4 0 8 0,1 0 0 0,3-3 0 16,0 3 0-16,-3-3 0 0,3 3-8 15,-3-2 0-15,3 2 0 0,-3-1 0 16,3-1 0-16,-3 2 12 0,0-3-12 0,0 0 12 0,0 3-12 0,3-5 0 16,-3 2 0-16,0 0 0 0,0 1 0 0,3-1 0 15,-3 0 0-15,0 1 8 0,3-1-8 0,-3 0 0 0,0-2 0 0,3 2 0 16,-3-2 0-16,0 2 0 0,3-2 0 0,-3 2 0 16,3 0 0-16,-3 1 0 0,2-1 0 0,-2 0 0 15,3-2 0-15,0 2 0 0,-3-2 0 0,3 2 0 16,-3 0 0-16,0-2 0 0,3 2 0 0,-3 1 0 15,0-1 0-15,3 3 0 0,-3-6 0 0,0 1 0 16,3 2 0-16,-3 3 0 0,0-2 0 0,3-1 0 16,-3 3 0-16,0-5 0 0,0 2 0 0,0 0 0 15,0 0 0-15,0 1 0 0,0-1 0 0,0 0 0 16,0 1 0-16,0-4 0 0,0 4 0 0,0-4 0 16,-3 3 0-16,3-2 0 0,0 2 0 0,-3-5 0 15,3 6 0-15,-3-6 0 0,3 2 0 0,0 4 0 16,-3-6 0-16,3 2 0 0,-3-2 0 0,5 6 0 15,-5-6 0-15,0 0 0 0,0 0 0 0,0 0 0 16,0 0-112-16,0 0-27 0,3-6-5 0</inkml:trace>
  <inkml:trace contextRef="#ctx0" brushRef="#br0" timeOffset="77740.723">16520 5393 1314 0,'-6'0'37'0,"-3"0"8"16,3 0-36-16,0-3-9 0,3 3 0 0,-3 0 0 15,6 0 53-15,-6-3 9 0,0 3 2 0,6 0 0 16,-3 0 36-16,3 0 8 0,0 0 2 0,-6-2 0 0,6 2-29 16,0 0-5-16,0 0-2 0,0 0 0 15,0 0-9-15,0 0-1 0,0 0-1 0,0 0 0 0,0 0-14 0,0 0-2 0,0 0-1 16,0 0 0-1,0 0-13-15,0 0-2 0,0 0-1 0,0 0 0 16,0 0-13-16,0 0-2 0,0 0-1 0,0 0 0 0,0 0-3 0,0 0-1 16,0 0 0-16,0 0 0 0,6 2-10 15,-3 4 12-15,3-1-12 0,0-3 12 0,0 4-12 0,0-1 8 0,3 0-8 0,-3 3 8 16,3 3-8-16,0-8 0 0,-1 4 0 0,1 1 0 16,0-2 0-16,3 2 0 0,-3 0 0 0,3 0 0 15,0-1 21-15,0 1 6 0,0 0 1 0,0 0 0 16,3 0-28-16,-4-3 0 0,4 3 0 0,-3 0 0 15,0 0-16-15,0-2-9 16,0-1-2-16,0 0 0 0,0 3 27 0,-3-5 0 0,0-1 0 0,0 4 0 16,3-4 19-16,-7 1 5 0,4 0 2 0,-3-1 0 15,0 1-26-15,0-3 0 0,0 3 0 0,0-3 0 16,-6 0 0-16,3 0 0 0,-3 0 0 0,0 0 0 16,6 0 0-16,-6 0 0 0,6-3 0 0,-3 0 0 15,-3 3 0-15,3-2 0 0,0-4 0 0,0 4 0 16,-3-4 0-16,3 1 0 0,0-3 0 0,-3 3 0 15,0-3 56-15,3-3 7 0,-3 3 1 0,0-2 0 16,0-3-52-16,0-1-12 0,0 1 0 0,0-3 0 16,0 3 0-16,0-3 0 0,-3 0 0 0,3 0 0 15,0 6 0-15,0-9 0 0,0 6 0 0,0 3 0 16,0-1 12-16,0 0-1 0,0 3 0 0,0-2 0 16,3 2-47-16,-3 0-8 0,0 3-3 0,3-6 0 15,0 3-189-15,0-2-39 0</inkml:trace>
  <inkml:trace contextRef="#ctx0" brushRef="#br0" timeOffset="78869.081">16064 4189 1697 0,'0'8'35'0,"3"-1"9"0,-3-1-35 0,0 2-9 0,3-3 0 0,-3 0 0 15,0-5 87-15,3 11 15 0,-3-11 3 0,0 3 1 16,0-3-41-16,0 0-8 0,0 0-1 0,0 0-1 16,0 0 7-16,0 0 2 0,0 0 0 0,0 0 0 15,0 0-12-15,0 0-1 0,0 0-1 0,0 0 0 16,-3-3-8-16,0-8-2 0,0 3 0 0,0 0 0 16,0-2-1-16,0-1-1 0,0 1 0 0,0 2 0 15,0-8-38-15,3 3 0 0,-3-1-12 0,0 1 4 16,3 3 8-16,-3-4 11 0,0 1-3 0,0 3 0 0,3-6-8 15,-3 2 0-15,3 1 0 0,0 0 0 16,0 2 0-16,0 3 0 0,0 1 0 0,0-4 0 16,3 6 0-16,0-1 0 0,-3 6 0 0,0 0 0 15,6-5 0-15,-3 2 0 0,3 3 9 0,0 0-9 0,-3 0 0 16,3 3 0-16,0 2 0 0,3-2 0 0,-3 2 0 16,3 1 0-16,0 2 0 0,0 2 0 0,0-2-10 0,0 0 10 0,0 3-12 15,0-1 12-15,-1 1 0 0,1-1-8 0,0-2 8 16,0 3 0-16,0-3 0 0,3 2 8 0,-3 4-8 0,0-6 12 15,0-1-12-15,0 7 0 0,3-9 0 0,-3 3 0 16,-3 0 0-16,3 2 0 0,-4-4 0 0,4 2 0 16,-3-3 0-16,0 0 0 0,0-2 0 0,0 0 0 15,0 2 0-15,0-5 0 0,-3 0 0 0,3 2 0 16,-6-2 0-16,3 0 0 0,-3 0 0 0,6-2 0 16,-3 2 0-16,0-5 0 0,0-1 0 0,0 1 0 15,0 0 0-15,-3-1 0 0,3-2 0 0,-3 1 0 16,0-1 54-16,3 0 8 0,-3 0 2 0,0 0 0 15,3-3-52-15,-3 1-12 0,0 2 0 0,0-6 0 16,0 4 0-16,0-3 0 0,3 2 0 0,-3-2 0 16,0 0 11-16,0-1-1 0,-3 1 0 0,6 3 0 15,-3-6-10-15,0 5 0 0,3-2 0 0,-3 0 0 16,0 2 0-16,3 0 0 0,-3 1 0 0,3 2 0 16,0 0 0-16,-3-3-14 0,3 3 3 0,0 3 1 15,-3-3-132-15,3 3-26 0,0-3-6 0</inkml:trace>
  <inkml:trace contextRef="#ctx0" brushRef="#br0" timeOffset="80791.043">16707 6075 1337 0,'0'0'56'15,"0"0"-44"1,0 0 144-16,0 0 28 0,0 0 7 0,0 0 1 16,0 0-52-16,0 0-9 0,0 0-3 0,0 0 0 15,0-2-32-15,0-4-8 0,0 6 0 0,0-5-1 16,0 5-35-16,3-5-8 0,-3-1 0 0,0 6-1 16,0 0-30-16,0-5-5 0,0 5-8 0,0 0 11 15,3-5-11-15,-3 5 0 0,3-5 0 0,-3 5 0 16,0 0 0-16,0 0 0 0,0 0 0 0,0 0 0 15,0 0-36-15,0 0-2 0,6 0-1 0,-6 0 0 16,6 0-111-16,-6 0-22 0,6 2-5 0</inkml:trace>
  <inkml:trace contextRef="#ctx0" brushRef="#br0" timeOffset="81044.802">16764 6295 1922 0,'0'5'54'0,"-3"0"13"0,3 1-54 0,0-6-13 0,-3 8 0 0,3-3 0 16,0-5 96-16,-3 5 17 0,3-5 3 0,0 6 1 16,0-6-24-16,0 0-5 0,0 5 0 0,0-5-1 15,0 0-27-15,0 0-4 0,-3 5-2 0,3-5 0 16,0 0-19-16,0 0-4 0,0 0-1 0,0 0 0 15,0 0-21-15,0 0-9 0,0 0 8 0,0 0-8 16,0 0-52-16,0 0-15 0,0 0-3 0</inkml:trace>
  <inkml:trace contextRef="#ctx0" brushRef="#br0" timeOffset="97240.459">13495 5842 957 0,'0'0'40'0,"0"0"-32"15,0 0 83-15,0 0 16 0,0 0 3 16,0-2 1-16,0 2-25 0,-3-6-5 0,3 6-1 0,0 0 0 16,0-5-2-16,0 5-1 0,0 0 0 0,0 0 0 15,0 0-2-15,0 0-1 0,0 0 0 0,0 0 0 16,0 0 4-16,0 0 1 0,0 0 0 0,0 0 0 16,0 0-29-16,0 0-6 0,0 0 0 0,0 0-1 15,0 0-26-15,0 0-5 0,-3 3 0 0,0 5-1 16,0-3-11-16,0 3 0 0,1 3 0 0,2-1 0 15,0 1 12-15,0-1-4 0,0 4 0 0,2-1 0 16,-2-3-8-16,0 4-12 0,3-1 2 0,-3 0 1 16,0 0 9-16,3-2 0 0,0 2 0 0,-3-2 0 15,3 2-9-15,0-3 0 0,0 1 0 0,0-3 0 16,0 3-13-16,-3-3-2 0,3-1-1 0,0 1 0 16,0 0-17-16,-3 0-3 0,3-2-1 0,0-1 0 15,0 0-114-15,-3 0-22 0,0-5-5 0</inkml:trace>
  <inkml:trace contextRef="#ctx0" brushRef="#br0" timeOffset="97708.147">13719 5922 1208 0,'0'0'51'0,"-6"5"-41"16,3 0 78-16,-3-2 15 0,3 2 3 0,0 1 1 16,0-1-43-16,0 3-8 0,0-3-1 0,0 3-1 15,0 0-34-15,3 0-8 0,-3 2 0 0,0-2-1 16,3 0-11-16,0 0 8 0,0 3-8 0,0-3 8 15,0 0-8-15,3 0 8 0,-3-3-8 0,3 3 8 16,-3-3 3-16,3-2 0 0,0 2 0 0,3-2 0 16,-3-1 1-16,3 1 1 0,-3-3 0 0,6 3 0 15,-3-3 5-15,0 0 1 0,0-3 0 0,-1 3 0 16,1-3 12-16,3 1 2 0,-3-1 1 0,3-2 0 16,-3 2-1-16,3-2 0 0,-3 0 0 0,0-1 0 15,0-2 25-15,0 3 5 0,-3-3 1 0,3 0 0 16,-3 0 0-16,0 0 0 0,-3 0 0 0,0-2 0 15,0 2-52-15,-3-3-12 0,3 1 0 0,-3-1 0 16,-3 3 26-16,3 0 2 0,-3 0 1 0,0 3 0 16,0 0-29-16,0-1 8 0,0 1-8 0,-3 3 0 0,3-1-8 15,0 3-5-15,-3-3-1 0,3 3 0 16,-2 0-106-16,2 0-22 0,0 0-4 0</inkml:trace>
  <inkml:trace contextRef="#ctx0" brushRef="#br0" timeOffset="98191.092">14174 5940 1580 0,'0'0'67'15,"0"0"-54"1,-3-5 143-16,-3 2 29 0,6 3 6 0,-3-2 1 16,-3-1-103-16,3 0-20 0,3 3-4 0,-6-2-1 15,0 2 0-15,0 0 0 0,-3 0 0 0,3 2 0 16,-2 1-51-16,-1 2-13 0,0-2 0 0,0 5 0 0,0-3 0 16,-3 3 0-16,3 3 0 0,0-1 0 0,0 1 0 0,0-1 0 0,0 4 0 0,3-4 0 15,3 4 0-15,0-4 0 16,0-2 0-16,3 3 0 0,0-1 0 0,3-2 0 0,0 0 0 0,3 3 0 15,0-3 0-15,0 0 0 16,3-3 0-16,0 3 0 16,3 0 0-16,-3-3 0 0,3 0 0 0,0 1 0 0,3-4 0 0,-4 1 0 0,1 0 0 15</inkml:trace>
  <inkml:trace contextRef="#ctx0" brushRef="#br0" timeOffset="100607.746">15546 2736 1534 0,'-6'5'44'0,"0"-2"8"0,3 0-41 0,-3-1-11 0,0 3 0 0,3 3 0 31,-2-5 57-31,-1 2 10 0,0 3 1 0,3-2 1 16,-3 2-4-16,3-1-1 0,0 1 0 0,0-2 0 0,0 2-51 0,3 0-13 0,0 0 0 0,0-1 0 16,0-4 24-16,0 8 1 0,0-9 1 0,0 6 0 15,3-2-12-15,0 1-2 0,0-1-1 0,0 2 0 16,3-8-3-16,-3 2 0 0,3 4 0 0,3-6 0 16,-4 0 12-16,4 0 3 0,0 0 0 0,0 0 0 15,0-6 16-15,0 4 3 0,0-4 1 0,0 1 0 16,0 2 6-16,0-2 2 0,-3-3 0 0,0 6 0 15,0-6-17-15,-3 0-3 0,3 2-1 16,-6 1 0-16,3-3-30 0,-3 0 0 0,0 0 0 16,-3 0 0-16,0 0 30 0,0 1 0 0,0-4 0 0,0 3 0 15,-3 0-30-15,0 5 0 0,0-5 0 0,0 1 0 32,0 1-18-32,0 1-10 0,0 2-1 0,0 3-1 0,0 0-130 0,0 0-25 15,0 0-6-15</inkml:trace>
  <inkml:trace contextRef="#ctx0" brushRef="#br0" timeOffset="101235.067">15906 2757 1638 0,'0'0'46'0,"0"0"11"16,0 0-45-16,0 0-12 0,0 0 0 0,0 0 0 16,0 0 80-16,0 0 15 0,0 0 2 0,0 0 1 15,0 0-22-15,0 0-4 0,0 0 0 0,0 0-1 16,0 0-6-16,-6-3-1 0,6 3 0 0,-5-5 0 16,-1 5 0-16,0 0 0 0,-3 0 0 0,0 5 0 15,0-5-51-15,0 8-13 0,-3-5 0 0,3 2 0 16,-3 3 0-16,3 0 0 0,0 0 0 0,-3 5 0 15,3-7-20-15,4 4-8 0,-4 4 0 0,3-7-1 16,3 7 21-16,-3-6 8 0,6 0 0 0,-3 2-9 16,3 1 9-16,3-3 0 0,0 2-9 0,0-2 9 0,3 3 0 15,0-3 0-15,0 0 0 0,2-3 0 0,1 0 24 16,0 1 8-16,0-1 3 0,3-5 0 0,0 2-35 0,0-2 0 0,3 0 0 16,0 0 0-1,-3 0-96-15,3 0-25 0,-4 0-6 0</inkml:trace>
  <inkml:trace contextRef="#ctx0" brushRef="#br0" timeOffset="125093.789">12713 5869 1060 0,'0'0'22'0,"0"0"5"0,0 0-27 0,-6-3 0 0,3 1 0 0,3 2 0 16,-6-3 80-16,6 3 10 0,-6-3 2 0,3 1 1 16,3 2-9-16,-6-3-3 0,0 0 0 0,6 3 0 15,-6-2 8-15,6 2 2 0,0 0 0 0,-6 0 0 16,6 0-35-16,-6 0-8 0,0 0 0 0,6 0-1 16,-9 2-24-16,3 1-5 0,6-3-1 0,-6 5 0 15,0-2 38-15,6-3 7 0,-6 5 2 0,0 0 0 16,0 1-52-16,3-1-12 0,-3 0 0 0,3 1 0 15,0-1 0-15,0 3 0 0,1 0 0 0,2-3 0 16,-3 3 0-16,3-3 0 0,0 1 0 0,0-1 0 16,0 3 0-16,0-3 0 0,0 0 0 0,3 3 0 15,-1-2 0-15,1-1 0 0,0 0 0 0,0-2 0 16,3 5 0-16,-3-3 0 0,3-2 0 0,0 2 0 16,0-2 0-16,0-1 0 0,0 1 0 0,0 2 0 15,3-5 0-15,0 3 0 0,-3-3 0 0,3 3 0 16,0-3 24-16,-3 0 1 0,3-3 1 0,3 3 0 15,-4 0-11-15,1-3-3 0,3 1 0 0,-3-1 0 16,3 0 5-16,-3 1 1 0,0-4 0 0,0 4 0 16,-3-4 0-16,3 4 0 0,-3-3 0 0,3 2 0 0,-3-2 1 15,0-1 0-15,0 1 0 0,0 0 0 0,-1-1-1 16,-2 1 0-16,0 0 0 0,0-3 0 0,0 0-2 16,0 3-1-16,0-3 0 0,-3 0 0 0,0-3 0 0,0 3 0 0,0-2 0 15,-3 2 0-15,0 0 0 0,-3 0 0 0,3 0 0 0,-3 3 0 16,4-3-15-16,-4 0 0 15,0 2 8-15,0 1-8 0,-3-3 0 0,3 3 0 16,0 0 0-16,-3-1 0 0,0 1 0 0,3 2 0 0,-3-2 0 16,0 3 0-16,0-1 0 15,-3 3-13-15,3 0 2 0,-3 3 1 16,4-3-32-16,-1 5-6 0,0-3-2 0,0 4 0 16,0-1-141-16,0 3-28 0,3-3-5 0</inkml:trace>
  <inkml:trace contextRef="#ctx0" brushRef="#br0" timeOffset="126175.398">17005 6081 1250 0,'0'0'26'0,"0"0"6"0,0 0-32 0,0 0 0 0,0 0 0 0,0 0 0 16,0-6 130-16,0 6 20 0,0 0 4 0,0-5 1 16,0 5-36-16,0 0-7 0,0 0-2 0,-3-5 0 15,3 5-41-15,-3-6-8 0,3 6-1 0,-3-2-1 16,3 2-24-16,0 0-5 0,0 0-1 0,-9-3 0 16,9 3-10-16,-3 3-3 0,3-3 0 0,-6 2 0 15,0 1-8-15,6-3-8 0,-3 5 12 0,-3 1-12 16,3 2 0-16,0-3 0 0,0 3 0 0,0 0 0 15,3 0 0-15,-3 0 0 0,3-1 0 0,0 1 0 16,3 3 0-16,-3-3 0 0,3 3 0 0,-3-4 0 16,3 1 0-16,0 0 0 0,0 0 0 0,0 0 0 15,3-2 0-15,-3 1 0 0,3-1 0 0,0-4 0 16,0 4 0-16,3-4 0 0,-3 4 0 0,3-4 0 16,-3-2 0-16,3 3 0 0,0-3 0 0,-1 0 0 15,1 0 0-15,3-3 10 0,0 1-10 0,-3-1 8 16,3 0 0-16,0 1 0 0,0-4 0 0,-3 4 0 15,3-4 8-15,-3 1 2 0,3-3 0 0,-4 3 0 16,1 0 2-16,-3-1 0 0,3-2 0 0,0 3 0 16,-3-3 3-16,0 3 1 0,0 0 0 0,-3-1 0 15,0-2 0-15,0 3 1 0,0 0 0 0,0-1 0 16,-3-1-5-16,0 1-2 0,0-2 0 0,-3 3 0 0,3-3-7 16,-3 3-2-16,0 0 0 0,0-1 0 15,-3 1-9-15,0 0 0 0,0-1 0 0,-3 1 8 0,0 0-8 16,0-1 0-16,-3 4 0 0,1-1 8 15,-4 1-8-15,0-1 0 0,0 0-10 0,0 1 10 16,0 2-29-16,0 0 0 0,0 0 0 0,0 2 0 16,1 1-42-16,-1 2-8 0,3-2-1 0</inkml:trace>
  <inkml:trace contextRef="#ctx0" brushRef="#br0" timeOffset="147644.605">11319 6125 695 0,'0'0'29'0,"0"0"-29"15,0 0 90-15,0 0 12 0,0 0 2 0,0 0 1 16,0 0-29-16,0 0-5 0,0 0-2 0,0 0 0 16,0 0-15-16,0 0-3 0,0 0-1 0,0 0 0 15,0 0 2-15,0 0 0 0,0 0 0 0,0 0 0 16,0 0 3-16,0 0 1 0,0 0 0 0,-5 0 0 16,5 0-13-16,0 0-3 0,0 0 0 0,-6 0 0 15,0 0-6-15,6 0-2 0,-9 0 0 0,3 0 0 16,0-2-6-16,-3 2-2 0,3-3 0 0,0 3 0 15,0 0-4-15,0 0 0 0,0 0-1 0,0 0 0 16,-3 0 2-16,3-2 1 0,-3 2 0 0,3-3 0 16,-3 3-6-16,1-3-2 0,-4 3 0 0,3-2 0 15,-3 2-2-15,3-3 0 0,0 0 0 0,0 3 0 16,0 0-2-16,-3-2-1 0,3-1 0 0,0 3 0 16,0-3 2-16,0 3 0 0,0-2 0 0,-2 2 0 15,2-3 1-15,0 0 0 0,0 3 0 0,0-2 0 16,0-1 4-16,0 1 0 0,0 2 1 0,0-3 0 15,0 0-5-15,3 1-2 0,-3 2 0 0,0-3 0 16,0 0-10-16,4 1 12 0,-4-1-12 0,0 0 12 16,3 3-4-16,-3 0-8 0,0-2 12 0,0-1-4 15,0 3-8-15,0 0 0 0,-3-3 9 0,3 3-9 0,-3-2 9 16,3 2-9-16,-3 0 12 0,1 0-12 0,2 0 0 0,-3 0 0 16,0 0 0-16,0 0 0 0,0 0 0 0,3 0 0 15,-3 0 0-15,3 0 0 0,-3 0 8 0,3 0-8 16,0 0 0-16,-2 0 0 0,2 0 0 0,-3 2 0 0,0-2 8 15,3 0-8-15,0 0 0 0,0 3 0 0,0-3 0 16,0 0 0 0,0 0 0-16,0 3 0 0,3-3 0 0,-3 2 0 0,3-2 0 0,-2 0 0 0,2 3 0 15,0-3 0-15,0 0 0 0,0 0 0 0,0 0 0 0,0 0 0 16,0 0 0-16,-3 0 0 0,3 0 0 16,0 0 0-16,0 0 0 0,-3 0 0 0,3 0 0 0,-3 0 0 15,3 0 8-15,0-3-8 0,-3 3 0 0,1 0 0 16,2 0 13-16,-3 0-4 0,0 0-1 0,0 0 0 15,0 0-8-15,0-2 0 0,0 2 0 0,-3 0 0 16,0-3 12-16,0 3-2 0,0 0-1 0,0 0 0 16,4 0 7-16,-4 0 0 0,0 0 1 0,0 0 0 15,0 0-17-15,0 0 0 0,0 0 0 0,0 0 0 16,0 0 0-16,0 0 0 0,0 0-8 0,1 3 8 16,-1-3 0-16,3 2 0 0,-3-2 0 0,3 0 0 15,-3 0 0-15,0 0 10 0,3 0-10 0,-3 0 8 16,0 0-8-16,0 0 8 0,1 0-8 0,-1 0 8 15,3 0-8-15,-3 0 0 0,3 0 0 0,-3 0 0 16,3 0 0-16,3 0 0 0,-3 0 8 0,3 0-8 16,0 0 0-16,0-2 0 0,6 2 0 0,-6 0 0 0,3-3 0 15,-3 3 0-15,6 0 0 0,-6 0 0 0,6 0 0 16,-3-3-11-16,3 3 3 0,-6 0 0 0,6 0 8 16,-5 0 0-16,5 0 0 0,-3 0 0 15,3 0 0-15,0 0 9 0,-6 0-1 0,0 0-8 0,6 0 0 16,0 0 0-16,-6 0-10 0,6 0 10 15,0 0-110-15,0 0-14 0,0 0-4 0</inkml:trace>
  <inkml:trace contextRef="#ctx0" brushRef="#br0" timeOffset="149659.485">9111 5575 1314 0,'-6'-8'37'0,"0"3"8"0,0 0-36 0,0-1-9 0,0 4 0 15,-3-4 0 1,3 1 104-16,0 0 18 0,-3-1 4 0,0 1 1 16,0 0-51-16,1 0-9 0,-1-1-3 0,-3 4 0 0,0-1 1 0,0-2 0 0,-3 2 0 0,3 0 0 15,-3-2-52 1,0 3-13-16,0-1 0 0,1 0 0 0,-4 1 32 0,-3-1 3 0,0 0 1 0,-3 3 0 31,0-2-18-31,-2 2-3 0,-1-3-1 0,0 3 0 0,0 0 0 0,3 3 0 16,-2-3 0-16,-1 2 0 0,6-2-3 0,-3 3-1 0,6 0 0 0,-3-1 0 15,1-2-2-15,-1 3-8 0,-3 0 12 0,0-1-4 16,0 1-8-16,1 2 0 0,-1-2 9 0,-3 2-9 16,0 0-12-16,3 1-6 0,-2-1-2 0,2 0 0 15,0 0 35-15,3 1 6 0,0 2 2 0,0-3 0 16,1 3-23-16,2-3 0 0,0 3 0 0,0 3 0 15,-3-3-19-15,3 2-1 0,-3-2-1 16,1 3 0-16,-1-1 33 0,0 1 6 0,3 0 2 16,0-1 0-16,0 1-20 0,1 2 0 0,2 0 0 0,0 0 0 15,0 6-12-15,0-3-7 0,3 2-1 0,0 1 0 16,0 2 20-16,0 0 0 0,3 0 0 0,1 3 0 16,2-5 0-16,-3 2 0 0,3-3 0 0,3 4 0 15,-3-4 0-15,3-2 0 0,0 2 0 0,3 1 0 16,-3-6 0-16,0 3 0 0,3-3 0 0,0 3 0 15,0-3 0-15,0-2 0 0,0 2 0 0,0 0 0 16,3 1 0-16,-3-1 0 0,3 0 0 0,0 0 0 16,0 1 0-16,0-1 0 0,0 0 0 0,3 0 0 15,0 3 0-15,0-3 0 0,0 6 0 0,2-6 0 16,-2 0 0-16,3 1 0 0,3-1 0 0,-3-3 0 0,3 4 0 16,0-4 0-16,0 1 0 0,0-1 0 0,3-2 0 15,-3 3 12-15,2-3-1 0,4 0-1 0,0 0-10 0,-3 0 0 16,3 0 0-16,0 2 0 0,0-2 0 0,0 0 0 15,-1-3 0-15,-2 3 0 0,3-2-8 16,0-1-1-16,-3 0 0 0,3 1 0 0,0-1 9 0,-1 0 0 16,1-2 0-16,3 2 0 0,0 0 0 0,3 1 0 15,-3-1 0-15,2 0 0 0,1 0 0 0,3 1 8 0,-3 2-8 16,3-3 11-16,-4 3-11 0,1-3 0 0,-3 1 0 16,0-4 0-16,3 3 0 0,-3-5 0 0,2 3-12 15,1-3 12-15,-3 3 0 0,3-3 0 0,0 0 0 0,2 0 0 16,-2 0 0-16,0 0 0 0,3 0 0 0,0 0 12 15,-4 0-12-15,1-3 0 0,-3 3 0 0,6 0 0 16,-6-3 0-16,0 1 0 0,-1-1 0 0,1 1 0 16,3-1 0-16,-3 0 0 0,3-2-12 0,-3 2 12 15,2 1 0-15,4-1 0 0,-3 0 0 0,3-2 0 16,-3 5 0-16,-1-3 0 0,1 1 0 0,0-1 12 16,-3 0-12-16,-3 1 0 0,3-1 0 0,-1-2 0 15,-2 2 0-15,0-2 0 0,3 0-12 0,0-1 12 16,-3 1 0-16,2 2 0 0,-2-2 0 0,3 0 0 15,0 2 0-15,-3-2 0 0,3 2 0 0,-3-2 0 16,-1 0 23-16,1-1 12 0,0 1 2 0,-3 0 1 16,0 0-16-16,0-1-3 0,0-2-1 0,-3 3 0 15,-1-3-8-15,1 0-2 0,0 0 0 0,-3 0 0 0,3 0 8 16,-3-2 0-16,0 2 1 0,0 0 0 16,-3-3-27-16,3 1-6 0,0 2 0 0,-3-5-1 0,3 2 51 15,-3 0 10-15,3-2 3 0,-4 0 0 16,4 0-31-16,-3-1-7 0,0 1-1 0,3 0 0 15,-3 0 1-15,0 0 0 0,3-1 0 0,-3 4 0 16,0-4-9-16,-3 4 0 0,3-1 0 0,-3 3 0 16,3 0 0-16,-3-2 0 0,0 2 0 0,-3 0 0 0,3 0 0 15,0 0 0-15,-3 3 0 0,0-3 0 0,0 0 0 16,0 0 0-16,0 0 0 0,-3 0 0 0,0 0 31 0,0 0 4 16,0 0 1-16,0 0 0 0,-3 0-24 0,3-2-4 0,-3 2 0 0,0-3-8 15,3 1 11-15,-3-1-11 0,0 1 10 0,0-1-10 16,0 0 9-16,-3-2-9 0,3 3 8 0,-3-1-8 15,3-2 9-15,-2 2-9 0,-1-2 10 0,0 0-10 16,0 2 8-16,3 1-8 0,-3-1 0 16,0 0 9-16,0 1-9 0,3-1 0 15,-3 1 0-15,0 2 8 0,0 0-8 0,0-3 0 0,3 3 0 0,-3 0 8 16,1 3-8-16,-1-3 0 0,0 3 0 0,0-3 0 16,0 3 0-16,0 2 0 0,0-2 0 0,0-1 0 15,0 1 0-15,-3 0 0 0,3-1 0 0,0 4 0 16,0-4 0-16,-3 4 0 0,4-3 0 0,-4 2 0 15,3-2 0-15,-3-1 8 0,0 4-8 0,0-4 0 16,0 4 0-16,3-4 0 0,-3 4 0 0,0-3 0 16,0 2 0-16,3-2 0 0,-2 2 0 0,2 0 0 15,-3 1 0-15,3-1 0 0,0 0 0 0,3 1 0 16,-3 2 0-16,0 0 0 0,3-6 0 0,-3 6 0 16,3 0 0-16,0-2 0 0,-3 2 0 0,3-3 0 0,0 3 0 15,-2 0 0-15,-1 0 0 0,0 0 0 0,0-5 0 16,0 5 0-16,0-3 0 0,0 3 0 0,-3 0 0 0,0 0 0 15,0-2 0-15,0 2 0 0,0 0 0 16,1-3 0-16,-4 0 0 0,0 1 0 0,3-1 0 0,-3 0 0 16,0 1 8-16,0-4-8 0,0 4 0 0,0-4 0 15,1 1 0-15,2 2-11 0,-3-2 11 0,3 0 0 16,-3 0 0-16,3-1 0 0,0 1 0 0,0 2 0 0,0-2 0 16,0 2 0-16,3 1 0 0,-2-1 0 0,-1 1 0 0,3 2 0 15,-3-3 0-15,0 3 0 0,0 0 0 0,3 3 0 16,-3-3 0-16,3 2 0 0,0 3 0 0,0-2 0 15,3 2-104 1,-2 3-20-16,-1-2-3 0</inkml:trace>
  <inkml:trace contextRef="#ctx0" brushRef="#br0" timeOffset="150612.449">8239 5927 2260 0,'0'-8'47'0,"3"0"11"0,-3 0-46 0,0 0-12 0,3 0 0 0,-3 3 0 16,-3-3 84-16,3 0 16 0,-3 3 2 0,-3 0 1 16,3-1-52-16,-3 1-11 0,0 2-1 0,0 1-1 15,-3-1-30-15,0 3-8 0,0-3 0 0,0 6 0 16,-3-3 0-16,3 3 0 0,0-1 0 0,-2 1 0 15,2 2 0-15,0 3 0 0,3-2 0 0,-3-1 0 16,0 3 12-16,3 0 0 0,0-3 1 16,0 3 0-16,0 0-13 0,3 0 0 0,3 0 0 0,-3 2 0 15,3-2-15-15,0 0 4 0,0-3 1 0,3 3 0 16,0 0 10-16,3 0 0 0,0-2 0 0,0 2 0 16,0-1 0-16,3 1 0 0,0-2 0 0,0 2 0 15,0 0 0-15,2 0 0 0,-2-3 0 0,3 0 0 16,-3 0 0-16,0 1 0 0,0-1 0 0,0 0 0 15,-3 1 0-15,0-1 0 0,0-2 0 0,-3 2 0 16,-3-5 0-16,3 5 0 0,-3-5 0 0,-3 5 0 16,0 1-53-16,0-1-9 0,-6 0-2 0,3 1 0 15,-3-1 64-15,-3 0 0 0,3 0 0 0,-3 1 0 16,0-4 0-16,4 4-22 0,-4-1 3 0,0 0 1 16,0 1-27-16,0-4-6 0,0 1-1 0,0-1 0 15,0 1-9-15,0 0-3 0,0-3 0 0</inkml:trace>
  <inkml:trace contextRef="#ctx0" brushRef="#br0" timeOffset="151064.653">8507 6051 1792 0,'0'0'51'0,"0"0"10"0,0 0-49 0,0 0-12 0,0-5 0 0,0 5 0 16,3-3 105-16,-3 3 19 0,3-5 3 0,-3 5 1 15,0 0-103-15,0 0-25 0,0 0 0 0,0 0 0 16,0 0 56-16,0 0 7 0,0 0 1 0,0 0 0 16,0 0-52-16,0 0-12 0,-9 3 0 0,3 2 0 15,-3-2 0-15,0 2 0 0,0 0 0 0,-3-2 0 16,0 2 0-16,0 1 0 0,-3-4 0 0,0 4 0 15,3-4 0-15,1 3 0 0,-4-2 0 0,3 2 0 16,0-2 0-16,0 2 0 0,3-2 0 0,0 2 0 16,0-2 19-16,0 0 1 0,6-1 0 0,-3 1 0 15,6-3-20-15,0 0 0 0,0 0 0 0,0 0 0 16,0 0 0-16,0 5 0 0,0-5 0 0,6 5 0 16,0 1 0-16,0-4-9 0,3 4 9 0,-3-4 0 15,3 1 0-15,3 0 0 0,-3-3 0 0,3 5 0 16,-3-2 0-16,3-1 0 0,-1-2 0 0,1 5 0 0,0-5 41 15,0 3 4-15,-3 0 1 0,3-3 0 0,-3 2-37 16,0-2-9-16,0 0 0 0,0 0 0 16,0 0-49-16,-3 0-12 0,3 0-3 0,-1-2 0 15,1 2-51-15,-3 0-10 0,3-3-3 0</inkml:trace>
  <inkml:trace contextRef="#ctx0" brushRef="#br0" timeOffset="151354.273">8513 6009 2066 0,'0'0'43'0,"0"0"10"0,0 0-42 0,0 0-11 0,0 0 0 0,0 0 0 16,0 0 104-16,0 0 20 0,0 0 3 0,0 0 1 16,0 0-52-16,0 8-9 0,0-3-3 0,0 1 0 15,0-1-51-15,3 3-13 0,-3-3 0 0,0 3 0 16,2 3 54-16,-2-3 8 0,3 2 2 0,-3 1 0 15,3-1-52-15,-3 4-12 0,3-4 0 0,-3 3 0 16,3 3 0-16,-3 3 0 0,0-3 0 0,3 5 0 16,-3-3 0-16,0 1 0 0,3-1 0 0,-3 4 0 15,0-7 0-15,3 1 0 0,-3 0 0 0,0-3 0 16,3 1-24-16,-3-4-8 0,0 1-2 0,3-1 0 16,-3-2-99-16,3-2-20 0,0-1-4 0</inkml:trace>
  <inkml:trace contextRef="#ctx0" brushRef="#br0" timeOffset="152196.497">8795 6036 1577 0,'0'0'66'16,"0"0"-53"-1,0 0 93-15,0 0 18 0,0 0 4 0,0 0 1 16,0 0-1-16,0 0 0 0,0 0 0 0,0 0 0 16,0 0-51-16,0 0-10 0,0 0-3 0,0 0 0 15,0 0 0-15,0 0 0 0,0 0 0 0,0 0 0 16,0 0-51-16,0 0-13 0,0 0 0 0,0 0 0 15,0 0 0-15,0 0 0 0,0 0 0 0,0 0 0 16,0 0 54-16,0 0 8 0,0 0 2 0,0 0 0 16,0 0-103-16,0 0-20 0,0 0-4 0,0 0-1 15,0 0-51-15,0 0-10 0,0 0-3 0</inkml:trace>
  <inkml:trace contextRef="#ctx0" brushRef="#br0" timeOffset="152375.017">8861 6313 2310 0,'0'0'48'0,"0"0"11"0,0 0-47 0,0 0-12 0,0 0 0 0,0 0 0 15,0 0 104-15,0 0 20 0,0 0 3 0,0 0 1 16,3-5-103-16,0 0-25 0,-3 5 0 0,0-6 0 16,0 6 0-16,3-2 0 0,0-3 0 0,-3 5 0 15,0 0-200-15,0 0-44 16</inkml:trace>
  <inkml:trace contextRef="#ctx0" brushRef="#br0" timeOffset="153069.167">10138 5850 1824 0,'0'0'76'16,"0"0"-60"-1,0 0 142-15,0 0 29 0,0-5 5 0,0 5 2 16,0 0-106-16,0 0-20 0,0 0-5 0,0 0-1 16,0 0 2-16,0 0 0 0,0 0 0 0,0 0 0 15,0 0-64-15,-6 3-21 0,6-3 0 0,-6 5 0 16,0 0 21-16,3 3 0 0,-3 0 0 0,0 0 0 15,0 3 0-15,-3 2 0 0,3-3 0 0,-3 4 0 16,-3-1 0-16,3 0 0 0,-2 0-9 0,-1 1 9 16,3-4 0-16,-3 3 0 0,3-2 0 0,-3 0 0 15,6-1 0-15,0-2 0 0,0 3 0 0,3-3 0 0,0 0-9 0,3 0 9 16,0-3 0-16,0 0-9 0,3 0 9 0,3 1 0 16,-3-1 0-16,3 0 0 0,3-2 0 0,-3 2-8 15,6-2 8-15,-3 2 0 0,0-2 0 0,0-1 0 0,2 1 0 0,-2 0 0 16,0-1 0-16,0 1 0 0,0 0 0 0,0-1 0 15,-3-2 0-15,3 3 0 0,0-3 0 16,0 3 0 0,-3-3-25-16,3 0-7 0,0 2 0 0,-3-2-1 15,3 3-139-15,-3 0-27 0,-1-1-5 0</inkml:trace>
  <inkml:trace contextRef="#ctx0" brushRef="#br0" timeOffset="153744.46">9840 6612 1546 0,'0'0'65'16,"-3"-2"-52"0,3 2 151-16,0 0 29 0,-3-6 7 0,3 6 0 15,0 0-108-15,0 0-23 0,0 0-4 0,0 0-1 16,0 0 0-16,0 0 0 0,0 0 0 0,0 0 0 15,0 0-51-15,0 0-13 0,0 0 0 0,0 0 0 16,-3 6 0-16,0-1 0 0,3 3 0 0,-3 3 0 16,3-1 0-16,-3 1 0 0,3 2 0 0,0 0 0 15,0 3 0-15,0 0 0 0,-3-3 0 0,3 6 0 16,3-6 0-16,-3 3 0 0,0-3 0 0,-3 0 0 0,3 0 0 16,0-2-12-16,0 0 3 0,-3 2 0 15,3-5-47-15,0 2-8 0,0-2-3 0</inkml:trace>
  <inkml:trace contextRef="#ctx0" brushRef="#br0" timeOffset="154069.348">10090 6678 2306 0,'0'-5'65'0,"-3"0"15"0,0 0-64 0,3 5-16 0,-3-6 0 0,3 6 0 16,-3-2 52-16,-3-1 6 0,3 0 2 0,3 3 0 15,-9 0-41-15,3 0-8 0,0 0-2 0,1 3 0 16,-1 2-9-16,0-2 0 0,0 2 0 0,0 1 0 16,3 1 0-16,0 1 0 0,0 0-11 0,0 0 11 15,3 0 0-15,3 3-10 0,-3-3 10 0,3 2 0 16,0-2-11-16,3 0 11 0,0 3-10 0,0-3 10 16,3 0 0-16,-4 0 0 0,4 0-8 0,0 0 8 15,0-1 0-15,-3-1 0 0,0 2 0 0,0 0-9 16,0-3 9-16,0 3 0 0,-3-3 0 0,3 0 0 15,-3 3 0-15,0-2 0 0,0-1 0 0,-3 3 0 16,0-3 0-16,0 0 0 0,-3 1 0 0,0-1 0 16,0 0 0-16,-3 1 0 0,3-1 0 0,-3 0 0 15,-3 1-50-15,0-1-11 0,0-3-3 0</inkml:trace>
  <inkml:trace contextRef="#ctx0" brushRef="#br0" timeOffset="154284.522">10078 6673 2066 0,'3'-10'43'0,"-3"10"10"0,3-3-42 0,0-2-11 0,0 2 0 0,0 0 0 16,3-2 104-16,-3 2 20 0,0 3 3 0,3-2 1 15,0-1-52-15,-3 3-9 0,3-2-3 0,0 2 0 16,0 0-51-16,3-3-13 0,-3 3 0 0,3 0 0 15,0 0-100-15,2 3-22 0,1-3-5 0</inkml:trace>
  <inkml:trace contextRef="#ctx0" brushRef="#br0" timeOffset="154613.419">10468 6705 2310 0,'0'0'48'0,"0"-5"11"16,0 5-47-16,0-6-12 0,0 1 0 0,0 0 0 16,0 5 104-16,-3-6 20 0,3 1 3 0,0 5 1 15,-3-2-103-15,3 2-25 0,-3-6 0 0,-3 4 0 16,6 2 56-16,-6 0 7 0,0-3 1 0,0 6 0 16,-3-3-52-16,4 2-12 0,-1 1 0 0,-3 2 0 15,3 0 0-15,-3 3 0 0,3 3 0 0,0 0 0 0,0-1 0 0,0 1 0 0,0-1 0 0,3 4 0 31,0-4 0-31,3 3 0 0,0-2 0 0,0 0 0 0,0-1 0 16,3 1 0-16,0-1 0 0,0-2 0 16,3 3 0-16,0-1 0 0,0-2 0 0,-3 0 0 0,3 3 0 15,0-3 0-15,0 0 0 0,-3-3 0 0,3 3 0 0,0-3 0 16,0 1 0-16,-4-1 0 0,7-2 0 0,-3 2 0 16,0-3-8-16,0 1 8 15,0 0-88-15,0-3-15 0,0 2-2 0</inkml:trace>
  <inkml:trace contextRef="#ctx0" brushRef="#br0" timeOffset="157342.728">10492 5755 1094 0,'0'5'46'0,"0"1"-37"16,0-6 119-16,3 8 23 0,-3-3 5 0,0 0 0 16,0-5-58-16,0 0-12 0,0 8-2 0,0-8-1 15,0 0-15-15,0 0-2 0,0 0-1 0,0 0 0 16,0 0-1-16,0 0 0 0,0 0 0 0,0 0 0 16,0 0 12-16,3-5 3 0,0-3 0 0,0 3 0 15,0-3-63-15,0-3-16 0,0 0 0 0,0 4 0 16,0-4 49-16,0 0 7 0,0 1 2 0,0-3 0 15,3 2-26-15,-3-2-6 0,3-3-1 0,-3 3 0 16,0-3-9-16,2 3-1 0,-2-1-1 0,0-2 0 16,0 3 1-16,3 3 0 0,-3-4 0 0,0 6 0 15,3 0-7-15,-3 1-8 0,3 1 11 0,-6 6-11 16,3 0 15-16,-3 0-4 0,6 0-1 0,0 6 0 16,0-1-18-16,0 0-4 0,3 6-1 0,-3-3 0 15,0 0 1-15,3 2 1 0,0 1 0 0,0-1 0 16,0 1-10-16,-1 0-3 0,4-1 0 0,-3 1 0 15,0-3 0-15,0 0 0 0,0-1 0 0,0 1 0 16,0 0 5-16,0-2 1 0,0-1 0 0,-3 0 0 16,3 1 18-16,-3-4-12 0,0 1 12 0,3-1-10 0,-3 1 10 15,-1-3 0-15,1 0 0 0,-3 0 0 0,3 0 0 0,0 0 0 0,-3-3 0 16,3 3 0-16,-3-2 25 0,3-3 4 0,-3 2 1 16,3-2 0-16,-3 2-30 0,0-2 0 0,0-1 0 0,0-2 0 15,0 3 57-15,0-3 6 0,0 0 1 0,-3-2 0 16,3-1-52-16,0-2-12 0,-3 2 0 0,3-2 0 15,0 0 20-15,-3 0 2 0,3-3 0 16,0 0 0-16,0 3-13 0,-3-3-9 0,3 3 12 0,0-1-12 16,-3 1 0-16,3 2 0 0,0 4 0 0,0-4 0 15,0 3 0-15,-3 3 0 0,3-1-15 16,0 4 5-16,-3 2-86 0,0 0-16 16,3-3-4-16</inkml:trace>
  <inkml:trace contextRef="#ctx0" brushRef="#br0" timeOffset="164325.118">9194 6006 1637 0,'0'0'34'0,"0"0"8"0,-3-2-34 0,3 2-8 0,-3-6 0 16,3 6 0-16,0-5 138 0,-3 0 26 0,3 5 4 0,0-3 2 15,0 3-54-15,-3-5-12 0,3 0-1 0,0 5-1 16,0 0-34-16,0 0-6 0,0-6-2 16,0 6 0-16,0 0-12 0,0 0-4 0,0 0 0 0,0 0 0 15,0 0-10-15,0 0-2 0,0 0-1 0,0 0 0 16,0 0-11-16,0 0-3 0,0 0 0 0,0 0 0 15,0 0-6 1,0 0-2-16,0 0 0 0,0 6 0 0,0 2-9 0,0 0 0 0,0-1 0 0,3 4 0 16,-3 0 0-16,0-1 0 0,3 1 0 0,-3-1 0 15,0 1 0-15,3 2 0 0,-3-2 0 0,3-1 0 16,-3 4 0-16,0-4 0 0,3 1 0 0,-3 2 0 16,0-2 0-16,3-1 0 0,-3 3 0 0,3 1 0 15,-3-4 8-15,3 1 0 0,-3-1 0 0,3-2 0 16,-3 3-8-16,3-1 0 0,-3 1 0 0,3-3 0 15,0 3 0-15,-3-3 0 0,3-1-10 0,0-1 10 16,-3 2-28-16,3-3 0 0,3 3 0 0,-3-3 0 16,0 1-70-16,0-1-14 0,3-3-2 0,-3 1-1 15,-3-3-87-15,0 0-18 0</inkml:trace>
  <inkml:trace contextRef="#ctx0" brushRef="#br0" timeOffset="177166.807">9531 5549 991 0,'8'-6'20'0,"-8"6"6"0,3-2-26 0,3-1 0 0,-3 0 0 0,3 1 0 16,0-1 80-16,-3 0 12 0,3 1 1 0,0-1 1 15,3 1-21-15,-3-1-4 0,3 0-1 0,-3 1 0 16,3-4-9-16,0 4-3 0,0-1 0 0,0-2 0 16,0 2-12-16,0-2-2 0,-1 0-1 0,1-1 0 15,3 4-13-15,-3-4-4 0,3 1 0 0,-3 0 0 16,3-1-24-16,0-2 0 0,0 3 0 0,3 0 0 15,-3-6 43-15,5 3 3 0,-2 0 1 0,3-2 0 16,0-1-31-16,3 3-7 0,0 0-1 0,2-2 0 16,-2 2-8-16,3 0 0 0,-3 0 0 0,3-3 0 15,0 3 0-15,-7-2 12 0,4-1-4 0,0 1 0 16,-3-1 5-16,6 1 1 0,-3 2 0 0,2-6 0 16,-2 4-14-16,6-1-16 0,-3-2 3 0,3 2 1 15,-1 3 12-15,1-7 0 0,0 4 0 0,0 0 0 16,-3-2 48-16,-1 0 13 0,1 2 3 0,-3-5 0 15,0 6-52-15,0-1-12 0,0-5 0 0,2 3 0 16,-2 0 0-16,3 0 0 0,0 2 0 0,0-5 0 16,3 3 0-16,-4 0 0 0,1 2 0 0,3 1 0 0,-3-1 0 15,0 3 0-15,-1 0 0 0,-2 0 0 0,0-2 0 16,-3 2 0-16,0-3 0 0,0 3 0 0,-1 3 54 0,4-6 8 0,-3 1 2 16,3 2 0-16,0 0-52 0,0-3-12 0,2 3 0 0,1 0 0 15,0 0 0-15,-3-2 0 0,0 2 0 16,3 0 0-16,-4-3 0 15,1 1 0-15,-3 2 0 0,3-3 0 0,-3 1 0 16,-3-1 0-16,3-2 0 0,-4 2 0 0,4-2 0 16,0 0 0-16,0 0 0 0,6-3 0 0,-3 3-14 0,0-3-6 0,2 2 0 15,1-1-1-15,-3 1 21 0,3 1 0 0,0 0 0 0,-1 2 0 16,-2-2 0-16,3 2 0 0,-3 1 0 0,-3-1 0 16,3 1 20-16,-4 2-2 0,1-3 0 0,-3 3 0 15,3-5-18-15,0 2 0 0,0 1 0 0,3-1 0 16,-4 1-11-16,1-1-5 0,3 1-2 0,0-1 0 15,0 3 18-15,0-5 0 0,0 0 0 0,-1 2 0 16,-2-2 0-16,0 2 0 0,0-2 0 0,0 0 0 16,-3 2 0-16,3-2 0 0,-4 2 0 0,1-2 0 15,-3 2 0-15,3-2 0 0,0 0 0 0,0 2 0 16,0-2 0-16,0 3 0 0,0 2 0 0,2-6 0 16,-2 7 0-16,0-1 0 0,3 0 0 0,-3-3 0 15,0 3 0-15,3 0 0 0,-3 6 0 0,2-6 0 16,-2 2 0-16,-3-2 8 0,3 3-8 0,0 0 0 15,-3 0 14-15,3-3 0 0,0 2 0 0,-4 1 0 16,1-3-14-16,0 0-16 0,0 5 3 0,-3-4 1 16,0-1 12-16,0 2 16 0,0 1-3 0,0-3-1 15,0 5-12-15,0-7-16 0,3 5 3 0,-3-3 1 16,2 2 12-16,-2-2 0 0,3 3 0 0,0-3 0 16,0 0 9-16,0 3 2 0,0-3 0 0,0 0 0 0,0 3-11 15,0-3 0-15,0 0 0 0,-4 5 0 0,4-5 0 0,0 0 0 0,-3 3 0 0,3 0 0 16,-3 2 0-16,3-2 0 15,-3 2 0-15,0-5 0 0,0 3 0 0,-3 0-11 0,3 2 3 16,0-2 0-16,-3 2 8 0,2 3 0 16,1-5 0-16,-3 2 0 0,3-2 0 0,-3 2 0 15,0 1 0-15,0-1 8 0,0 0-8 0,0 1 0 16,-3-4 8-16,3 4-8 0,0-1 0 0,0-2 8 0,-3 2-8 0,3-2 0 16,0 0 0-16,0 2 0 0,0-2 0 0,0 2 8 15,-3-2-8-15,3 2 0 0,-1-2 8 0,1 2-8 16,0 3 9-16,-3-5-9 0,3 2 12 0,0 0-12 15,-3-2 12-15,3 5-4 0,-3-2 0 0,3-1-8 16,-3 3 11-16,0-5-11 0,3 5 10 0,-6 0-10 16,3-3 0-16,3 3 8 0,-3-5-8 0,-3 5 0 15,6 0 0-15,0-3 0 0,-3 3 0 0,3-5 0 16,-6 5 0-16,3-3 0 0,-3 3 0 0,6-3 0 16,-6 3 8-16,0 0-8 0,6 0 0 0,-6 0 0 15,0 0-15-15,3-2-9 0,-3 2-1 0,0 0-1 16,0 0 26-16,0 0 0 0,0 0 0 0,0 0 0 15,0 0 0-15,0 0 0 0,0 0 0 0,0 0 0 16,0 0 18-16,0-6 9 0,0 6 1 0,0-2 1 16,0 2-46-16,-3-8-10 0,0 8-1 15,-3-8-1-15,3 5 29 0,0-2 20 0,-3 2-4 0,3-2 0 0,-3 2-16 16,0 1 0-16,-3-6 0 0,3 3 0 0,0-1 0 0,-3 1 0 0,3 2-9 16,0 1 9-16,-3-4 0 0,3 4 0 0,0-4 0 0,-2 4 0 15,2-3 0-15,0 2 0 0,0 3 0 0,0-3 0 16,0 3 0-1,6 0 0-15,-6-2 0 0,0 2 0 0,6 0 0 16,-6 0 0-16,6 0 0 0,-6 0 0 0,0 0 0 16,6 0 8-16,-6 0-8 0,6 0 8 0,0 0-8 0,-6 0 11 0,6 0-11 15,0 0 12-15,0 0-12 0,-6 2 0 0,6-2 9 0,0 0-9 16,-6 6 0-16,6-6 0 0,0 0 0 0,0 0 8 16,-3 5-8-16,3-5 8 0,0 0-8 0,0 0 8 15,0 0-8-15,0 8 0 0,0-8-8 0,3 2 8 16,-3-2 0-16,3 6 0 0,0-1 0 0,3-2 0 15,-3-1 0-15,3 4 0 0,-3-6 0 0,3 5 8 16,0-5 3-16,0 2 1 0,0-2 0 0,0 6 0 16,0-6 0-16,0 0 0 0,3 0 0 0,-3 0 0 15,2 2-4-15,1-2-8 0,-3 0 12 0,3 3-4 16,-3-3-8-16,0 3 12 0,3-3-12 0,-3 2 12 16,0-2-12-16,0 3 0 0,0 0 0 0,0-1-11 15,-3-2 11-15,3 3 0 0,-3 0 0 0,-3-3 0 16,3 5 10-16,-3-5 4 0,3 3 1 0,-3-3 0 15,3 7-24-15,-3-1-5 0,-3-1-1 0,3 3 0 16,-3 0 36-16,-3-5 7 0,3 2 2 0,-3 3 0 16,3-3-17-16,-3 6-3 0,0-3-1 0,0 0 0 15,3 0-9-15,-3 2 10 0,0-2-10 0,3-3 10 16,-3 3-10-16,3 3 0 0,0-3 0 0,-3 0 8 16,3-3-8-16,0 3 0 0,3 0 0 0,-3-3 0 0,3 3 0 15,-3-5 0-15,3 2 0 0,0-5 0 0,0 5 0 16,0-5 0-16,0 8 0 0,0-8 0 0,0 0-11 0,3 3-4 15,-3-3-1-15,0 0 0 16,3 5-32-16,0-2-8 0,-3-3 0 0</inkml:trace>
  <inkml:trace contextRef="#ctx0" brushRef="#br0" timeOffset="187252.283">10912 4456 1824 0,'0'0'38'0,"0"0"8"0,0 0-37 0,0 0-9 0,-3-3 0 0,3 3 0 15,0 0 53-15,0-8 9 0,0 8 2 16,0 0 0-16,0 0 0 0,0 0 0 16,0 0 0-16,0 0 0 0,0 0 0 0,0 0 0 0,0 0 0 15,0 0 0-15,0 0-52 0,0 0-12 0,0 0 0 0,3 8 0 16,0-2 0-16,0-1 0 0,0 3 0 0,3 2 0 15,-3-2 0-15,0 0 0 0,2 3 0 0,-2 2 0 16,0-2 0-16,0 4 0 0,3-1 0 0,-3 2 0 16,3-1 0-16,-3 1 0 0,0 0 0 15,0 0 0-15,0-3 0 0,0 1 0 0,0-4 0 0,0 3 0 16,0-2-48 0,-3-3-13-16,3 0-3 0,0 0 0 0,0 0 0 15,-3-6 0-15,0-2 0 0,0 0 0 0,3 6-102 0,-3-6-21 16</inkml:trace>
  <inkml:trace contextRef="#ctx0" brushRef="#br0" timeOffset="187625.281">10930 4440 1792 0,'0'0'51'0,"0"0"10"15,0 0-49-15,0 0-12 0,0 0 0 0,0 0 0 16,-3-5 54-16,3 5 8 0,0-6 2 0,0 6 0 0,0 0 0 0,0-2 0 16,0 2 0-16,3-3 0 15,0 0 0-15,-1 1 0 0,4-1 0 0,-3 3 0 16,3 0-52-16,3 0-12 0,-3 0 0 0,3 0 0 0,0 0 0 16,0 0 0-16,3 0 0 0,0 3 0 0,0-1 12 0,0 1 0 0,3 0 0 15,-4 2 0-15,4-2-12 0,-3 2 0 16,0 0 0-16,-3-2 0 0,3 2 0 0,-3 1 8 15,-3-1-8-15,0 3 0 0,0 2 11 0,-3-7-11 16,0 5 12-16,0 0-12 0,-3 0 11 0,-3 2-11 16,3 1 10-16,-3 0-10 0,-3 4 36 0,3-4 2 15,-3 0 0-15,-3 4 0 16,0-4-82-16,0 8-16 0,0-9-3 0,-3 3-1 0,3 1 64 0,0-1 15 16,-3-3 1-16,4 4 1 0,-4-9-27 0,3 3-6 0,0 0 0 15,3-3-1 1,-3 0-38-16,3 1-7 0,0-4-2 0</inkml:trace>
  <inkml:trace contextRef="#ctx0" brushRef="#br0" timeOffset="187957.462">10805 4342 1337 0,'0'0'56'16,"0"0"-44"-16,0 0 92 0,3-5 20 0,2 5 3 0,-2-3 1 15,3 3-52-15,0-3-9 0,0 1-3 0,0-1 0 16,0 3 52-16,3-2 9 0,0-4 3 0,-3 4 0 31,0-1-103-31,3-5-25 0,-3 3 0 0,3-1 0 0,0-1 56 0,3-1 7 0,0 0 1 0,-1 0 0 16,7-3-52-16,-3 6-12 0,3-8 0 0,0 2 0 31,3 0-126-31,0 3-28 0,2-2-6 0</inkml:trace>
  <inkml:trace contextRef="#ctx0" brushRef="#br0" timeOffset="188840.554">11355 4437 1094 0,'0'0'23'0,"0"0"5"0,0 0-28 0,0 0 0 0,0 0 0 0,0 0 0 16,0 0 56-16,0 0 7 0,0 0 1 0,0 0 0 15,0 0 0-15,0 0 0 0,0 0 0 0,0 0 0 16,0 0 0-16,0 0 0 0,0 0 0 0,3-5 0 16,-3 5-52-16,0-5-12 0,0-1 0 0,3 1 0 15,-3 5 54-15,0-5 8 0,0 0 2 0,0-1 0 16,0 4 0-16,0-4 0 0,0 1 0 0,0 0 0 16,-3 2 0-16,3-5 0 0,-3 3 0 0,3-3 0 15,-3 0-52-15,3 0-12 0,0-3 0 0,-3-2 0 16,3 3 54-16,-3-1 8 0,3-2 2 0,0 5 0 15,-3-5-52-15,3 2-12 0,0 6 0 0,0-3 0 16,0-3 0-16,0 6 0 0,0 0 0 0,0 5 0 16,0 0 0-16,0 0 0 0,0 0 0 0,0 0 0 15,0 0 0-15,0 0 0 0,0 0 0 0,0 0 0 16,0 0 0-16,3 5 0 0,0 0 0 0,0 6 0 16,3-8 0-16,-3 4 0 0,0 1 0 0,3 3 0 0,0-3 0 0,0 0 0 15,0 0 0-15,0 0 0 16,0 0 0-16,0 0 0 0,0 0 0 0,0-3 0 15,0 3 0-15,0-3 0 0,0 3 0 0,0-5 0 16,-1 2-32-16,1-2-10 0,-3 2-2 0,3-2 0 0,0-1 36 0,-6-2 8 16,6 3 0-16,-6-3 0 0,3 0 0 0,3 0 0 0,0 0 0 15,0-3 0-15,-6 3 0 0,6-2 0 0,-3-4 0 0,0 4 0 16,0-4 36-16,0 4 5 0,0-1 2 0,0-5 0 16,-3 0-35-16,0 0-8 0,3 0 0 0,-3 3 0 15,0-11 32-15,3 6 4 0,-3-6 0 0,0 0 1 16,3 0-20-16,-3-3-4 0,3 3-1 0,-3-2 0 15,3 5-12-15,0-3 0 0,-3 0 8 0,3 5-8 16,-3 1 0-16,3-1 0 0,-3 3 0 16,3-2 0-16,-3 4-18 0,0 1 0 0,0 0 0 0,0 0 0 15,0 5-31-15,0 0-7 16,0-8 0-16,0 8-1 0,0-6-146 0,0 1-29 16</inkml:trace>
  <inkml:trace contextRef="#ctx0" brushRef="#br0" timeOffset="189153.311">11281 4072 1690 0,'-9'0'48'0,"9"0"11"0,0 0-47 0,-3 0-12 0,3 0 0 0,0 0 0 16,0 0 81-16,0 0 15 0,0 0 2 0,0 0 1 15,0 0-27-15,0-2-4 0,6-4-2 0,-3 4 0 16,3-4-2-16,0 1-1 0,0 0 0 0,3-1 0 16,0 1-15-16,-1 3-4 0,4-4 0 0,0 4 0 15,0-6-20-15,3 0-5 0,3 2-1 16,0 1 0-16,0 2-18 0,2-4 0 0,-2-1 0 0,6 2 0 31,-3 1-25-31,0-3-9 0,0 0-2 0</inkml:trace>
  <inkml:trace contextRef="#ctx0" brushRef="#br0" timeOffset="211930.143">12242 6459 1094 0,'0'0'23'0,"0"0"5"0,0 0-28 0,0 0 0 0,0 0 0 0,0 0 0 16,0 0 108-16,0 0 16 0,0 0 3 0,0 0 1 15,0 0-52-15,0 0-9 0,0 0-3 0,0 0 0 16,0 0-7-16,0 0-1 16,0 0-1-16,0 0 0 0,3 5-37 0,-3-5-7 0,0 5-2 15,3 1 0-15,-3-6 44 0,0 8 9 0,0-3 2 0,0 0 0 16,3 3-52-16,-3-2-12 0,0-6 0 0,0 5 0 15,0 3 0-15,0 0 0 0,0-3 0 0,3 3 0 16,-3 0 36-16,0 0 5 0,3 2 1 0,-3-2 0 16,0 0-16-1,3 3-3-15,-3-1-1 0,0 1 0 0,3 0-22 0,-3-1 0 0,0 3 0 0,0 1 0 16,0-1 23-16,0 0 0 0,0 0 0 0,0 1 0 16,0-4-9-16,0 3-2 0,0-2 0 0,0 2 0 15,3-2-2-15,-3-1-1 0,0 1 0 0,0 0 0 16,3-4 9-16,-3 4 2 0,0 0 0 0,3-1 0 15,-3 1-20-15,0-1-16 0,3-2 4 0,-3 3 0 16,0-1 12-16,3 4 8 0,-3-4 0 0,0 1-8 16,3 2 16-16,-3 0-3 0,0 1-1 0,3 1 0 15,-3-1-4-15,3 2 0 0,-3 2-8 0,3-2 12 16,-3 0-3-16,0 0-1 0,3 2 0 0,-3-2 0 16,0 0-8-16,0 0 10 0,0 0-10 0,0-3 10 15,3 0-10-15,-3 0 8 0,3 1-8 0,-3-4 8 0,0 3-8 16,0-2 12-16,0 2-12 0,0-2 12 0,0 2-4 0,0-2 0 15,0-1 0-15,-3 3 0 0,3-2-8 16,-3 2 8-16,3 1-8 0,-3 1 8 16,3-1-8-16,-3-1 12 0,3 3-12 0,-3 0 12 0,3-3-12 15,0 3 0-15,0 0 9 0,0-1-9 0,0 1 0 0,0-2 8 16,0-1-8-16,0 0 0 0,0 0 0 0,3-2 8 16,-3-1-8-16,0 1 0 0,0 0 0 0,0-3 0 0,0-3 0 15,-3 3 8-15,3-3-8 0,0 3 0 0,0-5 0 0,-3 5 0 16,3-3 0-16,0-5 0 0,-3 5 0 0,3 0 0 15,0-5 0-15,0 6 0 0,-3 2 0 0,3-8 0 16,0 5 0-16,-3 3 0 0,3-8 0 0,-3 5 0 16,3-5 0-16,0 8 0 0,-3-3 0 0,3-5 0 15,0 6 0-15,-3-1 0 0,3-5 0 0,0 5 0 16,0-5 0-16,-3 8 0 0,3-8 0 0,0 6 0 16,0-6 0-16,0 5 0 0,-3 0 0 0,3 3 0 15,0-8 0-15,3 5 0 0,-3 3 0 0,0-2 0 16,0-6 0-16,3 5 0 0,-3 0 0 0,0-5 0 15,0 5 0-15,3 3 0 0,-3-8 0 0,0 6 0 16,0-6-47-16,0 5-13 16,0-5-4-16,0 0 0 0,0 0-102 0,6 0-21 0</inkml:trace>
  <inkml:trace contextRef="#ctx0" brushRef="#br0" timeOffset="212577.377">12593 6933 2001 0,'-3'-14'41'0,"3"9"11"15,-2 0-41-15,2-1-11 0,0 4 0 0,-3-4 0 0,3 1 116 0,0 3 22 0,0-4 4 0,0 6 1 16,0 0-62-16,0-2-12 0,0 2-2 0,0 0-1 16,0 0-17-16,0 0-3 0,0 0-1 0,0 0 0 15,0 0-28 1,0 0-5-16,0 0-2 0,0 5 0 0,0 3-1 0,0 2 0 0,-3 1 0 16,6 0 0-16,-3 2-9 15,3 3 0-15,-3 2 0 0,2 3 0 0,1 1 0 0,0 1 0 16,0 1 0-16,0 0 0 0,3-3 0 0,-3 0 0 0,0 0 0 0,3 1 0 31,-3-4-49-31,0-2-12 0,0 0-3 0,0 2 0 0,0-4 52 0,0-1 12 0,0-3 0 16,-3 1 0-16,3 0-54 0,-3-1-8 15,0-2-2-15,0-3 0 0,0 3-102 0,0-8-21 16,0 6-4-16</inkml:trace>
  <inkml:trace contextRef="#ctx0" brushRef="#br0" timeOffset="212959.452">12552 6850 2112 0,'0'0'60'0,"0"0"13"15,0 0-58-15,0 0-15 0,0 0 0 0,0 0 0 0,0 0 72 0,0 0 12 0,0 0 3 16,3 0 0-1,3 0-3-15,0 0-1 0,0 0 0 0,3 0 0 16,-3 0-67-16,5 3-16 0,-2 0 0 0,3-1 0 16,0 1 0-16,3 0 0 0,3-1 0 0,-3 4 0 0,3-1 55 0,2 0 7 0,-2 1 2 0,3 1 0 31,-3-1-76-31,0 2-14 0,0 0-3 0,-3 0-1 16,0 2 48-16,-1 1 10 0,-2-1 1 0,0 1 1 0,-3 2-30 0,-3-2 0 15,0 2 0-15,0 0 0 0,-3 0 0 0,-3 1 0 16,3 2 0-16,-6-3 0 0,3 3 0 0,-6 0 0 15,3-1 0-15,-6 1 0 0,0-3 0 0,-3 1-18 16,0-1 2-16,-2 0 1 0,-1 0 15 0,-3-5 0 16,3 3 0-16,-3-3 0 0,0 0 0 0,-3 0-19 0,6-3 4 15,-2 3 1 1,2-3-121-16,3 1-24 0,0-4-5 0</inkml:trace>
  <inkml:trace contextRef="#ctx0" brushRef="#br0" timeOffset="-214682.409">12772 7964 1676 0,'-3'-5'48'0,"-3"3"9"0,0-1-45 0,0 0-12 0,3 1 0 0,-3-1 0 15,0 0 85-15,0 1 15 16,0-4 4-16,-2 4 0 0,2-4-36 0,0 4-6 0,-3-4-2 0,3 4 0 16,-3-1-16-16,3 1-3 15,0-4-1-15,-3 4 0 0,-3-4-16 0,3 1-4 16,0 2-1-16,-3-2 0 0,0 2 36 0,3 1 7 0,-2-1 2 15,-1 0 0-15,0-2-52 16,0 3-12-16,3-1 0 0,-6 0 0 0,3 1 0 0,-3-1 0 0,0 0 0 0,-3 1 0 16,1-1 54-16,-1 0 8 0,-3 1 2 0,0-1 0 15,0 0-52-15,0 3-12 0,-2 0 0 0,2-2 0 16,0 2 0-16,-3-3 0 0,3 3 0 16,0 0 0-16,1 0 8 0,2 3 0 0,0-3-8 0,0 2 12 15,0-2-12-15,0 0 11 0,3 0-11 0,-2 3 10 16,-1-3-10-16,0 0 0 0,0 3 0 0,0-1 0 15,0 1 0-15,-3 0 0 0,4-1 0 0,-1 1 0 16,-3 2 0-16,3 1-16 0,0-4 3 0,-3 6 0 16,3-3 13-16,4 1 0 0,-7-1 0 0,6 3 0 15,-3 0 0-15,3-3 0 0,3 6 0 0,-3-3 0 16,0 0 9-16,-2 2 5 0,2-2 1 0,0 3 0 16,0-1-24-16,0-2-5 0,0 3-1 0,-3-1 0 15,3 1 15-15,-2 0 16 0,2-3-3 0,0 2-1 16,0-2-12-16,0 3 0 0,0-3 0 0,0 2 0 15,3-2 0-15,0 3 8 0,1-3-8 0,-1 2 0 16,3 1 0-16,0-1 0 0,0 4 0 0,0-1-10 16,3 0 0-16,-3 0 0 0,3 1 0 0,0 4 0 15,0-2 10-15,0 0 14 0,3 0-3 0,-3 0-1 0,3 2-10 16,-3-2 0-16,3-3 0 0,0 3 0 0,0-3 0 0,3 3 0 0,-3-3 0 16,3 1 0-16,-3-4 0 0,1 3 0 15,2-2 0-15,-3 2 0 0,3 0 0 0,0-2 0 0,0 0 0 16,0 2 0-16,0-3-10 0,0 4 10 0,3-4 0 15,-3 4-9-15,0-4 9 16,2 3 0-16,1 1 0 0,-3-4 0 0,3 3 0 0,0 1 0 0,3 1-10 16,-3-1 10-16,3-1 0 0,-3 0 0 0,3 0 0 15,3 1 0-15,-3-1 0 0,3 0 0 0,0 0 0 0,0 1 9 16,3-1-9-16,0-3 0 0,0 1-10 16,0 2 10-16,2-5 0 0,1 3-9 0,3-3 9 0,0 0 0 15,-3 0 0-15,3-1 0 0,0 4 0 0,-1-3 0 16,1 0 0-16,0 0-8 0,0 0 8 0,0 2 0 15,-3-2 0-15,0 0 0 0,0 0 0 0,-1 0 0 16,1-3 0-16,0 1 0 0,0 2 0 0,3-3 0 16,0 0 0-16,3 3 0 0,2-3 0 0,-2 1 0 15,3-1 0-15,0 3 0 0,3-3 0 0,-1 1-8 16,-2-1 8-16,3 0 0 0,0 0 0 0,-3 1 0 16,0-4 0-16,-4 1 0 0,4 0 0 0,0-1 0 15,0-2 0-15,3 0 0 0,2 3 9 0,1-3-9 16,-3 0 0-16,3 0 0 0,-1-3 0 0,1 3-12 15,-3-2 12-15,0-1 0 0,-3 0 0 0,-1 1 0 16,-2-1 0-16,3-2 0 0,-3-3 0 0,3 3 0 16,-3-1 0-16,2 1 0 0,1-3 10 0,0 0-10 15,0 3 0-15,3 0 0 0,-4-1 0 0,1-2 0 0,3 3 0 16,-6-3 0-16,3 0 0 0,-4 3 0 0,-2-3 0 16,0 0 0-16,0 0 0 0,-3 3 0 0,0-3 0 0,-3 0 0 15,3 3 0-15,-3-3 0 0,2 0 0 0,-2 2 0 0,0-2 0 16,3 3 0-16,-3-3 0 0,0 3 0 15,3-3 8-15,-3 0-8 0,0 3 0 0,0-3 0 0,-1 0 0 16,1 0 0-16,-3-3 0 0,3 3 0 0,-3-2 9 16,0 2-9-16,0-3 0 0,-3 1 0 0,3-3 0 0,0 2 8 15,-3-2-8-15,3-1 0 0,-3 4 0 0,0-3 8 16,0-1-8-16,-1 4 0 0,-2-3 0 0,3 2 8 16,-3 0-8-16,0 1 0 0,0-1 8 0,-3 1-8 15,3-1 9-15,-3 1-9 0,3 2 12 0,-3-3-12 16,0 0 13-16,0-2-4 0,-3 3-1 0,0-1 0 15,0 0-8-15,0 1 12 0,0-1-12 0,0-2 12 16,0 2-12-16,-3 1 10 0,4-1-10 0,-4-2 10 16,0 2-10-16,0-2 10 0,0 0-10 0,0 0 10 15,-3 0-2-15,3-3 0 0,0 2 0 0,-3 1 0 16,3 0 6-16,-3 0 1 0,0 0 0 0,3-1 0 16,-3 4-15-16,0-1 0 0,0 1 0 0,0-1 0 15,4 3 0-15,-4 0 0 0,0-3 0 0,0 6 0 16,0 0 0-16,3-3 0 0,-3 3 0 0,0-1 0 15,0 1 0-15,3 0 0 0,-3 2 0 0,0-2 0 16,0 0 0-16,3 2 8 0,0-2-8 0,-3-1 0 16,4 1 0-16,-4 0 8 0,3-1-8 0,0 4 0 0,0-3 0 15,0-1 0-15,0 1 0 0,0 0 0 0,0-1 8 16,-3 4-8-16,3-4 0 0,0 4 0 0,-3-4 0 0,3 4 0 16,-3-1-11-16,0 1 11 0,0-4 0 0,1 4 0 0,-1 2 0 15,0-3 0-15,-3 0 0 0,3 3 0 0,-3 0 0 0,-3-2 0 16,3 2 0-16,-3 0 0 0,0 0 0 0,-3 0 0 15,4 0 0-15,-1 0 0 16,0 0 0-16,0 0 0 16,3 0-59-16,0-3-4 0,0 0-1 0,0 3 0 15,3-2-36-15,0-4-7 0,4 4-1 0</inkml:trace>
  <inkml:trace contextRef="#ctx0" brushRef="#br0" timeOffset="-213243.852">11721 8324 1653 0,'0'0'69'0,"0"0"-55"16,0 0 104-16,0 0 21 0,0 0 4 0,0 0 1 15,0 0-48-15,-3-2-10 0,3 2-2 0,0 0 0 16,-6-3-39-16,6 3-8 0,-9-3-1 0,4 3-1 15,-4 3-17-15,3-3-3 0,0 3-1 0,-3 2 0 16,3 0-14-16,0 1 0 0,0-1 0 0,0 3 0 16,0 0 0-16,0 0 0 0,3 0 0 0,-3 0 0 15,6-3 0-15,-3 3 0 0,6 0 0 0,-3-3 0 16,3 3 0-16,3 0-10 0,0-3 10 0,0 3-8 16,3-3 8-16,-3 1 0 0,3-1-9 0,0 3 9 15,0-3 22-15,0 0 9 0,-1-2 1 0,1 2 1 16,0 1-33-16,-3-1 0 0,3 0 0 0,-3 1 0 15,0-4 0-15,0 4 0 0,0-4 0 0,-6-2 0 16,6 3 0-16,-6-3 0 0,0 0 0 0,0 0 0 16,0 0-16-16,0 5-11 0,0-5-1 0,0 0-1 15,0 5-5-15,-3 3-1 0,-3-2 0 0,0-1 0 16,3 0 35-16,-3 1 0 0,0-1 0 0,-3 0 0 16,3-2-15-16,-3 2 4 0,0-2 1 0,1 2 0 15,-1-2-35-15,-3-1-7 0,3-2-2 0,0 3 0 16,0-6-162-16,0 3-32 0</inkml:trace>
  <inkml:trace contextRef="#ctx0" brushRef="#br0" timeOffset="-213041.506">11686 8330 2026 0,'0'0'57'0,"0"0"14"0,-3-6-57 0,3 6-14 0,0-5 0 0,0 5 0 16,0-5 80-16,0 5 12 0,3-3 4 0,0 0 0 15,0 1-51-15,3-1-9 0,-1 0-3 0,-2 1 0 16,3 2 25-16,0-3 5 0,0 1 1 0,3-1 0 16,0 3-52-16,0-5-12 0,0 2 0 0,3 3 0 15,0-3-48-15,3 1-13 0,0-1-3 0</inkml:trace>
  <inkml:trace contextRef="#ctx0" brushRef="#br0" timeOffset="-211887.938">11959 8528 1579 0,'0'0'32'0,"0"0"10"0,0 0-34 0,0 0-8 0,0 0 0 0,0 0 0 16,0 0 104-16,0 0 20 0,0 0 3 0,0 0 1 15,0 0-52-15,0 0-9 0,0 0-3 0,0 0 0 16,-3-3 0-16,3 3 0 0,0 0 0 0,-5-2 0 15,5 2-51-15,-6 0-13 0,0 0 0 0,-3 0 0 16,3 2 0-16,0 1 0 0,0 0 0 0,-3-1 0 16,3 4 0-16,0-4 0 0,0 4 0 0,0-4 0 15,0 4 0-15,3-1 0 0,0 0 0 0,0 0 0 16,3-5 0-16,-3 6 0 0,3-6 0 0,3 5 0 16,-3-5 0-16,3 5 0 0,0 1 0 0,0-1 0 15,0 0 0-15,3-2 0 0,3-1 0 0,-3 1 0 0,3 0 0 16,0-1 0-16,0-2 0 0,0 3 0 0,0-3 0 0,0 3 0 0,-1-3 0 0,1 2 0 15,0-2 0 1,-3 3 0-16,3-3 0 0,-3 3 0 0,3-1 0 16,-3-2 0-16,0 3 0 0,0 0 0 0,0-1 0 0,0-2 0 0,-3 3 0 15,0-1 0-15,3 4 0 0,-3-4 0 16,0 1 0-16,0 0 0 0,-3 2 0 0,3 0 0 0,0-2 0 16,-3 2 0-16,0 1 0 0,0-1 0 0,-3 0 0 15,3 0 0-15,-3 1 0 0,0-1 0 0,0 0 0 16,-3 1 0-16,3 2 0 0,-3-3 0 0,-3 3 0 15,3-3 0 1,-3 0-48-16,0 1-13 0,0 2-3 0,-3-3 0 0,3 0 52 0,-3 0 12 16,1 1 0-16,-1-1 0 0,0-2 0 0,0-1 0 0,0 4 0 0,0-4 0 15,3 1-54-15,-3 0-8 16,3-3-2-16,0 2 0 0,3-2 28 0,-3 3 6 0,3-3 1 16,1 0 0-16,5 0-56 0,0 0-11 0,-3-3-3 0</inkml:trace>
  <inkml:trace contextRef="#ctx0" brushRef="#br0" timeOffset="-211574.569">11939 8496 1792 0,'0'0'51'0,"0"0"10"0,3-2-49 16,0-1-12-16,0 0 0 0,0 3 0 0,2-2 54 0,-2 2 8 0,0-3 2 0,3 3 0 15,-3 0 0-15,3-3 0 0,0 3 0 0,-3 0 0 16,6-2-52-16,-3 2-12 0,0-3 0 0,0 3 0 15,3 0 0-15,0 0 0 0,0-3 0 0,0 3 0 16,0 0-100-16,3-2-22 16,-3 2-5-16</inkml:trace>
  <inkml:trace contextRef="#ctx0" brushRef="#br0" timeOffset="-210965.663">12236 8308 1997 0,'0'0'56'0,"-3"6"13"0,0-1-55 0,0 3-14 0,0-3 0 0,0 3 0 16,0-3 61-16,0 1 10 0,0-1 1 0,0 3 1 15,1-3-7-15,2-2-2 0,0-3 0 0,-3 5 0 16,3-5-51-16,0 6-13 0,0-6 0 0,0 0 0 16,0 0 0-16,0 0 0 0,0 0 0 0,0 0 0 15,0 0 54-15,0 0 8 0,0 0 2 0,0 0 0 16,0 0-52-16,0 0-12 0,0 0 0 0,0 0 0 16,0 0 54-16,0 0 8 0,0 0 2 0,0 0 0 15,0 0-52-15,0 0-12 0,0 0 0 0,0 0 0 16,0 0-48-16,0 0-13 0,0 0-3 0,3-6 0 15,-1 1-51-15,1 2-10 0,0-2-3 0</inkml:trace>
  <inkml:trace contextRef="#ctx0" brushRef="#br0" timeOffset="-210644.245">12248 8584 2030 0,'0'0'57'0,"0"0"14"0,0 0-57 0,0 0-14 0,0 0 0 0,0 0 0 15,3 5 105-15,-3-5 19 0,0 5 3 0,0 0 1 16,0-5-103-16,0 6-25 0,0-1 0 0,0-5 0 15,0 5 56-15,0-5 7 0,-3 6 1 0,3-6 0 16,0 2-52-16,0-2-12 0,0 0 0 0,0 0 0 16,0 0 54-16,0 0 8 0,0 0 2 0,0 0 0 15,0 0-52-15,0 0-12 0,0 0 0 0,0 0 0 16,0 0 0-16,0 0 0 0,0 0 0 0,0 0 0 16,3-2-48-16,3-4-13 0,0 1-3 0</inkml:trace>
  <inkml:trace contextRef="#ctx0" brushRef="#br0" timeOffset="-207954.204">12064 7575 1094 0,'0'0'46'0,"0"0"-37"15,0 0 95-15,0 0 20 0,0 0 3 0,0 0 1 16,0 0 0-16,-3-2 0 0,3 2 0 0,0 0 0 15,0 0-52-15,0 0-9 0,0 0-3 0,0 0 0 16,0 0 40-16,0 0 8 0,0 0 2 0,0 0 0 16,0 0-29-16,0 0-5 0,0 0-2 0,0 0 0 15,0 0-62-15,0 0-16 0,-3 5 0 0,0 0 0 16,3 1 0-16,3 2 0 0,-3-3 0 0,3 3 0 16,0 0 0-16,0 2 0 0,3-2 0 0,0 3 0 15,-1 0 0-15,1-1 9 0,3 1-9 0,0-3 8 16,-3 2-8-16,6-2 0 0,-3 0 0 0,0-3-11 15,0 3 11-15,3-2 0 0,-3-1 0 0,3 3 0 16,0-6 0-16,-1 4 0 0,1-4 0 0,0 1 0 16,0-3 0-16,0 0 0 0,0 0 0 0,0 0 0 15,0-3 0-15,0 1 0 0,0-1 0 0,-3 0 0 16,2-2 0-16,1 0 0 0,0 2 0 0,0-5 0 16,-3 3 0-16,3-3 0 0,0 0 0 0,-3 0 0 15,3-2 0-15,0 2 0 0,0-3 0 0,-3-2 0 16,2 0 0-16,-2 2 0 0,0-2 0 0,0 0 0 15,0 2-53-15,0-2-9 0,-3 0-2 16,3 2 0-16,-3-2-153 0,-3 2-31 0</inkml:trace>
  <inkml:trace contextRef="#ctx0" brushRef="#br0" timeOffset="-193720.566">12519 8340 1337 0,'0'0'56'0,"0"0"-44"15,0 0 133-15,0 0 27 0,0 0 6 0,0 0 1 16,0 0-56-16,-3-5-11 0,3 5-3 0,0 0 0 16,0 0-29-16,0 0-5 0,0 0-2 0,0 0 0 15,0 0-21-15,0 0-5 0,0 0-1 0,0 0 0 16,0 0-18-16,0 0-3 0,0 0-1 0,0 0 0 16,0 8-7-16,-3-3-1 0,3 0-1 0,-3 3 0 15,3 0-6-15,0 0-1 0,0 0 0 0,0 3 0 16,3-3-8-16,-3 2 0 0,0-2 0 0,0 3 8 15,3-1-8-15,-3 1 0 0,0 0 0 0,0-1 8 16,3 3-8-16,-3-2 0 0,0 0 0 0,0-1 0 16,0 1 0-16,0-1 0 0,0-2 0 0,0 5 0 15,0-5 0-15,0 3 0 0,0 0 8 0,0-4-8 16,3 4 0-16,-3-3-17 0,0 0 4 0,0 0 1 16,3 0 12-16,-3 0 0 0,0 0 0 0,3-3 0 15,-3 3 0-15,0-3 0 0,3 1 0 0,0-1 0 16,-3-5-54-16,3 5-8 0,-3-5-2 0,0 0 0 15,0 0-102-15,0 0-21 0</inkml:trace>
  <inkml:trace contextRef="#ctx0" brushRef="#br0" timeOffset="-186021.52">13299 8533 1337 0,'0'0'28'0,"0"0"6"0,0 0-34 0,0 0 0 0,6-2 0 0,-6 2 0 15,3-3 58-15,0 0 5 0,0 1 1 0,-3 2 0 16,6-6 0-16,-3 4 0 0,0-1 0 0,0 1 0 16,0-4-52-16,0 4-12 0,0-1 0 0,-3 3 0 15,6-3 47-15,-3-2 6 0,0 2 2 0,2 1 0 16,-2-1-29-16,3 0-6 0,-3-2 0 0,3 2-1 16,0 1-19-16,3-3-12 0,-3 2 1 0,3 0 1 15,0-2 33-15,0 0 6 0,3-1 2 0,0 1 0 16,0 0-50-16,3-3-9 0,-1 0-3 0,4 0 0 15,-3 0 63-15,3 0 12 0,-3 0 2 0,3-2 1 16,-3-1-24-16,3 3-5 0,-1-3-1 0,1 1 0 16,-3-1-17-16,0 1 0 0,0 2 0 0,-3-3 0 15,3 1 0-15,-3-1 0 0,0 0 0 0,-1 1 0 16,1-1 0-16,3 1 0 0,-3-1 0 0,3 1 0 16,-3 2 0-16,6-3 0 0,-3 3 0 0,0-3 0 15,2 4 0-15,1-1 0 0,0 0 0 0,3 2 0 16,-3-2 20-16,0 1 1 0,2 1 0 0,-2-2 0 0,3-2-21 0,-3 2 9 15,0 0-9-15,-3 0 0 0,0-3 13 0,0 3-4 16,-1-2-1-16,-2 2 0 0,3-3 20 0,0 3 3 16,-3-2 1-16,3-1 0 0,3 1-32 0,-3-4 0 15,3 4 0-15,-1-3 0 0,1-1 0 0,3 1 0 0,0-3 0 0,0 0 0 16,0 3 0-16,-1 0 9 0,-2-3-9 0,3 3 12 16,-3 0-12-16,3-1 10 0,-3 4-10 15,0-4 10-15,-1 1-10 0,-2 3 0 0,0-4 0 16,3 1 0-16,0 3 0 0,0-1 8 0,3-2-8 0,-1 2 0 15,1-2 8-15,0 2-8 0,3-2 0 0,0 0 8 16,-3 0-8-16,2 2 0 0,1-5 9 0,-3 3-9 16,0-6 0-16,-3 4 9 0,3-1-9 0,-4 0 0 15,-2-3 11-15,0 3-11 0,3-2 10 0,-3 2-10 16,0 0 11-16,0 0-11 0,3-2 12 0,-1 5-12 16,-2-3 9-16,3 2-9 0,0 4 0 0,3-3 9 15,-3 2-9-15,0 0 0 0,-1 4 0 0,1-7 8 16,0 6-8-16,0-2 0 0,0-1 0 0,-3 1 0 15,0-1 0-15,-1 0 0 0,1-2 0 0,-3 3 0 16,3-1 0-16,-6 0 8 0,3 1-8 0,-3-1 0 16,0-2 0-16,3 2 0 0,-3-2 8 0,3 3-8 0,0-4 0 15,-4 1 0-15,7 0 9 0,-3 0-9 0,0 2 0 16,0-2 8-16,0 0-8 0,0 2 0 0,0 1 0 0,3-1 0 0,-3-2 0 0,-1 5 8 16,4 0-8-16,-3-3 0 0,3 3 0 0,-3 0 8 15,3 0-8-15,-3 3 0 0,0-3 8 16,0 0-8-16,0 3 0 15,-1-3 9-15,1 0-9 0,0 3 0 16,0-3 8-16,-3 0-8 0,3 0 0 0,-3 0 0 0,0 0 0 0,0 0 0 16,0 0 8-16,-3 0-8 0,3 0 0 0,0 0 0 0,-1 1 0 0,1-1 0 15,0 0 0-15,0 0 0 0,3-3 0 0,-3 3 0 16,3-2 8-16,-3-1-8 0,3 0 0 0,-3 1 0 16,3-1 10-16,-3 1-10 0,3-1 8 0,-1 0-8 15,1 1 9-15,0-1-9 0,-3 1 10 0,3 2-10 16,-3-3 9-16,0 3-9 0,0 0 8 0,3 3-8 15,-3-3 0-15,0 0 0 0,0 3 8 0,-1 0-8 16,-2-1 0-16,3 1-16 0,-3 2 4 0,0-2 1 16,0 2 11-16,0 1 0 0,0-1 0 0,-3 0 0 15,0 1 0-15,3-1 0 0,-3 3 0 0,0-2 0 16,0-1 0-16,-3 3 0 0,3-3 0 0,-3 3 0 16,0 0 0-16,0 0 0 0,0 0 0 0,0 0 0 15,0 0 0-15,0 0 0 0,0 0 0 0,0 0 0 16,0 0 0-16,0 0 0 0,0 0 0 0,0 0 0 15,0 0 0-15,0 0 0 0,0 0 0 0,0 0 0 16,0 0 0-16,0 0 0 0,0 0 0 0,0 0 0 16,0 0 0-16,0 0 0 0,-3-2 0 0,3 2 0 15,-3-6-52-15,3 6-9 0,-3-2-2 0,3 2 0 16,-3-3-104-16,3 3-21 0,-6-5-4 0,3 2 0 16,0-2 0-16,0 2 0 0</inkml:trace>
  <inkml:trace contextRef="#ctx0" brushRef="#br0" timeOffset="-185545.043">15981 6451 1337 0,'-9'0'28'0,"0"0"6"0,3 0-34 0,0 0 0 0,-3 0 0 0,3 0 0 15,0 3 72-15,0-3 7 0,0 2 1 0,0-2 1 16,6 0-27-16,-6 3-6 0,0-3 0 0,6 0-1 16,-5 3 13-16,-1-1 4 0,6-2 0 0,-6 3 0 15,6-3-24-15,0 0-4 0,0 0 0 0,-3 5-1 16,3-5-2-16,0 0 0 0,0 0 0 0,0 0 0 15,-3 3 22-15,3-3 4 0,0 0 1 0,0 0 0 16,0 0-47-16,0 0-13 0,0 0 0 0,3 5 8 16,-3-5 19-16,3 3 4 0,3 2 1 0,0-5 0 15,-1 3-4-15,4-3 0 0,0 0 0 0,0 0 0 16,0 0-1-16,3 0-1 0,-3 0 0 0,3 0 0 16,0 0-7-16,-3 0-2 0,3 0 0 0,0 2 0 15,-1-2 5-15,-2 0 1 0,3 0 0 0,-3 3 0 16,0-3-23-16,0 0 0 0,-3 3-10 0,3-1 10 15,-3-2 0-15,0 0 0 0,-3 3 0 0,3-3 0 16,0 3 9-16,-3-1-9 0,0 1 8 0,0-3-8 16,0 2 8-16,-3-2-8 0,6 3 8 0,-6 2-8 15,0-5 9-15,3 6-9 0,-3-1 10 0,0 0-10 0,0 1 0 16,0-1-12-16,0 3 1 0,-3-3 0 0,3 3 11 16,-3 0 0-16,0 0 0 0,0 0 0 0,0 0 0 0,-3 0 0 15,3 0 0-15,0 2 0 16,-3-2 0-16,3 0 0 0,-3 0 0 0,0 3 0 15,3-3 0-15,0-1 0 0,0-1 0 0,0 2 0 0,0-3 18 0,0 3 6 16,0-3 0-16,0 1 1 0,3-4-40 0,0-2-8 16,-3 5-1-16,3-5-1 0,-3 6 25 0,3-6 0 0,0 0 0 15,0 0 0 1,0 0-159-16,0 0-26 0,0 0-6 0</inkml:trace>
  <inkml:trace contextRef="#ctx0" brushRef="#br0" timeOffset="-182959.987">14728 7859 1948 0,'0'0'40'0,"0"0"11"0,0 0-41 0,0 0-10 0,0 0 0 0,0 0 0 16,0 0 88-16,0 0 15 0,0 0 3 0,0 0 1 15,0 8-46-15,0-3-9 0,3 0-1 0,-3 3-1 16,3-3-22-16,0 3-4 0,0 0 0 0,3 3-1 16,-3-1-13-16,0 1-2 0,2 0-8 0,-2-1 12 15,3 3-12-15,0 1 0 0,-3-4 0 0,3 3 0 16,-3 1 0-16,0 2 0 0,0-3 0 0,0 0 0 16,0 3-15-16,-3-3-5 0,3 0-2 0,0 1 0 15,-3-1-38-15,0-3-8 0,3 4-2 0,-3-1 0 16,0-3-98-16,0 1-19 0,0 0-4 0</inkml:trace>
  <inkml:trace contextRef="#ctx0" brushRef="#br0" timeOffset="-182632.427">14784 7909 1637 0,'-6'-3'69'0,"0"1"-55"16,3-4 107-16,3 6 22 0,-3-2 4 0,3 2 1 16,0 0-44-16,0 0-9 0,0-6-2 0,0 6 0 15,0 0-23-15,3 0-5 0,3-2-1 0,0 4 0 16,0-2-51-16,3 3-13 0,0 2 0 0,0 1 0 16,0 2 0-16,0-3 0 0,3 3 0 0,-3 2 0 15,3-2 0-15,0 0 0 0,-1 3 0 0,-2-1 0 16,3 1 0-16,-3 0 0 0,0-4 0 0,0 4 0 15,0 0 0-15,-3-3 0 0,3 0 0 0,0 2 0 16,-3 1 0-16,0-3 0 0,0 0 0 0,0 2 0 16,-3 1-14-16,0-3-6 0,-3 0 0 0,0 0-1 15,0 0-34-15,-3-1-6 0,3 1-2 0,-6 3 0 16,3-3-36-16,-3 2-7 0,0-2-2 0,0 0 0 16,0 0 62-16,-3 0 12 0,3 0 2 0,0 0 1 15,-3-3-53-15,3 1-10 0,-3-4-2 0</inkml:trace>
  <inkml:trace contextRef="#ctx0" brushRef="#br0" timeOffset="-182132.592">14594 7867 817 0,'0'0'34'16,"0"0"-34"0,0 0 52-16,0 0 4 0,0 0 1 0,0 0 0 15,0 0-33-15,0 0-6 0,0 0-2 0,0 0 0 16,0 0 38-16,0 0 7 0,0 0 2 0,0 0 0 16,0 0-12-16,0 0-3 0,0 0 0 0,0 0 0 15,0 0 24-15,0 0 5 0,0 0 1 0,0 0 0 16,0 0-9-16,-3-6-1 0,3 1-1 0,3 2 0 15,-3-2-3-15,3 2 0 0,3-2 0 0,-3 0 0 16,3 0 52-16,3-1 9 0,-4 1 3 0,4 0 0 16,0-1-103-16,3-2-25 0,3 3 0 0,0-3 0 15,0 0 56-15,3 3 7 0,0 0 1 0,-3-1 0 0,5-2-52 0,-2 0-12 16,0 3 0-16,0-3 0 0,0 0 0 0,0 0 0 16,0 0 0-16,-1 1 0 15,-2-4-112-15,3 3-24 0,-3 0-6 0</inkml:trace>
  <inkml:trace contextRef="#ctx0" brushRef="#br0" timeOffset="-181356.223">15144 8113 1579 0,'0'0'32'0,"0"0"10"0,0 0-34 15,0 0-8-15,0 0 0 0,0 0 0 0,0 0 104 0,3-6 20 0,0 1 3 16,0 0 1-1,-3-1-52-15,3-1-9 0,0 1-3 0,-3-2 0 0,0 0 0 0,3 0 0 0,-3 0 0 0,0-2 0 16,3-1 0-16,-3-2 0 0,0 0 0 0,0 0 0 16,0-3-51-16,0 0-13 0,0 0 0 0,0-3 0 15,0 4 54-15,0 1 8 0,0-2 2 0,0 3 0 16,0 3-52-16,3-1-12 0,-3 3 0 0,0 0 0 16,0 0 0-16,3 3 0 0,-3 2 0 0,0 3 0 15,0 0 0-15,0 0 0 0,6-2 0 0,-6 2 0 16,3 2 0-16,3 1 0 0,-3 0 0 0,3 2 0 15,0 0-48-15,-3 3-13 16,3 0-3-16,0 0 0 0,-3 3 52 0,3-1 12 0,0 1 0 0,-3 2 0 16,3-2-54-16,3-1-8 0,-3 3-2 15,0-2 0-15,-1 0 0 0,1-1 0 16,0-2 0-16,0 3 0 0,0-3 38 0,3 0 7 0,-3-1 2 0,0-1 0 16,-3-1-24-16,3 0-5 0,0-2-1 15,-3 0 0-15,0-1 38 0,3 1 9 0,-3-3 0 0,-3 0 0 16,3 0 49-16,-3 0 12 0,6 0 3 0,-6 0 0 15,0 0 0-15,0-5 0 0,3 2 0 0,-3-2 0 16,0-1 0-16,0-2 0 0,0 1 0 0,0-1 0 16,0-6-52-16,0 4-12 0,0-3 0 0,0-1 0 0,0-2 0 15,-3-2 0-15,3-1 0 0,0 4 0 0,0-4 0 16,0 3 0-16,0-2 0 0,0 2 0 0,0 3 0 0,0-1 0 0,0 1 0 0,0 0 0 31,0 2-48-31,0-2-13 0,0 2-3 0,0 1 0 16,-3 2-153-16,-3 0-31 0</inkml:trace>
  <inkml:trace contextRef="#ctx0" brushRef="#br0" timeOffset="-181049.579">15076 7687 1824 0,'0'0'38'0,"0"0"8"15,0 0-37-15,0 0-9 0,0 0 0 0,0 0 0 16,0 0 104-16,3-6 20 0,0 4 3 0,0-4 1 16,3 4 0-16,0-4 0 0,0 4 0 0,3-1 0 15,0-2-52-15,0 0-9 0,2 2-3 0,-2-2 0 16,3-1-51-16,3 1-13 0,-3 0 0 0,3-3 0 15,0 3 54-15,0-3 8 0,0 0 2 0,-1 0 0 16,1 0-52-16,0 0-12 0,0 0 0 0,0 0 0 16,-3 0-48-16,3 3-13 0,0-3-3 0,-3 0 0 15,2 0-164-15,1 3-34 0,-3-3-6 0</inkml:trace>
  <inkml:trace contextRef="#ctx0" brushRef="#br0" timeOffset="-177070.383">12855 9258 1337 0,'0'0'56'0,"0"0"-44"15,-3-5 144-15,3 5 28 0,-3-5 7 0,0 2 1 16,3-2-103-16,0 0-20 0,0-1-4 0,3 1-1 15,-3 0 0-15,0-1 0 0,3 1 0 0,-3 0 0 16,3-1 0-16,0 1 0 0,0 0 0 0,0 0 0 16,0 2-51-16,0-2-13 0,0 2 0 0,0 0 0 15,0-2 0-15,0 5 0 0,3-3 0 0,-6 3 0 16,3-2 0-16,0-1 0 0,3 3 0 0,-3 0 0 16,0-2 0-16,3 2 0 0,0 0 0 0,-6 0 0 15,3 2 0-15,3-2 0 0,-6 0 0 0,6 3 0 16,-6-3 0-16,3 5 0 0,3-2 0 0,-6-3 0 15,3 8 0-15,-3-3 0 0,3 0-12 0,-3 3 12 16,0-3-53-16,0 3-4 0,0-2-1 0,0 2 0 16,-3 0 46-16,0-3 12 0,0 0 0 0,3 3 0 15,-3-3-26-15,-3 3-3 0,3 0-1 0,-3-2 0 16,3 2-3-16,-3-1-1 0,0 1 0 0,0 0 0 0,0 0 34 16,0-2 0-16,0 1 0 0,0-1 0 0,3 2 0 0,-3-3 0 15,3 0 0-15,-3 1 0 0,6-6 0 16,-3 5 0-16,3-5 0 0,0 0 0 15,0 8 0-15,0-8 0 0,0 5 0 0,0-5 0 0,3 5 0 16,3 1 0-16,0-4 0 0,0 1 0 0,0-3 0 0,0 3 0 0,3-3 0 0,0-3 0 16,0 0 0-16,3 1 0 0,-3-6 0 0,3 2 0 15,3-1 0-15,-1-1 0 0,1 2 0 0,0-4 0 16,0 2-20-16,0 0 2 0,0-3 1 0,0 3 0 16,0 0 27-16,-3 0 6 0,-1 1 0 0,1-1 1 15,-3 2-17-15,-3-2 0 0,3 0 0 0,-6 3 0 16,0 0 55-16,3 0 7 0,-3-1 2 0,-3 6 0 15,0-5 0-15,0 5 0 0,0-5 0 0,0 5 0 16,0 0-52-16,0 0-12 0,-6-3 0 0,0 3 0 16,3 3 54-16,-3-3 8 0,-3 2 2 0,3 4 0 15,0-4-52-15,0 4-12 0,0-1 0 0,3 3 0 16,-2-3 0-16,2 0 0 0,0 3 0 0,0-2 0 16,3 2-16-16,-3-1-7 0,3-1-1 0,3 2 0 15,-3 0 12-15,3-3 3 0,0 0 0 0,3 0 0 16,-4 1-7-16,4-1 0 0,3-2-1 0,-3-1 0 15,3 1 2-15,0-3 1 0,3 3 0 0,-3-6 0 16,0 3 14-16,0 0 0 0,3-3 0 0,-3 1 0 16,0 2 0-16,0-6 0 0,0 4 0 0,-4-1 0 15,1-2 0-15,0 0 0 0,-3-1 0 0,0-2 0 0,0 3 48 0,0 0 13 16,-3-1 3-16,0 1 0 0,0 0 0 0,0 0 0 0,-3-3 0 16,-3 2 0-16,3-2-52 0,-3 0-12 0,-3 3 0 15,4-3 0-15,-4 0 0 0,0 3 0 0,0-3 0 0,0 0 0 16,-3 0 0-16,0 3 0 0,3 0 0 15,-3-1 0-15,3 1 0 16,0 2-16-16,0-2 3 0,3 2 1 0,0 3-83 16,6 0-16-16,0 0-3 0</inkml:trace>
  <inkml:trace contextRef="#ctx0" brushRef="#br0" timeOffset="-176548.169">13448 9105 1337 0,'0'0'28'0,"0"0"6"16,0 0-34-16,0 0 0 0,0 0 0 0,0 0 0 15,0 0 109-15,0 0 15 0,0 0 4 0,0 0 0 16,0 0-52-16,0 0-9 0,0 0-3 0,0 0 0 0,0 0 0 0,0 0 0 16,0 0 0-16,0 0 0 0,0 0 0 15,6 5 0-15,-6-5 0 0,0 0 0 0,3 3 0 0,-3-3 0 0,0 0 0 16,0 0 0-16,0 0-51 0,3 2-13 0,-3-2 0 16,0 0 0-16,0 0 16 0,0 0 0 0,0 0 0 0,0 0 0 15,0 0 12-15,0 0 4 0,0 0 0 0,0 0 0 16,0 0 0-16,0 0 0 15,0 0 0-15,0 0 0 0,0-5-3 0,0 5 0 0,0 0 0 0,-3-2 0 16,-3-1-8-16,6 3-1 0,-6 0-1 0,0 0 0 16,0 3-19-16,0-1 0 0,0 3 0 0,0-2 0 15,3 5 0-15,-3-3 0 0,3 3 0 0,0 0 0 16,0 3 0-16,3-1 0 0,-3-2 0 0,3 3 0 16,0-1 0-16,3 1 0 0,-3 0 0 0,3-1 0 15,0-2 0-15,3 3-11 0,-3-3 2 0,3 2 0 16,0-2-37-16,-3 0-7 15,3 0-2-15,0-3 0 0,0 3 44 0,-3-2 11 0,3-4 0 0,0 4 0 16,0-4 0-16,0 1 11 0,0-1-3 0,2-2 0 16,-2 3-16-16,3-3-4 0,0-3-1 0,0 3 0 15,0-2-30-15,3-1-5 0,-3 1-2 16</inkml:trace>
  <inkml:trace contextRef="#ctx0" brushRef="#br0" timeOffset="-138237.545">11602 5596 1149 0,'0'0'32'0,"0"0"8"0,0 0-32 0,0 0-8 0,0 0 0 0,0 0 0 31,0 0 66-31,-3 6 11 0,3-6 3 0,0 0 0 0,0 0-19 0,-3 8-3 0,3-8-1 0,0 0 0 16,0 0-17-16,0 0-4 0,0 0-1 0,0 0 0 16,0 0 23-16,0 0 5 0,0 0 1 0,-3 2 0 15,3-2 0-15,0 0 0 0,0 0 0 0,-6 0 0 16,6 0-28-16,-6 0-6 0,6 0-1 0,-6-2 0 15,3-4 0-15,3 6 0 0,-2-2 0 0,-4-4 0 16,3 4-18-16,3-4-11 0,-3 1 12 0,0 2-12 16,0-2 58-16,0-3 5 0,3 3 1 0,-3-3 0 15,0 3-52-15,3-3-12 0,0-3 0 0,-3 3 0 16,3 0 0-16,-3-2 0 0,0-1 0 0,0 3 0 16,3-2 0-16,-3-4 0 0,0 4 0 0,3-1 0 15,-3-2 0-15,0 0 0 0,3-1 0 0,-3 1 0 16,0 0 0-16,3 0 0 0,-3 0 0 0,3 2 0 15,-3 0 0-15,3-2 0 0,-3 5 0 0,0-2 0 16,3-1 54-16,-3 3 8 0,3-2 2 0,-3 2 0 16,3-3-52-16,0 3-12 0,-3-3 0 0,3 1 0 15,0 2 0-15,0 0-16 0,0-3 3 0,0 4 1 16,0-4 12-16,0 3 0 0,0-3 0 0,0 1 0 16,0 2 0-16,3-5 0 0,-3 2 0 0,3 0 0 15,0-2 8-15,0 0-8 0,0 0 0 0,3 2 0 16,-3-5 0-16,3 0 0 0,-3 3 0 0,3-3 0 15,0 3 0-15,0 0 0 0,3 0 0 0,-3 2 0 16,0-2 0-16,2 2 0 0,1 6 0 0,-3-8 0 16,3 5 0-16,0 0 0 0,-3 0 0 0,3 3 0 15,-3-3 0-15,3 2 0 0,0 1 0 0,-3 0 0 0,0 0 0 0,3 2 0 0,-3-5 0 0,0 5 0 16,3-2 0-16,-3 2 0 0,2-2 0 0,-2 2 0 16,0-2 0-16,3 5 0 0,-3-3 0 0,0 3 0 15,3-2 0-15,0 2 0 0,0 0 0 0,-3 0 0 16,3 0 0-16,-3-5 0 15,3 5 0-15,0 0 0 0,0 0 0 0,0 0 0 0,0 0 0 0,-1 0 0 16,1 5 0-16,-3-5 0 0,3 0 0 0,0 0 0 16,0 0 0-16,0 2 0 0,0 1 0 0,-3-3 0 15,3 3 0-15,0-3 0 0,-3 2 0 0,3-2 0 16,0 3 0-16,-3 0 0 0,2-1 0 16,1-2 0-16,-3 3 0 0,0 0 0 0,0-1 0 0,0 1 0 15,3-3 0-15,-3 3 0 0,-3 2 0 0,3-5 0 16,0 3 0-16,0-3 0 0,-3 2 0 0,3-2 0 15,-3 3 0-15,3-1 0 0,-3 1 0 0,0 0 0 16,3-1 0-16,-3-2 0 0,3 3 0 0,-3 0 0 16,-3-3 0-16,3 2 0 0,0 4 0 0,0-1 0 15,-3-5 0-15,3 3 0 0,-3-3 8 0,2 2-8 16,1 4 0-16,-3-1 0 0,3 0 0 0,0 0 0 16,-3 1 8-16,0-1-8 0,3 0 0 0,-3 3 0 15,3-3 0-15,-3 1 0 0,0 2 8 0,3-3-8 16,-3 3 0-16,0-3 0 0,3 3 0 0,-3 0 0 15,0 0 0-15,3 0 0 0,-3 0 0 0,0 0 0 0,3 2 0 16,-3-2 0-16,3 0 0 0,-3 3 0 0,0-3 8 16,3 2-8-16,-3-2 0 0,3 3 0 0,-3-3 0 15,0-3 0-15,3 3 0 0,-3-3 0 0,3 6 0 16,-3-6 0-16,3 1 0 0,-3-1 0 0,3 3 0 0,-3-3 0 0,3 0 0 16,-3 1 0-16,3-1 0 15,-3-5 0-15,0 5 0 0,3 1 0 0,0-1 0 16,-3-5 0-16,0 5 0 0,3 3 0 0,-3-8 0 0,0 5 0 15,3 1 0-15,-3-1 0 0,0 0 0 0,0 1 0 0,0-6 0 0,3 5 0 16,-3 0 0-16,0-5 0 0,0 8 0 0,0-8 0 16,0 5 0-16,0 1 0 0,0-6 0 0,0 8 0 15,3-6 0-15,-3-2 0 0,0 8 0 0,0-8 0 16,0 5 0-16,0-5 0 0,0 0 0 0,0 6 0 16,0-6 0-16,0 0 0 0,3 5 0 0,-3-5 0 15,0 0 0-15,0 0 0 0,0 0 0 0,0 5 0 16,0-5-99-16,0 0-23 0,0 0-5 15</inkml:trace>
  <inkml:trace contextRef="#ctx0" brushRef="#br0" timeOffset="-137643.96">12031 5215 1507 0,'0'0'31'0,"0"0"9"0,0 0-32 0,0 0-8 0,0 0 0 16,0 0 0-16,0 0 96 0,0 0 17 0,0 0 4 0,0 0 1 16,0 0-37-16,0 0-7 0,0 0-2 0,0 0 0 15,0 0-12-15,0 0-2 0,0-5-1 0,0 5 0 16,0 0-20-16,0 0-4 0,0 0-1 0,0 0 0 16,0 0-14-16,0 0-3 0,0 0-1 0,0 0 0 15,0 0-2-15,3 3-1 0,3-3 0 0,-3 2 0 16,3 1-11-16,-3 0 12 0,0-1-12 0,0 1 12 15,0 2-12-15,3-2 0 0,-3 2 0 0,0-2 8 16,0 2-8-16,2-2 0 0,-2 5 0 0,0-6 0 16,0 4 26-16,0-4 0 0,0 1 0 0,0-1 0 15,0 1-26-15,0 0 0 0,-3-3 0 0,6 5 0 16,-3-2 0-16,-3-3 0 0,3 0 0 0,-3 0 0 16,6 2 0-16,-6-2 0 0,6 0 0 0,-6 0 0 15,0 0 0-15,3-2 0 0,3 2 0 0,0-3 0 16,-3 3 0-16,-3 0 0 0,6-5 0 0,-3 2 0 15,3-2 0-15,-3 2 0 0,0-2 0 0,3 2 0 0,-3 1 0 16,0-6 0-16,0 2 0 0,3 1 0 0,-3-3 0 16,0 3 0-16,3-3 0 0,-3 3 0 0,0-3 0 0,-1 2 0 15,1-2 0-15,0 3 0 0,0-3 0 0,0 3 0 0,0-3 0 0,3 3 0 32,-3-1-152-32,0-2-36 0,-3 3-8 0</inkml:trace>
  <inkml:trace contextRef="#ctx0" brushRef="#br0" timeOffset="-136969.917">12043 4469 1792 0,'0'0'51'0,"0"0"10"0,0 0-49 0,0 0-12 0,0 0 0 0,0 0 0 15,0 0 54-15,0 0 8 0,0 0 2 0,3 5 0 16,-3 3 0-16,3 0 0 0,0-2 0 0,-3 1 0 16,3 1-52-16,0 0-12 0,3 3 0 0,-3-3 0 15,0 2 0-15,0 1 0 0,0 0 0 0,0-1 0 16,-1 3 0-16,1-2 0 0,0 0 0 0,0-1 0 16,0 1-48-16,0-1-13 0,0 4-3 0,0-4 0 15,0 1 52-15,0-1 12 0,0-2 0 0,-3 3 0 16,3-3-54-16,-3 0-8 0,0 0-2 0,3-3 0 15,-3 0-51-15,0-5-10 0,0 0-3 0</inkml:trace>
  <inkml:trace contextRef="#ctx0" brushRef="#br0" timeOffset="-136628.072">12064 4493 1337 0,'-3'-3'56'16,"0"-2"-44"-16,3 5 92 0,-3-3 20 0,3-2 3 0,0 5 1 16,0-5-52-16,3 2-9 0,0 0-3 0,0 1 0 15,0-1 0-15,3 1 0 0,-3-1 0 0,2 3 0 16,1-3 0-16,-3 3 0 0,3 0 0 0,0 0 0 16,0 0 0-16,0 0 0 0,3 3 0 0,-3-3 0 15,0 3-51-15,3 2-13 0,0-3 0 0,-3 1 0 16,3 2 0-16,-3 3 0 0,0-5 0 0,3 2 0 15,-3 1 0-15,0 1 0 0,0-1 0 0,-4 4 0 16,4-2 0-16,-3 0 0 0,0 0 0 0,-3 5 0 16,0-5 0-16,0 3 0 0,0-3 0 0,-3 2 0 15,0 1-48-15,0 0-13 0,0-1-3 16,-2 1 0-16,-1-3 52 0,3 2 12 0,-3 1 0 0,0-3 0 16,0 0-55-16,0 0-8 0,0 0-1 0,0-3-1 15,-3 0-101-15,0 3-20 0</inkml:trace>
  <inkml:trace contextRef="#ctx0" brushRef="#br0" timeOffset="-136268.499">11912 4485 1614 0,'0'0'33'0,"0"0"9"0,0 0-34 0,3-3-8 0,3 3 0 0,0 0 0 15,-3-8 76-15,3 6 14 0,0-1 2 0,0 0 1 16,-1 1-25-16,4-1-4 0,0-2-2 0,0 2 0 15,3-2-6-15,-3 2-2 0,3-2 0 0,0 0 0 16,0-1-16-16,0-2-3 0,-3 3-1 0,3-3 0 16,-1 0-24-16,-2 0-10 0,3 3 8 0,0-3-8 15,0-2 0-15,-3 4 0 0,3-2 0 0,0 3 0 16,-3 0 0-16,3 2 0 0,0-5 0 0,0 5 0 16,-4-2-200-16,1 5-44 15</inkml:trace>
  <inkml:trace contextRef="#ctx0" brushRef="#br0" timeOffset="-135682.011">12358 4580 1337 0,'0'0'28'0,"0"0"6"0,3-5-34 0,0 0 0 0,0-1 0 0,0 1 0 16,0 2 109-16,0-7 15 0,0 5 4 0,0-1 0 16,0-2-52-16,0 3-9 0,0-3-3 0,-3 0 0 15,3 3 0-15,0-3 0 0,-3 0 0 0,3-3 0 16,-3 3 0-16,3 1 0 0,-3-4 0 0,3 3 0 15,0-3-51-15,-3 3-13 0,3 3 0 0,0-5 0 16,-3 4 0-16,3 1 0 0,0 0 0 0,-3 2 0 16,3-2 54-16,-3 5 8 0,0 0 2 0,3-3 0 15,-3 3-77-15,0 0-15 0,3 0-4 0,3 0 0 16,-3 0 24-16,3 3 8 0,0 2 0 0,-3-5-9 16,3 3 9-16,-1 2 0 0,-2 0 0 0,3 1 0 15,-3-1-28-15,3 0 0 0,-3 0 0 0,3 1 0 16,-3 2 28-16,0-3 0 0,3 0 0 0,-3 3 0 15,3-5-56-15,-3 2-7 0,3 0-1 0,-3-2 0 16,3 0 52-16,-3-1 12 0,-3-2 0 0,6 3 0 16,-3 2 0-16,-3-5 0 0,6 0 0 0,-6 0 0 15,6 0 0-15,-6 0 0 0,3 0 0 0,3 0 0 16,-6 0 0-16,3-8 0 0,0 6 0 0,0-1 0 0,-3 3 48 16,3-5 13-16,0 0 3 0,0 2 0 15,-3-5-52-15,3 5-12 0,-3-5 0 0,0 0 0 0,0 0 54 16,3 3 8-16,-3-5 2 0,0 2 0 15,2 0-52-15,-2-3-12 0,0 1 0 0,3-4 0 0,0 4 0 16,-3-1 0-16,3 1 0 0,-3-1 0 16,0-2-48-16,3 2-13 0,-3 3-3 0,0-2 0 15,0 4-51-15,0-2-10 0,-3 3-3 0</inkml:trace>
  <inkml:trace contextRef="#ctx0" brushRef="#br0" timeOffset="-135381.725">12373 4305 1854 0,'0'0'39'0,"0"0"8"15,0 0-38-15,0-5-9 16,0 5 0-16,-3-6 0 0,3 1 109 0,0 0 20 0,3 0 4 0,-3 2 1 15,0-5-62-15,3 3-13 0,0-1-3 0,-3 1 0 16,3 0-26-16,3 5-6 0,-3-8 0 0,3 8-1 16,3-8-10-16,0 5-1 0,-3-2-1 0,3 2 0 15,3 1-11-15,-3-4 0 0,0 4 0 0,2 2 0 16,-2-6 0-16,3 4 0 0,-3-3 0 0,3-1 0 0,0 4 0 16,0-4 0-16,3 1 0 0,-3 2 0 15,6-5-147-15,-4 6-21 0</inkml:trace>
  <inkml:trace contextRef="#ctx0" brushRef="#br0" timeOffset="-114871.943">17657 5258 1824 0,'0'0'38'0,"-3"0"8"15,3 0-37-15,-6-8-9 0,3 5 0 0,-3 3 0 16,6 0 104-16,-6-3 20 0,0 1 3 0,0 2 1 15,-3 0-52-15,3 0-9 0,0 2-3 0,-3 1 0 16,3-3-51-16,-3 3-13 0,0 5 0 0,3-8 0 16,-3 2 0-16,4 4 0 0,-1-4 0 0,-3 3 0 15,3 1 0-15,3-1 0 0,-3-2 0 0,3 5 0 0,0-3 0 16,0 0 0-16,3 1 0 0,0-1 0 0,0 3 0 0,3-3-8 0,0 0 8 0,0 3-13 16,6-2 13-16,-3-1 8 0,3 3 0 0,0-3-8 15,-1 0 0-15,1 3 0 16,3-2 0-16,-3-1 0 0,3 3 0 0,0-6 0 0,-3 4 0 15,3-1 0-15,-3 0 0 0,3 1 0 0,-3-1 0 16,0 3 0-16,-1-5 0 0,-2 4 0 16,0-1 0-16,0-1 0 0,-3 0 0 0,-3 3 0 15,3 0 0-15,-3-2 0 0,-3 1 0 0,0 1 0 0,-3 0 0 16,0 3 0 0,0-3-44-16,1 0-16 0,-4 0-4 0,0 0 0 0,0 0 0 15,0 0 0-15,-3 2 0 0,0-7 0 0,0 5 0 16,-3-3 0-16,3 0 0 0</inkml:trace>
  <inkml:trace contextRef="#ctx0" brushRef="#br0" timeOffset="-114662.927">17579 5263 2066 0,'0'-5'43'0,"3"-1"10"0,0 4-42 15,0-4-11-15,0 4 0 0,3-4 0 16,0 4 104-16,-3-1 20 0,3 3 3 0,0-3 1 0,3 3-103 0,-3 0-25 0,3 0 0 0,0 0 0 16,0 0 0-16,0 3 0 0,2-3 0 0,1 3 0 31,0-3-97-31,3 2-25 0,0 1-5 0</inkml:trace>
  <inkml:trace contextRef="#ctx0" brushRef="#br0" timeOffset="-114317.909">18097 5303 1736 0,'0'0'73'0,"0"0"-58"15,0 0 120-15,3-6 24 0,0 4 5 0,-3-4 0 16,0 6-63-16,0 0-13 0,3-5-2 0,-3 5-1 15,-3-5-14-15,3 2-3 0,-3-2-1 0,3 5 0 16,-6-3-13-16,0 3-2 0,0-2-1 0,0-1 0 16,0 3-17-16,-3 3-3 0,1-3-1 0,-1 2 0 15,0 1-14-15,0-1-4 0,-3 4 0 0,0-1 0 16,0 0-12-16,3 3 0 0,-3 0 0 0,3 0 0 16,0 3 0-16,3-1 0 0,-3 1 0 0,4 2 0 15,2 3 0-15,0-3-8 0,3 3 8 0,0 0 0 16,0 0-16-16,3-3 3 0,0 3 1 0,0-3 0 15,2 0-12-15,4 1-3 0,-3-4 0 0,3 1 0 16,3-3-13-16,-3-3-4 0,3 0 0 0,3 1 0 16,0-4-152-16,0 4-32 0</inkml:trace>
  <inkml:trace contextRef="#ctx0" brushRef="#br0" timeOffset="-113338.187">17752 6178 851 0,'0'0'36'0,"0"0"-36"16,0 0 107-16,0 0 14 0,0 0 3 0,0 0 1 15,0 0-46-15,0 0-10 0,0 0-1 0,0 0-1 16,0 0 1-16,0 0 0 0,0 0 0 0,3 0 0 16,3 0-11-16,-3 0-1 0,3 0-1 0,0 0 0 15,-3 0-15-15,3 0-4 0,3 0 0 0,-3 3 0 16,2-3-24-16,1 3-12 0,0-3 10 0,3 0-10 16,0 0-23-16,3 2-10 0,0-2-3 0,0 0 0 15,3 3 60-15,0 0 11 0,5-3 2 0,-2 2 1 16,0-2-27-16,3 6-11 0,0-4 8 0,-1-2-8 15,-2 3 9-15,3 0-9 0,0-3 10 0,0 0-10 16,0 0 20-16,2 0-3 0,1 2 0 0,3-4 0 16,0 2-17-16,-1 2 0 0,1-2-8 0,3 3 8 15,-3-3 0-15,-1 0 18 0,1 0-2 0,0 0-1 16,0 0 7-16,-3 0 2 0,2 0 0 0,1-3 0 0,0 3-5 16,3-2-1-16,-1 2 0 0,4 0 0 0,-6 2-4 15,3-2-1-15,-4 3 0 0,1-3 0 0,0 0 1 16,-6 0 0-16,2-3 0 0,-2 1 0 0,3 2 5 15,-3-3 1-15,0 0 0 0,-1 3 0 0,1-2-3 0,0 2 0 16,-3 0 0-16,3 2 0 0,-3-2-6 0,-1 0-2 0,1 3 0 16,-3-3 0-16,0 3-9 0,-3-3 12 0,3 2-12 0,-3-2 12 15,-3 3-12-15,-1-3 8 16,1 0-8-16,0 0 8 0,-3 0-8 0,0 0 0 0,0 0 9 0,0 0-9 16,0 0 0-16,-3 0 0 0,0 0 0 15,3 0 8-15,-3 2-8 0,0-2 0 0,0 0 0 0,0 0 0 16,-3 0-12-16,2 0-3 15,-5 0-1-15,3 0 0 0,3-2-136 16,-6 2-28-16,6 0-6 0</inkml:trace>
  <inkml:trace contextRef="#ctx0" brushRef="#br0" timeOffset="-111719.523">20937 5901 1436 0,'0'0'30'0,"0"0"6"0,0 0-28 0,0 0-8 0,0 0 0 0,0-3 0 15,0 3 97-15,0-5 19 0,0-1 3 0,0 6 1 16,-3-5-28-16,0 0-4 0,0-1-2 0,-3 1 0 15,3 0-14-15,-3 0-4 0,0-1 0 0,-3 1 0 16,3 0-17-16,0 2-4 0,0-2-1 0,-3-1 0 16,0 1-10-16,1 0-3 0,-1 0 0 0,-3-1 0 15,0 1-7-15,0 0-2 0,-3 2 0 0,0-2 0 16,-3 0-8-16,3-1-1 0,-2 4-1 0,-1-4 0 16,0 4-2-16,0-1-1 0,3 0 0 0,-3 1 0 0,0 2-3 0,0-3 0 15,4-2 0-15,-7 2 0 16,3 0 0-16,0 1-8 0,-3-1 12 0,0 1-4 0,1-1-8 15,-1 0 0-15,-3 1 9 0,3-1-9 16,-3 3 0-16,3 0 0 0,-2 0 0 0,2 3 8 0,0-3-8 16,0 2 0-16,0 1 0 0,0 2 0 0,1-2 0 0,-1-1 0 0,3 4 0 15,-3-1 0-15,3 0 0 0,-3 1 0 0,3-1 0 16,1 0 0-16,-4 1 0 16,3 1 0-16,-3 1 0 0,3 3 0 0,0-3 0 15,1 2 0-15,-1 1 0 0,3 0 0 0,-3 2 0 0,3-3 0 0,0 4 0 16,3-4 0-16,-3 1 0 0,3 2 0 15,1-2 0-15,-1-1 0 0,3 1 0 0,0 2 0 0,0-5 0 0,-3 5 0 16,3-2 0-16,3-1 0 0,-3-2 0 0,3 3-12 16,-3 0 12-16,3-1 0 0,-3-2 0 0,3 3 0 15,0-1 0-15,1-2 0 0,2 0 0 0,-3 0 0 16,0 0 0-16,3 3 0 0,-3-4 0 0,3 4 0 16,0-3 0-16,-3 3-8 0,3-1 8 0,0 1 0 15,0-1 0-15,3 4 0 0,-3-1 0 0,0-3 0 16,3 4 0-16,-3-1 0 0,3 0 0 0,-3 3 0 15,3-5 0-15,0 2 0 0,0 0 0 0,0 0-8 16,3 0 8-16,-3-2 0 0,3 0 0 0,0 2 0 16,0-3 0-16,3 1 0 0,-3 2 0 0,3-2 0 15,0 2 0-15,0-2 0 0,3-1 0 0,-3 1 0 16,2-1 0-16,1 1-8 0,0-3 8 0,0 3 0 16,0-4 0-16,0 1 0 0,0 0 0 0,3 0 0 15,-3 0 0-15,3 0 0 0,0 0 0 0,3 0 0 16,-1 0 0-16,4 0 0 0,-3 2 0 0,3-2-8 15,3-2 8-15,-3 2 0 0,3-3 8 0,-1 3-8 16,-2 0 12-16,3-3-3 0,0 0 0 0,3 3 0 0,-6-5-17 0,2 2-4 16,1 1-1-16,-3-1 0 0,3 0 13 0,0-2 0 0,0-1 0 0,0 1 0 15,2 0 0-15,1-1 0 0,3 1 8 0,-3 2-8 16,3-2 0-16,-1 0 0 0,4-3 0 0,-3 2-9 16,3 1 9-16,-1-3 0 0,-2 3 0 0,6-3 0 15,-3 0 0-15,2 2 0 0,4-2 0 0,0 0 0 16,0 3 8-16,-1-3 4 0,1 0 1 15,0 0 0-15,-1 0-13 0,-2 0 0 0,3-3 0 0,-3 3 0 16,-1 0 0-16,1-2 0 0,-3 2 0 0,3-3 0 16,-4 0 0-16,1 1-16 0,0-4 3 0,0 1 1 15,0 2 12-15,-7-2 0 0,4 0 0 0,-3-1 0 16,0 1 8-16,-3-3-8 0,-1 0 0 0,1 0 0 16,0 0 0-16,0-2 10 0,3-1-10 0,-3 1 8 15,-1-1-8-15,1 1 8 0,3-1-8 0,-3 0 8 16,-3-2 0-16,3 3 0 0,-1-1 0 0,-2-2 0 15,0 2 0-15,0 1 0 0,-3-4 0 0,0 1 0 16,0 0 0-16,-3 0 0 0,2 2 0 0,-2-2 0 16,-3 0 2-16,0-1 0 0,0 1 0 0,-3 0 0 15,3-3 1-15,-3 3 0 0,0 0 0 0,-3-3 0 16,3 2 1-16,-3 1 0 0,3-3 0 0,-3 3 0 16,-3 0 0-16,3 0 1 0,-3-1 0 0,0 1 0 15,0 3 1-15,0-4 0 0,-3 4 0 0,3-1 0 16,-3 1-1-16,0-4 0 0,0 6 0 0,-3-2 0 0,0-1-1 15,3 1 0-15,-3-1 0 0,-3 1 0 0,3-1-4 16,0 0-8-16,-3-2 11 0,0 0-11 0,0 2 10 0,0-2-10 16,-2 0 8-16,-1 2-8 0,0 1 8 0,0-1-8 0,0 1 0 15,-3-1 8-15,3 0-8 0,-3 1 0 16,-3-1 0-16,1-2 0 0,2 2 0 0,0 1 0 0,-3 2 0 16,3-5 0-16,0 5 0 0,-3 0 0 15,3-3 0-15,1 3 0 0,2 0 0 0,-3 3 0 0,3-3 0 0,0 3 0 16,-3 0 0-16,3 2 0 15,0-2 0-15,0-1 0 0,0 1 0 0,-2 0 0 0,2 2 0 0,-3-2 0 16,0-1 0-16,3 4 0 0,-3-3 0 0,0 2 0 16,-3-2 0-16,0 2 0 0,1 0 0 0,-4 1 0 15,0-1 0-15,0 3 0 0,-3 0 0 0,3 0 0 16,1 0 0-16,-1 0 0 0,0 0 0 0,0 3 0 16,3-1 0-16,0 1 0 0,1 0 0 0,-1-1 0 15,0 1-24-15,3 0 4 0,0-1 0 0,-3 3 0 16,6 1-29-16,-3-1-6 15,3 3-1-15,-2 0 0 0,2 0-116 0,0 2-23 0,3 1-5 16</inkml:trace>
  <inkml:trace contextRef="#ctx0" brushRef="#br0" timeOffset="-110416.498">20133 6073 1234 0,'3'-6'25'0,"-3"6"7"0,3-5-32 0,-3 2 0 0,3-2 0 0,0 2 0 15,-3 3 96-15,0-5 13 0,3 2 3 0,-3 3 0 16,3-5-13-16,-3 3-3 0,3-4 0 0,-3 6 0 15,3-2-7-15,-3-4-1 0,0 4-1 0,0 2 0 16,0-6-14-16,0 6-2 0,0-5-1 0,0 5 0 16,0 0-28-16,-3-3-6 0,0-2 0 0,3 5-1 15,-6-3-15-15,0 1-2 0,0 2-1 0,0 0 0 16,-3 0-9-16,3 2-8 0,-3-2 9 0,1 3-9 16,2 0 8-16,-3-1-8 0,0 1 0 0,0 2 0 15,0 1 0-15,0-1 0 0,3 0 0 0,-3 3 0 16,3-3 0-16,0 3 0 0,3 0 0 0,-3-2 0 15,6 2-9-15,-3-3 9 0,3 0 0 0,3 0-9 16,-3 3 9-16,6-2-10 0,-3-1 10 0,3 3-10 16,0-3 10-16,3 3-8 0,0 0 8 0,0 0-8 15,0-3 8-15,0 3 0 0,0 0 0 0,0-3-8 16,-1 3 8-16,1 0 0 0,0-2 0 0,-3 2 0 16,0-3 0-16,0 0 0 0,-3 0 0 0,0 1 0 15,0-1 0-15,0 0 9 0,-3-5-9 0,-3 6 0 16,0-1 0-16,-3 0 0 0,0 0 0 0,-3 1 0 15,0-4-36-15,0 4-15 0,-2-1-2 0,-1 0-1 16,0-2 22-16,-3 2 4 0,3-2 0 0,-3 2 1 16,0-2-1-16,3-1 0 0,0 4 0 0,-3-4 0 15,4-2-12-15,2 3-4 0,-3 0 0 0,3-3 0 16,3 0-98-16,-3 0-20 0,9 0-4 0</inkml:trace>
  <inkml:trace contextRef="#ctx0" brushRef="#br0" timeOffset="-108352.991">20371 6192 1333 0,'6'-14'28'0,"-3"9"6"0,0 0-34 0,-3 0 0 0,3-1 0 0,0 4 0 16,-3-4 110-16,0 6 15 0,3-2 3 0,-3 2 1 16,0-6-52-16,0 6-10 0,0 0-3 0,0-5 0 15,0 5 0-15,0 0 0 0,0 0 0 0,-6-5 0 16,6 5-15-16,0 0-3 0,-3-3-1 0,-6 3 0 16,3 0-21-16,0 3-5 0,0-1-1 0,1 1 0 15,-1 2-18-15,-3 3 0 0,3 0 0 0,0 0 0 16,-3 5 19-16,3 1-3 0,-3-1-1 0,0 5 0 15,3-2-24-15,0 3-5 0,0-3-1 0,0 2 0 16,3 1 15-16,0-3 0 0,0-3 0 0,0 3 0 16,0-3 0-16,3 0 0 0,0 0 0 0,0-2 0 15,0 0 0-15,3-1 0 0,0-2 0 0,0 3 0 16,0-6 0-16,3 3 0 0,0-3 0 0,3-2 0 16,-3-1 0-16,3 1 0 0,0 0 0 0,0-1 0 15,3-2-11-15,-3 0 1 0,0 0 0 0,2-2 0 16,-2 2 10-16,0-3 0 0,0 0 8 0,0 1-8 15,-3-1 9-15,0-2-9 0,0 2 12 0,0-2-12 0,-3 0 58 0,-3 5 5 16,0-6 1-16,0 1 0 0,-3 0-52 0,0-1-12 0,0-1 0 0,-3 4 0 16,0-2 40-16,0-1 6 0,-3 1 1 15,3 2 0-15,-3-2-31 0,0 2-7 0,-2 1-1 0,2-1 0 16,0 3-8-16,0-2 0 0,0 2 0 0,0 2 0 16,0-2 0-16,0 3 13 0,3-1-1 0,-3 1-1 15,0 0-60-15,3-1-12 16,3 4-3-16,-3-4 0 15,3 4-153-15,-3-1-31 0,3-2-7 0</inkml:trace>
  <inkml:trace contextRef="#ctx0" brushRef="#br0" timeOffset="-108040.232">20532 6197 1824 0,'0'-11'38'0,"0"11"8"0,0 0-37 0,3-5-9 0,-3 0 0 0,3-1 0 16,0 4 156-16,-3-3 28 0,3-1 7 0,-3 6 1 15,0-2-103-15,0 2-20 0,3-6-4 0,-3 6-1 16,0 0 0-16,-3-5 0 0,3 5 0 0,0 0 0 15,0 0-51-15,0 0-13 0,0 0 0 0,0 0 0 16,0 0 0-16,0 0 0 0,0 0 0 0,0 0 0 16,0 0 0-16,0 0 0 0,0 0 0 0,0 0 0 31,0 0-100-31,0 0-22 0,0 0-5 0</inkml:trace>
  <inkml:trace contextRef="#ctx0" brushRef="#br0" timeOffset="-107820.29">20586 6390 2030 0,'0'0'57'0,"0"0"14"16,0 0-57-16,0 0-14 0,0 0 0 0,0 0 0 16,0 0 105-16,0 0 19 0,0 0 3 0,0 0 1 15,0 0-52-15,0 0-9 0,0 0-3 0,0 0 0 16,0 0 0-16,0 0 0 0,0 0 0 0,0 0 0 15,0 0-51-15,0 0-13 0,0 0 0 0,0 0 0 16,0 0 0-16,0 0 0 0,0 0 0 0,0 0 0 16,0 0-151-16,0 0-33 0,0 5-6 0</inkml:trace>
  <inkml:trace contextRef="#ctx0" brushRef="#br0" timeOffset="-106810.643">19374 6028 1652 0,'0'0'34'0,"-6"-3"9"0,3-2-35 0,3 5-8 0,-6-3 0 0,3-2 0 15,3 5 98-15,-6-3 18 0,0 0 3 0,6 3 1 16,-3-2-36-16,3 2-8 0,0 0 0 0,-6-3-1 15,6 3-22-15,0 0-4 0,0 0-1 0,0 0 0 16,0 0-12-16,0 0-4 0,0 0 0 0,0 0 0 16,0 0-13-16,0 8-3 0,0-3-1 0,3 1 0 15,0-1-6-15,3 0-1 0,0 1 0 0,0-1 0 16,3 0-8-16,0 0 12 0,0 1-12 0,0-1 12 0,3 0-12 0,-3 1 12 0,3-4-12 16,0 4 12-16,0-4-12 15,-1 3 0-15,1 1 0 0,-3-1 8 16,3 3-8-16,-3-3 0 0,0 3 0 0,-3-3 8 15,3 1-8-15,-3 2 0 0,0-3 9 0,0 0-9 0,-3 3 0 16,0 0 0-16,0 0 0 0,-3 3 8 0,0-3-8 16,-3 0 11-16,3 2-11 0,-3 1 12 15,-3-1-12-15,3-2 8 0,-3 3-8 0,-3-1 8 16,3 4-28-16,-3-6-5 0,3 2-2 0,-3 1 0 0,0-3 27 0,-3 2 0 0,3-2 0 0,1 0 0 16,-4-3 46-16,3 3 14 0,0-2 4 0,-3 2 0 15,3-3-52-15,3 0-12 0,-3 1 0 0,0-1 0 16,3-3 0-16,0 4 0 0,-3-4 0 0,3 1 0 15,0 0-48 1,6-3-13-16,-6 2-3 0,6-2 0 0,0 0 0 16,0 0 0-16,0 0 0 0,0 0 0 0,-3 6-153 0,3-6-31 15</inkml:trace>
  <inkml:trace contextRef="#ctx0" brushRef="#br0" timeOffset="-104712.475">18657 5554 1402 0,'0'-5'59'0,"0"-1"-47"15,-3 1 79-15,3 0 16 0,0-1 3 0,0 6 1 16,-3-5 13-16,3 5 4 0,0-5 0 0,0 5 0 15,0 0-64-15,0 0-12 0,0 0-2 0,0 0-1 16,0 0-27-16,0 0-6 0,0 0 0 0,0 0-1 16,0 0-15-16,0 5 0 0,3 3 0 0,-3 0 0 15,0 3 0-15,3-3 0 0,-3 2 0 0,3 3 0 16,-3 1 0-16,0 2 0 0,3-1 0 0,-3 1 0 16,0 0 0-16,0 0 0 0,0 3 0 0,0-1 0 15,-3 1 0-15,3-1 0 0,-3 3 0 0,3 0 0 16,-3-2-9-16,0 2-5 0,0-5-1 0,0 5 0 15,-3-8-27-15,3 3-6 0,0-5 0 0,-3 2-1 16,3-5-28-16,0 0-6 0,-3 0-1 0</inkml:trace>
  <inkml:trace contextRef="#ctx0" brushRef="#br0" timeOffset="-104291.679">18704 5602 1545 0,'-3'-37'32'0,"3"23"8"0,-3 1-32 0,1 0-8 16,-1 0 0-16,0 2 0 0,0 0 96 0,0 1 16 0,0-1 4 0,0 3 1 16,0 3-26-16,0 0-6 0,0-1-1 0,3 6 0 15,0 0-16-15,0 0-3 0,0 0-1 0,0 0 0 16,0 0-51-16,0 0-13 0,0 0 0 0,0 0 0 16,0 0 54-16,-3 8 8 0,3 0 2 0,0 0 0 15,0 3-52-15,3-1-12 0,0 1 0 0,0 0 0 16,3-1 0-16,0 1 0 0,3 2 0 0,-4-2 0 15,4-1 0-15,0 3 0 0,3-2 0 0,-3 0 0 16,0-1 0-16,0 1 0 0,3-1 0 0,-3 1 0 16,3-3 0-16,-6 0 0 0,3 2 0 0,-3-2 0 15,0 0-9-15,0 0-5 0,-1 0-1 0,-2 0 0 16,0 0 15-16,0 0 0 0,-3 0 0 0,0 0 0 16,0-3 10-16,-3 3-10 0,3 0 8 0,-6 0-8 15,3-3 12-15,-2 3-4 0,-1 0 0 0,-3-3 0 16,3 3-8-16,-6-2 0 0,3 2 0 0,-3-3 0 15,0 3 0-15,3-3 0 0,-3 0 0 0,0 1 0 16,3-1 13-16,0 0 1 0,-2 1 0 0,2-1 0 16,0 0-22-16,0-2-5 0,0-1-1 0,3 1 0 15,0 0 14-15,6-3 0 0,-6 0 0 0,6 0 0 16,0 0-156-16,0 0-29 0,-6 2-6 0</inkml:trace>
  <inkml:trace contextRef="#ctx0" brushRef="#br0" timeOffset="-102188.544">22110 6464 1728 0,'0'0'36'0,"0"0"8"0,-6-5-35 0,3 2-9 0,3 3 0 0,-3-5 0 16,3 5 72-16,0 0 13 0,0 0 3 0,0 0 0 16,0 0-19-16,0 0-3 0,0 0-1 0,0 0 0 15,0 0-52-15,0 0-13 0,0 0 0 0,0 0 0 16,-3 8 0-16,0-3 0 0,3 0 0 0,0 3 0 16,0 0 54-16,0 0 8 0,0 3 2 0,0-3 0 15,0 5-52-15,0-2-12 0,0-1 0 0,0 3 0 16,0 1 0-16,-3-1 0 0,3 3 0 0,-3 0 0 15,3 0 0-15,-3-6 0 0,3 3 0 0,-3 1 0 16,0-4-48 0,3 3-13-16,-3-2-3 0,0-3 0 0,0 0-102 0,3-3-21 0,0 0-4 15</inkml:trace>
  <inkml:trace contextRef="#ctx0" brushRef="#br0" timeOffset="-101851.147">22312 6509 1824 0,'0'0'38'0,"0"0"8"16,0-5-37-16,0 5-9 0,0 0 0 0,0 0 0 15,0 0 104-15,-3-3 20 0,0-2 3 0,3 5 1 0,0 0-103 0,-9 0-25 0,3 0 0 0,0 3 0 16,-3-1 56-16,3 1 7 0,0 0 1 0,1 2 0 16,2 0-52-16,-3 0-12 0,0 3 0 0,0-2 0 15,0 2 0-15,3-1 0 0,0 1 0 0,0 0 0 16,3 3 0-16,0-3 0 15,0 2 0-15,3 1 0 0,0-3 0 0,0 3 0 0,3-3 0 0,0 2 0 16,0 1 0-16,0-3 0 0,-1 0 0 16,1-1 0-16,0 1 0 0,0 0 0 0,0-2 0 15,0 2 0 1,-3 0-48-16,3-3-13 0,-3 0-3 0,-3 0 0 0,3 1 103 16,-3-6 20-16,-3 8 4 0,3-6 1 0,-3 4-52 0,-3-1-12 0,3 0 0 15,-3-2 0 1,0 2-43-16,-3-2-11 0,0-1-2 0,1 1-1 15,-1-3-114-15,0 3-22 0,0-3-5 0</inkml:trace>
  <inkml:trace contextRef="#ctx0" brushRef="#br0" timeOffset="-101677.359">22244 6514 1580 0,'0'0'67'15,"0"-5"-54"1,0 5 92-16,3-5 19 0,-3 5 3 0,3-3 1 15,0 1-52-15,0-1-9 0,2 0-3 0,-2 1 0 16,3 2 0-16,3-3 0 0,0 3 0 0,-3 0 0 16,3 0-39-16,3-3-8 0,-3 3-1 0,3 0-1 15,0 0-39-15,0 0-8 0,3 3-2 0</inkml:trace>
  <inkml:trace contextRef="#ctx0" brushRef="#br0" timeOffset="-101301.295">22580 6575 1838 0,'0'0'38'0,"0"0"10"0,0 0-39 15,0 0-9-15,0 0 0 0,3-2 0 0,0-4 118 0,-3 6 22 0,3-2 4 0,0-4 0 16,-3 6-43-16,0-2-9 0,3-4-1 0,-3 6-1 16,0-2-23-16,0 2-5 0,3-5-1 0,-3 5 0 15,-3-3-14-15,3 3-3 0,-3-5-1 0,0 2 0 16,3 3-13-16,-6-3-2 0,0 3-1 0,0 0 0 15,-3 0-12-15,3 0-3 0,-3 0 0 0,0 3 0 16,0 0-12-16,0 2 0 0,1-2 0 0,-1 2 0 16,-3 3 0-16,6 0 0 0,-3 2 0 0,3-2 0 15,0 5 0-15,0-2 0 0,3 2 0 0,0 1-10 16,0-1 10-16,6 0 0 0,-3 0-9 0,6 0 9 16,-3 1 0-16,3-4-11 0,3 1 11 0,0-1-8 15,0-2 8-15,0 0 0 0,0 0 0 0,2-2 0 16,-2-1 0-16,0 0 0 0,3-2 0 0,-3 2 0 15,0-2 0-15,-3-3 0 0,3 2 0 0,-3-2 0 16,0 0-10-16,0 0 10 0,0 0-12 0,-3 0 12 16,3 0-55-16,-3 0-4 0,3-2-1 0,-6 2 0 15,0 0-165-15,0 0-34 0</inkml:trace>
  <inkml:trace contextRef="#ctx0" brushRef="#br0" timeOffset="-100207.869">20880 6112 1465 0,'6'-8'30'0,"-6"8"9"0,0 0-31 0,3-5-8 0,0 2 0 0,-3-2 0 15,0 5 128-15,3-3 24 0,-3 3 4 0,0-5 2 16,0 5-46-16,0 0-10 0,3-5-2 0,-3 5 0 16,0 0-22-16,0 0-5 0,0 0-1 0,0 0 0 15,0 0-17-15,0 0-4 0,0 0-1 16,0 0 0-16,0 0-19 0,0 0-4 0,0 0-1 15,0 0 0-15,0 5-10 0,0 3-1 0,0-3-1 0,0 3 0 16,0 3-6-16,0-1 0 0,0 1-8 0,0 2 12 16,0 1-4-16,0 1-8 0,0 1 11 0,0 3-11 15,0-1 8-15,-3 1-8 0,3-1 0 0,0 1 0 16,0-3 0-16,-3 0 0 0,3 0 0 0,0-3 0 16,0 0 0-16,-3-2 8 0,3-3-8 0,0 2 0 15,-3-2 8-15,3 0-8 0,0-3 0 0,0 1 0 16,0-1 0-16,0-5 0 0,0 5 0 0,0-5 0 15,0 0-20-15,0 0-7 16,0 0-1-16,0 0-1 0,6 3-147 0,0-3-30 0,0 0-6 0</inkml:trace>
  <inkml:trace contextRef="#ctx0" brushRef="#br0" timeOffset="-94771.482">15377 3233 1302 0,'0'0'36'0,"0"0"10"0,0 0-37 0,0 0-9 0,0 0 0 0,0 0 0 15,0 0 55-15,0 0 9 0,0 0 1 0,0 0 1 16,0 0-16-16,0 0-3 0,0 0-1 0,0 0 0 16,0 0-6-16,0 0 0 0,0 0-1 0,-6-2 0 15,6 2-2-15,0 0 0 0,0 0 0 0,0 0 0 16,0 0-6-16,0 0-2 0,0 0 0 0,0 0 0 16,0 0-1-16,0 0 0 0,0 0 0 0,-3-3 0 15,3 3-5-15,0 0-2 0,0 0 0 0,0 0 0 16,0 0-5-16,0 0-2 0,0 0 0 0,0 0 0 15,0 0-6-15,0 0-8 0,0 0 11 0,0 0-11 16,0 0 10-16,0 0-10 0,0 0 8 0,0 0-8 16,0 0 8-16,0 0-8 0,0 0 0 0,0 0 8 15,0 0-8-15,0 0 0 0,0 0 9 0,0 0-9 16,0 0 0-16,0 0 8 0,0 0-8 0,0 0 0 16,0 0 0-16,0 0 9 0,3-8-9 0,-3 8 0 0,0 0 9 15,-3-5-9-15,3 5 0 0,0 0 9 0,0-3-9 0,0 3 0 0,0 0 0 16,-6-8 8-1,6 8-8-15,0 0 0 0,0 0 0 0,0 0 8 16,0 0-8-16,-3-2 0 0,3 2 0 0,0 0 0 16,0 0 0-16,0 0 0 0,0 0 0 0,0 0 0 15,0 0 0-15,0 0 0 0,0-6 0 0,0 6 0 0,0-5 13 0,0 5-2 0,0-5-1 0,0 5 0 16,0 0-10-16,3-3 12 0,-3 3-12 0,3 0 12 16,3-5-4-16,-3 2-8 0,3-2 12 0,0 2-4 15,-1 3-8-15,4-2 10 0,0 2-10 0,0 0 10 16,0-3-10-16,3 3 12 0,0 0-12 0,0 0 12 15,3 0-12-15,0 0 0 16,0 0 0-16,-1 0 0 0,4 0 0 0,0 3 0 0,0-3 0 0,3 2 0 16,0-2 0-16,0 3 0 0,-1 2 0 0,1-2 0 15,0 2 0-15,3-5 0 0,0 3 0 0,-1 2 0 16,7-5 0-16,0 3 0 0,3-1 0 0,2 4 0 16,4-4 0-16,-3 6 0 0,3-5 0 0,2 2 0 15,-2-2 0-15,3 2 0 0,2-2 0 0,4-3 0 16,0 5 0-16,-1 0 0 0,4 3 0 0,2-5 0 15,-2 2 9-15,0-2-9 0,-1 2 10 0,4-5-10 16,-1 5 11-16,-2 1-11 0,2 4 12 0,1-2-12 16,0-5 13-16,-4 5-4 0,4-3-1 0,2 3 0 15,-5 0-8-15,0 0 8 0,-1 3-8 0,4-1 8 16,-4 3-8-16,1-5 0 0,3 6 0 0,2-4 8 16,-5 1-8-16,-4-1 0 0,-2 4 0 0,6-1 0 15,-4-3 0-15,1 4 8 0,-1-4-8 0,4 3 0 0,-3 1 0 16,-4-4 0-16,4 3 8 0,0 1-8 15,-4-6 0-15,-2 5 0 0,3-5 0 0,-1 2 0 0,1 1 0 16,-3-1 0-16,-1-2 0 0,4 3 8 0,-6 0-8 0,-1 2 0 0,-2-8 0 16,3 11 0-16,-1-8 0 0,1 3 0 0,0-1 0 0,-1 6 0 15,-2-5 0-15,0 7 8 0,0-2-8 0,-4 0 0 16,1 2 10-16,0 1-10 0,-3-1 12 0,2 1-12 16,-2-1 12-16,3-2-12 0,0 0 12 0,-1 5-12 15,1-7 12-15,-3-1-12 0,0 5 12 0,-1-4-12 16,1 1 12-1,-3-4-12-15,-3 0 12 0,3 5-12 0,-1-9 8 0,-2 4-8 16,3 0 0-16,0-3 0 0,0 2 0 0,2 1 10 0,-2-1-10 0,3 6 8 16,-3-3 2-16,-4 3 0 15,1-2 0-15,0 4 0 0,-3-2-10 0,0 0 0 0,0 2 0 0,-4 1 0 16,1-6 0-16,0 6 8 0,0-4-8 0,-3 4 0 16,0-8 8-16,3 2-8 0,-1 0 0 0,1 0 8 15,-3-2 0-15,0 2-8 0,3-5 12 0,-3 3-4 16,0-1 0-16,0 1 0 0,0-1 0 0,-1 1 0 15,1 0-8-15,-3-4 8 0,0 4-8 0,0 2 8 16,0-2-8-16,-3 2 8 0,3 0-8 0,-3 1 8 16,0 1-8-16,0-1 0 0,-1 2 0 0,-2-1 0 15,3-1 0-15,0 1 0 0,-3 1 9 0,3 0-9 16,-3-3 8-16,3 1-8 0,-3-1 10 0,3 0-10 0,-3 0 8 0,3 1-8 16,-3-1 0-16,0-3 9 0,3 1-9 15,0 0 0-15,-1 2 0 0,1-5 8 0,0 0-8 0,0 0 8 0,0-3-8 16,-3 3 8-16,3-3 0 0,0 3-8 0,0-3 12 15,0 3-4-15,-3-2-8 16,3 2 8-16,0-6-8 0,-3 6 8 0,0 0-8 0,3-3 10 0,-4 6-10 16,1-6 10-16,3 1-10 0,-3 1 0 0,0 4 0 15,0-6 8-15,0 3-8 0,-3 0 10 16,3 0-10-16,-3 0 10 0,3 0-10 0,-3 0 0 0,3 0 9 0,-3 0-9 16,3 0 0-16,-3 0 8 0,3 0-8 0,-3 0 0 15,3 2 0-15,-3-4 0 0,0 1 0 0,3 1 0 16,-3 0 0-16,0-2 0 0,3 2 0 0,-3-3 8 15,0 3-8-15,0 2 0 0,-1-7 8 0,1 5-8 16,0 0 0-16,0 0 8 0,0-3-8 0,0 3 0 16,0 0 0-16,0-3 9 0,0 3-9 0,0 0 0 15,0 0 8-15,0 0-8 0,0-3 0 0,0 3 0 16,0 0 10-16,0-3-10 0,0 1 8 0,0 2-8 16,0-3 8-16,0 0-8 0,0 3 0 0,0-2 8 15,-3-1-8-15,3 0 0 0,0-2 9 0,-3 5-9 16,3 0 0-16,0-3 8 0,-3 0-8 0,3 3 0 15,0-3 0-15,-3 1 8 0,0-1-8 0,3 3 0 16,-3-3 8-16,3 1-8 0,-3-1 10 0,3 3-10 16,-3 0 12-16,3-3-4 0,-3 3-8 0,3-3 12 15,-3 6-4-15,0-9-8 0,3 6 11 0,-3-2-11 16,3-1 11-16,-3 0-11 0,3 6 10 0,-3-8-10 16,0 2 10-16,3 0-10 0,-3 3 10 0,3-3-10 15,-3 1 9-15,0 2-9 0,3-6 8 0,-3 6-8 0,0-3 8 16,0-2-8-16,0 2 8 0,0 3-8 15,0-8 8-15,0 6-8 0,0-1 8 0,0-5-8 0,3 5 8 0,-3 0-8 16,0-5 0-16,0 8 8 0,0-8-8 0,3 6 0 0,-3-6 0 16,3 5 8-16,-3 0-8 0,2-2 0 0,-2-3 0 15,3 5 8-15,-3 1-8 0,0-1 0 0,0-5 0 0,3 5 0 16,-3-2 0-16,0-3 0 0,3 5 8 0,-3 0-8 16,0-5 0-16,3 6 0 0,-3-4 0 0,0-2 0 15,3 6 0-15,-3-1 0 0,3 3 0 16,-3-6 0-16,0-2 0 15,0 6 0-15,0-6 0 0,3 5 0 0,-3 0 0 0,0-5 0 16,3 6 0-16,-3-6 0 0,3 5 0 0,-3-5 0 0,0 5 0 0,3 0 0 16,-3-5 0-16,0 6 0 0,0-6 8 0,0 0-8 15,3 2 0-15,-3-2 0 0,3 6 0 0,-3-6 0 16,0 0 0-16,3 5 0 0,-3-5 0 0,0 0 0 16,3 5 8-16,-3-5-8 0,0 0 0 0,0 0 8 15,0 6-8-15,0-6 8 0,3 5-8 0,-3-5 8 16,0 0-8-16,0 0 0 0,0 0 9 0,0 0-9 15,0 3 0-15,0-3 8 0,0 0-8 0,0 0 0 16,3 5 0-16,-3-5 8 0,0 0-8 0,0 0 0 16,0 5 0-16,0-5 8 0,0 0-8 0,0 0 0 15,0 0 0-15,0 0 0 0,0 0 0 0,0 0 0 16,0 0-39-16,0 0-2 0,0 0-1 0,6 3 0 16,-6-3-162-16,6 0-32 0,-3-3-6 0</inkml:trace>
  <inkml:trace contextRef="#ctx0" brushRef="#br0" timeOffset="-93554.97">15508 3072 999 0,'0'0'42'0,"0"0"-34"15,0 0 96-15,0 0 18 0,0 0 4 0,0 0 1 16,0 0-11-16,0 0-3 0,0 0 0 0,0 0 0 16,0 0-25-16,0 0-6 0,0 0-1 0,0 0 0 15,0 0-8-15,0 0-1 0,0 0-1 0,0 0 0 16,0 0-15-16,0-8-4 0,0 8 0 0,0 0 0 16,-3-5 0-16,3 5-1 0,0 0 0 0,0 0 0 15,0 0-12-15,0-8-3 0,0 8 0 0,-3-5 0 16,3 5-10-16,0-3-2 0,0-2-1 0,0 5 0 15,-3-3-4-15,3 3-1 0,0-8 0 0,0 8 0 16,0-5-4-16,0 5-1 0,-3-6 0 0,3 6 0 0,0 0-4 0,0 0-1 0,0-2 0 16,0 2 0-1,0 0 0-15,0 0-8 0,0 0 12 0,0 0-4 16,0 0-8-16,0 0 12 0,0 0-12 0,0 0 12 16,0 0-12-16,0 0 0 0,0 0 9 0,0 0-9 0,0 0 0 0,0 0 9 0,0 0-9 0,0 0 0 15,0 0 8-15,0 0-8 0,-6 2 0 0,3 4 0 16,3-6 8-16,-6 2-8 0,3 4 0 0,0-1 0 15,-3-2 10-15,3 2-10 0,0-2 8 0,-3 2-8 16,3 3 0-16,-3-6 8 0,3 4-8 0,-3-1 0 16,0 3 0-16,0 0 0 0,0-5 8 0,0 2-8 15,3 3 0-15,-3-3 0 0,0 3 0 0,0-5 0 16,1 2 0-16,2 0 0 0,-3 1 0 16,0-1 0-16,3 0 0 0,-3 3 0 0,3 0 0 0,-3-5 0 15,3-1 0-15,-3 6 0 0,3-5 0 0,0 2 0 16,3-5 0-16,-3 3 0 0,0 2 0 0,0 0 0 15,3-5 0-15,-3 6 0 0,3-6 0 0,-3 2 0 16,3-2 0-16,0 8 0 0,0-8 0 0,0 0 0 16,-3 8 0-16,3-5 0 0,0-3 0 0,0 5 0 15,0-5 0-15,0 3 0 0,0-3 0 0,3 2 0 16,0 4 0-16,3-4 0 0,-3-2 0 0,0 8 0 16,3-8 0-16,0 3 8 0,0 2-8 0,0-5 0 15,3 3 0-15,-3-3 8 0,3 5-8 0,2-5 0 16,-2 3 0-16,3-3 0 0,0 2 0 0,0 1 0 15,0 0 0-15,0 2 0 0,0 0 0 0,0-5 0 0,0 3-12 16,2 2-7-16,-2-5-1 0,-3 8-1 16,3-8-85-16,0 3-17 0,0 2-3 0,-3-2-1 15,3-1-121-15,0 1-24 0</inkml:trace>
  <inkml:trace contextRef="#ctx0" brushRef="#br0" timeOffset="-92715.723">19937 3908 1930 0,'3'-13'55'0,"0"2"11"15,-3-2-53-15,0 0-13 0,3 2 0 0,-3 1 0 16,0 2 95-16,0 0 16 0,0 5 3 0,0-5 1 15,0 3-32-15,0 5-7 0,0 0 0 0,0 0-1 16,0 0-29-16,0 0-6 0,0 0 0 0,0 0-1 0,3 8-21 0,0 5-4 0,-3-2-1 0,3 2 0 16,-3 3-13-16,3 2 9 15,-3-4-9-15,3 4 8 0,-3 1-8 0,0-4 0 16,3 4 0-16,-3 0 8 0,3-6-8 16,-3 0 0-16,0 6 0 0,3-6 0 0,-3 3 0 15,0-3-17-15,0 0 4 0,0 6 1 16,0-9-16-16,2 9-2 0,-2-9-1 0,0 4 0 15,0-1-17-15,0-3-3 0,0 1-1 0,0-3 0 16,0 0-28-16,0-3-7 0,0-5-1 0</inkml:trace>
  <inkml:trace contextRef="#ctx0" brushRef="#br0" timeOffset="-92367.32">20047 3858 1854 0,'-6'-19'39'0,"-3"6"8"0,3-3-38 0,-3 6-9 0,3-1 0 0,0 3 0 16,3-2 94-16,0 4 17 0,0 1 3 0,3 5 1 16,0 0-40-16,0 0-8 0,0 0-2 0,0 0 0 15,0 0-9-15,3 5-1 0,3 1-1 0,-3-1 0 16,3 8-8-16,0-8-2 0,0 11 0 0,3-5 0 16,-3-1-12-16,0 6-2 0,3 0-1 0,-3-3 0 15,3 3-16-15,-3-3-3 0,3 3-1 0,-3-2 0 16,2 1-9-16,-2 1 0 0,3-5 0 0,0 7 8 15,-3-7-8-15,0 0 0 0,0 5 0 0,0-9 0 16,-3 4 0-16,0 0 0 0,0-1 8 0,0 1-8 16,-3-1 0-16,0-2-11 0,0 3 3 0,0-3 0 15,-3 2-2-15,-3-2 0 0,3 0 0 0,-3 0 0 16,-3 3 0-16,3-3 0 0,-3-6 0 0,0 6 0 0,0-5-2 16,1 2-1-16,-1 1 0 0,-3-1 0 15,-3-3-23-15,3-2-5 0,0 6-1 0,-3-6 0 16,3 0-101-16,-3 0-20 0,3-6-4 0</inkml:trace>
  <inkml:trace contextRef="#ctx0" brushRef="#br0" timeOffset="-92083.621">19797 3649 1579 0,'0'0'32'0,"-6"0"10"16,6 0-34-16,0 0-8 0,0 0 0 0,0 0 0 15,0 0 104-15,0 0 20 0,0 0 3 0,0 0 1 16,0 0-52-16,0 0-9 0,0 0-3 0,0 0 0 16,0 0 0-16,6 0 0 0,3 0 0 0,0 0 0 15,0 0 0-15,3 0 0 0,2 0 0 0,1 0 0 16,3 0-51-16,0 0-13 0,3 0 0 0,3 0 0 15,0 0 11-15,-1 0-1 0,1 0 0 0,0 0 0 16,3 0-87-16,0 0-18 0,-1 0-3 16</inkml:trace>
  <inkml:trace contextRef="#ctx0" brushRef="#br0" timeOffset="-91333.758">20428 4075 1337 0,'0'0'56'16,"0"0"-44"0,0 0 92-16,0 0 20 0,0 0 3 0,0 0 1 15,0 0 0-15,0 0 0 0,0 0 0 0,0 0 0 16,3-3-52-16,0 1-9 0,-3-4-3 0,3 4 0 15,0-6 0-15,-3 2 0 0,3 1 0 0,0 0 0 16,-3 0-26-16,3-3-6 0,0 0 0 0,-3 0-1 16,3 0-9-16,0-3-2 0,0-2 0 0,0 2 0 15,0-2-5-15,0-3-2 0,0 3 0 0,0-3 0 16,0 0-2-16,-1 0-1 0,1 3 0 0,0 0 0 16,0 0-1-16,0 2 0 0,0 3 0 0,0 0 0 0,0 0-9 0,-3 3 0 15,3 0 0-15,0 5 0 0,-3 0 0 0,0 0 0 0,0 0 0 16,0 0 0-16,0 0 0 0,3 8 0 0,-3 2 0 15,3-2 0-15,0 3-12 0,0 2 12 0,0 0-10 0,-3 3 10 16,3 0-20-16,0-3 3 0,0 3 0 0,0 0 0 16,0 0-7-16,0-3 0 0,0 3-1 0,-3 2 0 31,3-7-2-31,0 0 0 0,0 5 0 0,0-6 0 0,0-2 0 0,0 3 0 16,0-3 0-16,0-1 0 0,0-1-13 0,0 2-2 0,0 0-1 15,0-6 0-15,0 4 35 0,-3-6 8 0,6 0 0 0,-6 0 0 16,6 0 49-16,0 0 12 0,-3 0 3 0,-3 0 0 15,5-6-52-15,1 4-12 0,-3-4 0 0,0 1 0 16,3 0 54-16,-3 2 8 0,0-5 2 0,0 6 0 16,0-6-52-16,3 0-12 0,-3 0 0 0,0-3 0 15,3 3 0-15,-3-5 0 0,0 0 0 0,3 0 0 16,-3-3 45-16,3 2 7 0,0-4 0 0,0-1 1 16,0-2-42-16,0 0-11 0,0 0 0 0,0-3 0 15,0 3 0-15,0 2 0 0,0 1 0 0,-1-1 0 16,-2 6-12-16,0-3-4 0,0 6 0 0,0-1-1 15,-3 0-32-15,3 1-7 0,-3 2 0 0,0 3-1 16,0-3-167-16,0 0-34 0</inkml:trace>
  <inkml:trace contextRef="#ctx0" brushRef="#br0" timeOffset="-91046.993">20383 3614 1948 0,'0'0'40'0,"0"0"11"0,0 0-41 0,3-2-10 0,0 2 0 0,3-6 0 15,0 6 110-15,0-2 20 0,3 2 4 0,0 0 1 16,0-5-35-16,3 2-8 0,0 0 0 0,0-2-1 15,2 2-35-15,1 1-6 0,0 2-2 0,0-6 0 16,3 4-31-16,-3 2-6 0,3-6-2 0,3 4 0 16,-1 2-9-16,4-5 0 0,3 2 0 0,3 0 0 15,0 1-105-15,-4-1-20 0,4 0-4 0</inkml:trace>
  <inkml:trace contextRef="#ctx0" brushRef="#br0" timeOffset="-79604.105">17046 6641 1257 0,'0'0'26'0,"0"0"6"0,0 0-32 0,0 0 0 0,0 0 0 0,0 0 0 16,0 0 61-16,0 0 6 0,0 0 1 0,0 0 0 15,0 0-2-15,0 0 0 0,0 0 0 0,0 0 0 16,0 0-1-16,0 0 0 0,0 0 0 0,0 0 0 15,0 0-12-15,0 0-2 0,0 0-1 0,0 0 0 16,0 0 0-16,0 0 0 0,0 0 0 0,0 0 0 16,0 0-1-16,0 0 0 0,0 0 0 0,0 0 0 15,-3-5-9-15,3 5-3 0,0 0 0 0,0 0 0 16,0 0-13-16,0 0-4 0,0 0 0 0,0 0 0 16,0 0 36-16,0 0 6 0,0 0 2 0,0 0 0 15,0 0-64-15,0 0-12 0,0 0-2 0,0 0-1 16,0 0 15-16,0 0 12 0,0 0-3 0,0 0 0 15,0 0-9-15,0 0 10 0,0 5-10 0,0 3 10 16,0-2-10-16,0 2 8 0,0 0-8 0,0 2 8 16,0 1-8-16,0-1 0 0,3-2 0 0,-3 3 0 15,0-1 0-15,0 1 0 0,3 0 0 0,-3-1 0 16,0 1 0-16,0-3 0 0,3 2 0 0,-3-2 0 0,0 3 0 16,0-3 0-16,0 0 0 0,0 2 0 0,0-2 0 15,0 3 0-15,3-3 0 0,-3 2 0 16,0-2 0-16,3 3 0 0,-3-3 0 0,0 2 0 15,3 1 0-15,-3-3 0 0,0 2 0 0,3 1 0 16,-3 2 0-16,0-2 8 0,3 2-8 0,-3 3 0 16,0-3 0-16,3 3 0 0,-3-3-9 0,0 3 9 0,3 0 0 0,-3-3 0 0,3 1 0 15,-3 1 0-15,3-1 0 0,-3-1 0 0,3-3 0 0,-3 4 0 16,0-4 0-16,3 1 0 0,-3-1 0 0,0 1 0 16,0 0 0-16,0-3 0 0,0-1 0 0,0 4 0 15,0-3 0-15,0 3 0 0,0-4 0 0,0 1 0 16,0 0 0-16,0 0 0 0,0 0 0 15,0 0 0-15,0 0 0 0,0 0 0 0,0 0 0 0,0 0 0 16,0 3 0-16,-3-1 0 0,3 1 0 0,0-1 0 16,-3 1 0-16,3-1 0 0,0 1 0 0,-3 0 0 15,3 2 0-15,0-3 0 0,-3 1 0 0,3 0 0 16,0-1 0-16,0 1 0 0,0-1 0 0,0 4 0 16,0-6 0-16,0 2 0 0,0-2 0 0,0 3 0 15,0-3 0-15,0-1 0 0,0 4 0 0,0-3 0 16,0-3 0-16,0 3 0 0,0-2 0 0,0 1 0 15,0-1 0-15,0-1 0 0,0 0 0 0,0 1 0 16,3-1 0-16,-3 0 0 0,0 1 0 0,0-1 0 16,0 3 0-16,0-3 0 0,0 0 0 0,0 1 0 15,0-1 0-15,0 0 0 0,0 1 0 0,0-1 0 16,0 3 0-16,0-3 0 0,0 0 0 0,0-5 0 16,0 8 0-16,0 0 0 0,0-3 0 0,0 1 0 0,0 2 44 15,0-3 16-15,0 0 4 0,0 3 0 0,0-2-64 0,0 1-28 16,0-1 3-16,0 2 0 15,0 0 25-15,0 0 0 0,0 0 0 0,0-1 0 0,3 1 0 0,-3 0 0 16,0 0 0-16,0 3 0 0,0-3 15 0,0-3 8 0,0 3 1 16,0 0 1-16,0-3-25 0,0 1 0 0,0 1 0 0,0-1 0 15,3-1 0-15,-3 0 0 16,0 1 0-16,3-1 0 0,-3-5-15 0,0 5-8 0,0-5-1 16,0 6-1-16,0-6 40 0,0 0 8 0,0 0 1 0,0 0 1 31,0 0-51-31,0 0-10 0,0 0-3 0,6 0 0 0,0-6-85 15,0 1-18-15,0-3-3 0</inkml:trace>
  <inkml:trace contextRef="#ctx0" brushRef="#br0" timeOffset="-77518.664">17713 8298 1554 0,'0'-5'32'0,"0"-1"8"0,0 1-32 0,-3-3-8 0,0 3 0 0,3-1 0 15,-3-1 81-15,0 1 15 0,0-2 4 0,0 3 0 16,0-3-24-16,0 3-5 0,0-3-1 0,0 3 0 16,0-3-12-16,-2 2-2 0,2 1-1 0,0 0 0 15,0-3-12-15,-3 2-3 0,3 4 0 16,-3-3 0-16,0-3-3 0,0 5-1 0,0-2 0 0,-3-1 0 15,0 1 3-15,0 2 0 0,0-2 0 0,0 3 0 16,-3-4-15-16,3 4-2 0,0-4-1 0,-2 4 0 16,-1-4-6-16,0 4-2 0,0-1 0 0,-3-2 0 15,3 2 0-15,0-2 0 0,0 2 0 0,0-2 0 16,0 2 1-16,1-2 0 0,-1 2 0 0,0-2 0 16,0 2-6-16,0-2 0 0,3 2-8 0,-3 1 12 15,0-4-12-15,-3 4 9 0,3-1-9 0,-3 1 8 16,-2-1 0-16,2 0 0 0,-3 3 0 0,-3-2 0 15,3 2-8-15,0 0 0 0,-3-3 0 0,4 3 0 16,-4 3-19-16,3-3-9 0,0 0-1 0,0 2-1 16,0 1 30-16,3 0 0 0,1-3 0 0,-1 5 0 15,0-3 0-15,0 1 0 0,3 0 0 0,-3-1 0 16,0 4 0-16,0-1 0 0,0 0 0 0,1 1 0 16,-1-1 0-16,-3-2 0 0,0 2 0 0,0-3 0 15,0 4 0-15,0-4 0 0,1 4 0 0,-4-4 0 16,0 4 0-16,3-1 0 0,0 0 0 0,0 1 0 0,0 1 18 15,4-1 10-15,-4 2 1 0,3 0 1 16,0 0-48-16,3-1-10 0,0 4-1 0,3 0-1 16,-3-3 47-16,0 2 10 0,3 1 1 0,-2-1 1 15,2 1-29-15,-3 2 0 0,0-2 0 0,0 2 0 0,3 0 0 0,-3 0 0 16,0 1 0-16,0-1 0 0,3 3 0 0,0-3 0 16,0 0 0-16,1-2 0 0,-1 2 0 0,0-2 0 0,0-1 0 0,3 3 0 15,-3-2 0-15,0 0 0 0,3-1 0 0,0 1 0 16,0-1-8-16,3 1 8 0,-3 0 0 15,3-1 0-15,-3 1-8 0,3-1 8 16,0 1 0-16,0 2 0 0,0 0 0 0,0 1 0 0,0 1 0 0,3 1 0 16,-3 0 0-16,3 3-8 0,0-3 8 0,0 5 0 15,0-5 0-15,0 0 0 0,0-1 0 0,3 1 0 16,-3-3 0-16,3 1 0 0,-3-1 0 0,3 0 0 16,0-2 0-16,0 2 0 0,3-2 0 0,-3 2 0 15,3-3-10-15,0 1 10 0,0 0-8 0,0-1 8 16,3 1 0-16,0-3-8 0,-3 2 8 0,3 1 0 15,0-3 0-15,3 2-8 0,-3 1 8 0,2 0 0 16,-2-1 0-16,3 3 0 0,0-2 0 0,0 0-8 16,0 2 8-16,0-3 0 0,-3 4 0 0,3-4 0 15,-3 3 0-15,3-2 0 0,-4 0 0 0,4-1-8 16,0 3 8-16,0-2 0 0,0 0 0 0,3-1 0 16,0 1-11-16,0-1 11 0,0-2-13 0,2 3 5 15,4-3 8-15,0 0 0 0,0-3 0 0,0 0 0 0,0 3 0 16,0-3 9-16,-1 3-1 0,1-2-8 15,-3-1 0-15,3 0 0 0,-3-2 0 0,0 2 0 0,-4-2 0 16,1 0 0-16,0-1 0 0,0 1 0 0,0-1 0 16,0 1 0-16,0 0-11 0,0-3 11 0,3 2 0 0,-1-2 0 0,1 0 0 15,0 3 0-15,3-3 0 0,-3 3 0 16,3-3 0-16,-4 0 0 0,4 2 0 0,-3-2 0 0,3 0 8 16,-3 0-8-16,0 0 0 0,0 0 0 0,-1 0-8 0,1 0 8 15,-3 0 0-15,0 3 0 0,0-3 0 16,0 0 0-1,0 0 0-15,0 0 0 0,2-3 0 0,1 3 0 0,0 0 0 0,0-2 0 0,3 2 0 16,-3-3 0-16,3 0 0 0,-4 1 0 0,4-1 0 0,-3 0 0 16,3 1 0-16,0-1 0 0,-3-2 0 0,3 2 0 15,-4-2 0-15,-2 2 0 0,0-2 0 0,3 2 0 16,-3-2 0-16,-3 0 0 0,3-1 0 0,0 1 0 16,-1 0 0-16,-2 0 0 0,3-3 0 0,0 0 0 15,0 0 0-15,0 0 0 0,0 0 0 0,0-3 0 16,0 3 0-16,-1-2 0 0,1-1 0 0,0 1 0 15,0-1 0-15,-3 0 0 0,3-2 0 0,-3 3 0 16,3-4 0-16,-3 4 0 0,-1-3 10 0,1 2-2 16,0-2-8-16,-3 2 0 0,3-2 0 0,-3 2 0 15,0-2 0-15,0 3 8 0,0-1-8 0,-3-2 0 16,3 2 8-16,-3-2-8 0,0 0 10 0,3 2-10 16,-4 1 0-16,-2-1-18 0,3 0 2 0,0 1 1 15,-3-3 39-15,0 2 8 0,3 0 2 0,-3 1 0 16,0-3-3-16,-3 2-1 0,3-2 0 0,-3 0 0 15,3-1-30-15,-3 1 0 0,0 0 0 0,0-3 0 16,0 3 0-16,0 0 0 0,0-3 0 0,0 2 0 16,-3 1 0-16,3 0 0 0,-3 0 0 0,0-1 0 15,3 4 0-15,-3-1 0 0,0 1 0 0,0-1 0 0,0 1 17 0,0 2-2 16,0-3-1-16,0 3 0 0,0-2-22 0,0 2-5 0,0-3-1 0,1 3 0 16,-1 0 31-16,-3 0 7 0,3 0 0 0,0 0 1 15,0 0-25-15,0 3 8 0,-3-3-8 0,3 0 0 31,-3 0-16-31,0 3-9 0,0 0-2 0,0-1 0 0,0-2 27 0,0 1 0 0,0 1 0 16,-3-2 0-16,0 0 0 0,3 3 0 0,-3-3 0 0,0 0 0 16,0 3 0-16,1-3 0 0,-1 0 0 0,-3 0 0 15,3-3 0-15,-3 4 0 0,0-4 0 0,0 3 0 16,0 0 20-16,0 3 10 0,-3-3 2 0,0 0 0 16,4 3 0-16,-4-1 0 0,3 1 0 0,-3 2 0 15,0 1-77 1,3-1-15-16,-3 0-4 0,-3 1 0 0,6-1 52 0,-2 3 12 0,2-2 0 0,-3 2 0 15,3-3 0-15,-3 0 0 0,-3 1 0 0,3-1 0 16,-3-2 0-16,1 2 0 0,-1 0 0 0,-3 1 0 16,3-1 0-16,0 3 0 0,0-3 0 0,3 3 0 15,-2-2 0-15,2 2 0 0,3 0 0 0,-3-3 0 16,6 3-54-16,-3 0-8 0,3 0-2 0,0 0 0 16,0-3-51-16,3 3-10 0,3 0-3 0</inkml:trace>
  <inkml:trace contextRef="#ctx0" brushRef="#br0" timeOffset="-76811.992">16889 7750 1773 0,'0'0'36'0,"0"0"11"0,0 0-38 15,0 0-9-15,0 0 0 0,0 0 0 16,0 0 105-16,0 0 19 0,0 0 4 0,0 0 1 15,0 0-34-15,0 0-7 0,0 0-2 0,0 0 0 16,0 0-28-16,0 0-6 0,0 0 0 0,0 0-1 16,0 0-20-16,0 0-4 0,0 0-1 0,0 0 0 15,3 0-13-15,3 3-2 0,0-3-1 0,-3 2 0 0,3 1-10 0,-1 0 0 16,1 2 9-16,-3 0-9 0,3-2 0 0,0 5 0 0,0-3 0 0,-3 3 0 16,3 0 0-16,0 0 0 0,0 3 0 0,0-1 0 15,0 3 0-15,3-2 0 0,-3 2 0 0,3 3 8 16,-3-3-8-16,3 1 0 0,0-4 0 0,-3 6 0 15,3-5 23-15,-1-1 3 16,1 1 1-16,0-1 0 0,0-2-27 0,0 0 0 0,0-3 0 0,0 3 0 16,-3-2-19-1,3-4-9-15,-3 4-1 0,0-4-1 0,-3-2 30 0,-3 0 0 0,6 3 0 0,0 0 0 16,-6-3 0-16,6 0 0 0,-3 0 0 0,-3 0 0 16,6-3 12-16,0 0-2 0,-1 1 0 0,-2-4 0 15,3 4 7-15,0-6 2 0,0 2 0 0,0-1 0 16,0-1-7-16,0-6-2 0,0 1 0 0,0 3 0 15,3-6-10-15,-3 2 0 0,3-1 9 0,0-1-9 16,0 2 0-16,-3 1 0 0,3 0 0 0,0 0 8 16,0 0-29-16,-4 2-6 0,7 0-1 0</inkml:trace>
  <inkml:trace contextRef="#ctx0" brushRef="#br0" timeOffset="-73767.872">17323 7261 1482 0,'0'0'42'0,"0"0"9"0,0 0-41 0,0 0-10 0,3 5 0 0,-3-5 0 16,0 0 68-16,0 0 12 0,0 0 3 0,0 0 0 15,0 0 1-15,0 0 0 0,0 0 0 0,0 0 0 16,0 0-23-16,0 0-4 0,3 5-1 0,-3-5 0 16,0 0-12-16,0 0-4 0,0 0 0 0,0 0 0 15,0 0-22-15,0 0-5 0,0 0-1 0,0 0 0 16,3-5 33-16,0 0 7 0,0-1 0 0,-3 1 1 15,3 0-33-15,0-3-6 0,-3 3-2 0,0-6 0 16,3 3 1-16,-3 0 0 0,3-3 0 0,-3 1 0 16,3-1 5-16,-3 1 1 0,3-1 0 0,-3 1 0 15,0-1 9-15,3 3 3 0,-3-3 0 0,0 1 0 16,3 5-31-16,-3-3 0 0,3 2 0 0,-3 6 0 16,0 0 0-16,0 0 0 0,0 0 0 0,0 0 0 15,0 0 0-15,0 0 0 0,0 0 0 0,3 6 0 16,3-1 0-16,-3 3 0 0,0 2 0 0,3 1 0 15,-3 0 0-15,3 2 0 0,-3 0 0 0,3 0 0 0,0-2 0 0,0 2 0 16,0-2 0-16,-1-1 0 16,4 1-45-16,0-3-15 0,0 0-4 0,0 0 0 0,0 0 52 0,3-3 12 0,-3 0 0 15,0 0 0-15,0-2 0 0,3-3 0 0,0 3 0 0,-3-1 0 16,-1-2 0-16,4 0 0 0,-6 0 0 0,3-2 0 16,0-1 0-16,0 3 0 0,0-3 0 0,-3-2 0 15,0 3 48-15,3-4 13 0,-3-2 3 0,-3 3 0 16,3 0-52-16,-3-3-12 0,0 3 0 0,3-3 0 15,-3 0 0-15,-3 0 0 0,3-3 0 0,0 1 0 16,-3-1 0-16,3-2 0 0,0-3 0 0,-3 5 0 16,3-2 0-16,0 0 0 0,-3 0 0 0,3-1 0 15,-3 4 0-15,2 2 0 0,-2 0 0 0,0 3 0 16,3-1 0-16,0 4 0 0,-3 2 0 0,3-3 0 16,-3 3-151-16,6 3-33 15,0-3-6-15</inkml:trace>
  <inkml:trace contextRef="#ctx0" brushRef="#br0" timeOffset="-73060.481">18234 8054 1789 0,'0'0'37'0,"0"0"9"0,0 0-37 0,0 0-9 0,0 0 0 0,0 0 0 32,0 0 112-32,0 0 20 0,0 0 4 0,0 0 0 0,0 0-57 0,0 0-12 0,0 0-3 0,0 0 0 15,0 0 0-15,0 0 0 0,0 0 0 0,0 0 0 16,3 6-51-16,-3-1-13 16,0 3 0-16,3 0 0 0,-3 0 0 0,0 2 0 0,0 1 0 0,0 0 0 15,-3 2 0-15,3 3 0 0,0-3 0 0,-3 3 0 16,3 2 0-16,0 1 0 0,-3-1 0 0,3 1 0 15,0-3 0-15,0 2 0 0,0-2 0 16,0 0 0-16,3-3 0 0,-3-2 0 0,3-1 0 0,-3 1 0 16,3-6-100-1,0 1-22-15,3-1-5 0</inkml:trace>
  <inkml:trace contextRef="#ctx0" brushRef="#br0" timeOffset="-72674.211">18541 8129 1824 0,'0'-16'38'0,"0"10"8"16,-3 1-37-16,3 0-9 0,-3-1 0 0,3 6 0 16,0 0 104-16,-3-2 20 0,3 2 3 0,0 0 1 15,-6-3 0-15,6 3 0 0,-6 3 0 0,0-1 0 16,0 1-103-16,0 2-25 0,0 1 0 0,0 2 0 0,0-3 0 0,0 3 0 0,0 2 0 0,0 1 0 31,0 0 10-31,0 2-10 0,0 0 12 0,1 0-12 16,2 1 0-16,0-1 0 0,0 3 0 0,0-3 0 0,3 0-9 15,0 0-3-15,0-2 0 0,0 2 0 0,3-2 0 0,-3-3-1 16,3 0 0-16,3 0 0 0,-4-3 27 0,4-3 6 0,0 4 0 16,3-6 1-16,-3 2-21 0,3-4 0 0,-3 2 0 15,0-3 0-15,3-2 0 0,-3 0 0 16,3-3 0-16,-3 0 0 0,-3 0 0 0,3-3 0 16,0-2 0-16,-3 2 0 0,0-2 56 0,0 0 6 0,3-3 2 15,-6 3 0-15,3 0-52 0,-3-1-12 16,3 1 0-16,-3 0 0 0,0 2 0 0,-3 1 0 0,3-1 0 0,-3 1 0 15,3 2 0-15,-3-3 0 0,0 3 0 0,-3 0 0 16,3 3 29-16,0 0 3 0,-3-1 1 0,3 1 0 16,3 5-63-16,0 0-13 15,-3-3-2-15,3 3-1 0,0 0-169 0,0 0-33 0</inkml:trace>
  <inkml:trace contextRef="#ctx0" brushRef="#br0" timeOffset="-72293.546">18847 8126 2066 0,'6'-5'43'0,"0"2"10"15,-3-2-42-15,3-1-11 0,-3 1 0 0,3 2 0 0,-3-2 104 0,-3 2 20 0,3-2 3 16,-3 5 1-16,0 0-52 0,0 0-9 0,0 0-3 0,0 0 0 31,0 0 0-31,0 0 0 0,-6-2 0 0,0 2 0 0,-3 2-51 0,0 1-13 0,0-3 0 0,-3 5 0 16,1 0 0-1,-4 1 0-15,3-1 0 0,-3 3 0 0,6 0 20 0,-3 2 0 0,3-2 1 0,0 6 0 16,0-1-21-16,3 0-8 0,3 3 0 0,0 0 0 16,0-3-4-16,3 3-1 0,3 0 0 15,0 0 0-15,3-3 13 0,0 0 0 0,0 0 0 0,3-2-9 16,3-3 9-16,0 0-12 0,0 0 12 0,0-3-12 15,0 0 12-15,0-2 11 0,-1 2-3 16,1-5 0-16,0 3-8 0,-3-3 0 0,3 0 0 16,0 0 0-16,-3-3 0 0,0 3 0 0,-3 0 0 15,3-5 0-15,-3 2-49 16,0 1-12-16,0-4-3 0</inkml:trace>
  <inkml:trace contextRef="#ctx0" brushRef="#br0" timeOffset="-71442.604">17383 7038 1554 0,'0'0'32'0,"0"0"8"0,0 0-32 16,0 0-8-16,0 0 0 0,0 0 0 16,0 0 109-16,0 0 21 0,0 0 4 0,0 0 1 0,0 0-57 0,0 0-11 0,-3 6-3 0,3 2 0 15,-3-3-13-15,0 3-3 0,3 0-1 0,-3 0 0 16,3 0-24-16,-3 0-5 0,3 2-1 0,-3-2 0 15,3 3-17-15,-3-1 0 0,3 1 0 0,-3 2 0 16,3-2 0-16,-3-1 0 0,3 1 0 0,-3-1 0 16,3 1 15-16,0 2-1 0,-3-5 0 0,3 3 0 15,0-1-22-15,-3 1-5 0,3-3-1 0,0 2 0 16,-3-2 23-16,3 0 5 0,0 0 1 16,0 0 0-16,0 0-15 0,0-3 0 0,0 3 0 15,0-2 0-15,0-6 0 0,0 5 0 0,0-5 0 16,0 0 0-16,0 5 0 0,0-5 0 0,0 0 8 0,0 0-8 15,0 0 0-15,0 0 0 0,0 0 0 0,0 0 0 16,0 0 0-16,0 0-10 0,0 0 2 0,0 0 0 16,0 0-45-16,0 0-9 0,3-2-2 0</inkml:trace>
  <inkml:trace contextRef="#ctx0" brushRef="#br0" timeOffset="-67852.78">16755 8552 1444 0,'3'-5'60'0,"0"-1"-48"16,-3 4 122-16,3-4 24 0,-3 1 5 0,3 2 1 15,-3 3-36-15,0-5-8 0,0 0 0 0,0 5-1 16,0 0-46-16,0-5-9 0,0 5-1 0,-3-6-1 16,3 6-11-16,-3-2-3 0,-3-1 0 0,0 0 0 15,0 1-21-15,0-1-5 0,0 3-1 0,-3 0 0 16,0 0-6-16,0 0-2 15,0 3 0-15,-3-1 0 0,0 4-13 0,1-4-8 0,-1 4 8 16,0-4-13-16,0 3 23 0,3 1 5 0,0-1 1 0,0 3 0 16,3-3-16-16,0 3 0 0,0-2 0 0,3 1 0 15,0 1-9-15,0-2 9 0,3 2 0 0,0 0-9 16,0-1 9-16,3 1-12 0,0 0 12 0,3 0-12 16,0 0 12-16,3 0-10 0,0 0 10 0,3 0-10 15,0 0 10-15,0-3 0 0,0 3 0 0,2 0 0 16,-2 0 0-16,3-3 0 0,-3 1 0 0,0 2 0 15,-3-3 0-15,0 0 0 0,0 1 0 16,-3-1 0-16,-3 0 0 0,3 0 0 0,-3 1 0 0,-3-1 0 16,0 0 0-16,-3 1 0 0,0-1 0 0,-3 0 0 15,0 0 0-15,0 1 0 0,-3-1 0 0,0-2 0 16,0 5 0-16,0-3 0 0,0-2 0 0,-3 2 0 16,3-3 0-16,-3 1 0 0,4 0 0 0,-1-1-8 15,0 1 8-15,3 0-12 0,-3-3 12 0,3 0-12 16,6 0-34-16,0 0-7 0,-6 0-2 0,6 0 0 15,0 0-109-15,0 0-23 0,0 0-4 0</inkml:trace>
  <inkml:trace contextRef="#ctx0" brushRef="#br0" timeOffset="-67087.341">16892 8835 1645 0,'0'0'69'16,"0"0"-55"-1,0 0 78-15,0 0 15 0,0 0 3 0,0 0 1 16,0 0 13-16,0 0 4 0,0 0 0 0,0 0 0 16,3 3-52-16,3-3-9 0,0 2-3 0,0 1 0 0,-1-3-51 0,1 3-13 15,0-3 0-15,3 0 0 16,-3 2 0-16,3-2 0 0,-3 0 0 0,3-2 0 15,3 2 0-15,0 0 0 0,0-3 0 0,3 0 0 16,0 1-202-16,2 2-43 0</inkml:trace>
  <inkml:trace contextRef="#ctx0" brushRef="#br0" timeOffset="-64758.892">16927 8602 1337 0,'-6'-3'56'0,"3"1"-44"15,1-1 84-15,-4 3 16 0,6 0 4 0,-3-2 1 16,-3-1-33-16,6 3-8 0,-3-3 0 0,3 3-1 15,0 0-9-15,0 0-2 0,-3-2 0 0,3 2 0 32,0 0 5-32,0 0 1 0,0 0 0 0,0 0 0 0,0 0-10 0,0 0-1 0,0 0-1 0,0 0 0 15,0 0-58-15,3 2 0 0,3-2-15 0,0 0 3 16,0 0 28-16,2 3 4 0,-2-3 2 0,0 0 0 16,3 3-7-16,-3-3-2 0,0 0 0 0,3 2 0 15,-3-2-13-15,0 0 8 0,0 3-8 0,0-1 0 16,0-2 0-16,0 3 0 0,0-3 0 0,-6 0 0 15,3 5 8-15,3 1-8 0,-6-6 0 0,3 5 9 16,0 0-9-16,0 1 0 0,0 2 9 0,-3-1-9 16,3 1 8-16,-3 0-8 0,3 3 10 0,-3 0-10 15,0-1 8-15,3 1-8 0,-3 2 0 0,0 0 9 16,0 0-9-16,3 1 0 0,-3-1 0 0,0-3 0 16,0 4 0-16,0-1 0 0,0 0 0 0,0-2 0 15,-3 2 18-15,3-2 5 0,-3-1 1 0,3 1 0 16,-3-1-55-16,0 1-10 15,3 2-3-15,-3-2 0 0,0-1 20 0,0 1 3 0,0-1 1 0,0 1 0 16,3-3 20-16,-3 3 0 0,0-1 0 0,3-2 0 16,-3 3 0-16,0-3 0 0,3 2 0 0,-3-2 0 15,3 3-56-15,-3-3-6 0,3 0-2 0,0-1 0 16,-3 1 0-16,3-2 0 0,0-1 0 0,0 0 0 16,0-5 0-16,0 6 0 0,0-6 0 0,0 0 0 15,0 0-102-15,-6 2-21 0</inkml:trace>
  <inkml:trace contextRef="#ctx0" brushRef="#br0" timeOffset="-64528.31">16930 8896 1814 0,'0'0'52'0,"0"0"10"0,0 0-50 0,0 0-12 0,0 0 0 0,0 0 0 16,0 0 92-16,0 0 16 0,0 0 4 0,0 0 0 16,0 0-52-16,0 0-11 0,3-3-1 0,3 1-1 15,0-1-31-15,0 0-7 0,0 1-1 0,0-1 0 16,3 0-42-16,0 1-9 0,0-1-1 0</inkml:trace>
  <inkml:trace contextRef="#ctx0" brushRef="#br0" timeOffset="-64141.212">17288 8660 1606 0,'0'0'33'0,"-6"6"9"0,0-4-34 0,0 1-8 0,3 0 0 15,-3 2 0-15,0-2 86 0,6-3 15 0,-3 5 3 0,0-3 1 16,0 4-20-16,3-6-4 0,-3 5-1 0,0 0 0 16,3-5-12-16,-3 6-4 0,3-6 0 0,0 0 0 15,0 5 3-15,0-5 0 0,0 0 0 0,0 0 0 16,0 0-5-16,0 0-1 0,0 0 0 0,0 0 0 15,0 0-49-15,0 0-12 0,0 0 0 0,0 0 0 16,0 0 41-16,0 0 6 0,0 0 1 0,0 0 0 16,0 0-26-16,0 0-5 0,0 0-1 0,3-3 0 15,0-2-16-15,0 2 0 0,0-2 0 0,-3 5 0 16,3-3-45-16,-3 3-13 0,3-5-2 0,-3 5-1 16,3-3-110-16,-3 3-21 0,6 0-5 0</inkml:trace>
  <inkml:trace contextRef="#ctx0" brushRef="#br0" timeOffset="-63899.832">17273 8943 1652 0,'-3'11'34'0,"3"-11"9"0,0 5-35 15,0-5-8-15,0 6 0 0,0-6 0 0,0 0 148 0,0 0 27 0,0 0 5 0,0 0 2 16,0 0-55-16,0 0-11 0,0 0-3 0,0 0 0 15,0 0-35-15,0 0-7 0,0 0-2 0,0 0 0 16,0 0-30-16,0 0-7 0,0 0 0 0,0 0-1 16,6 2-18-16,-6-2-3 0,3-2-1 0,-3 2 0 15,3-3-9-15,0 0 0 0,0-2-12 0,0 2 12 32,3-2-104-32,-4 2-14 0,4-2-2 0</inkml:trace>
  <inkml:trace contextRef="#ctx0" brushRef="#br0" timeOffset="-63199.958">17642 8674 2213 0,'0'0'63'0,"0"0"13"0,-3-6-60 0,3 6-16 0,-3-2 0 0,3 2 0 16,-6-6 117-16,0 6 21 0,0-2 4 0,0 2 1 15,0 0-115-15,0 0-28 0,0 2 0 0,0 1 0 16,0 2 57-16,0 1 6 0,0-1 1 0,0 3 0 15,0 0-52-15,0 2-12 0,1 1 0 0,-1 2 0 16,0 0 0-16,3 1-18 0,0-1 4 0,0 0 1 16,0-2 13-16,3 2 0 0,-3-3 0 0,3 1 0 15,3 0 0-15,-3-3-9 0,3 2 9 0,3-2-8 16,0 0-4-16,0-3-1 0,2 3 0 0,1-2 0 16,0-1 1-16,0 0 1 0,3-2 0 0,0 2 0 15,0-2 11-15,0-3-13 0,3 2 5 0,-3-2 8 16,3 0 0-16,-1 0 0 0,1-2 0 0,-3-1 0 15,3 0 0-15,-3-2 0 0,0 0 0 0,0 2 0 16,-3-2 12-16,0 0 6 0,3-1 2 0,-3 1 0 16,-1-3 1-16,-2 3 1 0,3-3 0 0,-3 3 0 15,0-3 5-15,0-3 1 0,-3 3 0 0,0-2 0 16,0-1 10-16,-3-2 2 0,0-1 1 0,-3 4 0 16,3-3-32-16,-3-3-9 0,-3 3 0 0,0-1 0 15,0 1 12-15,0 3-3 0,0-1 0 0,-2 0 0 0,2 3-9 16,-3 0 8-16,0 3-8 0,0 0 8 0,-3 2-8 0,3 1 0 15,-3 2 0-15,0 0 0 16,-3 0-24-16,-3 5-4 0,3 0-1 0,-5 0 0 16,2 6-129-16,-3 0-26 0,0-1-4 0</inkml:trace>
  <inkml:trace contextRef="#ctx0" brushRef="#br0" timeOffset="-53512.091">15659 6120 1219 0,'0'0'52'16,"0"0"-42"-1,0 0 119-15,-3 5 24 0,3-5 5 0,-6 3 1 16,0 2-82-16,1 1-16 0,-1-4-3 0,-3 1-1 16,3 0 5-16,-3-1 1 0,3 1 0 0,-3 0 0 15,0-3-12-15,0 2-3 0,0-2 0 0,-3 3 0 16,3-3 0-16,-6 3-1 0,3-3 0 0,-2 0 0 15,-1 0-5-15,0 0-1 0,0-3 0 0,-3 3 0 16,3-3-41-16,0 3 0 0,-3-2 0 0,1-1 0 0,2-2 12 16,-3-1 1-16,3 1 0 0,-6-3 0 15,3 0-4-15,-3 0-1 0,-2-2 0 0,-1-1 0 0,0 1 4 0,0-4 0 16,-3 1 0-16,4 0 0 0,-1-3 1 16,-3 0 1-16,6-2 0 0,-3-1 0 0,3-2-14 15,4-3 0-15,-4 0 8 0,3-2-8 0,3 2 0 0,0-3 9 16,3 4-9-16,-3-4 8 0,6 6-8 0,-2-3 0 15,-1 0 0-15,3 1 0 0,3-1 0 0,0 0 0 16,0 0 0-16,3-2 0 0,0-1 0 0,0-2 0 0,0 0 0 0,3-3 0 16,0 6 0-16,3-3 0 0,0 2 0 0,0 1 0 15,3-1 0-15,0 4 0 0,0-1 0 0,3 0 0 16,0 0 0-16,0-2 0 0,-1 4 0 0,4-7 0 16,0 3 0-16,0-1 0 0,0 4 0 0,0-6 0 15,3 5 0-15,0 5 8 0,3-7-8 0,-4 5 8 16,4 5-8-16,0-3 0 0,3 6 0 15,0 0 0-15,0 2 9 0,0 3 0 16,-1 0 0-16,1 3 0 0,-3-3-9 0,3 5 0 0,-3-2 0 0,0 2 0 16,0 1 0-16,-4-1 0 0,4 3 0 0,-3 0 0 15,0 0 0-15,0 0-11 0,0 3 3 0,3-1 0 16,-3-2 8-16,2 3 11 0,1 0-3 0,0-1 0 16,0 4-8-16,3-1 0 0,-3-2 0 0,2 5 0 15,-2-3 0-15,0 0 0 0,0 3 0 0,0 0 8 16,-3 3-8-16,3-4 10 0,-3 7-10 0,-1-4 10 15,-2 1-10-15,3 2 8 0,-3-2-8 0,0 2 8 16,0 0-8-16,0 0 8 0,0 3-8 0,0-2 8 16,0 1-8-16,-1-1 8 0,4-1-8 0,-3 5 8 0,3-7-8 0,0 5 0 15,-3-3 9-15,3 0-9 0,0 1-13 16,0-1-7-16,-1 0-2 0,1 0 0 0,-3-2 38 0,3 2 7 16,-3-2 1-16,3 2 1 0,-3 0-17 0,0 0-8 0,0 1 8 15,-3 1-8-15,2-1 0 0,1 2 0 16,-3-1 8-16,0 1-8 0,0 0 0 0,0 0 0 15,0 0 9-15,0 0-9 0,-3-3 0 16,0 3 8-16,3-3-8 0,-3 0 0 16,-3 1 0-16,3-4 9 0,0 1-9 0,-3-1 0 0,0-2 8 0,3 0-8 15,-3 0 0-15,0 0 0 0,-1-3 0 0,1 1 0 0,-3-4-10 16,0-2 10 0,3 6-38-16,-3-6 0 0,0 0 0 0,3 2 0 15,-3-2-119-15,0 0-24 0,6 0-5 0</inkml:trace>
  <inkml:trace contextRef="#ctx0" brushRef="#br0" timeOffset="-52922.428">15892 5522 1792 0,'0'0'51'0,"0"0"10"0,0 0-49 15,0 0-12-15,0 0 0 0,-6-2 0 0,6 2 66 0,0 0 10 0,-3-3 3 0,3 3 0 16,0 0-24-16,0 0-5 0,0 0-1 0,0 0 0 16,0 0 12-16,0 0 3 0,0 0 0 0,0 0 0 15,0 0-52-15,0 0-12 0,6-3 0 0,0 3 0 16,-3 0 54-16,2 0 8 0,1 6 2 0,-3-4 0 16,3 3-64-16,0 1-20 0,3-1 0 0,-3 0 0 15,3 3 20-15,-3-2 0 0,3-1 0 0,0 0 0 16,0 3 8-16,0-5-8 0,0 2 0 0,3 0 0 15,-3 1 0-15,-1-4 0 16,4 1 0-16,-3 0 0 0,0-1 0 0,0-2 8 0,0 3-8 0,0-3 0 16,0 0 0-16,0 0 11 0,-3-3-11 0,0 3 10 15,0-2-1-15,0 2 0 0,0-3 0 0,-3 0 0 16,3 1 9-16,-3-4 2 0,0 4 0 0,0-4 0 16,-1 4 7-16,-2-1 1 0,3-7 1 0,-3 4 0 15,0-2-3-15,3-2-1 0,-3-1 0 0,0 1 0 16,3-4-9-16,-3 1-3 0,0-3 0 0,0 0 0 15,0 0-29-15,3 1-5 0,-3-4-2 0,3 6 0 16,0-6 39-16,-3 6 8 0,3 0 2 0,0 2 0 16,0-2-42-16,0 5-8 0,0-2-1 0,0 2-1 15,0 2-133-15,0-2-26 0,0 3-6 0</inkml:trace>
  <inkml:trace contextRef="#ctx0" brushRef="#br0" timeOffset="-52255.581">14624 4691 2161 0,'-3'-8'61'0,"-3"0"14"0,3 1-60 0,-3-1-15 0,3 0 0 0,0 0 0 15,0 2 77-15,0 1 13 0,0 2 2 0,3 3 1 16,0 0-12-16,0 0-2 0,0 0-1 0,0 0 0 16,0 0-41-16,0 0-8 0,0 0-1 0,0 6-1 15,0 2-19-15,0 0-8 0,0 2 8 0,3 3-8 16,-3 1 0-16,3-1 0 0,3 3 0 0,-3 0 0 15,3-3 0-15,0 3 0 0,0 0 0 0,-4 0 0 16,7-1 0-16,-3-1 0 0,0 2-9 0,3-3 9 16,-3 0-38-1,3 0-1-15,-3 0 0 0,0 1 0 0,0-4 11 0,0 3 1 0,0 1 1 16,-3-4 0-16,0 1-15 0,0 2-3 0,0-8-1 0,-3 3 0 16,3-2-19-16,-3-6-4 0,0 0-1 0,0 0 0 15,0 0-151-15,0 0-31 0</inkml:trace>
  <inkml:trace contextRef="#ctx0" brushRef="#br0" timeOffset="-51953.188">14632 4670 1337 0,'-6'-10'56'0,"1"-4"-44"16,2 4 92-16,-3 4 20 0,3-1 3 0,0-1 1 16,3 2-9-16,0 4-2 0,0 2 0 0,0 0 0 31,3-3-33-31,0 0-8 0,3 1 0 0,-3 2-1 0,5 0-9 0,-2 2-2 0,3-2 0 0,3 3 0 15,0 0-51-15,-3 2-13 0,6-2 0 0,-3 5 0 16,0-1 54-16,3-1 8 0,-3 4 2 0,2 4 0 16,-2-9-52-16,0 5-12 0,0 1 0 0,0 2 0 15,-3-2 0-15,0-1-18 16,3 4 4-16,-6-4 1 0,0 1 21 0,0 5 4 16,-3-8 0-16,0 2 1 0,-3 3-13 0,0-2 0 0,0-3 0 15,0 3 0-15,-3-1-11 0,-3-2-5 0,0 3 0 0,0-3-1 16,0 0-3-16,-3 0-1 0,0-1 0 0,0-1 0 15,-3-1-30 1,0 3-5-16,0-8-2 0,0 3 0 0,-2-1-154 0,-1-2-32 0</inkml:trace>
  <inkml:trace contextRef="#ctx0" brushRef="#br0" timeOffset="-51681.096">14418 4482 1874 0,'0'0'53'0,"0"0"11"0,0 0-51 0,3-8-13 0,3 6 0 0,-3 2 0 16,3-3 88-16,0 0 14 0,0 1 3 0,0 2 1 31,0-3-34-31,3 1-6 0,0-1-2 0,0 0 0 0,0-2 0 0,-1 2 0 0,1 3 0 0,3-8 0 15,0 6-51-15,0-4-13 0,3 1 0 0,0 0 0 16,0-3 0-16,3 3 0 0,-1-1 0 0,4 1 0 31,0 0-155-31,0 2-33 0,0-5-8 0</inkml:trace>
  <inkml:trace contextRef="#ctx0" brushRef="#br0" timeOffset="-51065.483">15007 4726 1507 0,'0'0'31'0,"0"0"9"16,0 0-32-16,0 0-8 0,0 0 0 0,0 0 0 15,0 0 68-15,3-6 12 0,-3 1 2 0,3 0 1 0,0 2 16 16,-3-5 3-16,3 6 1 0,-3-9 0 0,3 6-27 0,-3-3-4 0,0 0-2 16,3 3 0-1,-3-9-41-15,0 4-8 0,0 4-1 0,3-9-1 0,-3 4 36 16,0 0 7-16,3 1 2 0,-3-3 0 15,0 2-52-15,3 3-12 0,-3-2 0 0,0-1 0 0,3 3 0 0,-3 5 0 0,0-7 0 16,3 4 0 0,-3 1 0-16,3 0 0 0,-3 5 0 0,3-3 0 0,-3 3 0 15,3 0 0-15,3 0 0 0,0-5 0 0,-3 5 0 16,3 5 0-16,0-5 0 0,0 0 0 0,0 6 16 0,3-4 1 16,-3 3 0-16,0 1 0 0,3 4-27 0,0-2-6 0,-3-2 0 15,2 2-1-15,1 2 17 0,0 1 0 0,0-3 0 0,0 2 0 16,0 3-11-16,3-7 2 0,-6 2 0 0,3 0 0 15,-3 0 9-15,3-1 0 0,-3-1 0 0,0-1-8 16,0-2 8-16,0 2 0 0,-3-5 0 0,3 3 0 16,-4-3 0-16,-2 0 0 0,3 0 0 0,3-3 0 15,-6 3 12-15,3-3-3 0,0-2 0 0,-3 0 0 16,3 2 35-16,-3-5 8 0,0 6 0 0,0-9 1 16,0 3-33-16,0 0-8 0,0 0 0 0,3-2-1 15,-3-1 22-15,0 0 5 0,0-4 1 0,0 4 0 16,0 0-11-16,0-5-3 0,0 6 0 0,0-1 0 15,3-5-71-15,-3 3-14 0,0 0-4 0,3 0 0 16,-3 2 36-16,0 1 8 0,3 2 0 0,-3-3 1 16,0 3-174-16,-3 0-35 0,3 0-8 0</inkml:trace>
  <inkml:trace contextRef="#ctx0" brushRef="#br0" timeOffset="-50769.611">14951 4379 1883 0,'0'0'39'0,"0"0"10"0,-3-5-39 0,3 0-10 0,3-1 0 0,-3 1 0 16,0 0 140-16,3 2 27 0,0-5 5 0,0 3 0 15,0-1-65-15,3 1-14 0,-3 0-2 0,3 0-1 16,0 2-40-16,3-5-8 0,-3 0-2 0,2 0 0 16,-2 0-31-16,6 3-9 0,0-6 0 0,0 3 0 15,3 0 0-15,0 1 0 0,6-1 0 0,-3-3 0 16,2 3 0-16,1 3 0 0,0-3 0 0,3 0-8 16,0 3-127-16,-3-3-25 15,2 0-4-15</inkml:trace>
  <inkml:trace contextRef="#ctx0" brushRef="#br0" timeOffset="-2260.73">16782 9285 1006 0,'0'0'20'0,"0"0"7"0,0 0-27 0,0 0 0 0,0 0 0 0,0 0 0 16,0 0 88-16,0 0 12 0,0 0 2 0,0 0 1 15,0 0-24-15,0 0-5 0,0 0-1 0,0 0 0 16,-6 2-27-16,6-2-6 0,-3 6 0 0,3-6-1 16,-6 5 20-16,6-5 4 0,-3 3 1 0,3-3 0 15,-6 5-20-15,3-2-4 0,3-3-1 0,-6 5 0 16,0-2-4-16,0 2-1 0,3 0 0 0,-3 0 0 15,0 1-14-15,3-4-2 0,-3 4-1 0,0-1 0 16,0 0-7-16,0 1-2 0,0 1 0 0,0-1 0 16,0-1-8-16,0 3 10 0,-3 0-10 0,4 0 10 15,-1 0-10-15,-3 0 0 0,3 0 0 0,0 2 0 0,-3 1 0 16,3-1 8-16,0 1-8 0,-3 0 0 16,3-1 23-16,-3 1-1 0,0 2 0 0,3-2 0 0,-3-1-22 15,0 1 0-15,0 2 0 0,0-2 0 0,-2-1 0 16,2 1-20-16,-3 2 4 0,0 0 1 15,3-2 15-15,-3-1 0 0,0 1 0 0,0 0 0 0,3-1 0 0,-3 1 0 16,0-1 0-16,4 1 0 0,-4-1 0 0,0-2 0 0,0 3 0 0,3 0 0 16,-3-3 0-16,0-1 0 0,3 4 0 0,0 0 0 15,-3-3 12-15,3 2 1 16,0 1 1-16,1-1 0 0,-1 1-14 0,0-1 0 0,0 4 0 0,0-4 0 16,0 4 0-16,3-4 0 0,-3 3 0 0,0 1 0 15,3-1 0-15,0-3 0 0,-3 4 0 0,3-4 0 16,0 1 0-16,0 2 0 0,0-5 0 0,0 3 0 15,0-4 0-15,-2 4 0 0,2-3 0 0,0 3 0 16,-3-3 0-16,3 2 0 0,-3 1 0 0,0-1 0 16,3 1 0-16,-3 2 0 0,0-2 0 0,0-1 0 15,0 1 0-15,0-3 0 0,0 2 0 0,-3 1 0 16,4-3 0-16,-1 0 0 0,0 2 0 0,0 1 0 16,0-3 0-16,0 2 0 0,0 1 0 0,0 0 0 15,3-1 0-15,-3 1 0 0,0-1 0 0,0 1 0 16,0 2 0-16,3-2 0 0,0-1 0 0,1-2 0 15,-1 3 0-15,0-1 0 0,0-2 0 0,0 0 0 16,3 0 15-16,0 0 0 0,-3 0 0 0,3 0 0 16,-3-3-15-16,3 1 9 0,0-1-9 0,-3 0 8 15,3 1-8-15,0-1 0 0,3-5 0 0,-3 5 0 16,0-2-13-16,3-3-5 0,-6 5-1 0,6-5 0 0,0 0 19 16,0 0 0-16,0 0 0 0,0 0 0 15,0 0-106-15,0 0-18 0,0 0-3 0</inkml:trace>
  <inkml:trace contextRef="#ctx0" brushRef="#br0" timeOffset="-1370.05">15725 9856 1348 0,'0'0'28'0,"0"0"7"0,0 0-35 0,0 0 0 0,0 0 0 0,0 0 0 16,0 0 87-16,0 0 10 0,0 0 3 0,0 0 0 15,3-2-12-15,0-1-1 0,0-2-1 0,0-1 0 16,0 1-19-16,0-3-4 0,0 3-1 0,0-3 0 16,0-3-8-16,0 3-2 0,0-5 0 0,0 3 0 15,0-4 24-15,0-1 4 0,2-1 0 0,-2 0 1 16,0-3-65-16,3 3-16 0,-3-2 0 15,0-1 0-15,0 1 0 0,3-1 0 0,-3 1 0 0,0 2 0 16,0 0 39-16,0 3 4 0,0 2 1 16,-3 1 0-16,0-1-20 0,3 3-3 0,-3 3-1 0,0-3 0 15,0 8-11-15,0 0-9 0,0 0 12 0,0 0-12 16,0 0 0-16,0 0 0 0,0 0 0 0,0 0 0 16,3 8 0-16,0 0 0 0,-3 0 0 0,3 2 0 15,0 1 0-15,0-1-11 0,0 1 11 0,0 2-10 16,3-2 10-16,-3 2 0 0,3 0 0 0,0-2 0 15,0 2-47-15,0-2-13 0,3-1-4 0,-3 1 0 16,0-3 44-16,2 2 9 0,1-2 2 0,0-2 0 16,0-1 9-16,0 0 12 0,0 1-2 0,0-4-1 15,0 3-9-15,0-2 0 0,0-3 0 0,-3 3 0 16,3-3 0-16,0 0 0 0,-3 0 0 0,3-3 0 16,-4 0 0-16,1-2 0 0,3 3 0 0,-3-4 0 0,3 1 0 0,-3-3 0 15,0 3 0-15,-3-3 0 0,3-3 0 16,-3 3 0-16,3-5 0 0,-3 2 0 15,3-2 53-15,-3-3 9 0,0 0 2 0,3 1 0 0,-3-1-52 0,0-3-12 0,0 3 0 0,0 0 0 16,0 1 0-16,0-1 0 16,0 2 0-16,0 1 0 0,-3 0 0 0,3 2 0 15,0 1 0-15,-3 2 0 0,3-3 0 16,-3 3 0-16,3 0 0 0,0 0 0 0,0 3 18 0,-3 0 1 16,3-3 0-16,-3 5 0 0,0 3-31 0,0 0-5 15,2-2-2-15,-2 2 0 0,0 0-138 16,0 0-28-16,0 0-6 0</inkml:trace>
  <inkml:trace contextRef="#ctx0" brushRef="#br0" timeOffset="445.015">16005 10618 1052 0,'0'0'44'16,"0"0"-35"-1,0 0 104-15,0 0 21 0,0 0 4 0,-3-5 1 16,0 0-60-16,3 5-12 0,0-5-3 0,-3-1 0 16,3 6 35-16,-3-5 6 0,0 0 2 0,-3 2 0 15,3-2-69-15,0 2-14 0,-3-2-2 0,3 2-1 16,-3 0 35-16,3-2 6 0,-3 3 2 0,0-4 0 16,3 4 0-16,-3-4 0 0,0 4 0 0,-3-1 0 15,3-2-52-15,-3 2-12 0,0-2 0 0,1 2 0 16,-1 0 0-16,0 1 0 0,-3-3 0 0,0 2 0 0,3 0 0 15,-3 1 0-15,0-1 0 0,3 0 0 16,-3 1 54-16,3-1 8 0,0 0 2 0,-2 1 0 16,2-1-52-16,-3 0-12 0,3 1 0 0,-3-1 0 0,0 1 0 15,0 2 0-15,0-3 0 0,0 0 0 0,0 3 0 0,-3 0 0 16,4-2 0-16,-1 2 0 0,-3 0 0 0,3 0 0 16,-3 0 0-16,0 0 0 0,0 0 0 0,3 0 0 0,-3 0 0 15,1 0 0-15,-1 2 0 0,0-2 0 0,0 0 0 0,0 0 0 16,0 0 0-16,0 3 0 0,3-3 0 0,-3 3 0 15,1-1 0-15,2 1 0 0,0-3 0 0,-3 2 0 16,0 4 0-16,0-4 0 0,0 1 0 16,-6 0 0-16,6-1 0 0,-2 4 0 0,-1-4 0 0,-3 4 0 15,3-1 0-15,0-3 0 0,-3 4 0 0,4-1 0 16,-4 0 0-16,3 1 0 0,-3-1 0 0,3 3 0 16,0-3 0-16,0 3 0 0,1-3 0 0,-1 6 0 15,0-3 0-15,3 0 0 0,-3 0 0 0,0 0 0 16,0 2 0-16,1 1 0 0,-1-3 0 0,0 5 0 15,0-2 0-15,0 2 0 0,0 0 0 0,-3 0 0 16,4 3 0-16,-1 0 0 0,0 0 0 0,0 0 0 16,3-3 0-16,-3 3 0 0,3-3 0 0,0 3 0 15,4-3 0-15,-1 1 0 0,0-1 0 0,3 0 0 16,0 0 0-16,0 0 0 0,3 1-10 0,-3-1 10 16,3-3 0-16,0 4 0 0,0-4 0 0,3 4 0 15,-3-4 0-15,3 3 0 0,0 1 0 0,0-4 0 0,3 1-8 16,-3-1 8-16,0 4-8 0,3-4 8 15,-3 1 0-15,3-1 0 0,0 4 0 0,0-4 0 0,3 3-8 16,-3-2 8-16,3 0-8 0,0-1 8 0,-3 1 0 0,3-1 0 16,0 1 0-16,0-1 0 0,0 1 0 0,3-3 0 0,-3 3 0 15,3-4 0-15,0 4 0 0,0 0 0 0,0-3 0 0,0 0 0 16,3-1 0-16,0 1-8 0,0 0 8 0,0 0-12 16,3 0 24-16,-4 0 4 0,4 0 0 0,3 0 1 15,0-3-29-15,0 3-7 0,0-2-1 0,0-1 0 16,0 0 20-1,3 3 0-15,-4-3 0 0,7 1 0 0,-3-1 0 0,0 0 0 0,3 1 0 16,-3-1 0-16,0 0 0 0,-1 0 0 0,1-2 0 0,3 2 0 16,-3-2 0-16,3 0 0 0,0-1 0 0,-1 1 0 15,4 0 15-15,0-1 3 0,0 4 1 0,3-4 0 16,-1 3-31-16,-2-2-7 0,3 2-1 0,0-2 0 16,-3 2 20-16,2-2 0 0,-2 0 0 0,0-1 0 15,0 1 12-15,-3-3 7 0,3 3 1 0,2-1 0 16,-2-2-20-16,0 0 0 0,0 0 0 0,0-2 0 15,-1 2-12-15,-2-3-5 0,3 3-2 0,0 0 0 16,-3-3 19-16,0 3 0 0,-1-2 0 0,-2-1 0 16,0 3 16-16,0-3 1 0,-3-2 0 0,3 2 0 15,-6 1-17-15,2-1 0 0,-2 0 0 0,3 1 0 16,0-1 0-16,0-2 0 0,0 2 0 0,-3 1 0 16,3-1 0-16,0 0 0 0,-1 1 0 0,-2-1 0 15,3 0 0-15,0 1 0 0,0-4 0 0,-3 4 0 0,0-1-8 0,3 3-6 16,-3-5-1-16,0 2 0 15,-1 1 15-15,4-1 0 0,-3 0 0 0,-3-2 0 16,3 2 0-16,-3-2 0 0,3 0 0 0,-3 2 0 0,0-2 8 16,0-3-8-16,0 3 0 0,3-1 0 15,-7-2 8-15,4 3-8 0,0-3 0 0,0 3 0 0,-3-3 13 0,3 0-4 16,0 0-1-16,-3 0 0 0,0 0-8 0,3 0 0 16,-3-2 0-16,0 2 0 0,0-3 0 0,3-2 0 0,-3 2 0 15,0-2 0-15,-3 2 0 0,3-2 0 0,0 0 0 0,-4 0 0 16,4 2 0-16,-3-2 0 0,0 2 0 0,0-2 0 15,3 3 0-15,-3-1 0 0,0 0 0 0,-3 1 0 16,3-1 0-16,0 1 0 0,-3 2 0 0,3 0 0 16,-3-3 53-16,0 3 9 0,3 0 2 0,-3-2 0 15,0-1-52-15,0 3-12 0,3-2 0 0,-3-1 0 16,0 3 0-16,0-3-8 0,0 1 8 0,-3-1-13 16,3-2 13-16,0 3 0 0,-3-1 9 0,3 0-9 15,-3 1 8-15,0-1-8 0,0 1 0 0,0-1 0 16,0 0 0-16,0 1 0 0,0-1 0 0,0 1 0 15,0-1 0-15,-3 1 0 0,3-1 0 0,-2 3 0 16,2-3 0-16,-3 1 0 0,3 2 0 0,-3-3 0 16,0 1 0-16,0 2 0 0,0-3 0 0,0 1 0 15,0 2 0-15,3 0 0 0,-3 0 0 0,0 2 0 16,0-1 0-16,0-1 0 0,0 2 0 0,0 1 0 16,0 0 0-16,0-3 0 0,0 3 0 0,0-1 0 15,0 1 0-15,0 0 0 0,1 2 0 0,-4-2 0 16,0 2 0-16,0 0 0 0,0 1 0 0,-3-1 0 15,3 0 16-15,-3 1-4 0,0 2 0 0,-3-3 0 0,3 1-12 16,-3 2 0-16,1 0 0 0,-1 0-10 0,3 0 2 16,-3 0 0-16,3 0 0 0,-3 0 0 15,0 0-45-15,0 2-9 0,3 1-2 0</inkml:trace>
  <inkml:trace contextRef="#ctx0" brushRef="#br0" timeOffset="1587.135">14981 10894 1280 0,'0'0'54'0,"0"0"-43"15,0 0 105-15,0 0 22 0,0 0 4 0,0 0 1 16,-3-6-39-16,3 6-7 0,-3-5-1 0,3 5-1 15,-6-3-38-15,3 3-7 0,3 0-2 0,-9-2 0 16,3 2-19-16,0 0-4 0,-3 0-1 0,3 2 0 16,-3 1-6-16,0 0-2 0,0-1 0 0,-3 1 0 15,3 2-7-15,-2 1-1 0,2-1-8 0,0 0 12 16,0 0-12-16,0 3 0 0,0 0 0 0,3-2 0 16,0 1 0-16,0 1 0 0,3-2 0 0,0 2 0 15,0-3 0-15,3 0-8 0,0 3 8 0,3-3 0 16,0 3-11-16,3-2 11 0,0 2-10 0,3-3 10 15,0 0-10-15,0 3 10 0,3-3-10 16,0 1 10-16,0-1 0 0,-4 0 0 0,4-2 0 0,-3 2 0 16,3-2 0-16,-3 0 8 0,0-1-8 0,-3 4 10 15,3-4-10-15,-3 1 0 0,-3-1 0 0,3 4 0 16,-6-6 9-16,3 2-9 0,0 4 10 0,-3-6-10 16,0 5 9-16,0 0-9 0,0-5 8 0,0 8-8 15,-3-3 11-15,0 1-3 0,0 2-8 0,-3-3 12 16,3 0-12-16,-3 1 11 0,0-1-11 0,0 3 10 15,-3-6-10-15,3 4 0 0,-3-1 0 0,0 0 8 16,0-2-8-16,0 2 0 0,1-2 9 0,-4 2-9 16,0 1-9-16,3-4-7 0,-3 1 0 0,3-1-1 15,0 1-16-15,0 0-3 0,0-3-1 0,3 0 0 16,0 0-43-16,6 0-9 0,0 0-2 0</inkml:trace>
  <inkml:trace contextRef="#ctx0" brushRef="#br0" timeOffset="2229.227">15293 11063 1599 0,'0'0'33'0,"0"0"8"0,-6 3-33 0,3-1-8 0,3-2 0 0,-6 6 0 15,0-1 69-15,0-3 12 0,1 1 3 0,-4 0 0 16,3 2-29-16,0-2-6 0,0 2-1 0,-3 0 0 15,3 1-16-15,0-1-4 0,-3 3-1 0,0 0 0 16,0 0-11-16,0 0-3 0,-3 2 0 0,3 1 0 16,0-1-13-16,-3 4 0 0,4-1 0 0,-1-3 0 15,0 4 0-15,3-4 0 0,0 3 0 0,0-2 0 16,0 0 0-16,3-1-12 0,0 1 3 0,0-1 0 16,3-2-25-16,3 0-5 0,0 0-1 15,0 0 0-15,3-3 11 0,0 1 1 0,3-1 1 0,0 0 0 16,0-5-20-16,2 3-4 0,-2-3-1 15,3-3 0-15,0 3 32 0,-3-5 7 0,3 2 1 0,0-2 0 16,-3 0 12-16,0 2 0 0,0-2 0 0,0-3 10 16,-3 3 17-16,0-1 3 0,-3 1 1 0,0-3 0 15,-3 0 21-15,0 3 5 0,-3-3 1 0,0 0 0 16,-3 0-14-16,3 0-2 0,-3 0-1 0,-3-2 0 0,3 2-2 16,-3-3-1-16,0 0 0 0,-3 1 0 0,0-3-4 15,3 2-1-15,-3 0 0 0,0 1 0 0,1-3-8 0,2 2-1 0,-3-2-1 16,3 2 0-16,0 1-9 0,0-1-2 15,0 1 0-15,3 2 0 16,0-3 0-16,3 3-1 0,-3 0 0 0,3 0 0 0,3 0 17 0,0 3 3 0,0 0 1 0,3-1 0 16,-3 1-45-16,3 0-9 0,0 2-2 0,3 0 0 15,0-2 24-15,0 3 0 0,3 2 0 0,-3-6 0 16,3 6 0-16,0 0 0 0,0-2 0 0,0 2 8 16,2 0-8-16,-2 0 12 0,0 0-12 0,3 2 12 15,-3-2-12-15,3 0 0 0,-3 3 0 0,0 0 0 16,0-1 0-16,0 1 0 0,0-1 0 0,-3 1 0 15,0 2 0-15,0-2 0 0,0 2 0 0,-4 1 8 16,1-1-8-16,0 0 0 0,0 3 0 0,-3-3 0 16,-3 3 0-16,3 0-14 0,-3 0 2 0,-2 0 0 15,-1 3-23-15,3-3-4 0,-3 2-1 0,0-2 0 16,0 3-18-16,0-3-4 16,0 0-1-16,0 0 0 0,3-3-115 0,0 0-23 0</inkml:trace>
  <inkml:trace contextRef="#ctx0" brushRef="#br0" timeOffset="2459.548">15406 10952 2200 0,'0'0'46'0,"0"0"10"0,0 0-45 0,0 0-11 0,0 0 0 0,0 0 0 15,0 0 92-15,0 0 16 0,0 0 3 0,0 0 1 16,0 0-53-16,0 0-11 0,-6-3-1 0,6 3-1 15,0 0-38-15,0 0-8 0,0 0 0 0,0 0 0 16,0 0 0-16,0 0 0 0,0 0 0 0,0 0 0 16,0 0-10-16,0 0-2 0,0 0 0 0,6-3 0 31,-6 3-185-31,6 0-38 0,0 0-7 0</inkml:trace>
  <inkml:trace contextRef="#ctx0" brushRef="#br0" timeOffset="2649.391">15442 11169 1824 0,'-6'8'38'0,"6"-8"8"15,0 0-37-15,0 0-9 0,0 0 0 0,-3 5 0 16,3-5 140-16,0 0 25 0,-3 5 6 0,3-5 1 16,0 0-71-16,0 0-13 0,0 0-4 0,0 0 0 15,0 0-36-15,0 0-8 0,0 0-2 0,0 0 0 16,0 0-10-16,0 0-1 0,0 0-1 0,0 0 0 15,0 0-174-15,3-2-36 0</inkml:trace>
  <inkml:trace contextRef="#ctx0" brushRef="#br0" timeOffset="3990.702">15347 11881 1507 0,'0'0'71'15,"0"0"-63"-15,0 0-8 0,0 0 0 0,0 0 0 16,0 0 82-16,0 0 15 0,0 0 3 0,0 0 1 0,0 0-23 0,0 0-5 0,0 0-1 0,0 0 0 16,0 0-32-16,0 0-8 0,0 0 0 0,0 0-1 15,0 7-7-15,-3-1-2 16,3-1 0-16,0 3 0 15,0 0-3-15,-3 0-1 0,3 0 0 0,0 2 0 16,0 1-18-16,-3 0 10 0,3 2-10 0,-3 0 8 0,3 0-8 0,0 0 0 0,0 1 0 0,-3-1 0 16,0 3 0-16,3-3 0 0,-3 0 0 0,0 1 0 15,0-1 0-15,0-3-16 0,0 4 4 16,0-4 1 0,0 3-35-16,0-5-7 0,3 3-2 0,-3-3 0 15,0-3-142-15,3-5-29 0</inkml:trace>
  <inkml:trace contextRef="#ctx0" brushRef="#br0" timeOffset="4307.17">15484 12023 1918 0,'6'-21'89'0,"-3"13"-79"0,0 0-10 0,-3 0 0 0,0 3 0 16,0 0 101-16,0 5 19 0,0-5 3 0,0 5 1 15,0 0-42-15,0 0-8 0,-3-3-2 0,3 3 0 16,0 0-29-16,-6-3-7 0,6 3 0 0,-6 3-1 15,0 0-35-15,0 2 0 0,0 0 0 0,0 0 0 16,0 1 0-16,3 4 0 0,0-2 0 0,0 0 0 16,0 0 0-16,0 0 0 0,3 0 0 0,0 0 0 15,3 0 0-15,-3 0 0 0,3-3 0 0,3 3 0 16,-3 0 0-16,3-3 0 0,3 1 0 0,-3-1 0 16,3 0 0-16,-3 0 0 0,3 1 0 0,0-4 0 15,0 4 0-15,-1-4 0 0,-2 4 0 0,3-1 0 0,-3-2 0 16,-3 2 0-16,3 0 0 0,-3 0 0 15,-3-2-33-15,3 5-7 0,-3-3-2 0,-3 1 0 16,0 2-30-16,-3-3-5 0,0 0-2 0,-3 3 0 16,0 0-37-16,1-3-7 0,-1 1-1 0</inkml:trace>
  <inkml:trace contextRef="#ctx0" brushRef="#br0" timeOffset="4527.886">15588 11881 2131 0,'0'0'60'15,"0"0"14"-15,0 0-59 0,0 0-15 0,0 0 0 0,0 0 0 16,0 0 61-16,0 0 10 0,0 0 1 0,0 0 1 16,0 0-39-16,0 0-8 0,0 0-2 0,6 0 0 15,0 2-15-15,0 1-9 0,0-1 10 0,3 1-10 16,0-3 0-16,-3 3 0 0,2-3 0 0,1 0-10 15,0 0-162-15,3 0-33 0</inkml:trace>
  <inkml:trace contextRef="#ctx0" brushRef="#br0" timeOffset="5113.736">15984 11994 1436 0,'0'0'60'16,"0"-5"-48"0,0 5 134-16,0-3 26 0,3-2 6 0,-3 2 1 15,0 3-57-15,-3-5-11 0,3 5-3 0,-3-3 0 16,3 3-41-16,0 0-9 0,-3-2-2 0,-3 2 0 16,-3 2-24-16,3 1-6 0,-3-3-1 0,0 3 0 15,0 2-10-15,-3 3-3 0,3-3 0 0,-2 3 0 16,2 3-27-16,0-3-5 0,-3 5-2 0,3 0 0 15,3-2 22-15,-3 2 0 0,0-2 0 0,6 2 0 16,0 0 0-16,-3 0 0 0,6-2 0 0,-3 2 0 16,6 0 0-16,-3-2 0 0,6 0 0 0,-3-1 0 0,3-2 0 0,0 0 0 15,3 0 0-15,0 0 0 0,0-3 0 0,0 0 0 0,0-2 0 0,0 2 0 16,-1-2-19-16,4 0 1 0,-3-3 0 0,0 0 0 31,0 0-24-31,0-3-5 0,0 0-1 0</inkml:trace>
  <inkml:trace contextRef="#ctx0" brushRef="#br0" timeOffset="5613.61">15573 11894 1178 0,'0'0'49'16,"-6"0"-39"-16,6 0 95 0,-6 2 19 0,0 1 4 0,0-3 1 15,0 3-30-15,3-1-7 0,-3 1 0 0,0 0-1 16,0 2-11-16,0-2-1 0,1-1-1 0,-4 4 0 16,3-1-78-16,0 0-8 0,0 0-6 0,0 1-1 15,0-1 15-15,0 3 0 0,-3-3 0 0,3 3 0 16,0 0 0-16,3-3 0 0,-3 3 0 0,0 0 0 16,3-2-52-16,0 1-8 0,0-1-2 0</inkml:trace>
  <inkml:trace contextRef="#ctx0" brushRef="#br0" timeOffset="6255.228">15737 10835 1208 0,'0'0'51'16,"0"0"-41"0,0 0 122-16,0 0 24 0,0 0 4 0,0 0 2 15,0 0-61-15,0 0-12 0,0 0-2 0,0 0-1 16,0 8-10-16,0-2-3 0,0-1 0 0,0 0 0 15,0 0-17-15,0 3-4 0,3 0-1 0,-3 0 0 16,0 0-18-16,0 3-3 0,0-1-1 0,-3 4 0 16,3-4-7-16,-3 3-2 0,3 1 0 0,-3-1 0 0,0 0-20 0,3 0 0 15,-3 1 0-15,0 1 0 0,3-1 0 16,-3 2 12-16,0-3 0 0,3 0-1 0,-3 0-11 16,3-2 0-16,-3-1 0 0,3 4 8 0,0-4-8 15,-3-2 0-15,3 0-12 0,0 0 12 16,3-3-108-16,-3 1-15 0,0-6-2 0</inkml:trace>
  <inkml:trace contextRef="#ctx0" brushRef="#br0" timeOffset="12394.032">12849 3157 1136 0,'0'0'48'0,"0"0"-39"31,0 0 99-31,0 0 19 0,0 0 4 0,-5 0 1 16,5 0-36-16,-6 5-8 0,6-5 0 0,-9 0-1 16,6 0-15-16,-3 0-2 0,6 0-1 0,-6 0 0 0,0 0-13 15,0 0-4-15,0 0 0 0,0 0 0 0,-3 0-16 0,3 0-3 0,0 0-1 16,-3 0 0-16,0 3-4 0,0-3 0 0,-3 0-1 15,3 0 0-15,-2 0-5 0,2 0-1 0,0 0 0 0,-3 0 0 16,3 0-3-16,-3 0-1 0,0 0 0 0,3 0 0 16,-3 0-3-16,0 0-1 0,3-3 0 15,-3 3 0-15,1 0 0 0,2 0 0 0,0-5 0 16,-3 5 0-16,3 0-5 0,-3-3 0 0,3 3-8 0,0 0 12 16,-3 0-4-16,0 0 0 0,3 0-8 15,-3 0 12-15,1 0-12 0,-1 0 9 0,0-5-9 0,3 10 8 16,-3-5-8-16,0 0 0 0,3 0 9 15,-3 0-9-15,0 0 0 0,0 0 0 0,3 0 0 0,-2 0 8 16,-1 0-8-16,0 0 0 0,3 0 0 0,-3 3 0 16,0-3 0-16,3 0 0 0,0 5 0 0,-3-5 0 15,3 0 0-15,-3 3 0 0,3-3 0 0,-2 2 0 16,2 1 0-16,0 2 0 0,0-5 0 0,0 0 0 16,0 3 0-16,0 2 0 0,0-5 0 0,0 0 0 15,0 3 0-15,0 2 0 0,0-5 0 0,-3 0 0 16,3 3 0-16,1-1 0 0,-4-2 0 0,0 3 0 15,3 0 0-15,-3-3 0 0,0 2 0 0,0-2 0 16,3 0 0-16,-3 3 8 0,0-3-8 0,0 5 0 16,0-5 0-16,1 0 9 0,-1 0-9 0,-3 0 0 15,0 3 10-15,0-3-10 0,3 5 8 0,-3-5-8 0,0 0 8 16,0 3-8-16,1 2 8 0,-4-5-8 0,6 0 0 0,-3 3 8 0,0-1-8 16,0 1 0-16,0-3 8 0,0 3-8 0,-2-3 0 15,-4 0 8-15,3 2-8 0,-3-2 0 16,0 0 0-16,-3 0 0 15,1 3 0-15,-1-3 0 0,-3 5 0 0,0-5 0 16,0 3 0-16,1 2 0 0,-4-2 0 0,0 2 0 0,3-5 0 16,-2 3 0-16,-4-1 9 0,0 4-1 0,-3-4-8 0,1 1 0 15,-7 2 0-15,3-2 0 0,-2 2 0 16,2 3-10-16,0-5 10 0,-3 5-13 0,1-3 13 0,-4 0 10 16,1 3-2-16,-4-5 0 0,3 5-8 0,1-3-11 15,-1 3 3-15,0 5 0 0,4-7 8 0,-4 2 11 0,0 0-3 16,-2-1 0-16,5 1-8 0,-3 0 0 0,4 0 0 0,-4 0 0 15,3 0 0-15,7 0-11 16,-1 0 3-16,0 3 0 0,0-9 8 0,1 6 11 0,-4 0-3 0,0 3 0 16,4-9-8-16,2 4-11 0,0 2 3 0,-3-6 0 15,4 4 8-15,2-1 0 0,0 3 0 0,-6-6 0 16,7 4 0-16,-4 2 0 0,-3-6 0 0,1 4 0 16,2-1 0-16,0 3 0 0,0-6 0 0,1 4 0 15,2 2 0-15,0-3 0 0,0 0 0 0,-2 1 0 16,-1-1 0-16,0 3 0 0,0-6 0 0,-2 1 0 15,2 2 0-15,0-2 0 0,0 2 0 0,1 1 0 16,2-1 0-16,3 3 0 0,-3-6 0 0,0 4 0 16,1-1 0-16,-4-2 0 0,0 2 0 0,1-2 0 15,-1 2 0-15,0-2 11 0,0 2-3 0,-2-2 0 16,5 2-8-16,0 0-11 0,3 3 3 0,-6-5 0 16,7 2 8-16,-4-2 0 0,-3 2 0 0,0-5 0 0,1 3 0 15,-1-1 0-15,0 1 0 0,0 2 0 16,4-2 0-16,-4 2 0 0,3 3 0 0,3-5 0 0,1 2 0 0,-4-2 0 15,3 2 0-15,0 0 0 16,0-2 0-16,-2 2 0 0,2-5 0 0,-3 8 0 0,3-8 0 0,1 3 0 16,2-1 0-16,0 4 0 0,0-4 0 0,3 1 0 15,0 2 0-15,1-5 0 0,2 0 0 0,3 3 0 16,-3 2 0-16,0-5 0 0,0 0 0 0,3 0 0 0,-2 3 0 16,-1 2 0-16,0-5 0 0,0 0 0 0,0 3 0 15,0-1 0-15,3 1 0 0,-2 0 0 0,-1-1 0 0,0 1 0 16,3 2 0-16,-3-2 16 15,3-3-4-15,0 5-1 0,0-2-11 0,4 2-16 16,-4-5 4-16,3 3 1 0,0-1 11 0,3 1 0 0,-3 0 0 0,3 2 0 16,3 0 0-16,-3-5 0 0,3 3 0 0,0 2 0 15,0-2 0-15,3 2 0 0,-3-2 0 0,3 2 0 16,0 0 0-16,0 3 0 0,0-5 0 0,1 5 0 16,2-3 0-16,0 1 0 0,0-1 0 0,0 5 0 15,0-7 0-15,0 5 0 0,0-3 0 0,0 3 0 16,2 0 0-16,-2 0 0 0,3 0 0 0,-3 0 0 15,3 3 0-15,0-3 0 0,-3-3 0 0,3 3 0 16,-3 2 0-16,3 4 0 0,-3-9 0 0,3 8 0 16,-3 0 0-16,0-2 0 0,0 5 0 0,0-3 0 15,3 3 0-15,-3 0 0 0,0 0 0 0,0 5 0 16,0-8 0-16,0 6 0 0,0-1 0 0,0 1 0 16,0-1 0-16,0 1 0 0,0-4 0 0,0 4 0 15,0 0 0-15,0-1 0 0,0 1 0 0,0-1 0 16,0 3 0-16,0-7 0 0,0 4 0 0,0 3 0 15,0 0 0-15,0-2 0 0,0 2 0 0,0 3 0 16,0-3 0-16,-3 5 0 0,3-4 0 0,0 1 0 16,0 1 0-16,0-3 0 0,0 3 0 0,0-3 0 15,0 1-8-15,-3 1 0 0,3-1 0 0,0 1 0 0,0-1 8 16,0 1 0-16,0-1 0 0,0 4 0 0,0-2 0 16,0 0 12-16,0 2-4 0,3 3 0 0,-3-5-8 0,3 2 0 15,-3-2 0-15,3 0 0 0,0 0 0 0,-3 0-12 0,3 0 4 16,-3-1 0-16,0 1 8 0,3 3 0 0,-3-9 0 0,0 9 0 15,3-4 0-15,-3 4 0 16,0-1 0-16,3 1 0 0,-3-1 9 0,0-2-9 0,3 3 12 16,0-4-12-16,-3 1 0 0,3-3 0 0,0 3 0 15,-3-3-9-15,3 3 9 0,-3 0 0 0,3-3 0 0,-3 3 0 16,3 2 0-16,-3 1 9 0,3-1-9 16,-3 1 0-16,3 2 0 0,-3-3 0 0,3 1 0 0,-3-1 0 15,0-2 9-15,3 0-9 0,-3-3 0 0,0 6 9 16,0-6-9-16,0 3 0 0,0-1 0 0,0 1 0 15,0 3 0-15,-3-4 0 0,3 7 0 0,0-1 0 16,0-3 0-16,0 1 0 0,0-1 0 0,0-2 0 16,0 0 0-16,0-1 0 0,0 1 0 0,0 0 0 15,0-3 0-15,0 0 0 0,0 1 0 0,0 1 0 16,0 1 0-16,0 0 0 0,0 0 0 0,0 2 0 16,0-2 0-16,3 0 0 0,-3 0 0 0,0 0 0 15,0-1 0-15,3-1 0 0,0-1 0 0,-3-3 0 16,3 1 0-16,-3-1 0 0,3 1 0 0,-3-3 0 15,3 2 0-15,-3-2 0 0,0 3 0 0,3-4 0 16,-3 7 0-16,0-4 0 0,3 3 0 0,-3 3 0 16,0-5 0-16,3 4 0 0,-3-1 0 0,0-1 0 0,3 0 0 0,0-3 0 15,-3 1 0-15,3 2 0 0,-3-5 0 0,3 3 0 16,0-4 0-16,0 4 0 0,-3-3 0 0,3 0 0 16,0 0 0-16,-3-1 0 0,3 1 0 0,-1 0 0 0,1 0 0 0,-3 5 0 15,3-2 0-15,0-1 0 0,0 3 0 16,-3-2 0-16,3 2 0 0,0-2 0 15,0-1 0-15,-3 1 0 0,3-1 15 0,0-2 10 0,0 0 3 16,-3 0 0-16,3-3-18 0,-3 3-10 0,3-5 12 0,0 2-12 16,0 0 12-16,-3 0-4 0,3-2 0 0,0 2-8 15,0 0 14-15,-3-2-4 0,3 2-1 0,0-2 0 16,-3 2-9-16,3 3 12 0,0 0-12 0,0 0 12 16,0-1-12-16,-3 1 10 0,3 0-10 0,0 3 10 15,0-3-10-15,-3-1 0 0,3 1 9 0,0-2-9 16,0 1 8-16,0-1-8 0,0 2 10 0,3-3-10 15,-6 0 10-15,3-2-10 0,0 2 10 0,0 0-10 16,-3-2 8-16,3 2-8 0,0-3 0 0,0 4 9 16,0-1-9-16,0-2 0 0,0 2 9 0,-1-3-9 15,1 4 0-15,0-1 8 0,0 0-8 0,0 3 0 16,-3 0 0-16,3 0 0 0,0 2 0 0,0 1 8 16,-3-1-8-16,3-2 0 0,0 3 0 0,-3-4 0 15,3 1 0-15,0 0 0 0,-3 0 0 0,3-3 8 16,0 1-8-16,-3-1 0 0,3 0 0 0,0 0 0 15,-3 0 0-15,3-2 0 0,0 2 0 0,0 1 0 16,-3-4 0-16,3 3 0 0,0 1 0 0,-3-4 0 16,3 3 0-16,0 3 0 0,-3-3 0 0,3 3 0 15,-3-2 0-15,3 1 0 0,0 4 0 0,-3-3 0 16,0 2 0-16,3-2 0 0,-3 3 0 0,3-1 0 0,-3 1 0 16,0-3 0-16,3 0 0 0,-3-1 0 0,3 1 0 0,-3 0 0 15,3 3 0-15,-3-3 0 0,0 2 0 0,3-2 0 0,-3 0 0 16,0 2 0-16,3 1-13 0,-3 2-7 15,0 0-2-15,3 0 0 0,-3 3 22 0,3 0 0 16,-3 3 0-16,0-4 0 0,3 1 0 0,-3 0 0 0,3 0 0 16,-3 0 0-16,0-3 13 0,3 0 7 0,-3 0 2 15,0 3 0-15,0-6-22 0,0 4 0 0,0-1 0 16,3 3 0-16,-3-3 0 0,0 3 0 0,3-1 0 16,-3 1 0-16,0 0 0 0,3 0 0 0,-3 0 0 0,0-1 0 15,3-1 0-15,-3-4 0 0,0 3 0 0,3 0 0 16,-1-2 0-16,-2 0 0 0,3-4 0 0,0 4 0 15,-3-3 0-15,3 2 0 0,0-2 0 0,-3 3 0 16,3-3 0-16,0-1 0 0,-3 4 0 0,3-3 8 16,0 0-8-16,-3 0 0 0,3 2 0 0,-3-5 0 15,3 3 0-15,-3-3 0 0,3 1 0 0,0-1 0 16,-3-2-17-16,3-4-5 0,0 4-1 0,0-3 0 16,0 0 23-16,0 0 0 0,0 0 0 0,0-3 0 15,0 3 16-15,3-3 7 0,-3 1 1 0,0-1 1 16,3 0-40-16,0-2-8 0,0 2-1 0,0-2-1 15,0-1 25-15,0 1 0 0,3 0 0 0,0 2 0 16,-1-5 15-16,1 3 8 0,0-1 1 0,3 1 1 16,0-3-25-16,0 0 0 0,3 3 0 0,0-1 0 15,0-2 0-15,0 0 0 0,2 3 0 0,1-3 0 0,0 0 0 0,0 3 0 16,0-3 0-16,3 2 0 0,-3-2 0 16,-1 3 0-16,1-1 0 0,0 1 0 0,0-3-8 0,0 3 8 0,3-3 0 15,-3 2 0-15,2 1 0 0,1-3 0 16,0 3 0-16,6-1 0 0,-3 1 0 15,2 2 0-15,1-5 0 0,0 6 0 16,0-4 0-16,-3 4 0 0,2-4 0 0,1 3 0 0,-3 1 0 0,0-4 0 16,-3 1 0-16,5 2 0 0,1-2 0 0,0 2 0 0,3 1 0 15,0-1 0-15,-1 0 0 0,1 3 0 0,3-3 0 0,0 3 0 16,-4-2-8-16,-2-1 8 0,3 0 0 0,0 3 0 16,2-3 0-16,-2 1 0 0,6-1 0 0,-3 3 0 15,2-3 0-15,1 1 0 0,0 1-9 0,0-1 9 16,-4-1 0-16,1 0 0 0,-3 1 0 0,5 2 0 15,-5-6 0-15,3 3 0 0,0 1 0 0,2-1 0 16,-2 0 0-16,3-2 0 0,0 2 0 0,-1 1 0 16,1-4 0-16,-6 4 0 0,3-4 0 0,-4 3 0 15,4-2 0-15,0 0 0 0,0-1 0 0,-1 4 0 16,4-4-8-16,-3 1 8 0,2 0 0 0,1-3 0 16,-3 2-8-16,-3 1 8 0,-1 0 0 0,4-1 0 15,-3 4 0-15,0-4-8 0,0 3 8 0,2-2 0 16,1 0 0-16,-3-1 0 0,3 4-8 0,2-4 8 15,-2 1 0-15,-3 0 0 0,0-1 0 0,2 4 0 16,-2-4 0-16,0 1 0 0,3 2 0 0,-4-2 0 16,4 2 0-16,0-2 0 0,3-1 0 0,-4 1 0 15,4 0 0-15,-3-1 0 0,-1 1 0 0,1 0 0 16,3-1 0-16,-6 1 0 0,2 0 0 0,4 2 0 0,0-3 0 16,0 1 0-16,-1 0 0 0,4-1 0 0,-3 1 0 0,-1 0 0 15,1-1 0-15,0 1 0 0,3 0 0 0,-4-3 0 16,1 2 0-16,3-2 0 0,-1 3 0 0,1 0 0 0,0-3 0 15,-1 5 0-15,1-5 0 0,-6 3 0 16,3-3 0-16,-1 2 0 0,-2 1 0 16,3-3 0-16,0 0 0 0,2 2 0 0,-2-2 0 0,0 3 0 0,-1 0 0 15,1-1 0-15,-3 1 0 0,0 0 0 0,-7-3 0 0,4 2 0 16,0 1 0-16,0-3 0 16,-1 3 0-16,1-1 0 0,0 1 0 0,-3 0 0 0,3-3 0 0,-1 5 0 15,-2-2 0-15,0-1 0 0,3 1 0 0,-7-1 0 16,4 1 0-16,-3 0 0 0,0-3 0 0,0 2 0 15,0 1 0-15,2-3 0 0,-2 3 0 16,3-3 0-16,-3 2 0 0,0 1 0 0,-1 0 0 0,4-1 0 16,-3 1 0-16,0 2 0 0,0-2 0 0,-4 2 0 15,4-2 0-15,-6-1 0 0,3 1 0 0,0 0 0 16,-3-1 0-16,2 1 0 0,1-3 0 0,3 3 0 16,-3 2 0-16,3-2 0 0,0-1 0 0,-1 1 0 15,1 2-8-15,0-2 8 0,0 2 0 0,0-2 0 16,-4 2-8-16,1 0 8 0,0-2 0 0,0 5 0 15,-3-3-8-15,0-2 8 0,0 2 0 0,-1-2 0 16,1 2 0-16,3 0-8 0,-3 1 8 0,3-1 0 16,0 0 0-16,-4 1 0 0,4-1 0 0,0 0 0 15,-3 0 0-15,0 1 0 0,0-1 0 0,0 0 0 0,2-2 0 16,-5 2 0-16,3-2 0 0,-3 2 0 0,0-2 0 16,0 2 0-16,-3-2 0 0,3 2 0 15,-3-2 0-15,2 2 0 0,-2-2 0 0,0 2 0 0,0-2 0 16,3-1 0-16,-3 1 0 0,3 2 0 0,-3-2 0 15,0-1 0-15,3 1 0 0,-1 0 0 16,-2-1 0-16,3 1 0 0,0 0 0 0,0-1 0 0,0 1 0 0,0 0 0 16,-3-1 0-16,2-2 0 0,-2 3 0 0,3 0 0 0,0-3 0 0,-3 2 0 15,3-2 0-15,-3 3 0 0,0 0 0 0,3-1 0 16,-3 1 0-16,-4-1 0 0,4 1 0 0,0 0 0 16,0-1 0-16,0-2 0 0,-3 3 0 0,3 0 0 15,0-1 0-15,0 1 0 0,0-3 0 0,0 5 0 16,-1-5 0-16,-2 3 0 0,3 0 0 0,0-1 0 15,-3-2 0-15,3 3 8 0,0-3-8 0,-3 2 0 16,0-2 0-16,0 3 0 0,3-3 0 0,-6 3 0 16,3-3 0-16,-1 2 0 0,-2-2 0 0,0 3 0 15,3-3 0-15,-3 3 0 0,0-3 0 0,0 0 0 16,0 2 0-16,0-2 0 0,0 0 0 0,0 3 0 16,0-3 0-16,0 0 0 0,0 0 0 0,0 0 0 15,0 0 8-15,0 3-8 0,0-3 0 0,0 0 0 16,0 0 0-16,0 0 8 0,-1-3-8 0,1 3 0 15,0 0 0-15,0 0 8 0,0 0-8 0,0 0 0 16,0 0 8-16,-3 0-8 0,3 0 0 0,0 0 0 16,0 0 0-16,0 0 8 0,0 0-8 0,0 0 0 15,0 0 0-15,-3 0 9 0,3 0-9 0,-6 0 8 0,6 0-8 0,-3 0 0 16,3 0 0-16,-6 0 8 16,0 0-8-16,6 0 0 0,-6 0 0 0,0 0 0 0,0 0 0 0,0 0 0 0,0 0 0 15,0 0 0 1,0 0 0-16,0 0-12 0,0 0 0 0,0 0 1 15,0 0-81-15,0 0-16 0,0 0-3 0</inkml:trace>
  <inkml:trace contextRef="#ctx0" brushRef="#br0" timeOffset="13455.756">12626 3038 1094 0,'0'0'23'0,"0"0"5"0,0 0-28 0,-6-3 0 0,3-5 0 0,0 5 0 16,3 1 108-16,-3-6 16 0,0 3 3 0,0 2 1 16,3-8-52-16,-3 3-9 0,0 6-3 0,0-6 0 15,0 0 16-15,0 0 4 0,1 0 0 0,-1 3 0 16,0-1-27-16,0 4-5 0,0-6 0 0,-3 2-1 31,6 6-7-31,-3-2-2 0,3 2 0 0,-6-3 0 0,6 3-10 0,-6-2-3 0,6 2 0 0,-6 0 0 16,6 0-4-16,-9 0-1 0,9 0 0 0,0 0 0 15,-6 0-3-15,6 0-1 0,0 0 0 0,0 0 0 16,0 0 2-16,0 0 0 0,-6 2 0 0,6-2 0 16,0 0-6-16,-3 5-2 0,3-5 0 0,0 8 0 15,0-2-3-15,0 2-1 0,6-6 0 0,-3 4 0 16,3-1-2-16,-3 3 0 0,6-6 0 0,-3 4 0 15,3 2-8-15,-3-3 0 0,3 0 9 0,2 1-9 16,-2 2 0-16,3-3 0 0,0 3 0 0,0-3 0 16,0 3 0-16,3-5 0 0,-3 5 0 0,0-3 8 15,0 3-8-15,-3-6 0 0,2 4 0 0,-5 2 8 16,3-3-8-16,-3 3 0 0,0-5 0 0,-3 2 0 16,0 3 0-16,0-3 9 0,-3 3-9 0,0-5 0 15,-3 5 8-15,0-3-8 0,0 3 0 0,-3 0 0 16,-3-3 12-16,3 3-12 0,-3-8 12 0,1 5-12 15,-4 3 8-15,3 0-8 0,-3-5 0 0,3 5 0 16,-3-3 9-16,0 0-9 0,0 3 0 0,3 0 9 0,-3-5-9 16,3 2 0-16,3 0 0 0,-2 1 0 0,2-4 0 0,0 6-16 0,0-5 4 15,0 5 1 1,6-8-43-16,-3 5-9 0,3-5-1 0</inkml:trace>
  <inkml:trace contextRef="#ctx0" brushRef="#br0" timeOffset="14343.727">12474 11148 1824 0,'-3'-11'38'0,"3"11"8"16,0-5-37-16,0-1-9 0,0 1 0 0,0 5 0 16,0 0 104-16,0 0 20 0,0-5 3 0,0 5 1 15,0 0 0-15,0 0 0 0,0 0 0 0,0 0 0 16,0 0-103-16,0 0-25 0,0 0 0 0,-3 10 0 0,3-2 0 16,-3 6 0-16,3-1 0 0,-3 3 0 15,3 0 56-15,-2 2 7 0,2 1 1 0,0-1 0 16,-3 1-103-16,3 2-20 0,0 0-4 0,-3 0-1 15,3-2 52-15,-3 5 12 0,3-1 0 0,-3 1 0 16,3 0 0-16,-3 0 0 0,3 0 0 0,0-1 0 0,-3-1 0 16,3-4 0-16,0 3 0 0,-3-5 0 0,0 0 0 0,3-5 0 15,0-1 0-15,-3 1 0 16,3-3-49-16,0 0-7 0,-3-6-2 0,3-2 0 0,0 0-142 16,0 0-28-16,0 0-5 0</inkml:trace>
  <inkml:trace contextRef="#ctx0" brushRef="#br0" timeOffset="14667.804">12516 11227 1824 0,'0'-16'38'0,"-3"0"8"15,3 0-37-15,-3 6-9 0,3-3 0 0,0 2 0 16,-3 0 104-16,3 6 20 0,0 0 3 0,0-1 1 16,0 6-52-16,0 0-9 0,0 0-3 0,0 0 0 15,0 0 0-15,0 0 0 0,0 0 0 0,3 8 0 16,3 0-51-16,-3 3-13 0,3 0 0 0,0 2 0 15,0-3 54-15,3 6 8 0,-3-3 2 0,3 1 0 16,0 2-52-16,0-3-12 0,0 0 0 0,-1 0 0 16,1 0 0-16,0-2 0 0,-3 2 0 0,3-2 0 15,-3 2 0-15,0-2 0 0,0 2 0 0,-3-2 0 16,0 2 0-16,0-3 0 0,-3 4 0 0,0-4 0 16,-3 3 0-16,0 1 8 0,-3-1-8 0,-3 0 0 15,0 3 0-15,0-3 0 0,0 0 0 0,-3 1 0 16,1-1 0-16,-1-3 0 0,0 1 0 0,0 0 0 15,0-3-55-15,0-1-7 0,3-1-2 0,-3-1 0 16,0-2-13-16,0-1-3 0,0-2-1 0</inkml:trace>
  <inkml:trace contextRef="#ctx0" brushRef="#br0" timeOffset="14950.044">12224 10962 1824 0,'0'0'38'0,"0"0"8"15,0 0-37-15,0 0-9 0,6 3 0 0,3 2 0 16,0-5 104-16,3 3 20 0,0 0 3 0,0-1 1 15,3 1-52-15,0 0-9 0,3-1-3 0,2-2 0 16,1 3-51-16,0-3-13 0,0 2 0 0,3-2 0 16,-1 0 0-16,1-2-13 0,3-1 2 0,0 3 1 15,3 0-138-15,5-2-27 0,1 2-5 0</inkml:trace>
  <inkml:trace contextRef="#ctx0" brushRef="#br0" timeOffset="15635.008">12936 11492 1337 0,'0'0'28'0,"0"0"6"0,0 0-34 0,0 0 0 0,0 0 0 0,0 0 0 15,0 0 109-15,0 0 15 0,0 0 4 0,0-3 0 16,3-2-52-16,-3 5-9 0,3-6-3 0,-3 1 0 16,3 0 0-16,-3-1 0 0,0-1 0 0,3 1 0 15,-3-2 0-15,3-2 0 0,0-1 0 0,-3 3 0 16,3-5-51-16,0 2-13 0,0-2 0 0,0 3 0 16,0-4 54-16,-1 4 8 0,1-1 2 0,0 1 0 15,0-1-52-15,0 3-12 0,0-3 0 0,0 4 0 16,0-1 0-16,0 2 0 0,0 1 0 0,0 2 0 15,-3 3 0-15,0 0 0 0,3-5 0 0,-3 5 0 16,0 0 0-16,0 0 0 0,0 0 0 0,0 0 0 16,6 3 0-16,-3 2 0 0,3-2 0 0,-3 5 0 15,3 0 0-15,0-1 0 0,-3 1 0 0,3 3 0 0,-3 0 0 16,3-1-15-16,0-2 3 0,3 3 1 0,0-1-11 0,-3-2-2 16,3 3-1-16,-1-3 0 15,4 2-6-15,-3-2-1 0,0-2 0 0,0 1 0 0,0-1 14 0,0-1 2 16,0 0 1-16,-3-2 0 0,0 0 27 0,3-1 6 0,-3-2 1 0,-3 0 0 15,3 0-19 1,-3 0 0-16,3-2 0 0,-3-1 0 0,0 0 0 0,0 1 0 0,3-4 0 0,-4 1 0 16,4 0 55-16,-3-3 7 0,0 0 2 0,3 0 0 15,-3-3-52-15,3 1-12 0,0-3 0 0,0-1 0 16,-3 1 0-16,3 0 0 0,-3 0 0 0,3-1 0 16,0-1 0-16,-3-1 0 0,3 0 0 0,-3-3 0 15,3 3-11-15,-3-2-5 0,0 2 0 0,0-2-1 16,-3 4-93-16,3-2-18 0,0 3-4 0</inkml:trace>
  <inkml:trace contextRef="#ctx0" brushRef="#br0" timeOffset="15946.333">12942 11034 1824 0,'0'0'38'0,"0"0"8"0,0 0-37 16,0 0-9-16,0 0 0 0,0 0 0 0,3-5 104 0,-3 5 20 0,3-3 3 0,0 0 1 15,3 1-52-15,3-1-9 0,-1 0-3 0,1 3 0 16,0 0 0-16,6-2 0 0,-3 2 0 0,6 0 0 15,3-3-64-15,3 3 0 0,-1-3 0 0,4 3-12 16,0 0 12-16,3 0 0 0,-3 0 0 0,2 0 0 16,-2 0-111-16,0-2-16 0,0-1-3 0</inkml:trace>
  <inkml:trace contextRef="#ctx0" brushRef="#br0" timeOffset="22181.898">17832 9108 1333 0,'0'0'56'0,"6"2"-44"15,-3 3 78-15,3-2 16 0,0 0 3 0,-3 2 1 16,3-2-35-16,0 2-7 0,-3 0-2 0,3 1 0 16,0-1-18-16,0 0-3 0,0 3-1 0,0-3 0 15,3 3-5-15,-3 0-2 0,0 0 0 0,3 0 0 16,-1 0-29-16,1 0-8 0,0 0 0 0,0 0 0 16,0 0 52-16,0 2 10 0,3-2 2 0,-3 0 0 15,0 3-52-15,3-3-12 0,0 2 0 0,-3-2 0 16,5 3 0-16,-5-3 0 0,3 2 0 0,-3 1 0 15,0-3 0-15,3 3 0 0,-3-4 0 0,3 4 0 16,-3-3 0-16,0 3 0 0,0-3 0 0,0 2 0 16,0 1 0-16,-3-1 0 0,2 1 0 0,1 2 0 15,0-2 25-15,0 2 3 0,0-3 0 0,3 4 0 16,-3-1 6-16,3 0 2 0,0 3 0 0,0-3 0 16,-3 1-45-16,3-1-9 0,-1 0-2 0,1-2 0 15,0 2 20-15,0-3 14 0,0 1-2 0,0 2-1 16,3-2-1-16,-3 2 0 0,0-2 0 0,0 2 0 15,3-3-2-15,-4 1 0 0,1 2 0 0,3-2 0 16,-3-1 0-16,0 1 0 0,0 0 0 0,0-1 0 0,0 3 0 16,0 1-8-16,0-4 12 0,-1 6-4 0,1-3 0 0,0 3-8 15,0 0 12-15,0 0-4 0,3 0 20 0,-3 0 4 0,3 2 1 0,0-2 0 16,2 0-33-16,-2 0 0 0,0-3 0 0,0 3 0 16,0-3 0-16,0 0 0 0,0 1 0 0,0-4 0 15,-3 3 0-15,-1-2-19 0,1 0 3 0,0 2 0 16,-3-3 25-16,3 1 6 0,-3 0 1 15,0-1 0-15,3-2-16 0,-3 3 0 0,-3-3 0 0,3 2 0 16,-3-2 0-16,0 3 0 0,3-3 0 0,-6 2 0 16,2-2 0-16,-2 0 0 0,3 0 0 0,-3 0 0 15,0 0 0-15,3-3 0 0,-3 3 0 0,0-3 0 16,0 1 13-16,3-1 0 0,-3 0 0 0,0-2 0 16,0 2-13-16,0 1-18 0,0-4 4 0,-3-2 1 15,3 5 25-15,-3-5 6 0,6 6 1 0,-3-1 0 16,-3-5-31-16,3 5-5 0,0-2-2 0,-3-3 0 15,3 5 31-15,-3-5 5 0,0 0 2 0,3 6 0 16,-3-6-46-16,0 0-9 16,0 0-1-16,0 0-1 0,0 0-160 0,0 0-32 0</inkml:trace>
  <inkml:trace contextRef="#ctx0" brushRef="#br0" timeOffset="22919.445">18579 9028 1516 0,'0'0'32'0,"0"0"6"0,0 0-30 0,0 0-8 0,0 0 0 0,0 0 0 16,0 0 117-16,0 0 23 0,0 0 4 0,3 5 0 15,0 3-64-15,3 0-12 0,-3 3-4 0,0-1 0 16,3 6 0-16,0 0 0 0,-3 0 0 0,3 3 0 16,0-1 0-16,0 3 0 0,3-2 0 0,0-1 0 15,-3 4-51-15,3-4-13 0,0 1 0 0,-3 2 0 16,3-3 0-16,0-2 0 0,-1 3 0 0,-2-3 0 16,3 2 0-16,-3 3 0 0,3-2 0 0,-3 2 0 15,0 0 0-15,0 0 9 0,-3-2-9 0,3 2 8 16,-3-3-8-16,-3-2-17 0,3 0 4 0,-3-3 1 31,0 1-28-31,0-4-4 0,-3-2-2 0,0 0 0 0,0 0-125 0,0-3-25 16,-3-2-4-16</inkml:trace>
  <inkml:trace contextRef="#ctx0" brushRef="#br0" timeOffset="23296.224">18648 8994 1580 0,'-6'-3'67'0,"0"-2"-54"16,0 5 120-16,0-3 24 0,6 3 5 0,-6 0 1 15,6 0-56-15,-9 0-11 0,9 0-3 0,-6 3 0 16,6-3-34-16,-3 5-7 0,3-5-2 0,-3 8 0 16,3 0-29-16,3 0-5 0,0 0-2 0,0 0 0 15,3 2-14-15,3-2 0 0,0 3 0 0,3 2 0 16,0 0 54-16,3-2 8 0,0 2 2 0,2 0 0 15,4 1-64-15,0-4-15 0,0 3-1 0,0 1-1 16,3-1 27-16,-7-3 6 0,4 4 0 0,-3-4 1 16,-3 4-17-16,3-1-17 0,-6-3 3 0,3 4 1 15,-6-1 13-15,0-3 0 0,0 4 0 0,-4-1 10 16,-2-3-2-16,0 1-8 0,-3 0 12 0,0-3-4 16,0 2-8-16,-3 1 8 0,-3-1-8 0,1 1 8 15,-1-1-8-15,-6 1 8 0,3-3-8 0,-6 3 8 16,0-1-8-16,0-2-9 0,0 0 9 0,-3 3-13 31,0-1-16-31,1-2-3 0,-1 0-1 0,0 0 0 0,0-3-103 0,3 1-20 0,0-1-4 16</inkml:trace>
  <inkml:trace contextRef="#ctx0" brushRef="#br0" timeOffset="25155.142">19964 10468 1337 0,'0'0'28'0,"0"0"6"0,0 0-34 16,0 0 0-16,0 0 0 0,0 0 0 0,0 0 109 0,0 0 15 0,-6 0 4 16,6 0 0-16,-9-3-57 0,3 0-11 0,0 3-3 0,0-2 0 15,0-1 9-15,0 0 2 0,0 1 0 16,0-1 0-16,0 0-1 0,0 1 0 0,0-4 0 16,0 1 0-16,0 3-54 0,0-4-13 0,-3 4 0 15,3-4 0-15,0 4 54 16,-2-4 8-16,2 4 2 0,-3-4 0 0,3 4-52 0,-3-4-12 0,0 1 0 0,0 0 0 15,0 0 26 1,0-1 2-16,0 1 1 0,0-3 0 0,-3 3-14 0,-3-1-3 0,0 1-1 0,1 3 0 16,-1-4-2-16,-3 1 0 0,3 2 0 0,-6-2 0 15,3 2-1-15,0-2-8 0,-2 2 12 0,-1 1-4 16,3-1 0-16,0 3 0 0,0-2 0 0,0 2 0 16,3 0 6-16,1 0 1 0,-1 0 0 0,-3 0 0 15,6 0-15-15,0 0 9 0,0 0-9 0,-3 0 8 16,3 2-8-16,0-2 0 0,0 3 0 0,1-1 0 15,-4 1 0-15,3 2 0 0,0-2 8 16,0 5-8-16,0-3 0 0,-3 1 0 0,3 1 0 0,-3 1 0 16,1 0 0-16,2 0 0 0,-3 0 0 0,0 0 0 15,3 3-15-15,0-3-5 0,0 2 0 0,0-2-1 16,-3 0 21-16,6 3 0 0,-3-3 0 0,1 2 0 16,2-2 13-16,0 3 7 0,0-3 2 0,-3 0 0 15,3 2-22-15,0 1 0 0,3-3 0 0,-6 2 0 16,6-2 0-16,-3 3 0 0,3-3 0 0,-3 2 0 15,0 1 0-15,4 0 0 0,-4-3 0 0,3 5 0 16,-3-3 0-16,0 1 0 0,3 2 0 0,-3 0 0 16,0 1 0-16,0 1 0 0,0-1 0 0,0 4 0 15,0-2 0-15,0 0 0 0,0 0 0 0,0 2 0 0,1-2-18 16,-1 0-2-16,3-3 0 0,-3 3 0 0,0-3 32 0,0 1 5 16,0-4 2-16,3 4 0 0,-3-1-19 0,0-3 0 0,3 4 0 15,0-4 0-15,0 1-9 0,0-1-9 0,0 4-2 16,3-4 0-16,-3 3 20 0,3 1 0 0,0-1 0 0,0 3 0 31,1 0 17-31,-1-1 7 0,3 1 2 0,0 5 0 16,0-2-42-16,0 0-8 0,0 2-1 0,3 0-1 0,-1-3 26 0,1-2 0 0,0 3 0 0,3-3 0 15,-3-3 0-15,3 3 0 0,0-3 0 16,3 3 0-16,-3-3 12 0,3 0 7 0,0 1 1 16,0-1 1-16,3 0-21 0,0 0 0 0,0-2 0 0,0 5 0 15,-1-3 0-15,1 0 0 0,3 0 0 0,0 3 0 16,-3 0 0-16,3-3 0 0,0 1 0 0,0 1-8 15,-3-4 8-15,3 2 0 0,-4 3 0 0,4-5 0 16,0 2 0-16,0-2 0 0,0-1 0 0,0 1-8 16,0-1 8-16,3-2 0 0,-4 3 0 0,4-3 0 15,0 0-8-15,-3 0 0 0,3 0 0 0,0-3 0 16,0 0 8-16,-3 0-8 0,2 1 8 0,1-1-8 16,0 0 8-16,-3 1 0 0,3-1-9 0,0 0 9 15,0 1 0-15,-4-4 0 0,4 3 0 0,0-2 0 16,0 0 0-16,0-1 0 0,0 4 0 0,3-4 0 15,-1 1 0-15,1 0 0 0,0-1 0 0,3 1 0 16,0 0-16-16,0 2 0 0,-1-2 1 0,1 2 0 0,0-3 15 16,0 1 0-16,0 0 0 0,-4-1-9 0,4-2 9 0,-3 3 0 15,0-3 0-15,0 3-8 0,0-3 21 0,2 0 5 0,1 0 1 16,0 0 0-16,0-3-34 0,0 3-6 0,2-3-2 0,-2 3 0 31,0 0 23-31,0 0 0 0,0 0 0 0,-1-2 0 0,-2 2 14 16,0-6 7-16,-3 4 2 0,6-3 0 15,-6 2-34-15,3-2-6 0,-4 2-2 0,4-5 0 16,0 3 31-16,-3-3 5 0,0 2 2 0,3-1 0 0,-4-1-31 16,1-3-7-16,3 0-1 0,-3 3 0 0,0-5 20 0,-3 3 0 0,0-6 0 0,0 3 0 15,-1-3 0-15,-2 0 0 0,3-3 0 0,-3 3 9 16,0-2 2-16,0-1 0 0,-3 3 0 0,3-2 0 16,-3 2 3-16,0-2 1 0,0 2 0 0,-1 0 0 15,-2 0-4-15,3 0-1 0,0 3 0 0,-3-3 0 16,0 3 1-16,3-3 0 15,-3 3 0-15,0-1 0 0,0-1-3 0,0-1 0 0,-3 2 0 0,3-1 0 16,-3-1 6-16,3 0 1 0,-3-3 0 0,0 1 0 16,0-3-4-16,0 2-1 0,0-2 0 0,0 2 0 15,-3-2 3-15,3 3 1 0,-3-1 0 0,-3 1 0 16,3 2-22-16,-3 0-5 0,0 3-1 0,0-3 0 16,0 3 14-16,-3-1 0 0,0-2 0 0,-3 3 0 15,3 0 0-15,-3 0 0 0,3 0 0 0,-3-1 0 16,0 1 24-16,0 0 7 0,3 0 1 0,-3-1 1 15,0 1-23-15,1 0-10 0,-1-3 8 0,0 3-8 16,0 2 0-16,0-2 8 0,-3 0-8 0,3 2 0 16,0-2 25-16,-3 2 0 0,3 1 0 0,-3-3 0 15,0 5-25-15,1-3 0 0,2 0 0 0,-3 1 0 16,0 2 0-16,0 0 0 0,0 0 0 0,-3 0 0 0,3 0 0 0,0 3 0 16,0-3 0-16,0 3 0 0,1-1-14 0,-1 1-8 15,0 0-2-15,0-1 0 0,3 1 39 0,-3 3 7 0,3-4 2 16,-3 4 0-16,3-4-39 0,-3 4-7 0,3-4-2 15,0 4 0 1,-2-4 24-16,2 1 0 0,0 0 0 0,0 0 0 0,-3 2 0 0,0-2 0 0,0 2 0 16,0-2 0-16,-3 2 0 0,0-2 0 0,0 2 0 15,1-2 0-15,-4 0 20 0,0 2 1 0,3-2 1 16,-6 2 0-16,3 0-22 0,0 1 0 16,-2-4 0-16,2 4 0 0,0-1-22 15,0 0-9-15,0 1-1 0,0-1-1 0,3 0 1 16,1-2 1-16,2 3 0 0,0-1 0 15,0 0-77-15,0 1-16 0,0-1-4 0</inkml:trace>
  <inkml:trace contextRef="#ctx0" brushRef="#br0" timeOffset="25908.499">18678 10280 1579 0,'0'0'32'0,"0"0"10"0,-3-6-34 0,3 6-8 0,0-5 0 0,0 5 0 15,0-3 104-15,0 3 20 0,3-5 3 0,-3 5 1 16,0 0-14-16,0-5-2 0,0 5-1 0,3-5 0 15,-3 5-44-15,0 0-9 0,0 0-2 0,0 0 0 16,3-3-24-16,-3 3-6 0,6 0-1 0,0 0 0 16,-6 0-25-16,5 5 0 0,1 1 0 0,0 1 0 15,0-1 14-15,0 4-2 0,0-2-1 0,3 3 0 16,0-1-11-16,0 4 0 0,0-4 0 0,0 3 0 0,3 1 0 16,0-4 0-16,3 4 0 0,-4-4 0 0,4 1 0 15,-3-3 0-15,3 0 0 0,0 0 0 0,0-1 0 0,-3 1 0 16,3-2 0-16,0-1 0 0,-3-2 0 0,-1-1 0 15,-2 1 0-15,3 0 0 16,0-3 0-16,0 0 0 0,-3-3 8 0,3 0-8 0,-3 1 0 0,0-4-17 16,3 1 2-16,-3-3 1 0,0 0 14 0,2-2 0 15,-2-4 0-15,0 1 0 0,3-3 48 0,0-2 13 16,-3-1 3-16,3-2 0 0,0 3-64 16,3-4-26-16,-3 1 2 0,3 3 0 0,-1-1 24 0,-2 3 0 15,0-2 0-15,3 2 0 16,-3-3-29-16,0 3-1 0,3-2 0 0,-3 2 0 15,0 0-103-15,0 0-21 0,-4 0-4 0</inkml:trace>
  <inkml:trace contextRef="#ctx0" brushRef="#br0" timeOffset="27197.216">19199 10917 2048 0,'3'-13'43'0,"-3"13"9"15,0-5-42-15,3-3-10 0,-3 3 0 0,0-1 0 0,0 1 68 0,0 0 12 0,-3-1 3 0,0 1 0 16,-3 0-27-16,0 2-6 0,0 1-1 0,-3-1 0 16,0 3-24-16,0 0-5 0,-3 0 0 0,0 3-1 15,0-1-30-15,0 1-5 0,-3 2-2 0,3 3 0 16,1-3 18-16,2 3 0 0,-3 0 0 0,3 0 0 16,0 0 0-16,3 3 0 0,-3-1 0 0,6 1 0 15,-3-1 0-15,6 1 0 0,-3-3 0 0,3 3 0 16,3-3 0-16,0-1 0 0,0 1 11 0,3 0-11 15,0 0 0 1,3 0 0-16,0 0-10 0,0 3 10 0,0-3-8 0,3 0 8 0,-4 0 0 0,4 2 0 16,0-2 0-16,0 0 0 0,-3 0-9 0,3 0 9 15,-6 0 0-15,3 0 0 0,-3-3 0 0,-3 0 0 16,3 3 0-16,-6-2 9 0,3-1-9 0,-3-2 8 16,-3 2-8-16,0 0 10 0,-3 0-10 0,0 1 10 15,-3-4-10-15,0 4-9 0,0-1 9 0,0-2-13 16,-3 2 13-16,0-2 0 0,0-1 0 0,1 1 0 15,2-1 0-15,-3 4 0 0,3-6 0 0,0 2 0 16,0 1 0-16,0-3 0 0,3 3 0 0,0-3 0 16,6 0 9-16,0 0 5 0,0 0 1 0,-6-3 0 15,6 3-109-15,0 0-22 0,-3-5-4 0</inkml:trace>
  <inkml:trace contextRef="#ctx0" brushRef="#br0" timeOffset="27723.663">19452 11156 1956 0,'0'0'40'0,"-3"7"11"0,3-1-41 15,0-4-10-15,0-2 0 0,0 8 0 0,0-2 76 0,-3-1 12 0,3 0 4 0,0 1 0 16,0-6-73-16,-3 5-19 0,3 0 0 0,0-5 0 15,-3 5 36-15,0 1 0 0,0-1 1 0,-3 0 0 16,0-2-23-16,0 0-5 0,0 2-1 0,0-3 0 16,0-2-8-16,-3 0 10 0,0 3-10 0,0-3 10 15,0-3 3-15,0 3 1 0,0-2 0 0,0-3 0 16,1 2-14-16,-4-2-8 0,6-1 8 0,-3-2-13 16,3 0 13-16,0 1 0 0,3-1 0 0,-3 0 0 15,6 0 0-15,-3 0 0 0,3 0 0 0,0 3-9 16,0-3 9-16,3 2 0 0,3-2 0 0,-3 6 8 15,3-4-8-15,3 4 9 0,-3-1-9 0,3 0 10 16,0 3-10-16,-1-2 0 0,1 2 0 0,0 0 0 16,3 2 0-16,-3-2 0 0,3 3 0 0,-3 0 0 15,0 2 56-15,3 0 7 0,0 1 1 0,-3-1 0 16,3 3-52-16,-3 0-12 0,-1 0 0 0,1 0 0 16,0 2 0-16,-3 1 0 0,0-3 0 0,-3 2 0 15,0 1 0-15,-3 0 0 0,3-1 0 0,-6 1 0 16,0-1 0-16,0 1 0 0,-3-3 0 0,-3 2 0 0,3 1 0 15,-3 0 0-15,1-3 0 0,-4 2 0 16,3-2 0-16,-3 3 0 0,3-3 0 0,-3 2 0 0,0-2 0 0,3 0-12 16,-3-3 3-16,0 3 0 0,0-2-7 0,0-1 0 15,-2 0-1-15,2-2 0 16,-3-3-16-16,3 2-3 0,0 1-1 0,3-3 0 16,-3 0-84-16,3 0-17 0,0 0-3 0</inkml:trace>
  <inkml:trace contextRef="#ctx0" brushRef="#br0" timeOffset="27980.806">19708 11063 2512 0,'0'0'72'0,"0"0"14"15,-3-3-69-15,3 3-17 0,-3-5 0 0,3 5 0 16,0 0 60-16,-3-5 8 0,3-1 1 0,0 6 1 16,-3-2-48-16,3 2-10 0,3-6-1 0,-3 6-1 15,0 0-10-15,0-5 0 0,0 5 0 0,0 0 0 16,0 0-8-16,6-2-4 0,-6 2-1 0,6 0 0 16,-6 0-112-16,0 0-23 0,3 2-4 0</inkml:trace>
  <inkml:trace contextRef="#ctx0" brushRef="#br0" timeOffset="28172.602">19749 11335 2310 0,'0'0'48'0,"-3"6"11"0,3-6-47 15,0 0-12-15,0 0 0 0,0 0 0 0,0 0 110 0,0 0 20 0,0 0 4 0,0 0 1 16,0 0-63-16,0 0-13 0,0 0-3 0,0 0 0 15,0 0-39-15,0 0-8 0,0 0-1 0,0 0-8 16,0 0 0-16,0 0-16 0,0 0 2 0</inkml:trace>
  <inkml:trace contextRef="#ctx0" brushRef="#br0" timeOffset="31117.976">20773 12060 1824 0,'0'0'76'0,"0"0"-60"16,0 0 88-16,3-5 17 0,0 0 4 0,0-3 1 16,0 3-49-16,3-1-9 0,0-2-3 0,0 3 0 15,3-3-14-15,0 0-3 0,3 3-1 0,0-3 0 16,0 3-23-16,-1 2-5 0,4-2-1 0,0 2 0 15,0-2 10-15,-3 2 1 0,3 1 1 0,-3-1 0 16,0 3 3-16,0-3 1 0,-3 3 0 0,2 0 0 16,-2 3-34-16,0-3 0 0,-3 3 0 0,3-1 0 15,-3 3-20-15,-3 1-10 0,3-1-2 0,-3 6-1 16,-3-1-10-16,0 1-1 0,-3 2-1 0,0 0 0 16,-3 1-1-16,0 1 0 0,-3-1 0 0,-3 2 0 15,0-1 18-15,-2 1 3 0,2 0 1 0,-3 0 0 0,0-3 13 0,3 0 11 16,0-2-13-16,0 0 5 15,6-1 8-15,0-2 0 0,3-3-9 0,3 3 9 0,3-2-10 16,3-4 10-16,3 1-13 0,3 0 5 16,0-6 8-16,0 0-10 0,6-2 10 0,-3 0-10 0,2-3-10 0,4 0-1 15,-3-3-1-15,3 1 0 0,3-1 69 0,-3 1 13 0,-1-4 4 0,4 4 0 16,-6-1-52-16,0 3-12 0,0-2 0 0,0 2 0 16,-6 0 54-16,0 2 8 0,-4-1 2 0,-2 4 0 15,-6 3-52-15,0 0-12 0,0 0 0 0,0 0 0 16,0 0 54-16,0 0 8 0,-6 0 2 0,-2 5 0 15,-1-2-52-15,-3 2-12 0,3 3 0 0,0 0 0 16,0 0 0-16,0 0 0 0,0 2 0 0,3-2 0 16,0 3 0-16,3 0 0 0,0-4 0 0,6 1 0 15,0 0 0-15,0 0 0 0,6 0 0 0,0-2 0 16,0-1-48-16,6 0-13 0,-3-5-3 0,6 3 0 16,-4-3 64-16,4-3 18 0,0 0 1 0,0 1 0 15,0-3-19-15,0-1 0 0,-3-2 0 0,-3 0 0 16,2 0 29-16,-5 0-1 0,0 1 0 0,0-4 0 15,-3 3-9-15,-3-3-3 0,3 3 0 0,-3-2 0 16,-3-1 52-16,3 3 9 0,-3-5 3 0,-3 3 0 16,0-1-44-16,0 0-8 0,-3-2-1 0,3 3-1 15,-3-1-16-15,-3 0-10 0,3 3 12 0,-6 1-12 16,4-1 0-16,-4 2 0 0,-3 1-12 0,0 2 3 16,0 1-35-16,0 2-6 0,0 0-2 0,3 0 0 15,0 0-159-15,3 2-32 0</inkml:trace>
  <inkml:trace contextRef="#ctx0" brushRef="#br0" timeOffset="31561.781">21821 12066 1580 0,'0'0'67'16,"0"0"-54"0,0 0 92-16,0 0 19 0,0 0 3 0,0 0 1 15,0 0 51-15,0 0 10 0,0 0 3 0,0 0 0 16,0 0-103-16,0 0-20 0,0 0-4 0,0 0-1 15,-3-3 0-15,-3-2 0 0,0 5 0 0,0 0 0 16,-3 0-51-16,0 2-13 0,0 1 0 0,-3 2 0 16,1-2 0-16,-4 5 0 0,3-3 0 0,-3 3 0 15,3 0 0-15,-3 3 0 0,3-1 0 0,0 1 0 16,0-1 0-16,3 1 0 0,3 0 0 0,0 2 0 16,4-3 0-16,4 1 0 0,1 0 0 0,0-1 0 0,6 3 0 15,3-2 0-15,-3 0 0 0,6-3 0 0,-3 2 0 0,3-2 0 16,3 3 0-16,-3-3 0 15,2-3 0-15,-2-2 0 0,0 2 0 0,-3-5 0 0,3 0 0 16,-3 0 0-16,0-3 0 0,0 1 0 16,0 2-48-16,0-6-13 0,-3 4-3 0</inkml:trace>
  <inkml:trace contextRef="#ctx0" brushRef="#br0" timeOffset="34482.269">20077 10838 1337 0,'0'0'56'0,"0"0"-44"15,0 0 144-15,0 0 28 0,0 0 7 0,0 0 1 16,0 0-52-16,0 0-9 0,0 0-3 0,0 0 0 16,0 5-51-16,0 3-10 0,0-2-3 0,0 1 0 15,3 1-51-15,0 0-13 0,0 0 0 0,0 0 0 16,0 3 54-16,0-1 8 0,-1 1 2 0,4 2 0 16,-3 0-52-16,3 1-12 0,0-1 0 0,-3 0 0 15,3 3-11-15,-3 0-5 0,3 0 0 0,-3 0-1 16,3 2 17-16,-3 1 0 0,0-1 0 0,3 1 0 15,-3-1 0-15,0 1 0 0,0-3 0 0,0 2 0 16,0-2 0-16,-3-3 11 0,3 0-11 0,-3 1 10 16,3-4-10-16,-3 1 0 0,0-3 0 0,3 2 0 15,-3-2 0-15,0 0 0 0,0-2 0 0,0 2 0 16,0-3-44-16,3 0-7 0,-3 0-1 0,3 1-1 16,-3-6-96-16,3 2-19 0,-3-2-4 0</inkml:trace>
  <inkml:trace contextRef="#ctx0" brushRef="#br0" timeOffset="39275.968">20419 10677 1094 0,'0'0'23'0,"0"0"5"0,0 0-28 0,0 0 0 0,6-3 0 0,0 3 0 15,-3 0 74-15,3-3 10 0,-3 3 1 0,-3 0 1 16,6-2-42-16,-3 2-9 0,3 0-2 0,-6 0 0 15,3-3-19-15,-3 3-4 0,6 0-1 0,-6 0 0 16,3 0 44-16,-3 0 9 0,6-3 2 0,-3 3 0 16,-3 0-1-16,5 0 0 0,-2 0 0 0,0 0 0 15,3-2-21-15,0 2-4 0,-3 0-1 0,3-3 0 16,-3 3-15-16,3 0-3 0,0-3-1 0,-3 3 0 16,3-2-6-16,-3-1-2 0,3 0 0 0,-3 1 0 15,0-1-10-15,3 1 0 0,-3-1 0 0,0-2 0 16,3 2 33-16,-3-2 5 0,0-1 1 0,0 1 0 15,0 0-12-15,0 0-3 0,0-3 0 0,0 2 0 16,0 1-6-16,3-3-2 0,-3 0 0 0,-3 3 0 16,3-3-24-16,-1-3-6 0,-2 3-1 0,3 0 0 15,0-2 63-15,-3 2 13 0,3 0 3 0,-3-3 0 16,0 3-52-16,3-2-12 0,-3-1 0 0,0 1 0 16,0-1 0-16,0 1 0 0,0-4 0 0,0 4 0 15,0-4 0-15,0 1 0 0,0-3 0 0,0 3 0 0,0-3 24 16,0 3 1-16,0-3 1 0,0 0 0 0,0 0-10 15,0 3-3-15,0 0 0 0,0 0 0 0,-3-1-3 16,3 1-1-16,0 0 0 0,-3 0 0 0,3 0 2 0,-3-3 0 0,0 2 0 16,3 1 0-16,-2 0-11 0,2-3 0 0,-3 3 0 0,3-3 8 15,-3 3-8-15,0-6 0 0,0 1 0 0,3-3 8 16,-3 2-8-16,0-2 0 0,0 0 0 16,0-3 0-16,0 3 0 0,0 0 0 0,0-3 0 0,0 3 0 15,0-3 0-15,0 3 0 0,0-1 0 0,0-1 0 16,-3 1 0-1,3 1 0-15,-3 0 0 0,0 0 0 0,0-3 0 16,0 0 0-16,0 1 0 0,-3-4 0 0,3 1 8 0,-3-1-8 0,0 1 0 16,1 2 8-16,-1 0 1 0,0 0 0 0,-3 3 0 0,0 0 0 15,3 0 2-15,-3 0 0 0,0 2 0 0,3-2 0 16,-3 0 0-16,0 0 0 0,0-3 0 0,1-3 0 16,2 3-11-16,-3-2 12 0,3 0-12 0,-3-4 12 15,3 7-12-15,-3-1 12 0,3 0-12 0,-6 3 12 16,6 0-12-16,0-1 10 0,-3 1-10 0,4 3 10 15,-1-3-10-15,-3 2 8 0,3-2-8 0,0-3 8 16,0 3-8-16,-3 0 0 0,3-3 0 0,-3 0 8 16,3 0 0-16,-3 1-8 0,0-1 12 0,1-3-4 15,-1 6-8-15,0 0 0 0,-3 0 0 0,0 0-11 16,3 2 11-16,-3 1 0 0,3-1 0 0,-3 0 0 16,0-2 0-16,1 3 0 0,-1-3 0 0,0-3 0 15,3 3 0-15,-3-3 8 0,3 0-8 0,-3 0 0 0,3 3 8 0,0-3-8 0,-2 3 8 0,2 0-8 16,3 0 0-16,-3 0 8 15,3 2-8-15,-3 1 0 0,0-1 0 16,-3 0 8-16,3 1-8 0,-3-1 0 0,1 1 0 0,-1-1 8 16,0 1-8-16,-3-3 0 0,3 0 0 15,-3-3 0-15,0 0 0 0,3 0 0 16,-2 0 0-16,2 3 0 0,0-3 0 0,-3 3 0 16,0 0 8-16,3 2-8 0,-3 1 10 0,3 2-10 0,1-2 0 0,-1 2 0 15,0-3 0-15,0 3 0 0,0-2 0 0,0 2 0 0,0-3 0 16,0 1 0-16,-2-3 0 0,-1 2 0 15,0-2 0-15,-3 2 0 0,3-2 0 0,-3 3 0 16,0-3 0-16,-2 2 0 0,2 1 0 0,3-1-18 0,-3 3 2 0,0 0 1 16,0 3 25-16,4 0 5 0,-1 0 1 0,0-3 0 15,3 2-16-15,0 1 0 0,-3 0 0 0,3 2 0 16,0-2 0-16,-2 0 0 0,-1 0 0 0,0-1 0 16,0 4 0-16,0-3 0 0,0-3 8 0,0 3-8 15,-2-1-12-15,2-2-4 0,-3 3-2 0,3-3 0 16,0 0 31-16,0 1 7 0,3 1 0 0,-2-2 1 15,2 3-33-15,0 3-8 0,0-4 0 0,0 4-1 16,0-1 21-16,3 1 0 0,0-1 0 0,0 3 0 16,-2-2 12-16,2 2 8 0,0-3 0 0,0 3 1 15,-3-2-21-15,3 2 0 0,-3 0 0 0,0 0 0 16,0 0 0-16,3 0 0 0,-2 3 0 0,-1-3 0 16,0 0-12-16,0 2-8 0,3-2 0 0,-3 1-1 15,0-1 33-15,0 0 8 0,3 0 0 0,-2 0 1 0,2-3-21 16,-3 3 0-16,3-2 0 0,-3 2 8 15,3-3-8-15,3 1 0 0,-3 2 0 0,3-3 0 0,0 3 0 16,-2-3 0-16,2 4 0 0,0-4 0 0,0 3 0 0,0 0 0 0,0 0 0 16,-3 0 0-16,3 0 0 0,-3 0 0 0,3-2 0 0,-3 2 0 15,3 0-19-15,0 0-1 0,-2 0-1 0,-1 0 0 16,3 3 21-16,-3-3 0 0,0 3 0 0,3-1 0 16,-3-2 0-16,0 3 0 0,0 0 0 0,3-1 0 15,-3 1 12-15,0 0 8 0,4 2 0 0,-4-2 1 16,0 2-21-1,3-2 0-15,0 2 0 0,-3-2 8 0,3 2-8 0,0-2 0 0,0 2 0 0,0 1 0 16,0-1 0-16,3-2 0 0,0 2 0 0,-3 1 0 16,4-1 0-16,-1-2 0 0,0 2 0 0,0 0 0 15,0 1 0-15,3-1 0 0,3 3 0 0,-6-5 0 16,0 2 0-16,6 3 0 0,-6-5 0 0,6 5 0 16,-6-3 0-16,3 1 0 0,3 2 0 0,-6-3 0 15,0-2 0-15,-3 5 0 0,3-3 0 0,6 3 0 16,-6-3 0-16,6 3 0 0,-6-2 0 0,6 2 0 15,-6-3 0-15,6 3 0 0,-6-5 0 0,6 5 0 16,0 0 0-16,-6-3 0 0,6 3 0 0,0 0 0 16,-6 0 0-16,6 0 0 0,0 0 0 0,0 0-8 15,0 0 8-15,0 0 0 0,0 0 0 0,-3-5 0 16,3 5 0-16,0 0 0 0,0 0 0 0,0 0 0 16,0 0 0-16,0 0 0 0,0 0 0 0,0 0 0 15,0 0 0-15,0 0 0 0,0 0 0 0,0 0 0 0,0 0 0 0,0 0 0 16,0 0 0-16,0 0 0 0,0 0 0 15,0 0-8-15,0 0 8 0,0 0 0 16,-5 2 0-16,5-2 0 0,0 0 0 0,0 0 0 16,-6 3 0-16,3 0 0 0,3-3 0 0,-6 5-8 0,3 0 8 15,0 1 0-15,0-1 0 0,0 0-8 16,3 3 8-16,-3-3 0 0,0 3 0 0,3 0 0 0,-3 0 0 0,3-2-8 0,-3-1 8 16,3 3 0-16,-3-3-9 0,3 0 9 0,-3 3-10 15,3-2 10-15,0-6-10 0,-3 5 10 0,0 3-10 0,3-8 10 16,0 5-8-16,0-5 8 0,-3 8 0 0,3-8-9 15,-3 5 9-15,3-5 0 0,0 0-9 16,0 0 9-16,0 0 0 0,0 8 0 0,0-8-9 0,0 0 9 16,0 0 0-16,0 0 0 0,0 0 0 0,0 0 0 15,0 0 0-15,0 0-8 0,0 0 8 0,0 0 0 16,0 0 0-16,0 0 0 0,0 0-8 0,0 0 8 16,0 0 0-16,-3-5 0 0,0 0 0 0,3-1 0 15,-3 1 0-15,3 0-8 0,0-3 8 0,0 0 0 16,3 0 0-16,-3 0 0 0,0 0 0 0,0-2 0 15,3 2 0-15,0 0 0 0,-3-3 0 0,3 3 0 16,0 0 0-16,0 0 0 0,0 0 0 0,0 0 0 16,0 0 0-16,0 1-8 0,0 1 8 0,0 1 0 15,0-3 0-15,0 3 0 0,0-1 0 0,0 1 0 16,0 0 0-16,3 0 0 0,-3-1 0 0,0 4 0 16,0-1 0-16,-3 3 0 0,5-3 0 0,1 3 0 15,-3-2 0-15,3 2 0 0,0 2 0 0,0 1 0 16,0-3 0-16,3 3 8 0,-3 2-8 0,3-2 0 15,-3 2 0-15,0-3 8 0,3 1-8 0,0 0 0 0,-3 2 8 0,3-2-8 0,0-1 0 0,0 1 9 16,-1 0-9-16,1-1 10 0,0 1-10 0,3 0 10 16,-3-1-10-16,3 1 12 0,-3-3-12 0,0 3 12 15,0-3-12-15,0 0 0 0,0 0 0 16,0 0 8-16,0 0-8 0,0 0 0 16,-4 0 0-16,4 0 0 0,-3 0 0 0,3 0 0 15,-3 0 0-15,-3 0 0 16,3 0-59-16,-6 0-17 0,3 0-3 0,3 2-1 15,-3 1-143-15,3-1-29 0</inkml:trace>
  <inkml:trace contextRef="#ctx0" brushRef="#br0" timeOffset="40498.888">20645 8756 1337 0,'0'0'28'0,"0"0"6"0,0 0-34 0,0 0 0 0,0 0 0 0,0 0 0 31,0 0 160-31,0 0 26 0,3 5 5 0,0-2 1 0,-3-3-72 0,0 5-13 0,3 3-3 0,0-3-1 16,-3 3-11-16,0 0-3 0,3 0 0 0,-3 0 0 15,0 2-71 1,0 1-18-16,0 0 0 0,0-1 0 0,0 3 28 15,0 1 1-15,0 1 1 0,0 4 0 16,0-3-48-16,0 2-10 0,0 1-1 0,0 2-1 0,0 0 30 0,0 3 0 0,0 0 0 0,0 0 0 16,0 0 0-16,3-3 0 0,0 0 0 0,-3 0 0 15,3-2 0-15,0-4 0 0,-3-1 0 0,3-1 0 16,-3-3 0-16,0 1 0 0,3-3 0 0,-3-3 0 16,0 3-57-16,0-8-6 15,0 6-1-15,0-6 0 0,0 0-104 0,0 0-22 0,0 0-4 16</inkml:trace>
  <inkml:trace contextRef="#ctx0" brushRef="#br0" timeOffset="40829.781">20684 8864 2077 0,'-9'-8'43'0,"3"-2"11"16,-3 2-43-16,3 0-11 0,0 0 0 0,3 2 0 15,-3 1 102-15,3 0 18 0,3 5 4 0,0 0 1 16,0 0-100-16,0 0-25 0,0 0 0 0,0 0 0 15,0 0 56-15,3 3 7 0,0 2 1 0,0 3 0 16,3 0-52-16,0 0-12 0,0 0 0 0,3 0 0 0,0 2 0 0,3-2 0 16,0 3 0-16,3-1 0 0,-3 1 54 0,2-1 8 0,4 1 2 15,-3 0 0-15,0 2-52 0,3-3-12 0,-3 4 0 16,0-1 0 0,3 0-48-16,-7 3-13 0,4-3-3 0,-3 3 0 0,0 0 103 0,-3-3 20 0,0 3 4 15,-3-3 1 1,0 3-73-16,-3-3-15 0,0 1-2 0,0-1-1 0,-6 0 16 15,3-2 11-15,-6-1-13 0,0 3 5 16,0-2-18-16,-3 0-3 0,0-1-1 0,-3 1 0 0,0-3 15 0,-3 0 3 0,1 0 1 16,-1 0 0-16,0-3-9 0,0 0-1 0,-3 0-1 15,0-2 0 1,3 0-27-16,3-1-6 0,-3-2-1 0</inkml:trace>
  <inkml:trace contextRef="#ctx0" brushRef="#br0" timeOffset="41088.369">20615 8703 1592 0,'-6'-6'67'16,"1"6"-54"-1,-1-2 141-15,6 2 28 0,0 0 6 0,0 0 0 16,0 0-99-16,0 0-20 0,0 0-4 0,0 0-1 0,0 0 0 15,3-6 0-15,2 4 0 0,1-3 0 16,0 2-51-16,3 0-13 0,0 1 0 0,0-1 0 0,3 0 0 0,3 1 0 0,-3-1 0 0,9 0 0 16,-3 1 0-16,5 2 0 15,-2-3 0-15,3 0 0 16,3 3-202-16,0-2-43 0,2 2-9 0</inkml:trace>
  <inkml:trace contextRef="#ctx0" brushRef="#br0" timeOffset="41654.748">21214 9200 1387 0,'3'-3'58'0,"0"-2"-46"16,3 0 108-16,-3 0 23 0,3-3 4 0,-3 0 1 16,0 0-40-16,2-3-7 0,-2 1-1 0,0-4-1 15,0 1-33-15,0 0-6 0,0-3-2 0,0 3 0 16,0-3-10-16,0 0-1 0,0 0-1 0,0 0 0 16,-3 0-21-16,3 3-4 0,0-3-1 0,-3 0 0 15,3 3 16-15,0 0 4 0,-3 0 0 0,3 0 0 16,0 2-15-16,-3 0-2 0,0 1-1 0,3 2 0 15,-3 0-8-15,0 3-2 0,3-1 0 0,-3 4 0 16,0 2-12-16,0 0-13 0,0 0 2 0,0 0 1 16,0 0 10-16,0 0 0 0,3 2 0 0,3 4 0 15,-3 2 0-15,0 0 8 0,3-1-8 0,0 4 11 16,0 0-21-16,-3-1-4 0,3 3-1 0,0 1 0 16,-3-1-32-16,3 0-6 0,0-2-2 0,0 2 0 0,-4 0 31 0,4-2 5 15,0-1 2-15,0-2 0 16,0 3-24-16,-3-3-5 0,3-3-1 0,0 3 0 0,-3-5 38 15,0-1 9-15,3 1 0 0,-6-3 0 16,3 0 28-16,3 0 8 0,0-3 2 0,-3 1 0 0,0-4-10 0,3 1-1 0,-3 0-1 0,0-3 0 16,0 0 9-16,0 0 1 0,0 0 1 0,0 0 0 15,0-2-9-15,0-1-1 0,0 0-1 0,0 1 0 16,0-1-26-16,0-2 0 0,0 0 0 0,-3-1 0 16,3-1 0-16,0 1 0 0,0 1 0 0,-1-5 0 15,-2 2-13-15,3-3-8 0,0 1-2 0,-3-1 0 31,3 1-116-31,-3 2-23 0,0 0-5 0,0 0-1 0,-3 0-19 0,0 0-4 16</inkml:trace>
  <inkml:trace contextRef="#ctx0" brushRef="#br0" timeOffset="41930.123">21214 8547 1579 0,'-9'-6'32'0,"9"6"10"0,0 0-34 15,0 0-8-15,0 0 0 0,0 0 0 0,0 0 148 0,0 0 28 0,0 0 6 0,0 0 1 16,0 0-88-16,0 0-18 0,0 0-3 0,6-2-1 16,0 2-7-16,0 0-2 0,3 0 0 0,2 0 0 15,1 0 0-15,0 0 0 0,3 0 0 0,0-3 0 31,0 3-51-31,0-3-13 0,3 1 0 0,-3-1 0 0,2 0 0 0,4-2 0 0,0 2 0 0,3-2 0 32,3 0-48-32,0 0-13 0,2-1-3 0</inkml:trace>
</inkml:ink>
</file>

<file path=ppt/ink/ink13.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2:07:52.567"/>
    </inkml:context>
    <inkml:brush xml:id="br0">
      <inkml:brushProperty name="width" value="0.05292" units="cm"/>
      <inkml:brushProperty name="height" value="0.05292" units="cm"/>
      <inkml:brushProperty name="color" value="#FF0000"/>
    </inkml:brush>
  </inkml:definitions>
  <inkml:trace contextRef="#ctx0" brushRef="#br0">20279 11891 1507 0,'-3'-13'31'0,"3"13"9"0,-3-5-32 0,3 5-8 0,0-6 0 0,-6 4 0 15,6 2 100-15,-3-6 18 0,0 4 4 0,3 2 1 16,-6-3-28-16,0 0-6 0,0 1-1 0,-3 2 0 15,3 0-19-15,-2 2-4 0,-1-2-1 0,0 3 0 16,0 0-51-16,0 2-13 0,-3-2 0 0,0 2 0 16,0 3 0-16,3-3 0 0,-3 0 0 0,0 3 0 15,3 0 0-15,3 3 0 0,-2-3 0 0,2 2 0 16,3 1 0-16,0 0 0 0,3-1 0 0,3 1 0 16,0-1 0-16,3 1 0 0,2 2 0 0,1-2 0 15,3-1 0-15,0 1 0 0,0-3 0 0,3 0 0 16,0 2 0-16,-3-2 0 0,3 0 0 0,-3 0 0 15,-1 0-8-15,1-3-5 0,0 3-1 0,-3-2 0 0,0-1 14 16,-3 0 0-16,0 1 0 0,-3-1 0 16,-3 0 0-16,0 0-9 0,0-5 1 0,-3 8 0 15,-6-2-29-15,0 2-6 0,0 0-1 0,-3-1 0 16,0-1-16-16,-2 2-3 0,-1 0-1 0,0-3 0 0,0 0 52 0,-3 1 12 16,0-1 0-16,0 0 0 0,3-2 0 0,1-1 0 0,2 1 0 15,0 0 0 1,0-3-54-16,3 0-8 0,3-3-2 0,0 0 0 15,6-2-20-15,0-3-4 0</inkml:trace>
  <inkml:trace contextRef="#ctx0" brushRef="#br0" timeOffset="256.636">20520 12034 1546 0,'0'0'65'16,"0"0"-52"-1,0 0 99-15,0 0 20 0,0 0 4 0,0 0 1 16,-3 5-7-16,0 1-2 0,3-6 0 0,0 8 0 16,-3-3-51-16,3 0-10 0,0 3-3 0,0-3 0 15,0 1-51-15,0-1-13 0,3 0 0 0,-3 3 0 16,0 0 0-16,0 0 0 0,3 0 0 0,-3 3 0 16,0-1 0-16,0 3 0 0,0 1 0 0,0-4 0 15,0 3 24-15,0 1 3 0,0-4 0 0,-3 3 0 16,0 1-41-16,3-4-8 0,-3 3-2 0,0 1 0 15,0-4-45-15,0 1-10 0,0-1-1 0</inkml:trace>
  <inkml:trace contextRef="#ctx0" brushRef="#br0" timeOffset="1589.858">21187 11804 1824 0,'3'-13'38'0,"-3"13"8"0,0-6-37 0,0 1-9 0,3 0 0 0,-3-1 0 16,0 6 104-16,-3-2 20 0,3-4 3 0,-3 1 1 15,0 3-52-15,-3-1-9 0,3-2-3 0,-3 5 0 16,-3-3-51-16,3 3-13 0,-3 0 0 0,-3 0 0 15,3 0 54-15,-2 3 8 0,-1-3 2 0,0 2 0 16,3 1-52-16,-3 0-12 0,3 2 0 0,0 3 0 0,0-3 0 16,0 0 0-16,3 3 0 0,0-2 0 15,0 2 0-15,3-1 0 0,0 1 0 0,3 0 0 0,0 0 0 0,3 0 0 0,0-3 0 16,0 6 0 0,3-3-48-16,3 0-13 0,0 0-3 0,3 0 0 15,0 2 52-15,0-2 12 0,3 0 0 0,-3 0 0 16,0 3 0-16,-1-3 0 0,1 0 0 0,0 0 0 0,-3 2 16 15,-3-2 7-15,0 0 1 0,-3 0 0 0,0 0 12 0,-3 0 4 16,-3 0 0-16,0 2 0 0,-3-2-32 0,0 0-8 16,-3 0 0-16,0 0 0 15,-3 0-50-15,0 0-11 0,1-3-3 0,-1 3 0 0,-3 0 52 0,3-2 12 0,0-1 0 16,0 0 0-16,0 0 0 0,3 1 0 0,0-4 0 0,0 1 0 31,0 2-60-31,3-5-10 0,6 0-2 0</inkml:trace>
  <inkml:trace contextRef="#ctx0" brushRef="#br0" timeOffset="1933.68">21318 12023 2066 0,'0'0'43'0,"0"0"10"16,0 0-42-16,0 0-11 0,3-5 0 0,0 2 0 15,0-2 104-15,3 0 20 0,-3 0 3 0,3-1 1 16,3 1-52-16,-3 2-9 0,3-2-3 0,-4 2 0 0,4 1-51 0,0-1-13 16,-3-2 0-16,3 5 0 15,-3-3 0-15,3 3 0 0,-3 0 0 0,0 3 0 16,0-1 0-16,-3 1 0 0,0 2 0 0,-3 3 0 16,0 0 0-16,0 3 0 0,-3 2 0 0,0 0 0 15,-3 1-100-15,0 1-22 0,0 1-5 0,-3 3-1 16,3-3 0-16,-3 2 0 0,3 1 0 0,-3-1 0 15,3-2-102-15,1-3-21 0,-1 3-4 0,3-2-1 16,3-4 154-16,0 1 30 0,3-1 7 0,0-2 1 0,2-3 51 0,1 1 13 16,3-1 0-16,0-2 0 0,0-3 48 0,3 0 13 0,0-3 3 0,0 0 0 15,0-2-52-15,0 2-12 0,0-2 0 0</inkml:trace>
  <inkml:trace contextRef="#ctx0" brushRef="#br0" timeOffset="2297.951">20776 12071 1824 0,'0'0'38'0,"6"-3"8"15,-6 3-37-15,6-2-9 0,-3-1 0 0,-3 3 0 0,6 0 104 0,-6 0 20 0,0 0 3 0,0 0 1 16,6 3-72-16,-6-3-13 0,3 5-3 0,0 0-1 15,0 3-11-15,-3-2-3 0,0 2 0 0,0-1 0 16,0 4-25-16,0-3 0 16,0 3 0-16,-3-1 0 15,0 1-46-15,0 2-14 0,3-2-4 0</inkml:trace>
  <inkml:trace contextRef="#ctx0" brushRef="#br0" timeOffset="3395.584">21875 12142 2066 0,'0'0'43'0,"0"0"10"15,0 0-42-15,0 0-11 0,-6 0 0 0,0 0 0 16,6 0 104-16,-6 0 20 0,0 3 3 0,0-3 1 0,0 5-103 0,0-2-25 0,-3 2 0 0,3 1 0 31,-3-1 0-31,3 3 0 0,-3 0 0 0,0 2 0 0,0-2 0 0,-3 0 0 0,3 3 0 16,-2-1 0-1,-1-2-46-15,3 3-14 0,0 0-4 0,0-1 0 16,3-2-153-16,3-3-31 0</inkml:trace>
  <inkml:trace contextRef="#ctx0" brushRef="#br0" timeOffset="3749.895">22229 11775 2067 0,'-6'-11'87'0,"3"1"-70"16,-3 2 89-16,-3 2 18 0,3-2 3 0,-3 6 1 15,-3-1-52-15,0 0-9 0,-3 3-3 0,0 3 0 16,1 0-51-16,-1-1-13 0,0 1 0 0,-3 2 0 16,3 3 0-16,0 0 0 0,0 0 0 0,3 0 0 15,3 3 18-15,1-1 1 0,2 1 0 0,3-1 0 16,3 4-19-16,0-1-9 0,6 3 1 0,0 0 0 15,2-1 8-15,4 1-13 0,3 0 5 0,0 3 8 16,0-3-8-16,3-3 8 0,0 0 0 0,-3 0 0 16,0-2 0-16,-4 2 0 0,4-2 0 0,-6-1 0 15,3-2 0-15,-6 0 0 0,0-3 0 0,0 3 0 16,-3 0 0-16,-3-2 0 0,0-1-9 0,-3 3 9 16,0-3 0-16,-3 0 0 0,0 3 0 0,-6-2 0 15,0-1 0-15,0 3 0 0,-2-3 0 0,-1 3 0 16,0-3-58-16,-3 1-5 0,3-1-1 0,0 0 0 15,0 1 17-15,0-4 3 0,3-2 1 0</inkml:trace>
  <inkml:trace contextRef="#ctx0" brushRef="#br0" timeOffset="4236.421">22297 12079 1782 0,'0'0'75'0,"0"0"-60"16,3-5 99-16,0-1 20 0,3 1 4 0,-3 0 1 16,3 0-9-16,0-1-2 0,3 1 0 0,-3 0 0 15,3 2-92-15,0-2-18 0,0 2-4 0,0-2-1 16,0 5 15-16,2-3 2 0,-2 3 1 0,0 0 0 16,0 0-19-16,0 0-3 0,-3 3-1 0,0-1 0 15,0 1-8-15,-6-3 8 0,3 5-8 0,0 1 8 16,-3 2-8-16,0-3 0 0,-3 3 0 0,0 0 0 15,-3 0-28-15,3-3-7 0,-3 3-1 0,0 0-1 16,0-3-16-16,0 3-3 0,0 0-1 0,3-3 0 16,-3 1-5-16,3-1-1 0,3-5 0 0,-6 5 0 15,6-5 10-15,0 0 1 0,0 0 1 0,0 0 0 16,3 5 23-16,3-2 5 0,-3 0 1 0,3-1 0 16,3-2 22-16,0 0 0 0,0 0 0 0,0 0 0 15,0 0 22-15,0 0 2 0,0 0 1 0,0 3 0 16,0-3 21-16,0 3 4 0,-3-1 1 0,3 1 0 0,-4 0 4 15,-2-1 1-15,3 4 0 0,-3-1 0 16,0 0-2-16,0 0 0 0,-3-2 0 0,0 5 0 16,0-3-30-16,0 1-7 0,-3 2-1 0,-3-3 0 15,3 3-4-15,-3 0-2 0,1 0 0 0,-1 0 0 0,-3 0-10 0,0-1 8 16,0 1-8-16,0 0 8 0,0 3-8 0,-3-3-11 0,0 0 3 16,3 2 0-1,-3-2-32-15,3-2-5 0,-3 2-2 0,3-3 0 16,-2 0-145-16,2-2-30 0</inkml:trace>
  <inkml:trace contextRef="#ctx0" brushRef="#br0" timeOffset="4775.191">22851 12148 1789 0,'0'0'37'0,"0"0"9"0,0 0-37 0,0 0-9 0,0 0 0 0,0 0 0 15,0 5 89-15,-3 0 16 0,3-5 3 0,-6 6 1 16,0-1-40-16,3 0-8 0,-3 1-1 0,0-1-1 16,0 0-36-16,-3 0-7 0,0 1-2 0,0 2 0 15,0-3-14-15,0 3 0 0,1-3 8 0,-1 3-8 16,0 3 0-16,-3-3-10 0,0 2 2 0,3 1 0 15,-3-1-25-15,3-2-5 0,0 3-1 0,0-1 0 16,3-2-173-16,-3 0-36 0</inkml:trace>
  <inkml:trace contextRef="#ctx0" brushRef="#br0" timeOffset="5162.006">23199 11828 2074 0,'0'-14'88'0,"3"4"-71"16,-3-1 92-16,0 1 19 15,-3 2 3-15,0 0 1 0,0 2-52 0,-3 1-9 0,0 0-3 0,-3 2 0 16,0 1-27-16,0 2-5 0,-2 0-2 0,-1 0 0 16,0 2-21-16,0 1-4 0,0 0-1 0,-3 4 0 15,3-1-8-15,0 2 0 0,0 2 0 0,0 1 0 16,4-1-20-16,-4 1 4 0,3 2 1 0,3 0 0 31,0 1-10-31,3-1-3 0,0 0 0 0,3 3 0 0,0 0 8 0,3-3 2 0,3 3 0 0,0 0 0 16,0 0 10-16,3-3 8 0,0 3-12 0,-1-3 12 15,4 0-11-15,-3-2 11 0,3-3-10 0,-3 5 10 16,0-5 0-16,3 0 0 0,-3-3-8 16,-3 3 8-16,3-5 0 0,-3 2 0 0,0 0 0 0,-3 1 0 15,0-1 0-15,-3-5 0 0,-3 5 8 0,0-2-8 16,0 2 8-16,-9 6-8 0,3-6 9 0,3 0-9 15,-3-2 0-15,0 2-8 0,-3 1-1 0,0 2 0 16,-3-3-11-16,0 0-3 0,1 0 0 0,-4-2 0 16,3 2-27-16,-3-2-6 0,3 2 0 0</inkml:trace>
  <inkml:trace contextRef="#ctx0" brushRef="#br0" timeOffset="5570.57">23425 12031 2310 0,'0'0'48'0,"-6"0"11"0,0 0-47 16,0 0-12-16,1 0 0 0,-4 0 0 0,0 3 79 0,3 0 13 0,-3-1 4 0,0 1 0 16,0 2-48-16,0 3-10 0,-3-3-2 0,3 6 0 15,3-3-24-15,-3 0-4 0,0 0-8 0,3 2 11 16,-3 1-11-16,1 0 0 0,2 2 0 0,0 0 0 15,3 0-15-15,0 1 5 0,0-4 1 0,0 3 0 32,3 1-15-32,3-1-4 0,0 0 0 0,3 0 0 15,0 0-26-15,0-2-6 0,5 0 0 0,-2-1-1 16,3-2 2-16,3 0 1 0,-3 0 0 0,3-3 0 0,0 1 28 0,-3-4 6 0,3-2 0 0,0 0 1 16,-4 0 33-16,1-2 6 0,0-1 2 0,0-2 0 15,-3 2 42-15,-3-2 8 0,0-1 1 0,0 1 1 16,-3-3 5-16,0 3 1 0,0 0 0 0,-3-3 0 15,-3 2-14-15,0 1-2 0,-3-3-1 0,0 3 0 16,-3 0-20-16,0 2-4 0,-3-2-1 0,0 2 0 16,0 0-18-16,-2 1-3 0,-1-1-1 0,-3 0 0 15,0-2-12-15,-3 5-16 0,0-2 3 0,3-1 1 16,-2 0-92-16,2 3-17 0,0-2-4 0</inkml:trace>
  <inkml:trace contextRef="#ctx0" brushRef="#br0" timeOffset="5899.915">23658 11735 2290 0,'-3'-21'48'0,"0"13"11"0,3 3-47 15,-3-3-12-15,3 2 0 0,0 1 0 0,0 5 90 0,0 0 16 0,0 0 3 0,0 0 1 16,0 0-49-16,0 0-9 0,0 0-3 0,0 0 0 15,3 5-22-15,3 3-5 0,-1 0-1 0,4 3 0 16,0-1-10-16,0 4-3 0,3 2 0 0,0 2 0 16,0 1-8-16,0 2 0 0,3 3 9 0,0 2-9 15,-3 0 0-15,-1 6 0 0,1 0 0 0,0 5 0 16,-3 0 0-16,3-3 0 0,-3 4 0 0,0 1 8 16,-6-2-8-16,0-2 9 15,0 2-9-15,-3 0 10 0,-3-3-10 16,-3 1 0-16,0-1 0 0,-3-2 0 0,-3-3 0 0,-3 0 0 0,-3-5 0 0,-2 2 0 15,-7-5-20 1,0 0-5-16,-6-2-2 0,-2-3 0 0,2 0-8 0,-3-3-1 0,-3 0-1 16</inkml:trace>
  <inkml:trace contextRef="#ctx0" brushRef="#br0" timeOffset="6484.97">19922 11772 1934 0,'-33'3'40'0,"21"-1"9"0,0-2-39 0,0 3-10 0,-2 0 0 0,2-1 0 16,0 1 30-16,0 2 4 0,0 1 1 0,0-1 0 15,0 3 11-15,-3-3 2 0,0 3 1 0,-3 3 0 16,4 2-27-16,-1 3-6 0,0 0 0 0,0 7-1 15,3 1-15-15,0 5 9 0,0 3-9 0,3 5 8 16,3-3-8-16,0 1 0 0,3-1 0 0,3 6 0 16,0 0 0-16,3-1-11 0,3 6 11 0,3 0-8 15,0-2 8-15,3-4 0 0,0 1 0 0,3 0 0 16,0-6 0-16,3-2 0 0,-1 0 0 0,1-1 0 0,0-4 0 0,0-3 0 16,-3 2 0-16,3-5 0 15,0-2-73-15,0-3-19 0,2-3-4 0</inkml:trace>
  <inkml:trace contextRef="#ctx0" brushRef="#br0" timeOffset="6875.636">21738 12529 1978 0,'0'0'56'0,"0"0"12"16,0 0-54-16,-3 5-14 0,3 0 0 0,-3 3 0 16,3 3 59-16,-3-3 9 0,0 5 1 0,0-2 1 0,0 2-14 0,0 3-2 0,0 0-1 0,0 2 0 15,0 3-24-15,0 3-5 0,0 0 0 0,0 2-1 16,-3 4-15-16,3-4-8 0,0 0 10 0,-3 4-10 31,3-4 0-31,3-2 8 0,-3 0-8 0,3-3 0 16,0-3-21-16,-3 3-7 0,3-5-2 0,0 3 0 15,-3-6-127-15,3 0-26 0,-3-2-5 0</inkml:trace>
  <inkml:trace contextRef="#ctx0" brushRef="#br0" timeOffset="7212.387">21467 12973 1907 0,'0'0'80'0,"0"0"-64"16,0 0 56-16,3-2 10 0,-3 2 2 0,6-3 1 16,-6 3-7-16,6 0-2 0,-3 0 0 0,3 0 0 15,-3 3-2-15,2 2-1 0,-2 0 0 0,0 1 0 16,3-1-58-16,0 3-15 0,-3-3 0 0,3 3 0 16,0 0 0-16,0 0 0 0,0 2 0 0,0-2 0 15,0 3 0-15,0-3 0 0,3 0 0 0,-3 2 0 16,3-2 0-16,-3-2 0 0,3 2 0 0,0-3 0 15,0 0 0-15,2 1 0 0,-2-1 0 0,3-3 0 16,0-2 0-16,0 0 0 0,0 0-12 0,0-2 12 16,0-1 0-16,0-2 0 0,3 0 0 0,-3-1 0 15,2 1 10-15,-2-3-1 0,-3-3 0 0,3 1 0 16,0-1-9-16,-3 1 0 0,0-4-12 0,0 1 12 16,3 0-62-16,-3 0-5 0,3 0-1 0</inkml:trace>
  <inkml:trace contextRef="#ctx0" brushRef="#br0" timeOffset="8757.861">20321 13585 1578 0,'0'0'44'0,"0"0"12"0,0 0-45 0,0 0-11 0,-3-3 0 0,-3 0 0 16,6 3 99-16,-6-2 17 0,0-1 4 0,0 0 1 15,0 3-53-15,-3-2-10 0,0 2-2 0,0 0-1 16,-3 2-37-16,0-2-7 0,0 3-2 0,-2 0 0 15,-1 2 44-15,-3-2 9 0,-3 4 2 0,0-1 0 16,0 2-52-16,3 2-12 0,1-2 0 0,-1 3 0 16,0-1 0-16,3 1 0 0,3 0 0 0,0 2 0 15,3-5 0-15,6 2 0 0,0-2 0 0,3 0 0 16,0 0 0-16,6 0 0 0,0 3 0 0,3-3 0 16,3 0 0-16,0-1 0 0,3-1 0 0,3 2 0 15,0 0 0-15,-1 0 0 0,1-3 0 0,0 3 0 16,-3 0 0-16,3-3 0 0,-6 3 0 0,3-3 0 15,-3 1 0-15,-3-1 0 0,-4 0 0 0,1 0 0 16,0 1 0-16,-3-1 0 0,-3 0 0 0,0 3 0 16,-3-2 0-16,-3-1-13 0,0 3 2 0,-2 0 1 15,-4-3 10-15,0 3 14 0,-3 0-3 0,-3 2-1 16,0-2-59-16,0-2-12 0,-3 2-3 0,1-3 0 16,-1 3 52-16,0-3 12 0,3 0 0 0,-3 1 0 15,3-1 0-15,1-2 0 0,-1-1 0 0,0 1 0 16,6-3-54-16,0 0-8 0,3 0-2 0,0 0 0 15,6-3-51-15,3 3-10 0,-3-5-3 0</inkml:trace>
  <inkml:trace contextRef="#ctx0" brushRef="#br0" timeOffset="9247.186">20481 13849 1792 0,'0'0'51'0,"0"0"10"15,0 0-49-15,0 0-12 0,0 0 0 0,0 0 0 16,0 0 105-16,0 0 19 0,0 0 3 0,0 0 1 16,0 0-52-16,0 0-9 0,0 0-3 0,0 0 0 15,0 0-4-15,0 0 0 0,0 0-1 0,0 0 0 16,0 0-43-16,0 0-16 0,0 0 11 0,-2 8-11 0,2 0 0 0,0 0 0 15,-3 0 0-15,3 0 0 0,0 2 0 16,0 4 0-16,0-1 0 0,0 0 0 16,0 3 0-16,3 0 0 0,-3 0 0 0,0 2 0 15,0-2 0-15,0 0 0 0,0 3 0 0,0-6 0 0,0 3 0 0,0-6 0 16,-3 3 0-16,3-2 0 0,0 0 0 0,-3-3 0 0,3 2 0 16,-3-2 0-16,3 0-10 0,-3-3-8 0,0 1-2 15,3-6 0 1,0 5-31-16,0-5-6 0,0 0-2 0,0 0 0 15,0 0-145-15,0 0-30 0,0 0-6 0</inkml:trace>
  <inkml:trace contextRef="#ctx0" brushRef="#br0" timeOffset="10434.096">20827 13955 1824 0,'0'0'38'0,"0"0"8"0,0 0-37 0,0 0-9 0,0 0 0 0,0 5 0 15,0 1 67-15,-3-1 11 0,3 0 2 0,0 0 1 16,0 3-39-16,-3-2-8 0,0 2-2 0,0 0 0 15,0-1-16-15,0 1-3 0,0 3-1 0,-3 0 0 16,0-1-12-16,-3 1 0 0,3-1 0 0,-3 4 0 31,0-4-44-31,0 1-14 0,-3-1-3 0,1 1-1 0,-1 0-22 0,0-1-4 0,-3 1 0 0</inkml:trace>
  <inkml:trace contextRef="#ctx0" brushRef="#br0" timeOffset="10925.855">21133 13746 1579 0,'0'0'32'0,"3"-3"10"0,0-2-34 16,3 2-8-16,-3-2 0 0,0 0 0 0,0 0 104 0,0-1 20 0,0 1 3 0,0 0 1 15,0-3-52-15,-3 2-9 0,0-2-3 0,0 1 0 16,0 1 0-16,-3 1 0 0,3 0 0 0,-6-1 0 31,3 1 0-31,-3 0 0 0,-3-1 0 0,0 4 0 0,0 2-51 0,1-3-13 0,-4 3 0 0,0 3 0 16,3-3 0-16,-3 2 0 0,3 4 0 0,-3-1 0 15,3 0 10-15,3 1-1 0,0 2 0 0,0-3 0 16,3 3-9-16,0 0 0 0,3-3-12 0,0 3 12 16,3 0-14-16,3 0 5 0,0 0 1 0,3 2 0 15,0-2 8-15,0 0-13 0,3 0 5 0,0 0 8 16,3 0-10-16,-3 0 10 0,2 0 0 0,-2 0-9 16,-3 0 19-16,3-3 4 0,-3 3 1 0,0-3 0 15,-6 3-31-15,3-2-5 0,-6-1-2 16,0 0 0-16,0 3 37 0,-3-3 7 0,0 1 2 0,-3 2 0 15,-3-3-70-15,0 0-13 0,0 3-4 16,-3-3 0-16,-2 3 0 0,2 0 0 16,0 3 0-16,-3-3 0 0,3 0 32 0,0 0 7 0,0 0 1 0,0 0 0 15,0-3-141-15,-3 0-28 0</inkml:trace>
  <inkml:trace contextRef="#ctx0" brushRef="#br0" timeOffset="11458.804">21285 13881 1592 0,'0'0'67'16,"0"0"-54"-16,3-5 90 0,0-1 17 0,0 4 4 0,0-4 1 15,3 4-49-15,0-4-9 0,0 1-3 0,3 0 0 16,0 2 0-16,-3-2 0 0,3 0 0 0,0-1 0 16,0 1-23-16,-1 0-5 0,4 2 0 0,-3-2-1 15,-3 2-19-15,3 1-4 0,0-1-1 0,-3 0 0 16,0 3-2-16,0 0 0 0,0 0 0 0,-6 0 0 16,0 0-9-16,0 0 0 0,0 6 0 0,0-1 0 15,0 3-42-15,-3-3-10 0,0 3-3 16,-3 0 0-16,3-3-7 0,-3 3-2 0,0 0 0 0,-3 0 0 15,3-3 0-15,0 3 0 0,0-5 0 0,0 2 0 16,6-5 43-16,-6 3 8 0,6-3 1 0,0 0 1 16,0 0-5-16,0 0-2 0,0 0 0 0,0 0 0 15,0 0 6-15,6 2 2 0,-3-2 0 0,3-2 0 16,3 2 20-16,-3-3 4 0,3 3 1 0,-3-2 0 16,3-1 13-16,3 0 2 0,-3 3 1 0,-3-2 0 15,3 2-3-15,0 0 0 0,-3 0 0 0,3 0 0 16,-3 2 1-16,-1 1 0 0,-2 0 0 0,3 2 0 15,-3 0-29-15,-3 0 0 0,3 3 0 0,-3 0 0 16,0 0 57-16,0 3 6 0,0-1 1 0,-3 4 0 0,-3-4-52 16,3 3-12-16,-3 1 0 0,1-1 0 15,-1-3-41-15,0 4-11 0,0-4-3 0,-3 1 0 16,3-3-14-16,0 2-3 0,-3-2-1 0,0 0 0 16,0-2-95-16,0 2-20 0</inkml:trace>
  <inkml:trace contextRef="#ctx0" brushRef="#br0" timeOffset="11754.527">21672 13452 2333 0,'0'-8'66'0,"3"3"14"0,-3 0-64 0,0-1-16 0,0 6 0 0,0 0 0 16,0 0 41-16,0 0 5 0,0 0 1 0,0 0 0 15,6 3 13-15,0-3 4 0,3 5 0 0,-3 1 0 16,3 2-52-16,0 0-12 0,0 2 0 0,0 3 0 16,0 1 54-16,-1 4 8 0,4 1 2 0,-6 2 0 15,3 3-52-15,-3-1-12 0,0 1 0 0,3 3 0 16,-6 2-13-16,3-3-6 0,-3 1-1 0,0 2 0 16,-3 0 20-16,-3-3-10 0,3 1 10 0,-6 2-8 15,0-3-8-15,0 4-2 0,-3-4 0 0,-3 3 0 16,-3-2-18-16,-2-4-3 0,-1 1-1 0,-3-3 0 15,-3 1-34-15,0-4-7 0,-3 1-2 0</inkml:trace>
  <inkml:trace contextRef="#ctx0" brushRef="#br0" timeOffset="12253.582">19964 13532 2030 0,'0'0'57'0,"0"0"14"16,-6 5-57-16,0-2-14 0,3 2 0 0,-3 3 0 15,-3 0 0-15,3 0 0 0,-3 2 0 0,0 1 0 16,-3 2 54-16,0 3 8 0,0 0 2 0,0 2 0 15,0 1-52-15,-2 2-12 0,2 0 0 0,-3 6 0 16,3-1 22-16,3 1 2 0,-3 2 0 0,3 5 0 0,3-2-11 16,3 5-1-16,0 0-1 0,6 0 0 0,0-3-11 15,3 1 0-15,3-1 0 0,3-2 0 16,3 0-12-16,0-3 12 0,3 0-10 0,5-3 10 0,1 1-12 16,6-3 3-16,0-1 1 0,5-1 0 15,1-1-30-15,0-5-6 0,3 0 0 0,2-3-1 16,-2-5-28-16,3 0-6 0,-1-6-1 0,7 1 0 15,-3-3-56-15,5-3-11 0,1-2-2 0</inkml:trace>
  <inkml:trace contextRef="#ctx0" brushRef="#br0" timeOffset="13022.499">22461 13444 1766 0,'0'-2'82'16,"0"2"-73"-16,0 0-9 0,0-6 0 0,0 6 0 16,0 0 77-16,0 0 14 0,0 0 2 0,0 0 1 15,0 0-36-15,0 0-7 0,0 0-2 0,0 0 0 16,-3 3-3-16,-3 0-1 0,0 5 0 0,3 0 0 15,-3 2-28-15,0 3-5 0,0 1-2 0,0 7 0 16,0 0-10-16,0 5 0 0,0 6 0 0,0 3 0 16,3-6 0-16,0 5 15 0,-2-2-4 0,5 2-1 15,0-2-10-15,0 0-14 0,5 2 3 0,-2 0 1 0,6 1 10 16,-3-3 12-16,6-1-2 0,-3 1-1 16,3-5-9-16,3-4 0 0,-3-1 0 0,3-1 0 15,0-5 0-15,0 0 0 0,2-3 0 0,-2-3 0 16,0-4 0-16,3-1 0 0,-3 0 0 0,3-2 0 0,-3-3 0 15,2-3 0-15,1 1 0 0,0-6 0 16,0 0-97-16,3-3-25 0,0-2-5 0</inkml:trace>
  <inkml:trace contextRef="#ctx0" brushRef="#br0" timeOffset="13590.398">23116 13465 1789 0,'0'-5'76'16,"0"0"-61"-16,-3 0 84 15,3 2 17-15,-3-2 3 0,-3 2 1 0,0 0-48 0,0 1-8 0,-3-1-3 0,0 3 0 16,0 0-33-16,-3 0-6 0,0 3-2 0,-3-1 0 15,-2 1-20-15,-4 2 0 0,0 1 0 0,0 2 0 16,3-3 0-16,-3 5 0 0,1-2 0 0,2 3 0 16,3 2 0-16,0 0 0 0,3 1 0 15,3 2 0-15,3-3 0 0,6 3 0 0,0-1 0 0,3-1 0 16,3 2-9-16,3-3-7 0,0 3 0 16,6-3-1-16,0-2 17 0,3-1-12 0,-1 1 12 0,1-3-10 15,0 2 10 1,-3-2 0-16,3 0 0 0,-3-3-8 0,-3 3 8 0,0-2 0 0,-3-4 0 0,-1 4 0 15,-2-1 10-15,-3 0-2 0,-3-5-8 0,0 8 12 16,-3-3-4-16,0 3-8 0,-3 0 11 0,-2 0-11 16,-1 0 0-16,-6 0 0 0,3 0 0 0,-6 0 0 15,3 0 0-15,-3-3-11 0,-3 3 0 0,4-3 0 16,-1 1-26-16,3-1-6 0,0 0-1 0,0-2 0 16,3 0-139-16,3-1-28 0</inkml:trace>
  <inkml:trace contextRef="#ctx0" brushRef="#br0" timeOffset="13939.168">23146 13714 2066 0,'0'0'43'0,"0"0"10"0,0 0-42 0,0 0-11 0,0 0 0 0,0 0 0 31,0 0 104-31,0 0 20 0,0 0 3 0,0 0 1 16,0 0-52-16,0 0-9 0,0 0-3 0,0 0 0 15,0 0-51-15,0 0-13 0,0 0 0 0,0 0 0 16,3 6 0-16,2-4 0 0,-2 3 0 0,3-2 0 0,-3 2 0 0,0 1 0 0,0-1 0 0,0 0 0 16,-3 1 0-16,3-1 0 0,-3 3 0 0,3 0 0 15,-3 0 0-15,0 2 0 0,-3-2 0 0,3 0 0 16,-3 0 0-16,3 0 0 0,0 0 0 0,0 0 0 16,0 0 0-16,0-3 0 0,0-5 0 0,3 8 0 15,0-3 0-15,3-2 0 16,-3 2 0-16,3-2 0 0,0 0 0 0,0-3 0 0,3 2 0 15,-3-2 0 1,3 0-48-16,3 0-13 0,-3-2-3 0,3 2 0 0,0-3 103 0,-4 0 20 0,4 1 4 0,0-1 1 16,-3 0-86-1,0 1-17-15,0-4-3 0,0 1-1 0,0 2-143 16,0-2-29-16,0 0-5 0</inkml:trace>
  <inkml:trace contextRef="#ctx0" brushRef="#br0" timeOffset="14369.793">23696 13796 2172 0,'0'0'61'0,"0"0"15"0,0 0-61 0,0 3-15 0,3 2 0 0,-3-5 0 16,-3 8 64-16,3-3 9 0,-3 1 3 0,0 2 0 16,-3-3-28-16,3 0-4 0,-3 3-2 0,0-3 0 15,0 3-24-15,-2 0-5 0,2-2-1 0,-3 2 0 16,0 2-12-16,0-2 0 0,-3 5 0 0,3-2 0 16,-3-1-29-16,3 1-9 0,0 2-2 0,0-2 0 15,3-1-19-15,-3-2-4 0,0 3-1 0,4-3 0 16,-1-3-102-16,0 3-21 0,3-3-4 0</inkml:trace>
  <inkml:trace contextRef="#ctx0" brushRef="#br0" timeOffset="14804.61">24065 13439 2066 0,'6'-16'43'0,"-3"14"10"0,-3-4-42 0,3-2-11 0,-3 3 0 0,3 0 0 16,-3 5 82-16,-3-6 14 0,3 6 4 0,-3-5 0 15,0 2-7-15,0-2-1 0,-3 3 0 0,0 2 0 16,-3-3-73-16,1 3-19 0,-1 0 0 0,0 3 0 16,-3-1 0-16,-3 3 0 0,3-2 0 0,-6 2 0 15,3 3 0-15,3 0 0 0,-3 0 0 16,4 0 0-16,-1 3 0 0,0-1 0 0,3 1 0 0,3-1 0 15,0 4 0-15,3-4 0 0,3 4 0 0,0 1 0 16,3-1 0-16,3-1 0 16,0 3 0-16,3-3 0 0,0 3 0 0,0-3 0 0,2 3 0 0,4-3 0 15,-3 0 0-15,0-2 0 0,3 0 0 0,0 2 0 16,-3-5 0-16,-3 2 0 0,3-2 0 0,-6 0 0 16,3-2 0-16,-6 1 0 0,3-1 0 0,-6-1 0 15,2 0 0-15,-4 1 0 0,-1-1 0 0,0 0 0 16,-3 0 0-16,-3 1 0 0,0-1 0 0,-3 0 0 15,0 1 0-15,0 2 0 0,-3-3 0 0,0 0 0 16,0 3-48-16,0-3-12 0,1 1-4 0,-1-1 0 16,0 0 40-16,0 1 8 0,0-1 2 0,3 0 0 15,0-2-146-15,3-1-30 0,-3 1-6 0</inkml:trace>
  <inkml:trace contextRef="#ctx0" brushRef="#br0" timeOffset="15366.636">24378 13704 2258 0,'0'0'64'0,"0"0"14"0,0 0-62 0,0 0-16 0,0 0 0 0,0 0 0 16,0 0 81-16,-6 2 14 0,0-2 2 0,-3 3 1 15,0 0-52-15,0-1-10 0,0 4-3 0,-3-1 0 16,3 0 3-16,-3 0 1 0,1 1 0 0,-1 4 0 15,0-2-37-15,0 3 0 0,0 2 0 0,0 0 0 16,0-2 0-16,3 2 0 0,0 0 0 0,-3 1 0 16,6-1-10-16,0 0 10 0,4 0-12 0,-1 0 12 15,3 1-28-15,0-1 0 0,3 0 1 0,2-2 0 16,1-1-29-16,3 1-7 0,0-1-1 0,3-2 0 16,-3 0 12-16,3-2 3 0,0-4 0 0,0 4 0 15,0-4 21-15,3-2 5 0,-1 0 1 0,-2-2 0 16,0 2 22-16,0-6 0 0,0 4 0 0,0-4 8 15,-3 4-8-15,-3-4 0 0,0 1 9 0,0 0-9 16,-3 0 56-16,0-3 6 0,-3 2 2 0,0 1 0 16,-3-3 0-16,0 3 0 0,-3-1 0 0,0-1 0 0,0 1 0 15,0 1 0-15,-3 0 0 0,0-1 0 16,0 1-52-16,0 2-12 0,-3 1 0 0,3-1 0 0,-2 3 0 0,-1 0 0 0,0 0 0 16,0 0 0-16,0 3 0 0,-3-1 0 0,3 1 0 15,0-3 0 1,3 3-100-16,-3-1-22 0,0 1-5 0</inkml:trace>
  <inkml:trace contextRef="#ctx0" brushRef="#br0" timeOffset="15762.633">24556 13312 2310 0,'0'0'97'16,"0"0"-77"0,0 0 35-16,0 0 7 0,0 0 2 0,0 0 0 15,0 0 0-15,0 0 0 0,0 0 0 0,0 0 0 16,6 3-52-16,0 2-12 0,3 3 0 0,-3 2 0 16,3-2 0-16,0 6 0 0,0-1 0 0,0 0 0 15,0 3 0-15,0 0 0 0,3 0 0 0,0 5 0 16,-3 0 54-16,2 3 8 0,1 2 2 0,0 3 0 15,0 1-52-15,0 1-12 0,0 1 0 0,-3 0 0 16,0 0 0-16,0 2 0 0,0-5 0 0,-3 5 0 16,-3-2 0-16,0-3 0 0,0 3 0 0,-6 0 0 15,0-3-11-15,0 0-5 0,-3 0 0 0,-3-2-1 16,0-4 27-16,-3-1 6 0,0-4 0 0,0 1 1 16,-6-3-17-16,3-1 0 0,-2-4 0 0,-4 2 0 0,0-2 12 15,-3-3-2-15,-3 0 0 0,3 0 0 0,-2-3-10 16,-1 0 0-16,0 0 9 0,0-2-9 0,3 0-13 0,1-1-7 15,-1 4-2-15,0-4 0 16,6 1-129-16,0-3-25 0,3 0-6 0</inkml:trace>
  <inkml:trace contextRef="#ctx0" brushRef="#br0" timeOffset="51900.256">20601 15021 1930 0,'0'-5'55'0,"0"0"11"0,0-1-53 0,0 1-13 0,0 0 0 0,0 0 0 15,0 2 59-15,-3-2 9 0,0 2 1 0,0 0 1 16,-3 1-8-16,0-1-2 0,-3 3 0 0,0 0 0 16,-3 0-20-16,0 3-5 0,0-1-1 0,-3 1 0 0,-3 0-9 0,1 2-1 15,-1 3-1-15,0-3 0 0,3 3-9 16,0 0-2-16,0 0 0 0,0 3 0 0,6-3 7 0,0-1 1 0,3 4 0 0,3-3 0 16,1 0-20-16,2 2 0 0,2-2 0 15,1 3 0 1,3-3 0-16,3 0 0 0,3 0 0 0,0 2 0 0,3-2 0 0,0 3 0 0,3 0 0 15,0-1 0 1,-3-2-20-16,2 0-8 0,1 3-2 0,-3-6 0 0,0 3 30 0,-6-3 0 0,0 0 0 0,0 1 0 31,-6 2-24-31,0-3-11 0,0 0-2 0,-3 3-1 0,-3-3 38 0,-3 3 0 0,-3 0 0 16,-3 0 0-16,0 3 0 0,-6-1 0 0,0-2 0 0,-2 3 0 16,-1-1 0-16,0-2 0 15,0 0 0-15,0 0 0 0,0-2 0 0,3-1 0 0,4 0 0 16,-1 0 0-16,0-2 0 0,6 0 0 0,-3-3 0 0,6 0 0 31,0 0-59-31,6 0-4 0,0 0-1 0,0 0 0 0,0-6-163 0,0 1-33 0</inkml:trace>
  <inkml:trace contextRef="#ctx0" brushRef="#br0" timeOffset="52136.767">20720 15135 1972 0,'0'0'41'0,"0"0"9"15,0 0-40-15,0 0-10 0,0 0 0 0,0 0 0 16,0 0 110-16,3 5 20 0,-3-5 4 0,3 8 1 16,0 0-50-16,-3-2-9 0,0 2-3 0,3 2 0 15,-3-2-51-15,0 3-10 0,0-1-3 0,0 3 0 0,0 1-9 0,2-1 0 16,-2 0 0-16,0 3 0 0,0 0 53 16,3-3 9-16,-3 6 2 0,0-4 0 15,0-1-103-15,3 2-20 0,-3-1-4 0,0-1-1 16,0-1 0-16,0 3 0 0,-3-3 0 0,3 0 0 15,0-2-153-15,-3-1-31 0</inkml:trace>
  <inkml:trace contextRef="#ctx0" brushRef="#br0" timeOffset="52412.771">21005 14918 2374 0,'0'0'49'0,"0"0"12"0,0 0-49 0,0 0-12 0,0 0 0 0,0 0 0 16,0 0 68-16,0 0 10 0,0 0 2 0,3 8 1 16,0 0-41-16,3 0-8 0,-3 3-1 0,3-1-1 15,-3 1 27-15,3 5 6 0,3-3 1 0,-3 5 0 16,0-2-52-16,0 3-12 0,3 2 0 0,-3 0 0 16,0 6 0-16,-3-1 0 0,3 3 0 0,-3 3 0 15,0-6 0-15,-3 3 0 0,3-5 0 0,-6 3 0 16,0-4 0-16,0-1 0 0,-3-1 0 0,0-3 0 15,-3 4-48-15,-3-4-13 0,0 1-3 0,-3-1 0 16,0 1-26-16,-3-4-6 0,1 4 0 0,-1-3-1 16,-3-3-67-16,0-2-12 0</inkml:trace>
  <inkml:trace contextRef="#ctx0" brushRef="#br0" timeOffset="52760.799">20163 14955 1934 0,'-3'-8'81'0,"0"3"-65"16,0 0 67-16,0-1 13 0,3 6 2 0,-3-5 1 15,3 5-28-15,-6 0-6 0,6 0-1 0,-6 0 0 16,0 3-4-16,-3 2 0 0,3 3-1 0,-3 0 0 15,3 5-35-15,-2 3-8 0,-4 0 0 0,3 5-1 16,0 3-15-16,-3 5 0 0,3 3 0 0,0 2 0 16,3 3 0-16,0 0 0 0,3 6 0 0,0-1 0 15,3-2-12-15,3-3 12 0,0 0-12 0,6 0 12 16,0 0-10-16,3 0 10 0,3 2-8 0,0-1 8 16,2-7-9-16,1-2 9 0,3 0-10 0,0-5 10 15,3-5 0-15,-3-1-9 0,2-4 9 0,1-4 0 16,6-2-48-16,0-5-5 0,3-3-1 0,-1-3 0 15,1-5-110-15,0-2-23 0</inkml:trace>
  <inkml:trace contextRef="#ctx0" brushRef="#br0" timeOffset="53218.408">21410 14939 1592 0,'0'0'33'0,"0"0"7"0,0 0-32 0,0 0-8 0,0 0 0 0,0 0 0 16,0 0 77-16,0 0 14 0,0 0 2 0,0 0 1 16,-3 6-26-16,3 2-4 0,0 2-2 0,-3 1 0 15,0 5-31-15,3-1-7 0,-3 4 0 0,0 2-1 16,0 3-23-16,0 0 8 0,0 5-8 0,0 0 0 15,3 0 0-15,0 3 0 0,0 0 0 0,3-1 8 16,0-2-8-16,0-5 0 0,3 3 0 0,0-6 0 16,0 0 0-16,0 0 0 0,0-2 0 0,0-1 0 15,3-4 0-15,-3-1 0 0,3-3 0 0,0-2 0 16,0-2 0-16,0-4-8 0,0 1 8 0,0-6 0 16,-1 1-99-16,4-4-14 0,-3-2-3 0</inkml:trace>
  <inkml:trace contextRef="#ctx0" brushRef="#br0" timeOffset="53550.458">21797 15008 2066 0,'0'0'43'0,"0"0"10"0,0-5-42 0,0 0-11 0,-3-1 0 0,3 6 0 16,0 0 93-16,0-5 17 0,0 5 3 0,0 0 1 15,-3-3-30-15,3 3-7 0,0 0-1 0,-6-2 0 16,0-1-29-16,0 3-7 0,0 0 0 0,0 3-1 15,-3-1-18-15,1 1-3 0,-1 2-1 0,-3 1 0 16,3 1-17-16,-3 1 0 0,0 0 8 0,3 3-8 16,0-3 10-16,3 0-2 0,-3 2 0 0,6 1 0 15,0-3-8-15,3 5 0 0,3-2 0 0,0-1 0 16,0 1-49-16,3 2-12 16,3 0-3-16,-3-2 0 0,3 2 48 0,0 0 16 0,3-2-12 0,-3 0 12 15,3-1-26-15,-3 1 1 0,0-1 0 0,-1 1 0 16,-2-1 6-16,-3-2 2 0,0 0 0 0,-3 0 0 15,0 0-5-15,-3 0-1 0,0 0 0 0,-3 0 0 16,-2 3 2-16,-1-3 0 0,-3-1 0 0,0 1 0 16,-3 3 5-16,3-6 0 0,-3 3 1 0,0-2 0 15,3-1-21-15,0 0-4 0,0 0 0 16</inkml:trace>
  <inkml:trace contextRef="#ctx0" brushRef="#br0" timeOffset="54012.626">21904 15233 2066 0,'3'-5'43'0,"0"-1"10"0,0 1-42 16,0 0-11-16,3 0 0 0,0-1 0 0,0-2 104 0,0 3 20 0,3 0 3 0,0-1 1 16,3 1-52-16,-3 0-9 0,3 0-3 0,-3-1 0 15,2 4-51-15,-2-1-13 0,0 3 0 0,0-3 0 16,0 3 29-16,-3 3 3 0,3-3 1 0,-6 3 0 15,-3-3-21-15,6 2-4 0,-6-2 0 0,3 8-8 16,-3-2 11-16,0-1-11 0,-3 3 10 0,0 0-10 16,0 0-14-16,-3 0-9 0,0 2-1 0,0 1-1 15,-3-1-3-15,3-2 0 0,-3 0 0 16,0 3 0-16,3-3-22 0,1 0-5 16,-1 0-1-16,0 0 0 0,0-3 45 0,3 0 11 0,-3 0 0 0,6-5 0 15,0 0 0-15,0 0 0 0,0 0 0 0,0 0 0 16,0 0-14-16,6 3-1 0,0 0 0 0,0-3 0 15,3 0 15-15,-1 0-11 0,1 0 11 0,0 0-10 16,3 0 10-16,-3 0 0 0,3 0 0 0,0 0 0 16,-3 0 0-16,0 2 0 0,3 1 0 0,-6 0 8 15,3-1-8-15,-3 4 0 0,0-1 8 0,-1 0-8 16,-2 3 10-16,0-3-2 0,-3 3-8 0,0 3 12 16,0-1-12-16,-3-2 11 0,0 6-11 0,-2-4 10 15,-1 3-10-15,0 1 0 0,-3 2 0 0,0-3-11 16,-3 3-8-16,3-3-1 0,-3 3-1 0,0-3 0 15,0 0-25-15,0-2-5 0,0 2-1 0,3-5 0 16,1-3-151-16,-1 1-30 0</inkml:trace>
  <inkml:trace contextRef="#ctx0" brushRef="#br0" timeOffset="54333.544">22264 14900 2508 0,'0'-8'71'0,"3"0"16"0,-3 2-70 0,3 1-17 0,0 3 0 0,-3 2 0 16,0 0 55-16,6-3 7 0,0 6 2 0,0-1 0 15,3 3-52-15,-3 1-12 0,3 2 0 0,0 2 0 16,0 1 54-16,3 2 8 0,0 0 2 0,0 3 0 16,3-3-64-16,-4 3-12 0,4 0-2 0,-3 3-1 15,0-1 15-15,0 1 0 0,-3 2 9 0,0 5-9 16,0 1 8-16,-3 2-8 0,0 0 0 0,-3 5 0 15,0-4 9-15,-3-4-9 0,0 0 8 0,-3 1-8 16,-3-3 0-16,0-3 0 0,-3 0-14 0,-3 3 5 16,0-6 17-16,-6 4 3 0,3-1 1 0,-6 0 0 15,4 0-61-15,-4-2-12 0,0 4-3 0,0-1 0 16,3-4 52-16,0 1 12 0,4-1 0 0,-1-2 0 16,0-3-123-16,3-2-21 15,3-1-5-15</inkml:trace>
  <inkml:trace contextRef="#ctx0" brushRef="#br0" timeOffset="54933.173">23026 14878 1824 0,'-14'0'38'0,"8"0"8"0,0 3-37 16,0-3-9-16,-3 3 0 0,3-1 0 0,-3 4 89 0,0-1 16 0,0 3 3 0,0 0 1 15,-3 5-51-15,3-2-10 0,-6 5-3 0,4-1 0 16,-1 4-13-16,3 2-4 0,-3 3 0 0,3 5 0 16,0 0-14-16,6 8-3 0,0 0-1 0,0 3 0 15,3-3-10-15,6 0 0 16,0 0 0-16,0-3 0 0,6 1 19 0,-3-3 1 15,6-1 1-15,-4 1 0 0,7-3-21 0,-3 3 0 0,3-3 0 0,-3 0 0 16,3-2-12-16,-3-6-8 0,-3 0 0 0,2-5-1 16,1 0 21-16,0-6 0 0,-3-2 0 0,3-5 0 15,0-3-109-15,-3-3-18 0,3-2-3 0</inkml:trace>
  <inkml:trace contextRef="#ctx0" brushRef="#br0" timeOffset="62773.535">8420 5760 851 0,'-9'-5'36'0,"3"-3"-36"16,0 3 109-16,0-3 15 0,1 3 4 0,-4-1 0 16,0 1-52-16,3-3-9 0,-3 3-3 0,-3-1 0 15,3 1 0-15,-3 3 0 0,0-4 0 0,0 4 0 16,-3-4-24-16,3 4-6 0,1-4-1 0,-4 4 0 15,0-4-2-15,3 4-1 0,-3-1 0 0,0 0 0 16,0 3-30-16,3 0 8 0,-3-2-8 0,1 2 0 16,2 0 0-16,-3 2 0 0,-3-2 0 0,3 0 0 15,-3 3 54-15,0 0 8 0,0-1 2 0,-2 1 0 16,-1 2-64-16,0 1-26 0,-3-1 2 0,3 0 0 16,-3 3 24-16,4 0 0 0,-1 0 0 0,0 3 0 15,3 2 0-15,0 0 9 0,0 3-9 0,3 0 10 16,1 0 6-16,2 2 0 0,0 1 1 0,0 2 0 15,3 0-17-15,0-2 0 0,0-1 0 0,0 3 0 16,3-2-17-16,3-1-7 16,-3 4-2-16,3-4 0 0,0 1 26 0,0-1 0 0,3-2 0 0,-3 3 0 15,6-1-33-15,-3-2-5 0,3 2-1 0,3-2 0 0,-3 3 55 16,3-1 10-16,3 1 2 0,0-1 1 0,0 1-29 16,3-1 0-16,0 1 0 0,0-1 0 0,6-2 0 15,-1-2 0-15,4-1 0 0,0 0 0 0,3-2 0 0,3-1 0 16,-3-2 0-16,5 0-10 0,-2 0 10 0,0 0 0 0,0-5 0 15,-1 2 0-15,-2 0 0 0,3-2 0 0,-3 2 0 16,0-5 0-16,2 3-21 0,1-3-3 0,0-3 0 0,3 3 0 16,-3-5 24-16,-1 2 0 0,4-2 0 0,0 0 0 15,-6-1 20-15,3 1 9 0,-4-3 2 0,1 0 0 16,-3 0-19-16,-3 0-3 0,0 0-1 0,-3-2 0 16,2-1 0-16,-2 1 0 0,0-4 0 15,-3 1 0-15,3-3 7 0,-3 0 1 0,0 0 0 16,-3-2 0-16,3-1-16 0,-3 4 0 0,0-4 0 0,-1 1 0 15,-2-1 48-15,0 3 4 0,0-2 1 0,-3-1 0 16,0 3-33-16,0-5-8 0,-3 3 0 0,0-6-1 16,0 0 42-16,-3 0 9 0,0-2 2 0,-3-1 0 15,0 1-52-15,-3-1-12 0,1 3 0 0,-4 1 0 16,0 1 0-16,0 4 0 0,-3-1 0 0,0 4 0 16,-3 4 0-16,3 0 0 0,-3 3 0 0,-2 0 0 15,-1 1 8-15,-3 1 0 0,0 4-8 0,-3-1 12 16,-2 3-12-16,-1 0-12 0,0 3 3 0,-3 2 0 15,1 3-43-15,2 2-8 0,0 4-1 0,0 2-1 16,3 5-86-16,1 3-18 0,-1 2-3 0</inkml:trace>
  <inkml:trace contextRef="#ctx0" brushRef="#br0" timeOffset="63619.381">8560 6639 1337 0,'-12'-8'28'0,"3"-3"6"16,-3 3-34-16,1 0 0 0,-1-2 0 0,-3 2 0 15,3 0 102-15,-3 0 14 0,0 0 2 0,-3 0 1 16,0 3-37-16,3-3-7 0,-2 3-2 0,-4-1 0 16,3 4-7-16,-3-4-2 0,0 4 0 0,0-1 0 15,1 0-51-15,2 3-13 0,-3-2 0 0,0 2 0 16,3 0 35-16,0 2 4 0,-3-2 1 0,4 3 0 15,-4 0-27-15,0-1-5 0,0 1 0 0,0 2-8 16,-3-2 9-16,1 2-9 0,-4 1 0 0,3-1 9 16,0 3-9-16,-3 2 0 0,4 1 0 0,-1 0 0 15,3 2 13-15,0 3 1 0,0 0 0 0,3 2 0 16,4-2-22-16,-1 2-5 0,0 1-1 0,3-1 0 16,0 1 14-16,3 0 0 0,0-1 0 0,0 1 0 15,3-1 0-15,3 1 18 0,0 2-2 0,0-3-1 0,3 3-30 0,0-2-5 16,3 0-2-16,0 2 0 0,0-3 14 0,3 3 8 0,0 1-10 15,3-1 10 1,0 0-36-16,0 0 0 0,3 0-1 0,0-2 0 0,3-1 37 0,0 1 0 0,-1-3 0 0,4 0 0 16,0-3 18-16,3 0 11 0,0 0 3 0,3-2 0 15,-1-1-32-15,1-2 0 0,0 0 0 0,0 3 0 16,0-6 0-16,2 3 0 0,-5-3 0 0,3-2 0 16,3 0 10-16,-3-1-10 0,2-2 10 15,4 0-10-15,-3 0 8 0,6-2-8 0,0-1 0 0,-1 0 0 16,-2 3 11-16,3-5-11 0,-6 0 12 0,-1-1-12 15,1-1 16-15,-3 1-3 0,-3-2-1 0,0 0 0 16,-4-2-4-16,4 2 0 0,0-3-8 0,-3 3 12 16,0-2-12-16,0-1 0 0,0-2 0 0,-1 2 0 15,-2-2 54-15,-3 0 8 0,3-3 2 0,-3 0 0 16,-3 0-52-16,3-2-12 0,-3 2 0 0,-3-3 0 16,0 1 0-16,0-1 0 0,-3 1 0 0,0 2 0 15,-3-3 34-15,3 1 4 0,-3-1 1 0,-3 1 0 16,0-1-11-16,0 1-3 0,0-1 0 0,-3 1 0 15,-3-1-25-15,3 1 0 0,-3-1 0 0,0 1 0 16,-3-4 0-16,0 4 0 0,-3-1 0 0,0-2 0 16,1 5 0-16,-4 1 0 0,3-4 0 0,-3 6 0 15,0 0 29-15,3 2 1 0,0 0 0 0,-6 1 0 16,4-1-48-16,-1 3-10 0,0 0-1 0,-3 3-1 0,-3 0 30 16,-3 2 0-16,1 0-8 0,-4 1 8 15,0 4-156-15,-3 4-29 0,1-1-6 16</inkml:trace>
  <inkml:trace contextRef="#ctx0" brushRef="#br0" timeOffset="71222.04">11302 5938 1185 0,'0'-6'24'0,"0"1"7"0,0 0-31 0,-3 2 0 0,0-5 0 0,3 3 0 16,-3 0 80-16,0-1 11 0,3-2 1 0,-3 3 1 16,0-3-17-16,0 3-3 0,0-3-1 0,-3 0 0 15,3 3-4-15,0-3 0 0,0 0-1 0,-3 2 0 16,0-1-54-16,0-1-13 0,3 0 0 0,-3 0 0 16,0 0 0-16,-3 0 0 0,3 0 0 15,-3-3 0-15,0 3 54 16,1-2 8-16,-1 2 2 0,-3 0 0 0,0 0-52 0,3 0-12 0,-3 0 0 0,-3 3 0 15,3 0 0-15,-3-1 0 0,3 1 0 0,-6 0 0 16,4-1 54-16,-4 4 8 0,0-4 2 0,0 4 0 16,3-1-52-16,-3 0-12 0,0 3 0 0,1-2 0 15,-1 2 0-15,-3 0 0 0,3 0 0 0,-6 0 0 16,3 0 0-16,1 2-12 0,-4-2 3 0,0 6 0 16,-3-4 9-16,3 4 0 0,0-1 0 0,1 3 0 15,-4 0 0-15,3 0 12 0,0 2-2 0,0 1-1 16,4 0-9-16,-1 2-17 0,0 0 4 0,0 0 1 15,3 1 12-15,0 1 0 0,1-1-10 0,2 4 10 16,0-2 0-16,0 0 0 0,0 2-9 0,0-2 9 16,6 3 0-16,-3-3 0 0,3 0-8 0,0-1 8 15,3 1 0-15,3 0-8 0,1 0 8 0,-1-3 0 16,3 3 11-16,3-3 9 0,-3 1 1 0,5 2 1 16,1-3-69-16,0 0-13 0,3 3-4 0,3 0 0 15,-3 0 103-15,3-1 20 0,0 4 4 0,0 0 1 0,3-4-64 16,0 4-28-16,-1-3 3 0,4 2 0 0,-3-4 25 0,0 1 0 15,0 1 0-15,3-2 0 0,0-1 0 0,0 0 0 16,2-2 0-16,-2-1 0 0,3-2 0 0,3 0 0 16,0 0 10-16,-3 0-10 0,2-3 12 15,1-2-4-15,3 2-8 0,-3-2 12 0,0-3-4 16,-1 2-8-16,4-2 11 0,-3 0-11 0,0 0 12 0,-3-2-12 16,2-1 12-16,1 0-12 0,3 1 0 0,-3-3 0 0,3-1 0 15,-1 1 0-15,1 0 0 0,0-3 0 0,-3 0 0 0,3 0 0 16,-4 0 16-16,1 0-3 0,0-3-1 0,0 1 0 15,-3-1 32-15,0-2 7 0,-4 2 1 0,1-2 0 16,3 0-42-16,-3 0-10 0,3-3 0 0,0 3 0 16,-3-3 0-16,-4 3 0 0,4-3 0 0,-3 2 0 15,0-1 0-15,-3 1 0 0,0 4 0 0,0-4 0 16,-3 1 27-16,0 0 3 0,0 0 1 0,-3 0 0 16,-1-1 1-16,-2-2 1 0,0 3 0 0,0-3 0 15,-3 0-33-15,0-2 0 0,0 2 0 0,0 0 0 16,-3-2 0-16,-3-1 0 0,1 1 0 0,-4-1 0 15,0 3 0-15,-3-2 0 0,0 2 0 0,-6 3 0 16,3-3 0-16,-6 3 0 0,3 2 0 0,-2 0 0 16,-4 3 0-16,3 0 0 0,-3 1 0 0,0 1 0 15,-2 1 0-15,-1 0 0 0,-3 2 0 0,-3 0 0 16,3 3 0-16,-5 0 0 0,2 0 0 0,0 3 0 16,0 2-44-16,1 3-16 0,2 3-4 0,-3-1 0 15,3 4-92-15,1 2-18 0,2-1-4 0</inkml:trace>
  <inkml:trace contextRef="#ctx0" brushRef="#br0" timeOffset="72306.852">11317 6591 1330 0,'0'0'28'0,"0"0"5"0,-3-5-33 16,0 0 0-16,0 2 0 0,0-2 0 0,0 2 78 0,-3-2 9 0,3 2 1 0,-3-2 1 31,3 2-30-31,-3 0-7 0,0 1 0 0,0-1-1 0,0 1-7 0,-3-1 0 0,3 0-1 0,-3 1 0 16,3-1-26-16,-3 0-5 0,0-2 0 0,0 2-1 15,-3 1 23-15,4 2 5 0,-4-3 1 0,-3 0 0 16,0 1-13-16,0 2-3 0,0-3 0 0,-6 3 0 15,3-2-24-15,-2 2 0 0,-1-3 0 0,-3 3 0 16,0 3 0-16,3-3 0 0,-6 2 0 0,4-2 0 16,-1 3 36-16,-3-3 3 0,0 0 0 0,-2 2 0 15,2 1-11-15,0 0-3 0,0 2 0 0,0-2 0 16,4 2-25-16,-1 0 0 0,0 1 0 0,0 1 0 16,3 1 0-16,3 3 0 0,4-3 0 0,-4 5 0 15,6-2-8-15,-3-1-8 0,6 1 0 16,-3 2-1-16,0 0 17 0,3-2 0 0,-3 5-8 0,3-3 8 15,3 0 0-15,-3 3 0 0,1 0 0 0,2-3 0 16,0 3-10-16,0 0 10 0,3-3-8 0,-3 6 8 16,3-3 0-16,0 0 0 0,0-1 0 0,-3 1 0 15,6-2 0-15,0 1 0 0,0 1 0 0,0 3-8 16,3-3 8-16,0 0 0 0,0 2 0 0,3 1-8 16,3 2 8-16,-3-3 0 0,3 1 0 0,2 2 0 15,1-5 0-15,0 2 0 0,0 1 0 0,0-3 8 16,3 2-8-16,0-4 8 0,0 1-8 0,3-1 8 15,2-4-8-15,1 3 12 0,0-2-4 0,3-3 0 0,3 3-8 16,0-6 12-16,2 0-4 0,-2 0 0 0,3 1 4 16,0-4 0-16,-1 1 1 0,1-3 0 0,0-3-13 0,0 1-8 15,2-4 8-15,1 1-13 0,0 0 61 0,0-3 13 0,2 0 3 0,1 0 0 32,-6-3-72-32,3 4-15 0,-7-4-2 0,4 0-1 0,-6 1 26 0,0-3 9 15,0-1 0-15,-4 1 0 16,-2-3 7-16,3 0 0 0,-3-2 1 0,3-1 0 0,-6 1-17 0,3-1 0 15,-4 1 0-15,1-3 0 0,-3 2 0 0,3 0 0 0,-3 4 0 16,0-4 0-16,-3 1 38 0,0-1 4 0,0 1 1 0,-3-1 0 16,0 0-18-16,0-2-3 0,-3 3-1 0,0-3 0 15,-3-3-21-15,0 3 0 0,0-1 0 0,-3 1 0 16,-3 3 0-16,0-3 0 0,-3 2 0 0,0 1 0 16,-3-1 0-16,0 3 0 0,-3 0 0 0,-3 3 0 15,0 0 0-15,-2 5 0 0,-1-3 0 0,0 3 0 16,-3 0 32-16,0 1 1 0,3 1 1 0,-5-2 0 15,2 3-34-15,-3 0 0 0,0-1 0 0,-3 4 0 16,1-1-23-16,2 0-8 0,-3 3-1 0,0 0-1 16,1 3-25-16,2 2-5 0,0 1-1 0,-3 2 0 15,3 0-150-15,1 2-30 0</inkml:trace>
  <inkml:trace contextRef="#ctx0" brushRef="#br0" timeOffset="80968.61">14022 5805 1310 0,'-3'-5'37'0,"3"0"8"15,-3-3-36-15,3 3-9 0,-3-1 0 0,0 1 0 16,0 0 64-16,0-3 12 0,0 2 1 0,0 1 1 16,0 0-15-16,0 0-3 0,0-1-1 0,1 1 0 15,-4 0-11-15,-3-1-3 0,3 1 0 0,-3 0 0 0,-3-1-4 16,0 4-1-16,0-3 0 0,-3 2 0 16,3-2-6-16,-3 2-2 0,0 0 0 0,-2 1 0 15,2 2-9-15,-3-3-3 0,0 0 0 0,0 3 0 16,3-2 0-16,-3 2-1 0,1 0 0 0,-1-3 0 0,0 3-7 0,0-3 0 0,0 3-1 15,-3-2 0-15,0 2-11 0,1 0 10 16,-1 0-10-16,0 2 10 0,0 1-10 0,0 0 0 0,0-1 0 16,1 4 8-16,-1-1-8 0,3 3 0 0,0 0 0 15,0 2 0-15,3 1 0 0,0 2 0 0,1 0 0 0,-1 1-11 16,0 2 11-16,3-1 0 0,-3 4 0 0,3-1 0 16,0 1 0-16,3 0-8 0,0 2 8 0,0-3 0 15,3 3 0-15,0-2-8 0,1-1 8 16,2 1 0-16,0-1 0 0,3 1 0 0,0-3 0 0,0 2-8 15,3-2 8-15,2 0-8 0,1 0 8 0,0 3-8 16,3-4 25-16,3 1 6 0,0 3 1 0,0 2 0 16,3-2-24-16,0-4 0 0,0 4 0 0,3-1 0 15,2-2-13-15,1 0-7 0,6-3-2 0,0 3 0 16,3-5 35-16,-1-1 7 0,4-2 2 0,0 3 0 16,-3-6-22-16,2 1 0 0,-2-4 0 0,6 1 0 15,-3-3 0-15,2-3 0 0,1 1 0 0,0-1 0 16,-1-2 0-16,1-1 0 0,3-2 0 0,-3 0 0 15,-4-2 0-15,1-1 0 0,-3-2 0 0,0 0 0 16,-1 0 0-16,-2-3 0 0,0 0 0 0,3-3 0 16,-4 3 56-16,-2 3 6 0,0-3 2 0,-3 0 0 15,-3 3-64-15,0 0 0 0,-3 0 0 0,-1 0-13 16,-2-1 25-16,-3 1 4 0,0 3 2 0,0-6 0 16,-3 0-1-16,0-3 0 0,-3 3 0 0,0-5 0 15,-3 3-5-15,0-1 0 0,0-2-1 0,-3 0 0 0,0 0-1 16,-3 2 0-16,0-2 0 0,-3 0 0 0,0 2 5 0,-3 1 1 15,-3 2 0-15,-2 0 0 0,-1 3-16 0,-3 0 0 0,-3-1 0 16,0 6 0-16,0-2 0 0,1 4 0 16,-4-1 0-16,0 4 0 0,0-2 0 0,-2-1 0 0,2 1 0 15,-9 2-10-15,3 1 10 0,1 2 0 0,-4 0 8 0,-3 2-8 32,6 4-47-32,1-1-13 0,-1 3-4 0,0 0 0 15,0 2-102-15,4 1-21 0,-1 0-4 0</inkml:trace>
  <inkml:trace contextRef="#ctx0" brushRef="#br0" timeOffset="81910.708">14079 6610 1094 0,'-6'-8'23'0,"6"8"5"0,-3-6-28 0,0 4 0 0,0-3 0 0,0-1 0 16,-3 4 100-16,0-4 16 0,3 4 2 0,-3-4 1 15,0 4-35-15,-3-4-8 0,3 4 0 0,-3-4-1 16,0 4-16-16,0-3-3 0,1 2-1 0,-1-2 0 16,-3 2-11-16,3 0-1 0,-3 1-1 0,-3-1 0 15,0 0-10-15,0 1-3 0,0 2 0 0,0-3 0 16,1 3-29-16,-4 0 0 0,0 0 0 0,-3 0 0 16,3 3 0-16,0-3 0 0,0 2 0 0,-2 1 0 15,-1 0 9-15,0-1-9 0,0 1 8 0,-6 2-8 16,3-2 0-16,-2 5 0 0,-1-3 0 0,0 6 0 15,0-1 0-15,1 1 0 0,2 2 0 0,-3 3 0 16,6 0-8-16,-3 0 8 0,6 0 0 0,1 2 0 16,-1 1 0-16,0-1 0 0,3-2-9 0,-3 5 9 15,6-2 0-15,0-3-10 0,0 2 10 0,0 1-8 16,7-1 8-16,-1-2 0 0,0-3-9 0,3 6 9 16,3-3 0-16,0 0 0 0,3 2 0 0,0 1 0 15,0 2 0-15,3 0 0 0,-1 3 0 0,4 0 0 16,0-3 0-16,0 0 10 0,3 3-10 0,0-3 10 0,3 0-2 0,-3-2 0 15,0-1 0-15,3 1 0 0,0-3 5 0,-1-3 1 16,4-3 0-16,3 4 0 0,-3-4 25 0,3-2 5 16,3 0 0-16,-1 0 1 0,4-3-45 0,0 1-13 15,0-4-1-15,0 3 0 0,-1-5 28 0,1 0 6 16,0 0 0-16,0-2 1 0,0-3-13 0,2-1-8 0,-2 1 10 0,3 0-10 16,0-1 48-1,-1-2 3-15,1 3 1 0,3-3 0 0,-6 0-52 0,-1-2-22 0,-2-1 2 0,3-2 0 16,-6 2 34-16,-3-2 7 0,0-3 2 0,-3 3 0 15,-1-3 0-15,1-2 0 0,0-1 0 0,-6-2 0 16,3 0 12-16,-3 2 2 0,0-5 1 0,-3 3 0 16,0 0-38-16,0 2 0 0,-3 1 0 0,0-1 0 15,0 1 11-15,0-1-3 0,-3 4 0 0,-3-4 0 16,0 3-8-16,0-2-9 0,-3 2 9 0,0-3-13 16,-3 3 37-16,0-2 8 0,0-1 2 0,-3 3 0 15,0-2-22-15,0 2-12 0,-6 0 12 0,4 0-12 16,-4 3 10-16,-3 0-10 0,0 0 8 0,-3-1-8 15,-3 4 0-15,1-1 0 0,-4 3 0 0,-3 3-11 16,3 0-22-16,1 2-5 0,-1 0-1 0,-3 3 0 16,0 0-44-16,4 3-9 0,-4-3-1 0</inkml:trace>
  <inkml:trace contextRef="#ctx0" brushRef="#br0" timeOffset="90383.384">23458 15029 2055 0,'0'0'43'0,"0"-5"9"0,0 0-41 0,0 2-11 0,0-2 0 0,0-1 0 15,0 6 56 1,-3-5 8-16,0 0 3 0,3 5 0 0,-6-5-3 0,0 2 0 0,0 0 0 0,-3 1 0 16,3 2-18-16,-6 2-4 0,1 1-1 0,-1 0 0 15,-6 2-23-15,0 3-5 0,-3 0-1 0,0 0 0 16,0 2 0-16,4 1-1 0,-4-3 0 0,3 5 0 16,3-5-11-16,3 3 0 0,3-1 0 0,3 1 0 15,3-1 0-15,3-2 0 0,0 3 0 0,6-3 0 16,0 2-14-16,6-2-5 0,0 0-1 15,3 0 0-15,3 0 20 0,0 0-8 0,-1 0 8 0,1 3 0 16,0-4 0-16,0-1 0 0,0 2 0 0,-3-3 0 16,-3 3 0-16,0 0 0 0,-4 0 0 0,1 0 0 15,-3 0 0-15,0 0 0 0,-3 0 0 0,0 0 0 16,-3-1-40-16,-3 1 0 16,0 3-1-16,0 0 0 0,-3-4 32 0,-3 4 9 0,1 0 0 0,-4-1 0 15,0-2-19-15,-3 3 1 0,3-3 0 0,-6 0 0 16,6 0-12-16,-3-3-2 0,3 3-1 0,0-6 0 15,1 4-128-15,2-6-26 0,3 2-5 0</inkml:trace>
  <inkml:trace contextRef="#ctx0" brushRef="#br0" timeOffset="90796.56">23568 15347 1007 0,'6'-3'42'0,"0"0"-34"16,0 3 100-16,3-2 19 0,-3-1 4 0,0 1 1 16,0-4-16-16,0 4-4 0,0-1 0 0,0-2 0 15,0 2-6-15,0-2-2 0,0-1 0 0,0 1 0 16,-1 3-26-16,4-4-6 0,-3 4 0 0,0-4-1 15,0 4-29-15,0-4-6 0,0 4 0 0,0-1-1 16,-3 0-16-16,3 3-3 0,-6 0-1 0,3 0 0 16,-3 0-15-16,0 0 11 0,3 3-11 0,-3-3 10 15,0 8-10-15,0 0 0 0,0 0 0 0,-3 2 0 16,-3 1 0-16,3 0 0 0,-3-1 0 0,0 1 0 16,-3-1-32-16,0 4-1 0,3-1-1 0,-3-3 0 15,1 1 3-15,2 0 1 0,0-1 0 0,3 1 0 16,0-3 14-16,0 0 2 0,3 0 1 0,0 0 0 15,3-3 5-15,0 0 8 0,3-2-13 0,0 2 5 16,2-2 8-16,1-3-10 0,0 0 10 0,3 0-10 16,0 0 10-16,3 0 0 0,0 0-9 0,3-3 9 15,-3 0-16-15,0 1 0 0,-1-4 1 0</inkml:trace>
  <inkml:trace contextRef="#ctx0" brushRef="#br0" timeOffset="91015.156">24074 15360 1983 0,'0'0'41'0,"0"0"10"0,0 0-41 0,0 0-10 15,0 0 0-15,0 0 0 0,0 0 122 0,0 0 22 0,0 0 5 0,0 0 1 16,0 0-83-16,0 0-17 0,3 5-3 0,-3 1-1 16,0 2-23-16,-3-3-5 0,0 0-1 0,-3 3 0 15,3 0-7-15,-6 3-2 0,3-3 0 0,-2 2 0 16,-1 1-63-16,0-1-13 0,0 1-2 0,0-1-1 15,-3 1-148-15,3-3-29 0</inkml:trace>
  <inkml:trace contextRef="#ctx0" brushRef="#br0" timeOffset="91646.297">24568 14934 2250 0,'-6'-5'64'16,"-3"2"14"-16,4 0-62 0,-4 1-16 0,3-1 0 0,-6 0 0 15,3 3 36-15,-6 3 4 0,3 0 0 0,-3-1 1 16,0 4-24-16,0-1-5 0,0 3 0 0,-2 0-1 16,2 2 5-16,0-2 0 0,3 3 1 0,0 0 0 15,3 2-17-15,0 0 0 0,3 3 0 0,3-3 0 16,0 3-44-16,6-3-12 0,0 0-2 0,3 3-1 15,0 0 31-15,6-3 7 0,0 3 1 0,3-2 0 16,0 1 10-16,6-4 10 0,-4 2-13 0,1 0 5 16,0-2 8-16,0 2 0 0,0-5 0 0,-3 3 0 15,-3-1 0-15,0-2 0 0,-4 0 0 0,1 0 0 16,-3 3 0-16,-3-3 0 0,-3 2 10 0,0-2-10 16,-6 0 11-16,0 3-11 0,-2-3 12 0,-1 2-12 15,-3-2 8-15,0 3-8 0,-3-3 0 0,-3 0 0 16,3 2 0-16,-3-2 0 0,3 0 0 0,1 0 0 0,-1 0 0 15,0-3 0-15,3 1 0 0,0-1 0 16,0 0-37-16,3-2-15 0,0 0-2 0</inkml:trace>
  <inkml:trace contextRef="#ctx0" brushRef="#br0" timeOffset="92064.334">24783 15233 2310 0,'0'0'48'16,"0"0"11"-16,-3 5-47 0,3-5-12 0,-6 6 0 0,3-4 0 15,0 4 76-15,-3-4 14 0,3 3 2 0,-3 1 1 16,3 2-46-16,-3 0-10 0,0 2-1 0,0 1-1 16,0-1-35-16,-3 4 0 0,3-4 0 0,-3 3 0 15,3 1 0-15,0-1 0 0,-3 0 0 0,4 0 0 16,-1 3 0-16,3-3 0 0,-3 3 0 0,3-2 0 15,0-1-56-15,3 0-17 0,0-2-4 0,0 2-1 16,3-5 22-16,0 0 4 0,0 0 0 0,3 0 1 16,0-3-1-16,2-2 0 0,1 2 0 0,0-5 0 15,3 0 23-15,0 0 4 0,0-5 1 0,3-1 0 16,-3 1 24-16,0 0-10 0,0-1 10 0,0 1 0 0,-1-3 30 16,1 3 13-16,-3-3 2 0,-3 3 1 15,0-3 15-15,0 5 3 0,-3-2 1 0,-3-1 0 16,0 6 26-16,0-5 5 0,-3 0 0 0,-3 0 1 0,0 2-77 15,0-2-20-15,-3-1 0 0,-3 4 0 0,4 2 55 0,-4-3 7 16,3 3 2-16,-3 0 0 0,0 0-52 0,0 0-12 0,0 3 0 16,0-3 0-1,0 2-48-15,0 1-13 0,0 0-3 0,3 2 0 16,-2-5-37-16,2 3-8 0,0-3-2 0</inkml:trace>
  <inkml:trace contextRef="#ctx0" brushRef="#br0" timeOffset="92423.125">25000 14982 2408 0,'-9'-14'50'0,"6"12"12"16,0-4-50-16,0 4-12 0,3 2 0 0,-3-5 0 15,3 5 84-15,0 0 15 0,0 0 2 0,0 0 1 16,0 0-30-16,0 0-7 0,0 0-1 0,0 0 0 15,0 0-51-15,0 0-13 0,6 5 0 0,0 0 0 16,0 0 0-16,0 1 0 0,3 2 0 0,-3 2 0 16,3 1 0-16,3 2 0 0,0 0 0 0,-3 3 0 15,2-3 0-15,1 6 0 0,0-3 0 0,-3 5 0 16,0 0 0-16,0 3 0 0,0 5 0 0,3-3 0 16,-6 4 0-16,0-4 0 0,0 1 0 0,0 2 0 15,-6-6 0-15,3 1 0 0,-6 0 0 0,0 0 0 16,-3-3 33-16,0 0 4 0,-3 3 1 0,-3 0 0 15,3-3-10-15,-6 3-1 0,3-3-1 0,-3 3 0 16,0-3-72-16,4 0-14 0,-4-5-4 0,0 3 0 0,0-4 44 16,-3 1 8-16,3-2 1 0,-3-4 1 15,0 1-114-15,-2-3-24 0,5 0-4 0</inkml:trace>
</inkml:ink>
</file>

<file path=ppt/ink/ink14.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2:09:39.354"/>
    </inkml:context>
    <inkml:brush xml:id="br0">
      <inkml:brushProperty name="width" value="0.05292" units="cm"/>
      <inkml:brushProperty name="height" value="0.05292" units="cm"/>
      <inkml:brushProperty name="color" value="#FF0000"/>
    </inkml:brush>
  </inkml:definitions>
  <inkml:trace contextRef="#ctx0" brushRef="#br0">12939 15252 1250 0,'-3'-3'52'0,"-3"0"-41"16,3 1-3-16,3 2-8 0,-3-6 12 0,-3 4-4 16,6 2 2-16,-3-3 0 0,0 0 0 0,3 3 0 15,-6-2 10-15,0-1 1 0,3 0 1 0,3 3 0 16,-3-5 10-16,3 5 3 0,-6-3 0 0,6 3 0 16,0 0 10-16,0 0 3 0,0 0 0 0,0 0 0 15,0 0-20-15,0 0-3 0,0 0-1 0,0 0 0 16,0 0-15-16,0 0-9 0,0 0 10 0,0 0-10 15,6 0 0-15,0 3 0 0,0-3 0 0,0 3 0 16,0-3 0-16,0 2 0 0,3-2 0 0,-3 0 0 16,6 3 41-16,-3-3 3 0,5 0 0 0,-2-3 0 15,3 3-22-15,3-2-4 0,0-1-1 0,0 0 0 16,3 1-17-16,2-1 8 0,1 1-8 0,0-1 0 16,0 0 19-16,3-2-3 0,0 2-1 0,-1 3 0 15,1-5-7-15,0 2 0 0,-3 1-8 0,0-1 12 16,2 3-27-16,1-3-5 0,3 1-2 0,0-1 0 15,-1 3 46-15,1-2 8 0,3 2 3 0,-3 0 0 16,2-3-5-16,-2 3-1 0,0-3 0 0,3 3 0 16,-4 0-40-16,1-2-8 0,3-1-1 0,0 0-1 0,-1 3 21 15,4-2-9-15,0-1 9 0,0 0 0 0,-1 3 0 16,1-5 0-16,0 2 0 0,-1 1 0 0,1-4 0 0,3 1 0 16,0-3 0-16,-1 3 0 0,1 0 0 0,0-1 0 15,-1 1 8-15,1 2-8 0,-3 1 0 0,-1-1 9 16,-2-2-9-16,0 2 8 0,0 1 6 15,-4-1 1-15,4 3 0 0,3 0 0 16,-6 0-15-16,2 0-16 0,-2 3 3 0,3-1 1 0,-6 1 12 16,3-3 16-16,-4 0-3 0,4 0-1 0,-3 0-12 0,0 0-10 0,-1 0 2 15,1 2 0-15,0-2 8 0,3 3 9 0,-3-3-1 0,2 0-8 16,-2 3 8-16,3-1-8 0,0 1 0 0,-4-3 0 16,1 3 11-16,0-1-2 0,0-2 0 0,0 0 0 15,-4 3-9-15,4-3-12 0,0 0 2 0,0 3 1 16,-3-3 9-16,5 2 0 0,-2 1 0 0,0-3 0 15,0 3 9-15,0-1 4 0,-1 1 1 0,1 0 0 16,0-3-14-16,-3 2 0 0,0-2 0 0,-1 3 0 16,1-3-8-16,0 0-5 0,0 0-1 0,3 0 0 15,-1 0 32-15,1 0 6 0,-3 0 2 0,3 2 0 16,-3 1-16-16,2 0-10 0,-2-1 12 0,0 1-12 16,0 0 8-16,-3-1-8 0,-4 1 0 0,4 0 0 15,-3-1 8-15,3 1-8 0,0-3 0 0,0 5 0 16,0-2 9-16,-1 0-9 0,1-1 0 0,3 1 9 15,0-1-9-15,-3 1 0 0,2-3 0 0,1 5 0 16,0-5 0-16,0 3 0 0,0-3 0 0,0 0 0 16,-4 3 0-16,4-3 0 0,0 0 0 0,-3 2 0 15,3-2 22-15,-4 0 2 0,4 0 1 0,0 3 0 16,0-3-35-16,0 3-7 0,0-1-2 0,-1 1 0 16,-2 0 19-16,0-1 0 0,3 1 0 0,0-1 0 15,-3 1 0-15,-4 0 0 0,4-1 0 0,0 1 0 16,0 0 0-16,-3-1 0 0,3-2 0 0,2 0 0 0,-2 3 16 0,3-3 1 15,0 0 0-15,0 0 0 0,-1 0-17 0,4 0-12 0,-3-3 1 0,3 3 1 16,-6-2 10-16,3-1 12 0,-1 3-2 0,-2-3-1 16,0 1-9-16,0-1 0 0,0 0 0 0,0 1 0 15,-1-1 0-15,1-2 0 0,0 2 0 0,0-2 0 16,0 2 0-16,0-2 0 0,-1 2 0 0,-2-2 0 16,0 5 56-16,0-3 7 0,0 3 1 0,0-2 0 31,-3 2-75-31,-1 0-14 0,4 0-3 0,-3 0-1 0,0 0 29 0,0 0 0 0,-3 0 0 0,3 0 0 15,-3 0 0-15,0 0 0 0,2 0 0 0,-2 2 0 16,3-2-34-16,0 0-1 0,3 3 0 0,0 0 0 16,0-3-125-16,3 2-26 0</inkml:trace>
  <inkml:trace contextRef="#ctx0" brushRef="#br0" timeOffset="29505.104">7617 9753 2030 0,'-9'-5'57'0,"0"0"14"15,3-1-57-15,0-2-14 0,0 3 0 0,3 0 0 16,0-1 52-16,0 1 7 0,0 0 1 0,3 0 1 16,0-1 5-16,0 4 1 0,3-4 0 0,0 4 0 15,3-4-54-15,-3 4-13 0,3-1 0 0,0 0 0 16,3 1 0-16,0-1 0 0,0-2 0 0,2 5 0 16,4-3 0-16,-3 3 0 0,6-2 0 0,-3 2 0 15,6 0 0-15,0 0 0 0,-1 2 0 0,10-2 0 16,-3 0 0-16,6 3 0 0,0 0 0 0,2-1 0 15,-2-2 0-15,3 3 0 0,-4-1 0 0,4 1 0 16,0-3 0-16,0 3 0 0,-1-3 0 0,1 2 0 16,0-2 0-16,-1 0 0 0,1 0 0 0,-3 0 0 0,0 0 0 15,-7 0 0-15,1 0 0 0,-3 0 0 0,-3 0 0 16,0 0 0-16,-3 0 0 0,-4 0 0 0,1-2 0 16,0 2 0-16,-6-3 0 0,3 3 0 15,-3 0 0-15,-3-3 0 0,0 3 0 0,0 0 0 16,0-2 0-16,-6 2 0 0,3-3 0 0,-3 3 0 0,6-2 0 0,-3-1 0 0,0 0 0 15,-3 3 0-15,3-5 8 0,0 0 0 16,0-1-8-16,0-2 12 0,0 3-12 16,-3-3-8-16,0 0 8 0,3 0-13 0,-3-2 13 0,3-1 0 0,-3-2 0 0,3 0 0 15,-3-3 0-15,3 0 0 0,-1-3 0 0,-2-2 0 16,0 3 0-16,3-3 0 0,-3-3 0 0,0 3 0 16,0-3 48-16,0 0 13 0,0-3 3 0,-3-2 0 15,3 0-52-15,-2-2-12 0,2-4 0 0,-3-2 0 16,3 0 0-16,-3 0 0 0,3 0 0 0,0 0 0 15,-3 0 0-15,3 2 0 0,-3 1 0 0,0-6 0 16,0 1 0-16,0-1 0 0,0-8 0 0,-3 3 0 16,3 6 0-16,-3-1 0 0,3 6 0 0,-3-3 0 15,3 0 28-15,-3-1 2 0,3 4 1 0,0-6 0 16,3 3-50-16,-3 0-9 0,3-2-3 0,0 2 0 16,0 5 76-16,0 3 15 0,0 0 4 0,-3 0 0 15,3 2-52-15,0 1-12 0,-3-4 0 0,0 1 0 16,3 0 0-16,0 0 0 0,-3-3 0 0,3 3 0 15,-3 0 0-15,3 3 0 0,-3-3 0 0,3 2 0 16,-3 3 0-16,3 3 0 0,0-3 0 0,-3 3 0 16,0-3 0-16,3 1 0 0,-3 1 0 0,0-4 0 15,3 2 0-15,-3-2-12 0,3-1 3 0,-3-2 0 16,0 5 9-16,3 0 12 0,-3 1-2 0,0-4-1 16,3 9-9-16,-3-1 0 0,3 3 0 0,-3 0 0 0,3 1 0 0,-3-1 0 15,0 0 0-15,-2 3 0 16,2-1 0-16,0 1 0 0,-3 3 0 0,0-1 0 0,3 0 0 0,-3 3 0 15,0-2 0-15,0 2 0 0,0 0 0 0,0 0 0 0,0 3 0 0,0-1 0 16,0 4-13-16,-3-1-5 0,0-2-1 16,0 5 0-16,-3-3 19 0,3 3 0 0,-2 0-8 15,-4 0 8-15,3 3 0 0,-3-3-8 0,0 5 8 0,0-2 0 16,-3 2-10-16,0-2 10 0,1 2-8 0,-4 0 8 16,3-2 17-16,-3 2 9 0,0 1 2 0,0 1 0 15,3 1-28-15,-2 0 0 0,-4 0 0 0,3 0 0 16,-3 0-46-1,0 0-14-15,1 0-4 0,-4 3 0 0,0-3 52 0,3-1 12 0,0 1 0 0,-2 0 0 16,2 3 0-16,3-3 0 0,3 2 0 0,-3-2 0 16,3 3 0-16,3 2 0 0,1 0 0 0,2 1 0 15,0-1 0-15,3 3 0 0,0-3 0 0,0 6 0 16,3-6 0-16,3 3 0 0,-3 0 0 0,3-1 0 16,0-1 0-16,3 2 0 0,-3-3 0 0,3 3 0 15,0-3 0-15,3 0 0 0,-3 0 0 0,6 1 0 16,-3 1 0-16,0-1 0 0,0 2 0 0,-3-3 0 15,3 3 0-15,0-3 0 0,0 3 0 0,-3 0 0 16,3 2 0-16,-3 1 0 0,3 2 0 0,-3 3 0 16,0-1 0-16,3 1 0 0,-3 3 0 0,0 2 0 15,0-3 0-15,3 3 0 0,-3-2 0 0,0-1 0 16,0 3 0-16,0-2 0 0,0-1 0 0,0 6 0 0,0 0 0 16,0 5 0-16,0 3 0 0,-3 2 0 0,3-2 9 15,0-3 5-15,-3-3 1 0,0 6 0 16,0-6-15-16,0-2 0 0,0 2 0 0,0 1 0 15,-3-4 0-15,3 1 0 0,-3 3 0 0,0-1 0 0,3-2 0 0,-3-3 0 0,0 0 0 16,3-3 0-16,0 1 0 16,0-3 0-16,0 2 0 0,0 1 0 0,3-1 0 0,-3 1 0 15,0 2 0-15,3 0 0 0,0 0 0 0,0 0 0 0,0 0 0 16,3 0 0-16,0 0 10 0,-3-5-10 0,3 0 10 0,0 2-10 16,-3-4 0-16,3-4 0 0,-3 1 0 0,3 2 0 15,0-3 0-15,-3-2 0 0,3 3 0 0,0-3 0 16,-3 2 0-16,0-2 0 0,3 0 0 0,-3 0 0 15,0 0-13-15,3-1-6 0,-3-1-1 0,3-1 0 16,-3 0 20-16,3-2 0 0,-3-1 0 0,3 1 0 16,0-3-157-16,0-3-28 0,0 0-6 0</inkml:trace>
  <inkml:trace contextRef="#ctx0" brushRef="#br0" timeOffset="30959.885">8700 9825 1552 0,'-9'0'44'0,"0"0"10"15,-3 0-43-15,3 0-11 0,-3-3 0 0,1 3 0 16,-1-3 80-16,0 3 13 0,0 0 3 0,-3-2 1 16,3 2-53-16,0 0-10 0,-3-3-2 0,3 0-1 15,-3 1 26-15,1-1 6 0,-4 0 1 0,0 1 0 16,-3-4-20-16,0 4-4 0,-6-3-1 0,-2-1 0 16,2 4-21-16,-6-1-4 0,0 0-1 0,1 3 0 15,2-2-13-15,-3 2 0 0,3 0 8 0,1 2-8 0,-1-2 0 0,0 0 0 16,0 0 0-16,1 0 0 0,2 3 0 15,0 0 0-15,3-3 0 0,0 2-10 0,3 4 10 0,1-4 0 0,2 3 0 16,3 1 0-16,3-1 0 0,0 0 19 0,3 1-3 16,3 2-1-16,-3 0-28 0,3-1-6 0,0 1-1 15,3 0 0-15,0 3 20 0,0 0 0 0,0-4 0 16,3 7 0-16,-3-4 17 0,3 1 1 0,0 2 0 16,-2-2 0-16,2 2-18 0,0 0 0 15,0 0 0-15,-3 1 0 0,3-1 0 0,-3 0 0 16,3 0 0-16,-3 1 0 0,0 1 0 0,3 1 0 0,0 3 0 0,-3-1 0 15,0 1 0-15,3 2 0 0,-3 3 0 0,0 0 0 16,0 2 0-16,0 6 0 0,3 0 0 0,-3 2 0 16,3-5 0-16,0 3-16 0,0 0 4 0,0-3 0 15,-3 2 12-15,3-1 16 0,0-4-3 0,0 6-1 16,-3-3-12-16,3 3 0 0,0 2 0 0,-3 0 0 16,3-2 0-16,0 0 0 0,0 2 0 0,0-5 0 15,-3 1 0-15,3-1 0 0,0-3 0 0,0 3 0 16,-3-2 0-16,3-1 0 0,0 3 0 0,0 0 0 15,0-2 0-15,0 2 0 0,0 0 0 0,0-3 0 16,0 1 0-16,3-6 0 0,-3 3 0 0,3-3 0 16,-3-2 0-16,3-1 0 0,-3 1 0 0,3-1 0 15,0-5 54-15,-3 3 8 0,3-5 2 0,0 2 0 16,-3 0-52-16,3-2-12 0,0-3 0 0,0 5 0 16,0-5 0-16,3 3 0 0,-3-3 0 0,3 2 0 0,-4-2 0 15,4 0 0-15,0 0 0 0,0 3 0 16,0-4 0-16,3 1 0 0,0 0 0 0,-3-2 0 15,3 2 0-15,0-1 0 0,3-1-12 0,0-1 12 0,0 0 0 16,0 1 0-16,2-4 0 0,1 4 0 16,3-4 0-16,-3 1 0 0,3 0 0 0,-3-1 0 0,3-2 0 0,0 0 0 0,-1 0 0 15,1-2 0-15,0 2 0 0,0-3 0 16,3 0 0-16,3 1 0 0,-1-4 0 0,4 1 0 0,3 0 8 0,3-1-8 16,0 1 15-16,-1 0-3 0,4 0-1 0,-3-1 0 15,-1-2 1-15,1 3 0 0,-3-3 0 0,0 0 0 16,-1 3 1-16,4-3 1 0,-3 0 0 0,3 0 0 15,-3 3-3-15,-1-1-1 0,1 1 0 0,-3-3 0 16,-3 6-10-16,-1-1 10 0,-2 0-10 0,-3-2 10 16,0 2-10-16,-6 1 10 0,3-1-10 0,-6-2 10 15,0 5-10-15,-3-3 12 0,0 0-12 0,0 1 12 16,-4 2-4-16,1-3-8 0,-3 3 12 0,0 0-4 16,3-2 0-16,-3 2 0 0,3-6 0 0,-3 6 0 15,0-5-8-15,3 0 10 0,-3-1-10 0,0 1 10 16,0 0-10-16,0-3 0 0,-3 0 9 0,3 0-9 15,-3-3 0-15,3 1 0 0,-3-1 0 0,0-2 8 16,1 0-8-16,-1-3 8 0,-3 0-8 0,3-5 8 16,0 0-28-16,-3 0-6 0,3-6-1 0,0 1 0 15,-3-1 27-15,0-2 0 0,3 0 0 0,-3 0 0 16,3-3 19-16,-3 3 9 0,0-3 1 0,0-5 1 16,0 0-30-16,3-3 8 0,0-2-8 0,0 0 0 15,0-1 8-15,3 4 0 0,-3-1-8 0,3 0 12 16,0 1-3-16,0 2-1 0,3-3 0 0,0 0 0 0,0 1-8 15,0 1 0-15,0 1 9 0,0-2-9 0,3 7 0 0,0 0 9 0,0 3-9 16,-3 0 0-16,3 5 0 0,-3 0 0 0,3 3 0 16,-3 0 0-16,0-3 0 0,0 0 0 0,0 3 0 15,0-3 0-15,-3 3 0 0,3 0 0 0,-3 3 0 16,0 2 0-16,0-3 8 0,-3 9-8 0,3-4 0 0,0 4 0 16,-3 2 0-16,0 3 0 0,0-1 0 0,0 4 0 15,3 2-21-15,-6 0-2 0,0 2 0 16,-3 4 0-1,-3-1-106-15,0 5-22 0,0 1-4 0</inkml:trace>
</inkml:ink>
</file>

<file path=ppt/ink/ink15.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2:10:24.606"/>
    </inkml:context>
    <inkml:brush xml:id="br0">
      <inkml:brushProperty name="width" value="0.05292" units="cm"/>
      <inkml:brushProperty name="height" value="0.05292" units="cm"/>
      <inkml:brushProperty name="color" value="#FF0000"/>
    </inkml:brush>
  </inkml:definitions>
  <inkml:trace contextRef="#ctx0" brushRef="#br0">12760 15341 1458 0,'3'-15'30'0</inkml:trace>
  <inkml:trace contextRef="#ctx0" brushRef="#br0" timeOffset="1083.024">12799 14958 1314 0,'0'0'37'0,"0"0"8"0,0 0-36 0,0 0-9 0,3 5 0 0,-3-5 0 16,3 3 0-16,-3-3 0 0,6 2 0 0,-6-2 0 31,3 3-12-31,-3-3-5 0,3 3-1 0,-3-3 0 0,0 0 18 16,3 2 16-16,-3-2-4 0,3 6 0 0,0-1 23 0,-3 0 4 0,0 3 1 0,0-3 0 15,0 1-12-15,0-6-3 0,-3 5 0 16,3-5 0-16,0 5-17 0,0 1-8 16,0-1 8-16,0-5-8 15,0 5 10-15,0-5-10 0,0 8 12 0,0-3-12 0,3 1 28 0,0-1-2 0,0 0 0 0,0 3 0 16,0 0 0-16,0-3 0 0,0 3 0 0,-1 3 0 16,4-3 2-16,0 3 1 0,0-4 0 0,0 4 0 15,3-3-11-15,-3 3-2 0,3-1-1 0,-3-2 0 16,0 3-2-16,3-3 0 0,-3 0 0 0,3-1 0 15,0 1 1-15,0 0 0 0,3-2 0 0,-1 2 0 16,1-3 40-16,3 0 8 0,3 0 2 0,-3 1 0 16,3-1-52-16,3 0-12 0,0-2 0 0,-1 2 0 15,1-2 0-15,0 0 0 0,3-3 0 0,0 2 0 16,0-2 0-16,-1 3 0 0,-2-3 0 0,3 3 0 16,0-1 0-16,-3-2 0 0,-1 3 0 0,1-1 0 15,3 1 32-15,0-3 3 0,3 0 1 0,-1-3 0 16,4 3-28-16,-3-2-8 0,3-1 0 15,0 1 0-15,-1-1-26 0,1 0-9 0,-3 1-1 0,6-4-1 16,-7 4 37-16,4-1 0 0,3 0 0 0,0-2 0 16,-4 2 0-16,7-2 0 0,0 2 0 0,-3-2 0 15,-1 3 18-15,1-4 11 0,0 4 3 0,-3-1 0 16,2 0-23-16,-2 1-9 0,0-1 8 0,3 0-8 16,-4 3 0-16,4-2 0 0,0 2 0 0,3-3 0 15,-4 3 0-15,1 0 0 0,0 3 0 0,3-3 0 16,-4 0 0-16,1 0 0 0,3 0 0 0,-3 0 0 0,2 0 0 0,1 0 0 15,0 0 0-15,2 0 0 0,-5 2 0 0,3-2 0 16,-3 0 0-16,2 3 0 0,-2-3 0 0,0 3 0 0,2-1 0 16,-2 1 0-16,0 0 0 0,3-3 0 0,-1 2 0 0,1-2 0 15,-3 3 0-15,0-3 0 0,-1 0 0 16,4 3 0-16,-3-3-33 16,0-3 1-16,-1 0 0 0,4 3 0 0,0-2 51 0,2-4 10 0,-2 1 3 15,3 2 0-15,0-2 0 0,-4 2 0 0,1-2 0 16,3 2 0-1,-7-2-52-15,1 3-11 0,3-1-1 0,-3 0-1 0,-1 1 33 0,1-1 0 0,0 3 0 16,0-3 0-16,-4 3 0 0,1 0 0 0,0-2 0 0,0-1 0 16,-1 0 0-16,1 1 0 0,-3-1 0 0,3 3 0 15,3-3 27-15,-4 1 2 0,4-1 1 0,0 3 0 16,-3-2-42-16,-1 2-8 0,4-3-1 0,-3 0-1 16,-3 3 35-16,-1-5 7 0,1 2 2 0,3-2 0 15,-3 2-22-15,0 1 0 0,2-1 0 0,1 0 0 16,0 1 0-16,0-1-18 0,-1 0 3 0,-2 1 1 15,3 2 14-15,-3-3 0 0,-1 1 0 0,1-4 0 16,0 4 0-16,0-1 0 0,0 0 8 0,-1 1-8 16,-2-1 0-16,6 0 0 0,-3 1 0 0,0-1 0 15,-1 3 0-15,1-3 0 0,0 3 0 0,0-2 0 16,-3 2 0-16,-1 0 0 0,1-3 0 0,3 3 0 16,-3-3 14-16,3 1-4 0,-4 2-1 0,4-3 0 15,-3 1-9-15,3-1-14 0,3 3 3 0,-1 0 1 16,-2 0 10-16,0 0 14 0,3 0-3 0,-4 0-1 15,-2 0-10-15,3 0-14 0,-3 0 3 0,0 0 1 16,-3 0 10-16,2 0 14 0,4 0-3 0,-3 0-1 0,0 3-10 0,0-3 0 16,-1 2 0-16,4-2 0 15,-3 3 0-15,0-3 0 0,0 2 0 0,-1 1 0 0,1-3 0 0,-3 0 0 16,0 3 0-16,3-3 0 0,-3 0 0 0,-4 0 0 0,4 0 0 16,0 0 0-16,-3 0 0 0,3 0 0 0,0 0 0 0,-4 0 0 15,4 0 0-15,-3-3 0 0,3 3 0 0,-3-3 0 16,0 1-49-16,0-1-12 15,-1-2-3-15</inkml:trace>
</inkml:ink>
</file>

<file path=ppt/ink/ink16.xml><?xml version="1.0" encoding="utf-8"?>
<inkml:ink xmlns:inkml="http://www.w3.org/2003/InkML">
  <inkml:definitions>
    <inkml:context xml:id="ctx0">
      <inkml:inkSource xml:id="inkSrc0">
        <inkml:traceFormat>
          <inkml:channel name="X" type="integer" max="9600" units="cm"/>
          <inkml:channel name="Y" type="integer" max="7200" units="cm"/>
          <inkml:channel name="F" type="integer" max="4096" units="dev"/>
          <inkml:channel name="T" type="integer" max="2.14748E9" units="dev"/>
        </inkml:traceFormat>
        <inkml:channelProperties>
          <inkml:channelProperty channel="X" name="resolution" value="336.48792" units="1/cm"/>
          <inkml:channelProperty channel="Y" name="resolution" value="378.54889" units="1/cm"/>
          <inkml:channelProperty channel="F" name="resolution" value="0" units="1/dev"/>
          <inkml:channelProperty channel="T" name="resolution" value="1" units="1/dev"/>
        </inkml:channelProperties>
      </inkml:inkSource>
      <inkml:timestamp xml:id="ts0" timeString="2022-04-15T22:11:13.446"/>
    </inkml:context>
    <inkml:brush xml:id="br0">
      <inkml:brushProperty name="width" value="0.05292" units="cm"/>
      <inkml:brushProperty name="height" value="0.05292" units="cm"/>
      <inkml:brushProperty name="color" value="#FF0000"/>
    </inkml:brush>
  </inkml:definitions>
  <inkml:trace contextRef="#ctx0" brushRef="#br0">15326 12468 1607 0,'0'0'68'0,"0"0"-55"16,-3-5 110-16,-3 2 21 0,0-2 5 0,0-1 1 16,0 4-56-16,-3-1-11 0,0 0-3 0,-3 1 0 15,1 2-36-15,2 0-8 0,-3 0-2 0,0 0 0 16,0 2 12-16,-3-2 2 0,0 3 1 0,3 0 0 15,-3-1-39-15,3 1-10 0,1 0 0 0,2 2 0 16,-3-2 0-16,3 2 0 0,3-2 0 0,-3 2 0 16,3 0 0-16,3 0 0 0,0 1 0 0,0-1 0 31,3 0-21-31,0 1-7 0,3 2 0 0,0-3-1 0,3 3 46 0,3-3 10 0,-3-2 1 0,3 5 1 31,3-3-74-31,0-2-15 0,-1 2-4 0,1 3 0 0,0-3 52 0,0-2 12 0,0 2 0 0,-3 0 0 16,0 1 0-16,0-1 0 0,0 0 0 0,-3-2 0 15,-3 2 20-15,-3-5 8 0,3 3 0 0,-3-3 1 16,0 5-21-16,0 3-8 0,-6-3 0 0,0 1 9 16,0-1-9-16,-3 0 0 0,-3 1 0 0,0-1 0 15,0 3 0-15,-3-3 0 0,0 0 0 0,1 3 0 16,-4 0 20-16,3-2 12 0,-3 1 3 0,3 1 0 16,0-2-35-16,3-4 0 0,0 1 0 0,0 2 0 15,3-2-40-15,1-3-16 0,2 3-2 16,6-3-1-16,0 0-52 0,0 0-10 0,0 0-3 0,0 0 0 15,-3-6-81-15,3-2-17 0</inkml:trace>
  <inkml:trace contextRef="#ctx0" brushRef="#br0" timeOffset="300.036">15421 12600 2066 0,'0'0'43'0,"0"0"10"0,0 0-42 0,0 0-11 0,0 0 0 0,0 0 0 15,0 0 104-15,0 0 20 0,0 6 3 0,0-6 1 16,0 5-52-16,-3 3-9 0,3-8-3 0,0 5 0 16,0 3-9-16,-3 0-3 0,3-3 0 0,0 3 0 15,0 0-22-15,0 3-5 0,0-1-1 0,0 1 0 16,0 2-9-16,0 0-3 0,0 3 0 0,0 0 0 16,0 3-12-16,0-1 0 0,0 1 0 0,0-1 0 15,3 1 0-15,-3-3 0 0,0-1 0 0,0 1 0 16,0 0 0-16,0 0 8 0,0-3-8 0,0 1 0 15,0 1 0-15,-3-1 0 0,3 1 0 16,0-1 0-16,3-4-18 0,-3 1-6 0,0-3-2 16,0-3 0-16,0 0 26 0,0 1 0 0,0-6 12 0,0 0-4 15,0 0-116-15,0 5-24 0,0-5-4 16</inkml:trace>
  <inkml:trace contextRef="#ctx0" brushRef="#br0" timeOffset="2177.235">18332 12026 1094 0,'0'0'23'0,"0"0"5"15,-6-3-28-15,0 1 0 0,1-1 0 0,5 3 0 16,-6 0 43-16,0-3 3 0,6 3 1 0,0 0 0 16,-6-2 6-16,6 2 2 0,-9 0 0 0,9 0 0 15,0 0-23-15,-6-3-5 0,6 3-1 0,0 0 0 0,-6 0 30 16,6 0 5-16,0 0 2 0,0 0 0 0,-9 0-50 16,9 0-13-16,0 0 0 0,0 0 0 15,-6 0 0-15,6 0 0 0,0 0 0 0,-6 3 0 16,6-3 37-16,-9 0 3 0,9 0 0 0,-6 0 0 0,6 0-20 0,0 0-4 0,-6 2-1 0,6-2 0 31,-9 0-5-31,9 0-1 0,0 0 0 0,-6 0 0 0,6 0-9 0,0 0 0 0,0 0 0 0,0 0 0 16,0 0 0-16,0 0 0 0,0 0 0 0,0 0 0 15,0 0 35-15,0 0 5 0,0 0 0 0,0 0 1 16,0 0-23-16,0 0-5 0,0 0-1 0,0 0 0 16,0 0 0-16,3 3-1 0,3-3 0 0,0 3 0 15,0-3-11-15,3 0 0 0,-3 2 0 0,6 1 0 16,-3-3 0-16,3 0 0 0,3 3 0 0,-3-3 0 15,5 2 16-15,-2-2 0 0,6 0 1 0,0 0 0 16,-3 0-8-16,3 0-1 0,-1 0-8 0,1 0 12 16,0 0-28-16,0 0-7 0,0 0-1 0,0 0 0 15,-4 0 24-15,4 0 0 0,0 0 0 0,0 0 0 16,0 0 0-16,0 0 0 0,2-2 0 0,-2-1 0 16,3 3 23-16,-3-3 9 0,3 1 1 0,0-1 1 15,-4 3-22-15,1-3-12 0,0 1 12 0,3-1-12 16,-6 1 11-16,0-1-11 0,0 0 10 0,-1 3-10 15,1-2 8-15,0-1-8 0,0 0 0 0,0 1 0 16,0-1 20-16,0 0-3 0,-1 1 0 0,1-1 0 16,0-2-17-16,0 2 0 0,0 0 0 0,0 1 0 15,0-1 0-15,-1 1 0 0,1-1 0 0,0 0 0 16,-3 1 33-16,0-1 3 0,0 3 1 0,0-3 0 0,0 3-15 16,-4-2-3-16,1 2-1 0,0-3 0 15,0 3-3-15,0 0-1 0,-3-3 0 0,0 3 0 0,3 0-14 0,-3 0 0 16,3 0 0-16,-3 0 0 0,0 3 0 0,-1-3 0 0,1 3-10 15,0-1 10-15,-3-2 0 0,3 3 0 0,0 0 0 16,-3-1 0-16,3 1 0 0,0 0 0 0,-3-1 0 16,0 1 0-16,0-3 0 0,0 2 0 0,3 1 0 0,-3 0 0 15,0-3 0-15,0 2 0 0,2 1 0 0,1-3 0 16,-3 3 25-16,0-3 11 0,3 0 1 0,-3 0 1 16,0 0-23-16,3 0-5 0,0 0-1 0,0-3 0 15,-3 3 0-15,3 0 0 0,-3-3 0 16,3 1 0-16,0-1-9 0,0 3 12 0,-3-3-12 0,2 1 12 15,-2 2-12-15,0-3 0 0,3 1 0 0,-3-1 0 16,0 0 0-16,0 1 0 0,0-1 8 0,-3 0-8 16,3 1 0-16,-3-1-16 0,3-2 4 0,-3 5 1 15,0-3-30 1,3-2-7-16,-3 2 0 0</inkml:trace>
  <inkml:trace contextRef="#ctx0" brushRef="#br0" timeOffset="6502.19">15138 13423 1907 0,'0'0'40'0,"0"0"8"0,-3-5-38 0,3 0-10 0,-2-1 0 0,-1 1 0 16,0 2 77-16,-3-2 14 0,0 2 2 0,0 1 1 15,0-1-38-15,-3 0-8 0,0-2-2 0,0 5 0 16,-3-2-18-16,0 2-3 0,0 0-1 0,-3 0 0 16,0 2-14-16,4 1-10 0,-4-1 12 0,0 4-12 15,0-1 0-15,0 3 0 0,0 0 0 0,0 0 0 16,3 0 15-16,0 0-4 0,1 0-1 0,2 0 0 16,0 0-10-16,3-1 0 0,3 1 0 0,0 0 0 15,3 0-12-15,3 3 12 16,3-3-12-16,0 2 12 0,3-2-9 0,0 0 9 0,2 3 0 0,1-3 0 15,3 2-14-15,-3-2 4 0,0 0 1 0,3 0 0 16,-3-3 9-16,3 3 14 0,0-2-3 0,-4 2-1 16,-2-3-10-16,3 0 0 0,-6 1 0 0,3-1 0 15,-6 3-12-15,0-3-4 0,0 0 0 0,-6 3-1 16,0-2-24-16,0 2-5 0,-3-1-1 0,-3-1 0 16,-3 2 38-16,3 0 9 0,-2 0 0 0,-4 0 0 15,0 2-9-15,0-2 0 0,-3 0 0 0,0 3 0 16,-3-4-37-16,4 4-7 0,-4-3-2 0,3 0 0 15,3-3-104-15,0 1-21 0</inkml:trace>
  <inkml:trace contextRef="#ctx0" brushRef="#br0" timeOffset="6897.668">15156 13701 1907 0,'0'0'80'0,"0"0"-64"15,6 0 72-15,0-3 15 0,0 1 2 0,3-1 1 16,0-2-34-16,0 2-6 0,3 0-2 0,0 1 0 16,-3-1-20-16,3 1-5 0,0-1-1 0,-1-2 0 15,-2 5-23-15,3-3-5 0,-3 0-1 0,0 3 0 16,-3 0-9-16,0 0 0 0,0 3 0 0,-3 0 8 15,0 2-8-15,0-2 0 0,-3 4 0 0,0 1 0 16,-3 0-44-16,0 0-2 0,0 3 0 0,-3 2 0 16,-3-2 25-16,0 5 5 0,0-1 0 0,-3 1 1 15,3 0-23-15,-2-3-5 0,-1 3-1 0,3-2 0 16,0-1 26-16,3 0 5 0,0 3 1 0,0-3 0 16,3-2 12-16,3-1-11 0,0 1 11 0,0-3-10 15,3 0 10-15,0-3-10 0,3 0 10 0,0-2-10 16,3 0 10-16,0-1-10 0,0-2 10 0,2-2-10 15,1-1 10-15,0 0-13 0,3 1 5 0,-3-4 8 16,0-2-189-16,0-2-31 0</inkml:trace>
  <inkml:trace contextRef="#ctx0" brushRef="#br0" timeOffset="7336.8">15906 13672 1580 0,'6'3'67'15,"0"-1"-54"1,3 1 91-16,3-3 19 0,0 2 3 0,0-2 1 16,3 0-50-16,3 0-9 0,3 0-3 0,-1 0 0 15,1-2-4-15,0-1-1 0,3 1 0 0,3 2 0 16,-1-3-44-16,1 0-16 0,0 1 9 0,6-1-9 15,0 0 31-15,-1 1 1 0,4-4 0 0,3 4 0 16,-4-1-20-16,-2 0-3 0,0 1-1 0,0 2 0 16,-4 0-8-16,1 0 0 0,0 2 0 0,0-2 0 15,-6 0 0-15,-1 3 8 0,1-3-8 0,-3 3 0 16,-3-3-20-16,-3 2-8 0,-3 1-3 0,0 0 0 16,-7-3-112-16,1 2-22 0,-6-2-5 0</inkml:trace>
  <inkml:trace contextRef="#ctx0" brushRef="#br0" timeOffset="7844.096">16165 13376 1978 0,'0'0'56'0,"0"0"12"15,0 0-54-15,0 0-14 0,0 0 0 0,0 0 0 16,0 0 65-16,0 0 11 0,0 0 1 0,0 0 1 15,0 0-10-15,0 5-3 0,0 0 0 0,0 0 0 16,-3 1-36-16,3-1-7 0,0 3-2 0,-3-3 0 16,0 3-20-16,0-3 8 0,1 3-8 0,-7 3 0 15,3 0 0-15,0-1-16 0,-3 3 2 0,0 1 1 16,-3 1-9-16,3 1-2 0,-3 0 0 0,-3 3 0 0,6-1 15 16,-3 1 9-16,0-3-12 0,4 2 12 15,2-2-8-15,0-3 8 0,0 1 0 0,3-1 0 0,0 0 0 16,3-5 0-16,0 3 0 0,0-4 0 0,3-1 0 15,0 2 0-15,0-3 0 0,3 0 0 0,0 1 18 16,-1-1 1-16,4 0 0 0,0-2 0 0,0 2-19 0,0-2 0 0,0-1 0 16,3 1 0-16,-3 0 12 0,3-1 3 15,-3 1 0-15,3-3 0 0,-3 3-23 0,0-1-5 0,2 1-1 16,-2-3 0-16,3 0 14 0,-3 3 0 0,3-3 0 0,0 0 0 16,0 0 0-1,0 0 0-15,3 0 0 0</inkml:trace>
  <inkml:trace contextRef="#ctx0" brushRef="#br0" timeOffset="8437.931">17597 13444 1978 0,'3'-5'56'0,"0"0"12"0,0-1-54 16,0-1-14-16,0 1 0 0,0 4 0 0,-3-4 65 0,0 6 11 0,0-5 1 0,0 5 1 16,-3-5-11-16,0-1-3 0,-3 4 0 0,0-1 0 15,-3 3-51-15,0 0-13 0,-3 0 0 0,0 0 0 16,1 3 0-16,-4-1 0 0,0 1 0 0,0 2 0 15,0 1 34-15,3-1 4 0,-3 3 1 0,0-3 0 16,6 3-11-16,-2 0-3 0,-1 0 0 0,3 0 0 16,3 2-25-16,0-2 0 0,0 3 0 0,6 0 0 15,-3-1 0-15,3 3 0 0,3-2 0 0,3 0 0 16,-3 2-46-16,3-3-14 16,3 4-4-16,0-1 0 0,2-3 52 0,-2 4 12 0,3-4 0 0,0 1 0 15,0-1 14-15,0 1 6 0,0 0 0 0,0-1 1 16,-3-2-21-16,0 0 8 0,0-3-8 0,-3 1 0 15,-3 2 0-15,0-3 9 0,-3 0-9 0,0 3 0 16,-3-3 9-16,-3 1-9 0,0-1 0 0,-3 3 9 16,0 0-30-16,-3-3-7 0,3 3 0 0,-3 0-1 15,0 0 29-15,0-3-9 0,0 3 9 0,3-3 0 16,-2 1-108-16,2-1-17 0,0 0-3 0</inkml:trace>
  <inkml:trace contextRef="#ctx0" brushRef="#br0" timeOffset="8800.291">17663 13725 2184 0,'0'0'45'0,"0"0"11"0,6-5-44 0,-3 2-12 0,0 0 0 0,2 1 0 16,-5 2 80-1,3-3 13-15,3 0 3 0,0 1 1 16,-3-1-28-16,3 3-5 0,0-3-2 0,0 1 0 0,0 2-26 0,0 0-4 0,3 0-2 0,-3 0 0 15,0 2-46 1,0-2-10-16,-3 3-2 0,3-3 0 0,0 3 28 0,-3-3 0 0,3 2 0 0,-3 1 0 16,0 0 0-16,-3-3 0 0,6 5 0 0,-6-5 0 15,3 5 0-15,-3 0 0 0,3 1 0 0,-3 2 0 16,3-3-42-16,-3 0-3 0,0 3-1 0,-3-3 0 16,3 3 22-16,0-2 5 0,-3 2 1 0,3 0 0 15,0-3-25-15,-3 3-5 16,3-3 0-16,0 3-1 0,0-8 35 0,0 3 14 0,0-3-11 0,0 0 11 15,0 5-14-15,0-5 3 0,3 5 1 0,0 1 0 16,3-4 10-16,-3-2 9 0,2 3-1 0,1-3-8 16,0-3 0-16,0 3 0 0,3-2-10 0,0-1 10 15,0-2-161-15,0-1-25 0</inkml:trace>
  <inkml:trace contextRef="#ctx0" brushRef="#br0" timeOffset="9078.64">18252 13709 1824 0,'0'0'76'0,"0"0"-60"15,0 0 89-15,0 0 19 0,0 0 3 0,0 0 1 16,0 0-52-16,0 0-9 0,0 0-3 0,0 0 0 15,0 3 0-15,0 5 0 0,0-3 0 0,-3 0 0 16,0 3-51-16,-3-3-13 0,3 1 0 0,-3-1 0 16,0 3 0-16,0 0 0 0,3 0 0 0,-6 0 0 15,3 2-14-15,-3 1-6 0,4-3 0 0,-4 5-1 16,-3-5-116-16,3 3-23 0,-3-1-5 0</inkml:trace>
  <inkml:trace contextRef="#ctx0" brushRef="#br0" timeOffset="9664.889">18913 13336 1789 0,'6'-8'76'0,"0"-3"-61"16,0 1 86-16,-3 2 18 0,0-3 3 0,0 3 1 16,-3 3-41-16,0-3-8 0,0 3-2 0,-3-1 0 15,0 1-28-15,-3 3-5 0,0-1-2 0,-3 3 0 16,-3 0-19-16,0 0-4 0,0 3-1 0,-6-1 0 16,3 6-4-16,-5-3-1 0,-1 6 0 0,0-3 0 15,0 2 4-15,3 1 0 0,0 0 0 0,0 2 0 16,4 0-24-16,-1 0-4 0,3 1 0 0,3 1-1 15,0-1 27-15,6 2 6 0,-3-3 0 0,6 3 1 16,0-3-17-16,3 3 0 0,3-3 0 0,3 3 0 16,0 0-48-16,6 0-12 15,0 0-4-15,-1-1 0 0,4-1 64 0,0-1 24 0,0 0 0 0,0 0-1 16,3-2-23-16,-6-3 0 0,2 0 0 0,-5 0 0 16,0 0 0-16,0 0 0 0,-6 0 0 0,0-1 8 15,0-1-8-15,-3-1 9 0,-3 3-9 0,0-3 10 16,-3 1-10-16,-3-1 10 0,-3 3-10 0,0-3 10 0,-3 0-10 15,0 1 0-15,-3 2 0 0,-2-3 0 16,2 0 0-16,-3 0-9 0,-3 1 0 0,3-1 0 16,3 0-14-16,-3 1-2 0,1-4-1 0,2 4 0 15,0-4-133-15,0 4-26 0,3-4-6 0</inkml:trace>
  <inkml:trace contextRef="#ctx0" brushRef="#br0" timeOffset="10175.846">19231 13561 2553 0,'0'0'53'0,"0"0"12"0,0 0-52 0,-3-3-13 0,3 3 0 0,0 0 0 15,-3-3 59-15,-3 1 9 0,3-1 1 0,-6 3 1 16,4 0-37-16,-4 3-7 0,0-1-2 0,0 4 0 15,0-4-2-15,0 6-1 0,0 0 0 0,-3 3 0 16,3-3-6-16,0 2-2 0,0 1 0 0,0 2 0 16,0-2-13-16,0 2 0 0,4 0 0 0,-1 0 0 15,0 1 0-15,3-1 0 0,0 0 0 0,0 0 0 16,0 1 0-16,0-1 0 0,3 0 0 0,0 3 0 16,0-3-21-16,3-2-7 0,0 2-2 0,0 0 0 15,3 0-3-15,-3-2-1 0,3 2 0 0,2-2 0 16,1-1-24-16,0 1-5 0,3-3-1 0,0-3 0 0,0 3 52 15,3-3 12-15,0-2 0 0,0 0 0 0,-3-1 0 16,2-2 0-16,-2 0 0 0,0 0 0 0,0-2 8 0,0-1-8 16,-3 0 9-16,0-2-9 15,0 3 30-15,-3-4 0 0,3 4 0 0,-3-4 0 0,0 1 13 0,-3 2 2 16,3-5 1-16,-3 3 0 0,0 0-5 0,-3-3-1 0,3 3 0 0,-3-1 0 31,-3 1-8-31,3 0-1 0,-3-1-1 0,-3 1 0 0,3 3-12 0,0-1-2 0,-3 0-1 16,0 1 0-16,-3-1-7 0,0 3-8 0,-3-3 11 0,0 3-11 15,-3 0 0-15,0 3 0 0,0-3 0 0,-2 3 0 16,-1-1-30 0,0 4-13-16,-3-4-2 0,3 3-1 0,0 1 22 0,3-1 4 0,1 0 0 0,2 1 1 15,-3-1-144-15,3 0-29 0,3 3-5 0</inkml:trace>
  <inkml:trace contextRef="#ctx0" brushRef="#br0" timeOffset="13015.979">15082 14479 2066 0,'0'0'43'0,"0"0"10"0,-3-3-42 0,3-2-11 0,0 2 0 0,-3-2 0 16,0 2 53-16,0-2 9 0,-3 2 2 0,0-2 0 16,0 3 5-16,0-1 2 0,-3 0 0 0,0 3 0 15,-3 3-11-15,3 0-3 0,-2-1 0 0,-1 3 0 16,-3 1-67-16,3 2-14 0,0 0-2 16,0 2-1-16,0-2 27 0,-3 3 0 0,3-1 0 0,0 1 0 15,1-1 0-15,2 1 0 0,0 0-9 0,3-1 9 16,3 1 0-16,3-1-11 0,3-2 11 0,0 3-8 31,3-1-19-31,3-2-3 0,3 3-1 0,-4-3 0 0,4 0 39 0,0 0 7 0,0 0 1 16,0 0 1-16,0 0-27 0,0-3-6 0,0 0 0 0,0 1-1 15,-3-1 17-15,0 3 0 0,-3-3 0 0,-1 0 0 16,-2 3 0-16,0 0 0 0,-6 0 0 0,0 0 0 16,0 3 0-16,-2-3 0 0,-4 2 0 0,0 1 0 15,0-1-21-15,-3 4-1 0,0-4 0 0,0 1 0 16,-3 2 22-16,0-2 0 0,0-1-9 0,1 1 9 15,-4 2-8-15,0-5 8 0,0 2-12 0,3-2 12 16,0-2-48-16,0 2-2 0,3-6-1 0</inkml:trace>
  <inkml:trace contextRef="#ctx0" brushRef="#br0" timeOffset="13578.076">15135 14826 2166 0,'-2'2'45'0,"2"-2"10"0,-6 3-44 0,6-3-11 0,-6 2 0 0,6-2 0 16,0 0 95-16,0 0 17 0,0 0 3 0,0 0 1 16,0 0-40-16,0 0-8 0,0 0-2 0,0 0 0 15,3-5-22-15,3 0-4 0,2-3 0 0,1 0-1 16,3 3-1-16,0-3 0 0,3 0 0 0,3 3 0 15,-3-3-17-15,3 2-3 0,-3 1-1 0,2 0 0 16,-5-1-6-16,3 4-2 0,0-3 0 0,-3 2 0 16,-3 0-9-16,3 1 0 0,-3-1 9 0,0 0-9 15,0 3 0-15,-3 3 9 0,0 0-9 0,0-1 0 16,-4 1 0-16,1 2 0 0,0 0 0 0,-3 3-12 16,0 0-11-16,-3 0-1 0,0 3-1 0,1-1 0 15,-1 4-1-15,-3-4 0 0,0 3 0 0,0-2 0 16,-3 2 10-16,3-2 3 0,0-1 0 0,0 1 0 15,0 0 13-15,0-3-12 0,0-1 12 0,0 1-12 16,3-2 12-16,0-1 0 0,3-5 0 0,0 0-9 16,0 0 9-16,0 3-13 0,3 2 5 0,0-2 8 15,3-3-10-15,-3 0 10 0,3 0 0 0,0 0-9 16,0 0 9-16,0 0 0 0,3 2 8 0,-3 1-8 16,0-3 12-16,0 0-1 0,0 3-1 0,0-3 0 15,-1 5-2-15,-2-5 0 0,0 2 0 0,-3-2 0 0,6 6-8 0,-6-6 10 16,0 5-10-16,0 0 10 0,-3 1 1 0,0 2 0 0,-3-3 0 0,3 3 0 15,-2 0-11-15,-4 0 8 0,0 0-8 0,0 2 8 16,-3 1-8-16,0-1-17 0,-3 1 4 0,0 0 1 31,-3-1-16-31,-3 1-2 0,4-1-1 0,-4 4 0 16,-3-4-29-16,0 1-7 0,3 2-1 0,-3-2 0 16,1-1-176-16,-1-2-35 0</inkml:trace>
  <inkml:trace contextRef="#ctx0" brushRef="#br0" timeOffset="15598.175">20234 11970 931 0,'-6'-5'39'0,"1"3"-31"16,2-1 64-16,0 0 14 0,0-2 2 0,3 5 1 16,-6-3-8-16,3-2-1 0,3 5-1 15,-3-3 0-15,-3-2-14 0,6 5-2 0,-3-3-1 0,3 3 0 16,-3-5-46-16,3 5-8 0,0 0-8 0,0 0 9 16,0 0 23-16,0-2 4 0,0 2 0 0,0 0 1 15,0 0-29-15,0 0-8 0,0 0 0 0,3-3 0 16,0 3 8-16,3-3-8 0,0 3 8 0,0 0-8 15,0 0 22-15,2 0 0 0,1 3 0 0,0-3 0 16,3 0-22-16,3 3-10 0,0-3 1 0,0 2 0 16,3-2 9-16,3 3 0 0,-1-3 8 0,1 5-8 15,0-2 8-15,3-1-8 0,-3 1 10 0,0 0-10 16,-1-1 0-16,1 1 0 0,0-3 0 16,-3 3 0-16,0-3 0 0,0 2 0 0,0-2 0 0,2 0 0 15,-2 0 0-15,3 0 0 0,0 0 0 0,0 3 0 16,0-3 0-16,2 0 0 0,-2 0 0 0,3 0 0 15,0 3 0-15,-3-3 0 0,2 2 0 0,-2 1 0 16,3-3 0-16,-3 0 0 0,-3 2 0 0,3-2 0 16,-3 3 0-16,-1-3 0 0,1 0 0 0,0 0 0 0,0 0 0 15,0 0 0-15,0 0 0 0,0-3 0 0,2 3 0 0,1-2 0 16,0 2 0-16,0-3 0 0,0 3 24 0,0 0 0 0,-4-2-1 0,4 2 0 16,-3-3-14-16,0 3-9 0,0 0 12 15,3-3-12-15,-6 1 17 16,2 2-3-16,-2-3-1 0,0 0 0 0,3 1-1 0,-3-1 0 0,3 0 0 0,-3 1 0 15,3-1-4-15,-1 3 0 0,-2-3-8 0,3 1 12 16,0 2-12-16,0-3 8 0,0 3-8 0,-3 0 0 16,2 0 0-16,1 0 0 0,-3 0 0 0,0 3 0 15,0-3 0-15,0 0 0 0,0 2 0 0,0-2 0 16,-3 0 0-16,2 0 0 0,-2 0 0 16,0 0 0-16,-3 0 0 0,3 0 0 0,0 0 0 0,0 0 0 15,0-2 0-15,0 2 0 0,0 0 0 0,-1 0 0 16,4 0 0-16,-3 0 0 0,3 0 0 0,-3 0 0 15,3 0 10-15,0 0-10 0,-3 0 10 0,3 2-10 16,-3-2 8-16,-1 3-8 0,4-3 0 0,-3 0 0 16,0 0 0-16,0 0 0 0,0 0 0 15,0 3 0-15,0-3 0 0,-3 0 0 0,3 2-11 0,-3-2 11 16,2 3 0-16,-2-3 0 0,0-3 0 0,0 3 0 16,0 0 0-16,0 0 0 0,0 0 0 0,-3 0 0 15,3-2 0-15,-3 2 0 0,3 0 0 0,0-3 0 0,-3 3 0 16,3 0 0-16,0-3 0 0,-4 3 0 0,4-2 0 15,0 2 0-15,0 0 0 0,0-3 0 0,-3 3 0 0,3 0 0 16,-3 0 0-16,0 0 0 0,3 0 44 0,-3 0 16 16,0 0 3-16,3 0 1 0,-3 0-64 0,0 0-12 0,-3 0-2 0,3 0-1 15,0 0 15-15,-3 0 0 0,2 0 9 0,-2 0-9 16,-3 0 13-16,6 0-3 0,-6 0-1 0,3 0 0 31,3 3-9-31,-6-3 0 0,3 0 0 0,3 0 8 0,-6 0 0 0,3 2 0 0,3-2 0 0,-6 0 0 16,3 0-8-16,-3 0 10 0,6 0-10 0,-6 0 10 15,6 3-10-15,-6-3 0 0,3 0 9 0,-3 0-9 16,6 0 0-16,0 0 0 0,0 0 0 0,-6 0 0 16,6 0 0-16,-3 0 0 0,3 0 0 0,0 0 8 15,-6 0-8-15,6 0 0 0,0 3 0 0,-3-3 8 16,-3 0-8-16,6 0 0 0,0 0 0 0,-1 0-8 16,1 0-21-1,-3 2-4-15,3-2-1 0,0 0 0 0,-3 0-40 0,3 0-8 16,0 0-2-16</inkml:trace>
  <inkml:trace contextRef="#ctx0" brushRef="#br0" timeOffset="19731.285">15076 15622 1751 0,'-12'-3'81'0,"6"1"-72"0,3-1-9 15,-3 0 0-15,0 1 0 0,0-1 120 0,0 0 21 0,0 1 5 16,0 2 1-16,0 0-72 0,-2 0-15 0,2 0-2 0,-3 5-1 15,-3-2-25-15,0 2-6 0,3 3-1 0,-3 0 0 16,-3 2-7-16,0 1-2 0,-3 2 0 0,3-2 0 16,1 2-7-16,-1 0-1 0,0 1-8 0,3-1 12 15,0 0-4-15,3-2-8 0,0-1 11 0,3 1-11 16,3-1 8-16,3-2-8 0,0-2 0 0,3 2 0 16,3-3 0-16,0 3 0 0,0-3 0 0,6 3 0 15,-3-3 0-15,3 1 0 0,3 2 0 0,-3-3-9 0,2 0 9 0,-2 0 0 16,0 3 0-16,-3-2 0 15,0-1 0-15,0 0 0 0,-3-2 0 0,0 2 0 0,-3-2 0 0,-3 2 0 0,3 0 0 16,-3-5 0 0,-3 6-40-16,-3 2-2 0,0 0-1 0,-3-3 0 0,0 3 35 0,-3 2 8 15,-3-2 0-15,1 0 0 0,-1 3 0 0,-3-1 0 0,3-2 0 16,-3 3-8-16,3-3 8 0,0 0 0 0,0-6 0 0,1 4-8 16,2-4 8-16,-3-2-12 15,3 0 12-15,3-2-12 0,0 2-44 16,0-6-10-16,3-1-2 0</inkml:trace>
  <inkml:trace contextRef="#ctx0" brushRef="#br0" timeOffset="20184.515">15210 15887 2072 0,'0'0'59'0,"0"0"12"16,0 0-57-16,0 0-14 0,0 0 0 0,0 0 0 15,6-3 55-15,-3 3 8 0,0-3 1 0,-3 3 1 16,6 0-26-16,-6 0-6 0,3 0-1 0,-3 0 0 16,0 0-12-16,0 0-4 0,0 0 0 0,0 0 0 15,0 0-1-15,0 0-1 0,0 0 0 0,-3 6 0 0,0-1-6 0,-3 3 0 0,-3-3-8 0,3 6 12 16,-6-3-12-16,0 0 8 0,0-1-8 0,0 7 0 15,0-4 0-15,-2 1 8 0,-1 2-8 0,3 0 0 16,-3 1-14-16,3-1-6 0,0 0 0 0,3 0-1 16,0 1 21-16,0-4 0 15,3 1 0-15,0-3 0 0,3 0 0 0,0-3 0 16,0 0 0-16,3 0 0 0,0-5 0 0,0 6 0 0,3-1 0 16,0-2 0-16,0 2 0 0,3-2 0 0,3-3 0 0,-3 2 0 15,6 1 0-15,-3-3 0 0,3-3 0 0,3 3 0 16,0-2 0-16,0 2 12 0,-1-3-2 0,4 0 0 15,-3 1-10-15,0-4 0 0,3 4 0 0,-3-4 0 16,0 1 0-16,0 0-14 0,-1 0 3 0,-2 2 1 16,0-2 10-16,-3-1-12 0,0-2 12 0,0 3-12 15,0 0-108-15,-3 0-23 16,0-3-4-16</inkml:trace>
  <inkml:trace contextRef="#ctx0" brushRef="#br0" timeOffset="20448.799">15278 15926 1968 0,'-17'-10'41'0,"8"4"9"16,3 4-40-16,0-1-10 0,0 0 0 0,0 1 0 16,0-1 109-16,6 3 20 0,-3 0 4 0,3 0 1 15,0 0-45-15,0 0-9 0,0 0-1 0,0 0-1 16,0 0-23-16,0 0-5 0,0 0-1 0,0 0 0 16,0 5-17-16,3 3-3 0,0 0-1 0,0 0 0 15,0 3-4-15,3-1-2 0,-3 4 0 0,3 2 0 16,-3-1-6-16,0 4-2 0,3-1 0 0,-3 4 0 15,-1-4-6-15,1 1 0 0,0-1-8 0,0 1 12 0,-3-3-12 16,3-1 0-16,-3 1 8 0,0 0-8 0,0 0 0 0,0 0 0 0,-3 0 0 16,3 2 0-16,-3 1-17 0,0-3 0 0,0 0 0 15,1 0 0 1,-1-1-17-16,0-1-3 0,0-1-1 0,0 3 0 16,-3-6-100-16,3 1-20 0,0-1-4 0</inkml:trace>
  <inkml:trace contextRef="#ctx0" brushRef="#br0" timeOffset="20956.784">15767 16088 1792 0,'0'0'51'0,"0"0"10"0,3 2-49 0,2 1-12 0,4 0 0 0,-3-1 0 16,3 1 54-16,3 0 8 0,0-3 2 16,3 0 0-16,3 0-9 0,0 0-2 0,0 0 0 0,2-3 0 15,4 0-24-15,0 1-5 0,3-1 0 0,-3 0-1 16,-1-2-15-16,4 2-8 0,-3-2 10 0,-3 2-10 15,0-2 8-15,0 3-8 0,-1-1 0 0,-2 0 0 16,0 1-9-16,0-1-8 0,0 3-2 0,0 0 0 16,-6-3 19-16,2 3 0 0,1-2-8 0,-3 2 8 15,0 0-37-15,-3 0-4 0,0 0-1 16,-6 0 0-16,-3 0-103 0,0 0-21 0,0 0-4 16</inkml:trace>
  <inkml:trace contextRef="#ctx0" brushRef="#br0" timeOffset="21441.424">15933 15836 1720 0,'0'0'36'0,"0"0"8"0,0 0-35 0,0 0-9 0,0 0 0 0,0 0 0 16,0 0 88-16,0-5 16 0,0 5 4 0,0 0 0 16,0 0-34-16,0 0-6 0,0 0-2 0,0 0 0 15,0 0-30-15,0 0-7 0,0 0-1 0,0 0 0 16,-9 5-16-16,6 1-3 0,-3-1-1 0,0 3 0 15,0 0 1-15,1 2 0 0,-1 4 0 0,0-1 0 16,-3 3-9-16,3 2 0 0,-3 1 0 0,0 2 0 16,3-3 0-16,0 4 0 0,-3-1 0 0,3-3 0 15,0 1 0-15,0-3 0 0,0 0 0 0,3-1 0 16,0-1 0-16,0-4-17 0,3 1 4 0,-3-3 1 16,3 0 12-16,0 0 0 0,-3 0 0 0,6 0 0 15,-3-3 12-15,3 0-2 0,-3-2 0 0,3 2 0 16,0-2-22-16,3-1-4 0,-3 1 0 0,3 0-1 15,3-3 27-15,-3 2 6 0,3 1 0 0,-3 0 1 16,3-3-17-16,3 2 0 0,-3-2 0 0,3 0 0 16,-1 0-10-16,1 0-6 0,0 0 0 0,0 0-1 15,3 0 17-15,0 0 0 0,-3 0-8 0,3-2 8 16,0 2-106-16,-1-3-18 0,4 0-3 0</inkml:trace>
  <inkml:trace contextRef="#ctx0" brushRef="#br0" timeOffset="22089.624">17180 15775 1624 0,'0'0'46'0,"0"0"10"16,0 0-45-16,0 0-11 0,3-5 0 0,-3 5 0 16,0 0 85-16,0 0 15 0,0 0 4 0,0-5 0 15,0 5-28-15,-3-3-6 0,-3-2-1 0,1 2 0 16,-1 3-4-16,0-2-1 0,-3 2 0 0,0 0 0 15,-3 0-41-15,3 0-9 0,-3 2-2 0,0 1 0 16,0 0-12-16,-3-1-16 0,3 4 3 0,0-1 1 0,1-3 40 0,-1 4 8 16,0-1 1-16,3 0 1 0,0 3-26 0,0-2-4 15,3 1-8-15,3 1 11 0,-3 0-11 0,3 0-9 0,3 0 9 0,0 0-13 16,0-3 13-16,3 3-11 0,0-2 11 16,3 2-10-1,0-3-18-15,0 3-3 0,6-3-1 0,-3 3 0 0,3-3 32 0,0 1 0 16,-1 2 0-16,1-3 0 0,3 0 0 0,-3 3 0 15,0-3 0-15,3 3 0 0,-6 0 0 0,0 0 0 0,-3 0 0 16,-3 3 0-16,0-1 0 0,-3 1 0 0,0 0 0 0,-6 2 0 16,3-3 0-16,-6 1 0 0,0 2 0 0,0-2 0 31,-6 2-57-31,3 0-6 0,0-2-1 0,-3-1 0 0,4 1 52 0,-4 0 12 0,3-4 0 0,0 4 0 16,0-3-23-16,3-3-1 0,-3 3-1 0</inkml:trace>
  <inkml:trace contextRef="#ctx0" brushRef="#br0" timeOffset="22780.669">17430 16016 1792 0,'6'-5'51'0,"-3"0"10"0,0-1-49 16,3 1-12-16,-3 0 0 0,0 2 0 0,0-2 56 0,-3 5 8 0,3-3 1 0,-3 3 1 31,0 0-20-31,0 0-4 0,0 0-1 0,0 0 0 0,0 0-16 0,0 0-3 16,-3 3-1-16,-3 2 0 0,0 0-21 0,0 1 0 0,-3 2 0 0,1 0 0 15,-1 2 31-15,-3 1 1 0,3-1 1 0,-3 1 0 16,0 0-1-16,0 2-1 0,0-3 0 0,0 4 0 16,-3-4-31-16,3 1-16 0,1-1 1 0,-1 1 1 15,0-3 14-15,6 0 0 0,-3-3 0 0,3 0 0 16,3 1 0-16,0-1 0 0,3-5 0 0,0 0 0 16,3 5-10-16,0-2 10 0,3 2-10 0,0-2 10 15,0-3-9-15,3 2 9 0,3-2-8 16,-1 0 8-16,1 0 0 0,0-2-10 0,0 2 10 0,0-3 0 15,0 3-8-15,0-5 8 0,0 2 0 0,0 1 0 16,0-1-35-16,3-2 0 16,-4-3 0-16,1 2 0 0,0 1-23 0,0 0-5 0,0-3-1 0,-3 3 0 15,0-1 7-15,-3 1 1 16,0-3 0-16,-3 3 0 0,0 2-24 0,-3 3-4 0,0-5 0 0,0 5-1 16,-3-5 27-16,0 2 6 0,-3-2 0 0,0 2 1 15,0 0 92-15,0 1 19 0,0-1 3 0,-3 0 1 16,3 1 29-16,-3-1 7 0,3 0 0 0,0 1 1 15,-3-1-8-15,3 1-1 0,3-1-1 0,3 3 0 16,0 0-22-16,-5 0-4 0,5 0-1 0,0 0 0 16,0 0-16-16,0 0-3 0,0 0-1 0,0 0 0 0,0 0-18 15,0 0-4-15,-3 5-1 0,3 0 0 0,0 3-21 16,0 3 0-16,3-3 0 0,0 2 0 0,2 1 0 16,-2-3 0-16,0 3 0 0,3-1 0 0,0 1 0 15,-3 2 0-15,3-2 0 0,-3-1 0 0,0 3 0 16,0 1 0-16,0-4 0 0,0 3 0 0,0 1 52 0,0-1 10 0,0 0 2 0,-3 3 0 31,3-3-103-31,-3 3-20 0,0-3-4 0,0 3-1 16,0-3 0-16,0 1 0 0,-3-1 0 0</inkml:trace>
  <inkml:trace contextRef="#ctx0" brushRef="#br0" timeOffset="23013.738">17785 16178 2452 0,'0'0'69'0,"0"0"16"15,0 0-68-15,0 0-17 0,-3 5 0 0,3-5 0 16,-3 5 60-16,0 1 9 0,3-6 2 0,-3 5 0 16,0 3-31-16,0 0-7 0,0-3-1 0,0 3 0 15,0 2-18-15,0-2-4 0,3 3-1 0,-3 0 0 16,0-1-9-16,-3 1 0 0,3-1 0 0,-3 1 0 15,0 2-21-15,3 0-7 0,-3 1 0 0,0-1-1 16,0 0-115-16,0 0-22 0,0-2-5 0</inkml:trace>
  <inkml:trace contextRef="#ctx0" brushRef="#br0" timeOffset="23563.594">18529 15738 1792 0,'-6'-2'51'0,"0"-1"10"15,0-2-49-15,3 2-12 0,0 1 0 0,-3-1 0 16,3 0 94-16,-3 3 16 0,0-2 3 0,0-1 1 16,0 3-49-16,-3 0-9 0,0 0-3 0,0 5 0 15,-2-2-30-15,-1 2-7 0,0 3 0 0,-3-3-1 16,0 3-7-16,0 3-8 0,0-3 11 0,0 5-11 15,0-2 10-15,4-1-10 0,-1 3 8 0,0-2-8 16,0 2 0-16,6 1 0 0,-3-1 0 0,3 0 0 16,3 0 0-16,3-2-9 0,0 2 0 0,3-2 0 15,0-1 1-15,3 3 0 0,3-2 0 0,0 0 0 0,3-3 20 16,3 2 4-16,2-2 0 0,1 0 1 16,0-3-35-16,3 3-7 0,-3-2-2 0,3 1 0 15,-6-1 27-15,-1-4 0 0,1 4 0 0,-3-1-8 16,-3 0-23-16,-3 1-4 0,0-1-1 0,-3 0 0 0,-6 0 36 15,0 3 0-15,-3 0 0 0,-3 0 0 0,-3 0 0 0,-3 0 0 0,1 3 0 0,-4-3 0 16,0 2 0-16,0-2 0 0,-3 0 0 0,0 0 0 16,3 0 0-16,1-3 0 0,2 3 0 0,0-2 0 15,-3-4-160-15,3 1-26 16</inkml:trace>
  <inkml:trace contextRef="#ctx0" brushRef="#br0" timeOffset="23916.523">18660 16032 2366 0,'0'0'67'0,"0"0"15"16,0 0-66-16,0 0-16 0,0-5 0 0,0 0 0 15,0 2 34-15,3-2 3 0,0-3 1 0,3 2 0 16,3 1 21-16,0 0 4 0,-1-3 1 0,4 3 0 0,3-1-52 0,0 4-12 0,3-4 0 16,-3 1 0-16,3 2 0 0,-3 1 9 15,0-1-9-15,-1 3 8 16,-2-3-8-16,0 6 0 0,0-3 9 0,-3 3-9 16,0 2 0-16,0 0 0 0,-3 1-12 0,0 4 4 15,0 1 24-15,-3-1 6 0,-3 6 1 0,3 0 0 16,-6 0-37-16,3 3-7 0,-3 2-2 0,0 0 0 0,-3-3 23 0,0 4 0 0,0-4 12 0,-3 3-4 15,3 0-8-15,-3 1-9 0,0-1 9 16,0 3-13 0,0-3-92-16,0 3-19 0,0-1-3 0,1 1-1 15,-1-3-51-15,0 0-10 0,0 3-3 0</inkml:trace>
  <inkml:trace contextRef="#ctx0" brushRef="#br0" timeOffset="24131.523">18651 16336 2269 0,'0'-8'64'0,"0"1"15"0,3-1-63 0,0 0-16 0,3 0 0 0,-3 0 0 16,6 2 46-16,-3 1 6 0,6-3 2 0,-4 3 0 15,4 0-35-15,3 2-7 0,-3-2-2 0,6 2 0 16,-3-2 8-16,6 2 2 0,-3-2 0 0,-1 0 0 15,4-1-32-15,-3 1-7 0,3-3-1 0</inkml:trace>
  <inkml:trace contextRef="#ctx0" brushRef="#br0" timeOffset="24399.242">19303 16164 2542 0,'-9'3'72'0,"0"2"16"0,3-2-71 0,0 0-17 0,0 2 0 0,6-5 0 15,-3 3 48-15,-3 2 5 0,6-5 2 0,-3 8 0 16,0-3-14-16,0 3-2 0,0-3-1 16,0 3 0-16,0 0-17 0,0-3-3 0,0 3-1 0,0 0 0 15,-3 3-17-15,3-3 0 0,-3 2 0 0,0 1 0 16,1 2-16-16,-1-2-1 0,-3 2 0 0,3 3 0 15,-3-3-39-15,0 0-8 0,0 3-2 0,3-2 0 16,-3-1-128-16,3 0-26 0</inkml:trace>
  <inkml:trace contextRef="#ctx0" brushRef="#br0" timeOffset="24964.95">19836 15868 1824 0,'-3'-8'76'15,"0"0"-60"-15,0 0 83 0,0 0 17 0,0 0 3 0,0 3 1 16,0-3-49-16,0 3-10 0,0 0-1 0,-3-1-1 16,3 4-37-16,3 2-7 0,-6-6-2 0,6 6 0 15,-6 0 30-15,6 0 5 0,-6 0 2 0,0 0 0 16,0 0-28-16,-3 3-6 0,3 0 0 0,-3 2-1 15,0 0-15-15,0 0 0 0,0 3 8 0,1 0-8 16,-1 0 0-16,3 0 0 0,0 0 0 0,0 3 0 16,3-1-13-16,0 1 4 0,3 0 1 0,0 2 0 15,0 0-1-15,6 0 0 0,-3 0 0 0,3 1 0 16,3-4 9-16,0 3-13 0,-1 1 5 0,4-1 8 16,-3-2-12-16,3-1 12 0,-3 1-12 0,0-3 12 15,0 0 16-15,0 0 12 0,0-1 1 0,-3-1 1 16,0 2-30-16,-3-3 0 0,0 0 0 0,0 1 0 15,-3-1-17-15,0 0-10 0,-3 0-1 0,0 1-1 16,-3-1 29-16,0 0 0 0,0 1 8 0,-3-1-8 16,0 3 25-16,-3-3-1 0,0 3-1 0,0-3 0 15,-3 3-35-15,-2-2-6 0,2-1-2 0,-3 3 0 16,3-3 6-16,3-2 1 0,-3 2 0 0,0-2 0 16,6 2-88-16,0-2-18 0,0-1-3 15</inkml:trace>
  <inkml:trace contextRef="#ctx0" brushRef="#br0" timeOffset="25583.902">20127 16117 2381 0,'-18'13'111'0,"12"-8"-99"15,0 1-12-15,1-1 0 0,-4 3 0 0,3-3 58 0,-3-2 9 0,3 2 1 0,0 3 1 16,-3-3-23-16,3 3-5 0,-3 0-1 0,0-3 0 16,0 3-18-16,0 0-4 0,0 0-1 0,0 3 0 15,0-1-27-15,3 1-6 0,-2 2 0 0,-1-2-1 16,3 2 25-16,0 3 4 0,0-3 2 0,0 3 0 16,3 0-22-16,0-3-5 0,3 3-1 0,3-3 0 15,0 0-40-15,0 1-8 0,3-4-2 16,3 1 0-16,0-6 31 0,0 0 5 0,-1-2 2 0,4 0 0 15,0-3-10-15,0-3-1 16,0-2-1-16,-3 0 0 0,3-1 13 0,0-2 2 0,-3-2 1 0,0 2 0 16,3-3 9-16,-6 1 1 0,-1-1 1 0,1-2 0 15,-3 2-16-15,0-2-3 0,-3 2-1 0,0-2 0 16,-3 0 31-16,0 2 0 0,0-2 0 0,-2 3 0 16,-1-1 49-16,0 0 16 0,-3-2 3 0,0 3 1 15,0-4-5-15,3 1 0 0,-3-3-1 0,0 0 0 0,3-2-3 16,0 2 0-16,0-5 0 0,0 0 0 0,6 2-45 0,-3 1-15 15,6 2 8-15,-3-3-8 0,3 3 16 16,3 3 0-16,3 0 0 0,0 2 0 0,0 1-16 0,3 2 10 16,3 0-10-16,-3 0 8 0,2 3-8 0,-2-1 0 0,3 1 0 15,0 0 0-15,-3 2-14 0,0 0-8 0,0 1-2 0,0-1 0 16,-3 3 24-16,3 0 0 0,-3 0 0 0,-1 3 0 16,-2-1 0-1,3 1 0-15,-3 2 0 0,0 1 0 0,-3-1 47 0,0 0 13 0,-3 3 4 0,3 0 0 16,-3 3-52-16,-3-1-12 15,3 3 0-15,-3 1 0 0,-3-1 0 0,3 3 0 0,-3-3 0 16,-3 3 0-16,3-3-20 16,1 0-6-16,-4 1-2 0,3-1 0 0,-3-3-6 0,0 1-2 15,0 0 0-15,0-3 0 0,-3 2 36 0,0-5 0 0,0 3 0 0,0-2 0 16,3-1-58-16,-3-2-5 0,1-1-1 0</inkml:trace>
  <inkml:trace contextRef="#ctx0" brushRef="#br0" timeOffset="30314.207">23047 12066 1082 0,'0'0'22'0,"0"0"6"16,0 0-28-16,0 0 0 0,0 0 0 0,0 0 0 16,0 0 62-16,0 0 6 0,0-6 2 0,0 6 0 0,0 0-2 0,0 0 0 0,-3-5 0 0,3 5 0 15,0 0-9-15,-3-5-3 0,3 5 0 0,0-5 0 16,0 5-14-16,-3-6-3 16,3 6-1-16,0 0 0 0,-3-2-9 15,3 2-1-15,0 0-1 0,0 0 0 0,0 0 6 16,0 0 2-16,-3-6 0 0,3 6 0 0,0 0-7 0,0 0 0 0,0 0-1 15,0 0 0-15,0 0-27 0,0 0 8 0,0 0-8 16,0 0 0 0,0 0 26-16,0 0 0 0,6 3 0 0,0-3 0 0,3 3-10 0,0-1-1 0,0 1-1 0,3 0 0 15,3-1 1-15,0-2 0 0,3 3 0 0,3-3 0 16,-1 0-5-16,4 3-1 0,3-3 0 16,0 0 0-16,0 0-9 0,-1-3 0 0,1 3 0 15,3 0 8-15,-3 0-8 0,-1 0 0 16,4 0 0-16,3 0 0 0,-3 0 0 0,2 0 0 0,1 0 0 0,0 0 0 15,0 0 0-15,-1 0 0 0,-2 0 0 16,3 0 0-16,-6 0 8 0,0 0 5 0,-1 0 2 0,-2 0 0 16,3 0-24-16,0 0-5 0,-1 0-1 0,1 0 0 15,-3 0 15-15,3 0 0 0,0 0 0 0,-4 0 0 16,1 0 0-16,-3 0 0 0,3-3 0 0,-3 1 0 16,-3-1 0-16,0 3 0 0,-4 0 0 0,4-3 0 15,-3 3 48-15,-3 0 13 0,0-5 3 0,0 5 0 16,0 0-52-16,0-3-12 0,0 3 0 0,-1-2 0 15,-2 2 0-15,3-3 0 0,0 0 0 0,-3 3 0 16,0-2 0-16,0 2 0 0,0-3 0 0,0 3 0 16,0 0-16-16,-3-3-5 0,3 1-2 0,-3 2 0 15,0-3 23-15,0 1 0 0,-1-1 0 0,-2 0 0 16,0 1-44-16,3-1-5 0,-3-2-1 0</inkml:trace>
  <inkml:trace contextRef="#ctx0" brushRef="#br0" timeOffset="32035.051">14915 16966 1178 0,'0'0'49'0,"0"0"-39"15,0 0 106-15,0 0 22 0,0 0 4 0,0 0 1 16,0 0-46-16,0 0-9 0,-6-3-1 0,0 1-1 15,0 2-30-15,0 0-7 0,0 0-1 0,-2 0 0 16,-1 2-4-16,0 1 0 0,0 2-1 0,-3 1 0 16,0-1-16-16,0 0-3 0,0 3-1 0,-3 0 0 15,3 0-11-15,-3 0-1 0,4 0-1 0,-4 0 0 16,3 0-10-16,3 0 0 0,-3 0 9 0,3 0-9 16,3 0 0-16,0 0 0 0,0-3 0 0,3 3 0 15,3-3 0-15,0 0-10 0,0-5 10 0,6 6-13 16,0-4 4-16,0 4 1 0,3-4 0 0,3 1 0 0,-3 0 24 0,3-3 4 15,3 2 2-15,-4-2 0 0,4 0-22 0,-3-2 0 16,3 2 0-16,0 0 0 16,0-3-47-16,-3 3-13 0,0-3-4 0,3 3 0 0,-6 0 52 15,-1 0 12-15,1 0 0 0,-3 0 0 0,-6 0-10 0,0 0 1 0,0 6 0 16,0-1 0 0,-3 3-51-16,-3 0-9 0,-3 0-3 0,-2 2 0 15,-1 3 10-15,-3 1 2 0,-3 2 0 0,0-1 0 0,-3 4 46 0,0-1 14 16,1 4 0-16,-1-4 0 0,3-2 0 0,-3 0 16 0,3 0 0 0,0-3-1 15,0-2-1-15,4-1 0 0,-1 1 0 0,3-3 0 16,0-3-14-16,3 0 0 0,0-2 0 0,0 0 0 16,3-1-9-16,6-2-5 0,0 0-1 0</inkml:trace>
  <inkml:trace contextRef="#ctx0" brushRef="#br0" timeOffset="32704.373">15168 17077 1644 0,'-12'6'77'0,"6"-4"-69"0,0 4-8 0,3-6 0 0,-3 2 0 16,4 3 61-16,-4-2 11 0,3 0 1 0,-3-1 1 16,0 1-23-16,3 0-5 0,0 2-1 0,-3-2 0 15,3 2-10-15,0-2-3 0,3-3 0 0,0 5 0 16,0-5-13-16,0 5-3 0,0-5-1 0,0 8 0 15,3-3-7-15,3-2-8 0,0 2 11 0,0-2-11 16,3 0 8-16,0-1-8 0,2 1 0 0,1 0 0 16,0-1 11-16,0-2-2 0,3 3 0 0,-3-3 0 15,3 2-9-15,-3-2 12 0,0 0-12 0,0 0 12 16,-1 3-20-16,-2 0-4 0,-3-3-1 0,0 2 0 16,0 4 27-16,-3-4 6 0,0 4 0 0,0-1 1 15,-6 0-33-15,0 6-8 0,-3-3 0 0,0 2-1 16,-3 1 21-16,0 2 0 0,-2 0 8 0,-4 1-8 15,3-1 0-15,-3 0 0 0,0 3 0 0,0-3 0 16,0 0 0-16,0-2 0 0,0 0 0 0,1-1 0 0,-1 1 0 0,3-6 0 16,0 3 0-16,0-3-11 15,0 1 11-15,3-1 0 0,0-3 0 0,0 1 0 16,3 0-53-16,0-3-9 0,6 0-2 0,0 0 0 16,-6-3 15-16,6 3 2 0,-3-5 1 0</inkml:trace>
  <inkml:trace contextRef="#ctx0" brushRef="#br0" timeOffset="32989.114">15174 17098 2124 0,'0'0'98'16,"0"0"-87"-16,0 0-11 0,0 0 0 0,0 0 0 16,0-5 48-16,0 3 8 0,0-4 2 0,3 4 0 15,0-4-24-15,0 4-5 0,0-4-1 0,3 4 0 16,0-1-12-16,0 0-4 0,3-2 0 0,-3 2 0 16,3 1-12-16,0-1 0 0,0-2 0 0,3 2 0 15,-4-2 0-15,4 2 0 0,-3 1 0 0,3-1 0 16,0 3-92-16,-3-3-20 0,0 3-5 0</inkml:trace>
  <inkml:trace contextRef="#ctx0" brushRef="#br0" timeOffset="35971.546">15880 17183 1552 0,'0'0'44'0,"0"0"10"0,0 0-43 0,-6 3-11 0,6-3 0 0,0 0 0 15,0 0 104-15,0 0 20 0,0 0 3 0,0 0 1 16,0 0-52-16,0 0-9 0,0 0-3 0,0 0 0 15,3 5 0-15,0 0 0 0,3-2 0 0,3 2 0 16,-1-2-51-16,1 0-13 0,3-1 0 0,0 4 0 16,3-6 19-16,0 2 1 0,0 1 0 0,3-3 0 15,-3 2-20-15,-1-2 0 0,4 0 0 0,0 0 0 16,-3 0 0-16,0-2 0 0,0 2 0 0,-3 0 0 16,0 0-17-1,0-3-7-15,-1 3-2 0,-2 0 0 0,3 0-82 0,-3 0-17 0,0 0-3 16</inkml:trace>
  <inkml:trace contextRef="#ctx0" brushRef="#br0" timeOffset="36441.929">16064 17032 1387 0,'0'0'58'16,"0"0"-46"-1,0 0 76-15,0 0 16 0,0 0 4 0,0 0 0 0,0 0-25 0,0 0-5 0,0 0-1 0,0 0 0 16,-6-2-15-16,6 2-3 0,-6 0-1 0,6 0 0 15,-3 0-15-15,-3 2-3 0,6-2-1 0,-6 3 0 16,0 0-19-16,0 2-3 0,1 0-1 0,-4 0 0 16,3 3-8-16,-3-2-8 0,0 2 9 0,0 0-9 15,0 0 8-15,-3 2-8 0,3 1 0 0,-3-1 0 16,3 3 0-16,-3 1 0 0,3-4 0 0,1 4 0 16,-1 1 0-16,0-1 0 0,3 2 8 0,-3-3-8 15,6-3 0-15,0 4-16 0,0-7 1 0,0 4 1 16,3 0 22-16,0-3 5 0,0 0 1 0,3-1 0 15,0 1-14-15,0-2 0 0,3 2 0 0,0-3 0 16,3 0-21-16,0 1-7 0,2-1-2 0,1 0 0 16,3 0-3-16,0 1-1 15,0-4 0-15,0 1 0 0,3 0 34 0,0-1 0 0,-1-2 0 0,1 0 0 16,0 0-71-16,0 0-7 0,0-2-2 0</inkml:trace>
  <inkml:trace contextRef="#ctx0" brushRef="#br0" timeOffset="37102.61">17359 16958 2025 0,'-3'-5'85'0,"-3"0"-68"16,3-1 47-16,0 1 8 0,0 0 3 0,3 5 0 15,-6-3-9-15,3-2-2 0,-3 5 0 0,0-3 0 16,0 3 0-16,-3-2 0 0,3 2 0 0,-2 2 0 15,-1-2-38-15,0 3-8 0,0-1-2 0,0 1 0 16,-3 2-25-16,0 3-6 0,-3 0-1 0,3 0 0 16,-6 0 64-16,3 3 13 0,1-3 3 0,-1 2 0 15,0 1-73-15,0-1-15 0,3 1-2 0,-3 2-1 16,6 0-8-16,-3-2-1 0,3 2-1 0,3 1 0 16,0-4 37-16,1 3 0 0,2-2 0 0,3-1 0 15,0 1-16-15,0 0 4 0,3-1 0 0,2 3 1 16,1-5 11-16,3 3 16 0,0-3-4 0,3 0-1 15,3 0-60-15,3 0-12 0,0-3-3 0,3 0 0 0,-3 1 64 0,2-1 16 16,1 0 2-16,0 0 0 0,-3 1-18 16,0-1 0-16,0 0 0 0,-4 1 0 0,-2-1-19 0,0 0 3 15,-3 1 0-15,-3 1 0 16,0 1-13-16,-3 3-3 0,0-3 0 0,-3 3 0 16,-3-1-5-16,-3 1-2 0,0-1 0 0,-3 1 0 15,0 2 0-15,-6 0 0 0,-2 1 0 0,-1 1 0 16,0-1 11-16,0 2 1 0,0-1 1 0,-3 1 0 0,0-2 26 0,4-1 9 0,-1 3 0 15,-3-3 0-15,0 0 27 0,3-2 6 0,0-1 1 0,3-2 0 16,-2 0-18-16,2 0-3 0,-3-3-1 0,3 1 0 16,0-4 19-16,0 1 4 0,3-3 1 0,-3 0 0 15,4-3-28-15,2 1-5 0,0-4-2 0,0 1 0 16,0 0-10-16,3-3 0 0,3 0 0 0,0 3 0 16,0-3-17-16,3 0 4 0,0 2 1 0,3-4 0 15,0 2-119-15,3-3-23 16</inkml:trace>
  <inkml:trace contextRef="#ctx0" brushRef="#br0" timeOffset="37875.51">17523 17395 1579 0,'0'0'32'0,"0"0"10"15,0 0-34-15,0 0-8 0,0 0 0 0,0 0 0 16,0 0 104-16,0 0 20 0,0 0 3 0,0 0 1 16,0 0-40-16,0 0-7 0,0 0-1 0,0 0-1 15,0 0-24-15,0 0-5 0,0 0-1 0,0 0 0 16,-3 5-39-16,-3 0-10 0,6-5 0 0,-6 6 0 16,0-1 0-16,3 3 0 0,-6-3 0 0,3 3 0 15,0 0 0-15,0 0 0 0,0 0 0 0,0 0 0 16,0 0 0-16,3 0 0 0,0 0 0 0,0-3 0 15,0 3 0-15,3-3 0 0,0-5 0 0,0 8 0 0,0-8 0 0,3 3 0 0,0 2 0 0,0-2 0 32,0-1 0-32,3-2 0 0,0 3 0 0,3-3 0 0,-3 0 0 15,3-3 0-15,3 3 0 0,0-2 0 0,0 2 0 0,3-3 0 16,-4 0 0-16,4 1 0 0,0 2 0 0,-3-3 0 0,3 1 0 16,0 2 0-16,-3-3 0 0,0 3 0 15,0 0 0-15,-3 0-11 0,0 0 11 0,-1 3 0 0,1-1 8 0,-3 1-8 16,0-1 12-16,0 1-3 0,-3 2 0 0,0 1 0 15,0-1-9-15,0 0 10 0,-3 1-10 0,3 1 10 16,-3 1-19-16,-3-2-4 0,3 2-1 0,-3 2 0 16,0-2 2-16,-3 3 0 0,3-1 0 0,-3 1 0 15,0 2-21-15,0-2-4 0,0 2-1 16,-2-2 0-16,2 2-6 0,-3-3 0 0,0 4-1 0,-3-4 0 31,3 3-17-31,-3-2-3 0,0 0-1 0,0-1 0 0,3-2-23 0,0-3-5 0,0 3-1 16,0-2 0-16,0-4 76 0,4 1 19 0,-1 0 0 0,6-3 0 15,-6-3-55-15,0 0-7 0,3-2-2 0</inkml:trace>
  <inkml:trace contextRef="#ctx0" brushRef="#br0" timeOffset="38186.153">17588 17411 1530 0,'0'0'32'0,"0"0"8"0,-6 5-32 16,6-5-8-16,-6 3 0 0,6-3 0 16,0 0 99-16,0 0 18 0,0 0 4 0,0 0 1 0,0 0-40 0,0 0-8 0,0 0-2 0,0 0 0 15,0 0-18-15,0 0-4 0,0 0-1 0,0 0 0 16,6 2-18-16,-3 1-4 0,3-3-1 0,-3 0 0 16,3-3 14-16,0 3 2 0,3-2 1 0,-3-1 0 15,3 0-19-15,0 1-3 0,0-1-1 0,0-2 0 16,0 2-9-16,0 0-3 0,2 1 0 0,1-1 0 15,-3 3-8-15,3-2-9 0,-3 2 9 0,3-3-13 16,-3 3 13-16,0 0 0 0,0 0 0 16,0 0 0-16,0 3-20 0,-3-3 0 0,3 2-1 0,-1-2 0 31,-2 0-171-31,3 3-35 0,-3-3-6 0</inkml:trace>
  <inkml:trace contextRef="#ctx0" brushRef="#br0" timeOffset="39651.458">18243 17519 2066 0,'0'0'43'0,"0"0"10"16,0 0-42-16,0-2-11 0,3-1 0 0,-3 3 0 16,0 0 53-16,0 0 9 0,3-3 2 0,-3 3 0 15,0 0 0-15,0 0 0 0,3-5 0 0,-3 5 0 0,0 0 0 0,0 0 0 0,0 0 0 0,0 0 0 16,0 0-52-16,0 0-12 0,0 0 0 16,-3 8 0-16,0 0 0 0,0 0 9 0,0 2-9 0,-3 1 8 15,0 2-8-15,0 3 0 0,0 0 0 0,0 2-11 31,0-2-42-31,0 3-9 0,-3-1-2 0,4 1 0 16,-1-1 0-16,0-2 0 0,0 0 0 0,-3 3 0 0,0-6-149 16,3 3-31-16</inkml:trace>
  <inkml:trace contextRef="#ctx0" brushRef="#br0" timeOffset="40192.063">19062 17120 1995 0,'-6'-6'84'15,"3"4"-68"1,-3-4 54-16,3 4 10 0,-3-1 3 0,0 0 0 16,3 1-15-16,-3-1-4 0,0 1 0 0,0 2 0 0,0 0 0 0,-3 0 0 0,3 0 0 15,0 0 0-15,0 2-51 0,-3 1-13 0,0-1 0 16,1 1 0-16,-4 2 0 16,0 1 0-16,0 2 0 0,-3-3 0 15,0 3 0-15,3 0 0 0,-3 0 0 0,3 2 0 16,0 1 0-16,1 2 0 0,-4 0 0 0,6 3 0 0,0-3 0 0,0 3 0 0,6-2 0 15,-3 1 0-15,6-1 0 0,0-1 0 16,3-3 0-16,0 4 0 16,0-6-48-16,6 2-13 0,0-2-3 0,0 0 0 0,3 0 36 0,-1-5 8 0,4 2 0 15,0 0 1-15,0 1 11 0,0-4 8 0,3 1-12 0,0 2 12 32,-3-2-38-32,-4 2-1 0,1-2 0 0,0 2 0 0,-3 0 39 0,0 1 0 0,-3-4 0 15,0 4 0-15,-3-1-59 16,-3 0-4-16,0 3-1 0,-3-3 0 0,-3 3 52 0,0 3 12 15,0-3 0-15,-6 2 0 0,0 1 0 0,-2 0 0 0,-1 2 0 0,-3 0 0 16,0-2 0-16,-3 2 12 0,3-3-3 0,0 4 0 16,0-4-9-16,1 1 0 0,-1-1 0 0,0 1 0 15,3 0 0-15,3-3-12 0,-3-3 2 0,3 0 1 16,3-5-147-16,0 0-28 16,1-3-7-16</inkml:trace>
  <inkml:trace contextRef="#ctx0" brushRef="#br0" timeOffset="40989.153">19386 17374 1507 0,'0'0'31'0,"0"0"9"15,0 0-32-15,0 0-8 0,0 0 0 0,3 5 0 16,-3-5 89-16,3 3 17 0,-3-3 3 0,3 5 1 15,-3-5-32-15,0 8-6 0,0-3-2 0,0 0 0 16,0 1-26-16,-3 2-4 0,0-3-2 0,0 3 0 16,-3-3-18-16,0 3-4 0,0 3-1 0,-3-3 0 15,-3 2-15-15,3 1 11 0,-2-3-11 0,-4 5 10 0,3-5-10 16,-3 2 0-16,0-2 0 0,3 0 8 16,-3 0-29-16,0 0-7 0,3-3 0 0,-2 1-1 15,2-4 29-15,0 1 0 0,0-3 0 0,3 0 0 16,-3 0 0-16,3-3 18 0,3 1-2 0,-3-4-1 15,3 1-15-15,0 0 0 0,3 0 0 0,-3-1 0 16,6-2-10-16,-3 0 2 0,3 1 0 0,3-1 0 0,0 0 8 0,0 0-10 0,3-3 10 16,0 3-10-16,0 0 10 0,3 3 0 0,0-3 0 0,0 0 0 15,0 3 0-15,3-1 0 0,0 1 0 16,-3 3 0-16,3-4 20 0,-4 4 5 0,4-1 2 0,-3 0 0 16,0 1-8-16,0 2-2 0,0 0 0 15,0 2 0-15,0 1 3 0,0 0 0 0,0-1 0 0,-3 4 0 16,3-1-20-16,0 0 0 0,0 3 0 0,-4-3 0 15,1 3 0-15,0 3 0 0,0-3 0 0,-3 5 0 16,0-2 0-16,0-1 0 0,-3 1 0 0,0 2 0 16,-3 0 0-16,0 3 0 15,0-3 0-15,-3 6 0 0,-3-1 16 0,1-2-1 0,-1 3 0 0,-3-1 0 16,0 1-24-16,-3-1-5 0,3 1-1 0,-3-1 0 16,3-2 15-16,0-2 0 0,-3 1 0 0,4-1 0 15,-4-1 0-15,3-3 0 0,0 1 0 0,0 0 0 16,0-3-208-16,3-1-38 0</inkml:trace>
  <inkml:trace contextRef="#ctx0" brushRef="#br0" timeOffset="51900.054">16811 3162 1314 0,'3'-5'56'0,"0"2"-45"15,3-2 72-15,-6 5 14 0,3 0 3 0,-3 0 1 16,3 0-24-16,3-3-5 0,-3 3 0 0,-3 0-1 16,3 0-35-16,3 0-6 0,-3 0-2 0,0 3 0 15,3 2-13-15,-3-2-3 0,3 5-1 0,3-3 0 16,-3 3-11-16,0 5 8 0,3-8-8 0,0 11 8 15,0-8-8-15,-1 0 0 0,1 0 0 0,3 0 0 16,-3 0 0-16,3-3 0 0,3 3 0 0,0-5 0 16,0-1-12-16,0-2-4 0,2 3 0 0,4-3-1 0,0-3 33 15,0 1 6-15,3-1 2 0,3-2 0 16,-4 2-11-16,4-2-1 0,0 2-1 0,0-5 0 16,-3 0 14-16,-1 3 3 0,-2-3 1 0,0 0 0 15,3-2-29-15,-3-1 0 0,3 3 0 0,-1-5 0 16,1 5 0-16,-3-5 0 0,3 2 0 0,0 1 0 0,-4-1 0 0,1-2 0 15,-3 2 0-15,0-2 0 16,0 5-32-16,-6-3-12 0,3 3-2 0,-6 6-1 16,-3-6-99-16,-3 8-20 0,-3 0-4 0</inkml:trace>
  <inkml:trace contextRef="#ctx0" brushRef="#br0" timeOffset="54756.316">16752 4885 1332 0,'0'0'37'0,"0"0"10"0,0 0-38 0,0 0-9 0,0 0 0 0,0 5 0 15,-3 0 49-15,3 3 8 0,0 0 2 0,0-3 0 16,0 3 4-16,3 0 1 0,-3 0 0 0,3 0 0 16,0 3-52-16,0-3-12 0,0 2 0 0,3-5 0 15,-3 3 0-15,3 0-12 0,0-2 3 0,-1 4 0 16,1-7 9-16,3 5 16 0,-3-6-4 0,0 4-1 15,3-4-1-15,0 1 0 0,0 0 0 0,0-3 0 16,0 0 18-16,3-6 3 0,0 4 1 0,0-4 0 16,0-2 11-16,2 3 2 0,-2-8 1 0,3 2 0 15,0-2-15-15,3-3-3 0,3 0-1 0,-3 0 0 16,2 3-19-16,4-3-8 0,0 3 8 0,0 0-8 16,0-3 0-16,0 0 8 0,-4 3-8 0,4-3 0 15,-3 3 0-15,-3-3 0 0,0 3 0 0,-3-3 0 16,-3 3-49-16,-1 5-6 0,1-8-1 15,-6 5 0-15,0 3-211 0</inkml:trace>
  <inkml:trace contextRef="#ctx0" brushRef="#br0" timeOffset="55354.766">16889 4173 1094 0,'0'0'23'0,"0"0"5"0,0 0-28 0,0-6 0 0,0 4 0 0,0 2 0 15,3-8 80-15,-3 8 10 0,0-5 2 0,0 5 1 16,0-6-15-16,0 6-3 0,3-5-1 0,-3 5 0 15,0 0-28-15,0 0-6 0,6 0 0 0,-6 0-1 16,3 0-13-16,3 0-2 0,0 3-1 0,-4 2 0 16,4 3-8-16,-3 0-2 0,3 2 0 0,0 1 0 15,0 5-13-15,0-6 11 0,0 4-11 0,3 2 10 16,-3-3-10-16,3 3 0 0,3-3 0 0,0 0 8 16,0-2-8-16,0-1 0 0,2-2 0 0,1 0 8 15,3 0 10-15,3 0 2 0,-3-5 0 0,3-1 0 16,3-2 19-16,-4 0 4 0,4-2 1 0,0-1 0 15,-3-2-14-15,3 2-2 0,-3-5-1 0,-1 3 0 16,1-3-39-16,-3 0-8 0,3 0-2 0,0 0 0 0,0-2 22 16,-1-1 0-16,4 0 0 0,-3 1 0 0,3 2 24 0,0-5 10 15,-3-1 2-15,2 4 0 0,-5 2-7 0,3-3-1 0,0 3 0 16,-6 0 0 0,0 6-56-16,0-4-11 0,-4 4-2 0,1 2-1 15,-3 0-21-15,0 2-4 0,-3 4-1 0</inkml:trace>
  <inkml:trace contextRef="#ctx0" brushRef="#br0" timeOffset="56503.234">16788 6581 736 0,'0'0'15'0,"0"0"5"0,0 0-20 0,0 0 0 0,0 0 0 0,-3 5 0 15,3-5 66-15,0 0 10 0,0 0 1 0,0 0 1 16,0 0 10-16,0 0 3 0,0 0 0 0,0 0 0 16,0 0-23-16,0 0-5 0,0 0-1 0,0 0 0 15,0 0-11-15,0 0-3 0,0 0 0 0,0 0 0 16,0 0-32-16,0 0-8 0,0 0 0 0,0 0-8 15,0 0 61-15,0 0 6 0,0 0 1 0,0 0 0 16,3 5-35-16,-3-5-6 0,5 3-2 0,-2 2 0 16,0-2-9-16,3-1-3 0,0 1 0 0,-3 2 0 15,3-2-13-15,-3 2 8 0,3 3-8 0,-3-2 0 16,3 1 0-16,0 1 0 0,-3 0 0 0,3 0 0 16,0 0 0-16,0 0 0 0,0 0 0 0,0-3 0 15,0 3 0-15,3-2 0 0,-3-1 0 0,3 0 0 16,-3-2 0-16,-1-1 0 0,4 1 0 0,-3 0 0 15,3-3 0-15,0 0 0 0,-3 0 0 0,3 0 0 16,3-3 8-16,-3 0-8 0,6-2 0 0,-3 3 0 16,6-6 18-16,-4 0-2 0,7-3-1 0,-3 3 0 0,3-2 10 15,0-1 3-15,0 0 0 0,2 1 0 16,-2-1-44-16,0 1-8 0,-3-1-1 0,3 3-1 0,-3-2 50 16,-3 2 9-16,-3 2 3 0,2-2 0 15,-2 3-36-15,-3 0 0 0,-3-1 0 0,3 4 0 16,-3-1-22-16,0 1-11 0,0 2-3 0,-3 0 0 15,3 0-22-15,-6 0-5 0,3 2-1 0</inkml:trace>
  <inkml:trace contextRef="#ctx0" brushRef="#br0" timeOffset="57780.126">16835 9078 953 0,'0'0'40'16,"0"0"-32"-16,0 0 72 15,0 0 15-15,0 0 2 0,0 0 1 0,0 0-26 0,0 0-4 0,0 0-2 0,0 6 0 16,0-6-10-16,0 5-1 0,0-5-1 16,3 5 0-1,0 3-8-15,-3-2-2 0,3-4 0 0,0 6 0 16,-3-3-8-16,3 1-3 0,0 2 0 0,3-3 0 15,-3 0-33-15,0 3 0 0,3-3 0 0,0 1 0 0,0-1 31 16,0 0 5-16,0-2 2 0,0 0 0 0,3-1-8 0,-3 1-2 0,2 0 0 0,1-3 0 16,0 2 2-16,3-2 0 0,-3-2 0 0,6 2 0 15,0-6-1-15,0 4 0 0,3-6 0 16,2 2 0-16,1-2-11 0,0 1-2 0,6-1-1 0,-3 0 0 16,3-3-6-16,-4 0-1 0,4 1 0 0,0-1 0 15,-6 3-8-15,0-5 0 16,-1 3 9-16,1-1-9 0,0 0-14 0,0-2-7 0,0 3-2 0,3-1 0 15,-1 0 23-15,1 3 0 0,0 1 0 0,0 1 0 16,3 1-121-16,-1 2-20 0,1 3-4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a:extLst>
              <a:ext uri="{FF2B5EF4-FFF2-40B4-BE49-F238E27FC236}">
                <a16:creationId xmlns:a16="http://schemas.microsoft.com/office/drawing/2014/main" id="{BCD4045B-8F41-6B4E-97BD-FF08E793C303}"/>
              </a:ext>
            </a:extLst>
          </p:cNvPr>
          <p:cNvSpPr>
            <a:spLocks noGrp="1" noChangeArrowheads="1"/>
          </p:cNvSpPr>
          <p:nvPr>
            <p:ph type="hdr" sz="quarter"/>
          </p:nvPr>
        </p:nvSpPr>
        <p:spPr bwMode="auto">
          <a:xfrm>
            <a:off x="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099" name="Rectangle 3">
            <a:extLst>
              <a:ext uri="{FF2B5EF4-FFF2-40B4-BE49-F238E27FC236}">
                <a16:creationId xmlns:a16="http://schemas.microsoft.com/office/drawing/2014/main" id="{9F0351C3-1740-AA4D-BDDF-BF0F4C69FD11}"/>
              </a:ext>
            </a:extLst>
          </p:cNvPr>
          <p:cNvSpPr>
            <a:spLocks noGrp="1" noChangeArrowheads="1"/>
          </p:cNvSpPr>
          <p:nvPr>
            <p:ph type="dt" idx="1"/>
          </p:nvPr>
        </p:nvSpPr>
        <p:spPr bwMode="auto">
          <a:xfrm>
            <a:off x="3886200" y="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lvl1pPr algn="r">
              <a:defRPr sz="1200">
                <a:latin typeface="Times" charset="0"/>
                <a:ea typeface="ＭＳ Ｐゴシック" charset="0"/>
                <a:cs typeface="+mn-cs"/>
              </a:defRPr>
            </a:lvl1pPr>
          </a:lstStyle>
          <a:p>
            <a:pPr>
              <a:defRPr/>
            </a:pPr>
            <a:endParaRPr lang="en-US"/>
          </a:p>
        </p:txBody>
      </p:sp>
      <p:sp>
        <p:nvSpPr>
          <p:cNvPr id="2052" name="Rectangle 4">
            <a:extLst>
              <a:ext uri="{FF2B5EF4-FFF2-40B4-BE49-F238E27FC236}">
                <a16:creationId xmlns:a16="http://schemas.microsoft.com/office/drawing/2014/main" id="{6474A07D-2658-461F-8F83-4F740994F24C}"/>
              </a:ext>
            </a:extLst>
          </p:cNvPr>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01" name="Rectangle 5">
            <a:extLst>
              <a:ext uri="{FF2B5EF4-FFF2-40B4-BE49-F238E27FC236}">
                <a16:creationId xmlns:a16="http://schemas.microsoft.com/office/drawing/2014/main" id="{B0787F0E-99E1-EC46-8903-479D5ABA0DBF}"/>
              </a:ext>
            </a:extLst>
          </p:cNvPr>
          <p:cNvSpPr>
            <a:spLocks noGrp="1" noChangeArrowheads="1"/>
          </p:cNvSpPr>
          <p:nvPr>
            <p:ph type="body" sz="quarter" idx="3"/>
          </p:nvPr>
        </p:nvSpPr>
        <p:spPr bwMode="auto">
          <a:xfrm>
            <a:off x="914400" y="4343400"/>
            <a:ext cx="5029200" cy="41148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102" name="Rectangle 6">
            <a:extLst>
              <a:ext uri="{FF2B5EF4-FFF2-40B4-BE49-F238E27FC236}">
                <a16:creationId xmlns:a16="http://schemas.microsoft.com/office/drawing/2014/main" id="{8261E7AE-94F1-554C-9081-C782E41C57C0}"/>
              </a:ext>
            </a:extLst>
          </p:cNvPr>
          <p:cNvSpPr>
            <a:spLocks noGrp="1" noChangeArrowheads="1"/>
          </p:cNvSpPr>
          <p:nvPr>
            <p:ph type="ftr" sz="quarter" idx="4"/>
          </p:nvPr>
        </p:nvSpPr>
        <p:spPr bwMode="auto">
          <a:xfrm>
            <a:off x="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defRPr sz="1200">
                <a:latin typeface="Times" charset="0"/>
                <a:ea typeface="ＭＳ Ｐゴシック" charset="0"/>
                <a:cs typeface="+mn-cs"/>
              </a:defRPr>
            </a:lvl1pPr>
          </a:lstStyle>
          <a:p>
            <a:pPr>
              <a:defRPr/>
            </a:pPr>
            <a:endParaRPr lang="en-US"/>
          </a:p>
        </p:txBody>
      </p:sp>
      <p:sp>
        <p:nvSpPr>
          <p:cNvPr id="4103" name="Rectangle 7">
            <a:extLst>
              <a:ext uri="{FF2B5EF4-FFF2-40B4-BE49-F238E27FC236}">
                <a16:creationId xmlns:a16="http://schemas.microsoft.com/office/drawing/2014/main" id="{B74AB494-A933-744C-97AB-D567B6DD35B2}"/>
              </a:ext>
            </a:extLst>
          </p:cNvPr>
          <p:cNvSpPr>
            <a:spLocks noGrp="1" noChangeArrowheads="1"/>
          </p:cNvSpPr>
          <p:nvPr>
            <p:ph type="sldNum" sz="quarter" idx="5"/>
          </p:nvPr>
        </p:nvSpPr>
        <p:spPr bwMode="auto">
          <a:xfrm>
            <a:off x="3886200" y="8686800"/>
            <a:ext cx="2971800" cy="457200"/>
          </a:xfrm>
          <a:prstGeom prst="rect">
            <a:avLst/>
          </a:prstGeom>
          <a:noFill/>
          <a:ln>
            <a:noFill/>
          </a:ln>
          <a:effectLst/>
          <a:extLst>
            <a:ext uri="{FAA26D3D-D897-4be2-8F04-BA451C77F1D7}"/>
            <a:ext uri="{909E8E84-426E-40dd-AFC4-6F175D3DCCD1}"/>
            <a:ext uri="{91240B29-F687-4f45-9708-019B960494DF}"/>
            <a:ext uri="{AF507438-7753-43e0-B8FC-AC1667EBCBE1}"/>
          </a:extLst>
        </p:spPr>
        <p:txBody>
          <a:bodyPr vert="horz" wrap="square" lIns="91440" tIns="45720" rIns="91440" bIns="45720" numCol="1" anchor="b" anchorCtr="0" compatLnSpc="1">
            <a:prstTxWarp prst="textNoShape">
              <a:avLst/>
            </a:prstTxWarp>
          </a:bodyPr>
          <a:lstStyle>
            <a:lvl1pPr algn="r">
              <a:defRPr sz="1200">
                <a:latin typeface="Times" charset="0"/>
                <a:ea typeface="ＭＳ Ｐゴシック" charset="-128"/>
              </a:defRPr>
            </a:lvl1pPr>
          </a:lstStyle>
          <a:p>
            <a:pPr>
              <a:defRPr/>
            </a:pPr>
            <a:fld id="{FF969DB7-CD90-4014-9B8D-CC33BD96DEA6}"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ＭＳ Ｐゴシック" charset="0"/>
      </a:defRPr>
    </a:lvl1pPr>
    <a:lvl2pPr marL="4572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2pPr>
    <a:lvl3pPr marL="9144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3pPr>
    <a:lvl4pPr marL="13716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4pPr>
    <a:lvl5pPr marL="1828800" algn="l" rtl="0" eaLnBrk="0" fontAlgn="base" hangingPunct="0">
      <a:spcBef>
        <a:spcPct val="30000"/>
      </a:spcBef>
      <a:spcAft>
        <a:spcPct val="0"/>
      </a:spcAft>
      <a:defRPr sz="1200" kern="1200">
        <a:solidFill>
          <a:schemeClr val="tx1"/>
        </a:solidFill>
        <a:latin typeface="Times" charset="0"/>
        <a:ea typeface="MS PGothic" panose="020B0600070205080204" pitchFamily="34"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F969DB7-CD90-4014-9B8D-CC33BD96DEA6}" type="slidenum">
              <a:rPr lang="en-US" altLang="en-US" smtClean="0"/>
              <a:pPr>
                <a:defRPr/>
              </a:pPr>
              <a:t>3</a:t>
            </a:fld>
            <a:endParaRPr lang="en-US" altLang="en-US"/>
          </a:p>
        </p:txBody>
      </p:sp>
    </p:spTree>
    <p:extLst>
      <p:ext uri="{BB962C8B-B14F-4D97-AF65-F5344CB8AC3E}">
        <p14:creationId xmlns:p14="http://schemas.microsoft.com/office/powerpoint/2010/main" val="17845669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3A225FB7-6986-41E4-8F43-F86C2C27428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5C0D8ACF-9AF7-4BE6-B2E3-865733B3F781}"/>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A1803AE-9905-4AF8-9DA3-73789375BE18}"/>
              </a:ext>
            </a:extLst>
          </p:cNvPr>
          <p:cNvSpPr>
            <a:spLocks noGrp="1" noChangeArrowheads="1"/>
          </p:cNvSpPr>
          <p:nvPr>
            <p:ph type="sldNum" sz="quarter" idx="12"/>
          </p:nvPr>
        </p:nvSpPr>
        <p:spPr>
          <a:ln/>
        </p:spPr>
        <p:txBody>
          <a:bodyPr/>
          <a:lstStyle>
            <a:lvl1pPr>
              <a:defRPr/>
            </a:lvl1pPr>
          </a:lstStyle>
          <a:p>
            <a:pPr>
              <a:defRPr/>
            </a:pPr>
            <a:fld id="{E8BAFD67-0D38-4EFF-B956-560E674B21E2}" type="slidenum">
              <a:rPr lang="en-US" altLang="zh-CN"/>
              <a:pPr>
                <a:defRPr/>
              </a:pPr>
              <a:t>‹#›</a:t>
            </a:fld>
            <a:endParaRPr lang="en-US" altLang="zh-CN"/>
          </a:p>
        </p:txBody>
      </p:sp>
    </p:spTree>
    <p:extLst>
      <p:ext uri="{BB962C8B-B14F-4D97-AF65-F5344CB8AC3E}">
        <p14:creationId xmlns:p14="http://schemas.microsoft.com/office/powerpoint/2010/main" val="321095917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914623E-7E5C-4AFD-BE24-3DB80703DAC2}"/>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0C93BFD6-7F93-4733-A226-6C0EC46E7684}"/>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ED5D424-E135-44CC-BA4E-A2DB770BDC81}"/>
              </a:ext>
            </a:extLst>
          </p:cNvPr>
          <p:cNvSpPr>
            <a:spLocks noGrp="1" noChangeArrowheads="1"/>
          </p:cNvSpPr>
          <p:nvPr>
            <p:ph type="sldNum" sz="quarter" idx="12"/>
          </p:nvPr>
        </p:nvSpPr>
        <p:spPr>
          <a:ln/>
        </p:spPr>
        <p:txBody>
          <a:bodyPr/>
          <a:lstStyle>
            <a:lvl1pPr>
              <a:defRPr/>
            </a:lvl1pPr>
          </a:lstStyle>
          <a:p>
            <a:pPr>
              <a:defRPr/>
            </a:pPr>
            <a:fld id="{F97619F1-5350-4307-9409-443BD1067667}" type="slidenum">
              <a:rPr lang="en-US" altLang="zh-CN"/>
              <a:pPr>
                <a:defRPr/>
              </a:pPr>
              <a:t>‹#›</a:t>
            </a:fld>
            <a:endParaRPr lang="en-US" altLang="zh-CN"/>
          </a:p>
        </p:txBody>
      </p:sp>
    </p:spTree>
    <p:extLst>
      <p:ext uri="{BB962C8B-B14F-4D97-AF65-F5344CB8AC3E}">
        <p14:creationId xmlns:p14="http://schemas.microsoft.com/office/powerpoint/2010/main" val="13021643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009446CB-484F-4252-BB19-9C497B0F540F}"/>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73A8F4DA-9E72-49E7-9FF9-D36FD65AE1B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B7A08CB3-EAD0-4E99-8B98-C89B6DB018EF}"/>
              </a:ext>
            </a:extLst>
          </p:cNvPr>
          <p:cNvSpPr>
            <a:spLocks noGrp="1" noChangeArrowheads="1"/>
          </p:cNvSpPr>
          <p:nvPr>
            <p:ph type="sldNum" sz="quarter" idx="12"/>
          </p:nvPr>
        </p:nvSpPr>
        <p:spPr>
          <a:ln/>
        </p:spPr>
        <p:txBody>
          <a:bodyPr/>
          <a:lstStyle>
            <a:lvl1pPr>
              <a:defRPr/>
            </a:lvl1pPr>
          </a:lstStyle>
          <a:p>
            <a:pPr>
              <a:defRPr/>
            </a:pPr>
            <a:fld id="{C653D098-D75C-4EE5-8B40-FC63AFD0D628}" type="slidenum">
              <a:rPr lang="en-US" altLang="zh-CN"/>
              <a:pPr>
                <a:defRPr/>
              </a:pPr>
              <a:t>‹#›</a:t>
            </a:fld>
            <a:endParaRPr lang="en-US" altLang="zh-CN"/>
          </a:p>
        </p:txBody>
      </p:sp>
    </p:spTree>
    <p:extLst>
      <p:ext uri="{BB962C8B-B14F-4D97-AF65-F5344CB8AC3E}">
        <p14:creationId xmlns:p14="http://schemas.microsoft.com/office/powerpoint/2010/main" val="69078586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914400"/>
            <a:ext cx="4267200" cy="5410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D1C54467-B79B-4B77-A3B1-44DDDE77CE38}"/>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462F25E2-A807-49CB-BC93-3D806EA7E07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15932679-2C29-4D7B-881E-4BB2B5FA51EA}"/>
              </a:ext>
            </a:extLst>
          </p:cNvPr>
          <p:cNvSpPr>
            <a:spLocks noGrp="1" noChangeArrowheads="1"/>
          </p:cNvSpPr>
          <p:nvPr>
            <p:ph type="sldNum" sz="quarter" idx="12"/>
          </p:nvPr>
        </p:nvSpPr>
        <p:spPr>
          <a:ln/>
        </p:spPr>
        <p:txBody>
          <a:bodyPr/>
          <a:lstStyle>
            <a:lvl1pPr>
              <a:defRPr/>
            </a:lvl1pPr>
          </a:lstStyle>
          <a:p>
            <a:pPr>
              <a:defRPr/>
            </a:pPr>
            <a:fld id="{4C11FBC1-3F18-4B9F-83D9-3A5A4B6E257A}" type="slidenum">
              <a:rPr lang="en-US" altLang="zh-CN"/>
              <a:pPr>
                <a:defRPr/>
              </a:pPr>
              <a:t>‹#›</a:t>
            </a:fld>
            <a:endParaRPr lang="en-US" altLang="zh-CN"/>
          </a:p>
        </p:txBody>
      </p:sp>
    </p:spTree>
    <p:extLst>
      <p:ext uri="{BB962C8B-B14F-4D97-AF65-F5344CB8AC3E}">
        <p14:creationId xmlns:p14="http://schemas.microsoft.com/office/powerpoint/2010/main" val="21738506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5ED9B991-D00B-4804-89EB-33BB202D7AEB}"/>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8" name="Rectangle 5">
            <a:extLst>
              <a:ext uri="{FF2B5EF4-FFF2-40B4-BE49-F238E27FC236}">
                <a16:creationId xmlns:a16="http://schemas.microsoft.com/office/drawing/2014/main" id="{78015FF5-E07E-4C7A-8238-1AF9E0FFD5C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9" name="Rectangle 6">
            <a:extLst>
              <a:ext uri="{FF2B5EF4-FFF2-40B4-BE49-F238E27FC236}">
                <a16:creationId xmlns:a16="http://schemas.microsoft.com/office/drawing/2014/main" id="{C3F5F623-7278-4A70-8A13-35C022DCEBFB}"/>
              </a:ext>
            </a:extLst>
          </p:cNvPr>
          <p:cNvSpPr>
            <a:spLocks noGrp="1" noChangeArrowheads="1"/>
          </p:cNvSpPr>
          <p:nvPr>
            <p:ph type="sldNum" sz="quarter" idx="12"/>
          </p:nvPr>
        </p:nvSpPr>
        <p:spPr>
          <a:ln/>
        </p:spPr>
        <p:txBody>
          <a:bodyPr/>
          <a:lstStyle>
            <a:lvl1pPr>
              <a:defRPr/>
            </a:lvl1pPr>
          </a:lstStyle>
          <a:p>
            <a:pPr>
              <a:defRPr/>
            </a:pPr>
            <a:fld id="{64CCFC92-1B0B-4860-87FB-21B0774F2EA7}" type="slidenum">
              <a:rPr lang="en-US" altLang="zh-CN"/>
              <a:pPr>
                <a:defRPr/>
              </a:pPr>
              <a:t>‹#›</a:t>
            </a:fld>
            <a:endParaRPr lang="en-US" altLang="zh-CN"/>
          </a:p>
        </p:txBody>
      </p:sp>
    </p:spTree>
    <p:extLst>
      <p:ext uri="{BB962C8B-B14F-4D97-AF65-F5344CB8AC3E}">
        <p14:creationId xmlns:p14="http://schemas.microsoft.com/office/powerpoint/2010/main" val="25607989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76200" y="76200"/>
            <a:ext cx="8991600" cy="380999"/>
          </a:xfrm>
        </p:spPr>
        <p:txBody>
          <a:bodyPr/>
          <a:lstStyle>
            <a:lvl1pPr>
              <a:defRPr sz="3400">
                <a:solidFill>
                  <a:srgbClr val="FF0000"/>
                </a:solidFill>
              </a:defRPr>
            </a:lvl1pPr>
          </a:lstStyle>
          <a:p>
            <a:r>
              <a:rPr lang="en-US"/>
              <a:t>Click to edit Master title style</a:t>
            </a:r>
          </a:p>
        </p:txBody>
      </p:sp>
      <p:sp>
        <p:nvSpPr>
          <p:cNvPr id="3" name="Rectangle 4">
            <a:extLst>
              <a:ext uri="{FF2B5EF4-FFF2-40B4-BE49-F238E27FC236}">
                <a16:creationId xmlns:a16="http://schemas.microsoft.com/office/drawing/2014/main" id="{1FE1E440-A8C8-43AB-B8E7-F86B3E9B4BB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4" name="Rectangle 5">
            <a:extLst>
              <a:ext uri="{FF2B5EF4-FFF2-40B4-BE49-F238E27FC236}">
                <a16:creationId xmlns:a16="http://schemas.microsoft.com/office/drawing/2014/main" id="{582FBE08-5985-4EC5-801D-BD8B156BACB7}"/>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5" name="Rectangle 6">
            <a:extLst>
              <a:ext uri="{FF2B5EF4-FFF2-40B4-BE49-F238E27FC236}">
                <a16:creationId xmlns:a16="http://schemas.microsoft.com/office/drawing/2014/main" id="{BDCED17A-0888-409A-80D0-BD3B63CD522C}"/>
              </a:ext>
            </a:extLst>
          </p:cNvPr>
          <p:cNvSpPr>
            <a:spLocks noGrp="1" noChangeArrowheads="1"/>
          </p:cNvSpPr>
          <p:nvPr>
            <p:ph type="sldNum" sz="quarter" idx="12"/>
          </p:nvPr>
        </p:nvSpPr>
        <p:spPr>
          <a:ln/>
        </p:spPr>
        <p:txBody>
          <a:bodyPr/>
          <a:lstStyle>
            <a:lvl1pPr>
              <a:defRPr/>
            </a:lvl1pPr>
          </a:lstStyle>
          <a:p>
            <a:pPr>
              <a:defRPr/>
            </a:pPr>
            <a:fld id="{A97966BF-D65F-4E28-A407-653B2DF03F01}" type="slidenum">
              <a:rPr lang="en-US" altLang="zh-CN"/>
              <a:pPr>
                <a:defRPr/>
              </a:pPr>
              <a:t>‹#›</a:t>
            </a:fld>
            <a:endParaRPr lang="en-US" altLang="zh-CN"/>
          </a:p>
        </p:txBody>
      </p:sp>
    </p:spTree>
    <p:extLst>
      <p:ext uri="{BB962C8B-B14F-4D97-AF65-F5344CB8AC3E}">
        <p14:creationId xmlns:p14="http://schemas.microsoft.com/office/powerpoint/2010/main" val="414361790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31F0ED2C-B519-4F57-8672-730E3329D113}"/>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3" name="Rectangle 5">
            <a:extLst>
              <a:ext uri="{FF2B5EF4-FFF2-40B4-BE49-F238E27FC236}">
                <a16:creationId xmlns:a16="http://schemas.microsoft.com/office/drawing/2014/main" id="{AC221C3B-499D-4477-B03B-03A7E0244649}"/>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4" name="Rectangle 6">
            <a:extLst>
              <a:ext uri="{FF2B5EF4-FFF2-40B4-BE49-F238E27FC236}">
                <a16:creationId xmlns:a16="http://schemas.microsoft.com/office/drawing/2014/main" id="{DCD4F977-FA0E-4B3A-B94F-0279441CCCC6}"/>
              </a:ext>
            </a:extLst>
          </p:cNvPr>
          <p:cNvSpPr>
            <a:spLocks noGrp="1" noChangeArrowheads="1"/>
          </p:cNvSpPr>
          <p:nvPr>
            <p:ph type="sldNum" sz="quarter" idx="12"/>
          </p:nvPr>
        </p:nvSpPr>
        <p:spPr>
          <a:ln/>
        </p:spPr>
        <p:txBody>
          <a:bodyPr/>
          <a:lstStyle>
            <a:lvl1pPr>
              <a:defRPr/>
            </a:lvl1pPr>
          </a:lstStyle>
          <a:p>
            <a:pPr>
              <a:defRPr/>
            </a:pPr>
            <a:fld id="{5182C1FB-A275-4CBE-B85C-63204551E734}" type="slidenum">
              <a:rPr lang="en-US" altLang="zh-CN"/>
              <a:pPr>
                <a:defRPr/>
              </a:pPr>
              <a:t>‹#›</a:t>
            </a:fld>
            <a:endParaRPr lang="en-US" altLang="zh-CN"/>
          </a:p>
        </p:txBody>
      </p:sp>
    </p:spTree>
    <p:extLst>
      <p:ext uri="{BB962C8B-B14F-4D97-AF65-F5344CB8AC3E}">
        <p14:creationId xmlns:p14="http://schemas.microsoft.com/office/powerpoint/2010/main" val="225559968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7D62850-C9F3-4ECE-848C-FF22D5C8AF2A}"/>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EC12A31E-209B-42A9-826C-D78F92405A20}"/>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C821507E-9AE1-4B0E-B93B-7C085C529666}"/>
              </a:ext>
            </a:extLst>
          </p:cNvPr>
          <p:cNvSpPr>
            <a:spLocks noGrp="1" noChangeArrowheads="1"/>
          </p:cNvSpPr>
          <p:nvPr>
            <p:ph type="sldNum" sz="quarter" idx="12"/>
          </p:nvPr>
        </p:nvSpPr>
        <p:spPr>
          <a:ln/>
        </p:spPr>
        <p:txBody>
          <a:bodyPr/>
          <a:lstStyle>
            <a:lvl1pPr>
              <a:defRPr/>
            </a:lvl1pPr>
          </a:lstStyle>
          <a:p>
            <a:pPr>
              <a:defRPr/>
            </a:pPr>
            <a:fld id="{9BC2F104-DF84-4AEF-9187-41AF5BE74E37}" type="slidenum">
              <a:rPr lang="en-US" altLang="zh-CN"/>
              <a:pPr>
                <a:defRPr/>
              </a:pPr>
              <a:t>‹#›</a:t>
            </a:fld>
            <a:endParaRPr lang="en-US" altLang="zh-CN"/>
          </a:p>
        </p:txBody>
      </p:sp>
    </p:spTree>
    <p:extLst>
      <p:ext uri="{BB962C8B-B14F-4D97-AF65-F5344CB8AC3E}">
        <p14:creationId xmlns:p14="http://schemas.microsoft.com/office/powerpoint/2010/main" val="1408060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A202DB48-69AE-4AF3-868F-545FF5AF8F19}"/>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6" name="Rectangle 5">
            <a:extLst>
              <a:ext uri="{FF2B5EF4-FFF2-40B4-BE49-F238E27FC236}">
                <a16:creationId xmlns:a16="http://schemas.microsoft.com/office/drawing/2014/main" id="{B7F3E5B6-43C3-4346-B165-FDD6F1E37E96}"/>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7" name="Rectangle 6">
            <a:extLst>
              <a:ext uri="{FF2B5EF4-FFF2-40B4-BE49-F238E27FC236}">
                <a16:creationId xmlns:a16="http://schemas.microsoft.com/office/drawing/2014/main" id="{5CD27224-906E-4B0A-BE25-6FED1CA2EB3C}"/>
              </a:ext>
            </a:extLst>
          </p:cNvPr>
          <p:cNvSpPr>
            <a:spLocks noGrp="1" noChangeArrowheads="1"/>
          </p:cNvSpPr>
          <p:nvPr>
            <p:ph type="sldNum" sz="quarter" idx="12"/>
          </p:nvPr>
        </p:nvSpPr>
        <p:spPr>
          <a:ln/>
        </p:spPr>
        <p:txBody>
          <a:bodyPr/>
          <a:lstStyle>
            <a:lvl1pPr>
              <a:defRPr/>
            </a:lvl1pPr>
          </a:lstStyle>
          <a:p>
            <a:pPr>
              <a:defRPr/>
            </a:pPr>
            <a:fld id="{11AFDD3B-1453-418D-980A-9289DD4C51F2}" type="slidenum">
              <a:rPr lang="en-US" altLang="zh-CN"/>
              <a:pPr>
                <a:defRPr/>
              </a:pPr>
              <a:t>‹#›</a:t>
            </a:fld>
            <a:endParaRPr lang="en-US" altLang="zh-CN"/>
          </a:p>
        </p:txBody>
      </p:sp>
    </p:spTree>
    <p:extLst>
      <p:ext uri="{BB962C8B-B14F-4D97-AF65-F5344CB8AC3E}">
        <p14:creationId xmlns:p14="http://schemas.microsoft.com/office/powerpoint/2010/main" val="2602560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B9F8C36-2FA4-465E-B8F9-3C035D0919B7}"/>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6E95604D-DBCA-4814-BBC5-446C778B819E}"/>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5758D9F7-727C-4D99-89FD-0C87515CC9B8}"/>
              </a:ext>
            </a:extLst>
          </p:cNvPr>
          <p:cNvSpPr>
            <a:spLocks noGrp="1" noChangeArrowheads="1"/>
          </p:cNvSpPr>
          <p:nvPr>
            <p:ph type="sldNum" sz="quarter" idx="12"/>
          </p:nvPr>
        </p:nvSpPr>
        <p:spPr>
          <a:ln/>
        </p:spPr>
        <p:txBody>
          <a:bodyPr/>
          <a:lstStyle>
            <a:lvl1pPr>
              <a:defRPr/>
            </a:lvl1pPr>
          </a:lstStyle>
          <a:p>
            <a:pPr>
              <a:defRPr/>
            </a:pPr>
            <a:fld id="{C670AC39-4B88-4002-B23C-3DAA2B76F349}" type="slidenum">
              <a:rPr lang="en-US" altLang="zh-CN"/>
              <a:pPr>
                <a:defRPr/>
              </a:pPr>
              <a:t>‹#›</a:t>
            </a:fld>
            <a:endParaRPr lang="en-US" altLang="zh-CN"/>
          </a:p>
        </p:txBody>
      </p:sp>
    </p:spTree>
    <p:extLst>
      <p:ext uri="{BB962C8B-B14F-4D97-AF65-F5344CB8AC3E}">
        <p14:creationId xmlns:p14="http://schemas.microsoft.com/office/powerpoint/2010/main" val="17734372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3700" y="228600"/>
            <a:ext cx="21717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228600"/>
            <a:ext cx="63627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6694072-58C3-4095-B658-E2EC7AE668D6}"/>
              </a:ext>
            </a:extLst>
          </p:cNvPr>
          <p:cNvSpPr>
            <a:spLocks noGrp="1" noChangeArrowheads="1"/>
          </p:cNvSpPr>
          <p:nvPr>
            <p:ph type="dt" sz="half" idx="10"/>
          </p:nvPr>
        </p:nvSpPr>
        <p:spPr>
          <a:ln/>
        </p:spPr>
        <p:txBody>
          <a:bodyPr/>
          <a:lstStyle>
            <a:lvl1pPr>
              <a:defRPr/>
            </a:lvl1pPr>
          </a:lstStyle>
          <a:p>
            <a:pPr>
              <a:defRPr/>
            </a:pPr>
            <a:endParaRPr lang="zh-CN" altLang="en-US"/>
          </a:p>
        </p:txBody>
      </p:sp>
      <p:sp>
        <p:nvSpPr>
          <p:cNvPr id="5" name="Rectangle 5">
            <a:extLst>
              <a:ext uri="{FF2B5EF4-FFF2-40B4-BE49-F238E27FC236}">
                <a16:creationId xmlns:a16="http://schemas.microsoft.com/office/drawing/2014/main" id="{E093BA2E-5916-442F-A773-1816573953AF}"/>
              </a:ext>
            </a:extLst>
          </p:cNvPr>
          <p:cNvSpPr>
            <a:spLocks noGrp="1" noChangeArrowheads="1"/>
          </p:cNvSpPr>
          <p:nvPr>
            <p:ph type="ftr" sz="quarter" idx="11"/>
          </p:nvPr>
        </p:nvSpPr>
        <p:spPr>
          <a:ln/>
        </p:spPr>
        <p:txBody>
          <a:bodyPr/>
          <a:lstStyle>
            <a:lvl1pPr>
              <a:defRPr/>
            </a:lvl1pPr>
          </a:lstStyle>
          <a:p>
            <a:pPr>
              <a:defRPr/>
            </a:pPr>
            <a:endParaRPr lang="zh-CN" altLang="en-US"/>
          </a:p>
        </p:txBody>
      </p:sp>
      <p:sp>
        <p:nvSpPr>
          <p:cNvPr id="6" name="Rectangle 6">
            <a:extLst>
              <a:ext uri="{FF2B5EF4-FFF2-40B4-BE49-F238E27FC236}">
                <a16:creationId xmlns:a16="http://schemas.microsoft.com/office/drawing/2014/main" id="{69B41EDC-CE19-4648-891A-4EFB1DCC0E4C}"/>
              </a:ext>
            </a:extLst>
          </p:cNvPr>
          <p:cNvSpPr>
            <a:spLocks noGrp="1" noChangeArrowheads="1"/>
          </p:cNvSpPr>
          <p:nvPr>
            <p:ph type="sldNum" sz="quarter" idx="12"/>
          </p:nvPr>
        </p:nvSpPr>
        <p:spPr>
          <a:ln/>
        </p:spPr>
        <p:txBody>
          <a:bodyPr/>
          <a:lstStyle>
            <a:lvl1pPr>
              <a:defRPr/>
            </a:lvl1pPr>
          </a:lstStyle>
          <a:p>
            <a:pPr>
              <a:defRPr/>
            </a:pPr>
            <a:fld id="{586CB7B8-7C25-401E-AFCE-7AE2AED9C127}" type="slidenum">
              <a:rPr lang="en-US" altLang="zh-CN"/>
              <a:pPr>
                <a:defRPr/>
              </a:pPr>
              <a:t>‹#›</a:t>
            </a:fld>
            <a:endParaRPr lang="en-US" altLang="zh-CN"/>
          </a:p>
        </p:txBody>
      </p:sp>
    </p:spTree>
    <p:extLst>
      <p:ext uri="{BB962C8B-B14F-4D97-AF65-F5344CB8AC3E}">
        <p14:creationId xmlns:p14="http://schemas.microsoft.com/office/powerpoint/2010/main" val="21948232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92ADB1AC-32D3-49A7-A1DC-4BB1BCC56835}"/>
              </a:ext>
            </a:extLst>
          </p:cNvPr>
          <p:cNvSpPr>
            <a:spLocks noGrp="1" noChangeArrowheads="1"/>
          </p:cNvSpPr>
          <p:nvPr>
            <p:ph type="title"/>
          </p:nvPr>
        </p:nvSpPr>
        <p:spPr bwMode="auto">
          <a:xfrm>
            <a:off x="228600" y="228600"/>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2CC26A9E-31B8-4391-AE6F-822CE2529FF9}"/>
              </a:ext>
            </a:extLst>
          </p:cNvPr>
          <p:cNvSpPr>
            <a:spLocks noGrp="1" noChangeArrowheads="1"/>
          </p:cNvSpPr>
          <p:nvPr>
            <p:ph type="body" idx="1"/>
          </p:nvPr>
        </p:nvSpPr>
        <p:spPr bwMode="auto">
          <a:xfrm>
            <a:off x="228600" y="914400"/>
            <a:ext cx="86868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D3DE5A9-11D5-4AEB-B896-6DAD1B6EEEBC}"/>
              </a:ext>
            </a:extLst>
          </p:cNvPr>
          <p:cNvSpPr>
            <a:spLocks noGrp="1" noChangeArrowheads="1"/>
          </p:cNvSpPr>
          <p:nvPr>
            <p:ph type="dt" sz="half" idx="2"/>
          </p:nvPr>
        </p:nvSpPr>
        <p:spPr bwMode="auto">
          <a:xfrm>
            <a:off x="2286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vl1pPr>
          </a:lstStyle>
          <a:p>
            <a:pPr>
              <a:defRPr/>
            </a:pPr>
            <a:endParaRPr lang="zh-CN" altLang="en-US"/>
          </a:p>
        </p:txBody>
      </p:sp>
      <p:sp>
        <p:nvSpPr>
          <p:cNvPr id="1029" name="Rectangle 5">
            <a:extLst>
              <a:ext uri="{FF2B5EF4-FFF2-40B4-BE49-F238E27FC236}">
                <a16:creationId xmlns:a16="http://schemas.microsoft.com/office/drawing/2014/main" id="{2C62297E-DDFC-4E4B-B572-4234ABFF44A5}"/>
              </a:ext>
            </a:extLst>
          </p:cNvPr>
          <p:cNvSpPr>
            <a:spLocks noGrp="1" noChangeArrowheads="1"/>
          </p:cNvSpPr>
          <p:nvPr>
            <p:ph type="ftr" sz="quarter" idx="3"/>
          </p:nvPr>
        </p:nvSpPr>
        <p:spPr bwMode="auto">
          <a:xfrm>
            <a:off x="2590800" y="6324600"/>
            <a:ext cx="39624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vl1pPr>
          </a:lstStyle>
          <a:p>
            <a:pPr>
              <a:defRPr/>
            </a:pPr>
            <a:endParaRPr lang="zh-CN" altLang="en-US"/>
          </a:p>
        </p:txBody>
      </p:sp>
      <p:sp>
        <p:nvSpPr>
          <p:cNvPr id="1030" name="Rectangle 6">
            <a:extLst>
              <a:ext uri="{FF2B5EF4-FFF2-40B4-BE49-F238E27FC236}">
                <a16:creationId xmlns:a16="http://schemas.microsoft.com/office/drawing/2014/main" id="{B8CD9B8A-A795-4DB1-8964-96651783B99F}"/>
              </a:ext>
            </a:extLst>
          </p:cNvPr>
          <p:cNvSpPr>
            <a:spLocks noGrp="1" noChangeArrowheads="1"/>
          </p:cNvSpPr>
          <p:nvPr>
            <p:ph type="sldNum" sz="quarter" idx="4"/>
          </p:nvPr>
        </p:nvSpPr>
        <p:spPr bwMode="auto">
          <a:xfrm>
            <a:off x="7010400" y="6324600"/>
            <a:ext cx="19050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smtClean="0"/>
            </a:lvl1pPr>
          </a:lstStyle>
          <a:p>
            <a:pPr>
              <a:defRPr/>
            </a:pPr>
            <a:fld id="{6E3611C3-C128-4ADE-9736-85CD38B1067C}" type="slidenum">
              <a:rPr lang="en-US" altLang="zh-CN"/>
              <a:pPr>
                <a:defRPr/>
              </a:pPr>
              <a:t>‹#›</a:t>
            </a:fld>
            <a:endParaRPr lang="en-US" altLang="zh-CN"/>
          </a:p>
        </p:txBody>
      </p:sp>
    </p:spTree>
    <p:extLst>
      <p:ext uri="{BB962C8B-B14F-4D97-AF65-F5344CB8AC3E}">
        <p14:creationId xmlns:p14="http://schemas.microsoft.com/office/powerpoint/2010/main" val="11835629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ftr="0" dt="0"/>
  <p:txStyles>
    <p:title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hyperlink" Target="mailto:maruf@iastate.edu" TargetMode="Externa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ustomXml" Target="../ink/ink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customXml" Target="../ink/ink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customXml" Target="../ink/ink3.xml"/><Relationship Id="rId2" Type="http://schemas.openxmlformats.org/officeDocument/2006/relationships/image" Target="../media/image3.emf"/><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customXml" Target="../ink/ink4.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customXml" Target="../ink/ink5.xml"/><Relationship Id="rId2" Type="http://schemas.openxmlformats.org/officeDocument/2006/relationships/image" Target="../media/image9.pn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19.xml.rels><?xml version="1.0" encoding="UTF-8" standalone="yes"?>
<Relationships xmlns="http://schemas.openxmlformats.org/package/2006/relationships"><Relationship Id="rId3" Type="http://schemas.openxmlformats.org/officeDocument/2006/relationships/customXml" Target="../ink/ink6.xml"/><Relationship Id="rId2" Type="http://schemas.openxmlformats.org/officeDocument/2006/relationships/image" Target="../media/image11.png"/><Relationship Id="rId1" Type="http://schemas.openxmlformats.org/officeDocument/2006/relationships/slideLayout" Target="../slideLayouts/slideLayout7.xml"/><Relationship Id="rId6" Type="http://schemas.openxmlformats.org/officeDocument/2006/relationships/image" Target="../media/image110.png"/><Relationship Id="rId5" Type="http://schemas.openxmlformats.org/officeDocument/2006/relationships/customXml" Target="../ink/ink7.xml"/><Relationship Id="rId4" Type="http://schemas.openxmlformats.org/officeDocument/2006/relationships/image" Target="../media/image100.png"/></Relationships>
</file>

<file path=ppt/slides/_rels/slide2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ustomXml" Target="../ink/ink8.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customXml" Target="../ink/ink9.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customXml" Target="../ink/ink10.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customXml" Target="../ink/ink11.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customXml" Target="../ink/ink12.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customXml" Target="../ink/ink13.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customXml" Target="../ink/ink14.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customXml" Target="../ink/ink15.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customXml" Target="../ink/ink16.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image" Target="../media/image25.gif"/><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A0691B0-CEC6-481E-939D-D8810FDC170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5182C1FB-A275-4CBE-B85C-63204551E734}"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7" name="Rectangle 6">
            <a:extLst>
              <a:ext uri="{FF2B5EF4-FFF2-40B4-BE49-F238E27FC236}">
                <a16:creationId xmlns:a16="http://schemas.microsoft.com/office/drawing/2014/main" id="{64295ADE-74FF-47AD-9C8F-165D1AECFFA2}"/>
              </a:ext>
            </a:extLst>
          </p:cNvPr>
          <p:cNvSpPr/>
          <p:nvPr/>
        </p:nvSpPr>
        <p:spPr>
          <a:xfrm>
            <a:off x="0" y="2209800"/>
            <a:ext cx="9144000" cy="3454885"/>
          </a:xfrm>
          <a:prstGeom prst="rect">
            <a:avLst/>
          </a:prstGeom>
          <a:solidFill>
            <a:sysClr val="window" lastClr="FFFFFF">
              <a:lumMod val="95000"/>
            </a:sysClr>
          </a:solidFill>
          <a:ln w="12700" cap="flat" cmpd="sng" algn="ctr">
            <a:solidFill>
              <a:srgbClr val="C00000"/>
            </a:solid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8" name="Rectangle 7">
            <a:extLst>
              <a:ext uri="{FF2B5EF4-FFF2-40B4-BE49-F238E27FC236}">
                <a16:creationId xmlns:a16="http://schemas.microsoft.com/office/drawing/2014/main" id="{1ACCEACF-131C-41A4-94AE-DC03953FB264}"/>
              </a:ext>
            </a:extLst>
          </p:cNvPr>
          <p:cNvSpPr/>
          <p:nvPr/>
        </p:nvSpPr>
        <p:spPr>
          <a:xfrm>
            <a:off x="8756650" y="2218752"/>
            <a:ext cx="387350"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9" name="Rectangle 8">
            <a:extLst>
              <a:ext uri="{FF2B5EF4-FFF2-40B4-BE49-F238E27FC236}">
                <a16:creationId xmlns:a16="http://schemas.microsoft.com/office/drawing/2014/main" id="{4A2A6099-E7BC-4E0E-A993-A4A0E232DA82}"/>
              </a:ext>
            </a:extLst>
          </p:cNvPr>
          <p:cNvSpPr/>
          <p:nvPr/>
        </p:nvSpPr>
        <p:spPr>
          <a:xfrm>
            <a:off x="0" y="2218752"/>
            <a:ext cx="192024" cy="3445934"/>
          </a:xfrm>
          <a:prstGeom prst="rect">
            <a:avLst/>
          </a:prstGeom>
          <a:solidFill>
            <a:srgbClr val="C00000"/>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C00000"/>
              </a:solidFill>
              <a:effectLst/>
              <a:uLnTx/>
              <a:uFillTx/>
              <a:latin typeface="Calibri" panose="020F0502020204030204"/>
              <a:ea typeface="MS PGothic" panose="020B0600070205080204" pitchFamily="34" charset="-128"/>
              <a:cs typeface="+mn-cs"/>
            </a:endParaRPr>
          </a:p>
        </p:txBody>
      </p:sp>
      <p:sp>
        <p:nvSpPr>
          <p:cNvPr id="10" name="Rectangle 9">
            <a:extLst>
              <a:ext uri="{FF2B5EF4-FFF2-40B4-BE49-F238E27FC236}">
                <a16:creationId xmlns:a16="http://schemas.microsoft.com/office/drawing/2014/main" id="{DAA7D032-226B-4118-91E6-7691DCD6E9C0}"/>
              </a:ext>
            </a:extLst>
          </p:cNvPr>
          <p:cNvSpPr/>
          <p:nvPr/>
        </p:nvSpPr>
        <p:spPr>
          <a:xfrm>
            <a:off x="188735" y="2218752"/>
            <a:ext cx="192024" cy="3445934"/>
          </a:xfrm>
          <a:prstGeom prst="rect">
            <a:avLst/>
          </a:prstGeom>
          <a:solidFill>
            <a:srgbClr val="FFC000">
              <a:lumMod val="75000"/>
            </a:srgbClr>
          </a:solidFill>
          <a:ln w="12700" cap="flat" cmpd="sng" algn="ctr">
            <a:noFill/>
            <a:prstDash val="solid"/>
            <a:miter lim="800000"/>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S PGothic" panose="020B0600070205080204" pitchFamily="34" charset="-128"/>
              <a:cs typeface="+mn-cs"/>
            </a:endParaRPr>
          </a:p>
        </p:txBody>
      </p:sp>
      <p:sp>
        <p:nvSpPr>
          <p:cNvPr id="11" name="Rectangle 2">
            <a:extLst>
              <a:ext uri="{FF2B5EF4-FFF2-40B4-BE49-F238E27FC236}">
                <a16:creationId xmlns:a16="http://schemas.microsoft.com/office/drawing/2014/main" id="{5103DEAD-D09C-405E-8E54-66750C17923C}"/>
              </a:ext>
            </a:extLst>
          </p:cNvPr>
          <p:cNvSpPr txBox="1">
            <a:spLocks noChangeArrowheads="1"/>
          </p:cNvSpPr>
          <p:nvPr/>
        </p:nvSpPr>
        <p:spPr>
          <a:xfrm>
            <a:off x="0" y="663575"/>
            <a:ext cx="9144000" cy="1470025"/>
          </a:xfrm>
          <a:prstGeom prst="rect">
            <a:avLst/>
          </a:prstGeom>
        </p:spPr>
        <p:txBody>
          <a:bodyPr/>
          <a:lstStyle>
            <a:lvl1pPr algn="ctr" rtl="0" eaLnBrk="0" fontAlgn="base" hangingPunct="0">
              <a:spcBef>
                <a:spcPct val="0"/>
              </a:spcBef>
              <a:spcAft>
                <a:spcPct val="0"/>
              </a:spcAft>
              <a:defRPr sz="4000" b="1">
                <a:solidFill>
                  <a:schemeClr val="accent2"/>
                </a:solidFill>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2pPr>
            <a:lvl3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3pPr>
            <a:lvl4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4pPr>
            <a:lvl5pPr algn="ctr" rtl="0" eaLnBrk="0" fontAlgn="base" hangingPunct="0">
              <a:spcBef>
                <a:spcPct val="0"/>
              </a:spcBef>
              <a:spcAft>
                <a:spcPct val="0"/>
              </a:spcAft>
              <a:defRPr sz="4000" b="1">
                <a:solidFill>
                  <a:schemeClr val="accent2"/>
                </a:solidFill>
                <a:latin typeface="Times New Roman" pitchFamily="18" charset="0"/>
                <a:ea typeface="MS PGothic" panose="020B0600070205080204" pitchFamily="34" charset="-128"/>
                <a:cs typeface="ＭＳ Ｐゴシック" charset="0"/>
              </a:defRPr>
            </a:lvl5pPr>
            <a:lvl6pPr marL="457200" algn="ctr" rtl="0" fontAlgn="base">
              <a:spcBef>
                <a:spcPct val="0"/>
              </a:spcBef>
              <a:spcAft>
                <a:spcPct val="0"/>
              </a:spcAft>
              <a:defRPr sz="4000" b="1">
                <a:solidFill>
                  <a:schemeClr val="accent2"/>
                </a:solidFill>
                <a:latin typeface="Times New Roman" pitchFamily="18" charset="0"/>
              </a:defRPr>
            </a:lvl6pPr>
            <a:lvl7pPr marL="914400" algn="ctr" rtl="0" fontAlgn="base">
              <a:spcBef>
                <a:spcPct val="0"/>
              </a:spcBef>
              <a:spcAft>
                <a:spcPct val="0"/>
              </a:spcAft>
              <a:defRPr sz="4000" b="1">
                <a:solidFill>
                  <a:schemeClr val="accent2"/>
                </a:solidFill>
                <a:latin typeface="Times New Roman" pitchFamily="18" charset="0"/>
              </a:defRPr>
            </a:lvl7pPr>
            <a:lvl8pPr marL="1371600" algn="ctr" rtl="0" fontAlgn="base">
              <a:spcBef>
                <a:spcPct val="0"/>
              </a:spcBef>
              <a:spcAft>
                <a:spcPct val="0"/>
              </a:spcAft>
              <a:defRPr sz="4000" b="1">
                <a:solidFill>
                  <a:schemeClr val="accent2"/>
                </a:solidFill>
                <a:latin typeface="Times New Roman" pitchFamily="18" charset="0"/>
              </a:defRPr>
            </a:lvl8pPr>
            <a:lvl9pPr marL="1828800" algn="ctr" rtl="0" fontAlgn="base">
              <a:spcBef>
                <a:spcPct val="0"/>
              </a:spcBef>
              <a:spcAft>
                <a:spcPct val="0"/>
              </a:spcAft>
              <a:defRPr sz="4000" b="1">
                <a:solidFill>
                  <a:schemeClr val="accent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0" cap="none" spc="0" normalizeH="0" baseline="0" noProof="0" dirty="0">
                <a:ln>
                  <a:noFill/>
                </a:ln>
                <a:solidFill>
                  <a:srgbClr val="FF0000"/>
                </a:solidFill>
                <a:effectLst/>
                <a:uLnTx/>
                <a:uFillTx/>
                <a:latin typeface="Times New Roman"/>
                <a:ea typeface="ＭＳ Ｐゴシック" charset="0"/>
                <a:cs typeface="+mj-cs"/>
              </a:rPr>
              <a:t>CPR E 281: Digital Logic</a:t>
            </a:r>
          </a:p>
        </p:txBody>
      </p:sp>
      <p:sp>
        <p:nvSpPr>
          <p:cNvPr id="12" name="Rectangle 3">
            <a:extLst>
              <a:ext uri="{FF2B5EF4-FFF2-40B4-BE49-F238E27FC236}">
                <a16:creationId xmlns:a16="http://schemas.microsoft.com/office/drawing/2014/main" id="{00D3868F-B461-4FA8-9F34-9EACAEC215AB}"/>
              </a:ext>
            </a:extLst>
          </p:cNvPr>
          <p:cNvSpPr txBox="1">
            <a:spLocks noChangeArrowheads="1"/>
          </p:cNvSpPr>
          <p:nvPr/>
        </p:nvSpPr>
        <p:spPr>
          <a:xfrm>
            <a:off x="0" y="3048000"/>
            <a:ext cx="9144000" cy="2209800"/>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000" b="1" i="0" u="none" strike="noStrike" kern="0" cap="none" spc="0" normalizeH="0" baseline="0" noProof="0">
                <a:ln>
                  <a:noFill/>
                </a:ln>
                <a:solidFill>
                  <a:srgbClr val="000000"/>
                </a:solidFill>
                <a:effectLst/>
                <a:uLnTx/>
                <a:uFillTx/>
                <a:latin typeface="Times New Roman"/>
                <a:ea typeface="MS PGothic" panose="020B0600070205080204" pitchFamily="34" charset="-128"/>
              </a:rPr>
              <a:t>Md Maruf Ahamed</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Office: 307 Durham Center</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Phone: (515) 294-6323</a:t>
            </a:r>
            <a:b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br>
            <a:r>
              <a:rPr kumimoji="0" lang="en-US" sz="3000" b="0" i="0" u="none" strike="noStrike" kern="0" cap="none" spc="0" normalizeH="0" baseline="0" noProof="0">
                <a:ln>
                  <a:noFill/>
                </a:ln>
                <a:solidFill>
                  <a:srgbClr val="000000"/>
                </a:solidFill>
                <a:effectLst/>
                <a:uLnTx/>
                <a:uFillTx/>
                <a:latin typeface="Times New Roman"/>
                <a:ea typeface="MS PGothic" panose="020B0600070205080204" pitchFamily="34" charset="-128"/>
              </a:rPr>
              <a:t>Email: </a:t>
            </a:r>
            <a:r>
              <a:rPr kumimoji="0" lang="en-US" sz="3000" b="0" i="0" u="none" strike="noStrike" kern="0" cap="none" spc="0" normalizeH="0" baseline="0" noProof="0">
                <a:ln>
                  <a:noFill/>
                </a:ln>
                <a:solidFill>
                  <a:srgbClr val="0070C0"/>
                </a:solidFill>
                <a:effectLst/>
                <a:uLnTx/>
                <a:uFillTx/>
                <a:latin typeface="Times New Roman"/>
                <a:ea typeface="MS PGothic" panose="020B0600070205080204" pitchFamily="34" charset="-128"/>
                <a:hlinkClick r:id="rId2">
                  <a:extLst>
                    <a:ext uri="{A12FA001-AC4F-418D-AE19-62706E023703}">
                      <ahyp:hlinkClr xmlns:ahyp="http://schemas.microsoft.com/office/drawing/2018/hyperlinkcolor" val="tx"/>
                    </a:ext>
                  </a:extLst>
                </a:hlinkClick>
              </a:rPr>
              <a:t>maruf@iastate.edu</a:t>
            </a:r>
            <a:endParaRPr kumimoji="0" lang="en-US" sz="3000" b="0" i="0" u="none" strike="noStrike" kern="0" cap="none" spc="0" normalizeH="0" baseline="0" noProof="0">
              <a:ln>
                <a:noFill/>
              </a:ln>
              <a:solidFill>
                <a:srgbClr val="0070C0"/>
              </a:solidFill>
              <a:effectLst/>
              <a:uLnTx/>
              <a:uFillTx/>
              <a:latin typeface="Times New Roman"/>
              <a:ea typeface="MS PGothic" panose="020B0600070205080204" pitchFamily="34" charset="-128"/>
            </a:endParaRPr>
          </a:p>
        </p:txBody>
      </p:sp>
    </p:spTree>
    <p:extLst>
      <p:ext uri="{BB962C8B-B14F-4D97-AF65-F5344CB8AC3E}">
        <p14:creationId xmlns:p14="http://schemas.microsoft.com/office/powerpoint/2010/main" val="204361169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80F84150-23C2-2B4E-9AF3-3C96FE96EDE8}"/>
              </a:ext>
            </a:extLst>
          </p:cNvPr>
          <p:cNvSpPr>
            <a:spLocks noGrp="1" noChangeArrowheads="1"/>
          </p:cNvSpPr>
          <p:nvPr>
            <p:ph type="title"/>
          </p:nvPr>
        </p:nvSpPr>
        <p:spPr>
          <a:xfrm>
            <a:off x="228600" y="76200"/>
            <a:ext cx="8686800" cy="457200"/>
          </a:xfrm>
        </p:spPr>
        <p:txBody>
          <a:bodyPr/>
          <a:lstStyle/>
          <a:p>
            <a:pPr eaLnBrk="1" hangingPunct="1">
              <a:defRPr/>
            </a:pPr>
            <a:r>
              <a:rPr lang="en-US" sz="3600">
                <a:solidFill>
                  <a:srgbClr val="FF0000"/>
                </a:solidFill>
                <a:ea typeface="+mj-ea"/>
                <a:cs typeface="+mj-cs"/>
              </a:rPr>
              <a:t>Administrative Stuff</a:t>
            </a:r>
          </a:p>
        </p:txBody>
      </p:sp>
      <p:sp>
        <p:nvSpPr>
          <p:cNvPr id="207875" name="Rectangle 3">
            <a:extLst>
              <a:ext uri="{FF2B5EF4-FFF2-40B4-BE49-F238E27FC236}">
                <a16:creationId xmlns:a16="http://schemas.microsoft.com/office/drawing/2014/main" id="{D583FDE5-0A59-BD41-A182-AC71C16B0812}"/>
              </a:ext>
            </a:extLst>
          </p:cNvPr>
          <p:cNvSpPr>
            <a:spLocks noGrp="1" noChangeArrowheads="1"/>
          </p:cNvSpPr>
          <p:nvPr>
            <p:ph type="body" idx="1"/>
          </p:nvPr>
        </p:nvSpPr>
        <p:spPr>
          <a:xfrm>
            <a:off x="76200" y="609600"/>
            <a:ext cx="8991600" cy="5791200"/>
          </a:xfrm>
        </p:spPr>
        <p:txBody>
          <a:bodyPr/>
          <a:lstStyle/>
          <a:p>
            <a:pPr marL="320040" lvl="1" indent="-320040" eaLnBrk="1" hangingPunct="1">
              <a:spcBef>
                <a:spcPts val="400"/>
              </a:spcBef>
              <a:spcAft>
                <a:spcPts val="600"/>
              </a:spcAft>
              <a:defRPr/>
            </a:pPr>
            <a:r>
              <a:rPr lang="en-US" sz="3000" dirty="0">
                <a:solidFill>
                  <a:schemeClr val="accent2"/>
                </a:solidFill>
              </a:rPr>
              <a:t>Homework: </a:t>
            </a:r>
            <a:r>
              <a:rPr lang="en-US" sz="3000" dirty="0"/>
              <a:t>HW#9 due on Sunday @ 11:59 PM</a:t>
            </a:r>
          </a:p>
          <a:p>
            <a:pPr marL="320040" lvl="1" indent="-320040" eaLnBrk="1" hangingPunct="1">
              <a:spcBef>
                <a:spcPts val="400"/>
              </a:spcBef>
              <a:spcAft>
                <a:spcPts val="600"/>
              </a:spcAft>
              <a:defRPr/>
            </a:pPr>
            <a:r>
              <a:rPr lang="en-US" sz="3000" dirty="0">
                <a:solidFill>
                  <a:schemeClr val="accent2"/>
                </a:solidFill>
              </a:rPr>
              <a:t>Quiz: </a:t>
            </a:r>
            <a:r>
              <a:rPr lang="en-US" sz="3000" dirty="0"/>
              <a:t>Quiz #11 due on Friday @ 4:25 PM</a:t>
            </a:r>
          </a:p>
          <a:p>
            <a:pPr marL="320040" lvl="1" indent="-320040" eaLnBrk="1" hangingPunct="1">
              <a:spcBef>
                <a:spcPts val="400"/>
              </a:spcBef>
              <a:spcAft>
                <a:spcPts val="600"/>
              </a:spcAft>
              <a:defRPr/>
            </a:pPr>
            <a:r>
              <a:rPr lang="en-US" sz="3000" dirty="0">
                <a:solidFill>
                  <a:schemeClr val="accent2"/>
                </a:solidFill>
              </a:rPr>
              <a:t>Recitation: </a:t>
            </a:r>
            <a:r>
              <a:rPr lang="en-US" sz="3000" dirty="0"/>
              <a:t>Recitation 10 this week</a:t>
            </a:r>
          </a:p>
          <a:p>
            <a:pPr marL="320040" lvl="1" indent="-320040" eaLnBrk="1" hangingPunct="1">
              <a:spcBef>
                <a:spcPts val="400"/>
              </a:spcBef>
              <a:spcAft>
                <a:spcPts val="600"/>
              </a:spcAft>
              <a:defRPr/>
            </a:pPr>
            <a:r>
              <a:rPr lang="en-US" sz="3000" dirty="0">
                <a:solidFill>
                  <a:schemeClr val="accent2"/>
                </a:solidFill>
              </a:rPr>
              <a:t>Lab: </a:t>
            </a:r>
            <a:r>
              <a:rPr lang="en-US" sz="3000" dirty="0"/>
              <a:t>Lab 10 this week</a:t>
            </a:r>
          </a:p>
          <a:p>
            <a:pPr marL="320040" lvl="1" indent="-320040" eaLnBrk="1" hangingPunct="1">
              <a:spcBef>
                <a:spcPts val="400"/>
              </a:spcBef>
              <a:spcAft>
                <a:spcPts val="600"/>
              </a:spcAft>
              <a:defRPr/>
            </a:pPr>
            <a:r>
              <a:rPr lang="en-US" sz="3000" dirty="0">
                <a:solidFill>
                  <a:srgbClr val="0000FF"/>
                </a:solidFill>
              </a:rPr>
              <a:t>Lecture-32 Readings: </a:t>
            </a:r>
            <a:r>
              <a:rPr lang="en-US" sz="3000" dirty="0"/>
              <a:t>6.7</a:t>
            </a:r>
          </a:p>
        </p:txBody>
      </p:sp>
      <p:sp>
        <p:nvSpPr>
          <p:cNvPr id="2" name="Slide Number Placeholder 1">
            <a:extLst>
              <a:ext uri="{FF2B5EF4-FFF2-40B4-BE49-F238E27FC236}">
                <a16:creationId xmlns:a16="http://schemas.microsoft.com/office/drawing/2014/main" id="{27480B98-CB43-4109-9B52-91BC90F2543E}"/>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97619F1-5350-4307-9409-443BD1067667}"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186528156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9FC2C7-9EDE-4430-A34B-E779489E72BD}"/>
              </a:ext>
            </a:extLst>
          </p:cNvPr>
          <p:cNvSpPr>
            <a:spLocks noGrp="1"/>
          </p:cNvSpPr>
          <p:nvPr>
            <p:ph type="title"/>
          </p:nvPr>
        </p:nvSpPr>
        <p:spPr/>
        <p:txBody>
          <a:bodyPr/>
          <a:lstStyle/>
          <a:p>
            <a:r>
              <a:rPr lang="en-US" sz="3600" dirty="0">
                <a:ea typeface="+mj-ea"/>
                <a:cs typeface="+mj-cs"/>
              </a:rPr>
              <a:t>31-State Minimization </a:t>
            </a:r>
          </a:p>
        </p:txBody>
      </p:sp>
      <p:sp>
        <p:nvSpPr>
          <p:cNvPr id="3" name="Slide Number Placeholder 2">
            <a:extLst>
              <a:ext uri="{FF2B5EF4-FFF2-40B4-BE49-F238E27FC236}">
                <a16:creationId xmlns:a16="http://schemas.microsoft.com/office/drawing/2014/main" id="{CF09B821-ABB0-4BC8-AF04-34B658E1766D}"/>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4" name="Rectangle 3">
            <a:extLst>
              <a:ext uri="{FF2B5EF4-FFF2-40B4-BE49-F238E27FC236}">
                <a16:creationId xmlns:a16="http://schemas.microsoft.com/office/drawing/2014/main" id="{CA5AE38B-8B29-4CFD-8DC4-49E537DD3855}"/>
              </a:ext>
            </a:extLst>
          </p:cNvPr>
          <p:cNvSpPr txBox="1">
            <a:spLocks noChangeArrowheads="1"/>
          </p:cNvSpPr>
          <p:nvPr/>
        </p:nvSpPr>
        <p:spPr>
          <a:xfrm>
            <a:off x="76200" y="685800"/>
            <a:ext cx="8991600" cy="5589271"/>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har char="–"/>
              <a:defRPr sz="24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har char="»"/>
              <a:defRPr>
                <a:solidFill>
                  <a:schemeClr val="tx1"/>
                </a:solidFill>
                <a:latin typeface="+mn-lt"/>
                <a:ea typeface="MS PGothic" panose="020B0600070205080204" pitchFamily="34" charset="-128"/>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a:lstStyle>
          <a:p>
            <a:pPr lvl="1" eaLnBrk="1" hangingPunct="1">
              <a:defRPr/>
            </a:pPr>
            <a:r>
              <a:rPr lang="en-US" sz="3000" b="1" kern="0">
                <a:solidFill>
                  <a:schemeClr val="accent2"/>
                </a:solidFill>
              </a:rPr>
              <a:t>Synchronous Sequential Circuits</a:t>
            </a:r>
          </a:p>
          <a:p>
            <a:pPr lvl="2" eaLnBrk="1" hangingPunct="1">
              <a:defRPr/>
            </a:pPr>
            <a:r>
              <a:rPr lang="en-US" sz="2600" b="1" kern="0">
                <a:solidFill>
                  <a:srgbClr val="000000"/>
                </a:solidFill>
              </a:rPr>
              <a:t>Moore Machine</a:t>
            </a:r>
          </a:p>
          <a:p>
            <a:pPr lvl="2" eaLnBrk="1" hangingPunct="1">
              <a:defRPr/>
            </a:pPr>
            <a:r>
              <a:rPr lang="en-US" sz="2600" b="1" kern="0">
                <a:solidFill>
                  <a:srgbClr val="000000"/>
                </a:solidFill>
              </a:rPr>
              <a:t>Mealy Machine</a:t>
            </a:r>
          </a:p>
          <a:p>
            <a:pPr lvl="1" eaLnBrk="1" hangingPunct="1">
              <a:defRPr/>
            </a:pPr>
            <a:r>
              <a:rPr lang="en-US" sz="3000" b="1" kern="0">
                <a:solidFill>
                  <a:srgbClr val="000000"/>
                </a:solidFill>
              </a:rPr>
              <a:t>Designing an Arbiter Circuit </a:t>
            </a:r>
          </a:p>
          <a:p>
            <a:pPr lvl="1" eaLnBrk="1" hangingPunct="1">
              <a:defRPr/>
            </a:pPr>
            <a:r>
              <a:rPr lang="en-US" sz="3000" b="1" kern="0">
                <a:solidFill>
                  <a:srgbClr val="000000"/>
                </a:solidFill>
              </a:rPr>
              <a:t>State Minimization</a:t>
            </a:r>
          </a:p>
          <a:p>
            <a:pPr lvl="1" eaLnBrk="1" hangingPunct="1">
              <a:defRPr/>
            </a:pPr>
            <a:endParaRPr lang="en-US" sz="3000" b="1" kern="0">
              <a:solidFill>
                <a:srgbClr val="000000"/>
              </a:solidFill>
            </a:endParaRPr>
          </a:p>
          <a:p>
            <a:pPr marL="457200" lvl="1" indent="0" eaLnBrk="1" hangingPunct="1">
              <a:buNone/>
              <a:defRPr/>
            </a:pPr>
            <a:br>
              <a:rPr lang="en-US" sz="3000" b="1" kern="0">
                <a:solidFill>
                  <a:srgbClr val="000000"/>
                </a:solidFill>
              </a:rPr>
            </a:br>
            <a:endParaRPr lang="en-US" sz="3000" b="1" kern="0">
              <a:solidFill>
                <a:srgbClr val="000000"/>
              </a:solidFill>
            </a:endParaRPr>
          </a:p>
        </p:txBody>
      </p:sp>
    </p:spTree>
    <p:extLst>
      <p:ext uri="{BB962C8B-B14F-4D97-AF65-F5344CB8AC3E}">
        <p14:creationId xmlns:p14="http://schemas.microsoft.com/office/powerpoint/2010/main" val="15135117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Rectangle 3">
            <a:extLst>
              <a:ext uri="{FF2B5EF4-FFF2-40B4-BE49-F238E27FC236}">
                <a16:creationId xmlns:a16="http://schemas.microsoft.com/office/drawing/2014/main" id="{8D84EEC1-BFE5-4883-BCE6-33AC837527C1}"/>
              </a:ext>
            </a:extLst>
          </p:cNvPr>
          <p:cNvSpPr>
            <a:spLocks noChangeArrowheads="1"/>
          </p:cNvSpPr>
          <p:nvPr/>
        </p:nvSpPr>
        <p:spPr bwMode="auto">
          <a:xfrm>
            <a:off x="0" y="381000"/>
            <a:ext cx="9067800" cy="52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Serial Adder &amp; Arbiter Circuit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Readings 6.5, 6.8</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3">
            <a:extLst>
              <a:ext uri="{FF2B5EF4-FFF2-40B4-BE49-F238E27FC236}">
                <a16:creationId xmlns:a16="http://schemas.microsoft.com/office/drawing/2014/main" id="{8A2D5B03-E559-4F74-A624-E08F65DA44DF}"/>
              </a:ext>
            </a:extLst>
          </p:cNvPr>
          <p:cNvSpPr>
            <a:spLocks noChangeArrowheads="1"/>
          </p:cNvSpPr>
          <p:nvPr/>
        </p:nvSpPr>
        <p:spPr bwMode="auto">
          <a:xfrm>
            <a:off x="0" y="2209800"/>
            <a:ext cx="914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Arbiter Circuit</a:t>
            </a: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4">
            <a:extLst>
              <a:ext uri="{FF2B5EF4-FFF2-40B4-BE49-F238E27FC236}">
                <a16:creationId xmlns:a16="http://schemas.microsoft.com/office/drawing/2014/main" id="{C97FAE7A-DF51-4027-A674-F5FABA99ADD5}"/>
              </a:ext>
            </a:extLst>
          </p:cNvPr>
          <p:cNvSpPr>
            <a:spLocks noChangeArrowheads="1"/>
          </p:cNvSpPr>
          <p:nvPr/>
        </p:nvSpPr>
        <p:spPr bwMode="auto">
          <a:xfrm>
            <a:off x="1555750" y="1668463"/>
            <a:ext cx="1304925" cy="333851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4" name="Rectangle 5">
            <a:extLst>
              <a:ext uri="{FF2B5EF4-FFF2-40B4-BE49-F238E27FC236}">
                <a16:creationId xmlns:a16="http://schemas.microsoft.com/office/drawing/2014/main" id="{FC7CDBA1-F7A0-486F-BDCD-C741DEDACA5F}"/>
              </a:ext>
            </a:extLst>
          </p:cNvPr>
          <p:cNvSpPr>
            <a:spLocks noChangeArrowheads="1"/>
          </p:cNvSpPr>
          <p:nvPr/>
        </p:nvSpPr>
        <p:spPr bwMode="auto">
          <a:xfrm>
            <a:off x="4143375" y="1668463"/>
            <a:ext cx="1304925" cy="80168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5" name="Rectangle 6">
            <a:extLst>
              <a:ext uri="{FF2B5EF4-FFF2-40B4-BE49-F238E27FC236}">
                <a16:creationId xmlns:a16="http://schemas.microsoft.com/office/drawing/2014/main" id="{9831DD9F-F90F-4C64-B2C8-29C0590BFFEE}"/>
              </a:ext>
            </a:extLst>
          </p:cNvPr>
          <p:cNvSpPr>
            <a:spLocks noChangeArrowheads="1"/>
          </p:cNvSpPr>
          <p:nvPr/>
        </p:nvSpPr>
        <p:spPr bwMode="auto">
          <a:xfrm>
            <a:off x="4143375" y="2973388"/>
            <a:ext cx="1304925" cy="80010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6" name="Freeform 7">
            <a:extLst>
              <a:ext uri="{FF2B5EF4-FFF2-40B4-BE49-F238E27FC236}">
                <a16:creationId xmlns:a16="http://schemas.microsoft.com/office/drawing/2014/main" id="{211140BF-1AFA-44B5-9B3B-F98973624925}"/>
              </a:ext>
            </a:extLst>
          </p:cNvPr>
          <p:cNvSpPr>
            <a:spLocks/>
          </p:cNvSpPr>
          <p:nvPr/>
        </p:nvSpPr>
        <p:spPr bwMode="auto">
          <a:xfrm>
            <a:off x="2884488" y="1806575"/>
            <a:ext cx="136525" cy="46038"/>
          </a:xfrm>
          <a:custGeom>
            <a:avLst/>
            <a:gdLst>
              <a:gd name="T0" fmla="*/ 2147483646 w 173"/>
              <a:gd name="T1" fmla="*/ 0 h 58"/>
              <a:gd name="T2" fmla="*/ 0 w 173"/>
              <a:gd name="T3" fmla="*/ 2147483646 h 58"/>
              <a:gd name="T4" fmla="*/ 2147483646 w 173"/>
              <a:gd name="T5" fmla="*/ 2147483646 h 58"/>
              <a:gd name="T6" fmla="*/ 2147483646 w 173"/>
              <a:gd name="T7" fmla="*/ 2147483646 h 58"/>
              <a:gd name="T8" fmla="*/ 2147483646 w 173"/>
              <a:gd name="T9" fmla="*/ 0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173" y="0"/>
                </a:moveTo>
                <a:lnTo>
                  <a:pt x="0" y="29"/>
                </a:lnTo>
                <a:lnTo>
                  <a:pt x="173" y="58"/>
                </a:lnTo>
                <a:lnTo>
                  <a:pt x="173" y="29"/>
                </a:lnTo>
                <a:lnTo>
                  <a:pt x="173" y="0"/>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7" name="Line 8">
            <a:extLst>
              <a:ext uri="{FF2B5EF4-FFF2-40B4-BE49-F238E27FC236}">
                <a16:creationId xmlns:a16="http://schemas.microsoft.com/office/drawing/2014/main" id="{CC23B386-5C41-414D-90FB-C72C7115D377}"/>
              </a:ext>
            </a:extLst>
          </p:cNvPr>
          <p:cNvSpPr>
            <a:spLocks noChangeShapeType="1"/>
          </p:cNvSpPr>
          <p:nvPr/>
        </p:nvSpPr>
        <p:spPr bwMode="auto">
          <a:xfrm>
            <a:off x="3021013" y="1828800"/>
            <a:ext cx="112236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8" name="Freeform 9">
            <a:extLst>
              <a:ext uri="{FF2B5EF4-FFF2-40B4-BE49-F238E27FC236}">
                <a16:creationId xmlns:a16="http://schemas.microsoft.com/office/drawing/2014/main" id="{B63E14AB-3C7D-416A-A991-FF5C7B847124}"/>
              </a:ext>
            </a:extLst>
          </p:cNvPr>
          <p:cNvSpPr>
            <a:spLocks/>
          </p:cNvSpPr>
          <p:nvPr/>
        </p:nvSpPr>
        <p:spPr bwMode="auto">
          <a:xfrm>
            <a:off x="3983038" y="2287588"/>
            <a:ext cx="136525" cy="68262"/>
          </a:xfrm>
          <a:custGeom>
            <a:avLst/>
            <a:gdLst>
              <a:gd name="T0" fmla="*/ 0 w 173"/>
              <a:gd name="T1" fmla="*/ 2147483646 h 87"/>
              <a:gd name="T2" fmla="*/ 2147483646 w 173"/>
              <a:gd name="T3" fmla="*/ 2147483646 h 87"/>
              <a:gd name="T4" fmla="*/ 0 w 173"/>
              <a:gd name="T5" fmla="*/ 0 h 87"/>
              <a:gd name="T6" fmla="*/ 0 w 173"/>
              <a:gd name="T7" fmla="*/ 2147483646 h 87"/>
              <a:gd name="T8" fmla="*/ 0 w 173"/>
              <a:gd name="T9" fmla="*/ 2147483646 h 87"/>
              <a:gd name="T10" fmla="*/ 0 60000 65536"/>
              <a:gd name="T11" fmla="*/ 0 60000 65536"/>
              <a:gd name="T12" fmla="*/ 0 60000 65536"/>
              <a:gd name="T13" fmla="*/ 0 60000 65536"/>
              <a:gd name="T14" fmla="*/ 0 60000 65536"/>
              <a:gd name="T15" fmla="*/ 0 w 173"/>
              <a:gd name="T16" fmla="*/ 0 h 87"/>
              <a:gd name="T17" fmla="*/ 173 w 173"/>
              <a:gd name="T18" fmla="*/ 87 h 87"/>
            </a:gdLst>
            <a:ahLst/>
            <a:cxnLst>
              <a:cxn ang="T10">
                <a:pos x="T0" y="T1"/>
              </a:cxn>
              <a:cxn ang="T11">
                <a:pos x="T2" y="T3"/>
              </a:cxn>
              <a:cxn ang="T12">
                <a:pos x="T4" y="T5"/>
              </a:cxn>
              <a:cxn ang="T13">
                <a:pos x="T6" y="T7"/>
              </a:cxn>
              <a:cxn ang="T14">
                <a:pos x="T8" y="T9"/>
              </a:cxn>
            </a:cxnLst>
            <a:rect l="T15" t="T16" r="T17" b="T18"/>
            <a:pathLst>
              <a:path w="173" h="87">
                <a:moveTo>
                  <a:pt x="0" y="87"/>
                </a:moveTo>
                <a:lnTo>
                  <a:pt x="173" y="29"/>
                </a:lnTo>
                <a:lnTo>
                  <a:pt x="0" y="0"/>
                </a:lnTo>
                <a:lnTo>
                  <a:pt x="0" y="29"/>
                </a:lnTo>
                <a:lnTo>
                  <a:pt x="0" y="87"/>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39" name="Line 10">
            <a:extLst>
              <a:ext uri="{FF2B5EF4-FFF2-40B4-BE49-F238E27FC236}">
                <a16:creationId xmlns:a16="http://schemas.microsoft.com/office/drawing/2014/main" id="{705F46FD-2C11-4060-8B2D-02B9D250BE6C}"/>
              </a:ext>
            </a:extLst>
          </p:cNvPr>
          <p:cNvSpPr>
            <a:spLocks noChangeShapeType="1"/>
          </p:cNvSpPr>
          <p:nvPr/>
        </p:nvSpPr>
        <p:spPr bwMode="auto">
          <a:xfrm flipH="1">
            <a:off x="2860675" y="2309813"/>
            <a:ext cx="10985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0" name="Freeform 11">
            <a:extLst>
              <a:ext uri="{FF2B5EF4-FFF2-40B4-BE49-F238E27FC236}">
                <a16:creationId xmlns:a16="http://schemas.microsoft.com/office/drawing/2014/main" id="{2C8ECFF0-7745-43F8-A0B9-136E2618DCC7}"/>
              </a:ext>
            </a:extLst>
          </p:cNvPr>
          <p:cNvSpPr>
            <a:spLocks/>
          </p:cNvSpPr>
          <p:nvPr/>
        </p:nvSpPr>
        <p:spPr bwMode="auto">
          <a:xfrm>
            <a:off x="2884488" y="3109913"/>
            <a:ext cx="136525" cy="46037"/>
          </a:xfrm>
          <a:custGeom>
            <a:avLst/>
            <a:gdLst>
              <a:gd name="T0" fmla="*/ 2147483646 w 173"/>
              <a:gd name="T1" fmla="*/ 0 h 58"/>
              <a:gd name="T2" fmla="*/ 0 w 173"/>
              <a:gd name="T3" fmla="*/ 2147483646 h 58"/>
              <a:gd name="T4" fmla="*/ 2147483646 w 173"/>
              <a:gd name="T5" fmla="*/ 2147483646 h 58"/>
              <a:gd name="T6" fmla="*/ 2147483646 w 173"/>
              <a:gd name="T7" fmla="*/ 2147483646 h 58"/>
              <a:gd name="T8" fmla="*/ 2147483646 w 173"/>
              <a:gd name="T9" fmla="*/ 0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173" y="0"/>
                </a:moveTo>
                <a:lnTo>
                  <a:pt x="0" y="29"/>
                </a:lnTo>
                <a:lnTo>
                  <a:pt x="173" y="58"/>
                </a:lnTo>
                <a:lnTo>
                  <a:pt x="173" y="29"/>
                </a:lnTo>
                <a:lnTo>
                  <a:pt x="173" y="0"/>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1" name="Line 12">
            <a:extLst>
              <a:ext uri="{FF2B5EF4-FFF2-40B4-BE49-F238E27FC236}">
                <a16:creationId xmlns:a16="http://schemas.microsoft.com/office/drawing/2014/main" id="{89E3C805-5A32-462A-A6F5-0C8237F587F5}"/>
              </a:ext>
            </a:extLst>
          </p:cNvPr>
          <p:cNvSpPr>
            <a:spLocks noChangeShapeType="1"/>
          </p:cNvSpPr>
          <p:nvPr/>
        </p:nvSpPr>
        <p:spPr bwMode="auto">
          <a:xfrm>
            <a:off x="3021013" y="3133725"/>
            <a:ext cx="1122362"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2" name="Freeform 13">
            <a:extLst>
              <a:ext uri="{FF2B5EF4-FFF2-40B4-BE49-F238E27FC236}">
                <a16:creationId xmlns:a16="http://schemas.microsoft.com/office/drawing/2014/main" id="{12230756-50E3-4EBB-B054-F02CF46E5FB0}"/>
              </a:ext>
            </a:extLst>
          </p:cNvPr>
          <p:cNvSpPr>
            <a:spLocks/>
          </p:cNvSpPr>
          <p:nvPr/>
        </p:nvSpPr>
        <p:spPr bwMode="auto">
          <a:xfrm>
            <a:off x="3983038" y="3590925"/>
            <a:ext cx="136525" cy="46038"/>
          </a:xfrm>
          <a:custGeom>
            <a:avLst/>
            <a:gdLst>
              <a:gd name="T0" fmla="*/ 0 w 173"/>
              <a:gd name="T1" fmla="*/ 2147483646 h 58"/>
              <a:gd name="T2" fmla="*/ 2147483646 w 173"/>
              <a:gd name="T3" fmla="*/ 2147483646 h 58"/>
              <a:gd name="T4" fmla="*/ 0 w 173"/>
              <a:gd name="T5" fmla="*/ 0 h 58"/>
              <a:gd name="T6" fmla="*/ 0 w 173"/>
              <a:gd name="T7" fmla="*/ 2147483646 h 58"/>
              <a:gd name="T8" fmla="*/ 0 w 173"/>
              <a:gd name="T9" fmla="*/ 2147483646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0" y="58"/>
                </a:moveTo>
                <a:lnTo>
                  <a:pt x="173" y="29"/>
                </a:lnTo>
                <a:lnTo>
                  <a:pt x="0" y="0"/>
                </a:lnTo>
                <a:lnTo>
                  <a:pt x="0" y="29"/>
                </a:lnTo>
                <a:lnTo>
                  <a:pt x="0" y="58"/>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3" name="Line 14">
            <a:extLst>
              <a:ext uri="{FF2B5EF4-FFF2-40B4-BE49-F238E27FC236}">
                <a16:creationId xmlns:a16="http://schemas.microsoft.com/office/drawing/2014/main" id="{780B9E56-B66A-4278-A4AE-27F4322BD6D7}"/>
              </a:ext>
            </a:extLst>
          </p:cNvPr>
          <p:cNvSpPr>
            <a:spLocks noChangeShapeType="1"/>
          </p:cNvSpPr>
          <p:nvPr/>
        </p:nvSpPr>
        <p:spPr bwMode="auto">
          <a:xfrm flipH="1">
            <a:off x="2860675" y="3616325"/>
            <a:ext cx="11223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4" name="Rectangle 15">
            <a:extLst>
              <a:ext uri="{FF2B5EF4-FFF2-40B4-BE49-F238E27FC236}">
                <a16:creationId xmlns:a16="http://schemas.microsoft.com/office/drawing/2014/main" id="{EE7CF761-9AA9-4137-A35F-B3A67CD9A738}"/>
              </a:ext>
            </a:extLst>
          </p:cNvPr>
          <p:cNvSpPr>
            <a:spLocks noChangeArrowheads="1"/>
          </p:cNvSpPr>
          <p:nvPr/>
        </p:nvSpPr>
        <p:spPr bwMode="auto">
          <a:xfrm>
            <a:off x="1900238" y="3178175"/>
            <a:ext cx="76676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Arbiter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5" name="Rectangle 16">
            <a:extLst>
              <a:ext uri="{FF2B5EF4-FFF2-40B4-BE49-F238E27FC236}">
                <a16:creationId xmlns:a16="http://schemas.microsoft.com/office/drawing/2014/main" id="{646D40B1-8B89-4C07-8707-BB5AB8D3907C}"/>
              </a:ext>
            </a:extLst>
          </p:cNvPr>
          <p:cNvSpPr>
            <a:spLocks noChangeArrowheads="1"/>
          </p:cNvSpPr>
          <p:nvPr/>
        </p:nvSpPr>
        <p:spPr bwMode="auto">
          <a:xfrm>
            <a:off x="3117850" y="1524000"/>
            <a:ext cx="89535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Request1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6" name="Rectangle 17">
            <a:extLst>
              <a:ext uri="{FF2B5EF4-FFF2-40B4-BE49-F238E27FC236}">
                <a16:creationId xmlns:a16="http://schemas.microsoft.com/office/drawing/2014/main" id="{C3227579-DD9D-48D2-B926-E4ED98CE0F29}"/>
              </a:ext>
            </a:extLst>
          </p:cNvPr>
          <p:cNvSpPr>
            <a:spLocks noChangeArrowheads="1"/>
          </p:cNvSpPr>
          <p:nvPr/>
        </p:nvSpPr>
        <p:spPr bwMode="auto">
          <a:xfrm>
            <a:off x="3192463" y="2046288"/>
            <a:ext cx="6889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Grant1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7" name="Rectangle 18">
            <a:extLst>
              <a:ext uri="{FF2B5EF4-FFF2-40B4-BE49-F238E27FC236}">
                <a16:creationId xmlns:a16="http://schemas.microsoft.com/office/drawing/2014/main" id="{8357DB00-2A49-43CF-95C7-61DB28A955DE}"/>
              </a:ext>
            </a:extLst>
          </p:cNvPr>
          <p:cNvSpPr>
            <a:spLocks noChangeArrowheads="1"/>
          </p:cNvSpPr>
          <p:nvPr/>
        </p:nvSpPr>
        <p:spPr bwMode="auto">
          <a:xfrm>
            <a:off x="3117850" y="2819400"/>
            <a:ext cx="89535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Request2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8" name="Rectangle 19">
            <a:extLst>
              <a:ext uri="{FF2B5EF4-FFF2-40B4-BE49-F238E27FC236}">
                <a16:creationId xmlns:a16="http://schemas.microsoft.com/office/drawing/2014/main" id="{1B85F869-5FB0-4442-9821-0D14691C86EE}"/>
              </a:ext>
            </a:extLst>
          </p:cNvPr>
          <p:cNvSpPr>
            <a:spLocks noChangeArrowheads="1"/>
          </p:cNvSpPr>
          <p:nvPr/>
        </p:nvSpPr>
        <p:spPr bwMode="auto">
          <a:xfrm>
            <a:off x="3214688" y="3341688"/>
            <a:ext cx="6889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Grant2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49" name="Rectangle 20">
            <a:extLst>
              <a:ext uri="{FF2B5EF4-FFF2-40B4-BE49-F238E27FC236}">
                <a16:creationId xmlns:a16="http://schemas.microsoft.com/office/drawing/2014/main" id="{ACA0C196-310B-4C8A-9AC7-080585402D44}"/>
              </a:ext>
            </a:extLst>
          </p:cNvPr>
          <p:cNvSpPr>
            <a:spLocks noChangeArrowheads="1"/>
          </p:cNvSpPr>
          <p:nvPr/>
        </p:nvSpPr>
        <p:spPr bwMode="auto">
          <a:xfrm>
            <a:off x="4430713" y="1974850"/>
            <a:ext cx="8636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Device 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0" name="Freeform 21">
            <a:extLst>
              <a:ext uri="{FF2B5EF4-FFF2-40B4-BE49-F238E27FC236}">
                <a16:creationId xmlns:a16="http://schemas.microsoft.com/office/drawing/2014/main" id="{16782A52-E3C6-4F15-9046-50BCDFBF96CB}"/>
              </a:ext>
            </a:extLst>
          </p:cNvPr>
          <p:cNvSpPr>
            <a:spLocks/>
          </p:cNvSpPr>
          <p:nvPr/>
        </p:nvSpPr>
        <p:spPr bwMode="auto">
          <a:xfrm>
            <a:off x="5448300" y="1920875"/>
            <a:ext cx="639763" cy="320675"/>
          </a:xfrm>
          <a:custGeom>
            <a:avLst/>
            <a:gdLst>
              <a:gd name="T0" fmla="*/ 2147483646 w 808"/>
              <a:gd name="T1" fmla="*/ 2147483646 h 404"/>
              <a:gd name="T2" fmla="*/ 2147483646 w 808"/>
              <a:gd name="T3" fmla="*/ 2147483646 h 404"/>
              <a:gd name="T4" fmla="*/ 2147483646 w 808"/>
              <a:gd name="T5" fmla="*/ 2147483646 h 404"/>
              <a:gd name="T6" fmla="*/ 0 w 808"/>
              <a:gd name="T7" fmla="*/ 2147483646 h 404"/>
              <a:gd name="T8" fmla="*/ 2147483646 w 808"/>
              <a:gd name="T9" fmla="*/ 0 h 404"/>
              <a:gd name="T10" fmla="*/ 2147483646 w 808"/>
              <a:gd name="T11" fmla="*/ 2147483646 h 404"/>
              <a:gd name="T12" fmla="*/ 2147483646 w 808"/>
              <a:gd name="T13" fmla="*/ 2147483646 h 404"/>
              <a:gd name="T14" fmla="*/ 0 60000 65536"/>
              <a:gd name="T15" fmla="*/ 0 60000 65536"/>
              <a:gd name="T16" fmla="*/ 0 60000 65536"/>
              <a:gd name="T17" fmla="*/ 0 60000 65536"/>
              <a:gd name="T18" fmla="*/ 0 60000 65536"/>
              <a:gd name="T19" fmla="*/ 0 60000 65536"/>
              <a:gd name="T20" fmla="*/ 0 60000 65536"/>
              <a:gd name="T21" fmla="*/ 0 w 808"/>
              <a:gd name="T22" fmla="*/ 0 h 404"/>
              <a:gd name="T23" fmla="*/ 808 w 808"/>
              <a:gd name="T24" fmla="*/ 404 h 4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8" h="404">
                <a:moveTo>
                  <a:pt x="808" y="288"/>
                </a:moveTo>
                <a:lnTo>
                  <a:pt x="317" y="288"/>
                </a:lnTo>
                <a:lnTo>
                  <a:pt x="317" y="404"/>
                </a:lnTo>
                <a:lnTo>
                  <a:pt x="0" y="202"/>
                </a:lnTo>
                <a:lnTo>
                  <a:pt x="317" y="0"/>
                </a:lnTo>
                <a:lnTo>
                  <a:pt x="317" y="87"/>
                </a:lnTo>
                <a:lnTo>
                  <a:pt x="808" y="8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1" name="Freeform 22">
            <a:extLst>
              <a:ext uri="{FF2B5EF4-FFF2-40B4-BE49-F238E27FC236}">
                <a16:creationId xmlns:a16="http://schemas.microsoft.com/office/drawing/2014/main" id="{A4BBF122-6FDE-4BAA-9EC9-CD46B2B185D8}"/>
              </a:ext>
            </a:extLst>
          </p:cNvPr>
          <p:cNvSpPr>
            <a:spLocks/>
          </p:cNvSpPr>
          <p:nvPr/>
        </p:nvSpPr>
        <p:spPr bwMode="auto">
          <a:xfrm>
            <a:off x="5448300" y="3201988"/>
            <a:ext cx="639763" cy="342900"/>
          </a:xfrm>
          <a:custGeom>
            <a:avLst/>
            <a:gdLst>
              <a:gd name="T0" fmla="*/ 2147483646 w 808"/>
              <a:gd name="T1" fmla="*/ 2147483646 h 433"/>
              <a:gd name="T2" fmla="*/ 2147483646 w 808"/>
              <a:gd name="T3" fmla="*/ 2147483646 h 433"/>
              <a:gd name="T4" fmla="*/ 2147483646 w 808"/>
              <a:gd name="T5" fmla="*/ 2147483646 h 433"/>
              <a:gd name="T6" fmla="*/ 0 w 808"/>
              <a:gd name="T7" fmla="*/ 2147483646 h 433"/>
              <a:gd name="T8" fmla="*/ 2147483646 w 808"/>
              <a:gd name="T9" fmla="*/ 0 h 433"/>
              <a:gd name="T10" fmla="*/ 2147483646 w 808"/>
              <a:gd name="T11" fmla="*/ 2147483646 h 433"/>
              <a:gd name="T12" fmla="*/ 2147483646 w 808"/>
              <a:gd name="T13" fmla="*/ 2147483646 h 433"/>
              <a:gd name="T14" fmla="*/ 0 60000 65536"/>
              <a:gd name="T15" fmla="*/ 0 60000 65536"/>
              <a:gd name="T16" fmla="*/ 0 60000 65536"/>
              <a:gd name="T17" fmla="*/ 0 60000 65536"/>
              <a:gd name="T18" fmla="*/ 0 60000 65536"/>
              <a:gd name="T19" fmla="*/ 0 60000 65536"/>
              <a:gd name="T20" fmla="*/ 0 60000 65536"/>
              <a:gd name="T21" fmla="*/ 0 w 808"/>
              <a:gd name="T22" fmla="*/ 0 h 433"/>
              <a:gd name="T23" fmla="*/ 808 w 808"/>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8" h="433">
                <a:moveTo>
                  <a:pt x="808" y="317"/>
                </a:moveTo>
                <a:lnTo>
                  <a:pt x="317" y="317"/>
                </a:lnTo>
                <a:lnTo>
                  <a:pt x="317" y="433"/>
                </a:lnTo>
                <a:lnTo>
                  <a:pt x="0" y="202"/>
                </a:lnTo>
                <a:lnTo>
                  <a:pt x="317" y="0"/>
                </a:lnTo>
                <a:lnTo>
                  <a:pt x="317" y="115"/>
                </a:lnTo>
                <a:lnTo>
                  <a:pt x="808" y="115"/>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2" name="Freeform 23">
            <a:extLst>
              <a:ext uri="{FF2B5EF4-FFF2-40B4-BE49-F238E27FC236}">
                <a16:creationId xmlns:a16="http://schemas.microsoft.com/office/drawing/2014/main" id="{80C9ED43-4FB1-4463-8054-FEC9C1522863}"/>
              </a:ext>
            </a:extLst>
          </p:cNvPr>
          <p:cNvSpPr>
            <a:spLocks/>
          </p:cNvSpPr>
          <p:nvPr/>
        </p:nvSpPr>
        <p:spPr bwMode="auto">
          <a:xfrm>
            <a:off x="6088063" y="3201988"/>
            <a:ext cx="663575" cy="342900"/>
          </a:xfrm>
          <a:custGeom>
            <a:avLst/>
            <a:gdLst>
              <a:gd name="T0" fmla="*/ 0 w 836"/>
              <a:gd name="T1" fmla="*/ 2147483646 h 433"/>
              <a:gd name="T2" fmla="*/ 2147483646 w 836"/>
              <a:gd name="T3" fmla="*/ 2147483646 h 433"/>
              <a:gd name="T4" fmla="*/ 2147483646 w 836"/>
              <a:gd name="T5" fmla="*/ 2147483646 h 433"/>
              <a:gd name="T6" fmla="*/ 2147483646 w 836"/>
              <a:gd name="T7" fmla="*/ 2147483646 h 433"/>
              <a:gd name="T8" fmla="*/ 2147483646 w 836"/>
              <a:gd name="T9" fmla="*/ 0 h 433"/>
              <a:gd name="T10" fmla="*/ 2147483646 w 836"/>
              <a:gd name="T11" fmla="*/ 2147483646 h 433"/>
              <a:gd name="T12" fmla="*/ 0 w 836"/>
              <a:gd name="T13" fmla="*/ 2147483646 h 433"/>
              <a:gd name="T14" fmla="*/ 0 60000 65536"/>
              <a:gd name="T15" fmla="*/ 0 60000 65536"/>
              <a:gd name="T16" fmla="*/ 0 60000 65536"/>
              <a:gd name="T17" fmla="*/ 0 60000 65536"/>
              <a:gd name="T18" fmla="*/ 0 60000 65536"/>
              <a:gd name="T19" fmla="*/ 0 60000 65536"/>
              <a:gd name="T20" fmla="*/ 0 60000 65536"/>
              <a:gd name="T21" fmla="*/ 0 w 836"/>
              <a:gd name="T22" fmla="*/ 0 h 433"/>
              <a:gd name="T23" fmla="*/ 836 w 836"/>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6" h="433">
                <a:moveTo>
                  <a:pt x="0" y="317"/>
                </a:moveTo>
                <a:lnTo>
                  <a:pt x="519" y="317"/>
                </a:lnTo>
                <a:lnTo>
                  <a:pt x="519" y="433"/>
                </a:lnTo>
                <a:lnTo>
                  <a:pt x="836" y="202"/>
                </a:lnTo>
                <a:lnTo>
                  <a:pt x="519" y="0"/>
                </a:lnTo>
                <a:lnTo>
                  <a:pt x="519" y="115"/>
                </a:lnTo>
                <a:lnTo>
                  <a:pt x="0" y="115"/>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3" name="Freeform 24">
            <a:extLst>
              <a:ext uri="{FF2B5EF4-FFF2-40B4-BE49-F238E27FC236}">
                <a16:creationId xmlns:a16="http://schemas.microsoft.com/office/drawing/2014/main" id="{06EA1B16-0D92-426D-AD79-6F6BC8E3780C}"/>
              </a:ext>
            </a:extLst>
          </p:cNvPr>
          <p:cNvSpPr>
            <a:spLocks/>
          </p:cNvSpPr>
          <p:nvPr/>
        </p:nvSpPr>
        <p:spPr bwMode="auto">
          <a:xfrm>
            <a:off x="6088063" y="1920875"/>
            <a:ext cx="663575" cy="320675"/>
          </a:xfrm>
          <a:custGeom>
            <a:avLst/>
            <a:gdLst>
              <a:gd name="T0" fmla="*/ 0 w 836"/>
              <a:gd name="T1" fmla="*/ 2147483646 h 404"/>
              <a:gd name="T2" fmla="*/ 2147483646 w 836"/>
              <a:gd name="T3" fmla="*/ 2147483646 h 404"/>
              <a:gd name="T4" fmla="*/ 2147483646 w 836"/>
              <a:gd name="T5" fmla="*/ 2147483646 h 404"/>
              <a:gd name="T6" fmla="*/ 2147483646 w 836"/>
              <a:gd name="T7" fmla="*/ 2147483646 h 404"/>
              <a:gd name="T8" fmla="*/ 2147483646 w 836"/>
              <a:gd name="T9" fmla="*/ 0 h 404"/>
              <a:gd name="T10" fmla="*/ 2147483646 w 836"/>
              <a:gd name="T11" fmla="*/ 2147483646 h 404"/>
              <a:gd name="T12" fmla="*/ 0 w 836"/>
              <a:gd name="T13" fmla="*/ 2147483646 h 404"/>
              <a:gd name="T14" fmla="*/ 0 60000 65536"/>
              <a:gd name="T15" fmla="*/ 0 60000 65536"/>
              <a:gd name="T16" fmla="*/ 0 60000 65536"/>
              <a:gd name="T17" fmla="*/ 0 60000 65536"/>
              <a:gd name="T18" fmla="*/ 0 60000 65536"/>
              <a:gd name="T19" fmla="*/ 0 60000 65536"/>
              <a:gd name="T20" fmla="*/ 0 60000 65536"/>
              <a:gd name="T21" fmla="*/ 0 w 836"/>
              <a:gd name="T22" fmla="*/ 0 h 404"/>
              <a:gd name="T23" fmla="*/ 836 w 836"/>
              <a:gd name="T24" fmla="*/ 404 h 4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6" h="404">
                <a:moveTo>
                  <a:pt x="0" y="288"/>
                </a:moveTo>
                <a:lnTo>
                  <a:pt x="519" y="288"/>
                </a:lnTo>
                <a:lnTo>
                  <a:pt x="519" y="404"/>
                </a:lnTo>
                <a:lnTo>
                  <a:pt x="836" y="202"/>
                </a:lnTo>
                <a:lnTo>
                  <a:pt x="519" y="0"/>
                </a:lnTo>
                <a:lnTo>
                  <a:pt x="519" y="87"/>
                </a:lnTo>
                <a:lnTo>
                  <a:pt x="0" y="8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4" name="Rectangle 25">
            <a:extLst>
              <a:ext uri="{FF2B5EF4-FFF2-40B4-BE49-F238E27FC236}">
                <a16:creationId xmlns:a16="http://schemas.microsoft.com/office/drawing/2014/main" id="{1F444E69-91CE-4103-906E-A9DD06DC1BA8}"/>
              </a:ext>
            </a:extLst>
          </p:cNvPr>
          <p:cNvSpPr>
            <a:spLocks noChangeArrowheads="1"/>
          </p:cNvSpPr>
          <p:nvPr/>
        </p:nvSpPr>
        <p:spPr bwMode="auto">
          <a:xfrm>
            <a:off x="6751638" y="1668463"/>
            <a:ext cx="1282700" cy="341471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5" name="Rectangle 26">
            <a:extLst>
              <a:ext uri="{FF2B5EF4-FFF2-40B4-BE49-F238E27FC236}">
                <a16:creationId xmlns:a16="http://schemas.microsoft.com/office/drawing/2014/main" id="{BA737B69-BB36-4830-A36D-452082E24E8D}"/>
              </a:ext>
            </a:extLst>
          </p:cNvPr>
          <p:cNvSpPr>
            <a:spLocks noChangeArrowheads="1"/>
          </p:cNvSpPr>
          <p:nvPr/>
        </p:nvSpPr>
        <p:spPr bwMode="auto">
          <a:xfrm>
            <a:off x="4430713" y="3271838"/>
            <a:ext cx="8636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Device 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6" name="Rectangle 27">
            <a:extLst>
              <a:ext uri="{FF2B5EF4-FFF2-40B4-BE49-F238E27FC236}">
                <a16:creationId xmlns:a16="http://schemas.microsoft.com/office/drawing/2014/main" id="{567ABC9B-BAED-49C8-AC38-3BF8E74E394A}"/>
              </a:ext>
            </a:extLst>
          </p:cNvPr>
          <p:cNvSpPr>
            <a:spLocks noChangeArrowheads="1"/>
          </p:cNvSpPr>
          <p:nvPr/>
        </p:nvSpPr>
        <p:spPr bwMode="auto">
          <a:xfrm>
            <a:off x="7073900" y="3124200"/>
            <a:ext cx="6889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Shared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7" name="Rectangle 28">
            <a:extLst>
              <a:ext uri="{FF2B5EF4-FFF2-40B4-BE49-F238E27FC236}">
                <a16:creationId xmlns:a16="http://schemas.microsoft.com/office/drawing/2014/main" id="{9342434E-F46A-403E-A332-91F3080097B0}"/>
              </a:ext>
            </a:extLst>
          </p:cNvPr>
          <p:cNvSpPr>
            <a:spLocks noChangeArrowheads="1"/>
          </p:cNvSpPr>
          <p:nvPr/>
        </p:nvSpPr>
        <p:spPr bwMode="auto">
          <a:xfrm>
            <a:off x="7010400" y="3330575"/>
            <a:ext cx="82232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resource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8" name="Rectangle 6">
            <a:extLst>
              <a:ext uri="{FF2B5EF4-FFF2-40B4-BE49-F238E27FC236}">
                <a16:creationId xmlns:a16="http://schemas.microsoft.com/office/drawing/2014/main" id="{F20257E5-65D5-40DD-8BAD-7F271FCCC955}"/>
              </a:ext>
            </a:extLst>
          </p:cNvPr>
          <p:cNvSpPr>
            <a:spLocks noChangeArrowheads="1"/>
          </p:cNvSpPr>
          <p:nvPr/>
        </p:nvSpPr>
        <p:spPr bwMode="auto">
          <a:xfrm>
            <a:off x="4132263" y="4168775"/>
            <a:ext cx="1304925" cy="80010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59" name="Freeform 11">
            <a:extLst>
              <a:ext uri="{FF2B5EF4-FFF2-40B4-BE49-F238E27FC236}">
                <a16:creationId xmlns:a16="http://schemas.microsoft.com/office/drawing/2014/main" id="{85B8A123-88D5-421F-BA4E-541D3C815000}"/>
              </a:ext>
            </a:extLst>
          </p:cNvPr>
          <p:cNvSpPr>
            <a:spLocks/>
          </p:cNvSpPr>
          <p:nvPr/>
        </p:nvSpPr>
        <p:spPr bwMode="auto">
          <a:xfrm>
            <a:off x="2873375" y="4305300"/>
            <a:ext cx="136525" cy="46038"/>
          </a:xfrm>
          <a:custGeom>
            <a:avLst/>
            <a:gdLst>
              <a:gd name="T0" fmla="*/ 2147483646 w 173"/>
              <a:gd name="T1" fmla="*/ 0 h 58"/>
              <a:gd name="T2" fmla="*/ 0 w 173"/>
              <a:gd name="T3" fmla="*/ 2147483646 h 58"/>
              <a:gd name="T4" fmla="*/ 2147483646 w 173"/>
              <a:gd name="T5" fmla="*/ 2147483646 h 58"/>
              <a:gd name="T6" fmla="*/ 2147483646 w 173"/>
              <a:gd name="T7" fmla="*/ 2147483646 h 58"/>
              <a:gd name="T8" fmla="*/ 2147483646 w 173"/>
              <a:gd name="T9" fmla="*/ 0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173" y="0"/>
                </a:moveTo>
                <a:lnTo>
                  <a:pt x="0" y="29"/>
                </a:lnTo>
                <a:lnTo>
                  <a:pt x="173" y="58"/>
                </a:lnTo>
                <a:lnTo>
                  <a:pt x="173" y="29"/>
                </a:lnTo>
                <a:lnTo>
                  <a:pt x="173" y="0"/>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0" name="Line 12">
            <a:extLst>
              <a:ext uri="{FF2B5EF4-FFF2-40B4-BE49-F238E27FC236}">
                <a16:creationId xmlns:a16="http://schemas.microsoft.com/office/drawing/2014/main" id="{5F721273-2684-43EF-94B9-5F8B0A056901}"/>
              </a:ext>
            </a:extLst>
          </p:cNvPr>
          <p:cNvSpPr>
            <a:spLocks noChangeShapeType="1"/>
          </p:cNvSpPr>
          <p:nvPr/>
        </p:nvSpPr>
        <p:spPr bwMode="auto">
          <a:xfrm>
            <a:off x="3009900" y="4329113"/>
            <a:ext cx="11223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1" name="Freeform 13">
            <a:extLst>
              <a:ext uri="{FF2B5EF4-FFF2-40B4-BE49-F238E27FC236}">
                <a16:creationId xmlns:a16="http://schemas.microsoft.com/office/drawing/2014/main" id="{47B0A829-B2D2-421F-AA7E-8E358BAE8587}"/>
              </a:ext>
            </a:extLst>
          </p:cNvPr>
          <p:cNvSpPr>
            <a:spLocks/>
          </p:cNvSpPr>
          <p:nvPr/>
        </p:nvSpPr>
        <p:spPr bwMode="auto">
          <a:xfrm>
            <a:off x="3971925" y="4786313"/>
            <a:ext cx="136525" cy="46037"/>
          </a:xfrm>
          <a:custGeom>
            <a:avLst/>
            <a:gdLst>
              <a:gd name="T0" fmla="*/ 0 w 173"/>
              <a:gd name="T1" fmla="*/ 2147483646 h 58"/>
              <a:gd name="T2" fmla="*/ 2147483646 w 173"/>
              <a:gd name="T3" fmla="*/ 2147483646 h 58"/>
              <a:gd name="T4" fmla="*/ 0 w 173"/>
              <a:gd name="T5" fmla="*/ 0 h 58"/>
              <a:gd name="T6" fmla="*/ 0 w 173"/>
              <a:gd name="T7" fmla="*/ 2147483646 h 58"/>
              <a:gd name="T8" fmla="*/ 0 w 173"/>
              <a:gd name="T9" fmla="*/ 2147483646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0" y="58"/>
                </a:moveTo>
                <a:lnTo>
                  <a:pt x="173" y="29"/>
                </a:lnTo>
                <a:lnTo>
                  <a:pt x="0" y="0"/>
                </a:lnTo>
                <a:lnTo>
                  <a:pt x="0" y="29"/>
                </a:lnTo>
                <a:lnTo>
                  <a:pt x="0" y="58"/>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2" name="Line 14">
            <a:extLst>
              <a:ext uri="{FF2B5EF4-FFF2-40B4-BE49-F238E27FC236}">
                <a16:creationId xmlns:a16="http://schemas.microsoft.com/office/drawing/2014/main" id="{874974EB-9359-4A36-AAF0-22A460E19261}"/>
              </a:ext>
            </a:extLst>
          </p:cNvPr>
          <p:cNvSpPr>
            <a:spLocks noChangeShapeType="1"/>
          </p:cNvSpPr>
          <p:nvPr/>
        </p:nvSpPr>
        <p:spPr bwMode="auto">
          <a:xfrm flipH="1">
            <a:off x="2849563" y="4811713"/>
            <a:ext cx="11223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3" name="Rectangle 19">
            <a:extLst>
              <a:ext uri="{FF2B5EF4-FFF2-40B4-BE49-F238E27FC236}">
                <a16:creationId xmlns:a16="http://schemas.microsoft.com/office/drawing/2014/main" id="{33F3067C-871C-4F87-ACD1-D73C76B0D189}"/>
              </a:ext>
            </a:extLst>
          </p:cNvPr>
          <p:cNvSpPr>
            <a:spLocks noChangeArrowheads="1"/>
          </p:cNvSpPr>
          <p:nvPr/>
        </p:nvSpPr>
        <p:spPr bwMode="auto">
          <a:xfrm>
            <a:off x="3203575" y="4537075"/>
            <a:ext cx="5699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Grant3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4" name="Freeform 22">
            <a:extLst>
              <a:ext uri="{FF2B5EF4-FFF2-40B4-BE49-F238E27FC236}">
                <a16:creationId xmlns:a16="http://schemas.microsoft.com/office/drawing/2014/main" id="{8B38DC85-63A2-4CD1-A0EA-CF541F982E85}"/>
              </a:ext>
            </a:extLst>
          </p:cNvPr>
          <p:cNvSpPr>
            <a:spLocks/>
          </p:cNvSpPr>
          <p:nvPr/>
        </p:nvSpPr>
        <p:spPr bwMode="auto">
          <a:xfrm>
            <a:off x="5437188" y="4397375"/>
            <a:ext cx="639762" cy="342900"/>
          </a:xfrm>
          <a:custGeom>
            <a:avLst/>
            <a:gdLst>
              <a:gd name="T0" fmla="*/ 2147483646 w 808"/>
              <a:gd name="T1" fmla="*/ 2147483646 h 433"/>
              <a:gd name="T2" fmla="*/ 2147483646 w 808"/>
              <a:gd name="T3" fmla="*/ 2147483646 h 433"/>
              <a:gd name="T4" fmla="*/ 2147483646 w 808"/>
              <a:gd name="T5" fmla="*/ 2147483646 h 433"/>
              <a:gd name="T6" fmla="*/ 0 w 808"/>
              <a:gd name="T7" fmla="*/ 2147483646 h 433"/>
              <a:gd name="T8" fmla="*/ 2147483646 w 808"/>
              <a:gd name="T9" fmla="*/ 0 h 433"/>
              <a:gd name="T10" fmla="*/ 2147483646 w 808"/>
              <a:gd name="T11" fmla="*/ 2147483646 h 433"/>
              <a:gd name="T12" fmla="*/ 2147483646 w 808"/>
              <a:gd name="T13" fmla="*/ 2147483646 h 433"/>
              <a:gd name="T14" fmla="*/ 0 60000 65536"/>
              <a:gd name="T15" fmla="*/ 0 60000 65536"/>
              <a:gd name="T16" fmla="*/ 0 60000 65536"/>
              <a:gd name="T17" fmla="*/ 0 60000 65536"/>
              <a:gd name="T18" fmla="*/ 0 60000 65536"/>
              <a:gd name="T19" fmla="*/ 0 60000 65536"/>
              <a:gd name="T20" fmla="*/ 0 60000 65536"/>
              <a:gd name="T21" fmla="*/ 0 w 808"/>
              <a:gd name="T22" fmla="*/ 0 h 433"/>
              <a:gd name="T23" fmla="*/ 808 w 808"/>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8" h="433">
                <a:moveTo>
                  <a:pt x="808" y="317"/>
                </a:moveTo>
                <a:lnTo>
                  <a:pt x="317" y="317"/>
                </a:lnTo>
                <a:lnTo>
                  <a:pt x="317" y="433"/>
                </a:lnTo>
                <a:lnTo>
                  <a:pt x="0" y="202"/>
                </a:lnTo>
                <a:lnTo>
                  <a:pt x="317" y="0"/>
                </a:lnTo>
                <a:lnTo>
                  <a:pt x="317" y="115"/>
                </a:lnTo>
                <a:lnTo>
                  <a:pt x="808" y="115"/>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5" name="Freeform 23">
            <a:extLst>
              <a:ext uri="{FF2B5EF4-FFF2-40B4-BE49-F238E27FC236}">
                <a16:creationId xmlns:a16="http://schemas.microsoft.com/office/drawing/2014/main" id="{318A8EAF-4F46-4257-B6DC-AE0A21995590}"/>
              </a:ext>
            </a:extLst>
          </p:cNvPr>
          <p:cNvSpPr>
            <a:spLocks/>
          </p:cNvSpPr>
          <p:nvPr/>
        </p:nvSpPr>
        <p:spPr bwMode="auto">
          <a:xfrm>
            <a:off x="6076950" y="4397375"/>
            <a:ext cx="663575" cy="342900"/>
          </a:xfrm>
          <a:custGeom>
            <a:avLst/>
            <a:gdLst>
              <a:gd name="T0" fmla="*/ 0 w 836"/>
              <a:gd name="T1" fmla="*/ 2147483646 h 433"/>
              <a:gd name="T2" fmla="*/ 2147483646 w 836"/>
              <a:gd name="T3" fmla="*/ 2147483646 h 433"/>
              <a:gd name="T4" fmla="*/ 2147483646 w 836"/>
              <a:gd name="T5" fmla="*/ 2147483646 h 433"/>
              <a:gd name="T6" fmla="*/ 2147483646 w 836"/>
              <a:gd name="T7" fmla="*/ 2147483646 h 433"/>
              <a:gd name="T8" fmla="*/ 2147483646 w 836"/>
              <a:gd name="T9" fmla="*/ 0 h 433"/>
              <a:gd name="T10" fmla="*/ 2147483646 w 836"/>
              <a:gd name="T11" fmla="*/ 2147483646 h 433"/>
              <a:gd name="T12" fmla="*/ 0 w 836"/>
              <a:gd name="T13" fmla="*/ 2147483646 h 433"/>
              <a:gd name="T14" fmla="*/ 0 60000 65536"/>
              <a:gd name="T15" fmla="*/ 0 60000 65536"/>
              <a:gd name="T16" fmla="*/ 0 60000 65536"/>
              <a:gd name="T17" fmla="*/ 0 60000 65536"/>
              <a:gd name="T18" fmla="*/ 0 60000 65536"/>
              <a:gd name="T19" fmla="*/ 0 60000 65536"/>
              <a:gd name="T20" fmla="*/ 0 60000 65536"/>
              <a:gd name="T21" fmla="*/ 0 w 836"/>
              <a:gd name="T22" fmla="*/ 0 h 433"/>
              <a:gd name="T23" fmla="*/ 836 w 836"/>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6" h="433">
                <a:moveTo>
                  <a:pt x="0" y="317"/>
                </a:moveTo>
                <a:lnTo>
                  <a:pt x="519" y="317"/>
                </a:lnTo>
                <a:lnTo>
                  <a:pt x="519" y="433"/>
                </a:lnTo>
                <a:lnTo>
                  <a:pt x="836" y="202"/>
                </a:lnTo>
                <a:lnTo>
                  <a:pt x="519" y="0"/>
                </a:lnTo>
                <a:lnTo>
                  <a:pt x="519" y="115"/>
                </a:lnTo>
                <a:lnTo>
                  <a:pt x="0" y="115"/>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6" name="Rectangle 26">
            <a:extLst>
              <a:ext uri="{FF2B5EF4-FFF2-40B4-BE49-F238E27FC236}">
                <a16:creationId xmlns:a16="http://schemas.microsoft.com/office/drawing/2014/main" id="{EEF34D59-CB25-4831-A8DE-B7222AB36872}"/>
              </a:ext>
            </a:extLst>
          </p:cNvPr>
          <p:cNvSpPr>
            <a:spLocks noChangeArrowheads="1"/>
          </p:cNvSpPr>
          <p:nvPr/>
        </p:nvSpPr>
        <p:spPr bwMode="auto">
          <a:xfrm>
            <a:off x="4419600" y="4467225"/>
            <a:ext cx="7350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Device 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7" name="Rectangle 18">
            <a:extLst>
              <a:ext uri="{FF2B5EF4-FFF2-40B4-BE49-F238E27FC236}">
                <a16:creationId xmlns:a16="http://schemas.microsoft.com/office/drawing/2014/main" id="{316508C3-280E-4A99-99E1-D30E6C835626}"/>
              </a:ext>
            </a:extLst>
          </p:cNvPr>
          <p:cNvSpPr>
            <a:spLocks noChangeArrowheads="1"/>
          </p:cNvSpPr>
          <p:nvPr/>
        </p:nvSpPr>
        <p:spPr bwMode="auto">
          <a:xfrm>
            <a:off x="3124200" y="4029075"/>
            <a:ext cx="76358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Request3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268" name="Rectangle 2">
            <a:extLst>
              <a:ext uri="{FF2B5EF4-FFF2-40B4-BE49-F238E27FC236}">
                <a16:creationId xmlns:a16="http://schemas.microsoft.com/office/drawing/2014/main" id="{06D649F0-957B-4771-9C46-E9B35A320BC8}"/>
              </a:ext>
            </a:extLst>
          </p:cNvPr>
          <p:cNvSpPr txBox="1">
            <a:spLocks noChangeArrowheads="1"/>
          </p:cNvSpPr>
          <p:nvPr/>
        </p:nvSpPr>
        <p:spPr bwMode="auto">
          <a:xfrm>
            <a:off x="28575" y="2286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Conceptual Diagram</a:t>
            </a:r>
          </a:p>
        </p:txBody>
      </p:sp>
    </p:spTree>
    <p:extLst>
      <p:ext uri="{BB962C8B-B14F-4D97-AF65-F5344CB8AC3E}">
        <p14:creationId xmlns:p14="http://schemas.microsoft.com/office/powerpoint/2010/main" val="6304857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TextBox 125">
            <a:extLst>
              <a:ext uri="{FF2B5EF4-FFF2-40B4-BE49-F238E27FC236}">
                <a16:creationId xmlns:a16="http://schemas.microsoft.com/office/drawing/2014/main" id="{412C37A7-DA92-4F32-BE18-9CF1B0BE86D7}"/>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6.72 from the textbook ]</a:t>
            </a:r>
          </a:p>
        </p:txBody>
      </p:sp>
      <p:sp>
        <p:nvSpPr>
          <p:cNvPr id="97283" name="Rectangle 2">
            <a:extLst>
              <a:ext uri="{FF2B5EF4-FFF2-40B4-BE49-F238E27FC236}">
                <a16:creationId xmlns:a16="http://schemas.microsoft.com/office/drawing/2014/main" id="{19F8A06B-BFBF-4F2E-ACAB-19AD5DBD1655}"/>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arbiter</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45F9364A-FC47-4D39-AEC1-63E49E5A4709}"/>
                  </a:ext>
                </a:extLst>
              </p14:cNvPr>
              <p14:cNvContentPartPr/>
              <p14:nvPr/>
            </p14:nvContentPartPr>
            <p14:xfrm>
              <a:off x="4077000" y="574560"/>
              <a:ext cx="4488120" cy="5282280"/>
            </p14:xfrm>
          </p:contentPart>
        </mc:Choice>
        <mc:Fallback xmlns="">
          <p:pic>
            <p:nvPicPr>
              <p:cNvPr id="2" name="Ink 1">
                <a:extLst>
                  <a:ext uri="{FF2B5EF4-FFF2-40B4-BE49-F238E27FC236}">
                    <a16:creationId xmlns:a16="http://schemas.microsoft.com/office/drawing/2014/main" id="{45F9364A-FC47-4D39-AEC1-63E49E5A4709}"/>
                  </a:ext>
                </a:extLst>
              </p:cNvPr>
              <p:cNvPicPr/>
              <p:nvPr/>
            </p:nvPicPr>
            <p:blipFill>
              <a:blip r:embed="rId3"/>
              <a:stretch>
                <a:fillRect/>
              </a:stretch>
            </p:blipFill>
            <p:spPr>
              <a:xfrm>
                <a:off x="4067640" y="565200"/>
                <a:ext cx="4506840" cy="5301000"/>
              </a:xfrm>
              <a:prstGeom prst="rect">
                <a:avLst/>
              </a:prstGeom>
            </p:spPr>
          </p:pic>
        </mc:Fallback>
      </mc:AlternateContent>
      <mc:AlternateContent xmlns:mc="http://schemas.openxmlformats.org/markup-compatibility/2006">
        <mc:Choice xmlns:p14="http://schemas.microsoft.com/office/powerpoint/2010/main" Requires="p14">
          <p:contentPart p14:bwMode="auto" r:id="rId4">
            <p14:nvContentPartPr>
              <p14:cNvPr id="3" name="Ink 2">
                <a:extLst>
                  <a:ext uri="{FF2B5EF4-FFF2-40B4-BE49-F238E27FC236}">
                    <a16:creationId xmlns:a16="http://schemas.microsoft.com/office/drawing/2014/main" id="{B66A8C74-4E24-49D4-9560-9DBC46B8988F}"/>
                  </a:ext>
                </a:extLst>
              </p14:cNvPr>
              <p14:cNvContentPartPr/>
              <p14:nvPr/>
            </p14:nvContentPartPr>
            <p14:xfrm>
              <a:off x="6252480" y="1860480"/>
              <a:ext cx="2490840" cy="4199040"/>
            </p14:xfrm>
          </p:contentPart>
        </mc:Choice>
        <mc:Fallback>
          <p:pic>
            <p:nvPicPr>
              <p:cNvPr id="3" name="Ink 2">
                <a:extLst>
                  <a:ext uri="{FF2B5EF4-FFF2-40B4-BE49-F238E27FC236}">
                    <a16:creationId xmlns:a16="http://schemas.microsoft.com/office/drawing/2014/main" id="{B66A8C74-4E24-49D4-9560-9DBC46B8988F}"/>
                  </a:ext>
                </a:extLst>
              </p:cNvPr>
              <p:cNvPicPr/>
              <p:nvPr/>
            </p:nvPicPr>
            <p:blipFill>
              <a:blip r:embed="rId5"/>
              <a:stretch>
                <a:fillRect/>
              </a:stretch>
            </p:blipFill>
            <p:spPr>
              <a:xfrm>
                <a:off x="6243120" y="1851120"/>
                <a:ext cx="2509560" cy="4217760"/>
              </a:xfrm>
              <a:prstGeom prst="rect">
                <a:avLst/>
              </a:prstGeom>
            </p:spPr>
          </p:pic>
        </mc:Fallback>
      </mc:AlternateContent>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29" name="Group 1">
            <a:extLst>
              <a:ext uri="{FF2B5EF4-FFF2-40B4-BE49-F238E27FC236}">
                <a16:creationId xmlns:a16="http://schemas.microsoft.com/office/drawing/2014/main" id="{F0258765-34B3-466D-9CF6-F080C014FDFA}"/>
              </a:ext>
            </a:extLst>
          </p:cNvPr>
          <p:cNvGrpSpPr>
            <a:grpSpLocks/>
          </p:cNvGrpSpPr>
          <p:nvPr/>
        </p:nvGrpSpPr>
        <p:grpSpPr bwMode="auto">
          <a:xfrm>
            <a:off x="2716213" y="1143000"/>
            <a:ext cx="3387725" cy="5449888"/>
            <a:chOff x="2716213" y="290513"/>
            <a:chExt cx="3387725" cy="5449887"/>
          </a:xfrm>
        </p:grpSpPr>
        <p:sp>
          <p:nvSpPr>
            <p:cNvPr id="99335" name="Freeform 4">
              <a:extLst>
                <a:ext uri="{FF2B5EF4-FFF2-40B4-BE49-F238E27FC236}">
                  <a16:creationId xmlns:a16="http://schemas.microsoft.com/office/drawing/2014/main" id="{BB27D1E3-6FEB-4F7A-9A0A-98B5E7FEAFCD}"/>
                </a:ext>
              </a:extLst>
            </p:cNvPr>
            <p:cNvSpPr>
              <a:spLocks/>
            </p:cNvSpPr>
            <p:nvPr/>
          </p:nvSpPr>
          <p:spPr bwMode="auto">
            <a:xfrm>
              <a:off x="4457700" y="5194300"/>
              <a:ext cx="104775" cy="125413"/>
            </a:xfrm>
            <a:custGeom>
              <a:avLst/>
              <a:gdLst>
                <a:gd name="T0" fmla="*/ 2147483646 w 133"/>
                <a:gd name="T1" fmla="*/ 2147483646 h 159"/>
                <a:gd name="T2" fmla="*/ 0 w 133"/>
                <a:gd name="T3" fmla="*/ 0 h 159"/>
                <a:gd name="T4" fmla="*/ 2147483646 w 133"/>
                <a:gd name="T5" fmla="*/ 2147483646 h 159"/>
                <a:gd name="T6" fmla="*/ 2147483646 w 133"/>
                <a:gd name="T7" fmla="*/ 2147483646 h 159"/>
                <a:gd name="T8" fmla="*/ 2147483646 w 133"/>
                <a:gd name="T9" fmla="*/ 2147483646 h 159"/>
                <a:gd name="T10" fmla="*/ 0 60000 65536"/>
                <a:gd name="T11" fmla="*/ 0 60000 65536"/>
                <a:gd name="T12" fmla="*/ 0 60000 65536"/>
                <a:gd name="T13" fmla="*/ 0 60000 65536"/>
                <a:gd name="T14" fmla="*/ 0 60000 65536"/>
                <a:gd name="T15" fmla="*/ 0 w 133"/>
                <a:gd name="T16" fmla="*/ 0 h 159"/>
                <a:gd name="T17" fmla="*/ 133 w 133"/>
                <a:gd name="T18" fmla="*/ 159 h 159"/>
              </a:gdLst>
              <a:ahLst/>
              <a:cxnLst>
                <a:cxn ang="T10">
                  <a:pos x="T0" y="T1"/>
                </a:cxn>
                <a:cxn ang="T11">
                  <a:pos x="T2" y="T3"/>
                </a:cxn>
                <a:cxn ang="T12">
                  <a:pos x="T4" y="T5"/>
                </a:cxn>
                <a:cxn ang="T13">
                  <a:pos x="T6" y="T7"/>
                </a:cxn>
                <a:cxn ang="T14">
                  <a:pos x="T8" y="T9"/>
                </a:cxn>
              </a:cxnLst>
              <a:rect l="T15" t="T16" r="T17" b="T18"/>
              <a:pathLst>
                <a:path w="133" h="159">
                  <a:moveTo>
                    <a:pt x="133" y="106"/>
                  </a:moveTo>
                  <a:lnTo>
                    <a:pt x="0" y="0"/>
                  </a:lnTo>
                  <a:lnTo>
                    <a:pt x="80" y="159"/>
                  </a:lnTo>
                  <a:lnTo>
                    <a:pt x="106" y="133"/>
                  </a:lnTo>
                  <a:lnTo>
                    <a:pt x="133" y="106"/>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6" name="Freeform 7">
              <a:extLst>
                <a:ext uri="{FF2B5EF4-FFF2-40B4-BE49-F238E27FC236}">
                  <a16:creationId xmlns:a16="http://schemas.microsoft.com/office/drawing/2014/main" id="{B3994456-EBCF-4570-9C39-74B9FC964151}"/>
                </a:ext>
              </a:extLst>
            </p:cNvPr>
            <p:cNvSpPr>
              <a:spLocks/>
            </p:cNvSpPr>
            <p:nvPr/>
          </p:nvSpPr>
          <p:spPr bwMode="auto">
            <a:xfrm>
              <a:off x="3995738" y="5151438"/>
              <a:ext cx="609600" cy="588962"/>
            </a:xfrm>
            <a:custGeom>
              <a:avLst/>
              <a:gdLst>
                <a:gd name="T0" fmla="*/ 0 w 769"/>
                <a:gd name="T1" fmla="*/ 2147483646 h 743"/>
                <a:gd name="T2" fmla="*/ 2147483646 w 769"/>
                <a:gd name="T3" fmla="*/ 2147483646 h 743"/>
                <a:gd name="T4" fmla="*/ 2147483646 w 769"/>
                <a:gd name="T5" fmla="*/ 2147483646 h 743"/>
                <a:gd name="T6" fmla="*/ 2147483646 w 769"/>
                <a:gd name="T7" fmla="*/ 2147483646 h 743"/>
                <a:gd name="T8" fmla="*/ 2147483646 w 769"/>
                <a:gd name="T9" fmla="*/ 2147483646 h 743"/>
                <a:gd name="T10" fmla="*/ 2147483646 w 769"/>
                <a:gd name="T11" fmla="*/ 2147483646 h 743"/>
                <a:gd name="T12" fmla="*/ 2147483646 w 769"/>
                <a:gd name="T13" fmla="*/ 2147483646 h 743"/>
                <a:gd name="T14" fmla="*/ 2147483646 w 769"/>
                <a:gd name="T15" fmla="*/ 2147483646 h 743"/>
                <a:gd name="T16" fmla="*/ 2147483646 w 769"/>
                <a:gd name="T17" fmla="*/ 2147483646 h 743"/>
                <a:gd name="T18" fmla="*/ 2147483646 w 769"/>
                <a:gd name="T19" fmla="*/ 2147483646 h 743"/>
                <a:gd name="T20" fmla="*/ 2147483646 w 769"/>
                <a:gd name="T21" fmla="*/ 2147483646 h 743"/>
                <a:gd name="T22" fmla="*/ 2147483646 w 769"/>
                <a:gd name="T23" fmla="*/ 0 h 743"/>
                <a:gd name="T24" fmla="*/ 2147483646 w 769"/>
                <a:gd name="T25" fmla="*/ 2147483646 h 743"/>
                <a:gd name="T26" fmla="*/ 2147483646 w 769"/>
                <a:gd name="T27" fmla="*/ 2147483646 h 743"/>
                <a:gd name="T28" fmla="*/ 2147483646 w 769"/>
                <a:gd name="T29" fmla="*/ 2147483646 h 743"/>
                <a:gd name="T30" fmla="*/ 2147483646 w 769"/>
                <a:gd name="T31" fmla="*/ 2147483646 h 743"/>
                <a:gd name="T32" fmla="*/ 2147483646 w 769"/>
                <a:gd name="T33" fmla="*/ 2147483646 h 743"/>
                <a:gd name="T34" fmla="*/ 2147483646 w 769"/>
                <a:gd name="T35" fmla="*/ 2147483646 h 743"/>
                <a:gd name="T36" fmla="*/ 2147483646 w 769"/>
                <a:gd name="T37" fmla="*/ 2147483646 h 743"/>
                <a:gd name="T38" fmla="*/ 2147483646 w 769"/>
                <a:gd name="T39" fmla="*/ 2147483646 h 743"/>
                <a:gd name="T40" fmla="*/ 2147483646 w 769"/>
                <a:gd name="T41" fmla="*/ 2147483646 h 743"/>
                <a:gd name="T42" fmla="*/ 2147483646 w 769"/>
                <a:gd name="T43" fmla="*/ 2147483646 h 743"/>
                <a:gd name="T44" fmla="*/ 2147483646 w 769"/>
                <a:gd name="T45" fmla="*/ 2147483646 h 743"/>
                <a:gd name="T46" fmla="*/ 2147483646 w 769"/>
                <a:gd name="T47" fmla="*/ 2147483646 h 743"/>
                <a:gd name="T48" fmla="*/ 2147483646 w 769"/>
                <a:gd name="T49" fmla="*/ 2147483646 h 743"/>
                <a:gd name="T50" fmla="*/ 2147483646 w 769"/>
                <a:gd name="T51" fmla="*/ 2147483646 h 743"/>
                <a:gd name="T52" fmla="*/ 2147483646 w 769"/>
                <a:gd name="T53" fmla="*/ 2147483646 h 743"/>
                <a:gd name="T54" fmla="*/ 2147483646 w 769"/>
                <a:gd name="T55" fmla="*/ 2147483646 h 743"/>
                <a:gd name="T56" fmla="*/ 2147483646 w 769"/>
                <a:gd name="T57" fmla="*/ 2147483646 h 743"/>
                <a:gd name="T58" fmla="*/ 2147483646 w 769"/>
                <a:gd name="T59" fmla="*/ 2147483646 h 743"/>
                <a:gd name="T60" fmla="*/ 2147483646 w 769"/>
                <a:gd name="T61" fmla="*/ 2147483646 h 743"/>
                <a:gd name="T62" fmla="*/ 2147483646 w 769"/>
                <a:gd name="T63" fmla="*/ 2147483646 h 743"/>
                <a:gd name="T64" fmla="*/ 2147483646 w 769"/>
                <a:gd name="T65" fmla="*/ 2147483646 h 743"/>
                <a:gd name="T66" fmla="*/ 2147483646 w 769"/>
                <a:gd name="T67" fmla="*/ 2147483646 h 743"/>
                <a:gd name="T68" fmla="*/ 2147483646 w 769"/>
                <a:gd name="T69" fmla="*/ 2147483646 h 743"/>
                <a:gd name="T70" fmla="*/ 2147483646 w 769"/>
                <a:gd name="T71" fmla="*/ 2147483646 h 743"/>
                <a:gd name="T72" fmla="*/ 2147483646 w 769"/>
                <a:gd name="T73" fmla="*/ 2147483646 h 743"/>
                <a:gd name="T74" fmla="*/ 2147483646 w 769"/>
                <a:gd name="T75" fmla="*/ 2147483646 h 743"/>
                <a:gd name="T76" fmla="*/ 2147483646 w 769"/>
                <a:gd name="T77" fmla="*/ 2147483646 h 743"/>
                <a:gd name="T78" fmla="*/ 2147483646 w 769"/>
                <a:gd name="T79" fmla="*/ 2147483646 h 743"/>
                <a:gd name="T80" fmla="*/ 2147483646 w 769"/>
                <a:gd name="T81" fmla="*/ 2147483646 h 743"/>
                <a:gd name="T82" fmla="*/ 2147483646 w 769"/>
                <a:gd name="T83" fmla="*/ 2147483646 h 743"/>
                <a:gd name="T84" fmla="*/ 2147483646 w 769"/>
                <a:gd name="T85" fmla="*/ 2147483646 h 743"/>
                <a:gd name="T86" fmla="*/ 2147483646 w 769"/>
                <a:gd name="T87" fmla="*/ 2147483646 h 743"/>
                <a:gd name="T88" fmla="*/ 2147483646 w 769"/>
                <a:gd name="T89" fmla="*/ 2147483646 h 743"/>
                <a:gd name="T90" fmla="*/ 2147483646 w 769"/>
                <a:gd name="T91" fmla="*/ 2147483646 h 743"/>
                <a:gd name="T92" fmla="*/ 2147483646 w 769"/>
                <a:gd name="T93" fmla="*/ 2147483646 h 743"/>
                <a:gd name="T94" fmla="*/ 2147483646 w 769"/>
                <a:gd name="T95" fmla="*/ 2147483646 h 743"/>
                <a:gd name="T96" fmla="*/ 2147483646 w 769"/>
                <a:gd name="T97" fmla="*/ 2147483646 h 743"/>
                <a:gd name="T98" fmla="*/ 2147483646 w 769"/>
                <a:gd name="T99" fmla="*/ 2147483646 h 743"/>
                <a:gd name="T100" fmla="*/ 2147483646 w 769"/>
                <a:gd name="T101" fmla="*/ 2147483646 h 743"/>
                <a:gd name="T102" fmla="*/ 2147483646 w 769"/>
                <a:gd name="T103" fmla="*/ 2147483646 h 743"/>
                <a:gd name="T104" fmla="*/ 2147483646 w 769"/>
                <a:gd name="T105" fmla="*/ 2147483646 h 743"/>
                <a:gd name="T106" fmla="*/ 2147483646 w 769"/>
                <a:gd name="T107" fmla="*/ 2147483646 h 743"/>
                <a:gd name="T108" fmla="*/ 2147483646 w 769"/>
                <a:gd name="T109" fmla="*/ 2147483646 h 743"/>
                <a:gd name="T110" fmla="*/ 0 w 769"/>
                <a:gd name="T111" fmla="*/ 2147483646 h 7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43"/>
                <a:gd name="T170" fmla="*/ 769 w 769"/>
                <a:gd name="T171" fmla="*/ 743 h 7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43">
                  <a:moveTo>
                    <a:pt x="0" y="368"/>
                  </a:moveTo>
                  <a:lnTo>
                    <a:pt x="0" y="377"/>
                  </a:lnTo>
                  <a:lnTo>
                    <a:pt x="0" y="357"/>
                  </a:lnTo>
                  <a:lnTo>
                    <a:pt x="2" y="338"/>
                  </a:lnTo>
                  <a:lnTo>
                    <a:pt x="4" y="320"/>
                  </a:lnTo>
                  <a:lnTo>
                    <a:pt x="7" y="301"/>
                  </a:lnTo>
                  <a:lnTo>
                    <a:pt x="12" y="283"/>
                  </a:lnTo>
                  <a:lnTo>
                    <a:pt x="16" y="266"/>
                  </a:lnTo>
                  <a:lnTo>
                    <a:pt x="23" y="247"/>
                  </a:lnTo>
                  <a:lnTo>
                    <a:pt x="30" y="231"/>
                  </a:lnTo>
                  <a:lnTo>
                    <a:pt x="37" y="214"/>
                  </a:lnTo>
                  <a:lnTo>
                    <a:pt x="45" y="198"/>
                  </a:lnTo>
                  <a:lnTo>
                    <a:pt x="55" y="182"/>
                  </a:lnTo>
                  <a:lnTo>
                    <a:pt x="64" y="166"/>
                  </a:lnTo>
                  <a:lnTo>
                    <a:pt x="75" y="152"/>
                  </a:lnTo>
                  <a:lnTo>
                    <a:pt x="85" y="138"/>
                  </a:lnTo>
                  <a:lnTo>
                    <a:pt x="97" y="124"/>
                  </a:lnTo>
                  <a:lnTo>
                    <a:pt x="110" y="110"/>
                  </a:lnTo>
                  <a:lnTo>
                    <a:pt x="124" y="98"/>
                  </a:lnTo>
                  <a:lnTo>
                    <a:pt x="137" y="87"/>
                  </a:lnTo>
                  <a:lnTo>
                    <a:pt x="151" y="76"/>
                  </a:lnTo>
                  <a:lnTo>
                    <a:pt x="166" y="65"/>
                  </a:lnTo>
                  <a:lnTo>
                    <a:pt x="181" y="56"/>
                  </a:lnTo>
                  <a:lnTo>
                    <a:pt x="196" y="47"/>
                  </a:lnTo>
                  <a:lnTo>
                    <a:pt x="212" y="38"/>
                  </a:lnTo>
                  <a:lnTo>
                    <a:pt x="230" y="31"/>
                  </a:lnTo>
                  <a:lnTo>
                    <a:pt x="247" y="24"/>
                  </a:lnTo>
                  <a:lnTo>
                    <a:pt x="264" y="18"/>
                  </a:lnTo>
                  <a:lnTo>
                    <a:pt x="281" y="12"/>
                  </a:lnTo>
                  <a:lnTo>
                    <a:pt x="300" y="8"/>
                  </a:lnTo>
                  <a:lnTo>
                    <a:pt x="318" y="6"/>
                  </a:lnTo>
                  <a:lnTo>
                    <a:pt x="337" y="3"/>
                  </a:lnTo>
                  <a:lnTo>
                    <a:pt x="357" y="2"/>
                  </a:lnTo>
                  <a:lnTo>
                    <a:pt x="375" y="0"/>
                  </a:lnTo>
                  <a:lnTo>
                    <a:pt x="393" y="0"/>
                  </a:lnTo>
                  <a:lnTo>
                    <a:pt x="412" y="2"/>
                  </a:lnTo>
                  <a:lnTo>
                    <a:pt x="431" y="3"/>
                  </a:lnTo>
                  <a:lnTo>
                    <a:pt x="450" y="6"/>
                  </a:lnTo>
                  <a:lnTo>
                    <a:pt x="468" y="8"/>
                  </a:lnTo>
                  <a:lnTo>
                    <a:pt x="487" y="12"/>
                  </a:lnTo>
                  <a:lnTo>
                    <a:pt x="505" y="18"/>
                  </a:lnTo>
                  <a:lnTo>
                    <a:pt x="522" y="24"/>
                  </a:lnTo>
                  <a:lnTo>
                    <a:pt x="540" y="31"/>
                  </a:lnTo>
                  <a:lnTo>
                    <a:pt x="556" y="38"/>
                  </a:lnTo>
                  <a:lnTo>
                    <a:pt x="571" y="47"/>
                  </a:lnTo>
                  <a:lnTo>
                    <a:pt x="587" y="56"/>
                  </a:lnTo>
                  <a:lnTo>
                    <a:pt x="603" y="65"/>
                  </a:lnTo>
                  <a:lnTo>
                    <a:pt x="618" y="76"/>
                  </a:lnTo>
                  <a:lnTo>
                    <a:pt x="632" y="87"/>
                  </a:lnTo>
                  <a:lnTo>
                    <a:pt x="646" y="98"/>
                  </a:lnTo>
                  <a:lnTo>
                    <a:pt x="659" y="110"/>
                  </a:lnTo>
                  <a:lnTo>
                    <a:pt x="671" y="124"/>
                  </a:lnTo>
                  <a:lnTo>
                    <a:pt x="683" y="138"/>
                  </a:lnTo>
                  <a:lnTo>
                    <a:pt x="693" y="152"/>
                  </a:lnTo>
                  <a:lnTo>
                    <a:pt x="704" y="166"/>
                  </a:lnTo>
                  <a:lnTo>
                    <a:pt x="714" y="182"/>
                  </a:lnTo>
                  <a:lnTo>
                    <a:pt x="722" y="198"/>
                  </a:lnTo>
                  <a:lnTo>
                    <a:pt x="732" y="214"/>
                  </a:lnTo>
                  <a:lnTo>
                    <a:pt x="738" y="231"/>
                  </a:lnTo>
                  <a:lnTo>
                    <a:pt x="745" y="247"/>
                  </a:lnTo>
                  <a:lnTo>
                    <a:pt x="752" y="266"/>
                  </a:lnTo>
                  <a:lnTo>
                    <a:pt x="757" y="283"/>
                  </a:lnTo>
                  <a:lnTo>
                    <a:pt x="761" y="301"/>
                  </a:lnTo>
                  <a:lnTo>
                    <a:pt x="764" y="320"/>
                  </a:lnTo>
                  <a:lnTo>
                    <a:pt x="766" y="338"/>
                  </a:lnTo>
                  <a:lnTo>
                    <a:pt x="767" y="357"/>
                  </a:lnTo>
                  <a:lnTo>
                    <a:pt x="769" y="377"/>
                  </a:lnTo>
                  <a:lnTo>
                    <a:pt x="769" y="368"/>
                  </a:lnTo>
                  <a:lnTo>
                    <a:pt x="767" y="387"/>
                  </a:lnTo>
                  <a:lnTo>
                    <a:pt x="766" y="406"/>
                  </a:lnTo>
                  <a:lnTo>
                    <a:pt x="764" y="425"/>
                  </a:lnTo>
                  <a:lnTo>
                    <a:pt x="761" y="443"/>
                  </a:lnTo>
                  <a:lnTo>
                    <a:pt x="757" y="462"/>
                  </a:lnTo>
                  <a:lnTo>
                    <a:pt x="752" y="479"/>
                  </a:lnTo>
                  <a:lnTo>
                    <a:pt x="745" y="498"/>
                  </a:lnTo>
                  <a:lnTo>
                    <a:pt x="738" y="513"/>
                  </a:lnTo>
                  <a:lnTo>
                    <a:pt x="732" y="531"/>
                  </a:lnTo>
                  <a:lnTo>
                    <a:pt x="722" y="547"/>
                  </a:lnTo>
                  <a:lnTo>
                    <a:pt x="714" y="562"/>
                  </a:lnTo>
                  <a:lnTo>
                    <a:pt x="704" y="578"/>
                  </a:lnTo>
                  <a:lnTo>
                    <a:pt x="693" y="593"/>
                  </a:lnTo>
                  <a:lnTo>
                    <a:pt x="683" y="606"/>
                  </a:lnTo>
                  <a:lnTo>
                    <a:pt x="671" y="621"/>
                  </a:lnTo>
                  <a:lnTo>
                    <a:pt x="659" y="633"/>
                  </a:lnTo>
                  <a:lnTo>
                    <a:pt x="646" y="646"/>
                  </a:lnTo>
                  <a:lnTo>
                    <a:pt x="632" y="658"/>
                  </a:lnTo>
                  <a:lnTo>
                    <a:pt x="618" y="669"/>
                  </a:lnTo>
                  <a:lnTo>
                    <a:pt x="603" y="679"/>
                  </a:lnTo>
                  <a:lnTo>
                    <a:pt x="587" y="688"/>
                  </a:lnTo>
                  <a:lnTo>
                    <a:pt x="571" y="698"/>
                  </a:lnTo>
                  <a:lnTo>
                    <a:pt x="556" y="707"/>
                  </a:lnTo>
                  <a:lnTo>
                    <a:pt x="540" y="714"/>
                  </a:lnTo>
                  <a:lnTo>
                    <a:pt x="522" y="720"/>
                  </a:lnTo>
                  <a:lnTo>
                    <a:pt x="505" y="727"/>
                  </a:lnTo>
                  <a:lnTo>
                    <a:pt x="487" y="732"/>
                  </a:lnTo>
                  <a:lnTo>
                    <a:pt x="468" y="736"/>
                  </a:lnTo>
                  <a:lnTo>
                    <a:pt x="450" y="739"/>
                  </a:lnTo>
                  <a:lnTo>
                    <a:pt x="431" y="741"/>
                  </a:lnTo>
                  <a:lnTo>
                    <a:pt x="412" y="743"/>
                  </a:lnTo>
                  <a:lnTo>
                    <a:pt x="393" y="743"/>
                  </a:lnTo>
                  <a:lnTo>
                    <a:pt x="375" y="743"/>
                  </a:lnTo>
                  <a:lnTo>
                    <a:pt x="357" y="743"/>
                  </a:lnTo>
                  <a:lnTo>
                    <a:pt x="337" y="741"/>
                  </a:lnTo>
                  <a:lnTo>
                    <a:pt x="318" y="739"/>
                  </a:lnTo>
                  <a:lnTo>
                    <a:pt x="300" y="736"/>
                  </a:lnTo>
                  <a:lnTo>
                    <a:pt x="281" y="732"/>
                  </a:lnTo>
                  <a:lnTo>
                    <a:pt x="264" y="727"/>
                  </a:lnTo>
                  <a:lnTo>
                    <a:pt x="247" y="720"/>
                  </a:lnTo>
                  <a:lnTo>
                    <a:pt x="230" y="714"/>
                  </a:lnTo>
                  <a:lnTo>
                    <a:pt x="212" y="707"/>
                  </a:lnTo>
                  <a:lnTo>
                    <a:pt x="196" y="698"/>
                  </a:lnTo>
                  <a:lnTo>
                    <a:pt x="181" y="688"/>
                  </a:lnTo>
                  <a:lnTo>
                    <a:pt x="166" y="679"/>
                  </a:lnTo>
                  <a:lnTo>
                    <a:pt x="151" y="669"/>
                  </a:lnTo>
                  <a:lnTo>
                    <a:pt x="137" y="658"/>
                  </a:lnTo>
                  <a:lnTo>
                    <a:pt x="124" y="646"/>
                  </a:lnTo>
                  <a:lnTo>
                    <a:pt x="110" y="633"/>
                  </a:lnTo>
                  <a:lnTo>
                    <a:pt x="97" y="621"/>
                  </a:lnTo>
                  <a:lnTo>
                    <a:pt x="85" y="606"/>
                  </a:lnTo>
                  <a:lnTo>
                    <a:pt x="75" y="593"/>
                  </a:lnTo>
                  <a:lnTo>
                    <a:pt x="64" y="578"/>
                  </a:lnTo>
                  <a:lnTo>
                    <a:pt x="55" y="562"/>
                  </a:lnTo>
                  <a:lnTo>
                    <a:pt x="45" y="547"/>
                  </a:lnTo>
                  <a:lnTo>
                    <a:pt x="37" y="531"/>
                  </a:lnTo>
                  <a:lnTo>
                    <a:pt x="30" y="513"/>
                  </a:lnTo>
                  <a:lnTo>
                    <a:pt x="23" y="498"/>
                  </a:lnTo>
                  <a:lnTo>
                    <a:pt x="16" y="479"/>
                  </a:lnTo>
                  <a:lnTo>
                    <a:pt x="12" y="462"/>
                  </a:lnTo>
                  <a:lnTo>
                    <a:pt x="7" y="443"/>
                  </a:lnTo>
                  <a:lnTo>
                    <a:pt x="4" y="425"/>
                  </a:lnTo>
                  <a:lnTo>
                    <a:pt x="2" y="406"/>
                  </a:lnTo>
                  <a:lnTo>
                    <a:pt x="0" y="387"/>
                  </a:lnTo>
                  <a:lnTo>
                    <a:pt x="0" y="368"/>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7" name="Freeform 9">
              <a:extLst>
                <a:ext uri="{FF2B5EF4-FFF2-40B4-BE49-F238E27FC236}">
                  <a16:creationId xmlns:a16="http://schemas.microsoft.com/office/drawing/2014/main" id="{C191B677-F283-4A9F-B605-1924E99AFA01}"/>
                </a:ext>
              </a:extLst>
            </p:cNvPr>
            <p:cNvSpPr>
              <a:spLocks/>
            </p:cNvSpPr>
            <p:nvPr/>
          </p:nvSpPr>
          <p:spPr bwMode="auto">
            <a:xfrm>
              <a:off x="4457700" y="3889375"/>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8" name="Freeform 12">
              <a:extLst>
                <a:ext uri="{FF2B5EF4-FFF2-40B4-BE49-F238E27FC236}">
                  <a16:creationId xmlns:a16="http://schemas.microsoft.com/office/drawing/2014/main" id="{B47E7AFE-BFDF-46EE-A332-EE138AD50EED}"/>
                </a:ext>
              </a:extLst>
            </p:cNvPr>
            <p:cNvSpPr>
              <a:spLocks/>
            </p:cNvSpPr>
            <p:nvPr/>
          </p:nvSpPr>
          <p:spPr bwMode="auto">
            <a:xfrm>
              <a:off x="3995738" y="3825875"/>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39" name="Freeform 14">
              <a:extLst>
                <a:ext uri="{FF2B5EF4-FFF2-40B4-BE49-F238E27FC236}">
                  <a16:creationId xmlns:a16="http://schemas.microsoft.com/office/drawing/2014/main" id="{5682AE8C-C39E-4C9E-A445-7483C8C2B98B}"/>
                </a:ext>
              </a:extLst>
            </p:cNvPr>
            <p:cNvSpPr>
              <a:spLocks/>
            </p:cNvSpPr>
            <p:nvPr/>
          </p:nvSpPr>
          <p:spPr bwMode="auto">
            <a:xfrm>
              <a:off x="4457700" y="2605088"/>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0" name="Freeform 17">
              <a:extLst>
                <a:ext uri="{FF2B5EF4-FFF2-40B4-BE49-F238E27FC236}">
                  <a16:creationId xmlns:a16="http://schemas.microsoft.com/office/drawing/2014/main" id="{AB896CE2-A34E-4C47-AEBE-93F25A2C1E17}"/>
                </a:ext>
              </a:extLst>
            </p:cNvPr>
            <p:cNvSpPr>
              <a:spLocks/>
            </p:cNvSpPr>
            <p:nvPr/>
          </p:nvSpPr>
          <p:spPr bwMode="auto">
            <a:xfrm>
              <a:off x="3995738" y="2541588"/>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1" name="Freeform 19">
              <a:extLst>
                <a:ext uri="{FF2B5EF4-FFF2-40B4-BE49-F238E27FC236}">
                  <a16:creationId xmlns:a16="http://schemas.microsoft.com/office/drawing/2014/main" id="{37FBD125-9A03-4323-82A2-021C0A6BE710}"/>
                </a:ext>
              </a:extLst>
            </p:cNvPr>
            <p:cNvSpPr>
              <a:spLocks/>
            </p:cNvSpPr>
            <p:nvPr/>
          </p:nvSpPr>
          <p:spPr bwMode="auto">
            <a:xfrm>
              <a:off x="4457700" y="731838"/>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2" name="Freeform 22">
              <a:extLst>
                <a:ext uri="{FF2B5EF4-FFF2-40B4-BE49-F238E27FC236}">
                  <a16:creationId xmlns:a16="http://schemas.microsoft.com/office/drawing/2014/main" id="{C8B5A4BD-8BCB-4FE7-A2AE-5AB2F3E589B8}"/>
                </a:ext>
              </a:extLst>
            </p:cNvPr>
            <p:cNvSpPr>
              <a:spLocks/>
            </p:cNvSpPr>
            <p:nvPr/>
          </p:nvSpPr>
          <p:spPr bwMode="auto">
            <a:xfrm>
              <a:off x="3995738" y="29051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3" name="Freeform 24">
              <a:extLst>
                <a:ext uri="{FF2B5EF4-FFF2-40B4-BE49-F238E27FC236}">
                  <a16:creationId xmlns:a16="http://schemas.microsoft.com/office/drawing/2014/main" id="{AE086D3A-5AD4-4832-B71F-17D1F341D650}"/>
                </a:ext>
              </a:extLst>
            </p:cNvPr>
            <p:cNvSpPr>
              <a:spLocks/>
            </p:cNvSpPr>
            <p:nvPr/>
          </p:nvSpPr>
          <p:spPr bwMode="auto">
            <a:xfrm>
              <a:off x="3948113" y="835025"/>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4" name="Rectangle 25">
              <a:extLst>
                <a:ext uri="{FF2B5EF4-FFF2-40B4-BE49-F238E27FC236}">
                  <a16:creationId xmlns:a16="http://schemas.microsoft.com/office/drawing/2014/main" id="{853BD4FD-F42B-452B-9430-486754BDD1AB}"/>
                </a:ext>
              </a:extLst>
            </p:cNvPr>
            <p:cNvSpPr>
              <a:spLocks noChangeArrowheads="1"/>
            </p:cNvSpPr>
            <p:nvPr/>
          </p:nvSpPr>
          <p:spPr bwMode="auto">
            <a:xfrm>
              <a:off x="4157663" y="1031875"/>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5" name="Freeform 26">
              <a:extLst>
                <a:ext uri="{FF2B5EF4-FFF2-40B4-BE49-F238E27FC236}">
                  <a16:creationId xmlns:a16="http://schemas.microsoft.com/office/drawing/2014/main" id="{A2746DA9-B6AF-4E77-ABB0-0D60F93217A4}"/>
                </a:ext>
              </a:extLst>
            </p:cNvPr>
            <p:cNvSpPr>
              <a:spLocks/>
            </p:cNvSpPr>
            <p:nvPr/>
          </p:nvSpPr>
          <p:spPr bwMode="auto">
            <a:xfrm>
              <a:off x="3717925" y="2014538"/>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6" name="Freeform 27">
              <a:extLst>
                <a:ext uri="{FF2B5EF4-FFF2-40B4-BE49-F238E27FC236}">
                  <a16:creationId xmlns:a16="http://schemas.microsoft.com/office/drawing/2014/main" id="{3FAA1ABF-1311-4BFC-9E30-74AECBACDA69}"/>
                </a:ext>
              </a:extLst>
            </p:cNvPr>
            <p:cNvSpPr>
              <a:spLocks/>
            </p:cNvSpPr>
            <p:nvPr/>
          </p:nvSpPr>
          <p:spPr bwMode="auto">
            <a:xfrm>
              <a:off x="4921250" y="3468688"/>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7" name="Freeform 28">
              <a:extLst>
                <a:ext uri="{FF2B5EF4-FFF2-40B4-BE49-F238E27FC236}">
                  <a16:creationId xmlns:a16="http://schemas.microsoft.com/office/drawing/2014/main" id="{B9E7F439-EDB1-48D3-8B29-1864EF38F0E6}"/>
                </a:ext>
              </a:extLst>
            </p:cNvPr>
            <p:cNvSpPr>
              <a:spLocks/>
            </p:cNvSpPr>
            <p:nvPr/>
          </p:nvSpPr>
          <p:spPr bwMode="auto">
            <a:xfrm>
              <a:off x="4630738" y="1227138"/>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8" name="Rectangle 29">
              <a:extLst>
                <a:ext uri="{FF2B5EF4-FFF2-40B4-BE49-F238E27FC236}">
                  <a16:creationId xmlns:a16="http://schemas.microsoft.com/office/drawing/2014/main" id="{0BAA6A06-F79C-42D5-B807-87C357091D17}"/>
                </a:ext>
              </a:extLst>
            </p:cNvPr>
            <p:cNvSpPr>
              <a:spLocks noChangeArrowheads="1"/>
            </p:cNvSpPr>
            <p:nvPr/>
          </p:nvSpPr>
          <p:spPr bwMode="auto">
            <a:xfrm>
              <a:off x="4692650" y="3889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49" name="Freeform 30">
              <a:extLst>
                <a:ext uri="{FF2B5EF4-FFF2-40B4-BE49-F238E27FC236}">
                  <a16:creationId xmlns:a16="http://schemas.microsoft.com/office/drawing/2014/main" id="{0BBDCE92-D8A1-4678-9559-1AA87AC01755}"/>
                </a:ext>
              </a:extLst>
            </p:cNvPr>
            <p:cNvSpPr>
              <a:spLocks/>
            </p:cNvSpPr>
            <p:nvPr/>
          </p:nvSpPr>
          <p:spPr bwMode="auto">
            <a:xfrm>
              <a:off x="3911600" y="795338"/>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0" name="Line 31">
              <a:extLst>
                <a:ext uri="{FF2B5EF4-FFF2-40B4-BE49-F238E27FC236}">
                  <a16:creationId xmlns:a16="http://schemas.microsoft.com/office/drawing/2014/main" id="{F220BDD2-66B1-4922-A622-F6358F6B9CEB}"/>
                </a:ext>
              </a:extLst>
            </p:cNvPr>
            <p:cNvSpPr>
              <a:spLocks noChangeShapeType="1"/>
            </p:cNvSpPr>
            <p:nvPr/>
          </p:nvSpPr>
          <p:spPr bwMode="auto">
            <a:xfrm>
              <a:off x="3700463" y="627063"/>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1" name="Rectangle 32">
              <a:extLst>
                <a:ext uri="{FF2B5EF4-FFF2-40B4-BE49-F238E27FC236}">
                  <a16:creationId xmlns:a16="http://schemas.microsoft.com/office/drawing/2014/main" id="{766741FC-922E-460B-A691-A0DEFBBF10FB}"/>
                </a:ext>
              </a:extLst>
            </p:cNvPr>
            <p:cNvSpPr>
              <a:spLocks noChangeArrowheads="1"/>
            </p:cNvSpPr>
            <p:nvPr/>
          </p:nvSpPr>
          <p:spPr bwMode="auto">
            <a:xfrm>
              <a:off x="4692650" y="2835275"/>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2" name="Rectangle 33">
              <a:extLst>
                <a:ext uri="{FF2B5EF4-FFF2-40B4-BE49-F238E27FC236}">
                  <a16:creationId xmlns:a16="http://schemas.microsoft.com/office/drawing/2014/main" id="{89500068-A06E-4BA7-9F6C-F943935CA749}"/>
                </a:ext>
              </a:extLst>
            </p:cNvPr>
            <p:cNvSpPr>
              <a:spLocks noChangeArrowheads="1"/>
            </p:cNvSpPr>
            <p:nvPr/>
          </p:nvSpPr>
          <p:spPr bwMode="auto">
            <a:xfrm>
              <a:off x="3219450" y="406400"/>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3" name="Rectangle 34">
              <a:extLst>
                <a:ext uri="{FF2B5EF4-FFF2-40B4-BE49-F238E27FC236}">
                  <a16:creationId xmlns:a16="http://schemas.microsoft.com/office/drawing/2014/main" id="{4A0FA658-EF11-479D-8F26-4AEF3B2AD15D}"/>
                </a:ext>
              </a:extLst>
            </p:cNvPr>
            <p:cNvSpPr>
              <a:spLocks noChangeArrowheads="1"/>
            </p:cNvSpPr>
            <p:nvPr/>
          </p:nvSpPr>
          <p:spPr bwMode="auto">
            <a:xfrm>
              <a:off x="3854450" y="21907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4" name="Rectangle 35">
              <a:extLst>
                <a:ext uri="{FF2B5EF4-FFF2-40B4-BE49-F238E27FC236}">
                  <a16:creationId xmlns:a16="http://schemas.microsoft.com/office/drawing/2014/main" id="{8A42EF7E-9DE6-439D-8763-11B06143603D}"/>
                </a:ext>
              </a:extLst>
            </p:cNvPr>
            <p:cNvSpPr>
              <a:spLocks noChangeArrowheads="1"/>
            </p:cNvSpPr>
            <p:nvPr/>
          </p:nvSpPr>
          <p:spPr bwMode="auto">
            <a:xfrm>
              <a:off x="4316413" y="21907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5" name="Rectangle 36">
              <a:extLst>
                <a:ext uri="{FF2B5EF4-FFF2-40B4-BE49-F238E27FC236}">
                  <a16:creationId xmlns:a16="http://schemas.microsoft.com/office/drawing/2014/main" id="{2D6E5A8A-98E4-434F-98DD-D0930D78DEA3}"/>
                </a:ext>
              </a:extLst>
            </p:cNvPr>
            <p:cNvSpPr>
              <a:spLocks noChangeArrowheads="1"/>
            </p:cNvSpPr>
            <p:nvPr/>
          </p:nvSpPr>
          <p:spPr bwMode="auto">
            <a:xfrm>
              <a:off x="4418013" y="2286000"/>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6" name="Rectangle 37">
              <a:extLst>
                <a:ext uri="{FF2B5EF4-FFF2-40B4-BE49-F238E27FC236}">
                  <a16:creationId xmlns:a16="http://schemas.microsoft.com/office/drawing/2014/main" id="{9DD38BB3-4CF1-4C38-A9A9-6F9336FB0C31}"/>
                </a:ext>
              </a:extLst>
            </p:cNvPr>
            <p:cNvSpPr>
              <a:spLocks noChangeArrowheads="1"/>
            </p:cNvSpPr>
            <p:nvPr/>
          </p:nvSpPr>
          <p:spPr bwMode="auto">
            <a:xfrm>
              <a:off x="4238625" y="21844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7" name="Rectangle 38">
              <a:extLst>
                <a:ext uri="{FF2B5EF4-FFF2-40B4-BE49-F238E27FC236}">
                  <a16:creationId xmlns:a16="http://schemas.microsoft.com/office/drawing/2014/main" id="{5F4A86A1-C1E5-4E3E-BDD5-25C765F5ADB6}"/>
                </a:ext>
              </a:extLst>
            </p:cNvPr>
            <p:cNvSpPr>
              <a:spLocks noChangeArrowheads="1"/>
            </p:cNvSpPr>
            <p:nvPr/>
          </p:nvSpPr>
          <p:spPr bwMode="auto">
            <a:xfrm>
              <a:off x="4668838" y="21907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8" name="Freeform 39">
              <a:extLst>
                <a:ext uri="{FF2B5EF4-FFF2-40B4-BE49-F238E27FC236}">
                  <a16:creationId xmlns:a16="http://schemas.microsoft.com/office/drawing/2014/main" id="{680194BD-7B64-447B-B2B7-71A8B027D89D}"/>
                </a:ext>
              </a:extLst>
            </p:cNvPr>
            <p:cNvSpPr>
              <a:spLocks/>
            </p:cNvSpPr>
            <p:nvPr/>
          </p:nvSpPr>
          <p:spPr bwMode="auto">
            <a:xfrm>
              <a:off x="3717925" y="3297238"/>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59" name="Rectangle 40">
              <a:extLst>
                <a:ext uri="{FF2B5EF4-FFF2-40B4-BE49-F238E27FC236}">
                  <a16:creationId xmlns:a16="http://schemas.microsoft.com/office/drawing/2014/main" id="{62EA696F-9C0C-41D0-8EB0-60D5BABBF774}"/>
                </a:ext>
              </a:extLst>
            </p:cNvPr>
            <p:cNvSpPr>
              <a:spLocks noChangeArrowheads="1"/>
            </p:cNvSpPr>
            <p:nvPr/>
          </p:nvSpPr>
          <p:spPr bwMode="auto">
            <a:xfrm>
              <a:off x="4529138" y="21907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0" name="Rectangle 41">
              <a:extLst>
                <a:ext uri="{FF2B5EF4-FFF2-40B4-BE49-F238E27FC236}">
                  <a16:creationId xmlns:a16="http://schemas.microsoft.com/office/drawing/2014/main" id="{928DA9C0-2800-44AA-8B63-A64421098245}"/>
                </a:ext>
              </a:extLst>
            </p:cNvPr>
            <p:cNvSpPr>
              <a:spLocks noChangeArrowheads="1"/>
            </p:cNvSpPr>
            <p:nvPr/>
          </p:nvSpPr>
          <p:spPr bwMode="auto">
            <a:xfrm>
              <a:off x="4692650" y="41354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1" name="Rectangle 42">
              <a:extLst>
                <a:ext uri="{FF2B5EF4-FFF2-40B4-BE49-F238E27FC236}">
                  <a16:creationId xmlns:a16="http://schemas.microsoft.com/office/drawing/2014/main" id="{1EF1DFAB-9BE0-439A-A775-B59E331C2E1E}"/>
                </a:ext>
              </a:extLst>
            </p:cNvPr>
            <p:cNvSpPr>
              <a:spLocks noChangeArrowheads="1"/>
            </p:cNvSpPr>
            <p:nvPr/>
          </p:nvSpPr>
          <p:spPr bwMode="auto">
            <a:xfrm>
              <a:off x="3854450" y="34734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2" name="Rectangle 43">
              <a:extLst>
                <a:ext uri="{FF2B5EF4-FFF2-40B4-BE49-F238E27FC236}">
                  <a16:creationId xmlns:a16="http://schemas.microsoft.com/office/drawing/2014/main" id="{023646D8-8B3A-4955-AD2B-E4CBF6386784}"/>
                </a:ext>
              </a:extLst>
            </p:cNvPr>
            <p:cNvSpPr>
              <a:spLocks noChangeArrowheads="1"/>
            </p:cNvSpPr>
            <p:nvPr/>
          </p:nvSpPr>
          <p:spPr bwMode="auto">
            <a:xfrm>
              <a:off x="4316413" y="34734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3" name="Rectangle 44">
              <a:extLst>
                <a:ext uri="{FF2B5EF4-FFF2-40B4-BE49-F238E27FC236}">
                  <a16:creationId xmlns:a16="http://schemas.microsoft.com/office/drawing/2014/main" id="{EA83C44C-88DB-480D-AA40-D02C810D4AFE}"/>
                </a:ext>
              </a:extLst>
            </p:cNvPr>
            <p:cNvSpPr>
              <a:spLocks noChangeArrowheads="1"/>
            </p:cNvSpPr>
            <p:nvPr/>
          </p:nvSpPr>
          <p:spPr bwMode="auto">
            <a:xfrm>
              <a:off x="4418013" y="3567113"/>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4" name="Rectangle 45">
              <a:extLst>
                <a:ext uri="{FF2B5EF4-FFF2-40B4-BE49-F238E27FC236}">
                  <a16:creationId xmlns:a16="http://schemas.microsoft.com/office/drawing/2014/main" id="{E161E5F1-2F2F-43D4-AE47-932C5FDBAB97}"/>
                </a:ext>
              </a:extLst>
            </p:cNvPr>
            <p:cNvSpPr>
              <a:spLocks noChangeArrowheads="1"/>
            </p:cNvSpPr>
            <p:nvPr/>
          </p:nvSpPr>
          <p:spPr bwMode="auto">
            <a:xfrm>
              <a:off x="4238625" y="34671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5" name="Rectangle 46">
              <a:extLst>
                <a:ext uri="{FF2B5EF4-FFF2-40B4-BE49-F238E27FC236}">
                  <a16:creationId xmlns:a16="http://schemas.microsoft.com/office/drawing/2014/main" id="{B59660C1-6EC4-4415-89A8-7E88F80D5D7D}"/>
                </a:ext>
              </a:extLst>
            </p:cNvPr>
            <p:cNvSpPr>
              <a:spLocks noChangeArrowheads="1"/>
            </p:cNvSpPr>
            <p:nvPr/>
          </p:nvSpPr>
          <p:spPr bwMode="auto">
            <a:xfrm>
              <a:off x="4668838" y="34734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6" name="Freeform 47">
              <a:extLst>
                <a:ext uri="{FF2B5EF4-FFF2-40B4-BE49-F238E27FC236}">
                  <a16:creationId xmlns:a16="http://schemas.microsoft.com/office/drawing/2014/main" id="{E570835F-D17B-47B9-8961-9309FE55BBA9}"/>
                </a:ext>
              </a:extLst>
            </p:cNvPr>
            <p:cNvSpPr>
              <a:spLocks/>
            </p:cNvSpPr>
            <p:nvPr/>
          </p:nvSpPr>
          <p:spPr bwMode="auto">
            <a:xfrm>
              <a:off x="3717925" y="4602163"/>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8"/>
                  </a:lnTo>
                  <a:lnTo>
                    <a:pt x="393" y="47"/>
                  </a:lnTo>
                  <a:lnTo>
                    <a:pt x="361" y="56"/>
                  </a:lnTo>
                  <a:lnTo>
                    <a:pt x="331" y="65"/>
                  </a:lnTo>
                  <a:lnTo>
                    <a:pt x="302" y="76"/>
                  </a:lnTo>
                  <a:lnTo>
                    <a:pt x="274" y="87"/>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6"/>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90"/>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9"/>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9"/>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90"/>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6"/>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7"/>
                  </a:lnTo>
                  <a:lnTo>
                    <a:pt x="1200" y="76"/>
                  </a:lnTo>
                  <a:lnTo>
                    <a:pt x="1171" y="65"/>
                  </a:lnTo>
                  <a:lnTo>
                    <a:pt x="1140" y="56"/>
                  </a:lnTo>
                  <a:lnTo>
                    <a:pt x="1109" y="47"/>
                  </a:lnTo>
                  <a:lnTo>
                    <a:pt x="1077" y="38"/>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7" name="Rectangle 48">
              <a:extLst>
                <a:ext uri="{FF2B5EF4-FFF2-40B4-BE49-F238E27FC236}">
                  <a16:creationId xmlns:a16="http://schemas.microsoft.com/office/drawing/2014/main" id="{EBCA853F-41D8-478B-8C3E-0C9BC62B83D9}"/>
                </a:ext>
              </a:extLst>
            </p:cNvPr>
            <p:cNvSpPr>
              <a:spLocks noChangeArrowheads="1"/>
            </p:cNvSpPr>
            <p:nvPr/>
          </p:nvSpPr>
          <p:spPr bwMode="auto">
            <a:xfrm>
              <a:off x="4529138" y="34734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8" name="Rectangle 49">
              <a:extLst>
                <a:ext uri="{FF2B5EF4-FFF2-40B4-BE49-F238E27FC236}">
                  <a16:creationId xmlns:a16="http://schemas.microsoft.com/office/drawing/2014/main" id="{21E0527F-29C8-465A-ACB7-947E3BB26E99}"/>
                </a:ext>
              </a:extLst>
            </p:cNvPr>
            <p:cNvSpPr>
              <a:spLocks noChangeArrowheads="1"/>
            </p:cNvSpPr>
            <p:nvPr/>
          </p:nvSpPr>
          <p:spPr bwMode="auto">
            <a:xfrm>
              <a:off x="4692650" y="54530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69" name="Rectangle 50">
              <a:extLst>
                <a:ext uri="{FF2B5EF4-FFF2-40B4-BE49-F238E27FC236}">
                  <a16:creationId xmlns:a16="http://schemas.microsoft.com/office/drawing/2014/main" id="{7794B650-82E2-4B35-95AC-3507F28AEE74}"/>
                </a:ext>
              </a:extLst>
            </p:cNvPr>
            <p:cNvSpPr>
              <a:spLocks noChangeArrowheads="1"/>
            </p:cNvSpPr>
            <p:nvPr/>
          </p:nvSpPr>
          <p:spPr bwMode="auto">
            <a:xfrm>
              <a:off x="3854450" y="4791075"/>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0" name="Rectangle 51">
              <a:extLst>
                <a:ext uri="{FF2B5EF4-FFF2-40B4-BE49-F238E27FC236}">
                  <a16:creationId xmlns:a16="http://schemas.microsoft.com/office/drawing/2014/main" id="{C1B4BBF7-47AD-48BD-B979-0DE64D4FEFFD}"/>
                </a:ext>
              </a:extLst>
            </p:cNvPr>
            <p:cNvSpPr>
              <a:spLocks noChangeArrowheads="1"/>
            </p:cNvSpPr>
            <p:nvPr/>
          </p:nvSpPr>
          <p:spPr bwMode="auto">
            <a:xfrm>
              <a:off x="4316413" y="4791075"/>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1" name="Rectangle 52">
              <a:extLst>
                <a:ext uri="{FF2B5EF4-FFF2-40B4-BE49-F238E27FC236}">
                  <a16:creationId xmlns:a16="http://schemas.microsoft.com/office/drawing/2014/main" id="{91E5950D-E82E-4DE6-B20F-FDB6DE15A7CD}"/>
                </a:ext>
              </a:extLst>
            </p:cNvPr>
            <p:cNvSpPr>
              <a:spLocks noChangeArrowheads="1"/>
            </p:cNvSpPr>
            <p:nvPr/>
          </p:nvSpPr>
          <p:spPr bwMode="auto">
            <a:xfrm>
              <a:off x="4418013" y="4884738"/>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2" name="Rectangle 53">
              <a:extLst>
                <a:ext uri="{FF2B5EF4-FFF2-40B4-BE49-F238E27FC236}">
                  <a16:creationId xmlns:a16="http://schemas.microsoft.com/office/drawing/2014/main" id="{A4FA5B95-0EC3-4A4C-8905-0497BC980191}"/>
                </a:ext>
              </a:extLst>
            </p:cNvPr>
            <p:cNvSpPr>
              <a:spLocks noChangeArrowheads="1"/>
            </p:cNvSpPr>
            <p:nvPr/>
          </p:nvSpPr>
          <p:spPr bwMode="auto">
            <a:xfrm>
              <a:off x="4238625" y="4784725"/>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3" name="Rectangle 54">
              <a:extLst>
                <a:ext uri="{FF2B5EF4-FFF2-40B4-BE49-F238E27FC236}">
                  <a16:creationId xmlns:a16="http://schemas.microsoft.com/office/drawing/2014/main" id="{70D787E0-782B-458B-8D88-EE5C1FDC3B5A}"/>
                </a:ext>
              </a:extLst>
            </p:cNvPr>
            <p:cNvSpPr>
              <a:spLocks noChangeArrowheads="1"/>
            </p:cNvSpPr>
            <p:nvPr/>
          </p:nvSpPr>
          <p:spPr bwMode="auto">
            <a:xfrm>
              <a:off x="4668838" y="4791075"/>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4" name="Freeform 55">
              <a:extLst>
                <a:ext uri="{FF2B5EF4-FFF2-40B4-BE49-F238E27FC236}">
                  <a16:creationId xmlns:a16="http://schemas.microsoft.com/office/drawing/2014/main" id="{919922BB-6EC0-495D-9522-AE55E7635430}"/>
                </a:ext>
              </a:extLst>
            </p:cNvPr>
            <p:cNvSpPr>
              <a:spLocks/>
            </p:cNvSpPr>
            <p:nvPr/>
          </p:nvSpPr>
          <p:spPr bwMode="auto">
            <a:xfrm>
              <a:off x="4500563" y="1868488"/>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5" name="Freeform 56">
              <a:extLst>
                <a:ext uri="{FF2B5EF4-FFF2-40B4-BE49-F238E27FC236}">
                  <a16:creationId xmlns:a16="http://schemas.microsoft.com/office/drawing/2014/main" id="{B0EA5396-5206-470E-932B-850F4E8DEB48}"/>
                </a:ext>
              </a:extLst>
            </p:cNvPr>
            <p:cNvSpPr>
              <a:spLocks/>
            </p:cNvSpPr>
            <p:nvPr/>
          </p:nvSpPr>
          <p:spPr bwMode="auto">
            <a:xfrm>
              <a:off x="4487863" y="1377950"/>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6" name="Rectangle 57">
              <a:extLst>
                <a:ext uri="{FF2B5EF4-FFF2-40B4-BE49-F238E27FC236}">
                  <a16:creationId xmlns:a16="http://schemas.microsoft.com/office/drawing/2014/main" id="{0A45A8E4-7CD0-4025-AC28-074FF192EFD5}"/>
                </a:ext>
              </a:extLst>
            </p:cNvPr>
            <p:cNvSpPr>
              <a:spLocks noChangeArrowheads="1"/>
            </p:cNvSpPr>
            <p:nvPr/>
          </p:nvSpPr>
          <p:spPr bwMode="auto">
            <a:xfrm>
              <a:off x="4529138" y="4791075"/>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7" name="Rectangle 58">
              <a:extLst>
                <a:ext uri="{FF2B5EF4-FFF2-40B4-BE49-F238E27FC236}">
                  <a16:creationId xmlns:a16="http://schemas.microsoft.com/office/drawing/2014/main" id="{F411B284-E886-434C-B37E-461196A55BD4}"/>
                </a:ext>
              </a:extLst>
            </p:cNvPr>
            <p:cNvSpPr>
              <a:spLocks noChangeArrowheads="1"/>
            </p:cNvSpPr>
            <p:nvPr/>
          </p:nvSpPr>
          <p:spPr bwMode="auto">
            <a:xfrm>
              <a:off x="3724275"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8" name="Rectangle 59">
              <a:extLst>
                <a:ext uri="{FF2B5EF4-FFF2-40B4-BE49-F238E27FC236}">
                  <a16:creationId xmlns:a16="http://schemas.microsoft.com/office/drawing/2014/main" id="{045B94EF-ECEC-4A80-B0C3-BAA75B98DB1D}"/>
                </a:ext>
              </a:extLst>
            </p:cNvPr>
            <p:cNvSpPr>
              <a:spLocks noChangeArrowheads="1"/>
            </p:cNvSpPr>
            <p:nvPr/>
          </p:nvSpPr>
          <p:spPr bwMode="auto">
            <a:xfrm>
              <a:off x="4640263"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79" name="Freeform 60">
              <a:extLst>
                <a:ext uri="{FF2B5EF4-FFF2-40B4-BE49-F238E27FC236}">
                  <a16:creationId xmlns:a16="http://schemas.microsoft.com/office/drawing/2014/main" id="{EA411EF3-886C-4A06-9455-1683AD5F3D70}"/>
                </a:ext>
              </a:extLst>
            </p:cNvPr>
            <p:cNvSpPr>
              <a:spLocks/>
            </p:cNvSpPr>
            <p:nvPr/>
          </p:nvSpPr>
          <p:spPr bwMode="auto">
            <a:xfrm>
              <a:off x="3848100" y="1238250"/>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0" name="Freeform 61">
              <a:extLst>
                <a:ext uri="{FF2B5EF4-FFF2-40B4-BE49-F238E27FC236}">
                  <a16:creationId xmlns:a16="http://schemas.microsoft.com/office/drawing/2014/main" id="{2C4F5551-2C6A-4F8B-92FA-8D7B58A03FF1}"/>
                </a:ext>
              </a:extLst>
            </p:cNvPr>
            <p:cNvSpPr>
              <a:spLocks/>
            </p:cNvSpPr>
            <p:nvPr/>
          </p:nvSpPr>
          <p:spPr bwMode="auto">
            <a:xfrm>
              <a:off x="3316288" y="1322388"/>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1" name="Rectangle 62">
              <a:extLst>
                <a:ext uri="{FF2B5EF4-FFF2-40B4-BE49-F238E27FC236}">
                  <a16:creationId xmlns:a16="http://schemas.microsoft.com/office/drawing/2014/main" id="{4FBADEA0-CE30-4351-8AAD-2C829A67ECAB}"/>
                </a:ext>
              </a:extLst>
            </p:cNvPr>
            <p:cNvSpPr>
              <a:spLocks noChangeArrowheads="1"/>
            </p:cNvSpPr>
            <p:nvPr/>
          </p:nvSpPr>
          <p:spPr bwMode="auto">
            <a:xfrm>
              <a:off x="53594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2" name="Freeform 63">
              <a:extLst>
                <a:ext uri="{FF2B5EF4-FFF2-40B4-BE49-F238E27FC236}">
                  <a16:creationId xmlns:a16="http://schemas.microsoft.com/office/drawing/2014/main" id="{6F08100E-E5B7-4C42-9981-2FA4ECDE464F}"/>
                </a:ext>
              </a:extLst>
            </p:cNvPr>
            <p:cNvSpPr>
              <a:spLocks/>
            </p:cNvSpPr>
            <p:nvPr/>
          </p:nvSpPr>
          <p:spPr bwMode="auto">
            <a:xfrm>
              <a:off x="4921250" y="4794250"/>
              <a:ext cx="125413" cy="84138"/>
            </a:xfrm>
            <a:custGeom>
              <a:avLst/>
              <a:gdLst>
                <a:gd name="T0" fmla="*/ 2147483646 w 159"/>
                <a:gd name="T1" fmla="*/ 0 h 106"/>
                <a:gd name="T2" fmla="*/ 0 w 159"/>
                <a:gd name="T3" fmla="*/ 2147483646 h 106"/>
                <a:gd name="T4" fmla="*/ 2147483646 w 159"/>
                <a:gd name="T5" fmla="*/ 2147483646 h 106"/>
                <a:gd name="T6" fmla="*/ 2147483646 w 159"/>
                <a:gd name="T7" fmla="*/ 2147483646 h 106"/>
                <a:gd name="T8" fmla="*/ 2147483646 w 159"/>
                <a:gd name="T9" fmla="*/ 0 h 106"/>
                <a:gd name="T10" fmla="*/ 0 60000 65536"/>
                <a:gd name="T11" fmla="*/ 0 60000 65536"/>
                <a:gd name="T12" fmla="*/ 0 60000 65536"/>
                <a:gd name="T13" fmla="*/ 0 60000 65536"/>
                <a:gd name="T14" fmla="*/ 0 60000 65536"/>
                <a:gd name="T15" fmla="*/ 0 w 159"/>
                <a:gd name="T16" fmla="*/ 0 h 106"/>
                <a:gd name="T17" fmla="*/ 159 w 159"/>
                <a:gd name="T18" fmla="*/ 106 h 106"/>
              </a:gdLst>
              <a:ahLst/>
              <a:cxnLst>
                <a:cxn ang="T10">
                  <a:pos x="T0" y="T1"/>
                </a:cxn>
                <a:cxn ang="T11">
                  <a:pos x="T2" y="T3"/>
                </a:cxn>
                <a:cxn ang="T12">
                  <a:pos x="T4" y="T5"/>
                </a:cxn>
                <a:cxn ang="T13">
                  <a:pos x="T6" y="T7"/>
                </a:cxn>
                <a:cxn ang="T14">
                  <a:pos x="T8" y="T9"/>
                </a:cxn>
              </a:cxnLst>
              <a:rect l="T15" t="T16" r="T17" b="T18"/>
              <a:pathLst>
                <a:path w="159" h="106">
                  <a:moveTo>
                    <a:pt x="133" y="0"/>
                  </a:moveTo>
                  <a:lnTo>
                    <a:pt x="0" y="106"/>
                  </a:lnTo>
                  <a:lnTo>
                    <a:pt x="159" y="53"/>
                  </a:lnTo>
                  <a:lnTo>
                    <a:pt x="133" y="26"/>
                  </a:lnTo>
                  <a:lnTo>
                    <a:pt x="133"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3" name="Freeform 64">
              <a:extLst>
                <a:ext uri="{FF2B5EF4-FFF2-40B4-BE49-F238E27FC236}">
                  <a16:creationId xmlns:a16="http://schemas.microsoft.com/office/drawing/2014/main" id="{FA9D8487-2CC5-4961-803F-D977E6425CC5}"/>
                </a:ext>
              </a:extLst>
            </p:cNvPr>
            <p:cNvSpPr>
              <a:spLocks/>
            </p:cNvSpPr>
            <p:nvPr/>
          </p:nvSpPr>
          <p:spPr bwMode="auto">
            <a:xfrm>
              <a:off x="4652963" y="1125538"/>
              <a:ext cx="1223962" cy="3687762"/>
            </a:xfrm>
            <a:custGeom>
              <a:avLst/>
              <a:gdLst>
                <a:gd name="T0" fmla="*/ 0 w 1543"/>
                <a:gd name="T1" fmla="*/ 0 h 4648"/>
                <a:gd name="T2" fmla="*/ 2147483646 w 1543"/>
                <a:gd name="T3" fmla="*/ 2147483646 h 4648"/>
                <a:gd name="T4" fmla="*/ 2147483646 w 1543"/>
                <a:gd name="T5" fmla="*/ 2147483646 h 4648"/>
                <a:gd name="T6" fmla="*/ 2147483646 w 1543"/>
                <a:gd name="T7" fmla="*/ 2147483646 h 4648"/>
                <a:gd name="T8" fmla="*/ 2147483646 w 1543"/>
                <a:gd name="T9" fmla="*/ 2147483646 h 4648"/>
                <a:gd name="T10" fmla="*/ 2147483646 w 1543"/>
                <a:gd name="T11" fmla="*/ 2147483646 h 4648"/>
                <a:gd name="T12" fmla="*/ 2147483646 w 1543"/>
                <a:gd name="T13" fmla="*/ 2147483646 h 4648"/>
                <a:gd name="T14" fmla="*/ 2147483646 w 1543"/>
                <a:gd name="T15" fmla="*/ 2147483646 h 4648"/>
                <a:gd name="T16" fmla="*/ 2147483646 w 1543"/>
                <a:gd name="T17" fmla="*/ 2147483646 h 4648"/>
                <a:gd name="T18" fmla="*/ 2147483646 w 1543"/>
                <a:gd name="T19" fmla="*/ 2147483646 h 4648"/>
                <a:gd name="T20" fmla="*/ 2147483646 w 1543"/>
                <a:gd name="T21" fmla="*/ 2147483646 h 4648"/>
                <a:gd name="T22" fmla="*/ 2147483646 w 1543"/>
                <a:gd name="T23" fmla="*/ 2147483646 h 4648"/>
                <a:gd name="T24" fmla="*/ 2147483646 w 1543"/>
                <a:gd name="T25" fmla="*/ 2147483646 h 4648"/>
                <a:gd name="T26" fmla="*/ 2147483646 w 1543"/>
                <a:gd name="T27" fmla="*/ 2147483646 h 4648"/>
                <a:gd name="T28" fmla="*/ 2147483646 w 1543"/>
                <a:gd name="T29" fmla="*/ 2147483646 h 4648"/>
                <a:gd name="T30" fmla="*/ 2147483646 w 1543"/>
                <a:gd name="T31" fmla="*/ 2147483646 h 4648"/>
                <a:gd name="T32" fmla="*/ 2147483646 w 1543"/>
                <a:gd name="T33" fmla="*/ 2147483646 h 4648"/>
                <a:gd name="T34" fmla="*/ 2147483646 w 1543"/>
                <a:gd name="T35" fmla="*/ 2147483646 h 4648"/>
                <a:gd name="T36" fmla="*/ 2147483646 w 1543"/>
                <a:gd name="T37" fmla="*/ 2147483646 h 4648"/>
                <a:gd name="T38" fmla="*/ 2147483646 w 1543"/>
                <a:gd name="T39" fmla="*/ 2147483646 h 4648"/>
                <a:gd name="T40" fmla="*/ 2147483646 w 1543"/>
                <a:gd name="T41" fmla="*/ 2147483646 h 4648"/>
                <a:gd name="T42" fmla="*/ 2147483646 w 1543"/>
                <a:gd name="T43" fmla="*/ 2147483646 h 4648"/>
                <a:gd name="T44" fmla="*/ 2147483646 w 1543"/>
                <a:gd name="T45" fmla="*/ 2147483646 h 4648"/>
                <a:gd name="T46" fmla="*/ 2147483646 w 1543"/>
                <a:gd name="T47" fmla="*/ 2147483646 h 4648"/>
                <a:gd name="T48" fmla="*/ 2147483646 w 1543"/>
                <a:gd name="T49" fmla="*/ 2147483646 h 4648"/>
                <a:gd name="T50" fmla="*/ 2147483646 w 1543"/>
                <a:gd name="T51" fmla="*/ 2147483646 h 4648"/>
                <a:gd name="T52" fmla="*/ 2147483646 w 1543"/>
                <a:gd name="T53" fmla="*/ 2147483646 h 4648"/>
                <a:gd name="T54" fmla="*/ 2147483646 w 1543"/>
                <a:gd name="T55" fmla="*/ 2147483646 h 4648"/>
                <a:gd name="T56" fmla="*/ 2147483646 w 1543"/>
                <a:gd name="T57" fmla="*/ 2147483646 h 4648"/>
                <a:gd name="T58" fmla="*/ 2147483646 w 1543"/>
                <a:gd name="T59" fmla="*/ 2147483646 h 4648"/>
                <a:gd name="T60" fmla="*/ 2147483646 w 1543"/>
                <a:gd name="T61" fmla="*/ 2147483646 h 4648"/>
                <a:gd name="T62" fmla="*/ 2147483646 w 1543"/>
                <a:gd name="T63" fmla="*/ 2147483646 h 4648"/>
                <a:gd name="T64" fmla="*/ 2147483646 w 1543"/>
                <a:gd name="T65" fmla="*/ 2147483646 h 46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3"/>
                <a:gd name="T100" fmla="*/ 0 h 4648"/>
                <a:gd name="T101" fmla="*/ 1543 w 1543"/>
                <a:gd name="T102" fmla="*/ 4648 h 46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3" h="4648">
                  <a:moveTo>
                    <a:pt x="0" y="0"/>
                  </a:moveTo>
                  <a:lnTo>
                    <a:pt x="236" y="172"/>
                  </a:lnTo>
                  <a:lnTo>
                    <a:pt x="450" y="347"/>
                  </a:lnTo>
                  <a:lnTo>
                    <a:pt x="640" y="525"/>
                  </a:lnTo>
                  <a:lnTo>
                    <a:pt x="811" y="703"/>
                  </a:lnTo>
                  <a:lnTo>
                    <a:pt x="961" y="883"/>
                  </a:lnTo>
                  <a:lnTo>
                    <a:pt x="1091" y="1063"/>
                  </a:lnTo>
                  <a:lnTo>
                    <a:pt x="1203" y="1244"/>
                  </a:lnTo>
                  <a:lnTo>
                    <a:pt x="1297" y="1424"/>
                  </a:lnTo>
                  <a:lnTo>
                    <a:pt x="1376" y="1604"/>
                  </a:lnTo>
                  <a:lnTo>
                    <a:pt x="1438" y="1784"/>
                  </a:lnTo>
                  <a:lnTo>
                    <a:pt x="1484" y="1962"/>
                  </a:lnTo>
                  <a:lnTo>
                    <a:pt x="1516" y="2138"/>
                  </a:lnTo>
                  <a:lnTo>
                    <a:pt x="1536" y="2312"/>
                  </a:lnTo>
                  <a:lnTo>
                    <a:pt x="1543" y="2483"/>
                  </a:lnTo>
                  <a:lnTo>
                    <a:pt x="1537" y="2653"/>
                  </a:lnTo>
                  <a:lnTo>
                    <a:pt x="1521" y="2817"/>
                  </a:lnTo>
                  <a:lnTo>
                    <a:pt x="1496" y="2979"/>
                  </a:lnTo>
                  <a:lnTo>
                    <a:pt x="1460" y="3135"/>
                  </a:lnTo>
                  <a:lnTo>
                    <a:pt x="1417" y="3288"/>
                  </a:lnTo>
                  <a:lnTo>
                    <a:pt x="1366" y="3435"/>
                  </a:lnTo>
                  <a:lnTo>
                    <a:pt x="1309" y="3577"/>
                  </a:lnTo>
                  <a:lnTo>
                    <a:pt x="1246" y="3712"/>
                  </a:lnTo>
                  <a:lnTo>
                    <a:pt x="1178" y="3841"/>
                  </a:lnTo>
                  <a:lnTo>
                    <a:pt x="1107" y="3964"/>
                  </a:lnTo>
                  <a:lnTo>
                    <a:pt x="1031" y="4079"/>
                  </a:lnTo>
                  <a:lnTo>
                    <a:pt x="953" y="4187"/>
                  </a:lnTo>
                  <a:lnTo>
                    <a:pt x="875" y="4286"/>
                  </a:lnTo>
                  <a:lnTo>
                    <a:pt x="795" y="4377"/>
                  </a:lnTo>
                  <a:lnTo>
                    <a:pt x="716" y="4460"/>
                  </a:lnTo>
                  <a:lnTo>
                    <a:pt x="638" y="4533"/>
                  </a:lnTo>
                  <a:lnTo>
                    <a:pt x="561" y="4595"/>
                  </a:lnTo>
                  <a:lnTo>
                    <a:pt x="487" y="4648"/>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4" name="Rectangle 65">
              <a:extLst>
                <a:ext uri="{FF2B5EF4-FFF2-40B4-BE49-F238E27FC236}">
                  <a16:creationId xmlns:a16="http://schemas.microsoft.com/office/drawing/2014/main" id="{F56D635C-5637-4B70-AAA3-6AD9E0F5BF63}"/>
                </a:ext>
              </a:extLst>
            </p:cNvPr>
            <p:cNvSpPr>
              <a:spLocks noChangeArrowheads="1"/>
            </p:cNvSpPr>
            <p:nvPr/>
          </p:nvSpPr>
          <p:spPr bwMode="auto">
            <a:xfrm>
              <a:off x="29972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5" name="Freeform 66">
              <a:extLst>
                <a:ext uri="{FF2B5EF4-FFF2-40B4-BE49-F238E27FC236}">
                  <a16:creationId xmlns:a16="http://schemas.microsoft.com/office/drawing/2014/main" id="{A70CAC01-A94E-417F-A0F3-0D35EC358951}"/>
                </a:ext>
              </a:extLst>
            </p:cNvPr>
            <p:cNvSpPr>
              <a:spLocks/>
            </p:cNvSpPr>
            <p:nvPr/>
          </p:nvSpPr>
          <p:spPr bwMode="auto">
            <a:xfrm>
              <a:off x="3827463" y="1131888"/>
              <a:ext cx="104775" cy="106362"/>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7" y="133"/>
                  </a:moveTo>
                  <a:lnTo>
                    <a:pt x="133" y="0"/>
                  </a:lnTo>
                  <a:lnTo>
                    <a:pt x="0" y="80"/>
                  </a:lnTo>
                  <a:lnTo>
                    <a:pt x="0" y="106"/>
                  </a:lnTo>
                  <a:lnTo>
                    <a:pt x="27"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6" name="Freeform 67">
              <a:extLst>
                <a:ext uri="{FF2B5EF4-FFF2-40B4-BE49-F238E27FC236}">
                  <a16:creationId xmlns:a16="http://schemas.microsoft.com/office/drawing/2014/main" id="{9DB8FCBC-FE41-42AE-B255-3DB6E9DD5CDE}"/>
                </a:ext>
              </a:extLst>
            </p:cNvPr>
            <p:cNvSpPr>
              <a:spLocks/>
            </p:cNvSpPr>
            <p:nvPr/>
          </p:nvSpPr>
          <p:spPr bwMode="auto">
            <a:xfrm>
              <a:off x="2733675" y="1220788"/>
              <a:ext cx="1093788" cy="3684587"/>
            </a:xfrm>
            <a:custGeom>
              <a:avLst/>
              <a:gdLst>
                <a:gd name="T0" fmla="*/ 2147483646 w 1378"/>
                <a:gd name="T1" fmla="*/ 0 h 4642"/>
                <a:gd name="T2" fmla="*/ 2147483646 w 1378"/>
                <a:gd name="T3" fmla="*/ 2147483646 h 4642"/>
                <a:gd name="T4" fmla="*/ 2147483646 w 1378"/>
                <a:gd name="T5" fmla="*/ 2147483646 h 4642"/>
                <a:gd name="T6" fmla="*/ 2147483646 w 1378"/>
                <a:gd name="T7" fmla="*/ 2147483646 h 4642"/>
                <a:gd name="T8" fmla="*/ 2147483646 w 1378"/>
                <a:gd name="T9" fmla="*/ 2147483646 h 4642"/>
                <a:gd name="T10" fmla="*/ 2147483646 w 1378"/>
                <a:gd name="T11" fmla="*/ 2147483646 h 4642"/>
                <a:gd name="T12" fmla="*/ 2147483646 w 1378"/>
                <a:gd name="T13" fmla="*/ 2147483646 h 4642"/>
                <a:gd name="T14" fmla="*/ 2147483646 w 1378"/>
                <a:gd name="T15" fmla="*/ 2147483646 h 4642"/>
                <a:gd name="T16" fmla="*/ 2147483646 w 1378"/>
                <a:gd name="T17" fmla="*/ 2147483646 h 4642"/>
                <a:gd name="T18" fmla="*/ 2147483646 w 1378"/>
                <a:gd name="T19" fmla="*/ 2147483646 h 4642"/>
                <a:gd name="T20" fmla="*/ 2147483646 w 1378"/>
                <a:gd name="T21" fmla="*/ 2147483646 h 4642"/>
                <a:gd name="T22" fmla="*/ 2147483646 w 1378"/>
                <a:gd name="T23" fmla="*/ 2147483646 h 4642"/>
                <a:gd name="T24" fmla="*/ 0 w 1378"/>
                <a:gd name="T25" fmla="*/ 2147483646 h 4642"/>
                <a:gd name="T26" fmla="*/ 2147483646 w 1378"/>
                <a:gd name="T27" fmla="*/ 2147483646 h 4642"/>
                <a:gd name="T28" fmla="*/ 2147483646 w 1378"/>
                <a:gd name="T29" fmla="*/ 2147483646 h 4642"/>
                <a:gd name="T30" fmla="*/ 2147483646 w 1378"/>
                <a:gd name="T31" fmla="*/ 2147483646 h 4642"/>
                <a:gd name="T32" fmla="*/ 2147483646 w 1378"/>
                <a:gd name="T33" fmla="*/ 2147483646 h 4642"/>
                <a:gd name="T34" fmla="*/ 2147483646 w 1378"/>
                <a:gd name="T35" fmla="*/ 2147483646 h 4642"/>
                <a:gd name="T36" fmla="*/ 2147483646 w 1378"/>
                <a:gd name="T37" fmla="*/ 2147483646 h 4642"/>
                <a:gd name="T38" fmla="*/ 2147483646 w 1378"/>
                <a:gd name="T39" fmla="*/ 2147483646 h 4642"/>
                <a:gd name="T40" fmla="*/ 2147483646 w 1378"/>
                <a:gd name="T41" fmla="*/ 2147483646 h 4642"/>
                <a:gd name="T42" fmla="*/ 2147483646 w 1378"/>
                <a:gd name="T43" fmla="*/ 2147483646 h 4642"/>
                <a:gd name="T44" fmla="*/ 2147483646 w 1378"/>
                <a:gd name="T45" fmla="*/ 2147483646 h 4642"/>
                <a:gd name="T46" fmla="*/ 2147483646 w 1378"/>
                <a:gd name="T47" fmla="*/ 2147483646 h 4642"/>
                <a:gd name="T48" fmla="*/ 2147483646 w 1378"/>
                <a:gd name="T49" fmla="*/ 2147483646 h 4642"/>
                <a:gd name="T50" fmla="*/ 2147483646 w 1378"/>
                <a:gd name="T51" fmla="*/ 2147483646 h 4642"/>
                <a:gd name="T52" fmla="*/ 2147483646 w 1378"/>
                <a:gd name="T53" fmla="*/ 2147483646 h 4642"/>
                <a:gd name="T54" fmla="*/ 2147483646 w 1378"/>
                <a:gd name="T55" fmla="*/ 2147483646 h 4642"/>
                <a:gd name="T56" fmla="*/ 2147483646 w 1378"/>
                <a:gd name="T57" fmla="*/ 2147483646 h 4642"/>
                <a:gd name="T58" fmla="*/ 2147483646 w 1378"/>
                <a:gd name="T59" fmla="*/ 2147483646 h 4642"/>
                <a:gd name="T60" fmla="*/ 2147483646 w 1378"/>
                <a:gd name="T61" fmla="*/ 2147483646 h 4642"/>
                <a:gd name="T62" fmla="*/ 2147483646 w 1378"/>
                <a:gd name="T63" fmla="*/ 2147483646 h 4642"/>
                <a:gd name="T64" fmla="*/ 2147483646 w 1378"/>
                <a:gd name="T65" fmla="*/ 2147483646 h 46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8"/>
                <a:gd name="T100" fmla="*/ 0 h 4642"/>
                <a:gd name="T101" fmla="*/ 1378 w 1378"/>
                <a:gd name="T102" fmla="*/ 4642 h 46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8" h="4642">
                  <a:moveTo>
                    <a:pt x="1378" y="0"/>
                  </a:moveTo>
                  <a:lnTo>
                    <a:pt x="1141" y="181"/>
                  </a:lnTo>
                  <a:lnTo>
                    <a:pt x="929" y="366"/>
                  </a:lnTo>
                  <a:lnTo>
                    <a:pt x="742" y="551"/>
                  </a:lnTo>
                  <a:lnTo>
                    <a:pt x="579" y="738"/>
                  </a:lnTo>
                  <a:lnTo>
                    <a:pt x="438" y="928"/>
                  </a:lnTo>
                  <a:lnTo>
                    <a:pt x="319" y="1116"/>
                  </a:lnTo>
                  <a:lnTo>
                    <a:pt x="221" y="1306"/>
                  </a:lnTo>
                  <a:lnTo>
                    <a:pt x="142" y="1495"/>
                  </a:lnTo>
                  <a:lnTo>
                    <a:pt x="82" y="1683"/>
                  </a:lnTo>
                  <a:lnTo>
                    <a:pt x="38" y="1870"/>
                  </a:lnTo>
                  <a:lnTo>
                    <a:pt x="12" y="2055"/>
                  </a:lnTo>
                  <a:lnTo>
                    <a:pt x="0" y="2237"/>
                  </a:lnTo>
                  <a:lnTo>
                    <a:pt x="1" y="2418"/>
                  </a:lnTo>
                  <a:lnTo>
                    <a:pt x="16" y="2594"/>
                  </a:lnTo>
                  <a:lnTo>
                    <a:pt x="44" y="2766"/>
                  </a:lnTo>
                  <a:lnTo>
                    <a:pt x="81" y="2935"/>
                  </a:lnTo>
                  <a:lnTo>
                    <a:pt x="127" y="3099"/>
                  </a:lnTo>
                  <a:lnTo>
                    <a:pt x="183" y="3257"/>
                  </a:lnTo>
                  <a:lnTo>
                    <a:pt x="245" y="3409"/>
                  </a:lnTo>
                  <a:lnTo>
                    <a:pt x="314" y="3556"/>
                  </a:lnTo>
                  <a:lnTo>
                    <a:pt x="388" y="3696"/>
                  </a:lnTo>
                  <a:lnTo>
                    <a:pt x="466" y="3828"/>
                  </a:lnTo>
                  <a:lnTo>
                    <a:pt x="547" y="3953"/>
                  </a:lnTo>
                  <a:lnTo>
                    <a:pt x="631" y="4068"/>
                  </a:lnTo>
                  <a:lnTo>
                    <a:pt x="714" y="4176"/>
                  </a:lnTo>
                  <a:lnTo>
                    <a:pt x="797" y="4275"/>
                  </a:lnTo>
                  <a:lnTo>
                    <a:pt x="880" y="4362"/>
                  </a:lnTo>
                  <a:lnTo>
                    <a:pt x="960" y="4441"/>
                  </a:lnTo>
                  <a:lnTo>
                    <a:pt x="1036" y="4508"/>
                  </a:lnTo>
                  <a:lnTo>
                    <a:pt x="1107" y="4565"/>
                  </a:lnTo>
                  <a:lnTo>
                    <a:pt x="1174" y="4609"/>
                  </a:lnTo>
                  <a:lnTo>
                    <a:pt x="1232" y="4642"/>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7" name="Rectangle 68">
              <a:extLst>
                <a:ext uri="{FF2B5EF4-FFF2-40B4-BE49-F238E27FC236}">
                  <a16:creationId xmlns:a16="http://schemas.microsoft.com/office/drawing/2014/main" id="{E304AD93-12D0-4034-9841-41816BFA5BBC}"/>
                </a:ext>
              </a:extLst>
            </p:cNvPr>
            <p:cNvSpPr>
              <a:spLocks noChangeArrowheads="1"/>
            </p:cNvSpPr>
            <p:nvPr/>
          </p:nvSpPr>
          <p:spPr bwMode="auto">
            <a:xfrm>
              <a:off x="5665788"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8" name="Freeform 69">
              <a:extLst>
                <a:ext uri="{FF2B5EF4-FFF2-40B4-BE49-F238E27FC236}">
                  <a16:creationId xmlns:a16="http://schemas.microsoft.com/office/drawing/2014/main" id="{F57B6371-248E-4678-94DE-0972C05DB67F}"/>
                </a:ext>
              </a:extLst>
            </p:cNvPr>
            <p:cNvSpPr>
              <a:spLocks/>
            </p:cNvSpPr>
            <p:nvPr/>
          </p:nvSpPr>
          <p:spPr bwMode="auto">
            <a:xfrm>
              <a:off x="4057650" y="1406525"/>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89" name="Freeform 70">
              <a:extLst>
                <a:ext uri="{FF2B5EF4-FFF2-40B4-BE49-F238E27FC236}">
                  <a16:creationId xmlns:a16="http://schemas.microsoft.com/office/drawing/2014/main" id="{B6EBA48B-2F5D-4452-A051-44C8CB10AAB4}"/>
                </a:ext>
              </a:extLst>
            </p:cNvPr>
            <p:cNvSpPr>
              <a:spLocks/>
            </p:cNvSpPr>
            <p:nvPr/>
          </p:nvSpPr>
          <p:spPr bwMode="auto">
            <a:xfrm>
              <a:off x="4070350" y="1539875"/>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390" name="Rectangle 71">
              <a:extLst>
                <a:ext uri="{FF2B5EF4-FFF2-40B4-BE49-F238E27FC236}">
                  <a16:creationId xmlns:a16="http://schemas.microsoft.com/office/drawing/2014/main" id="{5673384F-CF31-4DAC-BF24-1154787BFDBC}"/>
                </a:ext>
              </a:extLst>
            </p:cNvPr>
            <p:cNvSpPr>
              <a:spLocks noChangeArrowheads="1"/>
            </p:cNvSpPr>
            <p:nvPr/>
          </p:nvSpPr>
          <p:spPr bwMode="auto">
            <a:xfrm>
              <a:off x="2716213"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99330" name="Rectangle 2">
            <a:extLst>
              <a:ext uri="{FF2B5EF4-FFF2-40B4-BE49-F238E27FC236}">
                <a16:creationId xmlns:a16="http://schemas.microsoft.com/office/drawing/2014/main" id="{839A0C39-0D0A-4EA6-A9FC-1C59E872E608}"/>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arbiter</a:t>
            </a:r>
          </a:p>
        </p:txBody>
      </p:sp>
      <p:cxnSp>
        <p:nvCxnSpPr>
          <p:cNvPr id="99331" name="Straight Arrow Connector 61">
            <a:extLst>
              <a:ext uri="{FF2B5EF4-FFF2-40B4-BE49-F238E27FC236}">
                <a16:creationId xmlns:a16="http://schemas.microsoft.com/office/drawing/2014/main" id="{8D05D197-E214-4FC1-B96A-5EF768B9B2B2}"/>
              </a:ext>
            </a:extLst>
          </p:cNvPr>
          <p:cNvCxnSpPr>
            <a:cxnSpLocks noChangeShapeType="1"/>
          </p:cNvCxnSpPr>
          <p:nvPr/>
        </p:nvCxnSpPr>
        <p:spPr bwMode="auto">
          <a:xfrm flipH="1">
            <a:off x="4592638" y="5192713"/>
            <a:ext cx="1981200" cy="45720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9332" name="TextBox 3">
            <a:extLst>
              <a:ext uri="{FF2B5EF4-FFF2-40B4-BE49-F238E27FC236}">
                <a16:creationId xmlns:a16="http://schemas.microsoft.com/office/drawing/2014/main" id="{BFB62CC4-453E-41F4-91E7-CD5579C4E78D}"/>
              </a:ext>
            </a:extLst>
          </p:cNvPr>
          <p:cNvSpPr txBox="1">
            <a:spLocks noChangeArrowheads="1"/>
          </p:cNvSpPr>
          <p:nvPr/>
        </p:nvSpPr>
        <p:spPr bwMode="auto">
          <a:xfrm>
            <a:off x="5991225" y="4552950"/>
            <a:ext cx="3055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Lowest Priority Device</a:t>
            </a:r>
          </a:p>
        </p:txBody>
      </p:sp>
      <p:cxnSp>
        <p:nvCxnSpPr>
          <p:cNvPr id="99333" name="Straight Arrow Connector 62">
            <a:extLst>
              <a:ext uri="{FF2B5EF4-FFF2-40B4-BE49-F238E27FC236}">
                <a16:creationId xmlns:a16="http://schemas.microsoft.com/office/drawing/2014/main" id="{5E2A34D5-A14C-49CE-9182-FA53F75D79CA}"/>
              </a:ext>
            </a:extLst>
          </p:cNvPr>
          <p:cNvCxnSpPr>
            <a:cxnSpLocks noChangeShapeType="1"/>
          </p:cNvCxnSpPr>
          <p:nvPr/>
        </p:nvCxnSpPr>
        <p:spPr bwMode="auto">
          <a:xfrm flipH="1">
            <a:off x="4637088" y="2592388"/>
            <a:ext cx="1981200" cy="45720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99334" name="TextBox 63">
            <a:extLst>
              <a:ext uri="{FF2B5EF4-FFF2-40B4-BE49-F238E27FC236}">
                <a16:creationId xmlns:a16="http://schemas.microsoft.com/office/drawing/2014/main" id="{9FFEF06F-DD16-41A3-AB27-E594AEB6B95A}"/>
              </a:ext>
            </a:extLst>
          </p:cNvPr>
          <p:cNvSpPr txBox="1">
            <a:spLocks noChangeArrowheads="1"/>
          </p:cNvSpPr>
          <p:nvPr/>
        </p:nvSpPr>
        <p:spPr bwMode="auto">
          <a:xfrm>
            <a:off x="6035675" y="2057400"/>
            <a:ext cx="3108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Highest Priority Device</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353" name="Group 1">
            <a:extLst>
              <a:ext uri="{FF2B5EF4-FFF2-40B4-BE49-F238E27FC236}">
                <a16:creationId xmlns:a16="http://schemas.microsoft.com/office/drawing/2014/main" id="{C9C8D623-10D9-4FBE-AD63-DF2C6AE1A52D}"/>
              </a:ext>
            </a:extLst>
          </p:cNvPr>
          <p:cNvGrpSpPr>
            <a:grpSpLocks/>
          </p:cNvGrpSpPr>
          <p:nvPr/>
        </p:nvGrpSpPr>
        <p:grpSpPr bwMode="auto">
          <a:xfrm>
            <a:off x="2716213" y="1143000"/>
            <a:ext cx="3387725" cy="5449888"/>
            <a:chOff x="2716213" y="290513"/>
            <a:chExt cx="3387725" cy="5449887"/>
          </a:xfrm>
        </p:grpSpPr>
        <p:sp>
          <p:nvSpPr>
            <p:cNvPr id="100359" name="Freeform 4">
              <a:extLst>
                <a:ext uri="{FF2B5EF4-FFF2-40B4-BE49-F238E27FC236}">
                  <a16:creationId xmlns:a16="http://schemas.microsoft.com/office/drawing/2014/main" id="{277D8F81-1AE3-4535-A017-545DF1301255}"/>
                </a:ext>
              </a:extLst>
            </p:cNvPr>
            <p:cNvSpPr>
              <a:spLocks/>
            </p:cNvSpPr>
            <p:nvPr/>
          </p:nvSpPr>
          <p:spPr bwMode="auto">
            <a:xfrm>
              <a:off x="4457700" y="5194300"/>
              <a:ext cx="104775" cy="125413"/>
            </a:xfrm>
            <a:custGeom>
              <a:avLst/>
              <a:gdLst>
                <a:gd name="T0" fmla="*/ 2147483646 w 133"/>
                <a:gd name="T1" fmla="*/ 2147483646 h 159"/>
                <a:gd name="T2" fmla="*/ 0 w 133"/>
                <a:gd name="T3" fmla="*/ 0 h 159"/>
                <a:gd name="T4" fmla="*/ 2147483646 w 133"/>
                <a:gd name="T5" fmla="*/ 2147483646 h 159"/>
                <a:gd name="T6" fmla="*/ 2147483646 w 133"/>
                <a:gd name="T7" fmla="*/ 2147483646 h 159"/>
                <a:gd name="T8" fmla="*/ 2147483646 w 133"/>
                <a:gd name="T9" fmla="*/ 2147483646 h 159"/>
                <a:gd name="T10" fmla="*/ 0 60000 65536"/>
                <a:gd name="T11" fmla="*/ 0 60000 65536"/>
                <a:gd name="T12" fmla="*/ 0 60000 65536"/>
                <a:gd name="T13" fmla="*/ 0 60000 65536"/>
                <a:gd name="T14" fmla="*/ 0 60000 65536"/>
                <a:gd name="T15" fmla="*/ 0 w 133"/>
                <a:gd name="T16" fmla="*/ 0 h 159"/>
                <a:gd name="T17" fmla="*/ 133 w 133"/>
                <a:gd name="T18" fmla="*/ 159 h 159"/>
              </a:gdLst>
              <a:ahLst/>
              <a:cxnLst>
                <a:cxn ang="T10">
                  <a:pos x="T0" y="T1"/>
                </a:cxn>
                <a:cxn ang="T11">
                  <a:pos x="T2" y="T3"/>
                </a:cxn>
                <a:cxn ang="T12">
                  <a:pos x="T4" y="T5"/>
                </a:cxn>
                <a:cxn ang="T13">
                  <a:pos x="T6" y="T7"/>
                </a:cxn>
                <a:cxn ang="T14">
                  <a:pos x="T8" y="T9"/>
                </a:cxn>
              </a:cxnLst>
              <a:rect l="T15" t="T16" r="T17" b="T18"/>
              <a:pathLst>
                <a:path w="133" h="159">
                  <a:moveTo>
                    <a:pt x="133" y="106"/>
                  </a:moveTo>
                  <a:lnTo>
                    <a:pt x="0" y="0"/>
                  </a:lnTo>
                  <a:lnTo>
                    <a:pt x="80" y="159"/>
                  </a:lnTo>
                  <a:lnTo>
                    <a:pt x="106" y="133"/>
                  </a:lnTo>
                  <a:lnTo>
                    <a:pt x="133" y="106"/>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0" name="Freeform 7">
              <a:extLst>
                <a:ext uri="{FF2B5EF4-FFF2-40B4-BE49-F238E27FC236}">
                  <a16:creationId xmlns:a16="http://schemas.microsoft.com/office/drawing/2014/main" id="{086F5C5A-0145-423C-9E04-6801C5DD9E10}"/>
                </a:ext>
              </a:extLst>
            </p:cNvPr>
            <p:cNvSpPr>
              <a:spLocks/>
            </p:cNvSpPr>
            <p:nvPr/>
          </p:nvSpPr>
          <p:spPr bwMode="auto">
            <a:xfrm>
              <a:off x="3995738" y="5151438"/>
              <a:ext cx="609600" cy="588962"/>
            </a:xfrm>
            <a:custGeom>
              <a:avLst/>
              <a:gdLst>
                <a:gd name="T0" fmla="*/ 0 w 769"/>
                <a:gd name="T1" fmla="*/ 2147483646 h 743"/>
                <a:gd name="T2" fmla="*/ 2147483646 w 769"/>
                <a:gd name="T3" fmla="*/ 2147483646 h 743"/>
                <a:gd name="T4" fmla="*/ 2147483646 w 769"/>
                <a:gd name="T5" fmla="*/ 2147483646 h 743"/>
                <a:gd name="T6" fmla="*/ 2147483646 w 769"/>
                <a:gd name="T7" fmla="*/ 2147483646 h 743"/>
                <a:gd name="T8" fmla="*/ 2147483646 w 769"/>
                <a:gd name="T9" fmla="*/ 2147483646 h 743"/>
                <a:gd name="T10" fmla="*/ 2147483646 w 769"/>
                <a:gd name="T11" fmla="*/ 2147483646 h 743"/>
                <a:gd name="T12" fmla="*/ 2147483646 w 769"/>
                <a:gd name="T13" fmla="*/ 2147483646 h 743"/>
                <a:gd name="T14" fmla="*/ 2147483646 w 769"/>
                <a:gd name="T15" fmla="*/ 2147483646 h 743"/>
                <a:gd name="T16" fmla="*/ 2147483646 w 769"/>
                <a:gd name="T17" fmla="*/ 2147483646 h 743"/>
                <a:gd name="T18" fmla="*/ 2147483646 w 769"/>
                <a:gd name="T19" fmla="*/ 2147483646 h 743"/>
                <a:gd name="T20" fmla="*/ 2147483646 w 769"/>
                <a:gd name="T21" fmla="*/ 2147483646 h 743"/>
                <a:gd name="T22" fmla="*/ 2147483646 w 769"/>
                <a:gd name="T23" fmla="*/ 0 h 743"/>
                <a:gd name="T24" fmla="*/ 2147483646 w 769"/>
                <a:gd name="T25" fmla="*/ 2147483646 h 743"/>
                <a:gd name="T26" fmla="*/ 2147483646 w 769"/>
                <a:gd name="T27" fmla="*/ 2147483646 h 743"/>
                <a:gd name="T28" fmla="*/ 2147483646 w 769"/>
                <a:gd name="T29" fmla="*/ 2147483646 h 743"/>
                <a:gd name="T30" fmla="*/ 2147483646 w 769"/>
                <a:gd name="T31" fmla="*/ 2147483646 h 743"/>
                <a:gd name="T32" fmla="*/ 2147483646 w 769"/>
                <a:gd name="T33" fmla="*/ 2147483646 h 743"/>
                <a:gd name="T34" fmla="*/ 2147483646 w 769"/>
                <a:gd name="T35" fmla="*/ 2147483646 h 743"/>
                <a:gd name="T36" fmla="*/ 2147483646 w 769"/>
                <a:gd name="T37" fmla="*/ 2147483646 h 743"/>
                <a:gd name="T38" fmla="*/ 2147483646 w 769"/>
                <a:gd name="T39" fmla="*/ 2147483646 h 743"/>
                <a:gd name="T40" fmla="*/ 2147483646 w 769"/>
                <a:gd name="T41" fmla="*/ 2147483646 h 743"/>
                <a:gd name="T42" fmla="*/ 2147483646 w 769"/>
                <a:gd name="T43" fmla="*/ 2147483646 h 743"/>
                <a:gd name="T44" fmla="*/ 2147483646 w 769"/>
                <a:gd name="T45" fmla="*/ 2147483646 h 743"/>
                <a:gd name="T46" fmla="*/ 2147483646 w 769"/>
                <a:gd name="T47" fmla="*/ 2147483646 h 743"/>
                <a:gd name="T48" fmla="*/ 2147483646 w 769"/>
                <a:gd name="T49" fmla="*/ 2147483646 h 743"/>
                <a:gd name="T50" fmla="*/ 2147483646 w 769"/>
                <a:gd name="T51" fmla="*/ 2147483646 h 743"/>
                <a:gd name="T52" fmla="*/ 2147483646 w 769"/>
                <a:gd name="T53" fmla="*/ 2147483646 h 743"/>
                <a:gd name="T54" fmla="*/ 2147483646 w 769"/>
                <a:gd name="T55" fmla="*/ 2147483646 h 743"/>
                <a:gd name="T56" fmla="*/ 2147483646 w 769"/>
                <a:gd name="T57" fmla="*/ 2147483646 h 743"/>
                <a:gd name="T58" fmla="*/ 2147483646 w 769"/>
                <a:gd name="T59" fmla="*/ 2147483646 h 743"/>
                <a:gd name="T60" fmla="*/ 2147483646 w 769"/>
                <a:gd name="T61" fmla="*/ 2147483646 h 743"/>
                <a:gd name="T62" fmla="*/ 2147483646 w 769"/>
                <a:gd name="T63" fmla="*/ 2147483646 h 743"/>
                <a:gd name="T64" fmla="*/ 2147483646 w 769"/>
                <a:gd name="T65" fmla="*/ 2147483646 h 743"/>
                <a:gd name="T66" fmla="*/ 2147483646 w 769"/>
                <a:gd name="T67" fmla="*/ 2147483646 h 743"/>
                <a:gd name="T68" fmla="*/ 2147483646 w 769"/>
                <a:gd name="T69" fmla="*/ 2147483646 h 743"/>
                <a:gd name="T70" fmla="*/ 2147483646 w 769"/>
                <a:gd name="T71" fmla="*/ 2147483646 h 743"/>
                <a:gd name="T72" fmla="*/ 2147483646 w 769"/>
                <a:gd name="T73" fmla="*/ 2147483646 h 743"/>
                <a:gd name="T74" fmla="*/ 2147483646 w 769"/>
                <a:gd name="T75" fmla="*/ 2147483646 h 743"/>
                <a:gd name="T76" fmla="*/ 2147483646 w 769"/>
                <a:gd name="T77" fmla="*/ 2147483646 h 743"/>
                <a:gd name="T78" fmla="*/ 2147483646 w 769"/>
                <a:gd name="T79" fmla="*/ 2147483646 h 743"/>
                <a:gd name="T80" fmla="*/ 2147483646 w 769"/>
                <a:gd name="T81" fmla="*/ 2147483646 h 743"/>
                <a:gd name="T82" fmla="*/ 2147483646 w 769"/>
                <a:gd name="T83" fmla="*/ 2147483646 h 743"/>
                <a:gd name="T84" fmla="*/ 2147483646 w 769"/>
                <a:gd name="T85" fmla="*/ 2147483646 h 743"/>
                <a:gd name="T86" fmla="*/ 2147483646 w 769"/>
                <a:gd name="T87" fmla="*/ 2147483646 h 743"/>
                <a:gd name="T88" fmla="*/ 2147483646 w 769"/>
                <a:gd name="T89" fmla="*/ 2147483646 h 743"/>
                <a:gd name="T90" fmla="*/ 2147483646 w 769"/>
                <a:gd name="T91" fmla="*/ 2147483646 h 743"/>
                <a:gd name="T92" fmla="*/ 2147483646 w 769"/>
                <a:gd name="T93" fmla="*/ 2147483646 h 743"/>
                <a:gd name="T94" fmla="*/ 2147483646 w 769"/>
                <a:gd name="T95" fmla="*/ 2147483646 h 743"/>
                <a:gd name="T96" fmla="*/ 2147483646 w 769"/>
                <a:gd name="T97" fmla="*/ 2147483646 h 743"/>
                <a:gd name="T98" fmla="*/ 2147483646 w 769"/>
                <a:gd name="T99" fmla="*/ 2147483646 h 743"/>
                <a:gd name="T100" fmla="*/ 2147483646 w 769"/>
                <a:gd name="T101" fmla="*/ 2147483646 h 743"/>
                <a:gd name="T102" fmla="*/ 2147483646 w 769"/>
                <a:gd name="T103" fmla="*/ 2147483646 h 743"/>
                <a:gd name="T104" fmla="*/ 2147483646 w 769"/>
                <a:gd name="T105" fmla="*/ 2147483646 h 743"/>
                <a:gd name="T106" fmla="*/ 2147483646 w 769"/>
                <a:gd name="T107" fmla="*/ 2147483646 h 743"/>
                <a:gd name="T108" fmla="*/ 2147483646 w 769"/>
                <a:gd name="T109" fmla="*/ 2147483646 h 743"/>
                <a:gd name="T110" fmla="*/ 0 w 769"/>
                <a:gd name="T111" fmla="*/ 2147483646 h 7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43"/>
                <a:gd name="T170" fmla="*/ 769 w 769"/>
                <a:gd name="T171" fmla="*/ 743 h 7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43">
                  <a:moveTo>
                    <a:pt x="0" y="368"/>
                  </a:moveTo>
                  <a:lnTo>
                    <a:pt x="0" y="377"/>
                  </a:lnTo>
                  <a:lnTo>
                    <a:pt x="0" y="357"/>
                  </a:lnTo>
                  <a:lnTo>
                    <a:pt x="2" y="338"/>
                  </a:lnTo>
                  <a:lnTo>
                    <a:pt x="4" y="320"/>
                  </a:lnTo>
                  <a:lnTo>
                    <a:pt x="7" y="301"/>
                  </a:lnTo>
                  <a:lnTo>
                    <a:pt x="12" y="283"/>
                  </a:lnTo>
                  <a:lnTo>
                    <a:pt x="16" y="266"/>
                  </a:lnTo>
                  <a:lnTo>
                    <a:pt x="23" y="247"/>
                  </a:lnTo>
                  <a:lnTo>
                    <a:pt x="30" y="231"/>
                  </a:lnTo>
                  <a:lnTo>
                    <a:pt x="37" y="214"/>
                  </a:lnTo>
                  <a:lnTo>
                    <a:pt x="45" y="198"/>
                  </a:lnTo>
                  <a:lnTo>
                    <a:pt x="55" y="182"/>
                  </a:lnTo>
                  <a:lnTo>
                    <a:pt x="64" y="166"/>
                  </a:lnTo>
                  <a:lnTo>
                    <a:pt x="75" y="152"/>
                  </a:lnTo>
                  <a:lnTo>
                    <a:pt x="85" y="138"/>
                  </a:lnTo>
                  <a:lnTo>
                    <a:pt x="97" y="124"/>
                  </a:lnTo>
                  <a:lnTo>
                    <a:pt x="110" y="110"/>
                  </a:lnTo>
                  <a:lnTo>
                    <a:pt x="124" y="98"/>
                  </a:lnTo>
                  <a:lnTo>
                    <a:pt x="137" y="87"/>
                  </a:lnTo>
                  <a:lnTo>
                    <a:pt x="151" y="76"/>
                  </a:lnTo>
                  <a:lnTo>
                    <a:pt x="166" y="65"/>
                  </a:lnTo>
                  <a:lnTo>
                    <a:pt x="181" y="56"/>
                  </a:lnTo>
                  <a:lnTo>
                    <a:pt x="196" y="47"/>
                  </a:lnTo>
                  <a:lnTo>
                    <a:pt x="212" y="38"/>
                  </a:lnTo>
                  <a:lnTo>
                    <a:pt x="230" y="31"/>
                  </a:lnTo>
                  <a:lnTo>
                    <a:pt x="247" y="24"/>
                  </a:lnTo>
                  <a:lnTo>
                    <a:pt x="264" y="18"/>
                  </a:lnTo>
                  <a:lnTo>
                    <a:pt x="281" y="12"/>
                  </a:lnTo>
                  <a:lnTo>
                    <a:pt x="300" y="8"/>
                  </a:lnTo>
                  <a:lnTo>
                    <a:pt x="318" y="6"/>
                  </a:lnTo>
                  <a:lnTo>
                    <a:pt x="337" y="3"/>
                  </a:lnTo>
                  <a:lnTo>
                    <a:pt x="357" y="2"/>
                  </a:lnTo>
                  <a:lnTo>
                    <a:pt x="375" y="0"/>
                  </a:lnTo>
                  <a:lnTo>
                    <a:pt x="393" y="0"/>
                  </a:lnTo>
                  <a:lnTo>
                    <a:pt x="412" y="2"/>
                  </a:lnTo>
                  <a:lnTo>
                    <a:pt x="431" y="3"/>
                  </a:lnTo>
                  <a:lnTo>
                    <a:pt x="450" y="6"/>
                  </a:lnTo>
                  <a:lnTo>
                    <a:pt x="468" y="8"/>
                  </a:lnTo>
                  <a:lnTo>
                    <a:pt x="487" y="12"/>
                  </a:lnTo>
                  <a:lnTo>
                    <a:pt x="505" y="18"/>
                  </a:lnTo>
                  <a:lnTo>
                    <a:pt x="522" y="24"/>
                  </a:lnTo>
                  <a:lnTo>
                    <a:pt x="540" y="31"/>
                  </a:lnTo>
                  <a:lnTo>
                    <a:pt x="556" y="38"/>
                  </a:lnTo>
                  <a:lnTo>
                    <a:pt x="571" y="47"/>
                  </a:lnTo>
                  <a:lnTo>
                    <a:pt x="587" y="56"/>
                  </a:lnTo>
                  <a:lnTo>
                    <a:pt x="603" y="65"/>
                  </a:lnTo>
                  <a:lnTo>
                    <a:pt x="618" y="76"/>
                  </a:lnTo>
                  <a:lnTo>
                    <a:pt x="632" y="87"/>
                  </a:lnTo>
                  <a:lnTo>
                    <a:pt x="646" y="98"/>
                  </a:lnTo>
                  <a:lnTo>
                    <a:pt x="659" y="110"/>
                  </a:lnTo>
                  <a:lnTo>
                    <a:pt x="671" y="124"/>
                  </a:lnTo>
                  <a:lnTo>
                    <a:pt x="683" y="138"/>
                  </a:lnTo>
                  <a:lnTo>
                    <a:pt x="693" y="152"/>
                  </a:lnTo>
                  <a:lnTo>
                    <a:pt x="704" y="166"/>
                  </a:lnTo>
                  <a:lnTo>
                    <a:pt x="714" y="182"/>
                  </a:lnTo>
                  <a:lnTo>
                    <a:pt x="722" y="198"/>
                  </a:lnTo>
                  <a:lnTo>
                    <a:pt x="732" y="214"/>
                  </a:lnTo>
                  <a:lnTo>
                    <a:pt x="738" y="231"/>
                  </a:lnTo>
                  <a:lnTo>
                    <a:pt x="745" y="247"/>
                  </a:lnTo>
                  <a:lnTo>
                    <a:pt x="752" y="266"/>
                  </a:lnTo>
                  <a:lnTo>
                    <a:pt x="757" y="283"/>
                  </a:lnTo>
                  <a:lnTo>
                    <a:pt x="761" y="301"/>
                  </a:lnTo>
                  <a:lnTo>
                    <a:pt x="764" y="320"/>
                  </a:lnTo>
                  <a:lnTo>
                    <a:pt x="766" y="338"/>
                  </a:lnTo>
                  <a:lnTo>
                    <a:pt x="767" y="357"/>
                  </a:lnTo>
                  <a:lnTo>
                    <a:pt x="769" y="377"/>
                  </a:lnTo>
                  <a:lnTo>
                    <a:pt x="769" y="368"/>
                  </a:lnTo>
                  <a:lnTo>
                    <a:pt x="767" y="387"/>
                  </a:lnTo>
                  <a:lnTo>
                    <a:pt x="766" y="406"/>
                  </a:lnTo>
                  <a:lnTo>
                    <a:pt x="764" y="425"/>
                  </a:lnTo>
                  <a:lnTo>
                    <a:pt x="761" y="443"/>
                  </a:lnTo>
                  <a:lnTo>
                    <a:pt x="757" y="462"/>
                  </a:lnTo>
                  <a:lnTo>
                    <a:pt x="752" y="479"/>
                  </a:lnTo>
                  <a:lnTo>
                    <a:pt x="745" y="498"/>
                  </a:lnTo>
                  <a:lnTo>
                    <a:pt x="738" y="513"/>
                  </a:lnTo>
                  <a:lnTo>
                    <a:pt x="732" y="531"/>
                  </a:lnTo>
                  <a:lnTo>
                    <a:pt x="722" y="547"/>
                  </a:lnTo>
                  <a:lnTo>
                    <a:pt x="714" y="562"/>
                  </a:lnTo>
                  <a:lnTo>
                    <a:pt x="704" y="578"/>
                  </a:lnTo>
                  <a:lnTo>
                    <a:pt x="693" y="593"/>
                  </a:lnTo>
                  <a:lnTo>
                    <a:pt x="683" y="606"/>
                  </a:lnTo>
                  <a:lnTo>
                    <a:pt x="671" y="621"/>
                  </a:lnTo>
                  <a:lnTo>
                    <a:pt x="659" y="633"/>
                  </a:lnTo>
                  <a:lnTo>
                    <a:pt x="646" y="646"/>
                  </a:lnTo>
                  <a:lnTo>
                    <a:pt x="632" y="658"/>
                  </a:lnTo>
                  <a:lnTo>
                    <a:pt x="618" y="669"/>
                  </a:lnTo>
                  <a:lnTo>
                    <a:pt x="603" y="679"/>
                  </a:lnTo>
                  <a:lnTo>
                    <a:pt x="587" y="688"/>
                  </a:lnTo>
                  <a:lnTo>
                    <a:pt x="571" y="698"/>
                  </a:lnTo>
                  <a:lnTo>
                    <a:pt x="556" y="707"/>
                  </a:lnTo>
                  <a:lnTo>
                    <a:pt x="540" y="714"/>
                  </a:lnTo>
                  <a:lnTo>
                    <a:pt x="522" y="720"/>
                  </a:lnTo>
                  <a:lnTo>
                    <a:pt x="505" y="727"/>
                  </a:lnTo>
                  <a:lnTo>
                    <a:pt x="487" y="732"/>
                  </a:lnTo>
                  <a:lnTo>
                    <a:pt x="468" y="736"/>
                  </a:lnTo>
                  <a:lnTo>
                    <a:pt x="450" y="739"/>
                  </a:lnTo>
                  <a:lnTo>
                    <a:pt x="431" y="741"/>
                  </a:lnTo>
                  <a:lnTo>
                    <a:pt x="412" y="743"/>
                  </a:lnTo>
                  <a:lnTo>
                    <a:pt x="393" y="743"/>
                  </a:lnTo>
                  <a:lnTo>
                    <a:pt x="375" y="743"/>
                  </a:lnTo>
                  <a:lnTo>
                    <a:pt x="357" y="743"/>
                  </a:lnTo>
                  <a:lnTo>
                    <a:pt x="337" y="741"/>
                  </a:lnTo>
                  <a:lnTo>
                    <a:pt x="318" y="739"/>
                  </a:lnTo>
                  <a:lnTo>
                    <a:pt x="300" y="736"/>
                  </a:lnTo>
                  <a:lnTo>
                    <a:pt x="281" y="732"/>
                  </a:lnTo>
                  <a:lnTo>
                    <a:pt x="264" y="727"/>
                  </a:lnTo>
                  <a:lnTo>
                    <a:pt x="247" y="720"/>
                  </a:lnTo>
                  <a:lnTo>
                    <a:pt x="230" y="714"/>
                  </a:lnTo>
                  <a:lnTo>
                    <a:pt x="212" y="707"/>
                  </a:lnTo>
                  <a:lnTo>
                    <a:pt x="196" y="698"/>
                  </a:lnTo>
                  <a:lnTo>
                    <a:pt x="181" y="688"/>
                  </a:lnTo>
                  <a:lnTo>
                    <a:pt x="166" y="679"/>
                  </a:lnTo>
                  <a:lnTo>
                    <a:pt x="151" y="669"/>
                  </a:lnTo>
                  <a:lnTo>
                    <a:pt x="137" y="658"/>
                  </a:lnTo>
                  <a:lnTo>
                    <a:pt x="124" y="646"/>
                  </a:lnTo>
                  <a:lnTo>
                    <a:pt x="110" y="633"/>
                  </a:lnTo>
                  <a:lnTo>
                    <a:pt x="97" y="621"/>
                  </a:lnTo>
                  <a:lnTo>
                    <a:pt x="85" y="606"/>
                  </a:lnTo>
                  <a:lnTo>
                    <a:pt x="75" y="593"/>
                  </a:lnTo>
                  <a:lnTo>
                    <a:pt x="64" y="578"/>
                  </a:lnTo>
                  <a:lnTo>
                    <a:pt x="55" y="562"/>
                  </a:lnTo>
                  <a:lnTo>
                    <a:pt x="45" y="547"/>
                  </a:lnTo>
                  <a:lnTo>
                    <a:pt x="37" y="531"/>
                  </a:lnTo>
                  <a:lnTo>
                    <a:pt x="30" y="513"/>
                  </a:lnTo>
                  <a:lnTo>
                    <a:pt x="23" y="498"/>
                  </a:lnTo>
                  <a:lnTo>
                    <a:pt x="16" y="479"/>
                  </a:lnTo>
                  <a:lnTo>
                    <a:pt x="12" y="462"/>
                  </a:lnTo>
                  <a:lnTo>
                    <a:pt x="7" y="443"/>
                  </a:lnTo>
                  <a:lnTo>
                    <a:pt x="4" y="425"/>
                  </a:lnTo>
                  <a:lnTo>
                    <a:pt x="2" y="406"/>
                  </a:lnTo>
                  <a:lnTo>
                    <a:pt x="0" y="387"/>
                  </a:lnTo>
                  <a:lnTo>
                    <a:pt x="0" y="368"/>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1" name="Freeform 9">
              <a:extLst>
                <a:ext uri="{FF2B5EF4-FFF2-40B4-BE49-F238E27FC236}">
                  <a16:creationId xmlns:a16="http://schemas.microsoft.com/office/drawing/2014/main" id="{29F365C1-29E6-4023-B4C6-020A1EFBE655}"/>
                </a:ext>
              </a:extLst>
            </p:cNvPr>
            <p:cNvSpPr>
              <a:spLocks/>
            </p:cNvSpPr>
            <p:nvPr/>
          </p:nvSpPr>
          <p:spPr bwMode="auto">
            <a:xfrm>
              <a:off x="4457700" y="3889375"/>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2" name="Freeform 12">
              <a:extLst>
                <a:ext uri="{FF2B5EF4-FFF2-40B4-BE49-F238E27FC236}">
                  <a16:creationId xmlns:a16="http://schemas.microsoft.com/office/drawing/2014/main" id="{BEFD6AB3-F0BB-4187-833F-22DD0BD60335}"/>
                </a:ext>
              </a:extLst>
            </p:cNvPr>
            <p:cNvSpPr>
              <a:spLocks/>
            </p:cNvSpPr>
            <p:nvPr/>
          </p:nvSpPr>
          <p:spPr bwMode="auto">
            <a:xfrm>
              <a:off x="3995738" y="3825875"/>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3" name="Freeform 14">
              <a:extLst>
                <a:ext uri="{FF2B5EF4-FFF2-40B4-BE49-F238E27FC236}">
                  <a16:creationId xmlns:a16="http://schemas.microsoft.com/office/drawing/2014/main" id="{002BDC63-FB94-4FA5-B5F7-FA95BB896749}"/>
                </a:ext>
              </a:extLst>
            </p:cNvPr>
            <p:cNvSpPr>
              <a:spLocks/>
            </p:cNvSpPr>
            <p:nvPr/>
          </p:nvSpPr>
          <p:spPr bwMode="auto">
            <a:xfrm>
              <a:off x="4457700" y="2605088"/>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4" name="Freeform 17">
              <a:extLst>
                <a:ext uri="{FF2B5EF4-FFF2-40B4-BE49-F238E27FC236}">
                  <a16:creationId xmlns:a16="http://schemas.microsoft.com/office/drawing/2014/main" id="{28971953-7309-4E30-A6F3-CED6BF932361}"/>
                </a:ext>
              </a:extLst>
            </p:cNvPr>
            <p:cNvSpPr>
              <a:spLocks/>
            </p:cNvSpPr>
            <p:nvPr/>
          </p:nvSpPr>
          <p:spPr bwMode="auto">
            <a:xfrm>
              <a:off x="3995738" y="2541588"/>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5" name="Freeform 19">
              <a:extLst>
                <a:ext uri="{FF2B5EF4-FFF2-40B4-BE49-F238E27FC236}">
                  <a16:creationId xmlns:a16="http://schemas.microsoft.com/office/drawing/2014/main" id="{EEC5F35F-4AD6-4D38-89BA-7CB0CD3CE0EE}"/>
                </a:ext>
              </a:extLst>
            </p:cNvPr>
            <p:cNvSpPr>
              <a:spLocks/>
            </p:cNvSpPr>
            <p:nvPr/>
          </p:nvSpPr>
          <p:spPr bwMode="auto">
            <a:xfrm>
              <a:off x="4457700" y="731838"/>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6" name="Freeform 22">
              <a:extLst>
                <a:ext uri="{FF2B5EF4-FFF2-40B4-BE49-F238E27FC236}">
                  <a16:creationId xmlns:a16="http://schemas.microsoft.com/office/drawing/2014/main" id="{0EC99D4D-BCC7-41BA-AEA7-C30DAF7E0D41}"/>
                </a:ext>
              </a:extLst>
            </p:cNvPr>
            <p:cNvSpPr>
              <a:spLocks/>
            </p:cNvSpPr>
            <p:nvPr/>
          </p:nvSpPr>
          <p:spPr bwMode="auto">
            <a:xfrm>
              <a:off x="3995738" y="29051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7" name="Freeform 24">
              <a:extLst>
                <a:ext uri="{FF2B5EF4-FFF2-40B4-BE49-F238E27FC236}">
                  <a16:creationId xmlns:a16="http://schemas.microsoft.com/office/drawing/2014/main" id="{C9842498-0CA4-4A2D-9E84-15AC29DF316A}"/>
                </a:ext>
              </a:extLst>
            </p:cNvPr>
            <p:cNvSpPr>
              <a:spLocks/>
            </p:cNvSpPr>
            <p:nvPr/>
          </p:nvSpPr>
          <p:spPr bwMode="auto">
            <a:xfrm>
              <a:off x="3948113" y="835025"/>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8" name="Rectangle 25">
              <a:extLst>
                <a:ext uri="{FF2B5EF4-FFF2-40B4-BE49-F238E27FC236}">
                  <a16:creationId xmlns:a16="http://schemas.microsoft.com/office/drawing/2014/main" id="{DC6E8F05-0124-4198-BF6E-4A25D7956DF3}"/>
                </a:ext>
              </a:extLst>
            </p:cNvPr>
            <p:cNvSpPr>
              <a:spLocks noChangeArrowheads="1"/>
            </p:cNvSpPr>
            <p:nvPr/>
          </p:nvSpPr>
          <p:spPr bwMode="auto">
            <a:xfrm>
              <a:off x="4157663" y="1031875"/>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69" name="Freeform 26">
              <a:extLst>
                <a:ext uri="{FF2B5EF4-FFF2-40B4-BE49-F238E27FC236}">
                  <a16:creationId xmlns:a16="http://schemas.microsoft.com/office/drawing/2014/main" id="{A09D4393-0A07-43E6-AD15-DEB4B3E264CA}"/>
                </a:ext>
              </a:extLst>
            </p:cNvPr>
            <p:cNvSpPr>
              <a:spLocks/>
            </p:cNvSpPr>
            <p:nvPr/>
          </p:nvSpPr>
          <p:spPr bwMode="auto">
            <a:xfrm>
              <a:off x="3717925" y="2014538"/>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0" name="Freeform 27">
              <a:extLst>
                <a:ext uri="{FF2B5EF4-FFF2-40B4-BE49-F238E27FC236}">
                  <a16:creationId xmlns:a16="http://schemas.microsoft.com/office/drawing/2014/main" id="{9220F899-12FA-4E39-8360-33268E49EF4C}"/>
                </a:ext>
              </a:extLst>
            </p:cNvPr>
            <p:cNvSpPr>
              <a:spLocks/>
            </p:cNvSpPr>
            <p:nvPr/>
          </p:nvSpPr>
          <p:spPr bwMode="auto">
            <a:xfrm>
              <a:off x="4921250" y="3468688"/>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1" name="Freeform 28">
              <a:extLst>
                <a:ext uri="{FF2B5EF4-FFF2-40B4-BE49-F238E27FC236}">
                  <a16:creationId xmlns:a16="http://schemas.microsoft.com/office/drawing/2014/main" id="{A2CD8637-9DEC-451B-BAAA-BA386B21AF38}"/>
                </a:ext>
              </a:extLst>
            </p:cNvPr>
            <p:cNvSpPr>
              <a:spLocks/>
            </p:cNvSpPr>
            <p:nvPr/>
          </p:nvSpPr>
          <p:spPr bwMode="auto">
            <a:xfrm>
              <a:off x="4630738" y="1227138"/>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2" name="Rectangle 29">
              <a:extLst>
                <a:ext uri="{FF2B5EF4-FFF2-40B4-BE49-F238E27FC236}">
                  <a16:creationId xmlns:a16="http://schemas.microsoft.com/office/drawing/2014/main" id="{E31C0B12-B8B4-4F33-B6CA-175F514F1C92}"/>
                </a:ext>
              </a:extLst>
            </p:cNvPr>
            <p:cNvSpPr>
              <a:spLocks noChangeArrowheads="1"/>
            </p:cNvSpPr>
            <p:nvPr/>
          </p:nvSpPr>
          <p:spPr bwMode="auto">
            <a:xfrm>
              <a:off x="4692650" y="3889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3" name="Freeform 30">
              <a:extLst>
                <a:ext uri="{FF2B5EF4-FFF2-40B4-BE49-F238E27FC236}">
                  <a16:creationId xmlns:a16="http://schemas.microsoft.com/office/drawing/2014/main" id="{39B96BF2-9B07-4794-BD32-7F06CEB14C77}"/>
                </a:ext>
              </a:extLst>
            </p:cNvPr>
            <p:cNvSpPr>
              <a:spLocks/>
            </p:cNvSpPr>
            <p:nvPr/>
          </p:nvSpPr>
          <p:spPr bwMode="auto">
            <a:xfrm>
              <a:off x="3911600" y="795338"/>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4" name="Line 31">
              <a:extLst>
                <a:ext uri="{FF2B5EF4-FFF2-40B4-BE49-F238E27FC236}">
                  <a16:creationId xmlns:a16="http://schemas.microsoft.com/office/drawing/2014/main" id="{0DEAC381-2910-40F5-81EB-2DDB2E2CEF4E}"/>
                </a:ext>
              </a:extLst>
            </p:cNvPr>
            <p:cNvSpPr>
              <a:spLocks noChangeShapeType="1"/>
            </p:cNvSpPr>
            <p:nvPr/>
          </p:nvSpPr>
          <p:spPr bwMode="auto">
            <a:xfrm>
              <a:off x="3700463" y="627063"/>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5" name="Rectangle 32">
              <a:extLst>
                <a:ext uri="{FF2B5EF4-FFF2-40B4-BE49-F238E27FC236}">
                  <a16:creationId xmlns:a16="http://schemas.microsoft.com/office/drawing/2014/main" id="{C997CC62-2D08-44A4-8434-7E6BB11A2975}"/>
                </a:ext>
              </a:extLst>
            </p:cNvPr>
            <p:cNvSpPr>
              <a:spLocks noChangeArrowheads="1"/>
            </p:cNvSpPr>
            <p:nvPr/>
          </p:nvSpPr>
          <p:spPr bwMode="auto">
            <a:xfrm>
              <a:off x="4692650" y="2835275"/>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6" name="Rectangle 33">
              <a:extLst>
                <a:ext uri="{FF2B5EF4-FFF2-40B4-BE49-F238E27FC236}">
                  <a16:creationId xmlns:a16="http://schemas.microsoft.com/office/drawing/2014/main" id="{1204EB97-33BC-4EEC-BE98-1DEC3834CAA2}"/>
                </a:ext>
              </a:extLst>
            </p:cNvPr>
            <p:cNvSpPr>
              <a:spLocks noChangeArrowheads="1"/>
            </p:cNvSpPr>
            <p:nvPr/>
          </p:nvSpPr>
          <p:spPr bwMode="auto">
            <a:xfrm>
              <a:off x="3219450" y="406400"/>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7" name="Rectangle 34">
              <a:extLst>
                <a:ext uri="{FF2B5EF4-FFF2-40B4-BE49-F238E27FC236}">
                  <a16:creationId xmlns:a16="http://schemas.microsoft.com/office/drawing/2014/main" id="{89A69F18-FFFD-4665-8A88-EDEA435FBF15}"/>
                </a:ext>
              </a:extLst>
            </p:cNvPr>
            <p:cNvSpPr>
              <a:spLocks noChangeArrowheads="1"/>
            </p:cNvSpPr>
            <p:nvPr/>
          </p:nvSpPr>
          <p:spPr bwMode="auto">
            <a:xfrm>
              <a:off x="3854450" y="21907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8" name="Rectangle 35">
              <a:extLst>
                <a:ext uri="{FF2B5EF4-FFF2-40B4-BE49-F238E27FC236}">
                  <a16:creationId xmlns:a16="http://schemas.microsoft.com/office/drawing/2014/main" id="{322E8D62-C7A3-48FB-BA84-D52AE078D7D7}"/>
                </a:ext>
              </a:extLst>
            </p:cNvPr>
            <p:cNvSpPr>
              <a:spLocks noChangeArrowheads="1"/>
            </p:cNvSpPr>
            <p:nvPr/>
          </p:nvSpPr>
          <p:spPr bwMode="auto">
            <a:xfrm>
              <a:off x="4316413" y="21907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79" name="Rectangle 36">
              <a:extLst>
                <a:ext uri="{FF2B5EF4-FFF2-40B4-BE49-F238E27FC236}">
                  <a16:creationId xmlns:a16="http://schemas.microsoft.com/office/drawing/2014/main" id="{4E5D4401-6DE1-4AB3-B578-DF18F1CFC2DB}"/>
                </a:ext>
              </a:extLst>
            </p:cNvPr>
            <p:cNvSpPr>
              <a:spLocks noChangeArrowheads="1"/>
            </p:cNvSpPr>
            <p:nvPr/>
          </p:nvSpPr>
          <p:spPr bwMode="auto">
            <a:xfrm>
              <a:off x="4418013" y="2286000"/>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0" name="Rectangle 37">
              <a:extLst>
                <a:ext uri="{FF2B5EF4-FFF2-40B4-BE49-F238E27FC236}">
                  <a16:creationId xmlns:a16="http://schemas.microsoft.com/office/drawing/2014/main" id="{6FB20A75-7D5A-411E-8CC2-38490D373CC6}"/>
                </a:ext>
              </a:extLst>
            </p:cNvPr>
            <p:cNvSpPr>
              <a:spLocks noChangeArrowheads="1"/>
            </p:cNvSpPr>
            <p:nvPr/>
          </p:nvSpPr>
          <p:spPr bwMode="auto">
            <a:xfrm>
              <a:off x="4238625" y="21844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1" name="Rectangle 38">
              <a:extLst>
                <a:ext uri="{FF2B5EF4-FFF2-40B4-BE49-F238E27FC236}">
                  <a16:creationId xmlns:a16="http://schemas.microsoft.com/office/drawing/2014/main" id="{050C57D6-C939-41CC-8436-89004E2A5486}"/>
                </a:ext>
              </a:extLst>
            </p:cNvPr>
            <p:cNvSpPr>
              <a:spLocks noChangeArrowheads="1"/>
            </p:cNvSpPr>
            <p:nvPr/>
          </p:nvSpPr>
          <p:spPr bwMode="auto">
            <a:xfrm>
              <a:off x="4668838" y="21907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2" name="Freeform 39">
              <a:extLst>
                <a:ext uri="{FF2B5EF4-FFF2-40B4-BE49-F238E27FC236}">
                  <a16:creationId xmlns:a16="http://schemas.microsoft.com/office/drawing/2014/main" id="{4343DCDE-F180-4743-B3F0-7FEAC5C113E8}"/>
                </a:ext>
              </a:extLst>
            </p:cNvPr>
            <p:cNvSpPr>
              <a:spLocks/>
            </p:cNvSpPr>
            <p:nvPr/>
          </p:nvSpPr>
          <p:spPr bwMode="auto">
            <a:xfrm>
              <a:off x="3717925" y="3297238"/>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3" name="Rectangle 40">
              <a:extLst>
                <a:ext uri="{FF2B5EF4-FFF2-40B4-BE49-F238E27FC236}">
                  <a16:creationId xmlns:a16="http://schemas.microsoft.com/office/drawing/2014/main" id="{A7CEDE24-F044-4E58-A095-674BAD110BB9}"/>
                </a:ext>
              </a:extLst>
            </p:cNvPr>
            <p:cNvSpPr>
              <a:spLocks noChangeArrowheads="1"/>
            </p:cNvSpPr>
            <p:nvPr/>
          </p:nvSpPr>
          <p:spPr bwMode="auto">
            <a:xfrm>
              <a:off x="4529138" y="21907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4" name="Rectangle 41">
              <a:extLst>
                <a:ext uri="{FF2B5EF4-FFF2-40B4-BE49-F238E27FC236}">
                  <a16:creationId xmlns:a16="http://schemas.microsoft.com/office/drawing/2014/main" id="{C247C0AA-0503-45F6-8718-FF9625E1B9F2}"/>
                </a:ext>
              </a:extLst>
            </p:cNvPr>
            <p:cNvSpPr>
              <a:spLocks noChangeArrowheads="1"/>
            </p:cNvSpPr>
            <p:nvPr/>
          </p:nvSpPr>
          <p:spPr bwMode="auto">
            <a:xfrm>
              <a:off x="4692650" y="41354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5" name="Rectangle 42">
              <a:extLst>
                <a:ext uri="{FF2B5EF4-FFF2-40B4-BE49-F238E27FC236}">
                  <a16:creationId xmlns:a16="http://schemas.microsoft.com/office/drawing/2014/main" id="{EF06FC7E-4684-4963-B14C-17480A5D7106}"/>
                </a:ext>
              </a:extLst>
            </p:cNvPr>
            <p:cNvSpPr>
              <a:spLocks noChangeArrowheads="1"/>
            </p:cNvSpPr>
            <p:nvPr/>
          </p:nvSpPr>
          <p:spPr bwMode="auto">
            <a:xfrm>
              <a:off x="3854450" y="34734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6" name="Rectangle 43">
              <a:extLst>
                <a:ext uri="{FF2B5EF4-FFF2-40B4-BE49-F238E27FC236}">
                  <a16:creationId xmlns:a16="http://schemas.microsoft.com/office/drawing/2014/main" id="{A01EE764-AF80-430B-8540-02A3A9C0121F}"/>
                </a:ext>
              </a:extLst>
            </p:cNvPr>
            <p:cNvSpPr>
              <a:spLocks noChangeArrowheads="1"/>
            </p:cNvSpPr>
            <p:nvPr/>
          </p:nvSpPr>
          <p:spPr bwMode="auto">
            <a:xfrm>
              <a:off x="4316413" y="34734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7" name="Rectangle 44">
              <a:extLst>
                <a:ext uri="{FF2B5EF4-FFF2-40B4-BE49-F238E27FC236}">
                  <a16:creationId xmlns:a16="http://schemas.microsoft.com/office/drawing/2014/main" id="{CC9F755E-F5A9-4E30-93C7-2CCDDB98C626}"/>
                </a:ext>
              </a:extLst>
            </p:cNvPr>
            <p:cNvSpPr>
              <a:spLocks noChangeArrowheads="1"/>
            </p:cNvSpPr>
            <p:nvPr/>
          </p:nvSpPr>
          <p:spPr bwMode="auto">
            <a:xfrm>
              <a:off x="4418013" y="3567113"/>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8" name="Rectangle 45">
              <a:extLst>
                <a:ext uri="{FF2B5EF4-FFF2-40B4-BE49-F238E27FC236}">
                  <a16:creationId xmlns:a16="http://schemas.microsoft.com/office/drawing/2014/main" id="{1962D289-CD1A-4FE2-9939-B4F25F8674AB}"/>
                </a:ext>
              </a:extLst>
            </p:cNvPr>
            <p:cNvSpPr>
              <a:spLocks noChangeArrowheads="1"/>
            </p:cNvSpPr>
            <p:nvPr/>
          </p:nvSpPr>
          <p:spPr bwMode="auto">
            <a:xfrm>
              <a:off x="4238625" y="34671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89" name="Rectangle 46">
              <a:extLst>
                <a:ext uri="{FF2B5EF4-FFF2-40B4-BE49-F238E27FC236}">
                  <a16:creationId xmlns:a16="http://schemas.microsoft.com/office/drawing/2014/main" id="{55854888-1E09-45E8-AB64-8B1C2FD32A07}"/>
                </a:ext>
              </a:extLst>
            </p:cNvPr>
            <p:cNvSpPr>
              <a:spLocks noChangeArrowheads="1"/>
            </p:cNvSpPr>
            <p:nvPr/>
          </p:nvSpPr>
          <p:spPr bwMode="auto">
            <a:xfrm>
              <a:off x="4668838" y="34734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0" name="Freeform 47">
              <a:extLst>
                <a:ext uri="{FF2B5EF4-FFF2-40B4-BE49-F238E27FC236}">
                  <a16:creationId xmlns:a16="http://schemas.microsoft.com/office/drawing/2014/main" id="{80847E74-B835-430A-842E-C91927DEB277}"/>
                </a:ext>
              </a:extLst>
            </p:cNvPr>
            <p:cNvSpPr>
              <a:spLocks/>
            </p:cNvSpPr>
            <p:nvPr/>
          </p:nvSpPr>
          <p:spPr bwMode="auto">
            <a:xfrm>
              <a:off x="3717925" y="4602163"/>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8"/>
                  </a:lnTo>
                  <a:lnTo>
                    <a:pt x="393" y="47"/>
                  </a:lnTo>
                  <a:lnTo>
                    <a:pt x="361" y="56"/>
                  </a:lnTo>
                  <a:lnTo>
                    <a:pt x="331" y="65"/>
                  </a:lnTo>
                  <a:lnTo>
                    <a:pt x="302" y="76"/>
                  </a:lnTo>
                  <a:lnTo>
                    <a:pt x="274" y="87"/>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6"/>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90"/>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9"/>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9"/>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90"/>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6"/>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7"/>
                  </a:lnTo>
                  <a:lnTo>
                    <a:pt x="1200" y="76"/>
                  </a:lnTo>
                  <a:lnTo>
                    <a:pt x="1171" y="65"/>
                  </a:lnTo>
                  <a:lnTo>
                    <a:pt x="1140" y="56"/>
                  </a:lnTo>
                  <a:lnTo>
                    <a:pt x="1109" y="47"/>
                  </a:lnTo>
                  <a:lnTo>
                    <a:pt x="1077" y="38"/>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1" name="Rectangle 48">
              <a:extLst>
                <a:ext uri="{FF2B5EF4-FFF2-40B4-BE49-F238E27FC236}">
                  <a16:creationId xmlns:a16="http://schemas.microsoft.com/office/drawing/2014/main" id="{A9D03AA2-E688-4679-B49B-5AE28FD705A2}"/>
                </a:ext>
              </a:extLst>
            </p:cNvPr>
            <p:cNvSpPr>
              <a:spLocks noChangeArrowheads="1"/>
            </p:cNvSpPr>
            <p:nvPr/>
          </p:nvSpPr>
          <p:spPr bwMode="auto">
            <a:xfrm>
              <a:off x="4529138" y="34734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2" name="Rectangle 49">
              <a:extLst>
                <a:ext uri="{FF2B5EF4-FFF2-40B4-BE49-F238E27FC236}">
                  <a16:creationId xmlns:a16="http://schemas.microsoft.com/office/drawing/2014/main" id="{CA609B0E-7BED-464E-B80B-93A3A132C4B4}"/>
                </a:ext>
              </a:extLst>
            </p:cNvPr>
            <p:cNvSpPr>
              <a:spLocks noChangeArrowheads="1"/>
            </p:cNvSpPr>
            <p:nvPr/>
          </p:nvSpPr>
          <p:spPr bwMode="auto">
            <a:xfrm>
              <a:off x="4692650" y="54530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3" name="Rectangle 50">
              <a:extLst>
                <a:ext uri="{FF2B5EF4-FFF2-40B4-BE49-F238E27FC236}">
                  <a16:creationId xmlns:a16="http://schemas.microsoft.com/office/drawing/2014/main" id="{F4A61B70-8D2C-4750-9B50-D2E2D52019BC}"/>
                </a:ext>
              </a:extLst>
            </p:cNvPr>
            <p:cNvSpPr>
              <a:spLocks noChangeArrowheads="1"/>
            </p:cNvSpPr>
            <p:nvPr/>
          </p:nvSpPr>
          <p:spPr bwMode="auto">
            <a:xfrm>
              <a:off x="3854450" y="4791075"/>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4" name="Rectangle 51">
              <a:extLst>
                <a:ext uri="{FF2B5EF4-FFF2-40B4-BE49-F238E27FC236}">
                  <a16:creationId xmlns:a16="http://schemas.microsoft.com/office/drawing/2014/main" id="{429F5B9E-C961-4754-9E47-2D1362F42D3E}"/>
                </a:ext>
              </a:extLst>
            </p:cNvPr>
            <p:cNvSpPr>
              <a:spLocks noChangeArrowheads="1"/>
            </p:cNvSpPr>
            <p:nvPr/>
          </p:nvSpPr>
          <p:spPr bwMode="auto">
            <a:xfrm>
              <a:off x="4316413" y="4791075"/>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5" name="Rectangle 52">
              <a:extLst>
                <a:ext uri="{FF2B5EF4-FFF2-40B4-BE49-F238E27FC236}">
                  <a16:creationId xmlns:a16="http://schemas.microsoft.com/office/drawing/2014/main" id="{3997A317-2B6D-4FA5-8EDB-DFAE1C8F1999}"/>
                </a:ext>
              </a:extLst>
            </p:cNvPr>
            <p:cNvSpPr>
              <a:spLocks noChangeArrowheads="1"/>
            </p:cNvSpPr>
            <p:nvPr/>
          </p:nvSpPr>
          <p:spPr bwMode="auto">
            <a:xfrm>
              <a:off x="4418013" y="4884738"/>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6" name="Rectangle 53">
              <a:extLst>
                <a:ext uri="{FF2B5EF4-FFF2-40B4-BE49-F238E27FC236}">
                  <a16:creationId xmlns:a16="http://schemas.microsoft.com/office/drawing/2014/main" id="{E04A31F5-9701-42EB-AD4F-0ECB3667789A}"/>
                </a:ext>
              </a:extLst>
            </p:cNvPr>
            <p:cNvSpPr>
              <a:spLocks noChangeArrowheads="1"/>
            </p:cNvSpPr>
            <p:nvPr/>
          </p:nvSpPr>
          <p:spPr bwMode="auto">
            <a:xfrm>
              <a:off x="4238625" y="4784725"/>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7" name="Rectangle 54">
              <a:extLst>
                <a:ext uri="{FF2B5EF4-FFF2-40B4-BE49-F238E27FC236}">
                  <a16:creationId xmlns:a16="http://schemas.microsoft.com/office/drawing/2014/main" id="{CC70BF0D-8C44-4FA8-9338-176C4DB962F4}"/>
                </a:ext>
              </a:extLst>
            </p:cNvPr>
            <p:cNvSpPr>
              <a:spLocks noChangeArrowheads="1"/>
            </p:cNvSpPr>
            <p:nvPr/>
          </p:nvSpPr>
          <p:spPr bwMode="auto">
            <a:xfrm>
              <a:off x="4668838" y="4791075"/>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8" name="Freeform 55">
              <a:extLst>
                <a:ext uri="{FF2B5EF4-FFF2-40B4-BE49-F238E27FC236}">
                  <a16:creationId xmlns:a16="http://schemas.microsoft.com/office/drawing/2014/main" id="{7E398767-A7D9-410E-88DC-2CAF9A8E2943}"/>
                </a:ext>
              </a:extLst>
            </p:cNvPr>
            <p:cNvSpPr>
              <a:spLocks/>
            </p:cNvSpPr>
            <p:nvPr/>
          </p:nvSpPr>
          <p:spPr bwMode="auto">
            <a:xfrm>
              <a:off x="4500563" y="1868488"/>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399" name="Freeform 56">
              <a:extLst>
                <a:ext uri="{FF2B5EF4-FFF2-40B4-BE49-F238E27FC236}">
                  <a16:creationId xmlns:a16="http://schemas.microsoft.com/office/drawing/2014/main" id="{D42F1D35-EFEF-48A5-9CC2-345A484A1C4F}"/>
                </a:ext>
              </a:extLst>
            </p:cNvPr>
            <p:cNvSpPr>
              <a:spLocks/>
            </p:cNvSpPr>
            <p:nvPr/>
          </p:nvSpPr>
          <p:spPr bwMode="auto">
            <a:xfrm>
              <a:off x="4487863" y="1377950"/>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0" name="Rectangle 57">
              <a:extLst>
                <a:ext uri="{FF2B5EF4-FFF2-40B4-BE49-F238E27FC236}">
                  <a16:creationId xmlns:a16="http://schemas.microsoft.com/office/drawing/2014/main" id="{9263FF25-7E7B-424E-AD87-268993E6F7A6}"/>
                </a:ext>
              </a:extLst>
            </p:cNvPr>
            <p:cNvSpPr>
              <a:spLocks noChangeArrowheads="1"/>
            </p:cNvSpPr>
            <p:nvPr/>
          </p:nvSpPr>
          <p:spPr bwMode="auto">
            <a:xfrm>
              <a:off x="4529138" y="4791075"/>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1" name="Rectangle 58">
              <a:extLst>
                <a:ext uri="{FF2B5EF4-FFF2-40B4-BE49-F238E27FC236}">
                  <a16:creationId xmlns:a16="http://schemas.microsoft.com/office/drawing/2014/main" id="{CD76D1FA-E55D-45C3-B6C8-5524747B6A64}"/>
                </a:ext>
              </a:extLst>
            </p:cNvPr>
            <p:cNvSpPr>
              <a:spLocks noChangeArrowheads="1"/>
            </p:cNvSpPr>
            <p:nvPr/>
          </p:nvSpPr>
          <p:spPr bwMode="auto">
            <a:xfrm>
              <a:off x="3724275"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2" name="Rectangle 59">
              <a:extLst>
                <a:ext uri="{FF2B5EF4-FFF2-40B4-BE49-F238E27FC236}">
                  <a16:creationId xmlns:a16="http://schemas.microsoft.com/office/drawing/2014/main" id="{03429B6E-6CB5-4D49-87F7-20D8E207DDC0}"/>
                </a:ext>
              </a:extLst>
            </p:cNvPr>
            <p:cNvSpPr>
              <a:spLocks noChangeArrowheads="1"/>
            </p:cNvSpPr>
            <p:nvPr/>
          </p:nvSpPr>
          <p:spPr bwMode="auto">
            <a:xfrm>
              <a:off x="4640263"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3" name="Freeform 60">
              <a:extLst>
                <a:ext uri="{FF2B5EF4-FFF2-40B4-BE49-F238E27FC236}">
                  <a16:creationId xmlns:a16="http://schemas.microsoft.com/office/drawing/2014/main" id="{ED9CCD81-54CC-4C97-ABF0-EA1373B9053B}"/>
                </a:ext>
              </a:extLst>
            </p:cNvPr>
            <p:cNvSpPr>
              <a:spLocks/>
            </p:cNvSpPr>
            <p:nvPr/>
          </p:nvSpPr>
          <p:spPr bwMode="auto">
            <a:xfrm>
              <a:off x="3848100" y="1238250"/>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4" name="Freeform 61">
              <a:extLst>
                <a:ext uri="{FF2B5EF4-FFF2-40B4-BE49-F238E27FC236}">
                  <a16:creationId xmlns:a16="http://schemas.microsoft.com/office/drawing/2014/main" id="{A2AF74AA-EE97-4477-A8B5-B4AE41581AB4}"/>
                </a:ext>
              </a:extLst>
            </p:cNvPr>
            <p:cNvSpPr>
              <a:spLocks/>
            </p:cNvSpPr>
            <p:nvPr/>
          </p:nvSpPr>
          <p:spPr bwMode="auto">
            <a:xfrm>
              <a:off x="3316288" y="1322388"/>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5" name="Rectangle 62">
              <a:extLst>
                <a:ext uri="{FF2B5EF4-FFF2-40B4-BE49-F238E27FC236}">
                  <a16:creationId xmlns:a16="http://schemas.microsoft.com/office/drawing/2014/main" id="{B761C18E-9CDC-4AFA-9173-E39B89C3695F}"/>
                </a:ext>
              </a:extLst>
            </p:cNvPr>
            <p:cNvSpPr>
              <a:spLocks noChangeArrowheads="1"/>
            </p:cNvSpPr>
            <p:nvPr/>
          </p:nvSpPr>
          <p:spPr bwMode="auto">
            <a:xfrm>
              <a:off x="53594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6" name="Freeform 63">
              <a:extLst>
                <a:ext uri="{FF2B5EF4-FFF2-40B4-BE49-F238E27FC236}">
                  <a16:creationId xmlns:a16="http://schemas.microsoft.com/office/drawing/2014/main" id="{F41C6ADE-6921-4A5C-AAC0-435BC44F1130}"/>
                </a:ext>
              </a:extLst>
            </p:cNvPr>
            <p:cNvSpPr>
              <a:spLocks/>
            </p:cNvSpPr>
            <p:nvPr/>
          </p:nvSpPr>
          <p:spPr bwMode="auto">
            <a:xfrm>
              <a:off x="4921250" y="4794250"/>
              <a:ext cx="125413" cy="84138"/>
            </a:xfrm>
            <a:custGeom>
              <a:avLst/>
              <a:gdLst>
                <a:gd name="T0" fmla="*/ 2147483646 w 159"/>
                <a:gd name="T1" fmla="*/ 0 h 106"/>
                <a:gd name="T2" fmla="*/ 0 w 159"/>
                <a:gd name="T3" fmla="*/ 2147483646 h 106"/>
                <a:gd name="T4" fmla="*/ 2147483646 w 159"/>
                <a:gd name="T5" fmla="*/ 2147483646 h 106"/>
                <a:gd name="T6" fmla="*/ 2147483646 w 159"/>
                <a:gd name="T7" fmla="*/ 2147483646 h 106"/>
                <a:gd name="T8" fmla="*/ 2147483646 w 159"/>
                <a:gd name="T9" fmla="*/ 0 h 106"/>
                <a:gd name="T10" fmla="*/ 0 60000 65536"/>
                <a:gd name="T11" fmla="*/ 0 60000 65536"/>
                <a:gd name="T12" fmla="*/ 0 60000 65536"/>
                <a:gd name="T13" fmla="*/ 0 60000 65536"/>
                <a:gd name="T14" fmla="*/ 0 60000 65536"/>
                <a:gd name="T15" fmla="*/ 0 w 159"/>
                <a:gd name="T16" fmla="*/ 0 h 106"/>
                <a:gd name="T17" fmla="*/ 159 w 159"/>
                <a:gd name="T18" fmla="*/ 106 h 106"/>
              </a:gdLst>
              <a:ahLst/>
              <a:cxnLst>
                <a:cxn ang="T10">
                  <a:pos x="T0" y="T1"/>
                </a:cxn>
                <a:cxn ang="T11">
                  <a:pos x="T2" y="T3"/>
                </a:cxn>
                <a:cxn ang="T12">
                  <a:pos x="T4" y="T5"/>
                </a:cxn>
                <a:cxn ang="T13">
                  <a:pos x="T6" y="T7"/>
                </a:cxn>
                <a:cxn ang="T14">
                  <a:pos x="T8" y="T9"/>
                </a:cxn>
              </a:cxnLst>
              <a:rect l="T15" t="T16" r="T17" b="T18"/>
              <a:pathLst>
                <a:path w="159" h="106">
                  <a:moveTo>
                    <a:pt x="133" y="0"/>
                  </a:moveTo>
                  <a:lnTo>
                    <a:pt x="0" y="106"/>
                  </a:lnTo>
                  <a:lnTo>
                    <a:pt x="159" y="53"/>
                  </a:lnTo>
                  <a:lnTo>
                    <a:pt x="133" y="26"/>
                  </a:lnTo>
                  <a:lnTo>
                    <a:pt x="133"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7" name="Freeform 64">
              <a:extLst>
                <a:ext uri="{FF2B5EF4-FFF2-40B4-BE49-F238E27FC236}">
                  <a16:creationId xmlns:a16="http://schemas.microsoft.com/office/drawing/2014/main" id="{CE3E14C9-B174-463E-983A-AE9A5C0BB85C}"/>
                </a:ext>
              </a:extLst>
            </p:cNvPr>
            <p:cNvSpPr>
              <a:spLocks/>
            </p:cNvSpPr>
            <p:nvPr/>
          </p:nvSpPr>
          <p:spPr bwMode="auto">
            <a:xfrm>
              <a:off x="4652963" y="1125538"/>
              <a:ext cx="1223962" cy="3687762"/>
            </a:xfrm>
            <a:custGeom>
              <a:avLst/>
              <a:gdLst>
                <a:gd name="T0" fmla="*/ 0 w 1543"/>
                <a:gd name="T1" fmla="*/ 0 h 4648"/>
                <a:gd name="T2" fmla="*/ 2147483646 w 1543"/>
                <a:gd name="T3" fmla="*/ 2147483646 h 4648"/>
                <a:gd name="T4" fmla="*/ 2147483646 w 1543"/>
                <a:gd name="T5" fmla="*/ 2147483646 h 4648"/>
                <a:gd name="T6" fmla="*/ 2147483646 w 1543"/>
                <a:gd name="T7" fmla="*/ 2147483646 h 4648"/>
                <a:gd name="T8" fmla="*/ 2147483646 w 1543"/>
                <a:gd name="T9" fmla="*/ 2147483646 h 4648"/>
                <a:gd name="T10" fmla="*/ 2147483646 w 1543"/>
                <a:gd name="T11" fmla="*/ 2147483646 h 4648"/>
                <a:gd name="T12" fmla="*/ 2147483646 w 1543"/>
                <a:gd name="T13" fmla="*/ 2147483646 h 4648"/>
                <a:gd name="T14" fmla="*/ 2147483646 w 1543"/>
                <a:gd name="T15" fmla="*/ 2147483646 h 4648"/>
                <a:gd name="T16" fmla="*/ 2147483646 w 1543"/>
                <a:gd name="T17" fmla="*/ 2147483646 h 4648"/>
                <a:gd name="T18" fmla="*/ 2147483646 w 1543"/>
                <a:gd name="T19" fmla="*/ 2147483646 h 4648"/>
                <a:gd name="T20" fmla="*/ 2147483646 w 1543"/>
                <a:gd name="T21" fmla="*/ 2147483646 h 4648"/>
                <a:gd name="T22" fmla="*/ 2147483646 w 1543"/>
                <a:gd name="T23" fmla="*/ 2147483646 h 4648"/>
                <a:gd name="T24" fmla="*/ 2147483646 w 1543"/>
                <a:gd name="T25" fmla="*/ 2147483646 h 4648"/>
                <a:gd name="T26" fmla="*/ 2147483646 w 1543"/>
                <a:gd name="T27" fmla="*/ 2147483646 h 4648"/>
                <a:gd name="T28" fmla="*/ 2147483646 w 1543"/>
                <a:gd name="T29" fmla="*/ 2147483646 h 4648"/>
                <a:gd name="T30" fmla="*/ 2147483646 w 1543"/>
                <a:gd name="T31" fmla="*/ 2147483646 h 4648"/>
                <a:gd name="T32" fmla="*/ 2147483646 w 1543"/>
                <a:gd name="T33" fmla="*/ 2147483646 h 4648"/>
                <a:gd name="T34" fmla="*/ 2147483646 w 1543"/>
                <a:gd name="T35" fmla="*/ 2147483646 h 4648"/>
                <a:gd name="T36" fmla="*/ 2147483646 w 1543"/>
                <a:gd name="T37" fmla="*/ 2147483646 h 4648"/>
                <a:gd name="T38" fmla="*/ 2147483646 w 1543"/>
                <a:gd name="T39" fmla="*/ 2147483646 h 4648"/>
                <a:gd name="T40" fmla="*/ 2147483646 w 1543"/>
                <a:gd name="T41" fmla="*/ 2147483646 h 4648"/>
                <a:gd name="T42" fmla="*/ 2147483646 w 1543"/>
                <a:gd name="T43" fmla="*/ 2147483646 h 4648"/>
                <a:gd name="T44" fmla="*/ 2147483646 w 1543"/>
                <a:gd name="T45" fmla="*/ 2147483646 h 4648"/>
                <a:gd name="T46" fmla="*/ 2147483646 w 1543"/>
                <a:gd name="T47" fmla="*/ 2147483646 h 4648"/>
                <a:gd name="T48" fmla="*/ 2147483646 w 1543"/>
                <a:gd name="T49" fmla="*/ 2147483646 h 4648"/>
                <a:gd name="T50" fmla="*/ 2147483646 w 1543"/>
                <a:gd name="T51" fmla="*/ 2147483646 h 4648"/>
                <a:gd name="T52" fmla="*/ 2147483646 w 1543"/>
                <a:gd name="T53" fmla="*/ 2147483646 h 4648"/>
                <a:gd name="T54" fmla="*/ 2147483646 w 1543"/>
                <a:gd name="T55" fmla="*/ 2147483646 h 4648"/>
                <a:gd name="T56" fmla="*/ 2147483646 w 1543"/>
                <a:gd name="T57" fmla="*/ 2147483646 h 4648"/>
                <a:gd name="T58" fmla="*/ 2147483646 w 1543"/>
                <a:gd name="T59" fmla="*/ 2147483646 h 4648"/>
                <a:gd name="T60" fmla="*/ 2147483646 w 1543"/>
                <a:gd name="T61" fmla="*/ 2147483646 h 4648"/>
                <a:gd name="T62" fmla="*/ 2147483646 w 1543"/>
                <a:gd name="T63" fmla="*/ 2147483646 h 4648"/>
                <a:gd name="T64" fmla="*/ 2147483646 w 1543"/>
                <a:gd name="T65" fmla="*/ 2147483646 h 46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3"/>
                <a:gd name="T100" fmla="*/ 0 h 4648"/>
                <a:gd name="T101" fmla="*/ 1543 w 1543"/>
                <a:gd name="T102" fmla="*/ 4648 h 46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3" h="4648">
                  <a:moveTo>
                    <a:pt x="0" y="0"/>
                  </a:moveTo>
                  <a:lnTo>
                    <a:pt x="236" y="172"/>
                  </a:lnTo>
                  <a:lnTo>
                    <a:pt x="450" y="347"/>
                  </a:lnTo>
                  <a:lnTo>
                    <a:pt x="640" y="525"/>
                  </a:lnTo>
                  <a:lnTo>
                    <a:pt x="811" y="703"/>
                  </a:lnTo>
                  <a:lnTo>
                    <a:pt x="961" y="883"/>
                  </a:lnTo>
                  <a:lnTo>
                    <a:pt x="1091" y="1063"/>
                  </a:lnTo>
                  <a:lnTo>
                    <a:pt x="1203" y="1244"/>
                  </a:lnTo>
                  <a:lnTo>
                    <a:pt x="1297" y="1424"/>
                  </a:lnTo>
                  <a:lnTo>
                    <a:pt x="1376" y="1604"/>
                  </a:lnTo>
                  <a:lnTo>
                    <a:pt x="1438" y="1784"/>
                  </a:lnTo>
                  <a:lnTo>
                    <a:pt x="1484" y="1962"/>
                  </a:lnTo>
                  <a:lnTo>
                    <a:pt x="1516" y="2138"/>
                  </a:lnTo>
                  <a:lnTo>
                    <a:pt x="1536" y="2312"/>
                  </a:lnTo>
                  <a:lnTo>
                    <a:pt x="1543" y="2483"/>
                  </a:lnTo>
                  <a:lnTo>
                    <a:pt x="1537" y="2653"/>
                  </a:lnTo>
                  <a:lnTo>
                    <a:pt x="1521" y="2817"/>
                  </a:lnTo>
                  <a:lnTo>
                    <a:pt x="1496" y="2979"/>
                  </a:lnTo>
                  <a:lnTo>
                    <a:pt x="1460" y="3135"/>
                  </a:lnTo>
                  <a:lnTo>
                    <a:pt x="1417" y="3288"/>
                  </a:lnTo>
                  <a:lnTo>
                    <a:pt x="1366" y="3435"/>
                  </a:lnTo>
                  <a:lnTo>
                    <a:pt x="1309" y="3577"/>
                  </a:lnTo>
                  <a:lnTo>
                    <a:pt x="1246" y="3712"/>
                  </a:lnTo>
                  <a:lnTo>
                    <a:pt x="1178" y="3841"/>
                  </a:lnTo>
                  <a:lnTo>
                    <a:pt x="1107" y="3964"/>
                  </a:lnTo>
                  <a:lnTo>
                    <a:pt x="1031" y="4079"/>
                  </a:lnTo>
                  <a:lnTo>
                    <a:pt x="953" y="4187"/>
                  </a:lnTo>
                  <a:lnTo>
                    <a:pt x="875" y="4286"/>
                  </a:lnTo>
                  <a:lnTo>
                    <a:pt x="795" y="4377"/>
                  </a:lnTo>
                  <a:lnTo>
                    <a:pt x="716" y="4460"/>
                  </a:lnTo>
                  <a:lnTo>
                    <a:pt x="638" y="4533"/>
                  </a:lnTo>
                  <a:lnTo>
                    <a:pt x="561" y="4595"/>
                  </a:lnTo>
                  <a:lnTo>
                    <a:pt x="487" y="4648"/>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8" name="Rectangle 65">
              <a:extLst>
                <a:ext uri="{FF2B5EF4-FFF2-40B4-BE49-F238E27FC236}">
                  <a16:creationId xmlns:a16="http://schemas.microsoft.com/office/drawing/2014/main" id="{381F3A4C-6F74-405E-BA50-5FD03E1ED915}"/>
                </a:ext>
              </a:extLst>
            </p:cNvPr>
            <p:cNvSpPr>
              <a:spLocks noChangeArrowheads="1"/>
            </p:cNvSpPr>
            <p:nvPr/>
          </p:nvSpPr>
          <p:spPr bwMode="auto">
            <a:xfrm>
              <a:off x="29972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09" name="Freeform 66">
              <a:extLst>
                <a:ext uri="{FF2B5EF4-FFF2-40B4-BE49-F238E27FC236}">
                  <a16:creationId xmlns:a16="http://schemas.microsoft.com/office/drawing/2014/main" id="{26F0B3E0-CAA2-48D0-9EB7-70FCC038DC09}"/>
                </a:ext>
              </a:extLst>
            </p:cNvPr>
            <p:cNvSpPr>
              <a:spLocks/>
            </p:cNvSpPr>
            <p:nvPr/>
          </p:nvSpPr>
          <p:spPr bwMode="auto">
            <a:xfrm>
              <a:off x="3827463" y="1131888"/>
              <a:ext cx="104775" cy="106362"/>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7" y="133"/>
                  </a:moveTo>
                  <a:lnTo>
                    <a:pt x="133" y="0"/>
                  </a:lnTo>
                  <a:lnTo>
                    <a:pt x="0" y="80"/>
                  </a:lnTo>
                  <a:lnTo>
                    <a:pt x="0" y="106"/>
                  </a:lnTo>
                  <a:lnTo>
                    <a:pt x="27"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0" name="Freeform 67">
              <a:extLst>
                <a:ext uri="{FF2B5EF4-FFF2-40B4-BE49-F238E27FC236}">
                  <a16:creationId xmlns:a16="http://schemas.microsoft.com/office/drawing/2014/main" id="{8D3D3497-3180-4EE0-AECA-4F9DC96FE093}"/>
                </a:ext>
              </a:extLst>
            </p:cNvPr>
            <p:cNvSpPr>
              <a:spLocks/>
            </p:cNvSpPr>
            <p:nvPr/>
          </p:nvSpPr>
          <p:spPr bwMode="auto">
            <a:xfrm>
              <a:off x="2733675" y="1220788"/>
              <a:ext cx="1093788" cy="3684587"/>
            </a:xfrm>
            <a:custGeom>
              <a:avLst/>
              <a:gdLst>
                <a:gd name="T0" fmla="*/ 2147483646 w 1378"/>
                <a:gd name="T1" fmla="*/ 0 h 4642"/>
                <a:gd name="T2" fmla="*/ 2147483646 w 1378"/>
                <a:gd name="T3" fmla="*/ 2147483646 h 4642"/>
                <a:gd name="T4" fmla="*/ 2147483646 w 1378"/>
                <a:gd name="T5" fmla="*/ 2147483646 h 4642"/>
                <a:gd name="T6" fmla="*/ 2147483646 w 1378"/>
                <a:gd name="T7" fmla="*/ 2147483646 h 4642"/>
                <a:gd name="T8" fmla="*/ 2147483646 w 1378"/>
                <a:gd name="T9" fmla="*/ 2147483646 h 4642"/>
                <a:gd name="T10" fmla="*/ 2147483646 w 1378"/>
                <a:gd name="T11" fmla="*/ 2147483646 h 4642"/>
                <a:gd name="T12" fmla="*/ 2147483646 w 1378"/>
                <a:gd name="T13" fmla="*/ 2147483646 h 4642"/>
                <a:gd name="T14" fmla="*/ 2147483646 w 1378"/>
                <a:gd name="T15" fmla="*/ 2147483646 h 4642"/>
                <a:gd name="T16" fmla="*/ 2147483646 w 1378"/>
                <a:gd name="T17" fmla="*/ 2147483646 h 4642"/>
                <a:gd name="T18" fmla="*/ 2147483646 w 1378"/>
                <a:gd name="T19" fmla="*/ 2147483646 h 4642"/>
                <a:gd name="T20" fmla="*/ 2147483646 w 1378"/>
                <a:gd name="T21" fmla="*/ 2147483646 h 4642"/>
                <a:gd name="T22" fmla="*/ 2147483646 w 1378"/>
                <a:gd name="T23" fmla="*/ 2147483646 h 4642"/>
                <a:gd name="T24" fmla="*/ 0 w 1378"/>
                <a:gd name="T25" fmla="*/ 2147483646 h 4642"/>
                <a:gd name="T26" fmla="*/ 2147483646 w 1378"/>
                <a:gd name="T27" fmla="*/ 2147483646 h 4642"/>
                <a:gd name="T28" fmla="*/ 2147483646 w 1378"/>
                <a:gd name="T29" fmla="*/ 2147483646 h 4642"/>
                <a:gd name="T30" fmla="*/ 2147483646 w 1378"/>
                <a:gd name="T31" fmla="*/ 2147483646 h 4642"/>
                <a:gd name="T32" fmla="*/ 2147483646 w 1378"/>
                <a:gd name="T33" fmla="*/ 2147483646 h 4642"/>
                <a:gd name="T34" fmla="*/ 2147483646 w 1378"/>
                <a:gd name="T35" fmla="*/ 2147483646 h 4642"/>
                <a:gd name="T36" fmla="*/ 2147483646 w 1378"/>
                <a:gd name="T37" fmla="*/ 2147483646 h 4642"/>
                <a:gd name="T38" fmla="*/ 2147483646 w 1378"/>
                <a:gd name="T39" fmla="*/ 2147483646 h 4642"/>
                <a:gd name="T40" fmla="*/ 2147483646 w 1378"/>
                <a:gd name="T41" fmla="*/ 2147483646 h 4642"/>
                <a:gd name="T42" fmla="*/ 2147483646 w 1378"/>
                <a:gd name="T43" fmla="*/ 2147483646 h 4642"/>
                <a:gd name="T44" fmla="*/ 2147483646 w 1378"/>
                <a:gd name="T45" fmla="*/ 2147483646 h 4642"/>
                <a:gd name="T46" fmla="*/ 2147483646 w 1378"/>
                <a:gd name="T47" fmla="*/ 2147483646 h 4642"/>
                <a:gd name="T48" fmla="*/ 2147483646 w 1378"/>
                <a:gd name="T49" fmla="*/ 2147483646 h 4642"/>
                <a:gd name="T50" fmla="*/ 2147483646 w 1378"/>
                <a:gd name="T51" fmla="*/ 2147483646 h 4642"/>
                <a:gd name="T52" fmla="*/ 2147483646 w 1378"/>
                <a:gd name="T53" fmla="*/ 2147483646 h 4642"/>
                <a:gd name="T54" fmla="*/ 2147483646 w 1378"/>
                <a:gd name="T55" fmla="*/ 2147483646 h 4642"/>
                <a:gd name="T56" fmla="*/ 2147483646 w 1378"/>
                <a:gd name="T57" fmla="*/ 2147483646 h 4642"/>
                <a:gd name="T58" fmla="*/ 2147483646 w 1378"/>
                <a:gd name="T59" fmla="*/ 2147483646 h 4642"/>
                <a:gd name="T60" fmla="*/ 2147483646 w 1378"/>
                <a:gd name="T61" fmla="*/ 2147483646 h 4642"/>
                <a:gd name="T62" fmla="*/ 2147483646 w 1378"/>
                <a:gd name="T63" fmla="*/ 2147483646 h 4642"/>
                <a:gd name="T64" fmla="*/ 2147483646 w 1378"/>
                <a:gd name="T65" fmla="*/ 2147483646 h 46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8"/>
                <a:gd name="T100" fmla="*/ 0 h 4642"/>
                <a:gd name="T101" fmla="*/ 1378 w 1378"/>
                <a:gd name="T102" fmla="*/ 4642 h 46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8" h="4642">
                  <a:moveTo>
                    <a:pt x="1378" y="0"/>
                  </a:moveTo>
                  <a:lnTo>
                    <a:pt x="1141" y="181"/>
                  </a:lnTo>
                  <a:lnTo>
                    <a:pt x="929" y="366"/>
                  </a:lnTo>
                  <a:lnTo>
                    <a:pt x="742" y="551"/>
                  </a:lnTo>
                  <a:lnTo>
                    <a:pt x="579" y="738"/>
                  </a:lnTo>
                  <a:lnTo>
                    <a:pt x="438" y="928"/>
                  </a:lnTo>
                  <a:lnTo>
                    <a:pt x="319" y="1116"/>
                  </a:lnTo>
                  <a:lnTo>
                    <a:pt x="221" y="1306"/>
                  </a:lnTo>
                  <a:lnTo>
                    <a:pt x="142" y="1495"/>
                  </a:lnTo>
                  <a:lnTo>
                    <a:pt x="82" y="1683"/>
                  </a:lnTo>
                  <a:lnTo>
                    <a:pt x="38" y="1870"/>
                  </a:lnTo>
                  <a:lnTo>
                    <a:pt x="12" y="2055"/>
                  </a:lnTo>
                  <a:lnTo>
                    <a:pt x="0" y="2237"/>
                  </a:lnTo>
                  <a:lnTo>
                    <a:pt x="1" y="2418"/>
                  </a:lnTo>
                  <a:lnTo>
                    <a:pt x="16" y="2594"/>
                  </a:lnTo>
                  <a:lnTo>
                    <a:pt x="44" y="2766"/>
                  </a:lnTo>
                  <a:lnTo>
                    <a:pt x="81" y="2935"/>
                  </a:lnTo>
                  <a:lnTo>
                    <a:pt x="127" y="3099"/>
                  </a:lnTo>
                  <a:lnTo>
                    <a:pt x="183" y="3257"/>
                  </a:lnTo>
                  <a:lnTo>
                    <a:pt x="245" y="3409"/>
                  </a:lnTo>
                  <a:lnTo>
                    <a:pt x="314" y="3556"/>
                  </a:lnTo>
                  <a:lnTo>
                    <a:pt x="388" y="3696"/>
                  </a:lnTo>
                  <a:lnTo>
                    <a:pt x="466" y="3828"/>
                  </a:lnTo>
                  <a:lnTo>
                    <a:pt x="547" y="3953"/>
                  </a:lnTo>
                  <a:lnTo>
                    <a:pt x="631" y="4068"/>
                  </a:lnTo>
                  <a:lnTo>
                    <a:pt x="714" y="4176"/>
                  </a:lnTo>
                  <a:lnTo>
                    <a:pt x="797" y="4275"/>
                  </a:lnTo>
                  <a:lnTo>
                    <a:pt x="880" y="4362"/>
                  </a:lnTo>
                  <a:lnTo>
                    <a:pt x="960" y="4441"/>
                  </a:lnTo>
                  <a:lnTo>
                    <a:pt x="1036" y="4508"/>
                  </a:lnTo>
                  <a:lnTo>
                    <a:pt x="1107" y="4565"/>
                  </a:lnTo>
                  <a:lnTo>
                    <a:pt x="1174" y="4609"/>
                  </a:lnTo>
                  <a:lnTo>
                    <a:pt x="1232" y="4642"/>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1" name="Rectangle 68">
              <a:extLst>
                <a:ext uri="{FF2B5EF4-FFF2-40B4-BE49-F238E27FC236}">
                  <a16:creationId xmlns:a16="http://schemas.microsoft.com/office/drawing/2014/main" id="{E9D0E410-1C3A-46D2-9E58-D44F03F610FE}"/>
                </a:ext>
              </a:extLst>
            </p:cNvPr>
            <p:cNvSpPr>
              <a:spLocks noChangeArrowheads="1"/>
            </p:cNvSpPr>
            <p:nvPr/>
          </p:nvSpPr>
          <p:spPr bwMode="auto">
            <a:xfrm>
              <a:off x="5665788"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2" name="Freeform 69">
              <a:extLst>
                <a:ext uri="{FF2B5EF4-FFF2-40B4-BE49-F238E27FC236}">
                  <a16:creationId xmlns:a16="http://schemas.microsoft.com/office/drawing/2014/main" id="{B6454831-9C4C-443D-B877-126C1E2488BA}"/>
                </a:ext>
              </a:extLst>
            </p:cNvPr>
            <p:cNvSpPr>
              <a:spLocks/>
            </p:cNvSpPr>
            <p:nvPr/>
          </p:nvSpPr>
          <p:spPr bwMode="auto">
            <a:xfrm>
              <a:off x="4057650" y="1406525"/>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3" name="Freeform 70">
              <a:extLst>
                <a:ext uri="{FF2B5EF4-FFF2-40B4-BE49-F238E27FC236}">
                  <a16:creationId xmlns:a16="http://schemas.microsoft.com/office/drawing/2014/main" id="{AD34A432-0C78-4878-8717-3F922C1C0050}"/>
                </a:ext>
              </a:extLst>
            </p:cNvPr>
            <p:cNvSpPr>
              <a:spLocks/>
            </p:cNvSpPr>
            <p:nvPr/>
          </p:nvSpPr>
          <p:spPr bwMode="auto">
            <a:xfrm>
              <a:off x="4070350" y="1539875"/>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414" name="Rectangle 71">
              <a:extLst>
                <a:ext uri="{FF2B5EF4-FFF2-40B4-BE49-F238E27FC236}">
                  <a16:creationId xmlns:a16="http://schemas.microsoft.com/office/drawing/2014/main" id="{A0EE5350-C1FC-4E24-B61C-7ACE3C91826C}"/>
                </a:ext>
              </a:extLst>
            </p:cNvPr>
            <p:cNvSpPr>
              <a:spLocks noChangeArrowheads="1"/>
            </p:cNvSpPr>
            <p:nvPr/>
          </p:nvSpPr>
          <p:spPr bwMode="auto">
            <a:xfrm>
              <a:off x="2716213"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0354" name="Rectangle 2">
            <a:extLst>
              <a:ext uri="{FF2B5EF4-FFF2-40B4-BE49-F238E27FC236}">
                <a16:creationId xmlns:a16="http://schemas.microsoft.com/office/drawing/2014/main" id="{D78975CE-E190-4DED-97D0-7F2D704F8754}"/>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arbiter</a:t>
            </a:r>
          </a:p>
        </p:txBody>
      </p:sp>
      <p:cxnSp>
        <p:nvCxnSpPr>
          <p:cNvPr id="100355" name="Straight Arrow Connector 62">
            <a:extLst>
              <a:ext uri="{FF2B5EF4-FFF2-40B4-BE49-F238E27FC236}">
                <a16:creationId xmlns:a16="http://schemas.microsoft.com/office/drawing/2014/main" id="{F05C6511-C572-4B67-8AF6-BC48C64999E7}"/>
              </a:ext>
            </a:extLst>
          </p:cNvPr>
          <p:cNvCxnSpPr>
            <a:cxnSpLocks noChangeShapeType="1"/>
          </p:cNvCxnSpPr>
          <p:nvPr/>
        </p:nvCxnSpPr>
        <p:spPr bwMode="auto">
          <a:xfrm flipH="1">
            <a:off x="5078413" y="1371600"/>
            <a:ext cx="1143000" cy="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00356" name="TextBox 63">
            <a:extLst>
              <a:ext uri="{FF2B5EF4-FFF2-40B4-BE49-F238E27FC236}">
                <a16:creationId xmlns:a16="http://schemas.microsoft.com/office/drawing/2014/main" id="{E8C88B37-856C-4CB1-B061-FA6B86AF630E}"/>
              </a:ext>
            </a:extLst>
          </p:cNvPr>
          <p:cNvSpPr txBox="1">
            <a:spLocks noChangeArrowheads="1"/>
          </p:cNvSpPr>
          <p:nvPr/>
        </p:nvSpPr>
        <p:spPr bwMode="auto">
          <a:xfrm>
            <a:off x="6202363" y="1112838"/>
            <a:ext cx="2841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The three request bits</a:t>
            </a:r>
          </a:p>
        </p:txBody>
      </p:sp>
      <p:sp>
        <p:nvSpPr>
          <p:cNvPr id="100357" name="TextBox 64">
            <a:extLst>
              <a:ext uri="{FF2B5EF4-FFF2-40B4-BE49-F238E27FC236}">
                <a16:creationId xmlns:a16="http://schemas.microsoft.com/office/drawing/2014/main" id="{2D8C0B4A-41C4-43F6-943D-70D0ED0F81D5}"/>
              </a:ext>
            </a:extLst>
          </p:cNvPr>
          <p:cNvSpPr txBox="1">
            <a:spLocks noChangeArrowheads="1"/>
          </p:cNvSpPr>
          <p:nvPr/>
        </p:nvSpPr>
        <p:spPr bwMode="auto">
          <a:xfrm>
            <a:off x="7086600" y="1593850"/>
            <a:ext cx="9540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r</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r</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3</a:t>
            </a:r>
          </a:p>
        </p:txBody>
      </p:sp>
      <p:cxnSp>
        <p:nvCxnSpPr>
          <p:cNvPr id="100358" name="Straight Arrow Connector 65">
            <a:extLst>
              <a:ext uri="{FF2B5EF4-FFF2-40B4-BE49-F238E27FC236}">
                <a16:creationId xmlns:a16="http://schemas.microsoft.com/office/drawing/2014/main" id="{724D285A-5ED6-4C57-A4D2-0D38BC009312}"/>
              </a:ext>
            </a:extLst>
          </p:cNvPr>
          <p:cNvCxnSpPr>
            <a:cxnSpLocks noChangeShapeType="1"/>
            <a:endCxn id="100402" idx="0"/>
          </p:cNvCxnSpPr>
          <p:nvPr/>
        </p:nvCxnSpPr>
        <p:spPr bwMode="auto">
          <a:xfrm flipH="1">
            <a:off x="4859338" y="1524000"/>
            <a:ext cx="1355725" cy="92075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7" name="Group 1">
            <a:extLst>
              <a:ext uri="{FF2B5EF4-FFF2-40B4-BE49-F238E27FC236}">
                <a16:creationId xmlns:a16="http://schemas.microsoft.com/office/drawing/2014/main" id="{CA1AB384-3CA4-43B3-90CD-561AC816331F}"/>
              </a:ext>
            </a:extLst>
          </p:cNvPr>
          <p:cNvGrpSpPr>
            <a:grpSpLocks/>
          </p:cNvGrpSpPr>
          <p:nvPr/>
        </p:nvGrpSpPr>
        <p:grpSpPr bwMode="auto">
          <a:xfrm>
            <a:off x="2716213" y="1143000"/>
            <a:ext cx="3387725" cy="5449888"/>
            <a:chOff x="2716213" y="290513"/>
            <a:chExt cx="3387725" cy="5449887"/>
          </a:xfrm>
        </p:grpSpPr>
        <p:sp>
          <p:nvSpPr>
            <p:cNvPr id="101383" name="Freeform 4">
              <a:extLst>
                <a:ext uri="{FF2B5EF4-FFF2-40B4-BE49-F238E27FC236}">
                  <a16:creationId xmlns:a16="http://schemas.microsoft.com/office/drawing/2014/main" id="{D02F906F-46F1-4831-AE83-E580FF6D5467}"/>
                </a:ext>
              </a:extLst>
            </p:cNvPr>
            <p:cNvSpPr>
              <a:spLocks/>
            </p:cNvSpPr>
            <p:nvPr/>
          </p:nvSpPr>
          <p:spPr bwMode="auto">
            <a:xfrm>
              <a:off x="4457700" y="5194300"/>
              <a:ext cx="104775" cy="125413"/>
            </a:xfrm>
            <a:custGeom>
              <a:avLst/>
              <a:gdLst>
                <a:gd name="T0" fmla="*/ 2147483646 w 133"/>
                <a:gd name="T1" fmla="*/ 2147483646 h 159"/>
                <a:gd name="T2" fmla="*/ 0 w 133"/>
                <a:gd name="T3" fmla="*/ 0 h 159"/>
                <a:gd name="T4" fmla="*/ 2147483646 w 133"/>
                <a:gd name="T5" fmla="*/ 2147483646 h 159"/>
                <a:gd name="T6" fmla="*/ 2147483646 w 133"/>
                <a:gd name="T7" fmla="*/ 2147483646 h 159"/>
                <a:gd name="T8" fmla="*/ 2147483646 w 133"/>
                <a:gd name="T9" fmla="*/ 2147483646 h 159"/>
                <a:gd name="T10" fmla="*/ 0 60000 65536"/>
                <a:gd name="T11" fmla="*/ 0 60000 65536"/>
                <a:gd name="T12" fmla="*/ 0 60000 65536"/>
                <a:gd name="T13" fmla="*/ 0 60000 65536"/>
                <a:gd name="T14" fmla="*/ 0 60000 65536"/>
                <a:gd name="T15" fmla="*/ 0 w 133"/>
                <a:gd name="T16" fmla="*/ 0 h 159"/>
                <a:gd name="T17" fmla="*/ 133 w 133"/>
                <a:gd name="T18" fmla="*/ 159 h 159"/>
              </a:gdLst>
              <a:ahLst/>
              <a:cxnLst>
                <a:cxn ang="T10">
                  <a:pos x="T0" y="T1"/>
                </a:cxn>
                <a:cxn ang="T11">
                  <a:pos x="T2" y="T3"/>
                </a:cxn>
                <a:cxn ang="T12">
                  <a:pos x="T4" y="T5"/>
                </a:cxn>
                <a:cxn ang="T13">
                  <a:pos x="T6" y="T7"/>
                </a:cxn>
                <a:cxn ang="T14">
                  <a:pos x="T8" y="T9"/>
                </a:cxn>
              </a:cxnLst>
              <a:rect l="T15" t="T16" r="T17" b="T18"/>
              <a:pathLst>
                <a:path w="133" h="159">
                  <a:moveTo>
                    <a:pt x="133" y="106"/>
                  </a:moveTo>
                  <a:lnTo>
                    <a:pt x="0" y="0"/>
                  </a:lnTo>
                  <a:lnTo>
                    <a:pt x="80" y="159"/>
                  </a:lnTo>
                  <a:lnTo>
                    <a:pt x="106" y="133"/>
                  </a:lnTo>
                  <a:lnTo>
                    <a:pt x="133" y="106"/>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4" name="Freeform 7">
              <a:extLst>
                <a:ext uri="{FF2B5EF4-FFF2-40B4-BE49-F238E27FC236}">
                  <a16:creationId xmlns:a16="http://schemas.microsoft.com/office/drawing/2014/main" id="{C40B8013-F0EC-49C9-AC05-45C85BEBFB1C}"/>
                </a:ext>
              </a:extLst>
            </p:cNvPr>
            <p:cNvSpPr>
              <a:spLocks/>
            </p:cNvSpPr>
            <p:nvPr/>
          </p:nvSpPr>
          <p:spPr bwMode="auto">
            <a:xfrm>
              <a:off x="3995738" y="5151438"/>
              <a:ext cx="609600" cy="588962"/>
            </a:xfrm>
            <a:custGeom>
              <a:avLst/>
              <a:gdLst>
                <a:gd name="T0" fmla="*/ 0 w 769"/>
                <a:gd name="T1" fmla="*/ 2147483646 h 743"/>
                <a:gd name="T2" fmla="*/ 2147483646 w 769"/>
                <a:gd name="T3" fmla="*/ 2147483646 h 743"/>
                <a:gd name="T4" fmla="*/ 2147483646 w 769"/>
                <a:gd name="T5" fmla="*/ 2147483646 h 743"/>
                <a:gd name="T6" fmla="*/ 2147483646 w 769"/>
                <a:gd name="T7" fmla="*/ 2147483646 h 743"/>
                <a:gd name="T8" fmla="*/ 2147483646 w 769"/>
                <a:gd name="T9" fmla="*/ 2147483646 h 743"/>
                <a:gd name="T10" fmla="*/ 2147483646 w 769"/>
                <a:gd name="T11" fmla="*/ 2147483646 h 743"/>
                <a:gd name="T12" fmla="*/ 2147483646 w 769"/>
                <a:gd name="T13" fmla="*/ 2147483646 h 743"/>
                <a:gd name="T14" fmla="*/ 2147483646 w 769"/>
                <a:gd name="T15" fmla="*/ 2147483646 h 743"/>
                <a:gd name="T16" fmla="*/ 2147483646 w 769"/>
                <a:gd name="T17" fmla="*/ 2147483646 h 743"/>
                <a:gd name="T18" fmla="*/ 2147483646 w 769"/>
                <a:gd name="T19" fmla="*/ 2147483646 h 743"/>
                <a:gd name="T20" fmla="*/ 2147483646 w 769"/>
                <a:gd name="T21" fmla="*/ 2147483646 h 743"/>
                <a:gd name="T22" fmla="*/ 2147483646 w 769"/>
                <a:gd name="T23" fmla="*/ 0 h 743"/>
                <a:gd name="T24" fmla="*/ 2147483646 w 769"/>
                <a:gd name="T25" fmla="*/ 2147483646 h 743"/>
                <a:gd name="T26" fmla="*/ 2147483646 w 769"/>
                <a:gd name="T27" fmla="*/ 2147483646 h 743"/>
                <a:gd name="T28" fmla="*/ 2147483646 w 769"/>
                <a:gd name="T29" fmla="*/ 2147483646 h 743"/>
                <a:gd name="T30" fmla="*/ 2147483646 w 769"/>
                <a:gd name="T31" fmla="*/ 2147483646 h 743"/>
                <a:gd name="T32" fmla="*/ 2147483646 w 769"/>
                <a:gd name="T33" fmla="*/ 2147483646 h 743"/>
                <a:gd name="T34" fmla="*/ 2147483646 w 769"/>
                <a:gd name="T35" fmla="*/ 2147483646 h 743"/>
                <a:gd name="T36" fmla="*/ 2147483646 w 769"/>
                <a:gd name="T37" fmla="*/ 2147483646 h 743"/>
                <a:gd name="T38" fmla="*/ 2147483646 w 769"/>
                <a:gd name="T39" fmla="*/ 2147483646 h 743"/>
                <a:gd name="T40" fmla="*/ 2147483646 w 769"/>
                <a:gd name="T41" fmla="*/ 2147483646 h 743"/>
                <a:gd name="T42" fmla="*/ 2147483646 w 769"/>
                <a:gd name="T43" fmla="*/ 2147483646 h 743"/>
                <a:gd name="T44" fmla="*/ 2147483646 w 769"/>
                <a:gd name="T45" fmla="*/ 2147483646 h 743"/>
                <a:gd name="T46" fmla="*/ 2147483646 w 769"/>
                <a:gd name="T47" fmla="*/ 2147483646 h 743"/>
                <a:gd name="T48" fmla="*/ 2147483646 w 769"/>
                <a:gd name="T49" fmla="*/ 2147483646 h 743"/>
                <a:gd name="T50" fmla="*/ 2147483646 w 769"/>
                <a:gd name="T51" fmla="*/ 2147483646 h 743"/>
                <a:gd name="T52" fmla="*/ 2147483646 w 769"/>
                <a:gd name="T53" fmla="*/ 2147483646 h 743"/>
                <a:gd name="T54" fmla="*/ 2147483646 w 769"/>
                <a:gd name="T55" fmla="*/ 2147483646 h 743"/>
                <a:gd name="T56" fmla="*/ 2147483646 w 769"/>
                <a:gd name="T57" fmla="*/ 2147483646 h 743"/>
                <a:gd name="T58" fmla="*/ 2147483646 w 769"/>
                <a:gd name="T59" fmla="*/ 2147483646 h 743"/>
                <a:gd name="T60" fmla="*/ 2147483646 w 769"/>
                <a:gd name="T61" fmla="*/ 2147483646 h 743"/>
                <a:gd name="T62" fmla="*/ 2147483646 w 769"/>
                <a:gd name="T63" fmla="*/ 2147483646 h 743"/>
                <a:gd name="T64" fmla="*/ 2147483646 w 769"/>
                <a:gd name="T65" fmla="*/ 2147483646 h 743"/>
                <a:gd name="T66" fmla="*/ 2147483646 w 769"/>
                <a:gd name="T67" fmla="*/ 2147483646 h 743"/>
                <a:gd name="T68" fmla="*/ 2147483646 w 769"/>
                <a:gd name="T69" fmla="*/ 2147483646 h 743"/>
                <a:gd name="T70" fmla="*/ 2147483646 w 769"/>
                <a:gd name="T71" fmla="*/ 2147483646 h 743"/>
                <a:gd name="T72" fmla="*/ 2147483646 w 769"/>
                <a:gd name="T73" fmla="*/ 2147483646 h 743"/>
                <a:gd name="T74" fmla="*/ 2147483646 w 769"/>
                <a:gd name="T75" fmla="*/ 2147483646 h 743"/>
                <a:gd name="T76" fmla="*/ 2147483646 w 769"/>
                <a:gd name="T77" fmla="*/ 2147483646 h 743"/>
                <a:gd name="T78" fmla="*/ 2147483646 w 769"/>
                <a:gd name="T79" fmla="*/ 2147483646 h 743"/>
                <a:gd name="T80" fmla="*/ 2147483646 w 769"/>
                <a:gd name="T81" fmla="*/ 2147483646 h 743"/>
                <a:gd name="T82" fmla="*/ 2147483646 w 769"/>
                <a:gd name="T83" fmla="*/ 2147483646 h 743"/>
                <a:gd name="T84" fmla="*/ 2147483646 w 769"/>
                <a:gd name="T85" fmla="*/ 2147483646 h 743"/>
                <a:gd name="T86" fmla="*/ 2147483646 w 769"/>
                <a:gd name="T87" fmla="*/ 2147483646 h 743"/>
                <a:gd name="T88" fmla="*/ 2147483646 w 769"/>
                <a:gd name="T89" fmla="*/ 2147483646 h 743"/>
                <a:gd name="T90" fmla="*/ 2147483646 w 769"/>
                <a:gd name="T91" fmla="*/ 2147483646 h 743"/>
                <a:gd name="T92" fmla="*/ 2147483646 w 769"/>
                <a:gd name="T93" fmla="*/ 2147483646 h 743"/>
                <a:gd name="T94" fmla="*/ 2147483646 w 769"/>
                <a:gd name="T95" fmla="*/ 2147483646 h 743"/>
                <a:gd name="T96" fmla="*/ 2147483646 w 769"/>
                <a:gd name="T97" fmla="*/ 2147483646 h 743"/>
                <a:gd name="T98" fmla="*/ 2147483646 w 769"/>
                <a:gd name="T99" fmla="*/ 2147483646 h 743"/>
                <a:gd name="T100" fmla="*/ 2147483646 w 769"/>
                <a:gd name="T101" fmla="*/ 2147483646 h 743"/>
                <a:gd name="T102" fmla="*/ 2147483646 w 769"/>
                <a:gd name="T103" fmla="*/ 2147483646 h 743"/>
                <a:gd name="T104" fmla="*/ 2147483646 w 769"/>
                <a:gd name="T105" fmla="*/ 2147483646 h 743"/>
                <a:gd name="T106" fmla="*/ 2147483646 w 769"/>
                <a:gd name="T107" fmla="*/ 2147483646 h 743"/>
                <a:gd name="T108" fmla="*/ 2147483646 w 769"/>
                <a:gd name="T109" fmla="*/ 2147483646 h 743"/>
                <a:gd name="T110" fmla="*/ 0 w 769"/>
                <a:gd name="T111" fmla="*/ 2147483646 h 7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43"/>
                <a:gd name="T170" fmla="*/ 769 w 769"/>
                <a:gd name="T171" fmla="*/ 743 h 7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43">
                  <a:moveTo>
                    <a:pt x="0" y="368"/>
                  </a:moveTo>
                  <a:lnTo>
                    <a:pt x="0" y="377"/>
                  </a:lnTo>
                  <a:lnTo>
                    <a:pt x="0" y="357"/>
                  </a:lnTo>
                  <a:lnTo>
                    <a:pt x="2" y="338"/>
                  </a:lnTo>
                  <a:lnTo>
                    <a:pt x="4" y="320"/>
                  </a:lnTo>
                  <a:lnTo>
                    <a:pt x="7" y="301"/>
                  </a:lnTo>
                  <a:lnTo>
                    <a:pt x="12" y="283"/>
                  </a:lnTo>
                  <a:lnTo>
                    <a:pt x="16" y="266"/>
                  </a:lnTo>
                  <a:lnTo>
                    <a:pt x="23" y="247"/>
                  </a:lnTo>
                  <a:lnTo>
                    <a:pt x="30" y="231"/>
                  </a:lnTo>
                  <a:lnTo>
                    <a:pt x="37" y="214"/>
                  </a:lnTo>
                  <a:lnTo>
                    <a:pt x="45" y="198"/>
                  </a:lnTo>
                  <a:lnTo>
                    <a:pt x="55" y="182"/>
                  </a:lnTo>
                  <a:lnTo>
                    <a:pt x="64" y="166"/>
                  </a:lnTo>
                  <a:lnTo>
                    <a:pt x="75" y="152"/>
                  </a:lnTo>
                  <a:lnTo>
                    <a:pt x="85" y="138"/>
                  </a:lnTo>
                  <a:lnTo>
                    <a:pt x="97" y="124"/>
                  </a:lnTo>
                  <a:lnTo>
                    <a:pt x="110" y="110"/>
                  </a:lnTo>
                  <a:lnTo>
                    <a:pt x="124" y="98"/>
                  </a:lnTo>
                  <a:lnTo>
                    <a:pt x="137" y="87"/>
                  </a:lnTo>
                  <a:lnTo>
                    <a:pt x="151" y="76"/>
                  </a:lnTo>
                  <a:lnTo>
                    <a:pt x="166" y="65"/>
                  </a:lnTo>
                  <a:lnTo>
                    <a:pt x="181" y="56"/>
                  </a:lnTo>
                  <a:lnTo>
                    <a:pt x="196" y="47"/>
                  </a:lnTo>
                  <a:lnTo>
                    <a:pt x="212" y="38"/>
                  </a:lnTo>
                  <a:lnTo>
                    <a:pt x="230" y="31"/>
                  </a:lnTo>
                  <a:lnTo>
                    <a:pt x="247" y="24"/>
                  </a:lnTo>
                  <a:lnTo>
                    <a:pt x="264" y="18"/>
                  </a:lnTo>
                  <a:lnTo>
                    <a:pt x="281" y="12"/>
                  </a:lnTo>
                  <a:lnTo>
                    <a:pt x="300" y="8"/>
                  </a:lnTo>
                  <a:lnTo>
                    <a:pt x="318" y="6"/>
                  </a:lnTo>
                  <a:lnTo>
                    <a:pt x="337" y="3"/>
                  </a:lnTo>
                  <a:lnTo>
                    <a:pt x="357" y="2"/>
                  </a:lnTo>
                  <a:lnTo>
                    <a:pt x="375" y="0"/>
                  </a:lnTo>
                  <a:lnTo>
                    <a:pt x="393" y="0"/>
                  </a:lnTo>
                  <a:lnTo>
                    <a:pt x="412" y="2"/>
                  </a:lnTo>
                  <a:lnTo>
                    <a:pt x="431" y="3"/>
                  </a:lnTo>
                  <a:lnTo>
                    <a:pt x="450" y="6"/>
                  </a:lnTo>
                  <a:lnTo>
                    <a:pt x="468" y="8"/>
                  </a:lnTo>
                  <a:lnTo>
                    <a:pt x="487" y="12"/>
                  </a:lnTo>
                  <a:lnTo>
                    <a:pt x="505" y="18"/>
                  </a:lnTo>
                  <a:lnTo>
                    <a:pt x="522" y="24"/>
                  </a:lnTo>
                  <a:lnTo>
                    <a:pt x="540" y="31"/>
                  </a:lnTo>
                  <a:lnTo>
                    <a:pt x="556" y="38"/>
                  </a:lnTo>
                  <a:lnTo>
                    <a:pt x="571" y="47"/>
                  </a:lnTo>
                  <a:lnTo>
                    <a:pt x="587" y="56"/>
                  </a:lnTo>
                  <a:lnTo>
                    <a:pt x="603" y="65"/>
                  </a:lnTo>
                  <a:lnTo>
                    <a:pt x="618" y="76"/>
                  </a:lnTo>
                  <a:lnTo>
                    <a:pt x="632" y="87"/>
                  </a:lnTo>
                  <a:lnTo>
                    <a:pt x="646" y="98"/>
                  </a:lnTo>
                  <a:lnTo>
                    <a:pt x="659" y="110"/>
                  </a:lnTo>
                  <a:lnTo>
                    <a:pt x="671" y="124"/>
                  </a:lnTo>
                  <a:lnTo>
                    <a:pt x="683" y="138"/>
                  </a:lnTo>
                  <a:lnTo>
                    <a:pt x="693" y="152"/>
                  </a:lnTo>
                  <a:lnTo>
                    <a:pt x="704" y="166"/>
                  </a:lnTo>
                  <a:lnTo>
                    <a:pt x="714" y="182"/>
                  </a:lnTo>
                  <a:lnTo>
                    <a:pt x="722" y="198"/>
                  </a:lnTo>
                  <a:lnTo>
                    <a:pt x="732" y="214"/>
                  </a:lnTo>
                  <a:lnTo>
                    <a:pt x="738" y="231"/>
                  </a:lnTo>
                  <a:lnTo>
                    <a:pt x="745" y="247"/>
                  </a:lnTo>
                  <a:lnTo>
                    <a:pt x="752" y="266"/>
                  </a:lnTo>
                  <a:lnTo>
                    <a:pt x="757" y="283"/>
                  </a:lnTo>
                  <a:lnTo>
                    <a:pt x="761" y="301"/>
                  </a:lnTo>
                  <a:lnTo>
                    <a:pt x="764" y="320"/>
                  </a:lnTo>
                  <a:lnTo>
                    <a:pt x="766" y="338"/>
                  </a:lnTo>
                  <a:lnTo>
                    <a:pt x="767" y="357"/>
                  </a:lnTo>
                  <a:lnTo>
                    <a:pt x="769" y="377"/>
                  </a:lnTo>
                  <a:lnTo>
                    <a:pt x="769" y="368"/>
                  </a:lnTo>
                  <a:lnTo>
                    <a:pt x="767" y="387"/>
                  </a:lnTo>
                  <a:lnTo>
                    <a:pt x="766" y="406"/>
                  </a:lnTo>
                  <a:lnTo>
                    <a:pt x="764" y="425"/>
                  </a:lnTo>
                  <a:lnTo>
                    <a:pt x="761" y="443"/>
                  </a:lnTo>
                  <a:lnTo>
                    <a:pt x="757" y="462"/>
                  </a:lnTo>
                  <a:lnTo>
                    <a:pt x="752" y="479"/>
                  </a:lnTo>
                  <a:lnTo>
                    <a:pt x="745" y="498"/>
                  </a:lnTo>
                  <a:lnTo>
                    <a:pt x="738" y="513"/>
                  </a:lnTo>
                  <a:lnTo>
                    <a:pt x="732" y="531"/>
                  </a:lnTo>
                  <a:lnTo>
                    <a:pt x="722" y="547"/>
                  </a:lnTo>
                  <a:lnTo>
                    <a:pt x="714" y="562"/>
                  </a:lnTo>
                  <a:lnTo>
                    <a:pt x="704" y="578"/>
                  </a:lnTo>
                  <a:lnTo>
                    <a:pt x="693" y="593"/>
                  </a:lnTo>
                  <a:lnTo>
                    <a:pt x="683" y="606"/>
                  </a:lnTo>
                  <a:lnTo>
                    <a:pt x="671" y="621"/>
                  </a:lnTo>
                  <a:lnTo>
                    <a:pt x="659" y="633"/>
                  </a:lnTo>
                  <a:lnTo>
                    <a:pt x="646" y="646"/>
                  </a:lnTo>
                  <a:lnTo>
                    <a:pt x="632" y="658"/>
                  </a:lnTo>
                  <a:lnTo>
                    <a:pt x="618" y="669"/>
                  </a:lnTo>
                  <a:lnTo>
                    <a:pt x="603" y="679"/>
                  </a:lnTo>
                  <a:lnTo>
                    <a:pt x="587" y="688"/>
                  </a:lnTo>
                  <a:lnTo>
                    <a:pt x="571" y="698"/>
                  </a:lnTo>
                  <a:lnTo>
                    <a:pt x="556" y="707"/>
                  </a:lnTo>
                  <a:lnTo>
                    <a:pt x="540" y="714"/>
                  </a:lnTo>
                  <a:lnTo>
                    <a:pt x="522" y="720"/>
                  </a:lnTo>
                  <a:lnTo>
                    <a:pt x="505" y="727"/>
                  </a:lnTo>
                  <a:lnTo>
                    <a:pt x="487" y="732"/>
                  </a:lnTo>
                  <a:lnTo>
                    <a:pt x="468" y="736"/>
                  </a:lnTo>
                  <a:lnTo>
                    <a:pt x="450" y="739"/>
                  </a:lnTo>
                  <a:lnTo>
                    <a:pt x="431" y="741"/>
                  </a:lnTo>
                  <a:lnTo>
                    <a:pt x="412" y="743"/>
                  </a:lnTo>
                  <a:lnTo>
                    <a:pt x="393" y="743"/>
                  </a:lnTo>
                  <a:lnTo>
                    <a:pt x="375" y="743"/>
                  </a:lnTo>
                  <a:lnTo>
                    <a:pt x="357" y="743"/>
                  </a:lnTo>
                  <a:lnTo>
                    <a:pt x="337" y="741"/>
                  </a:lnTo>
                  <a:lnTo>
                    <a:pt x="318" y="739"/>
                  </a:lnTo>
                  <a:lnTo>
                    <a:pt x="300" y="736"/>
                  </a:lnTo>
                  <a:lnTo>
                    <a:pt x="281" y="732"/>
                  </a:lnTo>
                  <a:lnTo>
                    <a:pt x="264" y="727"/>
                  </a:lnTo>
                  <a:lnTo>
                    <a:pt x="247" y="720"/>
                  </a:lnTo>
                  <a:lnTo>
                    <a:pt x="230" y="714"/>
                  </a:lnTo>
                  <a:lnTo>
                    <a:pt x="212" y="707"/>
                  </a:lnTo>
                  <a:lnTo>
                    <a:pt x="196" y="698"/>
                  </a:lnTo>
                  <a:lnTo>
                    <a:pt x="181" y="688"/>
                  </a:lnTo>
                  <a:lnTo>
                    <a:pt x="166" y="679"/>
                  </a:lnTo>
                  <a:lnTo>
                    <a:pt x="151" y="669"/>
                  </a:lnTo>
                  <a:lnTo>
                    <a:pt x="137" y="658"/>
                  </a:lnTo>
                  <a:lnTo>
                    <a:pt x="124" y="646"/>
                  </a:lnTo>
                  <a:lnTo>
                    <a:pt x="110" y="633"/>
                  </a:lnTo>
                  <a:lnTo>
                    <a:pt x="97" y="621"/>
                  </a:lnTo>
                  <a:lnTo>
                    <a:pt x="85" y="606"/>
                  </a:lnTo>
                  <a:lnTo>
                    <a:pt x="75" y="593"/>
                  </a:lnTo>
                  <a:lnTo>
                    <a:pt x="64" y="578"/>
                  </a:lnTo>
                  <a:lnTo>
                    <a:pt x="55" y="562"/>
                  </a:lnTo>
                  <a:lnTo>
                    <a:pt x="45" y="547"/>
                  </a:lnTo>
                  <a:lnTo>
                    <a:pt x="37" y="531"/>
                  </a:lnTo>
                  <a:lnTo>
                    <a:pt x="30" y="513"/>
                  </a:lnTo>
                  <a:lnTo>
                    <a:pt x="23" y="498"/>
                  </a:lnTo>
                  <a:lnTo>
                    <a:pt x="16" y="479"/>
                  </a:lnTo>
                  <a:lnTo>
                    <a:pt x="12" y="462"/>
                  </a:lnTo>
                  <a:lnTo>
                    <a:pt x="7" y="443"/>
                  </a:lnTo>
                  <a:lnTo>
                    <a:pt x="4" y="425"/>
                  </a:lnTo>
                  <a:lnTo>
                    <a:pt x="2" y="406"/>
                  </a:lnTo>
                  <a:lnTo>
                    <a:pt x="0" y="387"/>
                  </a:lnTo>
                  <a:lnTo>
                    <a:pt x="0" y="368"/>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5" name="Freeform 9">
              <a:extLst>
                <a:ext uri="{FF2B5EF4-FFF2-40B4-BE49-F238E27FC236}">
                  <a16:creationId xmlns:a16="http://schemas.microsoft.com/office/drawing/2014/main" id="{B3A68083-CA49-4EC3-A80D-8CCE0B4EC820}"/>
                </a:ext>
              </a:extLst>
            </p:cNvPr>
            <p:cNvSpPr>
              <a:spLocks/>
            </p:cNvSpPr>
            <p:nvPr/>
          </p:nvSpPr>
          <p:spPr bwMode="auto">
            <a:xfrm>
              <a:off x="4457700" y="3889375"/>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6" name="Freeform 12">
              <a:extLst>
                <a:ext uri="{FF2B5EF4-FFF2-40B4-BE49-F238E27FC236}">
                  <a16:creationId xmlns:a16="http://schemas.microsoft.com/office/drawing/2014/main" id="{E3AC2B8A-CEDE-40FB-A780-E2281DE83B6A}"/>
                </a:ext>
              </a:extLst>
            </p:cNvPr>
            <p:cNvSpPr>
              <a:spLocks/>
            </p:cNvSpPr>
            <p:nvPr/>
          </p:nvSpPr>
          <p:spPr bwMode="auto">
            <a:xfrm>
              <a:off x="3995738" y="3825875"/>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7" name="Freeform 14">
              <a:extLst>
                <a:ext uri="{FF2B5EF4-FFF2-40B4-BE49-F238E27FC236}">
                  <a16:creationId xmlns:a16="http://schemas.microsoft.com/office/drawing/2014/main" id="{BB1FC19E-AAF0-4605-BD52-FB0E7352AD77}"/>
                </a:ext>
              </a:extLst>
            </p:cNvPr>
            <p:cNvSpPr>
              <a:spLocks/>
            </p:cNvSpPr>
            <p:nvPr/>
          </p:nvSpPr>
          <p:spPr bwMode="auto">
            <a:xfrm>
              <a:off x="4457700" y="2605088"/>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8" name="Freeform 17">
              <a:extLst>
                <a:ext uri="{FF2B5EF4-FFF2-40B4-BE49-F238E27FC236}">
                  <a16:creationId xmlns:a16="http://schemas.microsoft.com/office/drawing/2014/main" id="{3132B790-25E9-489D-BEC9-8090549687A4}"/>
                </a:ext>
              </a:extLst>
            </p:cNvPr>
            <p:cNvSpPr>
              <a:spLocks/>
            </p:cNvSpPr>
            <p:nvPr/>
          </p:nvSpPr>
          <p:spPr bwMode="auto">
            <a:xfrm>
              <a:off x="3995738" y="2541588"/>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89" name="Freeform 19">
              <a:extLst>
                <a:ext uri="{FF2B5EF4-FFF2-40B4-BE49-F238E27FC236}">
                  <a16:creationId xmlns:a16="http://schemas.microsoft.com/office/drawing/2014/main" id="{EEE0EB92-1800-4191-B2A8-2A4B5605E07F}"/>
                </a:ext>
              </a:extLst>
            </p:cNvPr>
            <p:cNvSpPr>
              <a:spLocks/>
            </p:cNvSpPr>
            <p:nvPr/>
          </p:nvSpPr>
          <p:spPr bwMode="auto">
            <a:xfrm>
              <a:off x="4457700" y="731838"/>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0" name="Freeform 22">
              <a:extLst>
                <a:ext uri="{FF2B5EF4-FFF2-40B4-BE49-F238E27FC236}">
                  <a16:creationId xmlns:a16="http://schemas.microsoft.com/office/drawing/2014/main" id="{20BB66FF-E7CB-4AF8-9D02-6645504C346A}"/>
                </a:ext>
              </a:extLst>
            </p:cNvPr>
            <p:cNvSpPr>
              <a:spLocks/>
            </p:cNvSpPr>
            <p:nvPr/>
          </p:nvSpPr>
          <p:spPr bwMode="auto">
            <a:xfrm>
              <a:off x="3995738" y="29051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1" name="Freeform 24">
              <a:extLst>
                <a:ext uri="{FF2B5EF4-FFF2-40B4-BE49-F238E27FC236}">
                  <a16:creationId xmlns:a16="http://schemas.microsoft.com/office/drawing/2014/main" id="{E9EF51EE-ED9C-4F2F-A3D3-AB3FB035F099}"/>
                </a:ext>
              </a:extLst>
            </p:cNvPr>
            <p:cNvSpPr>
              <a:spLocks/>
            </p:cNvSpPr>
            <p:nvPr/>
          </p:nvSpPr>
          <p:spPr bwMode="auto">
            <a:xfrm>
              <a:off x="3948113" y="835025"/>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2" name="Rectangle 25">
              <a:extLst>
                <a:ext uri="{FF2B5EF4-FFF2-40B4-BE49-F238E27FC236}">
                  <a16:creationId xmlns:a16="http://schemas.microsoft.com/office/drawing/2014/main" id="{01A72179-FA29-4685-8231-757AC7BD3C92}"/>
                </a:ext>
              </a:extLst>
            </p:cNvPr>
            <p:cNvSpPr>
              <a:spLocks noChangeArrowheads="1"/>
            </p:cNvSpPr>
            <p:nvPr/>
          </p:nvSpPr>
          <p:spPr bwMode="auto">
            <a:xfrm>
              <a:off x="4157663" y="1031875"/>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3" name="Freeform 26">
              <a:extLst>
                <a:ext uri="{FF2B5EF4-FFF2-40B4-BE49-F238E27FC236}">
                  <a16:creationId xmlns:a16="http://schemas.microsoft.com/office/drawing/2014/main" id="{5A3850C8-4043-4B12-A3FF-E865E8E91408}"/>
                </a:ext>
              </a:extLst>
            </p:cNvPr>
            <p:cNvSpPr>
              <a:spLocks/>
            </p:cNvSpPr>
            <p:nvPr/>
          </p:nvSpPr>
          <p:spPr bwMode="auto">
            <a:xfrm>
              <a:off x="3717925" y="2014538"/>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4" name="Freeform 27">
              <a:extLst>
                <a:ext uri="{FF2B5EF4-FFF2-40B4-BE49-F238E27FC236}">
                  <a16:creationId xmlns:a16="http://schemas.microsoft.com/office/drawing/2014/main" id="{9D617EB2-8E57-4FF8-ADCF-428A1C882976}"/>
                </a:ext>
              </a:extLst>
            </p:cNvPr>
            <p:cNvSpPr>
              <a:spLocks/>
            </p:cNvSpPr>
            <p:nvPr/>
          </p:nvSpPr>
          <p:spPr bwMode="auto">
            <a:xfrm>
              <a:off x="4921250" y="3468688"/>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5" name="Freeform 28">
              <a:extLst>
                <a:ext uri="{FF2B5EF4-FFF2-40B4-BE49-F238E27FC236}">
                  <a16:creationId xmlns:a16="http://schemas.microsoft.com/office/drawing/2014/main" id="{D47401D0-9346-4FD9-B0FC-4EF63AA44E5C}"/>
                </a:ext>
              </a:extLst>
            </p:cNvPr>
            <p:cNvSpPr>
              <a:spLocks/>
            </p:cNvSpPr>
            <p:nvPr/>
          </p:nvSpPr>
          <p:spPr bwMode="auto">
            <a:xfrm>
              <a:off x="4630738" y="1227138"/>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6" name="Rectangle 29">
              <a:extLst>
                <a:ext uri="{FF2B5EF4-FFF2-40B4-BE49-F238E27FC236}">
                  <a16:creationId xmlns:a16="http://schemas.microsoft.com/office/drawing/2014/main" id="{026C7C3C-7646-41B9-861E-60591A479A87}"/>
                </a:ext>
              </a:extLst>
            </p:cNvPr>
            <p:cNvSpPr>
              <a:spLocks noChangeArrowheads="1"/>
            </p:cNvSpPr>
            <p:nvPr/>
          </p:nvSpPr>
          <p:spPr bwMode="auto">
            <a:xfrm>
              <a:off x="4692650" y="3889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7" name="Freeform 30">
              <a:extLst>
                <a:ext uri="{FF2B5EF4-FFF2-40B4-BE49-F238E27FC236}">
                  <a16:creationId xmlns:a16="http://schemas.microsoft.com/office/drawing/2014/main" id="{D09E2A93-8914-4437-A52D-1360581A8DD8}"/>
                </a:ext>
              </a:extLst>
            </p:cNvPr>
            <p:cNvSpPr>
              <a:spLocks/>
            </p:cNvSpPr>
            <p:nvPr/>
          </p:nvSpPr>
          <p:spPr bwMode="auto">
            <a:xfrm>
              <a:off x="3911600" y="795338"/>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8" name="Line 31">
              <a:extLst>
                <a:ext uri="{FF2B5EF4-FFF2-40B4-BE49-F238E27FC236}">
                  <a16:creationId xmlns:a16="http://schemas.microsoft.com/office/drawing/2014/main" id="{B2C02F33-878B-445B-9D0E-124F43A927E3}"/>
                </a:ext>
              </a:extLst>
            </p:cNvPr>
            <p:cNvSpPr>
              <a:spLocks noChangeShapeType="1"/>
            </p:cNvSpPr>
            <p:nvPr/>
          </p:nvSpPr>
          <p:spPr bwMode="auto">
            <a:xfrm>
              <a:off x="3700463" y="627063"/>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399" name="Rectangle 32">
              <a:extLst>
                <a:ext uri="{FF2B5EF4-FFF2-40B4-BE49-F238E27FC236}">
                  <a16:creationId xmlns:a16="http://schemas.microsoft.com/office/drawing/2014/main" id="{BA1D9B17-1DB0-4361-9993-8EE8FD583E41}"/>
                </a:ext>
              </a:extLst>
            </p:cNvPr>
            <p:cNvSpPr>
              <a:spLocks noChangeArrowheads="1"/>
            </p:cNvSpPr>
            <p:nvPr/>
          </p:nvSpPr>
          <p:spPr bwMode="auto">
            <a:xfrm>
              <a:off x="4692650" y="2835275"/>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0" name="Rectangle 33">
              <a:extLst>
                <a:ext uri="{FF2B5EF4-FFF2-40B4-BE49-F238E27FC236}">
                  <a16:creationId xmlns:a16="http://schemas.microsoft.com/office/drawing/2014/main" id="{2BAF01FA-E429-451F-8060-0F46E5C8F3FC}"/>
                </a:ext>
              </a:extLst>
            </p:cNvPr>
            <p:cNvSpPr>
              <a:spLocks noChangeArrowheads="1"/>
            </p:cNvSpPr>
            <p:nvPr/>
          </p:nvSpPr>
          <p:spPr bwMode="auto">
            <a:xfrm>
              <a:off x="3219450" y="406400"/>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1" name="Rectangle 34">
              <a:extLst>
                <a:ext uri="{FF2B5EF4-FFF2-40B4-BE49-F238E27FC236}">
                  <a16:creationId xmlns:a16="http://schemas.microsoft.com/office/drawing/2014/main" id="{88D17C4C-3EF5-4704-82DE-FE87BE884E0C}"/>
                </a:ext>
              </a:extLst>
            </p:cNvPr>
            <p:cNvSpPr>
              <a:spLocks noChangeArrowheads="1"/>
            </p:cNvSpPr>
            <p:nvPr/>
          </p:nvSpPr>
          <p:spPr bwMode="auto">
            <a:xfrm>
              <a:off x="3854450" y="21907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2" name="Rectangle 35">
              <a:extLst>
                <a:ext uri="{FF2B5EF4-FFF2-40B4-BE49-F238E27FC236}">
                  <a16:creationId xmlns:a16="http://schemas.microsoft.com/office/drawing/2014/main" id="{65A92985-4942-4F26-BCE9-BFE41B35DB2F}"/>
                </a:ext>
              </a:extLst>
            </p:cNvPr>
            <p:cNvSpPr>
              <a:spLocks noChangeArrowheads="1"/>
            </p:cNvSpPr>
            <p:nvPr/>
          </p:nvSpPr>
          <p:spPr bwMode="auto">
            <a:xfrm>
              <a:off x="4316413" y="21907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3" name="Rectangle 36">
              <a:extLst>
                <a:ext uri="{FF2B5EF4-FFF2-40B4-BE49-F238E27FC236}">
                  <a16:creationId xmlns:a16="http://schemas.microsoft.com/office/drawing/2014/main" id="{D24558DC-39E0-4B45-9CE0-58AEBD9D0806}"/>
                </a:ext>
              </a:extLst>
            </p:cNvPr>
            <p:cNvSpPr>
              <a:spLocks noChangeArrowheads="1"/>
            </p:cNvSpPr>
            <p:nvPr/>
          </p:nvSpPr>
          <p:spPr bwMode="auto">
            <a:xfrm>
              <a:off x="4418013" y="2286000"/>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4" name="Rectangle 37">
              <a:extLst>
                <a:ext uri="{FF2B5EF4-FFF2-40B4-BE49-F238E27FC236}">
                  <a16:creationId xmlns:a16="http://schemas.microsoft.com/office/drawing/2014/main" id="{4C17E803-88B1-4CA1-9948-EA2D55A305BB}"/>
                </a:ext>
              </a:extLst>
            </p:cNvPr>
            <p:cNvSpPr>
              <a:spLocks noChangeArrowheads="1"/>
            </p:cNvSpPr>
            <p:nvPr/>
          </p:nvSpPr>
          <p:spPr bwMode="auto">
            <a:xfrm>
              <a:off x="4238625" y="21844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5" name="Rectangle 38">
              <a:extLst>
                <a:ext uri="{FF2B5EF4-FFF2-40B4-BE49-F238E27FC236}">
                  <a16:creationId xmlns:a16="http://schemas.microsoft.com/office/drawing/2014/main" id="{423B3C0B-D1B8-4665-9300-3E386E0DE71C}"/>
                </a:ext>
              </a:extLst>
            </p:cNvPr>
            <p:cNvSpPr>
              <a:spLocks noChangeArrowheads="1"/>
            </p:cNvSpPr>
            <p:nvPr/>
          </p:nvSpPr>
          <p:spPr bwMode="auto">
            <a:xfrm>
              <a:off x="4668838" y="21907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6" name="Freeform 39">
              <a:extLst>
                <a:ext uri="{FF2B5EF4-FFF2-40B4-BE49-F238E27FC236}">
                  <a16:creationId xmlns:a16="http://schemas.microsoft.com/office/drawing/2014/main" id="{4706647A-1C65-460F-9D4D-2B18D253424C}"/>
                </a:ext>
              </a:extLst>
            </p:cNvPr>
            <p:cNvSpPr>
              <a:spLocks/>
            </p:cNvSpPr>
            <p:nvPr/>
          </p:nvSpPr>
          <p:spPr bwMode="auto">
            <a:xfrm>
              <a:off x="3717925" y="3297238"/>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7" name="Rectangle 40">
              <a:extLst>
                <a:ext uri="{FF2B5EF4-FFF2-40B4-BE49-F238E27FC236}">
                  <a16:creationId xmlns:a16="http://schemas.microsoft.com/office/drawing/2014/main" id="{0B862296-50A8-4127-B49A-A3092DD9CD3C}"/>
                </a:ext>
              </a:extLst>
            </p:cNvPr>
            <p:cNvSpPr>
              <a:spLocks noChangeArrowheads="1"/>
            </p:cNvSpPr>
            <p:nvPr/>
          </p:nvSpPr>
          <p:spPr bwMode="auto">
            <a:xfrm>
              <a:off x="4529138" y="21907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8" name="Rectangle 41">
              <a:extLst>
                <a:ext uri="{FF2B5EF4-FFF2-40B4-BE49-F238E27FC236}">
                  <a16:creationId xmlns:a16="http://schemas.microsoft.com/office/drawing/2014/main" id="{0BC09B13-4BC0-47A3-A0E7-F5F9D5A9C54F}"/>
                </a:ext>
              </a:extLst>
            </p:cNvPr>
            <p:cNvSpPr>
              <a:spLocks noChangeArrowheads="1"/>
            </p:cNvSpPr>
            <p:nvPr/>
          </p:nvSpPr>
          <p:spPr bwMode="auto">
            <a:xfrm>
              <a:off x="4692650" y="41354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09" name="Rectangle 42">
              <a:extLst>
                <a:ext uri="{FF2B5EF4-FFF2-40B4-BE49-F238E27FC236}">
                  <a16:creationId xmlns:a16="http://schemas.microsoft.com/office/drawing/2014/main" id="{1DA16116-016D-4F6C-91CD-49AE38531939}"/>
                </a:ext>
              </a:extLst>
            </p:cNvPr>
            <p:cNvSpPr>
              <a:spLocks noChangeArrowheads="1"/>
            </p:cNvSpPr>
            <p:nvPr/>
          </p:nvSpPr>
          <p:spPr bwMode="auto">
            <a:xfrm>
              <a:off x="3854450" y="34734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0" name="Rectangle 43">
              <a:extLst>
                <a:ext uri="{FF2B5EF4-FFF2-40B4-BE49-F238E27FC236}">
                  <a16:creationId xmlns:a16="http://schemas.microsoft.com/office/drawing/2014/main" id="{BA115676-D5E8-45CB-A97C-1A54B6455644}"/>
                </a:ext>
              </a:extLst>
            </p:cNvPr>
            <p:cNvSpPr>
              <a:spLocks noChangeArrowheads="1"/>
            </p:cNvSpPr>
            <p:nvPr/>
          </p:nvSpPr>
          <p:spPr bwMode="auto">
            <a:xfrm>
              <a:off x="4316413" y="34734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1" name="Rectangle 44">
              <a:extLst>
                <a:ext uri="{FF2B5EF4-FFF2-40B4-BE49-F238E27FC236}">
                  <a16:creationId xmlns:a16="http://schemas.microsoft.com/office/drawing/2014/main" id="{7B616841-7938-44A2-88D2-F120845B2F3C}"/>
                </a:ext>
              </a:extLst>
            </p:cNvPr>
            <p:cNvSpPr>
              <a:spLocks noChangeArrowheads="1"/>
            </p:cNvSpPr>
            <p:nvPr/>
          </p:nvSpPr>
          <p:spPr bwMode="auto">
            <a:xfrm>
              <a:off x="4418013" y="3567113"/>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2" name="Rectangle 45">
              <a:extLst>
                <a:ext uri="{FF2B5EF4-FFF2-40B4-BE49-F238E27FC236}">
                  <a16:creationId xmlns:a16="http://schemas.microsoft.com/office/drawing/2014/main" id="{58827389-FB99-4BB8-B82C-1ADFE26EE732}"/>
                </a:ext>
              </a:extLst>
            </p:cNvPr>
            <p:cNvSpPr>
              <a:spLocks noChangeArrowheads="1"/>
            </p:cNvSpPr>
            <p:nvPr/>
          </p:nvSpPr>
          <p:spPr bwMode="auto">
            <a:xfrm>
              <a:off x="4238625" y="34671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3" name="Rectangle 46">
              <a:extLst>
                <a:ext uri="{FF2B5EF4-FFF2-40B4-BE49-F238E27FC236}">
                  <a16:creationId xmlns:a16="http://schemas.microsoft.com/office/drawing/2014/main" id="{50E93EFC-A535-4103-95C0-3FD1AC9CE683}"/>
                </a:ext>
              </a:extLst>
            </p:cNvPr>
            <p:cNvSpPr>
              <a:spLocks noChangeArrowheads="1"/>
            </p:cNvSpPr>
            <p:nvPr/>
          </p:nvSpPr>
          <p:spPr bwMode="auto">
            <a:xfrm>
              <a:off x="4668838" y="34734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4" name="Freeform 47">
              <a:extLst>
                <a:ext uri="{FF2B5EF4-FFF2-40B4-BE49-F238E27FC236}">
                  <a16:creationId xmlns:a16="http://schemas.microsoft.com/office/drawing/2014/main" id="{6A366082-80A3-4AEA-94B0-06FCE2C59BC1}"/>
                </a:ext>
              </a:extLst>
            </p:cNvPr>
            <p:cNvSpPr>
              <a:spLocks/>
            </p:cNvSpPr>
            <p:nvPr/>
          </p:nvSpPr>
          <p:spPr bwMode="auto">
            <a:xfrm>
              <a:off x="3717925" y="4602163"/>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8"/>
                  </a:lnTo>
                  <a:lnTo>
                    <a:pt x="393" y="47"/>
                  </a:lnTo>
                  <a:lnTo>
                    <a:pt x="361" y="56"/>
                  </a:lnTo>
                  <a:lnTo>
                    <a:pt x="331" y="65"/>
                  </a:lnTo>
                  <a:lnTo>
                    <a:pt x="302" y="76"/>
                  </a:lnTo>
                  <a:lnTo>
                    <a:pt x="274" y="87"/>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6"/>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90"/>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9"/>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9"/>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90"/>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6"/>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7"/>
                  </a:lnTo>
                  <a:lnTo>
                    <a:pt x="1200" y="76"/>
                  </a:lnTo>
                  <a:lnTo>
                    <a:pt x="1171" y="65"/>
                  </a:lnTo>
                  <a:lnTo>
                    <a:pt x="1140" y="56"/>
                  </a:lnTo>
                  <a:lnTo>
                    <a:pt x="1109" y="47"/>
                  </a:lnTo>
                  <a:lnTo>
                    <a:pt x="1077" y="38"/>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5" name="Rectangle 48">
              <a:extLst>
                <a:ext uri="{FF2B5EF4-FFF2-40B4-BE49-F238E27FC236}">
                  <a16:creationId xmlns:a16="http://schemas.microsoft.com/office/drawing/2014/main" id="{1DF640B6-5DC9-421D-9BC4-08DDDBB25846}"/>
                </a:ext>
              </a:extLst>
            </p:cNvPr>
            <p:cNvSpPr>
              <a:spLocks noChangeArrowheads="1"/>
            </p:cNvSpPr>
            <p:nvPr/>
          </p:nvSpPr>
          <p:spPr bwMode="auto">
            <a:xfrm>
              <a:off x="4529138" y="34734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6" name="Rectangle 49">
              <a:extLst>
                <a:ext uri="{FF2B5EF4-FFF2-40B4-BE49-F238E27FC236}">
                  <a16:creationId xmlns:a16="http://schemas.microsoft.com/office/drawing/2014/main" id="{A5AFBA77-0854-4633-ADCC-EEB9E9FE1A2B}"/>
                </a:ext>
              </a:extLst>
            </p:cNvPr>
            <p:cNvSpPr>
              <a:spLocks noChangeArrowheads="1"/>
            </p:cNvSpPr>
            <p:nvPr/>
          </p:nvSpPr>
          <p:spPr bwMode="auto">
            <a:xfrm>
              <a:off x="4692650" y="54530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7" name="Rectangle 50">
              <a:extLst>
                <a:ext uri="{FF2B5EF4-FFF2-40B4-BE49-F238E27FC236}">
                  <a16:creationId xmlns:a16="http://schemas.microsoft.com/office/drawing/2014/main" id="{F16CF53C-2428-4808-B3E5-C5C7CFBF9EFF}"/>
                </a:ext>
              </a:extLst>
            </p:cNvPr>
            <p:cNvSpPr>
              <a:spLocks noChangeArrowheads="1"/>
            </p:cNvSpPr>
            <p:nvPr/>
          </p:nvSpPr>
          <p:spPr bwMode="auto">
            <a:xfrm>
              <a:off x="3854450" y="4791075"/>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8" name="Rectangle 51">
              <a:extLst>
                <a:ext uri="{FF2B5EF4-FFF2-40B4-BE49-F238E27FC236}">
                  <a16:creationId xmlns:a16="http://schemas.microsoft.com/office/drawing/2014/main" id="{75CF31BD-41F9-4A2E-8566-20D44B548D19}"/>
                </a:ext>
              </a:extLst>
            </p:cNvPr>
            <p:cNvSpPr>
              <a:spLocks noChangeArrowheads="1"/>
            </p:cNvSpPr>
            <p:nvPr/>
          </p:nvSpPr>
          <p:spPr bwMode="auto">
            <a:xfrm>
              <a:off x="4316413" y="4791075"/>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19" name="Rectangle 52">
              <a:extLst>
                <a:ext uri="{FF2B5EF4-FFF2-40B4-BE49-F238E27FC236}">
                  <a16:creationId xmlns:a16="http://schemas.microsoft.com/office/drawing/2014/main" id="{29AD058F-1537-469E-AB17-857176B95D1A}"/>
                </a:ext>
              </a:extLst>
            </p:cNvPr>
            <p:cNvSpPr>
              <a:spLocks noChangeArrowheads="1"/>
            </p:cNvSpPr>
            <p:nvPr/>
          </p:nvSpPr>
          <p:spPr bwMode="auto">
            <a:xfrm>
              <a:off x="4418013" y="4884738"/>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0" name="Rectangle 53">
              <a:extLst>
                <a:ext uri="{FF2B5EF4-FFF2-40B4-BE49-F238E27FC236}">
                  <a16:creationId xmlns:a16="http://schemas.microsoft.com/office/drawing/2014/main" id="{20827456-6775-40CC-A296-63478CCAEC8E}"/>
                </a:ext>
              </a:extLst>
            </p:cNvPr>
            <p:cNvSpPr>
              <a:spLocks noChangeArrowheads="1"/>
            </p:cNvSpPr>
            <p:nvPr/>
          </p:nvSpPr>
          <p:spPr bwMode="auto">
            <a:xfrm>
              <a:off x="4238625" y="4784725"/>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1" name="Rectangle 54">
              <a:extLst>
                <a:ext uri="{FF2B5EF4-FFF2-40B4-BE49-F238E27FC236}">
                  <a16:creationId xmlns:a16="http://schemas.microsoft.com/office/drawing/2014/main" id="{AE0B446D-FDE6-4090-A52D-8C9911C98120}"/>
                </a:ext>
              </a:extLst>
            </p:cNvPr>
            <p:cNvSpPr>
              <a:spLocks noChangeArrowheads="1"/>
            </p:cNvSpPr>
            <p:nvPr/>
          </p:nvSpPr>
          <p:spPr bwMode="auto">
            <a:xfrm>
              <a:off x="4668838" y="4791075"/>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2" name="Freeform 55">
              <a:extLst>
                <a:ext uri="{FF2B5EF4-FFF2-40B4-BE49-F238E27FC236}">
                  <a16:creationId xmlns:a16="http://schemas.microsoft.com/office/drawing/2014/main" id="{85423115-5F0C-4387-9CB6-5DE39E0B277A}"/>
                </a:ext>
              </a:extLst>
            </p:cNvPr>
            <p:cNvSpPr>
              <a:spLocks/>
            </p:cNvSpPr>
            <p:nvPr/>
          </p:nvSpPr>
          <p:spPr bwMode="auto">
            <a:xfrm>
              <a:off x="4500563" y="1868488"/>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3" name="Freeform 56">
              <a:extLst>
                <a:ext uri="{FF2B5EF4-FFF2-40B4-BE49-F238E27FC236}">
                  <a16:creationId xmlns:a16="http://schemas.microsoft.com/office/drawing/2014/main" id="{46A37C02-21AA-495C-8D60-64D34E9D455A}"/>
                </a:ext>
              </a:extLst>
            </p:cNvPr>
            <p:cNvSpPr>
              <a:spLocks/>
            </p:cNvSpPr>
            <p:nvPr/>
          </p:nvSpPr>
          <p:spPr bwMode="auto">
            <a:xfrm>
              <a:off x="4487863" y="1377950"/>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4" name="Rectangle 57">
              <a:extLst>
                <a:ext uri="{FF2B5EF4-FFF2-40B4-BE49-F238E27FC236}">
                  <a16:creationId xmlns:a16="http://schemas.microsoft.com/office/drawing/2014/main" id="{97CA46D9-DA89-4FC9-B507-18309F35287F}"/>
                </a:ext>
              </a:extLst>
            </p:cNvPr>
            <p:cNvSpPr>
              <a:spLocks noChangeArrowheads="1"/>
            </p:cNvSpPr>
            <p:nvPr/>
          </p:nvSpPr>
          <p:spPr bwMode="auto">
            <a:xfrm>
              <a:off x="4529138" y="4791075"/>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5" name="Rectangle 58">
              <a:extLst>
                <a:ext uri="{FF2B5EF4-FFF2-40B4-BE49-F238E27FC236}">
                  <a16:creationId xmlns:a16="http://schemas.microsoft.com/office/drawing/2014/main" id="{EF031463-2D27-479C-ACBD-D9B916A3E6AA}"/>
                </a:ext>
              </a:extLst>
            </p:cNvPr>
            <p:cNvSpPr>
              <a:spLocks noChangeArrowheads="1"/>
            </p:cNvSpPr>
            <p:nvPr/>
          </p:nvSpPr>
          <p:spPr bwMode="auto">
            <a:xfrm>
              <a:off x="3724275"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6" name="Rectangle 59">
              <a:extLst>
                <a:ext uri="{FF2B5EF4-FFF2-40B4-BE49-F238E27FC236}">
                  <a16:creationId xmlns:a16="http://schemas.microsoft.com/office/drawing/2014/main" id="{DA60F964-5299-4640-B02D-8F6BD67ADAB3}"/>
                </a:ext>
              </a:extLst>
            </p:cNvPr>
            <p:cNvSpPr>
              <a:spLocks noChangeArrowheads="1"/>
            </p:cNvSpPr>
            <p:nvPr/>
          </p:nvSpPr>
          <p:spPr bwMode="auto">
            <a:xfrm>
              <a:off x="4640263"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7" name="Freeform 60">
              <a:extLst>
                <a:ext uri="{FF2B5EF4-FFF2-40B4-BE49-F238E27FC236}">
                  <a16:creationId xmlns:a16="http://schemas.microsoft.com/office/drawing/2014/main" id="{057366EE-7CCB-46B6-91C9-06DB74473ED9}"/>
                </a:ext>
              </a:extLst>
            </p:cNvPr>
            <p:cNvSpPr>
              <a:spLocks/>
            </p:cNvSpPr>
            <p:nvPr/>
          </p:nvSpPr>
          <p:spPr bwMode="auto">
            <a:xfrm>
              <a:off x="3848100" y="1238250"/>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8" name="Freeform 61">
              <a:extLst>
                <a:ext uri="{FF2B5EF4-FFF2-40B4-BE49-F238E27FC236}">
                  <a16:creationId xmlns:a16="http://schemas.microsoft.com/office/drawing/2014/main" id="{9010F843-9958-4AC5-8C2E-D1057F3C475E}"/>
                </a:ext>
              </a:extLst>
            </p:cNvPr>
            <p:cNvSpPr>
              <a:spLocks/>
            </p:cNvSpPr>
            <p:nvPr/>
          </p:nvSpPr>
          <p:spPr bwMode="auto">
            <a:xfrm>
              <a:off x="3316288" y="1322388"/>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29" name="Rectangle 62">
              <a:extLst>
                <a:ext uri="{FF2B5EF4-FFF2-40B4-BE49-F238E27FC236}">
                  <a16:creationId xmlns:a16="http://schemas.microsoft.com/office/drawing/2014/main" id="{9BA15512-C8BC-4F51-BB24-1B82221D68E5}"/>
                </a:ext>
              </a:extLst>
            </p:cNvPr>
            <p:cNvSpPr>
              <a:spLocks noChangeArrowheads="1"/>
            </p:cNvSpPr>
            <p:nvPr/>
          </p:nvSpPr>
          <p:spPr bwMode="auto">
            <a:xfrm>
              <a:off x="53594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0" name="Freeform 63">
              <a:extLst>
                <a:ext uri="{FF2B5EF4-FFF2-40B4-BE49-F238E27FC236}">
                  <a16:creationId xmlns:a16="http://schemas.microsoft.com/office/drawing/2014/main" id="{530180CC-037F-42A6-994B-0B912285A217}"/>
                </a:ext>
              </a:extLst>
            </p:cNvPr>
            <p:cNvSpPr>
              <a:spLocks/>
            </p:cNvSpPr>
            <p:nvPr/>
          </p:nvSpPr>
          <p:spPr bwMode="auto">
            <a:xfrm>
              <a:off x="4921250" y="4794250"/>
              <a:ext cx="125413" cy="84138"/>
            </a:xfrm>
            <a:custGeom>
              <a:avLst/>
              <a:gdLst>
                <a:gd name="T0" fmla="*/ 2147483646 w 159"/>
                <a:gd name="T1" fmla="*/ 0 h 106"/>
                <a:gd name="T2" fmla="*/ 0 w 159"/>
                <a:gd name="T3" fmla="*/ 2147483646 h 106"/>
                <a:gd name="T4" fmla="*/ 2147483646 w 159"/>
                <a:gd name="T5" fmla="*/ 2147483646 h 106"/>
                <a:gd name="T6" fmla="*/ 2147483646 w 159"/>
                <a:gd name="T7" fmla="*/ 2147483646 h 106"/>
                <a:gd name="T8" fmla="*/ 2147483646 w 159"/>
                <a:gd name="T9" fmla="*/ 0 h 106"/>
                <a:gd name="T10" fmla="*/ 0 60000 65536"/>
                <a:gd name="T11" fmla="*/ 0 60000 65536"/>
                <a:gd name="T12" fmla="*/ 0 60000 65536"/>
                <a:gd name="T13" fmla="*/ 0 60000 65536"/>
                <a:gd name="T14" fmla="*/ 0 60000 65536"/>
                <a:gd name="T15" fmla="*/ 0 w 159"/>
                <a:gd name="T16" fmla="*/ 0 h 106"/>
                <a:gd name="T17" fmla="*/ 159 w 159"/>
                <a:gd name="T18" fmla="*/ 106 h 106"/>
              </a:gdLst>
              <a:ahLst/>
              <a:cxnLst>
                <a:cxn ang="T10">
                  <a:pos x="T0" y="T1"/>
                </a:cxn>
                <a:cxn ang="T11">
                  <a:pos x="T2" y="T3"/>
                </a:cxn>
                <a:cxn ang="T12">
                  <a:pos x="T4" y="T5"/>
                </a:cxn>
                <a:cxn ang="T13">
                  <a:pos x="T6" y="T7"/>
                </a:cxn>
                <a:cxn ang="T14">
                  <a:pos x="T8" y="T9"/>
                </a:cxn>
              </a:cxnLst>
              <a:rect l="T15" t="T16" r="T17" b="T18"/>
              <a:pathLst>
                <a:path w="159" h="106">
                  <a:moveTo>
                    <a:pt x="133" y="0"/>
                  </a:moveTo>
                  <a:lnTo>
                    <a:pt x="0" y="106"/>
                  </a:lnTo>
                  <a:lnTo>
                    <a:pt x="159" y="53"/>
                  </a:lnTo>
                  <a:lnTo>
                    <a:pt x="133" y="26"/>
                  </a:lnTo>
                  <a:lnTo>
                    <a:pt x="133"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1" name="Freeform 64">
              <a:extLst>
                <a:ext uri="{FF2B5EF4-FFF2-40B4-BE49-F238E27FC236}">
                  <a16:creationId xmlns:a16="http://schemas.microsoft.com/office/drawing/2014/main" id="{F68280CA-F2F3-4131-96D5-E3EF3FAAF676}"/>
                </a:ext>
              </a:extLst>
            </p:cNvPr>
            <p:cNvSpPr>
              <a:spLocks/>
            </p:cNvSpPr>
            <p:nvPr/>
          </p:nvSpPr>
          <p:spPr bwMode="auto">
            <a:xfrm>
              <a:off x="4652963" y="1125538"/>
              <a:ext cx="1223962" cy="3687762"/>
            </a:xfrm>
            <a:custGeom>
              <a:avLst/>
              <a:gdLst>
                <a:gd name="T0" fmla="*/ 0 w 1543"/>
                <a:gd name="T1" fmla="*/ 0 h 4648"/>
                <a:gd name="T2" fmla="*/ 2147483646 w 1543"/>
                <a:gd name="T3" fmla="*/ 2147483646 h 4648"/>
                <a:gd name="T4" fmla="*/ 2147483646 w 1543"/>
                <a:gd name="T5" fmla="*/ 2147483646 h 4648"/>
                <a:gd name="T6" fmla="*/ 2147483646 w 1543"/>
                <a:gd name="T7" fmla="*/ 2147483646 h 4648"/>
                <a:gd name="T8" fmla="*/ 2147483646 w 1543"/>
                <a:gd name="T9" fmla="*/ 2147483646 h 4648"/>
                <a:gd name="T10" fmla="*/ 2147483646 w 1543"/>
                <a:gd name="T11" fmla="*/ 2147483646 h 4648"/>
                <a:gd name="T12" fmla="*/ 2147483646 w 1543"/>
                <a:gd name="T13" fmla="*/ 2147483646 h 4648"/>
                <a:gd name="T14" fmla="*/ 2147483646 w 1543"/>
                <a:gd name="T15" fmla="*/ 2147483646 h 4648"/>
                <a:gd name="T16" fmla="*/ 2147483646 w 1543"/>
                <a:gd name="T17" fmla="*/ 2147483646 h 4648"/>
                <a:gd name="T18" fmla="*/ 2147483646 w 1543"/>
                <a:gd name="T19" fmla="*/ 2147483646 h 4648"/>
                <a:gd name="T20" fmla="*/ 2147483646 w 1543"/>
                <a:gd name="T21" fmla="*/ 2147483646 h 4648"/>
                <a:gd name="T22" fmla="*/ 2147483646 w 1543"/>
                <a:gd name="T23" fmla="*/ 2147483646 h 4648"/>
                <a:gd name="T24" fmla="*/ 2147483646 w 1543"/>
                <a:gd name="T25" fmla="*/ 2147483646 h 4648"/>
                <a:gd name="T26" fmla="*/ 2147483646 w 1543"/>
                <a:gd name="T27" fmla="*/ 2147483646 h 4648"/>
                <a:gd name="T28" fmla="*/ 2147483646 w 1543"/>
                <a:gd name="T29" fmla="*/ 2147483646 h 4648"/>
                <a:gd name="T30" fmla="*/ 2147483646 w 1543"/>
                <a:gd name="T31" fmla="*/ 2147483646 h 4648"/>
                <a:gd name="T32" fmla="*/ 2147483646 w 1543"/>
                <a:gd name="T33" fmla="*/ 2147483646 h 4648"/>
                <a:gd name="T34" fmla="*/ 2147483646 w 1543"/>
                <a:gd name="T35" fmla="*/ 2147483646 h 4648"/>
                <a:gd name="T36" fmla="*/ 2147483646 w 1543"/>
                <a:gd name="T37" fmla="*/ 2147483646 h 4648"/>
                <a:gd name="T38" fmla="*/ 2147483646 w 1543"/>
                <a:gd name="T39" fmla="*/ 2147483646 h 4648"/>
                <a:gd name="T40" fmla="*/ 2147483646 w 1543"/>
                <a:gd name="T41" fmla="*/ 2147483646 h 4648"/>
                <a:gd name="T42" fmla="*/ 2147483646 w 1543"/>
                <a:gd name="T43" fmla="*/ 2147483646 h 4648"/>
                <a:gd name="T44" fmla="*/ 2147483646 w 1543"/>
                <a:gd name="T45" fmla="*/ 2147483646 h 4648"/>
                <a:gd name="T46" fmla="*/ 2147483646 w 1543"/>
                <a:gd name="T47" fmla="*/ 2147483646 h 4648"/>
                <a:gd name="T48" fmla="*/ 2147483646 w 1543"/>
                <a:gd name="T49" fmla="*/ 2147483646 h 4648"/>
                <a:gd name="T50" fmla="*/ 2147483646 w 1543"/>
                <a:gd name="T51" fmla="*/ 2147483646 h 4648"/>
                <a:gd name="T52" fmla="*/ 2147483646 w 1543"/>
                <a:gd name="T53" fmla="*/ 2147483646 h 4648"/>
                <a:gd name="T54" fmla="*/ 2147483646 w 1543"/>
                <a:gd name="T55" fmla="*/ 2147483646 h 4648"/>
                <a:gd name="T56" fmla="*/ 2147483646 w 1543"/>
                <a:gd name="T57" fmla="*/ 2147483646 h 4648"/>
                <a:gd name="T58" fmla="*/ 2147483646 w 1543"/>
                <a:gd name="T59" fmla="*/ 2147483646 h 4648"/>
                <a:gd name="T60" fmla="*/ 2147483646 w 1543"/>
                <a:gd name="T61" fmla="*/ 2147483646 h 4648"/>
                <a:gd name="T62" fmla="*/ 2147483646 w 1543"/>
                <a:gd name="T63" fmla="*/ 2147483646 h 4648"/>
                <a:gd name="T64" fmla="*/ 2147483646 w 1543"/>
                <a:gd name="T65" fmla="*/ 2147483646 h 46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3"/>
                <a:gd name="T100" fmla="*/ 0 h 4648"/>
                <a:gd name="T101" fmla="*/ 1543 w 1543"/>
                <a:gd name="T102" fmla="*/ 4648 h 46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3" h="4648">
                  <a:moveTo>
                    <a:pt x="0" y="0"/>
                  </a:moveTo>
                  <a:lnTo>
                    <a:pt x="236" y="172"/>
                  </a:lnTo>
                  <a:lnTo>
                    <a:pt x="450" y="347"/>
                  </a:lnTo>
                  <a:lnTo>
                    <a:pt x="640" y="525"/>
                  </a:lnTo>
                  <a:lnTo>
                    <a:pt x="811" y="703"/>
                  </a:lnTo>
                  <a:lnTo>
                    <a:pt x="961" y="883"/>
                  </a:lnTo>
                  <a:lnTo>
                    <a:pt x="1091" y="1063"/>
                  </a:lnTo>
                  <a:lnTo>
                    <a:pt x="1203" y="1244"/>
                  </a:lnTo>
                  <a:lnTo>
                    <a:pt x="1297" y="1424"/>
                  </a:lnTo>
                  <a:lnTo>
                    <a:pt x="1376" y="1604"/>
                  </a:lnTo>
                  <a:lnTo>
                    <a:pt x="1438" y="1784"/>
                  </a:lnTo>
                  <a:lnTo>
                    <a:pt x="1484" y="1962"/>
                  </a:lnTo>
                  <a:lnTo>
                    <a:pt x="1516" y="2138"/>
                  </a:lnTo>
                  <a:lnTo>
                    <a:pt x="1536" y="2312"/>
                  </a:lnTo>
                  <a:lnTo>
                    <a:pt x="1543" y="2483"/>
                  </a:lnTo>
                  <a:lnTo>
                    <a:pt x="1537" y="2653"/>
                  </a:lnTo>
                  <a:lnTo>
                    <a:pt x="1521" y="2817"/>
                  </a:lnTo>
                  <a:lnTo>
                    <a:pt x="1496" y="2979"/>
                  </a:lnTo>
                  <a:lnTo>
                    <a:pt x="1460" y="3135"/>
                  </a:lnTo>
                  <a:lnTo>
                    <a:pt x="1417" y="3288"/>
                  </a:lnTo>
                  <a:lnTo>
                    <a:pt x="1366" y="3435"/>
                  </a:lnTo>
                  <a:lnTo>
                    <a:pt x="1309" y="3577"/>
                  </a:lnTo>
                  <a:lnTo>
                    <a:pt x="1246" y="3712"/>
                  </a:lnTo>
                  <a:lnTo>
                    <a:pt x="1178" y="3841"/>
                  </a:lnTo>
                  <a:lnTo>
                    <a:pt x="1107" y="3964"/>
                  </a:lnTo>
                  <a:lnTo>
                    <a:pt x="1031" y="4079"/>
                  </a:lnTo>
                  <a:lnTo>
                    <a:pt x="953" y="4187"/>
                  </a:lnTo>
                  <a:lnTo>
                    <a:pt x="875" y="4286"/>
                  </a:lnTo>
                  <a:lnTo>
                    <a:pt x="795" y="4377"/>
                  </a:lnTo>
                  <a:lnTo>
                    <a:pt x="716" y="4460"/>
                  </a:lnTo>
                  <a:lnTo>
                    <a:pt x="638" y="4533"/>
                  </a:lnTo>
                  <a:lnTo>
                    <a:pt x="561" y="4595"/>
                  </a:lnTo>
                  <a:lnTo>
                    <a:pt x="487" y="4648"/>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2" name="Rectangle 65">
              <a:extLst>
                <a:ext uri="{FF2B5EF4-FFF2-40B4-BE49-F238E27FC236}">
                  <a16:creationId xmlns:a16="http://schemas.microsoft.com/office/drawing/2014/main" id="{5115E776-19DF-4C5B-B922-2DA1BF20BEF6}"/>
                </a:ext>
              </a:extLst>
            </p:cNvPr>
            <p:cNvSpPr>
              <a:spLocks noChangeArrowheads="1"/>
            </p:cNvSpPr>
            <p:nvPr/>
          </p:nvSpPr>
          <p:spPr bwMode="auto">
            <a:xfrm>
              <a:off x="29972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3" name="Freeform 66">
              <a:extLst>
                <a:ext uri="{FF2B5EF4-FFF2-40B4-BE49-F238E27FC236}">
                  <a16:creationId xmlns:a16="http://schemas.microsoft.com/office/drawing/2014/main" id="{758E90DC-1390-4A07-8BF8-4D0DD173694D}"/>
                </a:ext>
              </a:extLst>
            </p:cNvPr>
            <p:cNvSpPr>
              <a:spLocks/>
            </p:cNvSpPr>
            <p:nvPr/>
          </p:nvSpPr>
          <p:spPr bwMode="auto">
            <a:xfrm>
              <a:off x="3827463" y="1131888"/>
              <a:ext cx="104775" cy="106362"/>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7" y="133"/>
                  </a:moveTo>
                  <a:lnTo>
                    <a:pt x="133" y="0"/>
                  </a:lnTo>
                  <a:lnTo>
                    <a:pt x="0" y="80"/>
                  </a:lnTo>
                  <a:lnTo>
                    <a:pt x="0" y="106"/>
                  </a:lnTo>
                  <a:lnTo>
                    <a:pt x="27"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4" name="Freeform 67">
              <a:extLst>
                <a:ext uri="{FF2B5EF4-FFF2-40B4-BE49-F238E27FC236}">
                  <a16:creationId xmlns:a16="http://schemas.microsoft.com/office/drawing/2014/main" id="{35EAFEF9-70F3-4E3F-85E2-151E4B39EF7E}"/>
                </a:ext>
              </a:extLst>
            </p:cNvPr>
            <p:cNvSpPr>
              <a:spLocks/>
            </p:cNvSpPr>
            <p:nvPr/>
          </p:nvSpPr>
          <p:spPr bwMode="auto">
            <a:xfrm>
              <a:off x="2733675" y="1220788"/>
              <a:ext cx="1093788" cy="3684587"/>
            </a:xfrm>
            <a:custGeom>
              <a:avLst/>
              <a:gdLst>
                <a:gd name="T0" fmla="*/ 2147483646 w 1378"/>
                <a:gd name="T1" fmla="*/ 0 h 4642"/>
                <a:gd name="T2" fmla="*/ 2147483646 w 1378"/>
                <a:gd name="T3" fmla="*/ 2147483646 h 4642"/>
                <a:gd name="T4" fmla="*/ 2147483646 w 1378"/>
                <a:gd name="T5" fmla="*/ 2147483646 h 4642"/>
                <a:gd name="T6" fmla="*/ 2147483646 w 1378"/>
                <a:gd name="T7" fmla="*/ 2147483646 h 4642"/>
                <a:gd name="T8" fmla="*/ 2147483646 w 1378"/>
                <a:gd name="T9" fmla="*/ 2147483646 h 4642"/>
                <a:gd name="T10" fmla="*/ 2147483646 w 1378"/>
                <a:gd name="T11" fmla="*/ 2147483646 h 4642"/>
                <a:gd name="T12" fmla="*/ 2147483646 w 1378"/>
                <a:gd name="T13" fmla="*/ 2147483646 h 4642"/>
                <a:gd name="T14" fmla="*/ 2147483646 w 1378"/>
                <a:gd name="T15" fmla="*/ 2147483646 h 4642"/>
                <a:gd name="T16" fmla="*/ 2147483646 w 1378"/>
                <a:gd name="T17" fmla="*/ 2147483646 h 4642"/>
                <a:gd name="T18" fmla="*/ 2147483646 w 1378"/>
                <a:gd name="T19" fmla="*/ 2147483646 h 4642"/>
                <a:gd name="T20" fmla="*/ 2147483646 w 1378"/>
                <a:gd name="T21" fmla="*/ 2147483646 h 4642"/>
                <a:gd name="T22" fmla="*/ 2147483646 w 1378"/>
                <a:gd name="T23" fmla="*/ 2147483646 h 4642"/>
                <a:gd name="T24" fmla="*/ 0 w 1378"/>
                <a:gd name="T25" fmla="*/ 2147483646 h 4642"/>
                <a:gd name="T26" fmla="*/ 2147483646 w 1378"/>
                <a:gd name="T27" fmla="*/ 2147483646 h 4642"/>
                <a:gd name="T28" fmla="*/ 2147483646 w 1378"/>
                <a:gd name="T29" fmla="*/ 2147483646 h 4642"/>
                <a:gd name="T30" fmla="*/ 2147483646 w 1378"/>
                <a:gd name="T31" fmla="*/ 2147483646 h 4642"/>
                <a:gd name="T32" fmla="*/ 2147483646 w 1378"/>
                <a:gd name="T33" fmla="*/ 2147483646 h 4642"/>
                <a:gd name="T34" fmla="*/ 2147483646 w 1378"/>
                <a:gd name="T35" fmla="*/ 2147483646 h 4642"/>
                <a:gd name="T36" fmla="*/ 2147483646 w 1378"/>
                <a:gd name="T37" fmla="*/ 2147483646 h 4642"/>
                <a:gd name="T38" fmla="*/ 2147483646 w 1378"/>
                <a:gd name="T39" fmla="*/ 2147483646 h 4642"/>
                <a:gd name="T40" fmla="*/ 2147483646 w 1378"/>
                <a:gd name="T41" fmla="*/ 2147483646 h 4642"/>
                <a:gd name="T42" fmla="*/ 2147483646 w 1378"/>
                <a:gd name="T43" fmla="*/ 2147483646 h 4642"/>
                <a:gd name="T44" fmla="*/ 2147483646 w 1378"/>
                <a:gd name="T45" fmla="*/ 2147483646 h 4642"/>
                <a:gd name="T46" fmla="*/ 2147483646 w 1378"/>
                <a:gd name="T47" fmla="*/ 2147483646 h 4642"/>
                <a:gd name="T48" fmla="*/ 2147483646 w 1378"/>
                <a:gd name="T49" fmla="*/ 2147483646 h 4642"/>
                <a:gd name="T50" fmla="*/ 2147483646 w 1378"/>
                <a:gd name="T51" fmla="*/ 2147483646 h 4642"/>
                <a:gd name="T52" fmla="*/ 2147483646 w 1378"/>
                <a:gd name="T53" fmla="*/ 2147483646 h 4642"/>
                <a:gd name="T54" fmla="*/ 2147483646 w 1378"/>
                <a:gd name="T55" fmla="*/ 2147483646 h 4642"/>
                <a:gd name="T56" fmla="*/ 2147483646 w 1378"/>
                <a:gd name="T57" fmla="*/ 2147483646 h 4642"/>
                <a:gd name="T58" fmla="*/ 2147483646 w 1378"/>
                <a:gd name="T59" fmla="*/ 2147483646 h 4642"/>
                <a:gd name="T60" fmla="*/ 2147483646 w 1378"/>
                <a:gd name="T61" fmla="*/ 2147483646 h 4642"/>
                <a:gd name="T62" fmla="*/ 2147483646 w 1378"/>
                <a:gd name="T63" fmla="*/ 2147483646 h 4642"/>
                <a:gd name="T64" fmla="*/ 2147483646 w 1378"/>
                <a:gd name="T65" fmla="*/ 2147483646 h 46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8"/>
                <a:gd name="T100" fmla="*/ 0 h 4642"/>
                <a:gd name="T101" fmla="*/ 1378 w 1378"/>
                <a:gd name="T102" fmla="*/ 4642 h 46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8" h="4642">
                  <a:moveTo>
                    <a:pt x="1378" y="0"/>
                  </a:moveTo>
                  <a:lnTo>
                    <a:pt x="1141" y="181"/>
                  </a:lnTo>
                  <a:lnTo>
                    <a:pt x="929" y="366"/>
                  </a:lnTo>
                  <a:lnTo>
                    <a:pt x="742" y="551"/>
                  </a:lnTo>
                  <a:lnTo>
                    <a:pt x="579" y="738"/>
                  </a:lnTo>
                  <a:lnTo>
                    <a:pt x="438" y="928"/>
                  </a:lnTo>
                  <a:lnTo>
                    <a:pt x="319" y="1116"/>
                  </a:lnTo>
                  <a:lnTo>
                    <a:pt x="221" y="1306"/>
                  </a:lnTo>
                  <a:lnTo>
                    <a:pt x="142" y="1495"/>
                  </a:lnTo>
                  <a:lnTo>
                    <a:pt x="82" y="1683"/>
                  </a:lnTo>
                  <a:lnTo>
                    <a:pt x="38" y="1870"/>
                  </a:lnTo>
                  <a:lnTo>
                    <a:pt x="12" y="2055"/>
                  </a:lnTo>
                  <a:lnTo>
                    <a:pt x="0" y="2237"/>
                  </a:lnTo>
                  <a:lnTo>
                    <a:pt x="1" y="2418"/>
                  </a:lnTo>
                  <a:lnTo>
                    <a:pt x="16" y="2594"/>
                  </a:lnTo>
                  <a:lnTo>
                    <a:pt x="44" y="2766"/>
                  </a:lnTo>
                  <a:lnTo>
                    <a:pt x="81" y="2935"/>
                  </a:lnTo>
                  <a:lnTo>
                    <a:pt x="127" y="3099"/>
                  </a:lnTo>
                  <a:lnTo>
                    <a:pt x="183" y="3257"/>
                  </a:lnTo>
                  <a:lnTo>
                    <a:pt x="245" y="3409"/>
                  </a:lnTo>
                  <a:lnTo>
                    <a:pt x="314" y="3556"/>
                  </a:lnTo>
                  <a:lnTo>
                    <a:pt x="388" y="3696"/>
                  </a:lnTo>
                  <a:lnTo>
                    <a:pt x="466" y="3828"/>
                  </a:lnTo>
                  <a:lnTo>
                    <a:pt x="547" y="3953"/>
                  </a:lnTo>
                  <a:lnTo>
                    <a:pt x="631" y="4068"/>
                  </a:lnTo>
                  <a:lnTo>
                    <a:pt x="714" y="4176"/>
                  </a:lnTo>
                  <a:lnTo>
                    <a:pt x="797" y="4275"/>
                  </a:lnTo>
                  <a:lnTo>
                    <a:pt x="880" y="4362"/>
                  </a:lnTo>
                  <a:lnTo>
                    <a:pt x="960" y="4441"/>
                  </a:lnTo>
                  <a:lnTo>
                    <a:pt x="1036" y="4508"/>
                  </a:lnTo>
                  <a:lnTo>
                    <a:pt x="1107" y="4565"/>
                  </a:lnTo>
                  <a:lnTo>
                    <a:pt x="1174" y="4609"/>
                  </a:lnTo>
                  <a:lnTo>
                    <a:pt x="1232" y="4642"/>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5" name="Rectangle 68">
              <a:extLst>
                <a:ext uri="{FF2B5EF4-FFF2-40B4-BE49-F238E27FC236}">
                  <a16:creationId xmlns:a16="http://schemas.microsoft.com/office/drawing/2014/main" id="{3C162B2D-1826-4513-8271-1B12E5370E26}"/>
                </a:ext>
              </a:extLst>
            </p:cNvPr>
            <p:cNvSpPr>
              <a:spLocks noChangeArrowheads="1"/>
            </p:cNvSpPr>
            <p:nvPr/>
          </p:nvSpPr>
          <p:spPr bwMode="auto">
            <a:xfrm>
              <a:off x="5665788"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6" name="Freeform 69">
              <a:extLst>
                <a:ext uri="{FF2B5EF4-FFF2-40B4-BE49-F238E27FC236}">
                  <a16:creationId xmlns:a16="http://schemas.microsoft.com/office/drawing/2014/main" id="{5A2596B5-D2F5-419F-BDAE-4511E4452777}"/>
                </a:ext>
              </a:extLst>
            </p:cNvPr>
            <p:cNvSpPr>
              <a:spLocks/>
            </p:cNvSpPr>
            <p:nvPr/>
          </p:nvSpPr>
          <p:spPr bwMode="auto">
            <a:xfrm>
              <a:off x="4057650" y="1406525"/>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7" name="Freeform 70">
              <a:extLst>
                <a:ext uri="{FF2B5EF4-FFF2-40B4-BE49-F238E27FC236}">
                  <a16:creationId xmlns:a16="http://schemas.microsoft.com/office/drawing/2014/main" id="{AECB3BDA-4872-4714-B48C-AAAD8B046864}"/>
                </a:ext>
              </a:extLst>
            </p:cNvPr>
            <p:cNvSpPr>
              <a:spLocks/>
            </p:cNvSpPr>
            <p:nvPr/>
          </p:nvSpPr>
          <p:spPr bwMode="auto">
            <a:xfrm>
              <a:off x="4070350" y="1539875"/>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438" name="Rectangle 71">
              <a:extLst>
                <a:ext uri="{FF2B5EF4-FFF2-40B4-BE49-F238E27FC236}">
                  <a16:creationId xmlns:a16="http://schemas.microsoft.com/office/drawing/2014/main" id="{4D033518-FD0D-432F-B9FD-79B9BA467885}"/>
                </a:ext>
              </a:extLst>
            </p:cNvPr>
            <p:cNvSpPr>
              <a:spLocks noChangeArrowheads="1"/>
            </p:cNvSpPr>
            <p:nvPr/>
          </p:nvSpPr>
          <p:spPr bwMode="auto">
            <a:xfrm>
              <a:off x="2716213"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1378" name="Rectangle 2">
            <a:extLst>
              <a:ext uri="{FF2B5EF4-FFF2-40B4-BE49-F238E27FC236}">
                <a16:creationId xmlns:a16="http://schemas.microsoft.com/office/drawing/2014/main" id="{4430C51B-F76C-4365-BADB-A54F089F084C}"/>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arbiter</a:t>
            </a:r>
          </a:p>
        </p:txBody>
      </p:sp>
      <p:cxnSp>
        <p:nvCxnSpPr>
          <p:cNvPr id="101379" name="Straight Arrow Connector 62">
            <a:extLst>
              <a:ext uri="{FF2B5EF4-FFF2-40B4-BE49-F238E27FC236}">
                <a16:creationId xmlns:a16="http://schemas.microsoft.com/office/drawing/2014/main" id="{367C8973-D7AE-47D4-BD2D-DF4CD60D2020}"/>
              </a:ext>
            </a:extLst>
          </p:cNvPr>
          <p:cNvCxnSpPr>
            <a:cxnSpLocks noChangeShapeType="1"/>
            <a:endCxn id="101425" idx="1"/>
          </p:cNvCxnSpPr>
          <p:nvPr/>
        </p:nvCxnSpPr>
        <p:spPr bwMode="auto">
          <a:xfrm>
            <a:off x="2032000" y="2181225"/>
            <a:ext cx="1692275" cy="401638"/>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
        <p:nvSpPr>
          <p:cNvPr id="101380" name="TextBox 63">
            <a:extLst>
              <a:ext uri="{FF2B5EF4-FFF2-40B4-BE49-F238E27FC236}">
                <a16:creationId xmlns:a16="http://schemas.microsoft.com/office/drawing/2014/main" id="{ADBE733F-28CA-4761-AA43-3E8D5F980D95}"/>
              </a:ext>
            </a:extLst>
          </p:cNvPr>
          <p:cNvSpPr txBox="1">
            <a:spLocks noChangeArrowheads="1"/>
          </p:cNvSpPr>
          <p:nvPr/>
        </p:nvSpPr>
        <p:spPr bwMode="auto">
          <a:xfrm>
            <a:off x="0" y="914400"/>
            <a:ext cx="295433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Each device must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release the resource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after it is done using it</a:t>
            </a:r>
          </a:p>
        </p:txBody>
      </p:sp>
      <p:cxnSp>
        <p:nvCxnSpPr>
          <p:cNvPr id="101381" name="Straight Arrow Connector 65">
            <a:extLst>
              <a:ext uri="{FF2B5EF4-FFF2-40B4-BE49-F238E27FC236}">
                <a16:creationId xmlns:a16="http://schemas.microsoft.com/office/drawing/2014/main" id="{F6F80284-D6DA-4C74-9859-EFD559469260}"/>
              </a:ext>
            </a:extLst>
          </p:cNvPr>
          <p:cNvCxnSpPr>
            <a:cxnSpLocks noChangeShapeType="1"/>
          </p:cNvCxnSpPr>
          <p:nvPr/>
        </p:nvCxnSpPr>
        <p:spPr bwMode="auto">
          <a:xfrm>
            <a:off x="1828800" y="2209800"/>
            <a:ext cx="1295400" cy="153035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101382" name="Straight Arrow Connector 66">
            <a:extLst>
              <a:ext uri="{FF2B5EF4-FFF2-40B4-BE49-F238E27FC236}">
                <a16:creationId xmlns:a16="http://schemas.microsoft.com/office/drawing/2014/main" id="{4277C15C-9D94-41BC-8DB5-B1C5C950AE49}"/>
              </a:ext>
            </a:extLst>
          </p:cNvPr>
          <p:cNvCxnSpPr>
            <a:cxnSpLocks noChangeShapeType="1"/>
          </p:cNvCxnSpPr>
          <p:nvPr/>
        </p:nvCxnSpPr>
        <p:spPr bwMode="auto">
          <a:xfrm>
            <a:off x="1568450" y="2330450"/>
            <a:ext cx="1098550" cy="2698750"/>
          </a:xfrm>
          <a:prstGeom prst="straightConnector1">
            <a:avLst/>
          </a:prstGeom>
          <a:noFill/>
          <a:ln w="25400">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01" name="Group 1">
            <a:extLst>
              <a:ext uri="{FF2B5EF4-FFF2-40B4-BE49-F238E27FC236}">
                <a16:creationId xmlns:a16="http://schemas.microsoft.com/office/drawing/2014/main" id="{F45A8015-510A-4E67-AEE2-9C51C79F4D87}"/>
              </a:ext>
            </a:extLst>
          </p:cNvPr>
          <p:cNvGrpSpPr>
            <a:grpSpLocks/>
          </p:cNvGrpSpPr>
          <p:nvPr/>
        </p:nvGrpSpPr>
        <p:grpSpPr bwMode="auto">
          <a:xfrm>
            <a:off x="2819400" y="1066800"/>
            <a:ext cx="3570288" cy="5492750"/>
            <a:chOff x="2832100" y="415925"/>
            <a:chExt cx="3570288" cy="5492750"/>
          </a:xfrm>
        </p:grpSpPr>
        <p:sp>
          <p:nvSpPr>
            <p:cNvPr id="102404" name="Freeform 4">
              <a:extLst>
                <a:ext uri="{FF2B5EF4-FFF2-40B4-BE49-F238E27FC236}">
                  <a16:creationId xmlns:a16="http://schemas.microsoft.com/office/drawing/2014/main" id="{F7C9C8D3-8C94-4F6D-9D7B-233987D8F45A}"/>
                </a:ext>
              </a:extLst>
            </p:cNvPr>
            <p:cNvSpPr>
              <a:spLocks/>
            </p:cNvSpPr>
            <p:nvPr/>
          </p:nvSpPr>
          <p:spPr bwMode="auto">
            <a:xfrm>
              <a:off x="4562475" y="5359400"/>
              <a:ext cx="106363" cy="106363"/>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79"/>
                  </a:moveTo>
                  <a:lnTo>
                    <a:pt x="0" y="0"/>
                  </a:lnTo>
                  <a:lnTo>
                    <a:pt x="80" y="133"/>
                  </a:lnTo>
                  <a:lnTo>
                    <a:pt x="107" y="106"/>
                  </a:lnTo>
                  <a:lnTo>
                    <a:pt x="133" y="79"/>
                  </a:lnTo>
                  <a:close/>
                </a:path>
              </a:pathLst>
            </a:custGeom>
            <a:solidFill>
              <a:schemeClr val="tx1"/>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5" name="Freeform 7">
              <a:extLst>
                <a:ext uri="{FF2B5EF4-FFF2-40B4-BE49-F238E27FC236}">
                  <a16:creationId xmlns:a16="http://schemas.microsoft.com/office/drawing/2014/main" id="{C4B8E9AF-4DBE-4300-889B-E38355533C3C}"/>
                </a:ext>
              </a:extLst>
            </p:cNvPr>
            <p:cNvSpPr>
              <a:spLocks/>
            </p:cNvSpPr>
            <p:nvPr/>
          </p:nvSpPr>
          <p:spPr bwMode="auto">
            <a:xfrm>
              <a:off x="4097338" y="5295900"/>
              <a:ext cx="592137" cy="612775"/>
            </a:xfrm>
            <a:custGeom>
              <a:avLst/>
              <a:gdLst>
                <a:gd name="T0" fmla="*/ 0 w 745"/>
                <a:gd name="T1" fmla="*/ 2147483646 h 772"/>
                <a:gd name="T2" fmla="*/ 2147483646 w 745"/>
                <a:gd name="T3" fmla="*/ 2147483646 h 772"/>
                <a:gd name="T4" fmla="*/ 2147483646 w 745"/>
                <a:gd name="T5" fmla="*/ 2147483646 h 772"/>
                <a:gd name="T6" fmla="*/ 2147483646 w 745"/>
                <a:gd name="T7" fmla="*/ 2147483646 h 772"/>
                <a:gd name="T8" fmla="*/ 2147483646 w 745"/>
                <a:gd name="T9" fmla="*/ 2147483646 h 772"/>
                <a:gd name="T10" fmla="*/ 2147483646 w 745"/>
                <a:gd name="T11" fmla="*/ 2147483646 h 772"/>
                <a:gd name="T12" fmla="*/ 2147483646 w 745"/>
                <a:gd name="T13" fmla="*/ 2147483646 h 772"/>
                <a:gd name="T14" fmla="*/ 2147483646 w 745"/>
                <a:gd name="T15" fmla="*/ 2147483646 h 772"/>
                <a:gd name="T16" fmla="*/ 2147483646 w 745"/>
                <a:gd name="T17" fmla="*/ 2147483646 h 772"/>
                <a:gd name="T18" fmla="*/ 2147483646 w 745"/>
                <a:gd name="T19" fmla="*/ 2147483646 h 772"/>
                <a:gd name="T20" fmla="*/ 2147483646 w 745"/>
                <a:gd name="T21" fmla="*/ 0 h 772"/>
                <a:gd name="T22" fmla="*/ 2147483646 w 745"/>
                <a:gd name="T23" fmla="*/ 0 h 772"/>
                <a:gd name="T24" fmla="*/ 2147483646 w 745"/>
                <a:gd name="T25" fmla="*/ 2147483646 h 772"/>
                <a:gd name="T26" fmla="*/ 2147483646 w 745"/>
                <a:gd name="T27" fmla="*/ 2147483646 h 772"/>
                <a:gd name="T28" fmla="*/ 2147483646 w 745"/>
                <a:gd name="T29" fmla="*/ 2147483646 h 772"/>
                <a:gd name="T30" fmla="*/ 2147483646 w 745"/>
                <a:gd name="T31" fmla="*/ 2147483646 h 772"/>
                <a:gd name="T32" fmla="*/ 2147483646 w 745"/>
                <a:gd name="T33" fmla="*/ 2147483646 h 772"/>
                <a:gd name="T34" fmla="*/ 2147483646 w 745"/>
                <a:gd name="T35" fmla="*/ 2147483646 h 772"/>
                <a:gd name="T36" fmla="*/ 2147483646 w 745"/>
                <a:gd name="T37" fmla="*/ 2147483646 h 772"/>
                <a:gd name="T38" fmla="*/ 2147483646 w 745"/>
                <a:gd name="T39" fmla="*/ 2147483646 h 772"/>
                <a:gd name="T40" fmla="*/ 2147483646 w 745"/>
                <a:gd name="T41" fmla="*/ 2147483646 h 772"/>
                <a:gd name="T42" fmla="*/ 2147483646 w 745"/>
                <a:gd name="T43" fmla="*/ 2147483646 h 772"/>
                <a:gd name="T44" fmla="*/ 2147483646 w 745"/>
                <a:gd name="T45" fmla="*/ 2147483646 h 772"/>
                <a:gd name="T46" fmla="*/ 2147483646 w 745"/>
                <a:gd name="T47" fmla="*/ 2147483646 h 772"/>
                <a:gd name="T48" fmla="*/ 2147483646 w 745"/>
                <a:gd name="T49" fmla="*/ 2147483646 h 772"/>
                <a:gd name="T50" fmla="*/ 2147483646 w 745"/>
                <a:gd name="T51" fmla="*/ 2147483646 h 772"/>
                <a:gd name="T52" fmla="*/ 2147483646 w 745"/>
                <a:gd name="T53" fmla="*/ 2147483646 h 772"/>
                <a:gd name="T54" fmla="*/ 2147483646 w 745"/>
                <a:gd name="T55" fmla="*/ 2147483646 h 772"/>
                <a:gd name="T56" fmla="*/ 2147483646 w 745"/>
                <a:gd name="T57" fmla="*/ 2147483646 h 772"/>
                <a:gd name="T58" fmla="*/ 2147483646 w 745"/>
                <a:gd name="T59" fmla="*/ 2147483646 h 772"/>
                <a:gd name="T60" fmla="*/ 2147483646 w 745"/>
                <a:gd name="T61" fmla="*/ 2147483646 h 772"/>
                <a:gd name="T62" fmla="*/ 2147483646 w 745"/>
                <a:gd name="T63" fmla="*/ 2147483646 h 772"/>
                <a:gd name="T64" fmla="*/ 2147483646 w 745"/>
                <a:gd name="T65" fmla="*/ 2147483646 h 772"/>
                <a:gd name="T66" fmla="*/ 2147483646 w 745"/>
                <a:gd name="T67" fmla="*/ 2147483646 h 772"/>
                <a:gd name="T68" fmla="*/ 2147483646 w 745"/>
                <a:gd name="T69" fmla="*/ 2147483646 h 772"/>
                <a:gd name="T70" fmla="*/ 2147483646 w 745"/>
                <a:gd name="T71" fmla="*/ 2147483646 h 772"/>
                <a:gd name="T72" fmla="*/ 2147483646 w 745"/>
                <a:gd name="T73" fmla="*/ 2147483646 h 772"/>
                <a:gd name="T74" fmla="*/ 2147483646 w 745"/>
                <a:gd name="T75" fmla="*/ 2147483646 h 772"/>
                <a:gd name="T76" fmla="*/ 2147483646 w 745"/>
                <a:gd name="T77" fmla="*/ 2147483646 h 772"/>
                <a:gd name="T78" fmla="*/ 2147483646 w 745"/>
                <a:gd name="T79" fmla="*/ 2147483646 h 772"/>
                <a:gd name="T80" fmla="*/ 2147483646 w 745"/>
                <a:gd name="T81" fmla="*/ 2147483646 h 772"/>
                <a:gd name="T82" fmla="*/ 2147483646 w 745"/>
                <a:gd name="T83" fmla="*/ 2147483646 h 772"/>
                <a:gd name="T84" fmla="*/ 2147483646 w 745"/>
                <a:gd name="T85" fmla="*/ 2147483646 h 772"/>
                <a:gd name="T86" fmla="*/ 2147483646 w 745"/>
                <a:gd name="T87" fmla="*/ 2147483646 h 772"/>
                <a:gd name="T88" fmla="*/ 2147483646 w 745"/>
                <a:gd name="T89" fmla="*/ 2147483646 h 772"/>
                <a:gd name="T90" fmla="*/ 2147483646 w 745"/>
                <a:gd name="T91" fmla="*/ 2147483646 h 772"/>
                <a:gd name="T92" fmla="*/ 2147483646 w 745"/>
                <a:gd name="T93" fmla="*/ 2147483646 h 772"/>
                <a:gd name="T94" fmla="*/ 2147483646 w 745"/>
                <a:gd name="T95" fmla="*/ 2147483646 h 772"/>
                <a:gd name="T96" fmla="*/ 2147483646 w 745"/>
                <a:gd name="T97" fmla="*/ 2147483646 h 772"/>
                <a:gd name="T98" fmla="*/ 2147483646 w 745"/>
                <a:gd name="T99" fmla="*/ 2147483646 h 772"/>
                <a:gd name="T100" fmla="*/ 2147483646 w 745"/>
                <a:gd name="T101" fmla="*/ 2147483646 h 772"/>
                <a:gd name="T102" fmla="*/ 2147483646 w 745"/>
                <a:gd name="T103" fmla="*/ 2147483646 h 772"/>
                <a:gd name="T104" fmla="*/ 2147483646 w 745"/>
                <a:gd name="T105" fmla="*/ 2147483646 h 772"/>
                <a:gd name="T106" fmla="*/ 2147483646 w 745"/>
                <a:gd name="T107" fmla="*/ 2147483646 h 772"/>
                <a:gd name="T108" fmla="*/ 2147483646 w 745"/>
                <a:gd name="T109" fmla="*/ 2147483646 h 772"/>
                <a:gd name="T110" fmla="*/ 0 w 745"/>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5"/>
                <a:gd name="T169" fmla="*/ 0 h 772"/>
                <a:gd name="T170" fmla="*/ 745 w 745"/>
                <a:gd name="T171" fmla="*/ 772 h 7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5" h="772">
                  <a:moveTo>
                    <a:pt x="0" y="394"/>
                  </a:moveTo>
                  <a:lnTo>
                    <a:pt x="0" y="376"/>
                  </a:lnTo>
                  <a:lnTo>
                    <a:pt x="0" y="358"/>
                  </a:lnTo>
                  <a:lnTo>
                    <a:pt x="1" y="338"/>
                  </a:lnTo>
                  <a:lnTo>
                    <a:pt x="4" y="319"/>
                  </a:lnTo>
                  <a:lnTo>
                    <a:pt x="8" y="301"/>
                  </a:lnTo>
                  <a:lnTo>
                    <a:pt x="12" y="282"/>
                  </a:lnTo>
                  <a:lnTo>
                    <a:pt x="17" y="265"/>
                  </a:lnTo>
                  <a:lnTo>
                    <a:pt x="22" y="247"/>
                  </a:lnTo>
                  <a:lnTo>
                    <a:pt x="29" y="230"/>
                  </a:lnTo>
                  <a:lnTo>
                    <a:pt x="37" y="213"/>
                  </a:lnTo>
                  <a:lnTo>
                    <a:pt x="45" y="197"/>
                  </a:lnTo>
                  <a:lnTo>
                    <a:pt x="54" y="181"/>
                  </a:lnTo>
                  <a:lnTo>
                    <a:pt x="64" y="166"/>
                  </a:lnTo>
                  <a:lnTo>
                    <a:pt x="74" y="151"/>
                  </a:lnTo>
                  <a:lnTo>
                    <a:pt x="86" y="137"/>
                  </a:lnTo>
                  <a:lnTo>
                    <a:pt x="98" y="123"/>
                  </a:lnTo>
                  <a:lnTo>
                    <a:pt x="110" y="110"/>
                  </a:lnTo>
                  <a:lnTo>
                    <a:pt x="124" y="97"/>
                  </a:lnTo>
                  <a:lnTo>
                    <a:pt x="137" y="86"/>
                  </a:lnTo>
                  <a:lnTo>
                    <a:pt x="152" y="74"/>
                  </a:lnTo>
                  <a:lnTo>
                    <a:pt x="166" y="64"/>
                  </a:lnTo>
                  <a:lnTo>
                    <a:pt x="181" y="54"/>
                  </a:lnTo>
                  <a:lnTo>
                    <a:pt x="197" y="45"/>
                  </a:lnTo>
                  <a:lnTo>
                    <a:pt x="214" y="37"/>
                  </a:lnTo>
                  <a:lnTo>
                    <a:pt x="230" y="29"/>
                  </a:lnTo>
                  <a:lnTo>
                    <a:pt x="247" y="22"/>
                  </a:lnTo>
                  <a:lnTo>
                    <a:pt x="265" y="17"/>
                  </a:lnTo>
                  <a:lnTo>
                    <a:pt x="283" y="12"/>
                  </a:lnTo>
                  <a:lnTo>
                    <a:pt x="301" y="8"/>
                  </a:lnTo>
                  <a:lnTo>
                    <a:pt x="319" y="4"/>
                  </a:lnTo>
                  <a:lnTo>
                    <a:pt x="338" y="1"/>
                  </a:lnTo>
                  <a:lnTo>
                    <a:pt x="358" y="0"/>
                  </a:lnTo>
                  <a:lnTo>
                    <a:pt x="376" y="0"/>
                  </a:lnTo>
                  <a:lnTo>
                    <a:pt x="368" y="0"/>
                  </a:lnTo>
                  <a:lnTo>
                    <a:pt x="387" y="0"/>
                  </a:lnTo>
                  <a:lnTo>
                    <a:pt x="407" y="1"/>
                  </a:lnTo>
                  <a:lnTo>
                    <a:pt x="426" y="4"/>
                  </a:lnTo>
                  <a:lnTo>
                    <a:pt x="444" y="8"/>
                  </a:lnTo>
                  <a:lnTo>
                    <a:pt x="462" y="12"/>
                  </a:lnTo>
                  <a:lnTo>
                    <a:pt x="480" y="17"/>
                  </a:lnTo>
                  <a:lnTo>
                    <a:pt x="498" y="22"/>
                  </a:lnTo>
                  <a:lnTo>
                    <a:pt x="515" y="29"/>
                  </a:lnTo>
                  <a:lnTo>
                    <a:pt x="531" y="37"/>
                  </a:lnTo>
                  <a:lnTo>
                    <a:pt x="548" y="45"/>
                  </a:lnTo>
                  <a:lnTo>
                    <a:pt x="564" y="54"/>
                  </a:lnTo>
                  <a:lnTo>
                    <a:pt x="579" y="64"/>
                  </a:lnTo>
                  <a:lnTo>
                    <a:pt x="593" y="74"/>
                  </a:lnTo>
                  <a:lnTo>
                    <a:pt x="608" y="86"/>
                  </a:lnTo>
                  <a:lnTo>
                    <a:pt x="621" y="97"/>
                  </a:lnTo>
                  <a:lnTo>
                    <a:pt x="635" y="110"/>
                  </a:lnTo>
                  <a:lnTo>
                    <a:pt x="647" y="123"/>
                  </a:lnTo>
                  <a:lnTo>
                    <a:pt x="659" y="137"/>
                  </a:lnTo>
                  <a:lnTo>
                    <a:pt x="671" y="151"/>
                  </a:lnTo>
                  <a:lnTo>
                    <a:pt x="681" y="166"/>
                  </a:lnTo>
                  <a:lnTo>
                    <a:pt x="690" y="181"/>
                  </a:lnTo>
                  <a:lnTo>
                    <a:pt x="700" y="197"/>
                  </a:lnTo>
                  <a:lnTo>
                    <a:pt x="708" y="213"/>
                  </a:lnTo>
                  <a:lnTo>
                    <a:pt x="716" y="230"/>
                  </a:lnTo>
                  <a:lnTo>
                    <a:pt x="722" y="247"/>
                  </a:lnTo>
                  <a:lnTo>
                    <a:pt x="728" y="265"/>
                  </a:lnTo>
                  <a:lnTo>
                    <a:pt x="733" y="282"/>
                  </a:lnTo>
                  <a:lnTo>
                    <a:pt x="737" y="301"/>
                  </a:lnTo>
                  <a:lnTo>
                    <a:pt x="741" y="319"/>
                  </a:lnTo>
                  <a:lnTo>
                    <a:pt x="744" y="338"/>
                  </a:lnTo>
                  <a:lnTo>
                    <a:pt x="745" y="358"/>
                  </a:lnTo>
                  <a:lnTo>
                    <a:pt x="745" y="376"/>
                  </a:lnTo>
                  <a:lnTo>
                    <a:pt x="745" y="394"/>
                  </a:lnTo>
                  <a:lnTo>
                    <a:pt x="745" y="414"/>
                  </a:lnTo>
                  <a:lnTo>
                    <a:pt x="744" y="432"/>
                  </a:lnTo>
                  <a:lnTo>
                    <a:pt x="741" y="452"/>
                  </a:lnTo>
                  <a:lnTo>
                    <a:pt x="737" y="471"/>
                  </a:lnTo>
                  <a:lnTo>
                    <a:pt x="733" y="488"/>
                  </a:lnTo>
                  <a:lnTo>
                    <a:pt x="728" y="507"/>
                  </a:lnTo>
                  <a:lnTo>
                    <a:pt x="722" y="524"/>
                  </a:lnTo>
                  <a:lnTo>
                    <a:pt x="716" y="541"/>
                  </a:lnTo>
                  <a:lnTo>
                    <a:pt x="708" y="557"/>
                  </a:lnTo>
                  <a:lnTo>
                    <a:pt x="700" y="575"/>
                  </a:lnTo>
                  <a:lnTo>
                    <a:pt x="690" y="589"/>
                  </a:lnTo>
                  <a:lnTo>
                    <a:pt x="681" y="605"/>
                  </a:lnTo>
                  <a:lnTo>
                    <a:pt x="671" y="620"/>
                  </a:lnTo>
                  <a:lnTo>
                    <a:pt x="659" y="635"/>
                  </a:lnTo>
                  <a:lnTo>
                    <a:pt x="647" y="648"/>
                  </a:lnTo>
                  <a:lnTo>
                    <a:pt x="635" y="661"/>
                  </a:lnTo>
                  <a:lnTo>
                    <a:pt x="621" y="673"/>
                  </a:lnTo>
                  <a:lnTo>
                    <a:pt x="608" y="685"/>
                  </a:lnTo>
                  <a:lnTo>
                    <a:pt x="593" y="697"/>
                  </a:lnTo>
                  <a:lnTo>
                    <a:pt x="579" y="706"/>
                  </a:lnTo>
                  <a:lnTo>
                    <a:pt x="564" y="717"/>
                  </a:lnTo>
                  <a:lnTo>
                    <a:pt x="548" y="726"/>
                  </a:lnTo>
                  <a:lnTo>
                    <a:pt x="531" y="734"/>
                  </a:lnTo>
                  <a:lnTo>
                    <a:pt x="515" y="742"/>
                  </a:lnTo>
                  <a:lnTo>
                    <a:pt x="498" y="749"/>
                  </a:lnTo>
                  <a:lnTo>
                    <a:pt x="480" y="754"/>
                  </a:lnTo>
                  <a:lnTo>
                    <a:pt x="462" y="760"/>
                  </a:lnTo>
                  <a:lnTo>
                    <a:pt x="444" y="764"/>
                  </a:lnTo>
                  <a:lnTo>
                    <a:pt x="426" y="768"/>
                  </a:lnTo>
                  <a:lnTo>
                    <a:pt x="407" y="769"/>
                  </a:lnTo>
                  <a:lnTo>
                    <a:pt x="387" y="770"/>
                  </a:lnTo>
                  <a:lnTo>
                    <a:pt x="368" y="772"/>
                  </a:lnTo>
                  <a:lnTo>
                    <a:pt x="376" y="772"/>
                  </a:lnTo>
                  <a:lnTo>
                    <a:pt x="358" y="770"/>
                  </a:lnTo>
                  <a:lnTo>
                    <a:pt x="338" y="769"/>
                  </a:lnTo>
                  <a:lnTo>
                    <a:pt x="319" y="768"/>
                  </a:lnTo>
                  <a:lnTo>
                    <a:pt x="301" y="764"/>
                  </a:lnTo>
                  <a:lnTo>
                    <a:pt x="283" y="760"/>
                  </a:lnTo>
                  <a:lnTo>
                    <a:pt x="265" y="754"/>
                  </a:lnTo>
                  <a:lnTo>
                    <a:pt x="247" y="749"/>
                  </a:lnTo>
                  <a:lnTo>
                    <a:pt x="230" y="742"/>
                  </a:lnTo>
                  <a:lnTo>
                    <a:pt x="214" y="734"/>
                  </a:lnTo>
                  <a:lnTo>
                    <a:pt x="197" y="726"/>
                  </a:lnTo>
                  <a:lnTo>
                    <a:pt x="181" y="717"/>
                  </a:lnTo>
                  <a:lnTo>
                    <a:pt x="166" y="706"/>
                  </a:lnTo>
                  <a:lnTo>
                    <a:pt x="152" y="697"/>
                  </a:lnTo>
                  <a:lnTo>
                    <a:pt x="137" y="685"/>
                  </a:lnTo>
                  <a:lnTo>
                    <a:pt x="124" y="673"/>
                  </a:lnTo>
                  <a:lnTo>
                    <a:pt x="110" y="661"/>
                  </a:lnTo>
                  <a:lnTo>
                    <a:pt x="98" y="648"/>
                  </a:lnTo>
                  <a:lnTo>
                    <a:pt x="86" y="635"/>
                  </a:lnTo>
                  <a:lnTo>
                    <a:pt x="74" y="620"/>
                  </a:lnTo>
                  <a:lnTo>
                    <a:pt x="64" y="605"/>
                  </a:lnTo>
                  <a:lnTo>
                    <a:pt x="54" y="589"/>
                  </a:lnTo>
                  <a:lnTo>
                    <a:pt x="45" y="575"/>
                  </a:lnTo>
                  <a:lnTo>
                    <a:pt x="37" y="557"/>
                  </a:lnTo>
                  <a:lnTo>
                    <a:pt x="29" y="541"/>
                  </a:lnTo>
                  <a:lnTo>
                    <a:pt x="22" y="524"/>
                  </a:lnTo>
                  <a:lnTo>
                    <a:pt x="17" y="507"/>
                  </a:lnTo>
                  <a:lnTo>
                    <a:pt x="12" y="488"/>
                  </a:lnTo>
                  <a:lnTo>
                    <a:pt x="8" y="471"/>
                  </a:lnTo>
                  <a:lnTo>
                    <a:pt x="4" y="452"/>
                  </a:lnTo>
                  <a:lnTo>
                    <a:pt x="1"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6" name="Freeform 9">
              <a:extLst>
                <a:ext uri="{FF2B5EF4-FFF2-40B4-BE49-F238E27FC236}">
                  <a16:creationId xmlns:a16="http://schemas.microsoft.com/office/drawing/2014/main" id="{7E784261-2690-4794-8B57-59AB78A2D1B2}"/>
                </a:ext>
              </a:extLst>
            </p:cNvPr>
            <p:cNvSpPr>
              <a:spLocks/>
            </p:cNvSpPr>
            <p:nvPr/>
          </p:nvSpPr>
          <p:spPr bwMode="auto">
            <a:xfrm>
              <a:off x="4562475" y="4029075"/>
              <a:ext cx="106363" cy="104775"/>
            </a:xfrm>
            <a:custGeom>
              <a:avLst/>
              <a:gdLst>
                <a:gd name="T0" fmla="*/ 2147483646 w 133"/>
                <a:gd name="T1" fmla="*/ 2147483646 h 134"/>
                <a:gd name="T2" fmla="*/ 0 w 133"/>
                <a:gd name="T3" fmla="*/ 0 h 134"/>
                <a:gd name="T4" fmla="*/ 2147483646 w 133"/>
                <a:gd name="T5" fmla="*/ 2147483646 h 134"/>
                <a:gd name="T6" fmla="*/ 2147483646 w 133"/>
                <a:gd name="T7" fmla="*/ 2147483646 h 134"/>
                <a:gd name="T8" fmla="*/ 2147483646 w 133"/>
                <a:gd name="T9" fmla="*/ 2147483646 h 134"/>
                <a:gd name="T10" fmla="*/ 0 60000 65536"/>
                <a:gd name="T11" fmla="*/ 0 60000 65536"/>
                <a:gd name="T12" fmla="*/ 0 60000 65536"/>
                <a:gd name="T13" fmla="*/ 0 60000 65536"/>
                <a:gd name="T14" fmla="*/ 0 60000 65536"/>
                <a:gd name="T15" fmla="*/ 0 w 133"/>
                <a:gd name="T16" fmla="*/ 0 h 134"/>
                <a:gd name="T17" fmla="*/ 133 w 133"/>
                <a:gd name="T18" fmla="*/ 134 h 134"/>
              </a:gdLst>
              <a:ahLst/>
              <a:cxnLst>
                <a:cxn ang="T10">
                  <a:pos x="T0" y="T1"/>
                </a:cxn>
                <a:cxn ang="T11">
                  <a:pos x="T2" y="T3"/>
                </a:cxn>
                <a:cxn ang="T12">
                  <a:pos x="T4" y="T5"/>
                </a:cxn>
                <a:cxn ang="T13">
                  <a:pos x="T6" y="T7"/>
                </a:cxn>
                <a:cxn ang="T14">
                  <a:pos x="T8" y="T9"/>
                </a:cxn>
              </a:cxnLst>
              <a:rect l="T15" t="T16" r="T17" b="T18"/>
              <a:pathLst>
                <a:path w="133" h="134">
                  <a:moveTo>
                    <a:pt x="133" y="80"/>
                  </a:moveTo>
                  <a:lnTo>
                    <a:pt x="0" y="0"/>
                  </a:lnTo>
                  <a:lnTo>
                    <a:pt x="80" y="134"/>
                  </a:lnTo>
                  <a:lnTo>
                    <a:pt x="107" y="107"/>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7" name="Freeform 12">
              <a:extLst>
                <a:ext uri="{FF2B5EF4-FFF2-40B4-BE49-F238E27FC236}">
                  <a16:creationId xmlns:a16="http://schemas.microsoft.com/office/drawing/2014/main" id="{9A5C2107-FCD7-453A-A566-3E4453D20688}"/>
                </a:ext>
              </a:extLst>
            </p:cNvPr>
            <p:cNvSpPr>
              <a:spLocks/>
            </p:cNvSpPr>
            <p:nvPr/>
          </p:nvSpPr>
          <p:spPr bwMode="auto">
            <a:xfrm>
              <a:off x="4097338" y="3986213"/>
              <a:ext cx="592137" cy="592137"/>
            </a:xfrm>
            <a:custGeom>
              <a:avLst/>
              <a:gdLst>
                <a:gd name="T0" fmla="*/ 0 w 745"/>
                <a:gd name="T1" fmla="*/ 2147483646 h 746"/>
                <a:gd name="T2" fmla="*/ 2147483646 w 745"/>
                <a:gd name="T3" fmla="*/ 2147483646 h 746"/>
                <a:gd name="T4" fmla="*/ 2147483646 w 745"/>
                <a:gd name="T5" fmla="*/ 2147483646 h 746"/>
                <a:gd name="T6" fmla="*/ 2147483646 w 745"/>
                <a:gd name="T7" fmla="*/ 2147483646 h 746"/>
                <a:gd name="T8" fmla="*/ 2147483646 w 745"/>
                <a:gd name="T9" fmla="*/ 2147483646 h 746"/>
                <a:gd name="T10" fmla="*/ 2147483646 w 745"/>
                <a:gd name="T11" fmla="*/ 2147483646 h 746"/>
                <a:gd name="T12" fmla="*/ 2147483646 w 745"/>
                <a:gd name="T13" fmla="*/ 2147483646 h 746"/>
                <a:gd name="T14" fmla="*/ 2147483646 w 745"/>
                <a:gd name="T15" fmla="*/ 2147483646 h 746"/>
                <a:gd name="T16" fmla="*/ 2147483646 w 745"/>
                <a:gd name="T17" fmla="*/ 2147483646 h 746"/>
                <a:gd name="T18" fmla="*/ 2147483646 w 745"/>
                <a:gd name="T19" fmla="*/ 2147483646 h 746"/>
                <a:gd name="T20" fmla="*/ 2147483646 w 745"/>
                <a:gd name="T21" fmla="*/ 0 h 746"/>
                <a:gd name="T22" fmla="*/ 2147483646 w 745"/>
                <a:gd name="T23" fmla="*/ 0 h 746"/>
                <a:gd name="T24" fmla="*/ 2147483646 w 745"/>
                <a:gd name="T25" fmla="*/ 2147483646 h 746"/>
                <a:gd name="T26" fmla="*/ 2147483646 w 745"/>
                <a:gd name="T27" fmla="*/ 2147483646 h 746"/>
                <a:gd name="T28" fmla="*/ 2147483646 w 745"/>
                <a:gd name="T29" fmla="*/ 2147483646 h 746"/>
                <a:gd name="T30" fmla="*/ 2147483646 w 745"/>
                <a:gd name="T31" fmla="*/ 2147483646 h 746"/>
                <a:gd name="T32" fmla="*/ 2147483646 w 745"/>
                <a:gd name="T33" fmla="*/ 2147483646 h 746"/>
                <a:gd name="T34" fmla="*/ 2147483646 w 745"/>
                <a:gd name="T35" fmla="*/ 2147483646 h 746"/>
                <a:gd name="T36" fmla="*/ 2147483646 w 745"/>
                <a:gd name="T37" fmla="*/ 2147483646 h 746"/>
                <a:gd name="T38" fmla="*/ 2147483646 w 745"/>
                <a:gd name="T39" fmla="*/ 2147483646 h 746"/>
                <a:gd name="T40" fmla="*/ 2147483646 w 745"/>
                <a:gd name="T41" fmla="*/ 2147483646 h 746"/>
                <a:gd name="T42" fmla="*/ 2147483646 w 745"/>
                <a:gd name="T43" fmla="*/ 2147483646 h 746"/>
                <a:gd name="T44" fmla="*/ 2147483646 w 745"/>
                <a:gd name="T45" fmla="*/ 2147483646 h 746"/>
                <a:gd name="T46" fmla="*/ 2147483646 w 745"/>
                <a:gd name="T47" fmla="*/ 2147483646 h 746"/>
                <a:gd name="T48" fmla="*/ 2147483646 w 745"/>
                <a:gd name="T49" fmla="*/ 2147483646 h 746"/>
                <a:gd name="T50" fmla="*/ 2147483646 w 745"/>
                <a:gd name="T51" fmla="*/ 2147483646 h 746"/>
                <a:gd name="T52" fmla="*/ 2147483646 w 745"/>
                <a:gd name="T53" fmla="*/ 2147483646 h 746"/>
                <a:gd name="T54" fmla="*/ 2147483646 w 745"/>
                <a:gd name="T55" fmla="*/ 2147483646 h 746"/>
                <a:gd name="T56" fmla="*/ 2147483646 w 745"/>
                <a:gd name="T57" fmla="*/ 2147483646 h 746"/>
                <a:gd name="T58" fmla="*/ 2147483646 w 745"/>
                <a:gd name="T59" fmla="*/ 2147483646 h 746"/>
                <a:gd name="T60" fmla="*/ 2147483646 w 745"/>
                <a:gd name="T61" fmla="*/ 2147483646 h 746"/>
                <a:gd name="T62" fmla="*/ 2147483646 w 745"/>
                <a:gd name="T63" fmla="*/ 2147483646 h 746"/>
                <a:gd name="T64" fmla="*/ 2147483646 w 745"/>
                <a:gd name="T65" fmla="*/ 2147483646 h 746"/>
                <a:gd name="T66" fmla="*/ 2147483646 w 745"/>
                <a:gd name="T67" fmla="*/ 2147483646 h 746"/>
                <a:gd name="T68" fmla="*/ 2147483646 w 745"/>
                <a:gd name="T69" fmla="*/ 2147483646 h 746"/>
                <a:gd name="T70" fmla="*/ 2147483646 w 745"/>
                <a:gd name="T71" fmla="*/ 2147483646 h 746"/>
                <a:gd name="T72" fmla="*/ 2147483646 w 745"/>
                <a:gd name="T73" fmla="*/ 2147483646 h 746"/>
                <a:gd name="T74" fmla="*/ 2147483646 w 745"/>
                <a:gd name="T75" fmla="*/ 2147483646 h 746"/>
                <a:gd name="T76" fmla="*/ 2147483646 w 745"/>
                <a:gd name="T77" fmla="*/ 2147483646 h 746"/>
                <a:gd name="T78" fmla="*/ 2147483646 w 745"/>
                <a:gd name="T79" fmla="*/ 2147483646 h 746"/>
                <a:gd name="T80" fmla="*/ 2147483646 w 745"/>
                <a:gd name="T81" fmla="*/ 2147483646 h 746"/>
                <a:gd name="T82" fmla="*/ 2147483646 w 745"/>
                <a:gd name="T83" fmla="*/ 2147483646 h 746"/>
                <a:gd name="T84" fmla="*/ 2147483646 w 745"/>
                <a:gd name="T85" fmla="*/ 2147483646 h 746"/>
                <a:gd name="T86" fmla="*/ 2147483646 w 745"/>
                <a:gd name="T87" fmla="*/ 2147483646 h 746"/>
                <a:gd name="T88" fmla="*/ 2147483646 w 745"/>
                <a:gd name="T89" fmla="*/ 2147483646 h 746"/>
                <a:gd name="T90" fmla="*/ 2147483646 w 745"/>
                <a:gd name="T91" fmla="*/ 2147483646 h 746"/>
                <a:gd name="T92" fmla="*/ 2147483646 w 745"/>
                <a:gd name="T93" fmla="*/ 2147483646 h 746"/>
                <a:gd name="T94" fmla="*/ 2147483646 w 745"/>
                <a:gd name="T95" fmla="*/ 2147483646 h 746"/>
                <a:gd name="T96" fmla="*/ 2147483646 w 745"/>
                <a:gd name="T97" fmla="*/ 2147483646 h 746"/>
                <a:gd name="T98" fmla="*/ 2147483646 w 745"/>
                <a:gd name="T99" fmla="*/ 2147483646 h 746"/>
                <a:gd name="T100" fmla="*/ 2147483646 w 745"/>
                <a:gd name="T101" fmla="*/ 2147483646 h 746"/>
                <a:gd name="T102" fmla="*/ 2147483646 w 745"/>
                <a:gd name="T103" fmla="*/ 2147483646 h 746"/>
                <a:gd name="T104" fmla="*/ 2147483646 w 745"/>
                <a:gd name="T105" fmla="*/ 2147483646 h 746"/>
                <a:gd name="T106" fmla="*/ 2147483646 w 745"/>
                <a:gd name="T107" fmla="*/ 2147483646 h 746"/>
                <a:gd name="T108" fmla="*/ 2147483646 w 745"/>
                <a:gd name="T109" fmla="*/ 2147483646 h 746"/>
                <a:gd name="T110" fmla="*/ 0 w 745"/>
                <a:gd name="T111" fmla="*/ 2147483646 h 7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5"/>
                <a:gd name="T169" fmla="*/ 0 h 746"/>
                <a:gd name="T170" fmla="*/ 745 w 745"/>
                <a:gd name="T171" fmla="*/ 746 h 7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5" h="746">
                  <a:moveTo>
                    <a:pt x="0" y="368"/>
                  </a:moveTo>
                  <a:lnTo>
                    <a:pt x="0" y="377"/>
                  </a:lnTo>
                  <a:lnTo>
                    <a:pt x="0" y="358"/>
                  </a:lnTo>
                  <a:lnTo>
                    <a:pt x="1" y="338"/>
                  </a:lnTo>
                  <a:lnTo>
                    <a:pt x="4" y="320"/>
                  </a:lnTo>
                  <a:lnTo>
                    <a:pt x="8" y="301"/>
                  </a:lnTo>
                  <a:lnTo>
                    <a:pt x="12" y="282"/>
                  </a:lnTo>
                  <a:lnTo>
                    <a:pt x="17" y="265"/>
                  </a:lnTo>
                  <a:lnTo>
                    <a:pt x="22" y="248"/>
                  </a:lnTo>
                  <a:lnTo>
                    <a:pt x="29" y="230"/>
                  </a:lnTo>
                  <a:lnTo>
                    <a:pt x="37" y="213"/>
                  </a:lnTo>
                  <a:lnTo>
                    <a:pt x="45" y="197"/>
                  </a:lnTo>
                  <a:lnTo>
                    <a:pt x="54" y="181"/>
                  </a:lnTo>
                  <a:lnTo>
                    <a:pt x="64" y="167"/>
                  </a:lnTo>
                  <a:lnTo>
                    <a:pt x="74" y="152"/>
                  </a:lnTo>
                  <a:lnTo>
                    <a:pt x="86" y="137"/>
                  </a:lnTo>
                  <a:lnTo>
                    <a:pt x="98" y="124"/>
                  </a:lnTo>
                  <a:lnTo>
                    <a:pt x="110" y="111"/>
                  </a:lnTo>
                  <a:lnTo>
                    <a:pt x="124" y="97"/>
                  </a:lnTo>
                  <a:lnTo>
                    <a:pt x="137" y="87"/>
                  </a:lnTo>
                  <a:lnTo>
                    <a:pt x="152" y="75"/>
                  </a:lnTo>
                  <a:lnTo>
                    <a:pt x="166" y="64"/>
                  </a:lnTo>
                  <a:lnTo>
                    <a:pt x="181" y="55"/>
                  </a:lnTo>
                  <a:lnTo>
                    <a:pt x="197" y="45"/>
                  </a:lnTo>
                  <a:lnTo>
                    <a:pt x="214" y="37"/>
                  </a:lnTo>
                  <a:lnTo>
                    <a:pt x="230" y="29"/>
                  </a:lnTo>
                  <a:lnTo>
                    <a:pt x="247" y="23"/>
                  </a:lnTo>
                  <a:lnTo>
                    <a:pt x="265" y="18"/>
                  </a:lnTo>
                  <a:lnTo>
                    <a:pt x="283" y="12"/>
                  </a:lnTo>
                  <a:lnTo>
                    <a:pt x="301" y="8"/>
                  </a:lnTo>
                  <a:lnTo>
                    <a:pt x="319" y="4"/>
                  </a:lnTo>
                  <a:lnTo>
                    <a:pt x="338" y="2"/>
                  </a:lnTo>
                  <a:lnTo>
                    <a:pt x="358" y="0"/>
                  </a:lnTo>
                  <a:lnTo>
                    <a:pt x="376" y="0"/>
                  </a:lnTo>
                  <a:lnTo>
                    <a:pt x="368" y="0"/>
                  </a:lnTo>
                  <a:lnTo>
                    <a:pt x="387" y="0"/>
                  </a:lnTo>
                  <a:lnTo>
                    <a:pt x="407" y="2"/>
                  </a:lnTo>
                  <a:lnTo>
                    <a:pt x="426" y="4"/>
                  </a:lnTo>
                  <a:lnTo>
                    <a:pt x="444" y="8"/>
                  </a:lnTo>
                  <a:lnTo>
                    <a:pt x="462" y="12"/>
                  </a:lnTo>
                  <a:lnTo>
                    <a:pt x="480" y="18"/>
                  </a:lnTo>
                  <a:lnTo>
                    <a:pt x="498" y="23"/>
                  </a:lnTo>
                  <a:lnTo>
                    <a:pt x="515" y="29"/>
                  </a:lnTo>
                  <a:lnTo>
                    <a:pt x="531" y="37"/>
                  </a:lnTo>
                  <a:lnTo>
                    <a:pt x="548" y="45"/>
                  </a:lnTo>
                  <a:lnTo>
                    <a:pt x="564" y="55"/>
                  </a:lnTo>
                  <a:lnTo>
                    <a:pt x="579" y="64"/>
                  </a:lnTo>
                  <a:lnTo>
                    <a:pt x="593" y="75"/>
                  </a:lnTo>
                  <a:lnTo>
                    <a:pt x="608" y="87"/>
                  </a:lnTo>
                  <a:lnTo>
                    <a:pt x="621" y="97"/>
                  </a:lnTo>
                  <a:lnTo>
                    <a:pt x="635" y="111"/>
                  </a:lnTo>
                  <a:lnTo>
                    <a:pt x="647" y="124"/>
                  </a:lnTo>
                  <a:lnTo>
                    <a:pt x="659" y="137"/>
                  </a:lnTo>
                  <a:lnTo>
                    <a:pt x="671" y="152"/>
                  </a:lnTo>
                  <a:lnTo>
                    <a:pt x="681" y="167"/>
                  </a:lnTo>
                  <a:lnTo>
                    <a:pt x="690" y="181"/>
                  </a:lnTo>
                  <a:lnTo>
                    <a:pt x="700" y="197"/>
                  </a:lnTo>
                  <a:lnTo>
                    <a:pt x="708" y="213"/>
                  </a:lnTo>
                  <a:lnTo>
                    <a:pt x="716" y="230"/>
                  </a:lnTo>
                  <a:lnTo>
                    <a:pt x="722" y="248"/>
                  </a:lnTo>
                  <a:lnTo>
                    <a:pt x="728" y="265"/>
                  </a:lnTo>
                  <a:lnTo>
                    <a:pt x="733" y="282"/>
                  </a:lnTo>
                  <a:lnTo>
                    <a:pt x="737" y="301"/>
                  </a:lnTo>
                  <a:lnTo>
                    <a:pt x="741" y="320"/>
                  </a:lnTo>
                  <a:lnTo>
                    <a:pt x="744" y="338"/>
                  </a:lnTo>
                  <a:lnTo>
                    <a:pt x="745" y="358"/>
                  </a:lnTo>
                  <a:lnTo>
                    <a:pt x="745" y="377"/>
                  </a:lnTo>
                  <a:lnTo>
                    <a:pt x="745" y="368"/>
                  </a:lnTo>
                  <a:lnTo>
                    <a:pt x="745" y="388"/>
                  </a:lnTo>
                  <a:lnTo>
                    <a:pt x="744" y="406"/>
                  </a:lnTo>
                  <a:lnTo>
                    <a:pt x="741" y="426"/>
                  </a:lnTo>
                  <a:lnTo>
                    <a:pt x="737" y="445"/>
                  </a:lnTo>
                  <a:lnTo>
                    <a:pt x="733" y="462"/>
                  </a:lnTo>
                  <a:lnTo>
                    <a:pt x="728" y="481"/>
                  </a:lnTo>
                  <a:lnTo>
                    <a:pt x="722" y="498"/>
                  </a:lnTo>
                  <a:lnTo>
                    <a:pt x="716" y="515"/>
                  </a:lnTo>
                  <a:lnTo>
                    <a:pt x="708" y="531"/>
                  </a:lnTo>
                  <a:lnTo>
                    <a:pt x="700" y="549"/>
                  </a:lnTo>
                  <a:lnTo>
                    <a:pt x="690" y="563"/>
                  </a:lnTo>
                  <a:lnTo>
                    <a:pt x="681" y="579"/>
                  </a:lnTo>
                  <a:lnTo>
                    <a:pt x="671" y="594"/>
                  </a:lnTo>
                  <a:lnTo>
                    <a:pt x="659" y="608"/>
                  </a:lnTo>
                  <a:lnTo>
                    <a:pt x="647" y="622"/>
                  </a:lnTo>
                  <a:lnTo>
                    <a:pt x="635" y="635"/>
                  </a:lnTo>
                  <a:lnTo>
                    <a:pt x="621" y="647"/>
                  </a:lnTo>
                  <a:lnTo>
                    <a:pt x="608" y="659"/>
                  </a:lnTo>
                  <a:lnTo>
                    <a:pt x="593" y="671"/>
                  </a:lnTo>
                  <a:lnTo>
                    <a:pt x="579" y="680"/>
                  </a:lnTo>
                  <a:lnTo>
                    <a:pt x="564" y="691"/>
                  </a:lnTo>
                  <a:lnTo>
                    <a:pt x="548" y="700"/>
                  </a:lnTo>
                  <a:lnTo>
                    <a:pt x="531" y="708"/>
                  </a:lnTo>
                  <a:lnTo>
                    <a:pt x="515" y="716"/>
                  </a:lnTo>
                  <a:lnTo>
                    <a:pt x="498" y="723"/>
                  </a:lnTo>
                  <a:lnTo>
                    <a:pt x="480" y="728"/>
                  </a:lnTo>
                  <a:lnTo>
                    <a:pt x="462" y="734"/>
                  </a:lnTo>
                  <a:lnTo>
                    <a:pt x="444" y="738"/>
                  </a:lnTo>
                  <a:lnTo>
                    <a:pt x="426" y="742"/>
                  </a:lnTo>
                  <a:lnTo>
                    <a:pt x="407" y="743"/>
                  </a:lnTo>
                  <a:lnTo>
                    <a:pt x="387" y="744"/>
                  </a:lnTo>
                  <a:lnTo>
                    <a:pt x="368" y="746"/>
                  </a:lnTo>
                  <a:lnTo>
                    <a:pt x="376" y="746"/>
                  </a:lnTo>
                  <a:lnTo>
                    <a:pt x="358" y="744"/>
                  </a:lnTo>
                  <a:lnTo>
                    <a:pt x="338" y="743"/>
                  </a:lnTo>
                  <a:lnTo>
                    <a:pt x="319" y="742"/>
                  </a:lnTo>
                  <a:lnTo>
                    <a:pt x="301" y="738"/>
                  </a:lnTo>
                  <a:lnTo>
                    <a:pt x="283" y="734"/>
                  </a:lnTo>
                  <a:lnTo>
                    <a:pt x="265" y="728"/>
                  </a:lnTo>
                  <a:lnTo>
                    <a:pt x="247" y="723"/>
                  </a:lnTo>
                  <a:lnTo>
                    <a:pt x="230" y="716"/>
                  </a:lnTo>
                  <a:lnTo>
                    <a:pt x="214" y="708"/>
                  </a:lnTo>
                  <a:lnTo>
                    <a:pt x="197" y="700"/>
                  </a:lnTo>
                  <a:lnTo>
                    <a:pt x="181" y="691"/>
                  </a:lnTo>
                  <a:lnTo>
                    <a:pt x="166" y="680"/>
                  </a:lnTo>
                  <a:lnTo>
                    <a:pt x="152" y="671"/>
                  </a:lnTo>
                  <a:lnTo>
                    <a:pt x="137" y="659"/>
                  </a:lnTo>
                  <a:lnTo>
                    <a:pt x="124" y="647"/>
                  </a:lnTo>
                  <a:lnTo>
                    <a:pt x="110" y="635"/>
                  </a:lnTo>
                  <a:lnTo>
                    <a:pt x="98" y="622"/>
                  </a:lnTo>
                  <a:lnTo>
                    <a:pt x="86" y="608"/>
                  </a:lnTo>
                  <a:lnTo>
                    <a:pt x="74" y="594"/>
                  </a:lnTo>
                  <a:lnTo>
                    <a:pt x="64" y="579"/>
                  </a:lnTo>
                  <a:lnTo>
                    <a:pt x="54" y="563"/>
                  </a:lnTo>
                  <a:lnTo>
                    <a:pt x="45" y="549"/>
                  </a:lnTo>
                  <a:lnTo>
                    <a:pt x="37" y="531"/>
                  </a:lnTo>
                  <a:lnTo>
                    <a:pt x="29" y="515"/>
                  </a:lnTo>
                  <a:lnTo>
                    <a:pt x="22" y="498"/>
                  </a:lnTo>
                  <a:lnTo>
                    <a:pt x="17" y="481"/>
                  </a:lnTo>
                  <a:lnTo>
                    <a:pt x="12" y="462"/>
                  </a:lnTo>
                  <a:lnTo>
                    <a:pt x="8" y="445"/>
                  </a:lnTo>
                  <a:lnTo>
                    <a:pt x="4" y="426"/>
                  </a:lnTo>
                  <a:lnTo>
                    <a:pt x="1" y="406"/>
                  </a:lnTo>
                  <a:lnTo>
                    <a:pt x="0" y="388"/>
                  </a:lnTo>
                  <a:lnTo>
                    <a:pt x="0" y="368"/>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8" name="Freeform 14">
              <a:extLst>
                <a:ext uri="{FF2B5EF4-FFF2-40B4-BE49-F238E27FC236}">
                  <a16:creationId xmlns:a16="http://schemas.microsoft.com/office/drawing/2014/main" id="{97F522E5-F9C8-49CB-887A-5292EA8902FD}"/>
                </a:ext>
              </a:extLst>
            </p:cNvPr>
            <p:cNvSpPr>
              <a:spLocks/>
            </p:cNvSpPr>
            <p:nvPr/>
          </p:nvSpPr>
          <p:spPr bwMode="auto">
            <a:xfrm>
              <a:off x="4562475" y="2740025"/>
              <a:ext cx="106363"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79"/>
                  </a:moveTo>
                  <a:lnTo>
                    <a:pt x="0" y="0"/>
                  </a:lnTo>
                  <a:lnTo>
                    <a:pt x="80" y="133"/>
                  </a:lnTo>
                  <a:lnTo>
                    <a:pt x="107"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09" name="Freeform 17">
              <a:extLst>
                <a:ext uri="{FF2B5EF4-FFF2-40B4-BE49-F238E27FC236}">
                  <a16:creationId xmlns:a16="http://schemas.microsoft.com/office/drawing/2014/main" id="{97C6CBD1-3057-4367-829A-2F46DFBD1BB9}"/>
                </a:ext>
              </a:extLst>
            </p:cNvPr>
            <p:cNvSpPr>
              <a:spLocks/>
            </p:cNvSpPr>
            <p:nvPr/>
          </p:nvSpPr>
          <p:spPr bwMode="auto">
            <a:xfrm>
              <a:off x="4097338" y="2676525"/>
              <a:ext cx="592137" cy="612775"/>
            </a:xfrm>
            <a:custGeom>
              <a:avLst/>
              <a:gdLst>
                <a:gd name="T0" fmla="*/ 0 w 745"/>
                <a:gd name="T1" fmla="*/ 2147483646 h 772"/>
                <a:gd name="T2" fmla="*/ 2147483646 w 745"/>
                <a:gd name="T3" fmla="*/ 2147483646 h 772"/>
                <a:gd name="T4" fmla="*/ 2147483646 w 745"/>
                <a:gd name="T5" fmla="*/ 2147483646 h 772"/>
                <a:gd name="T6" fmla="*/ 2147483646 w 745"/>
                <a:gd name="T7" fmla="*/ 2147483646 h 772"/>
                <a:gd name="T8" fmla="*/ 2147483646 w 745"/>
                <a:gd name="T9" fmla="*/ 2147483646 h 772"/>
                <a:gd name="T10" fmla="*/ 2147483646 w 745"/>
                <a:gd name="T11" fmla="*/ 2147483646 h 772"/>
                <a:gd name="T12" fmla="*/ 2147483646 w 745"/>
                <a:gd name="T13" fmla="*/ 2147483646 h 772"/>
                <a:gd name="T14" fmla="*/ 2147483646 w 745"/>
                <a:gd name="T15" fmla="*/ 2147483646 h 772"/>
                <a:gd name="T16" fmla="*/ 2147483646 w 745"/>
                <a:gd name="T17" fmla="*/ 2147483646 h 772"/>
                <a:gd name="T18" fmla="*/ 2147483646 w 745"/>
                <a:gd name="T19" fmla="*/ 2147483646 h 772"/>
                <a:gd name="T20" fmla="*/ 2147483646 w 745"/>
                <a:gd name="T21" fmla="*/ 0 h 772"/>
                <a:gd name="T22" fmla="*/ 2147483646 w 745"/>
                <a:gd name="T23" fmla="*/ 0 h 772"/>
                <a:gd name="T24" fmla="*/ 2147483646 w 745"/>
                <a:gd name="T25" fmla="*/ 2147483646 h 772"/>
                <a:gd name="T26" fmla="*/ 2147483646 w 745"/>
                <a:gd name="T27" fmla="*/ 2147483646 h 772"/>
                <a:gd name="T28" fmla="*/ 2147483646 w 745"/>
                <a:gd name="T29" fmla="*/ 2147483646 h 772"/>
                <a:gd name="T30" fmla="*/ 2147483646 w 745"/>
                <a:gd name="T31" fmla="*/ 2147483646 h 772"/>
                <a:gd name="T32" fmla="*/ 2147483646 w 745"/>
                <a:gd name="T33" fmla="*/ 2147483646 h 772"/>
                <a:gd name="T34" fmla="*/ 2147483646 w 745"/>
                <a:gd name="T35" fmla="*/ 2147483646 h 772"/>
                <a:gd name="T36" fmla="*/ 2147483646 w 745"/>
                <a:gd name="T37" fmla="*/ 2147483646 h 772"/>
                <a:gd name="T38" fmla="*/ 2147483646 w 745"/>
                <a:gd name="T39" fmla="*/ 2147483646 h 772"/>
                <a:gd name="T40" fmla="*/ 2147483646 w 745"/>
                <a:gd name="T41" fmla="*/ 2147483646 h 772"/>
                <a:gd name="T42" fmla="*/ 2147483646 w 745"/>
                <a:gd name="T43" fmla="*/ 2147483646 h 772"/>
                <a:gd name="T44" fmla="*/ 2147483646 w 745"/>
                <a:gd name="T45" fmla="*/ 2147483646 h 772"/>
                <a:gd name="T46" fmla="*/ 2147483646 w 745"/>
                <a:gd name="T47" fmla="*/ 2147483646 h 772"/>
                <a:gd name="T48" fmla="*/ 2147483646 w 745"/>
                <a:gd name="T49" fmla="*/ 2147483646 h 772"/>
                <a:gd name="T50" fmla="*/ 2147483646 w 745"/>
                <a:gd name="T51" fmla="*/ 2147483646 h 772"/>
                <a:gd name="T52" fmla="*/ 2147483646 w 745"/>
                <a:gd name="T53" fmla="*/ 2147483646 h 772"/>
                <a:gd name="T54" fmla="*/ 2147483646 w 745"/>
                <a:gd name="T55" fmla="*/ 2147483646 h 772"/>
                <a:gd name="T56" fmla="*/ 2147483646 w 745"/>
                <a:gd name="T57" fmla="*/ 2147483646 h 772"/>
                <a:gd name="T58" fmla="*/ 2147483646 w 745"/>
                <a:gd name="T59" fmla="*/ 2147483646 h 772"/>
                <a:gd name="T60" fmla="*/ 2147483646 w 745"/>
                <a:gd name="T61" fmla="*/ 2147483646 h 772"/>
                <a:gd name="T62" fmla="*/ 2147483646 w 745"/>
                <a:gd name="T63" fmla="*/ 2147483646 h 772"/>
                <a:gd name="T64" fmla="*/ 2147483646 w 745"/>
                <a:gd name="T65" fmla="*/ 2147483646 h 772"/>
                <a:gd name="T66" fmla="*/ 2147483646 w 745"/>
                <a:gd name="T67" fmla="*/ 2147483646 h 772"/>
                <a:gd name="T68" fmla="*/ 2147483646 w 745"/>
                <a:gd name="T69" fmla="*/ 2147483646 h 772"/>
                <a:gd name="T70" fmla="*/ 2147483646 w 745"/>
                <a:gd name="T71" fmla="*/ 2147483646 h 772"/>
                <a:gd name="T72" fmla="*/ 2147483646 w 745"/>
                <a:gd name="T73" fmla="*/ 2147483646 h 772"/>
                <a:gd name="T74" fmla="*/ 2147483646 w 745"/>
                <a:gd name="T75" fmla="*/ 2147483646 h 772"/>
                <a:gd name="T76" fmla="*/ 2147483646 w 745"/>
                <a:gd name="T77" fmla="*/ 2147483646 h 772"/>
                <a:gd name="T78" fmla="*/ 2147483646 w 745"/>
                <a:gd name="T79" fmla="*/ 2147483646 h 772"/>
                <a:gd name="T80" fmla="*/ 2147483646 w 745"/>
                <a:gd name="T81" fmla="*/ 2147483646 h 772"/>
                <a:gd name="T82" fmla="*/ 2147483646 w 745"/>
                <a:gd name="T83" fmla="*/ 2147483646 h 772"/>
                <a:gd name="T84" fmla="*/ 2147483646 w 745"/>
                <a:gd name="T85" fmla="*/ 2147483646 h 772"/>
                <a:gd name="T86" fmla="*/ 2147483646 w 745"/>
                <a:gd name="T87" fmla="*/ 2147483646 h 772"/>
                <a:gd name="T88" fmla="*/ 2147483646 w 745"/>
                <a:gd name="T89" fmla="*/ 2147483646 h 772"/>
                <a:gd name="T90" fmla="*/ 2147483646 w 745"/>
                <a:gd name="T91" fmla="*/ 2147483646 h 772"/>
                <a:gd name="T92" fmla="*/ 2147483646 w 745"/>
                <a:gd name="T93" fmla="*/ 2147483646 h 772"/>
                <a:gd name="T94" fmla="*/ 2147483646 w 745"/>
                <a:gd name="T95" fmla="*/ 2147483646 h 772"/>
                <a:gd name="T96" fmla="*/ 2147483646 w 745"/>
                <a:gd name="T97" fmla="*/ 2147483646 h 772"/>
                <a:gd name="T98" fmla="*/ 2147483646 w 745"/>
                <a:gd name="T99" fmla="*/ 2147483646 h 772"/>
                <a:gd name="T100" fmla="*/ 2147483646 w 745"/>
                <a:gd name="T101" fmla="*/ 2147483646 h 772"/>
                <a:gd name="T102" fmla="*/ 2147483646 w 745"/>
                <a:gd name="T103" fmla="*/ 2147483646 h 772"/>
                <a:gd name="T104" fmla="*/ 2147483646 w 745"/>
                <a:gd name="T105" fmla="*/ 2147483646 h 772"/>
                <a:gd name="T106" fmla="*/ 2147483646 w 745"/>
                <a:gd name="T107" fmla="*/ 2147483646 h 772"/>
                <a:gd name="T108" fmla="*/ 2147483646 w 745"/>
                <a:gd name="T109" fmla="*/ 2147483646 h 772"/>
                <a:gd name="T110" fmla="*/ 0 w 745"/>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5"/>
                <a:gd name="T169" fmla="*/ 0 h 772"/>
                <a:gd name="T170" fmla="*/ 745 w 745"/>
                <a:gd name="T171" fmla="*/ 772 h 7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5" h="772">
                  <a:moveTo>
                    <a:pt x="0" y="394"/>
                  </a:moveTo>
                  <a:lnTo>
                    <a:pt x="0" y="376"/>
                  </a:lnTo>
                  <a:lnTo>
                    <a:pt x="0" y="358"/>
                  </a:lnTo>
                  <a:lnTo>
                    <a:pt x="1" y="338"/>
                  </a:lnTo>
                  <a:lnTo>
                    <a:pt x="4" y="319"/>
                  </a:lnTo>
                  <a:lnTo>
                    <a:pt x="8" y="301"/>
                  </a:lnTo>
                  <a:lnTo>
                    <a:pt x="12" y="282"/>
                  </a:lnTo>
                  <a:lnTo>
                    <a:pt x="17" y="265"/>
                  </a:lnTo>
                  <a:lnTo>
                    <a:pt x="22" y="247"/>
                  </a:lnTo>
                  <a:lnTo>
                    <a:pt x="29" y="230"/>
                  </a:lnTo>
                  <a:lnTo>
                    <a:pt x="37" y="213"/>
                  </a:lnTo>
                  <a:lnTo>
                    <a:pt x="45" y="197"/>
                  </a:lnTo>
                  <a:lnTo>
                    <a:pt x="54" y="181"/>
                  </a:lnTo>
                  <a:lnTo>
                    <a:pt x="64" y="166"/>
                  </a:lnTo>
                  <a:lnTo>
                    <a:pt x="74" y="151"/>
                  </a:lnTo>
                  <a:lnTo>
                    <a:pt x="86" y="137"/>
                  </a:lnTo>
                  <a:lnTo>
                    <a:pt x="98" y="124"/>
                  </a:lnTo>
                  <a:lnTo>
                    <a:pt x="110" y="110"/>
                  </a:lnTo>
                  <a:lnTo>
                    <a:pt x="124" y="97"/>
                  </a:lnTo>
                  <a:lnTo>
                    <a:pt x="137" y="86"/>
                  </a:lnTo>
                  <a:lnTo>
                    <a:pt x="152" y="74"/>
                  </a:lnTo>
                  <a:lnTo>
                    <a:pt x="166" y="64"/>
                  </a:lnTo>
                  <a:lnTo>
                    <a:pt x="181" y="54"/>
                  </a:lnTo>
                  <a:lnTo>
                    <a:pt x="197" y="45"/>
                  </a:lnTo>
                  <a:lnTo>
                    <a:pt x="214" y="37"/>
                  </a:lnTo>
                  <a:lnTo>
                    <a:pt x="230" y="29"/>
                  </a:lnTo>
                  <a:lnTo>
                    <a:pt x="247" y="22"/>
                  </a:lnTo>
                  <a:lnTo>
                    <a:pt x="265" y="17"/>
                  </a:lnTo>
                  <a:lnTo>
                    <a:pt x="283" y="12"/>
                  </a:lnTo>
                  <a:lnTo>
                    <a:pt x="301" y="8"/>
                  </a:lnTo>
                  <a:lnTo>
                    <a:pt x="319" y="4"/>
                  </a:lnTo>
                  <a:lnTo>
                    <a:pt x="338" y="1"/>
                  </a:lnTo>
                  <a:lnTo>
                    <a:pt x="358" y="0"/>
                  </a:lnTo>
                  <a:lnTo>
                    <a:pt x="376" y="0"/>
                  </a:lnTo>
                  <a:lnTo>
                    <a:pt x="368" y="0"/>
                  </a:lnTo>
                  <a:lnTo>
                    <a:pt x="387" y="0"/>
                  </a:lnTo>
                  <a:lnTo>
                    <a:pt x="407" y="1"/>
                  </a:lnTo>
                  <a:lnTo>
                    <a:pt x="426" y="4"/>
                  </a:lnTo>
                  <a:lnTo>
                    <a:pt x="444" y="8"/>
                  </a:lnTo>
                  <a:lnTo>
                    <a:pt x="462" y="12"/>
                  </a:lnTo>
                  <a:lnTo>
                    <a:pt x="480" y="17"/>
                  </a:lnTo>
                  <a:lnTo>
                    <a:pt x="498" y="22"/>
                  </a:lnTo>
                  <a:lnTo>
                    <a:pt x="515" y="29"/>
                  </a:lnTo>
                  <a:lnTo>
                    <a:pt x="531" y="37"/>
                  </a:lnTo>
                  <a:lnTo>
                    <a:pt x="548" y="45"/>
                  </a:lnTo>
                  <a:lnTo>
                    <a:pt x="564" y="54"/>
                  </a:lnTo>
                  <a:lnTo>
                    <a:pt x="579" y="64"/>
                  </a:lnTo>
                  <a:lnTo>
                    <a:pt x="593" y="74"/>
                  </a:lnTo>
                  <a:lnTo>
                    <a:pt x="608" y="86"/>
                  </a:lnTo>
                  <a:lnTo>
                    <a:pt x="621" y="97"/>
                  </a:lnTo>
                  <a:lnTo>
                    <a:pt x="635" y="110"/>
                  </a:lnTo>
                  <a:lnTo>
                    <a:pt x="647" y="124"/>
                  </a:lnTo>
                  <a:lnTo>
                    <a:pt x="659" y="137"/>
                  </a:lnTo>
                  <a:lnTo>
                    <a:pt x="671" y="151"/>
                  </a:lnTo>
                  <a:lnTo>
                    <a:pt x="681" y="166"/>
                  </a:lnTo>
                  <a:lnTo>
                    <a:pt x="690" y="181"/>
                  </a:lnTo>
                  <a:lnTo>
                    <a:pt x="700" y="197"/>
                  </a:lnTo>
                  <a:lnTo>
                    <a:pt x="708" y="213"/>
                  </a:lnTo>
                  <a:lnTo>
                    <a:pt x="716" y="230"/>
                  </a:lnTo>
                  <a:lnTo>
                    <a:pt x="722" y="247"/>
                  </a:lnTo>
                  <a:lnTo>
                    <a:pt x="728" y="265"/>
                  </a:lnTo>
                  <a:lnTo>
                    <a:pt x="733" y="282"/>
                  </a:lnTo>
                  <a:lnTo>
                    <a:pt x="737" y="301"/>
                  </a:lnTo>
                  <a:lnTo>
                    <a:pt x="741" y="319"/>
                  </a:lnTo>
                  <a:lnTo>
                    <a:pt x="744" y="338"/>
                  </a:lnTo>
                  <a:lnTo>
                    <a:pt x="745" y="358"/>
                  </a:lnTo>
                  <a:lnTo>
                    <a:pt x="745" y="376"/>
                  </a:lnTo>
                  <a:lnTo>
                    <a:pt x="745" y="394"/>
                  </a:lnTo>
                  <a:lnTo>
                    <a:pt x="745" y="414"/>
                  </a:lnTo>
                  <a:lnTo>
                    <a:pt x="744" y="432"/>
                  </a:lnTo>
                  <a:lnTo>
                    <a:pt x="741" y="452"/>
                  </a:lnTo>
                  <a:lnTo>
                    <a:pt x="737" y="471"/>
                  </a:lnTo>
                  <a:lnTo>
                    <a:pt x="733" y="488"/>
                  </a:lnTo>
                  <a:lnTo>
                    <a:pt x="728" y="507"/>
                  </a:lnTo>
                  <a:lnTo>
                    <a:pt x="722" y="524"/>
                  </a:lnTo>
                  <a:lnTo>
                    <a:pt x="716" y="541"/>
                  </a:lnTo>
                  <a:lnTo>
                    <a:pt x="708" y="557"/>
                  </a:lnTo>
                  <a:lnTo>
                    <a:pt x="700" y="575"/>
                  </a:lnTo>
                  <a:lnTo>
                    <a:pt x="690" y="589"/>
                  </a:lnTo>
                  <a:lnTo>
                    <a:pt x="681" y="605"/>
                  </a:lnTo>
                  <a:lnTo>
                    <a:pt x="671" y="620"/>
                  </a:lnTo>
                  <a:lnTo>
                    <a:pt x="659" y="635"/>
                  </a:lnTo>
                  <a:lnTo>
                    <a:pt x="647" y="648"/>
                  </a:lnTo>
                  <a:lnTo>
                    <a:pt x="635" y="661"/>
                  </a:lnTo>
                  <a:lnTo>
                    <a:pt x="621" y="673"/>
                  </a:lnTo>
                  <a:lnTo>
                    <a:pt x="608" y="685"/>
                  </a:lnTo>
                  <a:lnTo>
                    <a:pt x="593" y="697"/>
                  </a:lnTo>
                  <a:lnTo>
                    <a:pt x="579" y="707"/>
                  </a:lnTo>
                  <a:lnTo>
                    <a:pt x="564" y="717"/>
                  </a:lnTo>
                  <a:lnTo>
                    <a:pt x="548" y="726"/>
                  </a:lnTo>
                  <a:lnTo>
                    <a:pt x="531" y="734"/>
                  </a:lnTo>
                  <a:lnTo>
                    <a:pt x="515" y="742"/>
                  </a:lnTo>
                  <a:lnTo>
                    <a:pt x="498" y="749"/>
                  </a:lnTo>
                  <a:lnTo>
                    <a:pt x="480" y="754"/>
                  </a:lnTo>
                  <a:lnTo>
                    <a:pt x="462" y="760"/>
                  </a:lnTo>
                  <a:lnTo>
                    <a:pt x="444" y="764"/>
                  </a:lnTo>
                  <a:lnTo>
                    <a:pt x="426" y="768"/>
                  </a:lnTo>
                  <a:lnTo>
                    <a:pt x="407" y="769"/>
                  </a:lnTo>
                  <a:lnTo>
                    <a:pt x="387" y="770"/>
                  </a:lnTo>
                  <a:lnTo>
                    <a:pt x="368" y="772"/>
                  </a:lnTo>
                  <a:lnTo>
                    <a:pt x="376" y="772"/>
                  </a:lnTo>
                  <a:lnTo>
                    <a:pt x="358" y="770"/>
                  </a:lnTo>
                  <a:lnTo>
                    <a:pt x="338" y="769"/>
                  </a:lnTo>
                  <a:lnTo>
                    <a:pt x="319" y="768"/>
                  </a:lnTo>
                  <a:lnTo>
                    <a:pt x="301" y="764"/>
                  </a:lnTo>
                  <a:lnTo>
                    <a:pt x="283" y="760"/>
                  </a:lnTo>
                  <a:lnTo>
                    <a:pt x="265" y="754"/>
                  </a:lnTo>
                  <a:lnTo>
                    <a:pt x="247" y="749"/>
                  </a:lnTo>
                  <a:lnTo>
                    <a:pt x="230" y="742"/>
                  </a:lnTo>
                  <a:lnTo>
                    <a:pt x="214" y="734"/>
                  </a:lnTo>
                  <a:lnTo>
                    <a:pt x="197" y="726"/>
                  </a:lnTo>
                  <a:lnTo>
                    <a:pt x="181" y="717"/>
                  </a:lnTo>
                  <a:lnTo>
                    <a:pt x="166" y="707"/>
                  </a:lnTo>
                  <a:lnTo>
                    <a:pt x="152" y="697"/>
                  </a:lnTo>
                  <a:lnTo>
                    <a:pt x="137" y="685"/>
                  </a:lnTo>
                  <a:lnTo>
                    <a:pt x="124" y="673"/>
                  </a:lnTo>
                  <a:lnTo>
                    <a:pt x="110" y="661"/>
                  </a:lnTo>
                  <a:lnTo>
                    <a:pt x="98" y="648"/>
                  </a:lnTo>
                  <a:lnTo>
                    <a:pt x="86" y="635"/>
                  </a:lnTo>
                  <a:lnTo>
                    <a:pt x="74" y="620"/>
                  </a:lnTo>
                  <a:lnTo>
                    <a:pt x="64" y="605"/>
                  </a:lnTo>
                  <a:lnTo>
                    <a:pt x="54" y="589"/>
                  </a:lnTo>
                  <a:lnTo>
                    <a:pt x="45" y="575"/>
                  </a:lnTo>
                  <a:lnTo>
                    <a:pt x="37" y="557"/>
                  </a:lnTo>
                  <a:lnTo>
                    <a:pt x="29" y="541"/>
                  </a:lnTo>
                  <a:lnTo>
                    <a:pt x="22" y="524"/>
                  </a:lnTo>
                  <a:lnTo>
                    <a:pt x="17" y="507"/>
                  </a:lnTo>
                  <a:lnTo>
                    <a:pt x="12" y="488"/>
                  </a:lnTo>
                  <a:lnTo>
                    <a:pt x="8" y="471"/>
                  </a:lnTo>
                  <a:lnTo>
                    <a:pt x="4" y="452"/>
                  </a:lnTo>
                  <a:lnTo>
                    <a:pt x="1"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0" name="Freeform 19">
              <a:extLst>
                <a:ext uri="{FF2B5EF4-FFF2-40B4-BE49-F238E27FC236}">
                  <a16:creationId xmlns:a16="http://schemas.microsoft.com/office/drawing/2014/main" id="{ABF74D99-1434-413C-8D78-013745E67ED5}"/>
                </a:ext>
              </a:extLst>
            </p:cNvPr>
            <p:cNvSpPr>
              <a:spLocks/>
            </p:cNvSpPr>
            <p:nvPr/>
          </p:nvSpPr>
          <p:spPr bwMode="auto">
            <a:xfrm>
              <a:off x="4562475" y="858838"/>
              <a:ext cx="106363" cy="106362"/>
            </a:xfrm>
            <a:custGeom>
              <a:avLst/>
              <a:gdLst>
                <a:gd name="T0" fmla="*/ 2147483646 w 133"/>
                <a:gd name="T1" fmla="*/ 0 h 133"/>
                <a:gd name="T2" fmla="*/ 0 w 133"/>
                <a:gd name="T3" fmla="*/ 2147483646 h 133"/>
                <a:gd name="T4" fmla="*/ 2147483646 w 133"/>
                <a:gd name="T5" fmla="*/ 2147483646 h 133"/>
                <a:gd name="T6" fmla="*/ 2147483646 w 133"/>
                <a:gd name="T7" fmla="*/ 2147483646 h 133"/>
                <a:gd name="T8" fmla="*/ 2147483646 w 133"/>
                <a:gd name="T9" fmla="*/ 0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80" y="0"/>
                  </a:moveTo>
                  <a:lnTo>
                    <a:pt x="0" y="133"/>
                  </a:lnTo>
                  <a:lnTo>
                    <a:pt x="133" y="54"/>
                  </a:lnTo>
                  <a:lnTo>
                    <a:pt x="107" y="27"/>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1" name="Freeform 22">
              <a:extLst>
                <a:ext uri="{FF2B5EF4-FFF2-40B4-BE49-F238E27FC236}">
                  <a16:creationId xmlns:a16="http://schemas.microsoft.com/office/drawing/2014/main" id="{252873E9-6AFD-4D96-84BD-B2369534A442}"/>
                </a:ext>
              </a:extLst>
            </p:cNvPr>
            <p:cNvSpPr>
              <a:spLocks/>
            </p:cNvSpPr>
            <p:nvPr/>
          </p:nvSpPr>
          <p:spPr bwMode="auto">
            <a:xfrm>
              <a:off x="4097338" y="415925"/>
              <a:ext cx="592137" cy="612775"/>
            </a:xfrm>
            <a:custGeom>
              <a:avLst/>
              <a:gdLst>
                <a:gd name="T0" fmla="*/ 0 w 745"/>
                <a:gd name="T1" fmla="*/ 2147483646 h 772"/>
                <a:gd name="T2" fmla="*/ 2147483646 w 745"/>
                <a:gd name="T3" fmla="*/ 2147483646 h 772"/>
                <a:gd name="T4" fmla="*/ 2147483646 w 745"/>
                <a:gd name="T5" fmla="*/ 2147483646 h 772"/>
                <a:gd name="T6" fmla="*/ 2147483646 w 745"/>
                <a:gd name="T7" fmla="*/ 2147483646 h 772"/>
                <a:gd name="T8" fmla="*/ 2147483646 w 745"/>
                <a:gd name="T9" fmla="*/ 2147483646 h 772"/>
                <a:gd name="T10" fmla="*/ 2147483646 w 745"/>
                <a:gd name="T11" fmla="*/ 2147483646 h 772"/>
                <a:gd name="T12" fmla="*/ 2147483646 w 745"/>
                <a:gd name="T13" fmla="*/ 2147483646 h 772"/>
                <a:gd name="T14" fmla="*/ 2147483646 w 745"/>
                <a:gd name="T15" fmla="*/ 2147483646 h 772"/>
                <a:gd name="T16" fmla="*/ 2147483646 w 745"/>
                <a:gd name="T17" fmla="*/ 2147483646 h 772"/>
                <a:gd name="T18" fmla="*/ 2147483646 w 745"/>
                <a:gd name="T19" fmla="*/ 2147483646 h 772"/>
                <a:gd name="T20" fmla="*/ 2147483646 w 745"/>
                <a:gd name="T21" fmla="*/ 0 h 772"/>
                <a:gd name="T22" fmla="*/ 2147483646 w 745"/>
                <a:gd name="T23" fmla="*/ 0 h 772"/>
                <a:gd name="T24" fmla="*/ 2147483646 w 745"/>
                <a:gd name="T25" fmla="*/ 2147483646 h 772"/>
                <a:gd name="T26" fmla="*/ 2147483646 w 745"/>
                <a:gd name="T27" fmla="*/ 2147483646 h 772"/>
                <a:gd name="T28" fmla="*/ 2147483646 w 745"/>
                <a:gd name="T29" fmla="*/ 2147483646 h 772"/>
                <a:gd name="T30" fmla="*/ 2147483646 w 745"/>
                <a:gd name="T31" fmla="*/ 2147483646 h 772"/>
                <a:gd name="T32" fmla="*/ 2147483646 w 745"/>
                <a:gd name="T33" fmla="*/ 2147483646 h 772"/>
                <a:gd name="T34" fmla="*/ 2147483646 w 745"/>
                <a:gd name="T35" fmla="*/ 2147483646 h 772"/>
                <a:gd name="T36" fmla="*/ 2147483646 w 745"/>
                <a:gd name="T37" fmla="*/ 2147483646 h 772"/>
                <a:gd name="T38" fmla="*/ 2147483646 w 745"/>
                <a:gd name="T39" fmla="*/ 2147483646 h 772"/>
                <a:gd name="T40" fmla="*/ 2147483646 w 745"/>
                <a:gd name="T41" fmla="*/ 2147483646 h 772"/>
                <a:gd name="T42" fmla="*/ 2147483646 w 745"/>
                <a:gd name="T43" fmla="*/ 2147483646 h 772"/>
                <a:gd name="T44" fmla="*/ 2147483646 w 745"/>
                <a:gd name="T45" fmla="*/ 2147483646 h 772"/>
                <a:gd name="T46" fmla="*/ 2147483646 w 745"/>
                <a:gd name="T47" fmla="*/ 2147483646 h 772"/>
                <a:gd name="T48" fmla="*/ 2147483646 w 745"/>
                <a:gd name="T49" fmla="*/ 2147483646 h 772"/>
                <a:gd name="T50" fmla="*/ 2147483646 w 745"/>
                <a:gd name="T51" fmla="*/ 2147483646 h 772"/>
                <a:gd name="T52" fmla="*/ 2147483646 w 745"/>
                <a:gd name="T53" fmla="*/ 2147483646 h 772"/>
                <a:gd name="T54" fmla="*/ 2147483646 w 745"/>
                <a:gd name="T55" fmla="*/ 2147483646 h 772"/>
                <a:gd name="T56" fmla="*/ 2147483646 w 745"/>
                <a:gd name="T57" fmla="*/ 2147483646 h 772"/>
                <a:gd name="T58" fmla="*/ 2147483646 w 745"/>
                <a:gd name="T59" fmla="*/ 2147483646 h 772"/>
                <a:gd name="T60" fmla="*/ 2147483646 w 745"/>
                <a:gd name="T61" fmla="*/ 2147483646 h 772"/>
                <a:gd name="T62" fmla="*/ 2147483646 w 745"/>
                <a:gd name="T63" fmla="*/ 2147483646 h 772"/>
                <a:gd name="T64" fmla="*/ 2147483646 w 745"/>
                <a:gd name="T65" fmla="*/ 2147483646 h 772"/>
                <a:gd name="T66" fmla="*/ 2147483646 w 745"/>
                <a:gd name="T67" fmla="*/ 2147483646 h 772"/>
                <a:gd name="T68" fmla="*/ 2147483646 w 745"/>
                <a:gd name="T69" fmla="*/ 2147483646 h 772"/>
                <a:gd name="T70" fmla="*/ 2147483646 w 745"/>
                <a:gd name="T71" fmla="*/ 2147483646 h 772"/>
                <a:gd name="T72" fmla="*/ 2147483646 w 745"/>
                <a:gd name="T73" fmla="*/ 2147483646 h 772"/>
                <a:gd name="T74" fmla="*/ 2147483646 w 745"/>
                <a:gd name="T75" fmla="*/ 2147483646 h 772"/>
                <a:gd name="T76" fmla="*/ 2147483646 w 745"/>
                <a:gd name="T77" fmla="*/ 2147483646 h 772"/>
                <a:gd name="T78" fmla="*/ 2147483646 w 745"/>
                <a:gd name="T79" fmla="*/ 2147483646 h 772"/>
                <a:gd name="T80" fmla="*/ 2147483646 w 745"/>
                <a:gd name="T81" fmla="*/ 2147483646 h 772"/>
                <a:gd name="T82" fmla="*/ 2147483646 w 745"/>
                <a:gd name="T83" fmla="*/ 2147483646 h 772"/>
                <a:gd name="T84" fmla="*/ 2147483646 w 745"/>
                <a:gd name="T85" fmla="*/ 2147483646 h 772"/>
                <a:gd name="T86" fmla="*/ 2147483646 w 745"/>
                <a:gd name="T87" fmla="*/ 2147483646 h 772"/>
                <a:gd name="T88" fmla="*/ 2147483646 w 745"/>
                <a:gd name="T89" fmla="*/ 2147483646 h 772"/>
                <a:gd name="T90" fmla="*/ 2147483646 w 745"/>
                <a:gd name="T91" fmla="*/ 2147483646 h 772"/>
                <a:gd name="T92" fmla="*/ 2147483646 w 745"/>
                <a:gd name="T93" fmla="*/ 2147483646 h 772"/>
                <a:gd name="T94" fmla="*/ 2147483646 w 745"/>
                <a:gd name="T95" fmla="*/ 2147483646 h 772"/>
                <a:gd name="T96" fmla="*/ 2147483646 w 745"/>
                <a:gd name="T97" fmla="*/ 2147483646 h 772"/>
                <a:gd name="T98" fmla="*/ 2147483646 w 745"/>
                <a:gd name="T99" fmla="*/ 2147483646 h 772"/>
                <a:gd name="T100" fmla="*/ 2147483646 w 745"/>
                <a:gd name="T101" fmla="*/ 2147483646 h 772"/>
                <a:gd name="T102" fmla="*/ 2147483646 w 745"/>
                <a:gd name="T103" fmla="*/ 2147483646 h 772"/>
                <a:gd name="T104" fmla="*/ 2147483646 w 745"/>
                <a:gd name="T105" fmla="*/ 2147483646 h 772"/>
                <a:gd name="T106" fmla="*/ 2147483646 w 745"/>
                <a:gd name="T107" fmla="*/ 2147483646 h 772"/>
                <a:gd name="T108" fmla="*/ 2147483646 w 745"/>
                <a:gd name="T109" fmla="*/ 2147483646 h 772"/>
                <a:gd name="T110" fmla="*/ 0 w 745"/>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5"/>
                <a:gd name="T169" fmla="*/ 0 h 772"/>
                <a:gd name="T170" fmla="*/ 745 w 745"/>
                <a:gd name="T171" fmla="*/ 772 h 7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5" h="772">
                  <a:moveTo>
                    <a:pt x="0" y="394"/>
                  </a:moveTo>
                  <a:lnTo>
                    <a:pt x="0" y="377"/>
                  </a:lnTo>
                  <a:lnTo>
                    <a:pt x="0" y="358"/>
                  </a:lnTo>
                  <a:lnTo>
                    <a:pt x="1" y="338"/>
                  </a:lnTo>
                  <a:lnTo>
                    <a:pt x="4" y="320"/>
                  </a:lnTo>
                  <a:lnTo>
                    <a:pt x="8" y="301"/>
                  </a:lnTo>
                  <a:lnTo>
                    <a:pt x="12" y="282"/>
                  </a:lnTo>
                  <a:lnTo>
                    <a:pt x="17" y="265"/>
                  </a:lnTo>
                  <a:lnTo>
                    <a:pt x="22" y="248"/>
                  </a:lnTo>
                  <a:lnTo>
                    <a:pt x="29" y="231"/>
                  </a:lnTo>
                  <a:lnTo>
                    <a:pt x="37" y="213"/>
                  </a:lnTo>
                  <a:lnTo>
                    <a:pt x="45" y="197"/>
                  </a:lnTo>
                  <a:lnTo>
                    <a:pt x="54" y="181"/>
                  </a:lnTo>
                  <a:lnTo>
                    <a:pt x="64" y="167"/>
                  </a:lnTo>
                  <a:lnTo>
                    <a:pt x="74" y="152"/>
                  </a:lnTo>
                  <a:lnTo>
                    <a:pt x="86" y="137"/>
                  </a:lnTo>
                  <a:lnTo>
                    <a:pt x="98" y="124"/>
                  </a:lnTo>
                  <a:lnTo>
                    <a:pt x="110" y="111"/>
                  </a:lnTo>
                  <a:lnTo>
                    <a:pt x="124" y="97"/>
                  </a:lnTo>
                  <a:lnTo>
                    <a:pt x="137" y="87"/>
                  </a:lnTo>
                  <a:lnTo>
                    <a:pt x="152" y="75"/>
                  </a:lnTo>
                  <a:lnTo>
                    <a:pt x="166" y="64"/>
                  </a:lnTo>
                  <a:lnTo>
                    <a:pt x="181" y="55"/>
                  </a:lnTo>
                  <a:lnTo>
                    <a:pt x="197" y="46"/>
                  </a:lnTo>
                  <a:lnTo>
                    <a:pt x="214" y="38"/>
                  </a:lnTo>
                  <a:lnTo>
                    <a:pt x="230" y="30"/>
                  </a:lnTo>
                  <a:lnTo>
                    <a:pt x="247" y="23"/>
                  </a:lnTo>
                  <a:lnTo>
                    <a:pt x="265" y="18"/>
                  </a:lnTo>
                  <a:lnTo>
                    <a:pt x="283" y="12"/>
                  </a:lnTo>
                  <a:lnTo>
                    <a:pt x="301" y="8"/>
                  </a:lnTo>
                  <a:lnTo>
                    <a:pt x="319" y="4"/>
                  </a:lnTo>
                  <a:lnTo>
                    <a:pt x="338" y="2"/>
                  </a:lnTo>
                  <a:lnTo>
                    <a:pt x="358" y="0"/>
                  </a:lnTo>
                  <a:lnTo>
                    <a:pt x="376" y="0"/>
                  </a:lnTo>
                  <a:lnTo>
                    <a:pt x="368" y="0"/>
                  </a:lnTo>
                  <a:lnTo>
                    <a:pt x="387" y="0"/>
                  </a:lnTo>
                  <a:lnTo>
                    <a:pt x="407" y="2"/>
                  </a:lnTo>
                  <a:lnTo>
                    <a:pt x="426" y="4"/>
                  </a:lnTo>
                  <a:lnTo>
                    <a:pt x="444" y="8"/>
                  </a:lnTo>
                  <a:lnTo>
                    <a:pt x="462" y="12"/>
                  </a:lnTo>
                  <a:lnTo>
                    <a:pt x="480" y="18"/>
                  </a:lnTo>
                  <a:lnTo>
                    <a:pt x="498" y="23"/>
                  </a:lnTo>
                  <a:lnTo>
                    <a:pt x="515" y="30"/>
                  </a:lnTo>
                  <a:lnTo>
                    <a:pt x="531" y="38"/>
                  </a:lnTo>
                  <a:lnTo>
                    <a:pt x="548" y="46"/>
                  </a:lnTo>
                  <a:lnTo>
                    <a:pt x="564" y="55"/>
                  </a:lnTo>
                  <a:lnTo>
                    <a:pt x="579" y="64"/>
                  </a:lnTo>
                  <a:lnTo>
                    <a:pt x="593" y="75"/>
                  </a:lnTo>
                  <a:lnTo>
                    <a:pt x="608" y="87"/>
                  </a:lnTo>
                  <a:lnTo>
                    <a:pt x="621" y="97"/>
                  </a:lnTo>
                  <a:lnTo>
                    <a:pt x="635" y="111"/>
                  </a:lnTo>
                  <a:lnTo>
                    <a:pt x="647" y="124"/>
                  </a:lnTo>
                  <a:lnTo>
                    <a:pt x="659" y="137"/>
                  </a:lnTo>
                  <a:lnTo>
                    <a:pt x="671" y="152"/>
                  </a:lnTo>
                  <a:lnTo>
                    <a:pt x="681" y="167"/>
                  </a:lnTo>
                  <a:lnTo>
                    <a:pt x="690" y="181"/>
                  </a:lnTo>
                  <a:lnTo>
                    <a:pt x="700" y="197"/>
                  </a:lnTo>
                  <a:lnTo>
                    <a:pt x="708" y="213"/>
                  </a:lnTo>
                  <a:lnTo>
                    <a:pt x="716" y="231"/>
                  </a:lnTo>
                  <a:lnTo>
                    <a:pt x="722" y="248"/>
                  </a:lnTo>
                  <a:lnTo>
                    <a:pt x="728" y="265"/>
                  </a:lnTo>
                  <a:lnTo>
                    <a:pt x="733" y="282"/>
                  </a:lnTo>
                  <a:lnTo>
                    <a:pt x="737" y="301"/>
                  </a:lnTo>
                  <a:lnTo>
                    <a:pt x="741" y="320"/>
                  </a:lnTo>
                  <a:lnTo>
                    <a:pt x="744" y="338"/>
                  </a:lnTo>
                  <a:lnTo>
                    <a:pt x="745" y="358"/>
                  </a:lnTo>
                  <a:lnTo>
                    <a:pt x="745" y="377"/>
                  </a:lnTo>
                  <a:lnTo>
                    <a:pt x="745" y="394"/>
                  </a:lnTo>
                  <a:lnTo>
                    <a:pt x="745" y="414"/>
                  </a:lnTo>
                  <a:lnTo>
                    <a:pt x="744" y="433"/>
                  </a:lnTo>
                  <a:lnTo>
                    <a:pt x="741" y="453"/>
                  </a:lnTo>
                  <a:lnTo>
                    <a:pt x="737" y="471"/>
                  </a:lnTo>
                  <a:lnTo>
                    <a:pt x="733" y="489"/>
                  </a:lnTo>
                  <a:lnTo>
                    <a:pt x="728" y="507"/>
                  </a:lnTo>
                  <a:lnTo>
                    <a:pt x="722" y="525"/>
                  </a:lnTo>
                  <a:lnTo>
                    <a:pt x="716" y="542"/>
                  </a:lnTo>
                  <a:lnTo>
                    <a:pt x="708" y="558"/>
                  </a:lnTo>
                  <a:lnTo>
                    <a:pt x="700" y="575"/>
                  </a:lnTo>
                  <a:lnTo>
                    <a:pt x="690" y="590"/>
                  </a:lnTo>
                  <a:lnTo>
                    <a:pt x="681" y="606"/>
                  </a:lnTo>
                  <a:lnTo>
                    <a:pt x="671" y="621"/>
                  </a:lnTo>
                  <a:lnTo>
                    <a:pt x="659" y="635"/>
                  </a:lnTo>
                  <a:lnTo>
                    <a:pt x="647" y="649"/>
                  </a:lnTo>
                  <a:lnTo>
                    <a:pt x="635" y="662"/>
                  </a:lnTo>
                  <a:lnTo>
                    <a:pt x="621" y="674"/>
                  </a:lnTo>
                  <a:lnTo>
                    <a:pt x="608" y="686"/>
                  </a:lnTo>
                  <a:lnTo>
                    <a:pt x="593" y="698"/>
                  </a:lnTo>
                  <a:lnTo>
                    <a:pt x="579" y="707"/>
                  </a:lnTo>
                  <a:lnTo>
                    <a:pt x="564" y="718"/>
                  </a:lnTo>
                  <a:lnTo>
                    <a:pt x="548" y="727"/>
                  </a:lnTo>
                  <a:lnTo>
                    <a:pt x="531" y="735"/>
                  </a:lnTo>
                  <a:lnTo>
                    <a:pt x="515" y="743"/>
                  </a:lnTo>
                  <a:lnTo>
                    <a:pt x="498" y="750"/>
                  </a:lnTo>
                  <a:lnTo>
                    <a:pt x="480" y="755"/>
                  </a:lnTo>
                  <a:lnTo>
                    <a:pt x="462" y="760"/>
                  </a:lnTo>
                  <a:lnTo>
                    <a:pt x="444" y="764"/>
                  </a:lnTo>
                  <a:lnTo>
                    <a:pt x="426" y="768"/>
                  </a:lnTo>
                  <a:lnTo>
                    <a:pt x="407" y="770"/>
                  </a:lnTo>
                  <a:lnTo>
                    <a:pt x="387" y="771"/>
                  </a:lnTo>
                  <a:lnTo>
                    <a:pt x="368" y="772"/>
                  </a:lnTo>
                  <a:lnTo>
                    <a:pt x="376" y="772"/>
                  </a:lnTo>
                  <a:lnTo>
                    <a:pt x="358" y="771"/>
                  </a:lnTo>
                  <a:lnTo>
                    <a:pt x="338" y="770"/>
                  </a:lnTo>
                  <a:lnTo>
                    <a:pt x="319" y="768"/>
                  </a:lnTo>
                  <a:lnTo>
                    <a:pt x="301" y="764"/>
                  </a:lnTo>
                  <a:lnTo>
                    <a:pt x="283" y="760"/>
                  </a:lnTo>
                  <a:lnTo>
                    <a:pt x="265" y="755"/>
                  </a:lnTo>
                  <a:lnTo>
                    <a:pt x="247" y="750"/>
                  </a:lnTo>
                  <a:lnTo>
                    <a:pt x="230" y="743"/>
                  </a:lnTo>
                  <a:lnTo>
                    <a:pt x="214" y="735"/>
                  </a:lnTo>
                  <a:lnTo>
                    <a:pt x="197" y="727"/>
                  </a:lnTo>
                  <a:lnTo>
                    <a:pt x="181" y="718"/>
                  </a:lnTo>
                  <a:lnTo>
                    <a:pt x="166" y="707"/>
                  </a:lnTo>
                  <a:lnTo>
                    <a:pt x="152" y="698"/>
                  </a:lnTo>
                  <a:lnTo>
                    <a:pt x="137" y="686"/>
                  </a:lnTo>
                  <a:lnTo>
                    <a:pt x="124" y="674"/>
                  </a:lnTo>
                  <a:lnTo>
                    <a:pt x="110" y="662"/>
                  </a:lnTo>
                  <a:lnTo>
                    <a:pt x="98" y="649"/>
                  </a:lnTo>
                  <a:lnTo>
                    <a:pt x="86" y="635"/>
                  </a:lnTo>
                  <a:lnTo>
                    <a:pt x="74" y="621"/>
                  </a:lnTo>
                  <a:lnTo>
                    <a:pt x="64" y="606"/>
                  </a:lnTo>
                  <a:lnTo>
                    <a:pt x="54" y="590"/>
                  </a:lnTo>
                  <a:lnTo>
                    <a:pt x="45" y="575"/>
                  </a:lnTo>
                  <a:lnTo>
                    <a:pt x="37" y="558"/>
                  </a:lnTo>
                  <a:lnTo>
                    <a:pt x="29" y="542"/>
                  </a:lnTo>
                  <a:lnTo>
                    <a:pt x="22" y="525"/>
                  </a:lnTo>
                  <a:lnTo>
                    <a:pt x="17" y="507"/>
                  </a:lnTo>
                  <a:lnTo>
                    <a:pt x="12" y="489"/>
                  </a:lnTo>
                  <a:lnTo>
                    <a:pt x="8" y="471"/>
                  </a:lnTo>
                  <a:lnTo>
                    <a:pt x="4" y="453"/>
                  </a:lnTo>
                  <a:lnTo>
                    <a:pt x="1" y="433"/>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2" name="Rectangle 24">
              <a:extLst>
                <a:ext uri="{FF2B5EF4-FFF2-40B4-BE49-F238E27FC236}">
                  <a16:creationId xmlns:a16="http://schemas.microsoft.com/office/drawing/2014/main" id="{76E45032-4EF6-4D7A-ABD8-25280247912A}"/>
                </a:ext>
              </a:extLst>
            </p:cNvPr>
            <p:cNvSpPr>
              <a:spLocks noChangeArrowheads="1"/>
            </p:cNvSpPr>
            <p:nvPr/>
          </p:nvSpPr>
          <p:spPr bwMode="auto">
            <a:xfrm>
              <a:off x="5470525" y="3000375"/>
              <a:ext cx="211138"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3" name="Rectangle 25">
              <a:extLst>
                <a:ext uri="{FF2B5EF4-FFF2-40B4-BE49-F238E27FC236}">
                  <a16:creationId xmlns:a16="http://schemas.microsoft.com/office/drawing/2014/main" id="{7DCD7157-80FA-4DFA-AE7D-94CFDAB88270}"/>
                </a:ext>
              </a:extLst>
            </p:cNvPr>
            <p:cNvSpPr>
              <a:spLocks noChangeArrowheads="1"/>
            </p:cNvSpPr>
            <p:nvPr/>
          </p:nvSpPr>
          <p:spPr bwMode="auto">
            <a:xfrm>
              <a:off x="5556250" y="309721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4" name="Rectangle 26">
              <a:extLst>
                <a:ext uri="{FF2B5EF4-FFF2-40B4-BE49-F238E27FC236}">
                  <a16:creationId xmlns:a16="http://schemas.microsoft.com/office/drawing/2014/main" id="{F6D24E43-8273-4ED9-A6AA-015AF37CCCD0}"/>
                </a:ext>
              </a:extLst>
            </p:cNvPr>
            <p:cNvSpPr>
              <a:spLocks noChangeArrowheads="1"/>
            </p:cNvSpPr>
            <p:nvPr/>
          </p:nvSpPr>
          <p:spPr bwMode="auto">
            <a:xfrm>
              <a:off x="5640388" y="3000375"/>
              <a:ext cx="211137"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5" name="Rectangle 27">
              <a:extLst>
                <a:ext uri="{FF2B5EF4-FFF2-40B4-BE49-F238E27FC236}">
                  <a16:creationId xmlns:a16="http://schemas.microsoft.com/office/drawing/2014/main" id="{10E0403C-4214-4B01-A9B5-B8D83F263AE8}"/>
                </a:ext>
              </a:extLst>
            </p:cNvPr>
            <p:cNvSpPr>
              <a:spLocks noChangeArrowheads="1"/>
            </p:cNvSpPr>
            <p:nvPr/>
          </p:nvSpPr>
          <p:spPr bwMode="auto">
            <a:xfrm>
              <a:off x="5726113" y="309721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6" name="Rectangle 28">
              <a:extLst>
                <a:ext uri="{FF2B5EF4-FFF2-40B4-BE49-F238E27FC236}">
                  <a16:creationId xmlns:a16="http://schemas.microsoft.com/office/drawing/2014/main" id="{F8D7DD6C-1C3A-4EFA-B114-C4071A49535C}"/>
                </a:ext>
              </a:extLst>
            </p:cNvPr>
            <p:cNvSpPr>
              <a:spLocks noChangeArrowheads="1"/>
            </p:cNvSpPr>
            <p:nvPr/>
          </p:nvSpPr>
          <p:spPr bwMode="auto">
            <a:xfrm>
              <a:off x="5784850" y="4314825"/>
              <a:ext cx="211138"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7" name="Rectangle 29">
              <a:extLst>
                <a:ext uri="{FF2B5EF4-FFF2-40B4-BE49-F238E27FC236}">
                  <a16:creationId xmlns:a16="http://schemas.microsoft.com/office/drawing/2014/main" id="{0F552738-327B-4AD9-A4E9-736FE1978267}"/>
                </a:ext>
              </a:extLst>
            </p:cNvPr>
            <p:cNvSpPr>
              <a:spLocks noChangeArrowheads="1"/>
            </p:cNvSpPr>
            <p:nvPr/>
          </p:nvSpPr>
          <p:spPr bwMode="auto">
            <a:xfrm>
              <a:off x="5870575" y="441166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8" name="Rectangle 30">
              <a:extLst>
                <a:ext uri="{FF2B5EF4-FFF2-40B4-BE49-F238E27FC236}">
                  <a16:creationId xmlns:a16="http://schemas.microsoft.com/office/drawing/2014/main" id="{04E658B5-A725-4647-B117-5193CDFAD8C5}"/>
                </a:ext>
              </a:extLst>
            </p:cNvPr>
            <p:cNvSpPr>
              <a:spLocks noChangeArrowheads="1"/>
            </p:cNvSpPr>
            <p:nvPr/>
          </p:nvSpPr>
          <p:spPr bwMode="auto">
            <a:xfrm>
              <a:off x="5954713" y="4314825"/>
              <a:ext cx="211137"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19" name="Rectangle 31">
              <a:extLst>
                <a:ext uri="{FF2B5EF4-FFF2-40B4-BE49-F238E27FC236}">
                  <a16:creationId xmlns:a16="http://schemas.microsoft.com/office/drawing/2014/main" id="{22837D08-5578-4A1D-92D6-E1F2F6BFF5F7}"/>
                </a:ext>
              </a:extLst>
            </p:cNvPr>
            <p:cNvSpPr>
              <a:spLocks noChangeArrowheads="1"/>
            </p:cNvSpPr>
            <p:nvPr/>
          </p:nvSpPr>
          <p:spPr bwMode="auto">
            <a:xfrm>
              <a:off x="6040438" y="441166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0" name="Rectangle 32">
              <a:extLst>
                <a:ext uri="{FF2B5EF4-FFF2-40B4-BE49-F238E27FC236}">
                  <a16:creationId xmlns:a16="http://schemas.microsoft.com/office/drawing/2014/main" id="{4C4F5B20-CA05-4013-9ED8-5293B6219AC7}"/>
                </a:ext>
              </a:extLst>
            </p:cNvPr>
            <p:cNvSpPr>
              <a:spLocks noChangeArrowheads="1"/>
            </p:cNvSpPr>
            <p:nvPr/>
          </p:nvSpPr>
          <p:spPr bwMode="auto">
            <a:xfrm>
              <a:off x="6142038" y="4314825"/>
              <a:ext cx="211137"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1" name="Rectangle 33">
              <a:extLst>
                <a:ext uri="{FF2B5EF4-FFF2-40B4-BE49-F238E27FC236}">
                  <a16:creationId xmlns:a16="http://schemas.microsoft.com/office/drawing/2014/main" id="{175FCAAA-4FD3-42E4-84B9-3BA82F444F7B}"/>
                </a:ext>
              </a:extLst>
            </p:cNvPr>
            <p:cNvSpPr>
              <a:spLocks noChangeArrowheads="1"/>
            </p:cNvSpPr>
            <p:nvPr/>
          </p:nvSpPr>
          <p:spPr bwMode="auto">
            <a:xfrm>
              <a:off x="6227763" y="441166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2" name="Freeform 34">
              <a:extLst>
                <a:ext uri="{FF2B5EF4-FFF2-40B4-BE49-F238E27FC236}">
                  <a16:creationId xmlns:a16="http://schemas.microsoft.com/office/drawing/2014/main" id="{D3C37243-B71F-4589-9DB9-D076CADDECE1}"/>
                </a:ext>
              </a:extLst>
            </p:cNvPr>
            <p:cNvSpPr>
              <a:spLocks/>
            </p:cNvSpPr>
            <p:nvPr/>
          </p:nvSpPr>
          <p:spPr bwMode="auto">
            <a:xfrm>
              <a:off x="4049713" y="962025"/>
              <a:ext cx="698500" cy="600075"/>
            </a:xfrm>
            <a:custGeom>
              <a:avLst/>
              <a:gdLst>
                <a:gd name="T0" fmla="*/ 2147483646 w 878"/>
                <a:gd name="T1" fmla="*/ 2147483646 h 756"/>
                <a:gd name="T2" fmla="*/ 2147483646 w 878"/>
                <a:gd name="T3" fmla="*/ 2147483646 h 756"/>
                <a:gd name="T4" fmla="*/ 2147483646 w 878"/>
                <a:gd name="T5" fmla="*/ 2147483646 h 756"/>
                <a:gd name="T6" fmla="*/ 2147483646 w 878"/>
                <a:gd name="T7" fmla="*/ 2147483646 h 756"/>
                <a:gd name="T8" fmla="*/ 2147483646 w 878"/>
                <a:gd name="T9" fmla="*/ 2147483646 h 756"/>
                <a:gd name="T10" fmla="*/ 2147483646 w 878"/>
                <a:gd name="T11" fmla="*/ 2147483646 h 756"/>
                <a:gd name="T12" fmla="*/ 2147483646 w 878"/>
                <a:gd name="T13" fmla="*/ 2147483646 h 756"/>
                <a:gd name="T14" fmla="*/ 2147483646 w 878"/>
                <a:gd name="T15" fmla="*/ 2147483646 h 756"/>
                <a:gd name="T16" fmla="*/ 2147483646 w 878"/>
                <a:gd name="T17" fmla="*/ 2147483646 h 756"/>
                <a:gd name="T18" fmla="*/ 2147483646 w 878"/>
                <a:gd name="T19" fmla="*/ 2147483646 h 756"/>
                <a:gd name="T20" fmla="*/ 0 w 878"/>
                <a:gd name="T21" fmla="*/ 2147483646 h 756"/>
                <a:gd name="T22" fmla="*/ 2147483646 w 878"/>
                <a:gd name="T23" fmla="*/ 2147483646 h 756"/>
                <a:gd name="T24" fmla="*/ 2147483646 w 878"/>
                <a:gd name="T25" fmla="*/ 2147483646 h 756"/>
                <a:gd name="T26" fmla="*/ 2147483646 w 878"/>
                <a:gd name="T27" fmla="*/ 2147483646 h 756"/>
                <a:gd name="T28" fmla="*/ 2147483646 w 878"/>
                <a:gd name="T29" fmla="*/ 2147483646 h 756"/>
                <a:gd name="T30" fmla="*/ 2147483646 w 878"/>
                <a:gd name="T31" fmla="*/ 2147483646 h 756"/>
                <a:gd name="T32" fmla="*/ 2147483646 w 878"/>
                <a:gd name="T33" fmla="*/ 2147483646 h 756"/>
                <a:gd name="T34" fmla="*/ 2147483646 w 878"/>
                <a:gd name="T35" fmla="*/ 2147483646 h 756"/>
                <a:gd name="T36" fmla="*/ 2147483646 w 878"/>
                <a:gd name="T37" fmla="*/ 2147483646 h 756"/>
                <a:gd name="T38" fmla="*/ 2147483646 w 878"/>
                <a:gd name="T39" fmla="*/ 2147483646 h 756"/>
                <a:gd name="T40" fmla="*/ 2147483646 w 878"/>
                <a:gd name="T41" fmla="*/ 2147483646 h 756"/>
                <a:gd name="T42" fmla="*/ 2147483646 w 878"/>
                <a:gd name="T43" fmla="*/ 2147483646 h 756"/>
                <a:gd name="T44" fmla="*/ 2147483646 w 878"/>
                <a:gd name="T45" fmla="*/ 2147483646 h 756"/>
                <a:gd name="T46" fmla="*/ 2147483646 w 878"/>
                <a:gd name="T47" fmla="*/ 2147483646 h 756"/>
                <a:gd name="T48" fmla="*/ 2147483646 w 878"/>
                <a:gd name="T49" fmla="*/ 2147483646 h 756"/>
                <a:gd name="T50" fmla="*/ 2147483646 w 878"/>
                <a:gd name="T51" fmla="*/ 2147483646 h 756"/>
                <a:gd name="T52" fmla="*/ 2147483646 w 878"/>
                <a:gd name="T53" fmla="*/ 2147483646 h 756"/>
                <a:gd name="T54" fmla="*/ 2147483646 w 878"/>
                <a:gd name="T55" fmla="*/ 2147483646 h 756"/>
                <a:gd name="T56" fmla="*/ 2147483646 w 878"/>
                <a:gd name="T57" fmla="*/ 2147483646 h 756"/>
                <a:gd name="T58" fmla="*/ 2147483646 w 878"/>
                <a:gd name="T59" fmla="*/ 2147483646 h 756"/>
                <a:gd name="T60" fmla="*/ 2147483646 w 878"/>
                <a:gd name="T61" fmla="*/ 2147483646 h 756"/>
                <a:gd name="T62" fmla="*/ 2147483646 w 878"/>
                <a:gd name="T63" fmla="*/ 2147483646 h 756"/>
                <a:gd name="T64" fmla="*/ 2147483646 w 878"/>
                <a:gd name="T65" fmla="*/ 2147483646 h 756"/>
                <a:gd name="T66" fmla="*/ 2147483646 w 878"/>
                <a:gd name="T67" fmla="*/ 2147483646 h 756"/>
                <a:gd name="T68" fmla="*/ 2147483646 w 878"/>
                <a:gd name="T69" fmla="*/ 2147483646 h 756"/>
                <a:gd name="T70" fmla="*/ 2147483646 w 878"/>
                <a:gd name="T71" fmla="*/ 2147483646 h 756"/>
                <a:gd name="T72" fmla="*/ 2147483646 w 878"/>
                <a:gd name="T73" fmla="*/ 2147483646 h 756"/>
                <a:gd name="T74" fmla="*/ 2147483646 w 878"/>
                <a:gd name="T75" fmla="*/ 2147483646 h 756"/>
                <a:gd name="T76" fmla="*/ 2147483646 w 878"/>
                <a:gd name="T77" fmla="*/ 2147483646 h 756"/>
                <a:gd name="T78" fmla="*/ 2147483646 w 878"/>
                <a:gd name="T79" fmla="*/ 2147483646 h 756"/>
                <a:gd name="T80" fmla="*/ 2147483646 w 878"/>
                <a:gd name="T81" fmla="*/ 2147483646 h 756"/>
                <a:gd name="T82" fmla="*/ 2147483646 w 878"/>
                <a:gd name="T83" fmla="*/ 2147483646 h 756"/>
                <a:gd name="T84" fmla="*/ 2147483646 w 878"/>
                <a:gd name="T85" fmla="*/ 2147483646 h 756"/>
                <a:gd name="T86" fmla="*/ 2147483646 w 878"/>
                <a:gd name="T87" fmla="*/ 0 h 7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8"/>
                <a:gd name="T133" fmla="*/ 0 h 756"/>
                <a:gd name="T134" fmla="*/ 878 w 878"/>
                <a:gd name="T135" fmla="*/ 756 h 7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8" h="756">
                  <a:moveTo>
                    <a:pt x="439" y="0"/>
                  </a:moveTo>
                  <a:lnTo>
                    <a:pt x="416" y="0"/>
                  </a:lnTo>
                  <a:lnTo>
                    <a:pt x="394" y="1"/>
                  </a:lnTo>
                  <a:lnTo>
                    <a:pt x="373" y="4"/>
                  </a:lnTo>
                  <a:lnTo>
                    <a:pt x="351" y="8"/>
                  </a:lnTo>
                  <a:lnTo>
                    <a:pt x="330" y="12"/>
                  </a:lnTo>
                  <a:lnTo>
                    <a:pt x="309" y="17"/>
                  </a:lnTo>
                  <a:lnTo>
                    <a:pt x="289" y="22"/>
                  </a:lnTo>
                  <a:lnTo>
                    <a:pt x="269" y="29"/>
                  </a:lnTo>
                  <a:lnTo>
                    <a:pt x="249" y="37"/>
                  </a:lnTo>
                  <a:lnTo>
                    <a:pt x="230" y="45"/>
                  </a:lnTo>
                  <a:lnTo>
                    <a:pt x="212" y="54"/>
                  </a:lnTo>
                  <a:lnTo>
                    <a:pt x="194" y="64"/>
                  </a:lnTo>
                  <a:lnTo>
                    <a:pt x="177" y="74"/>
                  </a:lnTo>
                  <a:lnTo>
                    <a:pt x="160" y="86"/>
                  </a:lnTo>
                  <a:lnTo>
                    <a:pt x="144" y="98"/>
                  </a:lnTo>
                  <a:lnTo>
                    <a:pt x="129" y="110"/>
                  </a:lnTo>
                  <a:lnTo>
                    <a:pt x="114" y="124"/>
                  </a:lnTo>
                  <a:lnTo>
                    <a:pt x="100" y="137"/>
                  </a:lnTo>
                  <a:lnTo>
                    <a:pt x="88" y="152"/>
                  </a:lnTo>
                  <a:lnTo>
                    <a:pt x="74" y="166"/>
                  </a:lnTo>
                  <a:lnTo>
                    <a:pt x="64" y="182"/>
                  </a:lnTo>
                  <a:lnTo>
                    <a:pt x="53" y="197"/>
                  </a:lnTo>
                  <a:lnTo>
                    <a:pt x="43" y="214"/>
                  </a:lnTo>
                  <a:lnTo>
                    <a:pt x="35" y="230"/>
                  </a:lnTo>
                  <a:lnTo>
                    <a:pt x="27" y="247"/>
                  </a:lnTo>
                  <a:lnTo>
                    <a:pt x="20" y="265"/>
                  </a:lnTo>
                  <a:lnTo>
                    <a:pt x="13" y="283"/>
                  </a:lnTo>
                  <a:lnTo>
                    <a:pt x="9" y="302"/>
                  </a:lnTo>
                  <a:lnTo>
                    <a:pt x="5" y="321"/>
                  </a:lnTo>
                  <a:lnTo>
                    <a:pt x="3" y="339"/>
                  </a:lnTo>
                  <a:lnTo>
                    <a:pt x="0" y="358"/>
                  </a:lnTo>
                  <a:lnTo>
                    <a:pt x="0" y="378"/>
                  </a:lnTo>
                  <a:lnTo>
                    <a:pt x="0" y="396"/>
                  </a:lnTo>
                  <a:lnTo>
                    <a:pt x="3" y="416"/>
                  </a:lnTo>
                  <a:lnTo>
                    <a:pt x="5" y="435"/>
                  </a:lnTo>
                  <a:lnTo>
                    <a:pt x="9" y="454"/>
                  </a:lnTo>
                  <a:lnTo>
                    <a:pt x="13" y="472"/>
                  </a:lnTo>
                  <a:lnTo>
                    <a:pt x="20" y="490"/>
                  </a:lnTo>
                  <a:lnTo>
                    <a:pt x="27" y="507"/>
                  </a:lnTo>
                  <a:lnTo>
                    <a:pt x="35" y="524"/>
                  </a:lnTo>
                  <a:lnTo>
                    <a:pt x="43" y="542"/>
                  </a:lnTo>
                  <a:lnTo>
                    <a:pt x="53" y="557"/>
                  </a:lnTo>
                  <a:lnTo>
                    <a:pt x="64" y="573"/>
                  </a:lnTo>
                  <a:lnTo>
                    <a:pt x="74" y="589"/>
                  </a:lnTo>
                  <a:lnTo>
                    <a:pt x="88" y="604"/>
                  </a:lnTo>
                  <a:lnTo>
                    <a:pt x="100" y="617"/>
                  </a:lnTo>
                  <a:lnTo>
                    <a:pt x="114" y="632"/>
                  </a:lnTo>
                  <a:lnTo>
                    <a:pt x="129" y="645"/>
                  </a:lnTo>
                  <a:lnTo>
                    <a:pt x="144" y="657"/>
                  </a:lnTo>
                  <a:lnTo>
                    <a:pt x="160" y="669"/>
                  </a:lnTo>
                  <a:lnTo>
                    <a:pt x="177" y="680"/>
                  </a:lnTo>
                  <a:lnTo>
                    <a:pt x="194" y="691"/>
                  </a:lnTo>
                  <a:lnTo>
                    <a:pt x="212" y="701"/>
                  </a:lnTo>
                  <a:lnTo>
                    <a:pt x="230" y="711"/>
                  </a:lnTo>
                  <a:lnTo>
                    <a:pt x="249" y="719"/>
                  </a:lnTo>
                  <a:lnTo>
                    <a:pt x="269" y="727"/>
                  </a:lnTo>
                  <a:lnTo>
                    <a:pt x="289" y="733"/>
                  </a:lnTo>
                  <a:lnTo>
                    <a:pt x="309" y="739"/>
                  </a:lnTo>
                  <a:lnTo>
                    <a:pt x="330" y="744"/>
                  </a:lnTo>
                  <a:lnTo>
                    <a:pt x="351" y="748"/>
                  </a:lnTo>
                  <a:lnTo>
                    <a:pt x="373" y="752"/>
                  </a:lnTo>
                  <a:lnTo>
                    <a:pt x="394" y="753"/>
                  </a:lnTo>
                  <a:lnTo>
                    <a:pt x="416" y="754"/>
                  </a:lnTo>
                  <a:lnTo>
                    <a:pt x="439" y="756"/>
                  </a:lnTo>
                  <a:lnTo>
                    <a:pt x="462" y="754"/>
                  </a:lnTo>
                  <a:lnTo>
                    <a:pt x="484" y="753"/>
                  </a:lnTo>
                  <a:lnTo>
                    <a:pt x="506" y="752"/>
                  </a:lnTo>
                  <a:lnTo>
                    <a:pt x="528" y="748"/>
                  </a:lnTo>
                  <a:lnTo>
                    <a:pt x="550" y="744"/>
                  </a:lnTo>
                  <a:lnTo>
                    <a:pt x="570" y="739"/>
                  </a:lnTo>
                  <a:lnTo>
                    <a:pt x="591" y="733"/>
                  </a:lnTo>
                  <a:lnTo>
                    <a:pt x="611" y="727"/>
                  </a:lnTo>
                  <a:lnTo>
                    <a:pt x="629" y="719"/>
                  </a:lnTo>
                  <a:lnTo>
                    <a:pt x="649" y="711"/>
                  </a:lnTo>
                  <a:lnTo>
                    <a:pt x="667" y="701"/>
                  </a:lnTo>
                  <a:lnTo>
                    <a:pt x="685" y="691"/>
                  </a:lnTo>
                  <a:lnTo>
                    <a:pt x="703" y="680"/>
                  </a:lnTo>
                  <a:lnTo>
                    <a:pt x="719" y="669"/>
                  </a:lnTo>
                  <a:lnTo>
                    <a:pt x="735" y="657"/>
                  </a:lnTo>
                  <a:lnTo>
                    <a:pt x="750" y="645"/>
                  </a:lnTo>
                  <a:lnTo>
                    <a:pt x="765" y="632"/>
                  </a:lnTo>
                  <a:lnTo>
                    <a:pt x="778" y="617"/>
                  </a:lnTo>
                  <a:lnTo>
                    <a:pt x="792" y="604"/>
                  </a:lnTo>
                  <a:lnTo>
                    <a:pt x="804" y="589"/>
                  </a:lnTo>
                  <a:lnTo>
                    <a:pt x="816" y="573"/>
                  </a:lnTo>
                  <a:lnTo>
                    <a:pt x="825" y="557"/>
                  </a:lnTo>
                  <a:lnTo>
                    <a:pt x="836" y="542"/>
                  </a:lnTo>
                  <a:lnTo>
                    <a:pt x="844" y="524"/>
                  </a:lnTo>
                  <a:lnTo>
                    <a:pt x="852" y="507"/>
                  </a:lnTo>
                  <a:lnTo>
                    <a:pt x="858" y="490"/>
                  </a:lnTo>
                  <a:lnTo>
                    <a:pt x="865" y="472"/>
                  </a:lnTo>
                  <a:lnTo>
                    <a:pt x="870" y="454"/>
                  </a:lnTo>
                  <a:lnTo>
                    <a:pt x="874" y="435"/>
                  </a:lnTo>
                  <a:lnTo>
                    <a:pt x="877" y="416"/>
                  </a:lnTo>
                  <a:lnTo>
                    <a:pt x="878" y="396"/>
                  </a:lnTo>
                  <a:lnTo>
                    <a:pt x="878" y="378"/>
                  </a:lnTo>
                  <a:lnTo>
                    <a:pt x="878" y="358"/>
                  </a:lnTo>
                  <a:lnTo>
                    <a:pt x="877" y="339"/>
                  </a:lnTo>
                  <a:lnTo>
                    <a:pt x="874" y="321"/>
                  </a:lnTo>
                  <a:lnTo>
                    <a:pt x="870" y="302"/>
                  </a:lnTo>
                  <a:lnTo>
                    <a:pt x="865" y="283"/>
                  </a:lnTo>
                  <a:lnTo>
                    <a:pt x="858" y="265"/>
                  </a:lnTo>
                  <a:lnTo>
                    <a:pt x="852" y="247"/>
                  </a:lnTo>
                  <a:lnTo>
                    <a:pt x="844" y="230"/>
                  </a:lnTo>
                  <a:lnTo>
                    <a:pt x="836" y="214"/>
                  </a:lnTo>
                  <a:lnTo>
                    <a:pt x="825" y="197"/>
                  </a:lnTo>
                  <a:lnTo>
                    <a:pt x="816" y="182"/>
                  </a:lnTo>
                  <a:lnTo>
                    <a:pt x="804" y="166"/>
                  </a:lnTo>
                  <a:lnTo>
                    <a:pt x="792" y="152"/>
                  </a:lnTo>
                  <a:lnTo>
                    <a:pt x="778" y="137"/>
                  </a:lnTo>
                  <a:lnTo>
                    <a:pt x="765" y="124"/>
                  </a:lnTo>
                  <a:lnTo>
                    <a:pt x="750" y="110"/>
                  </a:lnTo>
                  <a:lnTo>
                    <a:pt x="735" y="98"/>
                  </a:lnTo>
                  <a:lnTo>
                    <a:pt x="719" y="86"/>
                  </a:lnTo>
                  <a:lnTo>
                    <a:pt x="703" y="74"/>
                  </a:lnTo>
                  <a:lnTo>
                    <a:pt x="685" y="64"/>
                  </a:lnTo>
                  <a:lnTo>
                    <a:pt x="667" y="54"/>
                  </a:lnTo>
                  <a:lnTo>
                    <a:pt x="649" y="45"/>
                  </a:lnTo>
                  <a:lnTo>
                    <a:pt x="629" y="37"/>
                  </a:lnTo>
                  <a:lnTo>
                    <a:pt x="611" y="29"/>
                  </a:lnTo>
                  <a:lnTo>
                    <a:pt x="591" y="22"/>
                  </a:lnTo>
                  <a:lnTo>
                    <a:pt x="570" y="17"/>
                  </a:lnTo>
                  <a:lnTo>
                    <a:pt x="550" y="12"/>
                  </a:lnTo>
                  <a:lnTo>
                    <a:pt x="528" y="8"/>
                  </a:lnTo>
                  <a:lnTo>
                    <a:pt x="506" y="4"/>
                  </a:lnTo>
                  <a:lnTo>
                    <a:pt x="484" y="1"/>
                  </a:lnTo>
                  <a:lnTo>
                    <a:pt x="462" y="0"/>
                  </a:lnTo>
                  <a:lnTo>
                    <a:pt x="439"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3" name="Freeform 35">
              <a:extLst>
                <a:ext uri="{FF2B5EF4-FFF2-40B4-BE49-F238E27FC236}">
                  <a16:creationId xmlns:a16="http://schemas.microsoft.com/office/drawing/2014/main" id="{E150F679-E0C9-4026-8CAD-20C7A5F8E26C}"/>
                </a:ext>
              </a:extLst>
            </p:cNvPr>
            <p:cNvSpPr>
              <a:spLocks/>
            </p:cNvSpPr>
            <p:nvPr/>
          </p:nvSpPr>
          <p:spPr bwMode="auto">
            <a:xfrm>
              <a:off x="3819525" y="2146300"/>
              <a:ext cx="1198563" cy="600075"/>
            </a:xfrm>
            <a:custGeom>
              <a:avLst/>
              <a:gdLst>
                <a:gd name="T0" fmla="*/ 2147483646 w 1509"/>
                <a:gd name="T1" fmla="*/ 2147483646 h 756"/>
                <a:gd name="T2" fmla="*/ 2147483646 w 1509"/>
                <a:gd name="T3" fmla="*/ 2147483646 h 756"/>
                <a:gd name="T4" fmla="*/ 2147483646 w 1509"/>
                <a:gd name="T5" fmla="*/ 2147483646 h 756"/>
                <a:gd name="T6" fmla="*/ 2147483646 w 1509"/>
                <a:gd name="T7" fmla="*/ 2147483646 h 756"/>
                <a:gd name="T8" fmla="*/ 2147483646 w 1509"/>
                <a:gd name="T9" fmla="*/ 2147483646 h 756"/>
                <a:gd name="T10" fmla="*/ 2147483646 w 1509"/>
                <a:gd name="T11" fmla="*/ 2147483646 h 756"/>
                <a:gd name="T12" fmla="*/ 2147483646 w 1509"/>
                <a:gd name="T13" fmla="*/ 2147483646 h 756"/>
                <a:gd name="T14" fmla="*/ 2147483646 w 1509"/>
                <a:gd name="T15" fmla="*/ 2147483646 h 756"/>
                <a:gd name="T16" fmla="*/ 2147483646 w 1509"/>
                <a:gd name="T17" fmla="*/ 2147483646 h 756"/>
                <a:gd name="T18" fmla="*/ 2147483646 w 1509"/>
                <a:gd name="T19" fmla="*/ 2147483646 h 756"/>
                <a:gd name="T20" fmla="*/ 0 w 1509"/>
                <a:gd name="T21" fmla="*/ 2147483646 h 756"/>
                <a:gd name="T22" fmla="*/ 2147483646 w 1509"/>
                <a:gd name="T23" fmla="*/ 2147483646 h 756"/>
                <a:gd name="T24" fmla="*/ 2147483646 w 1509"/>
                <a:gd name="T25" fmla="*/ 2147483646 h 756"/>
                <a:gd name="T26" fmla="*/ 2147483646 w 1509"/>
                <a:gd name="T27" fmla="*/ 2147483646 h 756"/>
                <a:gd name="T28" fmla="*/ 2147483646 w 1509"/>
                <a:gd name="T29" fmla="*/ 2147483646 h 756"/>
                <a:gd name="T30" fmla="*/ 2147483646 w 1509"/>
                <a:gd name="T31" fmla="*/ 2147483646 h 756"/>
                <a:gd name="T32" fmla="*/ 2147483646 w 1509"/>
                <a:gd name="T33" fmla="*/ 2147483646 h 756"/>
                <a:gd name="T34" fmla="*/ 2147483646 w 1509"/>
                <a:gd name="T35" fmla="*/ 2147483646 h 756"/>
                <a:gd name="T36" fmla="*/ 2147483646 w 1509"/>
                <a:gd name="T37" fmla="*/ 2147483646 h 756"/>
                <a:gd name="T38" fmla="*/ 2147483646 w 1509"/>
                <a:gd name="T39" fmla="*/ 2147483646 h 756"/>
                <a:gd name="T40" fmla="*/ 2147483646 w 1509"/>
                <a:gd name="T41" fmla="*/ 2147483646 h 756"/>
                <a:gd name="T42" fmla="*/ 2147483646 w 1509"/>
                <a:gd name="T43" fmla="*/ 2147483646 h 756"/>
                <a:gd name="T44" fmla="*/ 2147483646 w 1509"/>
                <a:gd name="T45" fmla="*/ 2147483646 h 756"/>
                <a:gd name="T46" fmla="*/ 2147483646 w 1509"/>
                <a:gd name="T47" fmla="*/ 2147483646 h 756"/>
                <a:gd name="T48" fmla="*/ 2147483646 w 1509"/>
                <a:gd name="T49" fmla="*/ 2147483646 h 756"/>
                <a:gd name="T50" fmla="*/ 2147483646 w 1509"/>
                <a:gd name="T51" fmla="*/ 2147483646 h 756"/>
                <a:gd name="T52" fmla="*/ 2147483646 w 1509"/>
                <a:gd name="T53" fmla="*/ 2147483646 h 756"/>
                <a:gd name="T54" fmla="*/ 2147483646 w 1509"/>
                <a:gd name="T55" fmla="*/ 2147483646 h 756"/>
                <a:gd name="T56" fmla="*/ 2147483646 w 1509"/>
                <a:gd name="T57" fmla="*/ 2147483646 h 756"/>
                <a:gd name="T58" fmla="*/ 2147483646 w 1509"/>
                <a:gd name="T59" fmla="*/ 2147483646 h 756"/>
                <a:gd name="T60" fmla="*/ 2147483646 w 1509"/>
                <a:gd name="T61" fmla="*/ 2147483646 h 756"/>
                <a:gd name="T62" fmla="*/ 2147483646 w 1509"/>
                <a:gd name="T63" fmla="*/ 2147483646 h 756"/>
                <a:gd name="T64" fmla="*/ 2147483646 w 1509"/>
                <a:gd name="T65" fmla="*/ 2147483646 h 756"/>
                <a:gd name="T66" fmla="*/ 2147483646 w 1509"/>
                <a:gd name="T67" fmla="*/ 2147483646 h 756"/>
                <a:gd name="T68" fmla="*/ 2147483646 w 1509"/>
                <a:gd name="T69" fmla="*/ 2147483646 h 756"/>
                <a:gd name="T70" fmla="*/ 2147483646 w 1509"/>
                <a:gd name="T71" fmla="*/ 2147483646 h 756"/>
                <a:gd name="T72" fmla="*/ 2147483646 w 1509"/>
                <a:gd name="T73" fmla="*/ 2147483646 h 756"/>
                <a:gd name="T74" fmla="*/ 2147483646 w 1509"/>
                <a:gd name="T75" fmla="*/ 2147483646 h 756"/>
                <a:gd name="T76" fmla="*/ 2147483646 w 1509"/>
                <a:gd name="T77" fmla="*/ 2147483646 h 756"/>
                <a:gd name="T78" fmla="*/ 2147483646 w 1509"/>
                <a:gd name="T79" fmla="*/ 2147483646 h 756"/>
                <a:gd name="T80" fmla="*/ 2147483646 w 1509"/>
                <a:gd name="T81" fmla="*/ 2147483646 h 756"/>
                <a:gd name="T82" fmla="*/ 2147483646 w 1509"/>
                <a:gd name="T83" fmla="*/ 2147483646 h 756"/>
                <a:gd name="T84" fmla="*/ 2147483646 w 1509"/>
                <a:gd name="T85" fmla="*/ 2147483646 h 756"/>
                <a:gd name="T86" fmla="*/ 2147483646 w 1509"/>
                <a:gd name="T87" fmla="*/ 0 h 7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9"/>
                <a:gd name="T133" fmla="*/ 0 h 756"/>
                <a:gd name="T134" fmla="*/ 1509 w 1509"/>
                <a:gd name="T135" fmla="*/ 756 h 7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9" h="756">
                  <a:moveTo>
                    <a:pt x="754" y="0"/>
                  </a:moveTo>
                  <a:lnTo>
                    <a:pt x="714" y="0"/>
                  </a:lnTo>
                  <a:lnTo>
                    <a:pt x="677" y="1"/>
                  </a:lnTo>
                  <a:lnTo>
                    <a:pt x="639" y="4"/>
                  </a:lnTo>
                  <a:lnTo>
                    <a:pt x="601" y="8"/>
                  </a:lnTo>
                  <a:lnTo>
                    <a:pt x="565" y="12"/>
                  </a:lnTo>
                  <a:lnTo>
                    <a:pt x="529" y="17"/>
                  </a:lnTo>
                  <a:lnTo>
                    <a:pt x="495" y="22"/>
                  </a:lnTo>
                  <a:lnTo>
                    <a:pt x="460" y="29"/>
                  </a:lnTo>
                  <a:lnTo>
                    <a:pt x="427" y="37"/>
                  </a:lnTo>
                  <a:lnTo>
                    <a:pt x="394" y="45"/>
                  </a:lnTo>
                  <a:lnTo>
                    <a:pt x="363" y="54"/>
                  </a:lnTo>
                  <a:lnTo>
                    <a:pt x="333" y="63"/>
                  </a:lnTo>
                  <a:lnTo>
                    <a:pt x="302" y="74"/>
                  </a:lnTo>
                  <a:lnTo>
                    <a:pt x="274" y="86"/>
                  </a:lnTo>
                  <a:lnTo>
                    <a:pt x="246" y="98"/>
                  </a:lnTo>
                  <a:lnTo>
                    <a:pt x="221" y="110"/>
                  </a:lnTo>
                  <a:lnTo>
                    <a:pt x="195" y="123"/>
                  </a:lnTo>
                  <a:lnTo>
                    <a:pt x="172" y="137"/>
                  </a:lnTo>
                  <a:lnTo>
                    <a:pt x="149" y="151"/>
                  </a:lnTo>
                  <a:lnTo>
                    <a:pt x="128" y="166"/>
                  </a:lnTo>
                  <a:lnTo>
                    <a:pt x="109" y="182"/>
                  </a:lnTo>
                  <a:lnTo>
                    <a:pt x="90" y="197"/>
                  </a:lnTo>
                  <a:lnTo>
                    <a:pt x="73" y="214"/>
                  </a:lnTo>
                  <a:lnTo>
                    <a:pt x="58" y="230"/>
                  </a:lnTo>
                  <a:lnTo>
                    <a:pt x="45" y="247"/>
                  </a:lnTo>
                  <a:lnTo>
                    <a:pt x="33" y="264"/>
                  </a:lnTo>
                  <a:lnTo>
                    <a:pt x="22" y="283"/>
                  </a:lnTo>
                  <a:lnTo>
                    <a:pt x="15" y="302"/>
                  </a:lnTo>
                  <a:lnTo>
                    <a:pt x="8" y="320"/>
                  </a:lnTo>
                  <a:lnTo>
                    <a:pt x="3" y="339"/>
                  </a:lnTo>
                  <a:lnTo>
                    <a:pt x="0" y="358"/>
                  </a:lnTo>
                  <a:lnTo>
                    <a:pt x="0" y="378"/>
                  </a:lnTo>
                  <a:lnTo>
                    <a:pt x="0" y="396"/>
                  </a:lnTo>
                  <a:lnTo>
                    <a:pt x="3" y="416"/>
                  </a:lnTo>
                  <a:lnTo>
                    <a:pt x="8" y="435"/>
                  </a:lnTo>
                  <a:lnTo>
                    <a:pt x="15" y="453"/>
                  </a:lnTo>
                  <a:lnTo>
                    <a:pt x="22" y="472"/>
                  </a:lnTo>
                  <a:lnTo>
                    <a:pt x="33" y="489"/>
                  </a:lnTo>
                  <a:lnTo>
                    <a:pt x="45" y="507"/>
                  </a:lnTo>
                  <a:lnTo>
                    <a:pt x="58" y="524"/>
                  </a:lnTo>
                  <a:lnTo>
                    <a:pt x="73" y="541"/>
                  </a:lnTo>
                  <a:lnTo>
                    <a:pt x="90" y="557"/>
                  </a:lnTo>
                  <a:lnTo>
                    <a:pt x="109" y="573"/>
                  </a:lnTo>
                  <a:lnTo>
                    <a:pt x="128" y="589"/>
                  </a:lnTo>
                  <a:lnTo>
                    <a:pt x="149" y="604"/>
                  </a:lnTo>
                  <a:lnTo>
                    <a:pt x="172" y="617"/>
                  </a:lnTo>
                  <a:lnTo>
                    <a:pt x="195" y="632"/>
                  </a:lnTo>
                  <a:lnTo>
                    <a:pt x="221" y="645"/>
                  </a:lnTo>
                  <a:lnTo>
                    <a:pt x="246" y="657"/>
                  </a:lnTo>
                  <a:lnTo>
                    <a:pt x="274" y="669"/>
                  </a:lnTo>
                  <a:lnTo>
                    <a:pt x="302" y="680"/>
                  </a:lnTo>
                  <a:lnTo>
                    <a:pt x="333" y="690"/>
                  </a:lnTo>
                  <a:lnTo>
                    <a:pt x="363" y="701"/>
                  </a:lnTo>
                  <a:lnTo>
                    <a:pt x="394" y="710"/>
                  </a:lnTo>
                  <a:lnTo>
                    <a:pt x="427" y="718"/>
                  </a:lnTo>
                  <a:lnTo>
                    <a:pt x="460" y="726"/>
                  </a:lnTo>
                  <a:lnTo>
                    <a:pt x="495" y="733"/>
                  </a:lnTo>
                  <a:lnTo>
                    <a:pt x="529" y="738"/>
                  </a:lnTo>
                  <a:lnTo>
                    <a:pt x="565" y="744"/>
                  </a:lnTo>
                  <a:lnTo>
                    <a:pt x="601" y="748"/>
                  </a:lnTo>
                  <a:lnTo>
                    <a:pt x="639" y="752"/>
                  </a:lnTo>
                  <a:lnTo>
                    <a:pt x="677" y="753"/>
                  </a:lnTo>
                  <a:lnTo>
                    <a:pt x="714" y="754"/>
                  </a:lnTo>
                  <a:lnTo>
                    <a:pt x="754" y="756"/>
                  </a:lnTo>
                  <a:lnTo>
                    <a:pt x="793" y="754"/>
                  </a:lnTo>
                  <a:lnTo>
                    <a:pt x="830" y="753"/>
                  </a:lnTo>
                  <a:lnTo>
                    <a:pt x="869" y="752"/>
                  </a:lnTo>
                  <a:lnTo>
                    <a:pt x="906" y="748"/>
                  </a:lnTo>
                  <a:lnTo>
                    <a:pt x="942" y="744"/>
                  </a:lnTo>
                  <a:lnTo>
                    <a:pt x="978" y="738"/>
                  </a:lnTo>
                  <a:lnTo>
                    <a:pt x="1013" y="733"/>
                  </a:lnTo>
                  <a:lnTo>
                    <a:pt x="1047" y="726"/>
                  </a:lnTo>
                  <a:lnTo>
                    <a:pt x="1080" y="718"/>
                  </a:lnTo>
                  <a:lnTo>
                    <a:pt x="1114" y="710"/>
                  </a:lnTo>
                  <a:lnTo>
                    <a:pt x="1146" y="701"/>
                  </a:lnTo>
                  <a:lnTo>
                    <a:pt x="1176" y="690"/>
                  </a:lnTo>
                  <a:lnTo>
                    <a:pt x="1206" y="680"/>
                  </a:lnTo>
                  <a:lnTo>
                    <a:pt x="1233" y="669"/>
                  </a:lnTo>
                  <a:lnTo>
                    <a:pt x="1261" y="657"/>
                  </a:lnTo>
                  <a:lnTo>
                    <a:pt x="1287" y="645"/>
                  </a:lnTo>
                  <a:lnTo>
                    <a:pt x="1312" y="632"/>
                  </a:lnTo>
                  <a:lnTo>
                    <a:pt x="1336" y="617"/>
                  </a:lnTo>
                  <a:lnTo>
                    <a:pt x="1359" y="604"/>
                  </a:lnTo>
                  <a:lnTo>
                    <a:pt x="1380" y="589"/>
                  </a:lnTo>
                  <a:lnTo>
                    <a:pt x="1398" y="573"/>
                  </a:lnTo>
                  <a:lnTo>
                    <a:pt x="1417" y="557"/>
                  </a:lnTo>
                  <a:lnTo>
                    <a:pt x="1434" y="541"/>
                  </a:lnTo>
                  <a:lnTo>
                    <a:pt x="1449" y="524"/>
                  </a:lnTo>
                  <a:lnTo>
                    <a:pt x="1462" y="507"/>
                  </a:lnTo>
                  <a:lnTo>
                    <a:pt x="1474" y="489"/>
                  </a:lnTo>
                  <a:lnTo>
                    <a:pt x="1485" y="472"/>
                  </a:lnTo>
                  <a:lnTo>
                    <a:pt x="1493" y="453"/>
                  </a:lnTo>
                  <a:lnTo>
                    <a:pt x="1500" y="435"/>
                  </a:lnTo>
                  <a:lnTo>
                    <a:pt x="1505" y="416"/>
                  </a:lnTo>
                  <a:lnTo>
                    <a:pt x="1508" y="396"/>
                  </a:lnTo>
                  <a:lnTo>
                    <a:pt x="1509" y="378"/>
                  </a:lnTo>
                  <a:lnTo>
                    <a:pt x="1508" y="358"/>
                  </a:lnTo>
                  <a:lnTo>
                    <a:pt x="1505" y="339"/>
                  </a:lnTo>
                  <a:lnTo>
                    <a:pt x="1500" y="320"/>
                  </a:lnTo>
                  <a:lnTo>
                    <a:pt x="1493" y="302"/>
                  </a:lnTo>
                  <a:lnTo>
                    <a:pt x="1485" y="283"/>
                  </a:lnTo>
                  <a:lnTo>
                    <a:pt x="1474" y="264"/>
                  </a:lnTo>
                  <a:lnTo>
                    <a:pt x="1462" y="247"/>
                  </a:lnTo>
                  <a:lnTo>
                    <a:pt x="1449" y="230"/>
                  </a:lnTo>
                  <a:lnTo>
                    <a:pt x="1434" y="214"/>
                  </a:lnTo>
                  <a:lnTo>
                    <a:pt x="1417" y="197"/>
                  </a:lnTo>
                  <a:lnTo>
                    <a:pt x="1398" y="182"/>
                  </a:lnTo>
                  <a:lnTo>
                    <a:pt x="1380" y="166"/>
                  </a:lnTo>
                  <a:lnTo>
                    <a:pt x="1359" y="151"/>
                  </a:lnTo>
                  <a:lnTo>
                    <a:pt x="1336" y="137"/>
                  </a:lnTo>
                  <a:lnTo>
                    <a:pt x="1312" y="123"/>
                  </a:lnTo>
                  <a:lnTo>
                    <a:pt x="1287" y="110"/>
                  </a:lnTo>
                  <a:lnTo>
                    <a:pt x="1261" y="98"/>
                  </a:lnTo>
                  <a:lnTo>
                    <a:pt x="1233" y="86"/>
                  </a:lnTo>
                  <a:lnTo>
                    <a:pt x="1206" y="74"/>
                  </a:lnTo>
                  <a:lnTo>
                    <a:pt x="1176" y="63"/>
                  </a:lnTo>
                  <a:lnTo>
                    <a:pt x="1146" y="54"/>
                  </a:lnTo>
                  <a:lnTo>
                    <a:pt x="1114" y="45"/>
                  </a:lnTo>
                  <a:lnTo>
                    <a:pt x="1080" y="37"/>
                  </a:lnTo>
                  <a:lnTo>
                    <a:pt x="1047" y="29"/>
                  </a:lnTo>
                  <a:lnTo>
                    <a:pt x="1013" y="22"/>
                  </a:lnTo>
                  <a:lnTo>
                    <a:pt x="978" y="17"/>
                  </a:lnTo>
                  <a:lnTo>
                    <a:pt x="942" y="12"/>
                  </a:lnTo>
                  <a:lnTo>
                    <a:pt x="906" y="8"/>
                  </a:lnTo>
                  <a:lnTo>
                    <a:pt x="869" y="4"/>
                  </a:lnTo>
                  <a:lnTo>
                    <a:pt x="830" y="1"/>
                  </a:lnTo>
                  <a:lnTo>
                    <a:pt x="793" y="0"/>
                  </a:lnTo>
                  <a:lnTo>
                    <a:pt x="754"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4" name="Freeform 36">
              <a:extLst>
                <a:ext uri="{FF2B5EF4-FFF2-40B4-BE49-F238E27FC236}">
                  <a16:creationId xmlns:a16="http://schemas.microsoft.com/office/drawing/2014/main" id="{DE0B2A59-37AE-43ED-9CFB-FAF2C73E8791}"/>
                </a:ext>
              </a:extLst>
            </p:cNvPr>
            <p:cNvSpPr>
              <a:spLocks/>
            </p:cNvSpPr>
            <p:nvPr/>
          </p:nvSpPr>
          <p:spPr bwMode="auto">
            <a:xfrm>
              <a:off x="5027613" y="3606800"/>
              <a:ext cx="127000" cy="104775"/>
            </a:xfrm>
            <a:custGeom>
              <a:avLst/>
              <a:gdLst>
                <a:gd name="T0" fmla="*/ 2147483646 w 160"/>
                <a:gd name="T1" fmla="*/ 0 h 133"/>
                <a:gd name="T2" fmla="*/ 0 w 160"/>
                <a:gd name="T3" fmla="*/ 2147483646 h 133"/>
                <a:gd name="T4" fmla="*/ 2147483646 w 160"/>
                <a:gd name="T5" fmla="*/ 2147483646 h 133"/>
                <a:gd name="T6" fmla="*/ 2147483646 w 160"/>
                <a:gd name="T7" fmla="*/ 2147483646 h 133"/>
                <a:gd name="T8" fmla="*/ 2147483646 w 160"/>
                <a:gd name="T9" fmla="*/ 0 h 133"/>
                <a:gd name="T10" fmla="*/ 0 60000 65536"/>
                <a:gd name="T11" fmla="*/ 0 60000 65536"/>
                <a:gd name="T12" fmla="*/ 0 60000 65536"/>
                <a:gd name="T13" fmla="*/ 0 60000 65536"/>
                <a:gd name="T14" fmla="*/ 0 60000 65536"/>
                <a:gd name="T15" fmla="*/ 0 w 160"/>
                <a:gd name="T16" fmla="*/ 0 h 133"/>
                <a:gd name="T17" fmla="*/ 160 w 160"/>
                <a:gd name="T18" fmla="*/ 133 h 133"/>
              </a:gdLst>
              <a:ahLst/>
              <a:cxnLst>
                <a:cxn ang="T10">
                  <a:pos x="T0" y="T1"/>
                </a:cxn>
                <a:cxn ang="T11">
                  <a:pos x="T2" y="T3"/>
                </a:cxn>
                <a:cxn ang="T12">
                  <a:pos x="T4" y="T5"/>
                </a:cxn>
                <a:cxn ang="T13">
                  <a:pos x="T6" y="T7"/>
                </a:cxn>
                <a:cxn ang="T14">
                  <a:pos x="T8" y="T9"/>
                </a:cxn>
              </a:cxnLst>
              <a:rect l="T15" t="T16" r="T17" b="T18"/>
              <a:pathLst>
                <a:path w="160" h="133">
                  <a:moveTo>
                    <a:pt x="106" y="0"/>
                  </a:moveTo>
                  <a:lnTo>
                    <a:pt x="0" y="133"/>
                  </a:lnTo>
                  <a:lnTo>
                    <a:pt x="160"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5" name="Freeform 37">
              <a:extLst>
                <a:ext uri="{FF2B5EF4-FFF2-40B4-BE49-F238E27FC236}">
                  <a16:creationId xmlns:a16="http://schemas.microsoft.com/office/drawing/2014/main" id="{66C81D38-04EE-4761-8788-F8CB3E6B195B}"/>
                </a:ext>
              </a:extLst>
            </p:cNvPr>
            <p:cNvSpPr>
              <a:spLocks/>
            </p:cNvSpPr>
            <p:nvPr/>
          </p:nvSpPr>
          <p:spPr bwMode="auto">
            <a:xfrm>
              <a:off x="4737100" y="1355725"/>
              <a:ext cx="677863" cy="2266950"/>
            </a:xfrm>
            <a:custGeom>
              <a:avLst/>
              <a:gdLst>
                <a:gd name="T0" fmla="*/ 0 w 854"/>
                <a:gd name="T1" fmla="*/ 0 h 2855"/>
                <a:gd name="T2" fmla="*/ 2147483646 w 854"/>
                <a:gd name="T3" fmla="*/ 2147483646 h 2855"/>
                <a:gd name="T4" fmla="*/ 2147483646 w 854"/>
                <a:gd name="T5" fmla="*/ 2147483646 h 2855"/>
                <a:gd name="T6" fmla="*/ 2147483646 w 854"/>
                <a:gd name="T7" fmla="*/ 2147483646 h 2855"/>
                <a:gd name="T8" fmla="*/ 2147483646 w 854"/>
                <a:gd name="T9" fmla="*/ 2147483646 h 2855"/>
                <a:gd name="T10" fmla="*/ 2147483646 w 854"/>
                <a:gd name="T11" fmla="*/ 2147483646 h 2855"/>
                <a:gd name="T12" fmla="*/ 2147483646 w 854"/>
                <a:gd name="T13" fmla="*/ 2147483646 h 2855"/>
                <a:gd name="T14" fmla="*/ 2147483646 w 854"/>
                <a:gd name="T15" fmla="*/ 2147483646 h 2855"/>
                <a:gd name="T16" fmla="*/ 2147483646 w 854"/>
                <a:gd name="T17" fmla="*/ 2147483646 h 2855"/>
                <a:gd name="T18" fmla="*/ 2147483646 w 854"/>
                <a:gd name="T19" fmla="*/ 2147483646 h 2855"/>
                <a:gd name="T20" fmla="*/ 2147483646 w 854"/>
                <a:gd name="T21" fmla="*/ 2147483646 h 2855"/>
                <a:gd name="T22" fmla="*/ 2147483646 w 854"/>
                <a:gd name="T23" fmla="*/ 2147483646 h 2855"/>
                <a:gd name="T24" fmla="*/ 2147483646 w 854"/>
                <a:gd name="T25" fmla="*/ 2147483646 h 2855"/>
                <a:gd name="T26" fmla="*/ 2147483646 w 854"/>
                <a:gd name="T27" fmla="*/ 2147483646 h 2855"/>
                <a:gd name="T28" fmla="*/ 2147483646 w 854"/>
                <a:gd name="T29" fmla="*/ 2147483646 h 2855"/>
                <a:gd name="T30" fmla="*/ 2147483646 w 854"/>
                <a:gd name="T31" fmla="*/ 2147483646 h 2855"/>
                <a:gd name="T32" fmla="*/ 2147483646 w 854"/>
                <a:gd name="T33" fmla="*/ 2147483646 h 2855"/>
                <a:gd name="T34" fmla="*/ 2147483646 w 854"/>
                <a:gd name="T35" fmla="*/ 2147483646 h 2855"/>
                <a:gd name="T36" fmla="*/ 2147483646 w 854"/>
                <a:gd name="T37" fmla="*/ 2147483646 h 2855"/>
                <a:gd name="T38" fmla="*/ 2147483646 w 854"/>
                <a:gd name="T39" fmla="*/ 2147483646 h 2855"/>
                <a:gd name="T40" fmla="*/ 2147483646 w 854"/>
                <a:gd name="T41" fmla="*/ 2147483646 h 2855"/>
                <a:gd name="T42" fmla="*/ 2147483646 w 854"/>
                <a:gd name="T43" fmla="*/ 2147483646 h 2855"/>
                <a:gd name="T44" fmla="*/ 2147483646 w 854"/>
                <a:gd name="T45" fmla="*/ 2147483646 h 2855"/>
                <a:gd name="T46" fmla="*/ 2147483646 w 854"/>
                <a:gd name="T47" fmla="*/ 2147483646 h 2855"/>
                <a:gd name="T48" fmla="*/ 2147483646 w 854"/>
                <a:gd name="T49" fmla="*/ 2147483646 h 2855"/>
                <a:gd name="T50" fmla="*/ 2147483646 w 854"/>
                <a:gd name="T51" fmla="*/ 2147483646 h 2855"/>
                <a:gd name="T52" fmla="*/ 2147483646 w 854"/>
                <a:gd name="T53" fmla="*/ 2147483646 h 2855"/>
                <a:gd name="T54" fmla="*/ 2147483646 w 854"/>
                <a:gd name="T55" fmla="*/ 2147483646 h 2855"/>
                <a:gd name="T56" fmla="*/ 2147483646 w 854"/>
                <a:gd name="T57" fmla="*/ 2147483646 h 2855"/>
                <a:gd name="T58" fmla="*/ 2147483646 w 854"/>
                <a:gd name="T59" fmla="*/ 2147483646 h 2855"/>
                <a:gd name="T60" fmla="*/ 2147483646 w 854"/>
                <a:gd name="T61" fmla="*/ 2147483646 h 2855"/>
                <a:gd name="T62" fmla="*/ 2147483646 w 854"/>
                <a:gd name="T63" fmla="*/ 2147483646 h 2855"/>
                <a:gd name="T64" fmla="*/ 2147483646 w 854"/>
                <a:gd name="T65" fmla="*/ 2147483646 h 28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4"/>
                <a:gd name="T100" fmla="*/ 0 h 2855"/>
                <a:gd name="T101" fmla="*/ 854 w 854"/>
                <a:gd name="T102" fmla="*/ 2855 h 28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4" h="2855">
                  <a:moveTo>
                    <a:pt x="0" y="0"/>
                  </a:moveTo>
                  <a:lnTo>
                    <a:pt x="92" y="60"/>
                  </a:lnTo>
                  <a:lnTo>
                    <a:pt x="178" y="128"/>
                  </a:lnTo>
                  <a:lnTo>
                    <a:pt x="258" y="201"/>
                  </a:lnTo>
                  <a:lnTo>
                    <a:pt x="334" y="279"/>
                  </a:lnTo>
                  <a:lnTo>
                    <a:pt x="403" y="365"/>
                  </a:lnTo>
                  <a:lnTo>
                    <a:pt x="468" y="452"/>
                  </a:lnTo>
                  <a:lnTo>
                    <a:pt x="527" y="546"/>
                  </a:lnTo>
                  <a:lnTo>
                    <a:pt x="581" y="641"/>
                  </a:lnTo>
                  <a:lnTo>
                    <a:pt x="631" y="741"/>
                  </a:lnTo>
                  <a:lnTo>
                    <a:pt x="675" y="844"/>
                  </a:lnTo>
                  <a:lnTo>
                    <a:pt x="713" y="949"/>
                  </a:lnTo>
                  <a:lnTo>
                    <a:pt x="748" y="1055"/>
                  </a:lnTo>
                  <a:lnTo>
                    <a:pt x="777" y="1163"/>
                  </a:lnTo>
                  <a:lnTo>
                    <a:pt x="801" y="1272"/>
                  </a:lnTo>
                  <a:lnTo>
                    <a:pt x="821" y="1382"/>
                  </a:lnTo>
                  <a:lnTo>
                    <a:pt x="837" y="1492"/>
                  </a:lnTo>
                  <a:lnTo>
                    <a:pt x="848" y="1600"/>
                  </a:lnTo>
                  <a:lnTo>
                    <a:pt x="853" y="1708"/>
                  </a:lnTo>
                  <a:lnTo>
                    <a:pt x="854" y="1814"/>
                  </a:lnTo>
                  <a:lnTo>
                    <a:pt x="853" y="1919"/>
                  </a:lnTo>
                  <a:lnTo>
                    <a:pt x="845" y="2022"/>
                  </a:lnTo>
                  <a:lnTo>
                    <a:pt x="834" y="2120"/>
                  </a:lnTo>
                  <a:lnTo>
                    <a:pt x="818" y="2216"/>
                  </a:lnTo>
                  <a:lnTo>
                    <a:pt x="800" y="2309"/>
                  </a:lnTo>
                  <a:lnTo>
                    <a:pt x="776" y="2397"/>
                  </a:lnTo>
                  <a:lnTo>
                    <a:pt x="749" y="2481"/>
                  </a:lnTo>
                  <a:lnTo>
                    <a:pt x="717" y="2558"/>
                  </a:lnTo>
                  <a:lnTo>
                    <a:pt x="683" y="2631"/>
                  </a:lnTo>
                  <a:lnTo>
                    <a:pt x="643" y="2698"/>
                  </a:lnTo>
                  <a:lnTo>
                    <a:pt x="600" y="2758"/>
                  </a:lnTo>
                  <a:lnTo>
                    <a:pt x="554" y="2810"/>
                  </a:lnTo>
                  <a:lnTo>
                    <a:pt x="504" y="285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6" name="Freeform 38">
              <a:extLst>
                <a:ext uri="{FF2B5EF4-FFF2-40B4-BE49-F238E27FC236}">
                  <a16:creationId xmlns:a16="http://schemas.microsoft.com/office/drawing/2014/main" id="{431D4C92-1F90-46E1-AF4E-92146885DF44}"/>
                </a:ext>
              </a:extLst>
            </p:cNvPr>
            <p:cNvSpPr>
              <a:spLocks/>
            </p:cNvSpPr>
            <p:nvPr/>
          </p:nvSpPr>
          <p:spPr bwMode="auto">
            <a:xfrm>
              <a:off x="4013200" y="922338"/>
              <a:ext cx="127000" cy="106362"/>
            </a:xfrm>
            <a:custGeom>
              <a:avLst/>
              <a:gdLst>
                <a:gd name="T0" fmla="*/ 0 w 160"/>
                <a:gd name="T1" fmla="*/ 2147483646 h 133"/>
                <a:gd name="T2" fmla="*/ 2147483646 w 160"/>
                <a:gd name="T3" fmla="*/ 2147483646 h 133"/>
                <a:gd name="T4" fmla="*/ 2147483646 w 160"/>
                <a:gd name="T5" fmla="*/ 0 h 133"/>
                <a:gd name="T6" fmla="*/ 2147483646 w 160"/>
                <a:gd name="T7" fmla="*/ 2147483646 h 133"/>
                <a:gd name="T8" fmla="*/ 0 w 160"/>
                <a:gd name="T9" fmla="*/ 2147483646 h 133"/>
                <a:gd name="T10" fmla="*/ 0 60000 65536"/>
                <a:gd name="T11" fmla="*/ 0 60000 65536"/>
                <a:gd name="T12" fmla="*/ 0 60000 65536"/>
                <a:gd name="T13" fmla="*/ 0 60000 65536"/>
                <a:gd name="T14" fmla="*/ 0 60000 65536"/>
                <a:gd name="T15" fmla="*/ 0 w 160"/>
                <a:gd name="T16" fmla="*/ 0 h 133"/>
                <a:gd name="T17" fmla="*/ 160 w 160"/>
                <a:gd name="T18" fmla="*/ 133 h 133"/>
              </a:gdLst>
              <a:ahLst/>
              <a:cxnLst>
                <a:cxn ang="T10">
                  <a:pos x="T0" y="T1"/>
                </a:cxn>
                <a:cxn ang="T11">
                  <a:pos x="T2" y="T3"/>
                </a:cxn>
                <a:cxn ang="T12">
                  <a:pos x="T4" y="T5"/>
                </a:cxn>
                <a:cxn ang="T13">
                  <a:pos x="T6" y="T7"/>
                </a:cxn>
                <a:cxn ang="T14">
                  <a:pos x="T8" y="T9"/>
                </a:cxn>
              </a:cxnLst>
              <a:rect l="T15" t="T16" r="T17" b="T18"/>
              <a:pathLst>
                <a:path w="160" h="133">
                  <a:moveTo>
                    <a:pt x="0" y="53"/>
                  </a:moveTo>
                  <a:lnTo>
                    <a:pt x="160" y="133"/>
                  </a:lnTo>
                  <a:lnTo>
                    <a:pt x="54"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7" name="Line 39">
              <a:extLst>
                <a:ext uri="{FF2B5EF4-FFF2-40B4-BE49-F238E27FC236}">
                  <a16:creationId xmlns:a16="http://schemas.microsoft.com/office/drawing/2014/main" id="{FE1772E6-0181-4F55-93A9-1A53FA1371BB}"/>
                </a:ext>
              </a:extLst>
            </p:cNvPr>
            <p:cNvSpPr>
              <a:spLocks noChangeShapeType="1"/>
            </p:cNvSpPr>
            <p:nvPr/>
          </p:nvSpPr>
          <p:spPr bwMode="auto">
            <a:xfrm>
              <a:off x="3802063" y="754063"/>
              <a:ext cx="233362"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8" name="Rectangle 40">
              <a:extLst>
                <a:ext uri="{FF2B5EF4-FFF2-40B4-BE49-F238E27FC236}">
                  <a16:creationId xmlns:a16="http://schemas.microsoft.com/office/drawing/2014/main" id="{C4BF38E0-94F3-467A-862D-2F18421BE5F4}"/>
                </a:ext>
              </a:extLst>
            </p:cNvPr>
            <p:cNvSpPr>
              <a:spLocks noChangeArrowheads="1"/>
            </p:cNvSpPr>
            <p:nvPr/>
          </p:nvSpPr>
          <p:spPr bwMode="auto">
            <a:xfrm>
              <a:off x="4262438" y="1157288"/>
              <a:ext cx="396875"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29" name="Rectangle 41">
              <a:extLst>
                <a:ext uri="{FF2B5EF4-FFF2-40B4-BE49-F238E27FC236}">
                  <a16:creationId xmlns:a16="http://schemas.microsoft.com/office/drawing/2014/main" id="{9B2DB1D4-C1B9-4610-9916-C5E57B1B7144}"/>
                </a:ext>
              </a:extLst>
            </p:cNvPr>
            <p:cNvSpPr>
              <a:spLocks noChangeArrowheads="1"/>
            </p:cNvSpPr>
            <p:nvPr/>
          </p:nvSpPr>
          <p:spPr bwMode="auto">
            <a:xfrm>
              <a:off x="3327400" y="538163"/>
              <a:ext cx="582613"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0" name="Rectangle 42">
              <a:extLst>
                <a:ext uri="{FF2B5EF4-FFF2-40B4-BE49-F238E27FC236}">
                  <a16:creationId xmlns:a16="http://schemas.microsoft.com/office/drawing/2014/main" id="{41CAE3F0-CEC7-48ED-9D88-775F804F1041}"/>
                </a:ext>
              </a:extLst>
            </p:cNvPr>
            <p:cNvSpPr>
              <a:spLocks noChangeArrowheads="1"/>
            </p:cNvSpPr>
            <p:nvPr/>
          </p:nvSpPr>
          <p:spPr bwMode="auto">
            <a:xfrm>
              <a:off x="3956050" y="2322513"/>
              <a:ext cx="441325"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1" name="Rectangle 43">
              <a:extLst>
                <a:ext uri="{FF2B5EF4-FFF2-40B4-BE49-F238E27FC236}">
                  <a16:creationId xmlns:a16="http://schemas.microsoft.com/office/drawing/2014/main" id="{0CD33E8D-803F-42CA-A54A-2F2C8EB269B3}"/>
                </a:ext>
              </a:extLst>
            </p:cNvPr>
            <p:cNvSpPr>
              <a:spLocks noChangeArrowheads="1"/>
            </p:cNvSpPr>
            <p:nvPr/>
          </p:nvSpPr>
          <p:spPr bwMode="auto">
            <a:xfrm>
              <a:off x="4421188" y="2322513"/>
              <a:ext cx="233362"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2" name="Rectangle 44">
              <a:extLst>
                <a:ext uri="{FF2B5EF4-FFF2-40B4-BE49-F238E27FC236}">
                  <a16:creationId xmlns:a16="http://schemas.microsoft.com/office/drawing/2014/main" id="{F4060196-70A5-4490-A3D6-80BAF449BCE7}"/>
                </a:ext>
              </a:extLst>
            </p:cNvPr>
            <p:cNvSpPr>
              <a:spLocks noChangeArrowheads="1"/>
            </p:cNvSpPr>
            <p:nvPr/>
          </p:nvSpPr>
          <p:spPr bwMode="auto">
            <a:xfrm>
              <a:off x="4524375" y="241776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3" name="Rectangle 45">
              <a:extLst>
                <a:ext uri="{FF2B5EF4-FFF2-40B4-BE49-F238E27FC236}">
                  <a16:creationId xmlns:a16="http://schemas.microsoft.com/office/drawing/2014/main" id="{C714B815-260D-429B-B79D-702EC69106EC}"/>
                </a:ext>
              </a:extLst>
            </p:cNvPr>
            <p:cNvSpPr>
              <a:spLocks noChangeArrowheads="1"/>
            </p:cNvSpPr>
            <p:nvPr/>
          </p:nvSpPr>
          <p:spPr bwMode="auto">
            <a:xfrm>
              <a:off x="4341813" y="231775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4" name="Rectangle 46">
              <a:extLst>
                <a:ext uri="{FF2B5EF4-FFF2-40B4-BE49-F238E27FC236}">
                  <a16:creationId xmlns:a16="http://schemas.microsoft.com/office/drawing/2014/main" id="{B0FA4BA8-C05B-4BA0-B9E1-DACFA41B97A4}"/>
                </a:ext>
              </a:extLst>
            </p:cNvPr>
            <p:cNvSpPr>
              <a:spLocks noChangeArrowheads="1"/>
            </p:cNvSpPr>
            <p:nvPr/>
          </p:nvSpPr>
          <p:spPr bwMode="auto">
            <a:xfrm>
              <a:off x="4776788" y="2322513"/>
              <a:ext cx="2333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5" name="Freeform 47">
              <a:extLst>
                <a:ext uri="{FF2B5EF4-FFF2-40B4-BE49-F238E27FC236}">
                  <a16:creationId xmlns:a16="http://schemas.microsoft.com/office/drawing/2014/main" id="{FFCBB7A9-D840-483B-A8E7-A9684F71ECBA}"/>
                </a:ext>
              </a:extLst>
            </p:cNvPr>
            <p:cNvSpPr>
              <a:spLocks/>
            </p:cNvSpPr>
            <p:nvPr/>
          </p:nvSpPr>
          <p:spPr bwMode="auto">
            <a:xfrm>
              <a:off x="3819525" y="3435350"/>
              <a:ext cx="1198563" cy="600075"/>
            </a:xfrm>
            <a:custGeom>
              <a:avLst/>
              <a:gdLst>
                <a:gd name="T0" fmla="*/ 2147483646 w 1509"/>
                <a:gd name="T1" fmla="*/ 2147483646 h 756"/>
                <a:gd name="T2" fmla="*/ 2147483646 w 1509"/>
                <a:gd name="T3" fmla="*/ 2147483646 h 756"/>
                <a:gd name="T4" fmla="*/ 2147483646 w 1509"/>
                <a:gd name="T5" fmla="*/ 2147483646 h 756"/>
                <a:gd name="T6" fmla="*/ 2147483646 w 1509"/>
                <a:gd name="T7" fmla="*/ 2147483646 h 756"/>
                <a:gd name="T8" fmla="*/ 2147483646 w 1509"/>
                <a:gd name="T9" fmla="*/ 2147483646 h 756"/>
                <a:gd name="T10" fmla="*/ 2147483646 w 1509"/>
                <a:gd name="T11" fmla="*/ 2147483646 h 756"/>
                <a:gd name="T12" fmla="*/ 2147483646 w 1509"/>
                <a:gd name="T13" fmla="*/ 2147483646 h 756"/>
                <a:gd name="T14" fmla="*/ 2147483646 w 1509"/>
                <a:gd name="T15" fmla="*/ 2147483646 h 756"/>
                <a:gd name="T16" fmla="*/ 2147483646 w 1509"/>
                <a:gd name="T17" fmla="*/ 2147483646 h 756"/>
                <a:gd name="T18" fmla="*/ 2147483646 w 1509"/>
                <a:gd name="T19" fmla="*/ 2147483646 h 756"/>
                <a:gd name="T20" fmla="*/ 0 w 1509"/>
                <a:gd name="T21" fmla="*/ 2147483646 h 756"/>
                <a:gd name="T22" fmla="*/ 2147483646 w 1509"/>
                <a:gd name="T23" fmla="*/ 2147483646 h 756"/>
                <a:gd name="T24" fmla="*/ 2147483646 w 1509"/>
                <a:gd name="T25" fmla="*/ 2147483646 h 756"/>
                <a:gd name="T26" fmla="*/ 2147483646 w 1509"/>
                <a:gd name="T27" fmla="*/ 2147483646 h 756"/>
                <a:gd name="T28" fmla="*/ 2147483646 w 1509"/>
                <a:gd name="T29" fmla="*/ 2147483646 h 756"/>
                <a:gd name="T30" fmla="*/ 2147483646 w 1509"/>
                <a:gd name="T31" fmla="*/ 2147483646 h 756"/>
                <a:gd name="T32" fmla="*/ 2147483646 w 1509"/>
                <a:gd name="T33" fmla="*/ 2147483646 h 756"/>
                <a:gd name="T34" fmla="*/ 2147483646 w 1509"/>
                <a:gd name="T35" fmla="*/ 2147483646 h 756"/>
                <a:gd name="T36" fmla="*/ 2147483646 w 1509"/>
                <a:gd name="T37" fmla="*/ 2147483646 h 756"/>
                <a:gd name="T38" fmla="*/ 2147483646 w 1509"/>
                <a:gd name="T39" fmla="*/ 2147483646 h 756"/>
                <a:gd name="T40" fmla="*/ 2147483646 w 1509"/>
                <a:gd name="T41" fmla="*/ 2147483646 h 756"/>
                <a:gd name="T42" fmla="*/ 2147483646 w 1509"/>
                <a:gd name="T43" fmla="*/ 2147483646 h 756"/>
                <a:gd name="T44" fmla="*/ 2147483646 w 1509"/>
                <a:gd name="T45" fmla="*/ 2147483646 h 756"/>
                <a:gd name="T46" fmla="*/ 2147483646 w 1509"/>
                <a:gd name="T47" fmla="*/ 2147483646 h 756"/>
                <a:gd name="T48" fmla="*/ 2147483646 w 1509"/>
                <a:gd name="T49" fmla="*/ 2147483646 h 756"/>
                <a:gd name="T50" fmla="*/ 2147483646 w 1509"/>
                <a:gd name="T51" fmla="*/ 2147483646 h 756"/>
                <a:gd name="T52" fmla="*/ 2147483646 w 1509"/>
                <a:gd name="T53" fmla="*/ 2147483646 h 756"/>
                <a:gd name="T54" fmla="*/ 2147483646 w 1509"/>
                <a:gd name="T55" fmla="*/ 2147483646 h 756"/>
                <a:gd name="T56" fmla="*/ 2147483646 w 1509"/>
                <a:gd name="T57" fmla="*/ 2147483646 h 756"/>
                <a:gd name="T58" fmla="*/ 2147483646 w 1509"/>
                <a:gd name="T59" fmla="*/ 2147483646 h 756"/>
                <a:gd name="T60" fmla="*/ 2147483646 w 1509"/>
                <a:gd name="T61" fmla="*/ 2147483646 h 756"/>
                <a:gd name="T62" fmla="*/ 2147483646 w 1509"/>
                <a:gd name="T63" fmla="*/ 2147483646 h 756"/>
                <a:gd name="T64" fmla="*/ 2147483646 w 1509"/>
                <a:gd name="T65" fmla="*/ 2147483646 h 756"/>
                <a:gd name="T66" fmla="*/ 2147483646 w 1509"/>
                <a:gd name="T67" fmla="*/ 2147483646 h 756"/>
                <a:gd name="T68" fmla="*/ 2147483646 w 1509"/>
                <a:gd name="T69" fmla="*/ 2147483646 h 756"/>
                <a:gd name="T70" fmla="*/ 2147483646 w 1509"/>
                <a:gd name="T71" fmla="*/ 2147483646 h 756"/>
                <a:gd name="T72" fmla="*/ 2147483646 w 1509"/>
                <a:gd name="T73" fmla="*/ 2147483646 h 756"/>
                <a:gd name="T74" fmla="*/ 2147483646 w 1509"/>
                <a:gd name="T75" fmla="*/ 2147483646 h 756"/>
                <a:gd name="T76" fmla="*/ 2147483646 w 1509"/>
                <a:gd name="T77" fmla="*/ 2147483646 h 756"/>
                <a:gd name="T78" fmla="*/ 2147483646 w 1509"/>
                <a:gd name="T79" fmla="*/ 2147483646 h 756"/>
                <a:gd name="T80" fmla="*/ 2147483646 w 1509"/>
                <a:gd name="T81" fmla="*/ 2147483646 h 756"/>
                <a:gd name="T82" fmla="*/ 2147483646 w 1509"/>
                <a:gd name="T83" fmla="*/ 2147483646 h 756"/>
                <a:gd name="T84" fmla="*/ 2147483646 w 1509"/>
                <a:gd name="T85" fmla="*/ 2147483646 h 756"/>
                <a:gd name="T86" fmla="*/ 2147483646 w 1509"/>
                <a:gd name="T87" fmla="*/ 0 h 7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9"/>
                <a:gd name="T133" fmla="*/ 0 h 756"/>
                <a:gd name="T134" fmla="*/ 1509 w 1509"/>
                <a:gd name="T135" fmla="*/ 756 h 7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9" h="756">
                  <a:moveTo>
                    <a:pt x="754" y="0"/>
                  </a:moveTo>
                  <a:lnTo>
                    <a:pt x="714" y="0"/>
                  </a:lnTo>
                  <a:lnTo>
                    <a:pt x="677" y="2"/>
                  </a:lnTo>
                  <a:lnTo>
                    <a:pt x="639" y="4"/>
                  </a:lnTo>
                  <a:lnTo>
                    <a:pt x="601" y="8"/>
                  </a:lnTo>
                  <a:lnTo>
                    <a:pt x="565" y="12"/>
                  </a:lnTo>
                  <a:lnTo>
                    <a:pt x="529" y="18"/>
                  </a:lnTo>
                  <a:lnTo>
                    <a:pt x="495" y="23"/>
                  </a:lnTo>
                  <a:lnTo>
                    <a:pt x="460" y="30"/>
                  </a:lnTo>
                  <a:lnTo>
                    <a:pt x="427" y="38"/>
                  </a:lnTo>
                  <a:lnTo>
                    <a:pt x="394" y="46"/>
                  </a:lnTo>
                  <a:lnTo>
                    <a:pt x="363" y="55"/>
                  </a:lnTo>
                  <a:lnTo>
                    <a:pt x="333" y="64"/>
                  </a:lnTo>
                  <a:lnTo>
                    <a:pt x="302" y="75"/>
                  </a:lnTo>
                  <a:lnTo>
                    <a:pt x="274" y="87"/>
                  </a:lnTo>
                  <a:lnTo>
                    <a:pt x="246" y="99"/>
                  </a:lnTo>
                  <a:lnTo>
                    <a:pt x="221" y="111"/>
                  </a:lnTo>
                  <a:lnTo>
                    <a:pt x="195" y="124"/>
                  </a:lnTo>
                  <a:lnTo>
                    <a:pt x="172" y="138"/>
                  </a:lnTo>
                  <a:lnTo>
                    <a:pt x="149" y="152"/>
                  </a:lnTo>
                  <a:lnTo>
                    <a:pt x="128" y="167"/>
                  </a:lnTo>
                  <a:lnTo>
                    <a:pt x="109" y="183"/>
                  </a:lnTo>
                  <a:lnTo>
                    <a:pt x="90" y="197"/>
                  </a:lnTo>
                  <a:lnTo>
                    <a:pt x="73" y="215"/>
                  </a:lnTo>
                  <a:lnTo>
                    <a:pt x="58" y="231"/>
                  </a:lnTo>
                  <a:lnTo>
                    <a:pt x="45" y="248"/>
                  </a:lnTo>
                  <a:lnTo>
                    <a:pt x="33" y="265"/>
                  </a:lnTo>
                  <a:lnTo>
                    <a:pt x="22" y="284"/>
                  </a:lnTo>
                  <a:lnTo>
                    <a:pt x="15" y="303"/>
                  </a:lnTo>
                  <a:lnTo>
                    <a:pt x="8" y="321"/>
                  </a:lnTo>
                  <a:lnTo>
                    <a:pt x="3" y="340"/>
                  </a:lnTo>
                  <a:lnTo>
                    <a:pt x="0" y="358"/>
                  </a:lnTo>
                  <a:lnTo>
                    <a:pt x="0" y="378"/>
                  </a:lnTo>
                  <a:lnTo>
                    <a:pt x="0" y="397"/>
                  </a:lnTo>
                  <a:lnTo>
                    <a:pt x="3" y="417"/>
                  </a:lnTo>
                  <a:lnTo>
                    <a:pt x="8" y="436"/>
                  </a:lnTo>
                  <a:lnTo>
                    <a:pt x="15" y="454"/>
                  </a:lnTo>
                  <a:lnTo>
                    <a:pt x="22" y="473"/>
                  </a:lnTo>
                  <a:lnTo>
                    <a:pt x="33" y="490"/>
                  </a:lnTo>
                  <a:lnTo>
                    <a:pt x="45" y="508"/>
                  </a:lnTo>
                  <a:lnTo>
                    <a:pt x="58" y="525"/>
                  </a:lnTo>
                  <a:lnTo>
                    <a:pt x="73" y="542"/>
                  </a:lnTo>
                  <a:lnTo>
                    <a:pt x="90" y="558"/>
                  </a:lnTo>
                  <a:lnTo>
                    <a:pt x="109" y="574"/>
                  </a:lnTo>
                  <a:lnTo>
                    <a:pt x="128" y="590"/>
                  </a:lnTo>
                  <a:lnTo>
                    <a:pt x="149" y="605"/>
                  </a:lnTo>
                  <a:lnTo>
                    <a:pt x="172" y="618"/>
                  </a:lnTo>
                  <a:lnTo>
                    <a:pt x="195" y="633"/>
                  </a:lnTo>
                  <a:lnTo>
                    <a:pt x="221" y="646"/>
                  </a:lnTo>
                  <a:lnTo>
                    <a:pt x="246" y="658"/>
                  </a:lnTo>
                  <a:lnTo>
                    <a:pt x="274" y="670"/>
                  </a:lnTo>
                  <a:lnTo>
                    <a:pt x="302" y="681"/>
                  </a:lnTo>
                  <a:lnTo>
                    <a:pt x="333" y="691"/>
                  </a:lnTo>
                  <a:lnTo>
                    <a:pt x="363" y="702"/>
                  </a:lnTo>
                  <a:lnTo>
                    <a:pt x="394" y="711"/>
                  </a:lnTo>
                  <a:lnTo>
                    <a:pt x="427" y="719"/>
                  </a:lnTo>
                  <a:lnTo>
                    <a:pt x="460" y="727"/>
                  </a:lnTo>
                  <a:lnTo>
                    <a:pt x="495" y="734"/>
                  </a:lnTo>
                  <a:lnTo>
                    <a:pt x="529" y="739"/>
                  </a:lnTo>
                  <a:lnTo>
                    <a:pt x="565" y="744"/>
                  </a:lnTo>
                  <a:lnTo>
                    <a:pt x="601" y="748"/>
                  </a:lnTo>
                  <a:lnTo>
                    <a:pt x="639" y="752"/>
                  </a:lnTo>
                  <a:lnTo>
                    <a:pt x="677" y="754"/>
                  </a:lnTo>
                  <a:lnTo>
                    <a:pt x="714" y="755"/>
                  </a:lnTo>
                  <a:lnTo>
                    <a:pt x="754" y="756"/>
                  </a:lnTo>
                  <a:lnTo>
                    <a:pt x="793" y="755"/>
                  </a:lnTo>
                  <a:lnTo>
                    <a:pt x="830" y="754"/>
                  </a:lnTo>
                  <a:lnTo>
                    <a:pt x="869" y="752"/>
                  </a:lnTo>
                  <a:lnTo>
                    <a:pt x="906" y="748"/>
                  </a:lnTo>
                  <a:lnTo>
                    <a:pt x="942" y="744"/>
                  </a:lnTo>
                  <a:lnTo>
                    <a:pt x="978" y="739"/>
                  </a:lnTo>
                  <a:lnTo>
                    <a:pt x="1013" y="734"/>
                  </a:lnTo>
                  <a:lnTo>
                    <a:pt x="1047" y="727"/>
                  </a:lnTo>
                  <a:lnTo>
                    <a:pt x="1080" y="719"/>
                  </a:lnTo>
                  <a:lnTo>
                    <a:pt x="1114" y="711"/>
                  </a:lnTo>
                  <a:lnTo>
                    <a:pt x="1146" y="702"/>
                  </a:lnTo>
                  <a:lnTo>
                    <a:pt x="1176" y="691"/>
                  </a:lnTo>
                  <a:lnTo>
                    <a:pt x="1206" y="681"/>
                  </a:lnTo>
                  <a:lnTo>
                    <a:pt x="1233" y="670"/>
                  </a:lnTo>
                  <a:lnTo>
                    <a:pt x="1261" y="658"/>
                  </a:lnTo>
                  <a:lnTo>
                    <a:pt x="1287" y="646"/>
                  </a:lnTo>
                  <a:lnTo>
                    <a:pt x="1312" y="633"/>
                  </a:lnTo>
                  <a:lnTo>
                    <a:pt x="1336" y="618"/>
                  </a:lnTo>
                  <a:lnTo>
                    <a:pt x="1359" y="605"/>
                  </a:lnTo>
                  <a:lnTo>
                    <a:pt x="1380" y="590"/>
                  </a:lnTo>
                  <a:lnTo>
                    <a:pt x="1398" y="574"/>
                  </a:lnTo>
                  <a:lnTo>
                    <a:pt x="1417" y="558"/>
                  </a:lnTo>
                  <a:lnTo>
                    <a:pt x="1434" y="542"/>
                  </a:lnTo>
                  <a:lnTo>
                    <a:pt x="1449" y="525"/>
                  </a:lnTo>
                  <a:lnTo>
                    <a:pt x="1462" y="508"/>
                  </a:lnTo>
                  <a:lnTo>
                    <a:pt x="1474" y="490"/>
                  </a:lnTo>
                  <a:lnTo>
                    <a:pt x="1485" y="473"/>
                  </a:lnTo>
                  <a:lnTo>
                    <a:pt x="1493" y="454"/>
                  </a:lnTo>
                  <a:lnTo>
                    <a:pt x="1500" y="436"/>
                  </a:lnTo>
                  <a:lnTo>
                    <a:pt x="1505" y="417"/>
                  </a:lnTo>
                  <a:lnTo>
                    <a:pt x="1508" y="397"/>
                  </a:lnTo>
                  <a:lnTo>
                    <a:pt x="1509" y="378"/>
                  </a:lnTo>
                  <a:lnTo>
                    <a:pt x="1508" y="358"/>
                  </a:lnTo>
                  <a:lnTo>
                    <a:pt x="1505" y="340"/>
                  </a:lnTo>
                  <a:lnTo>
                    <a:pt x="1500" y="321"/>
                  </a:lnTo>
                  <a:lnTo>
                    <a:pt x="1493" y="303"/>
                  </a:lnTo>
                  <a:lnTo>
                    <a:pt x="1485" y="284"/>
                  </a:lnTo>
                  <a:lnTo>
                    <a:pt x="1474" y="265"/>
                  </a:lnTo>
                  <a:lnTo>
                    <a:pt x="1462" y="248"/>
                  </a:lnTo>
                  <a:lnTo>
                    <a:pt x="1449" y="231"/>
                  </a:lnTo>
                  <a:lnTo>
                    <a:pt x="1434" y="215"/>
                  </a:lnTo>
                  <a:lnTo>
                    <a:pt x="1417" y="197"/>
                  </a:lnTo>
                  <a:lnTo>
                    <a:pt x="1398" y="183"/>
                  </a:lnTo>
                  <a:lnTo>
                    <a:pt x="1380" y="167"/>
                  </a:lnTo>
                  <a:lnTo>
                    <a:pt x="1359" y="152"/>
                  </a:lnTo>
                  <a:lnTo>
                    <a:pt x="1336" y="138"/>
                  </a:lnTo>
                  <a:lnTo>
                    <a:pt x="1312" y="124"/>
                  </a:lnTo>
                  <a:lnTo>
                    <a:pt x="1287" y="111"/>
                  </a:lnTo>
                  <a:lnTo>
                    <a:pt x="1261" y="99"/>
                  </a:lnTo>
                  <a:lnTo>
                    <a:pt x="1233" y="87"/>
                  </a:lnTo>
                  <a:lnTo>
                    <a:pt x="1206" y="75"/>
                  </a:lnTo>
                  <a:lnTo>
                    <a:pt x="1176" y="64"/>
                  </a:lnTo>
                  <a:lnTo>
                    <a:pt x="1146" y="55"/>
                  </a:lnTo>
                  <a:lnTo>
                    <a:pt x="1114" y="46"/>
                  </a:lnTo>
                  <a:lnTo>
                    <a:pt x="1080" y="38"/>
                  </a:lnTo>
                  <a:lnTo>
                    <a:pt x="1047" y="30"/>
                  </a:lnTo>
                  <a:lnTo>
                    <a:pt x="1013" y="23"/>
                  </a:lnTo>
                  <a:lnTo>
                    <a:pt x="978" y="18"/>
                  </a:lnTo>
                  <a:lnTo>
                    <a:pt x="942" y="12"/>
                  </a:lnTo>
                  <a:lnTo>
                    <a:pt x="906" y="8"/>
                  </a:lnTo>
                  <a:lnTo>
                    <a:pt x="869" y="4"/>
                  </a:lnTo>
                  <a:lnTo>
                    <a:pt x="830" y="2"/>
                  </a:lnTo>
                  <a:lnTo>
                    <a:pt x="793" y="0"/>
                  </a:lnTo>
                  <a:lnTo>
                    <a:pt x="754"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6" name="Rectangle 48">
              <a:extLst>
                <a:ext uri="{FF2B5EF4-FFF2-40B4-BE49-F238E27FC236}">
                  <a16:creationId xmlns:a16="http://schemas.microsoft.com/office/drawing/2014/main" id="{0353D651-1976-4435-9C22-41E4D7BD2058}"/>
                </a:ext>
              </a:extLst>
            </p:cNvPr>
            <p:cNvSpPr>
              <a:spLocks noChangeArrowheads="1"/>
            </p:cNvSpPr>
            <p:nvPr/>
          </p:nvSpPr>
          <p:spPr bwMode="auto">
            <a:xfrm>
              <a:off x="4633913" y="2322513"/>
              <a:ext cx="2460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7" name="Rectangle 49">
              <a:extLst>
                <a:ext uri="{FF2B5EF4-FFF2-40B4-BE49-F238E27FC236}">
                  <a16:creationId xmlns:a16="http://schemas.microsoft.com/office/drawing/2014/main" id="{9A7DFF64-1F18-47D6-9E3D-5C6462D94BF9}"/>
                </a:ext>
              </a:extLst>
            </p:cNvPr>
            <p:cNvSpPr>
              <a:spLocks noChangeArrowheads="1"/>
            </p:cNvSpPr>
            <p:nvPr/>
          </p:nvSpPr>
          <p:spPr bwMode="auto">
            <a:xfrm>
              <a:off x="3956050" y="3608388"/>
              <a:ext cx="441325"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8" name="Rectangle 50">
              <a:extLst>
                <a:ext uri="{FF2B5EF4-FFF2-40B4-BE49-F238E27FC236}">
                  <a16:creationId xmlns:a16="http://schemas.microsoft.com/office/drawing/2014/main" id="{1CC17F73-F703-40A8-953F-0C316CA8BA74}"/>
                </a:ext>
              </a:extLst>
            </p:cNvPr>
            <p:cNvSpPr>
              <a:spLocks noChangeArrowheads="1"/>
            </p:cNvSpPr>
            <p:nvPr/>
          </p:nvSpPr>
          <p:spPr bwMode="auto">
            <a:xfrm>
              <a:off x="4421188" y="3608388"/>
              <a:ext cx="233362"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39" name="Rectangle 51">
              <a:extLst>
                <a:ext uri="{FF2B5EF4-FFF2-40B4-BE49-F238E27FC236}">
                  <a16:creationId xmlns:a16="http://schemas.microsoft.com/office/drawing/2014/main" id="{003C1934-4052-47ED-BD97-1506438C8906}"/>
                </a:ext>
              </a:extLst>
            </p:cNvPr>
            <p:cNvSpPr>
              <a:spLocks noChangeArrowheads="1"/>
            </p:cNvSpPr>
            <p:nvPr/>
          </p:nvSpPr>
          <p:spPr bwMode="auto">
            <a:xfrm>
              <a:off x="4524375" y="3705225"/>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0" name="Rectangle 52">
              <a:extLst>
                <a:ext uri="{FF2B5EF4-FFF2-40B4-BE49-F238E27FC236}">
                  <a16:creationId xmlns:a16="http://schemas.microsoft.com/office/drawing/2014/main" id="{D011D586-97D8-4CB9-B736-29A7AD1D0673}"/>
                </a:ext>
              </a:extLst>
            </p:cNvPr>
            <p:cNvSpPr>
              <a:spLocks noChangeArrowheads="1"/>
            </p:cNvSpPr>
            <p:nvPr/>
          </p:nvSpPr>
          <p:spPr bwMode="auto">
            <a:xfrm>
              <a:off x="4341813" y="3603625"/>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1" name="Rectangle 53">
              <a:extLst>
                <a:ext uri="{FF2B5EF4-FFF2-40B4-BE49-F238E27FC236}">
                  <a16:creationId xmlns:a16="http://schemas.microsoft.com/office/drawing/2014/main" id="{133B197F-0B07-4062-B53E-EF2B6D682DE1}"/>
                </a:ext>
              </a:extLst>
            </p:cNvPr>
            <p:cNvSpPr>
              <a:spLocks noChangeArrowheads="1"/>
            </p:cNvSpPr>
            <p:nvPr/>
          </p:nvSpPr>
          <p:spPr bwMode="auto">
            <a:xfrm>
              <a:off x="4776788" y="3608388"/>
              <a:ext cx="2333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2" name="Freeform 54">
              <a:extLst>
                <a:ext uri="{FF2B5EF4-FFF2-40B4-BE49-F238E27FC236}">
                  <a16:creationId xmlns:a16="http://schemas.microsoft.com/office/drawing/2014/main" id="{211B04D4-65EA-4796-99A4-750A68214EC5}"/>
                </a:ext>
              </a:extLst>
            </p:cNvPr>
            <p:cNvSpPr>
              <a:spLocks/>
            </p:cNvSpPr>
            <p:nvPr/>
          </p:nvSpPr>
          <p:spPr bwMode="auto">
            <a:xfrm>
              <a:off x="3819525" y="4745038"/>
              <a:ext cx="1198563" cy="600075"/>
            </a:xfrm>
            <a:custGeom>
              <a:avLst/>
              <a:gdLst>
                <a:gd name="T0" fmla="*/ 2147483646 w 1509"/>
                <a:gd name="T1" fmla="*/ 2147483646 h 756"/>
                <a:gd name="T2" fmla="*/ 2147483646 w 1509"/>
                <a:gd name="T3" fmla="*/ 2147483646 h 756"/>
                <a:gd name="T4" fmla="*/ 2147483646 w 1509"/>
                <a:gd name="T5" fmla="*/ 2147483646 h 756"/>
                <a:gd name="T6" fmla="*/ 2147483646 w 1509"/>
                <a:gd name="T7" fmla="*/ 2147483646 h 756"/>
                <a:gd name="T8" fmla="*/ 2147483646 w 1509"/>
                <a:gd name="T9" fmla="*/ 2147483646 h 756"/>
                <a:gd name="T10" fmla="*/ 2147483646 w 1509"/>
                <a:gd name="T11" fmla="*/ 2147483646 h 756"/>
                <a:gd name="T12" fmla="*/ 2147483646 w 1509"/>
                <a:gd name="T13" fmla="*/ 2147483646 h 756"/>
                <a:gd name="T14" fmla="*/ 2147483646 w 1509"/>
                <a:gd name="T15" fmla="*/ 2147483646 h 756"/>
                <a:gd name="T16" fmla="*/ 2147483646 w 1509"/>
                <a:gd name="T17" fmla="*/ 2147483646 h 756"/>
                <a:gd name="T18" fmla="*/ 2147483646 w 1509"/>
                <a:gd name="T19" fmla="*/ 2147483646 h 756"/>
                <a:gd name="T20" fmla="*/ 0 w 1509"/>
                <a:gd name="T21" fmla="*/ 2147483646 h 756"/>
                <a:gd name="T22" fmla="*/ 2147483646 w 1509"/>
                <a:gd name="T23" fmla="*/ 2147483646 h 756"/>
                <a:gd name="T24" fmla="*/ 2147483646 w 1509"/>
                <a:gd name="T25" fmla="*/ 2147483646 h 756"/>
                <a:gd name="T26" fmla="*/ 2147483646 w 1509"/>
                <a:gd name="T27" fmla="*/ 2147483646 h 756"/>
                <a:gd name="T28" fmla="*/ 2147483646 w 1509"/>
                <a:gd name="T29" fmla="*/ 2147483646 h 756"/>
                <a:gd name="T30" fmla="*/ 2147483646 w 1509"/>
                <a:gd name="T31" fmla="*/ 2147483646 h 756"/>
                <a:gd name="T32" fmla="*/ 2147483646 w 1509"/>
                <a:gd name="T33" fmla="*/ 2147483646 h 756"/>
                <a:gd name="T34" fmla="*/ 2147483646 w 1509"/>
                <a:gd name="T35" fmla="*/ 2147483646 h 756"/>
                <a:gd name="T36" fmla="*/ 2147483646 w 1509"/>
                <a:gd name="T37" fmla="*/ 2147483646 h 756"/>
                <a:gd name="T38" fmla="*/ 2147483646 w 1509"/>
                <a:gd name="T39" fmla="*/ 2147483646 h 756"/>
                <a:gd name="T40" fmla="*/ 2147483646 w 1509"/>
                <a:gd name="T41" fmla="*/ 2147483646 h 756"/>
                <a:gd name="T42" fmla="*/ 2147483646 w 1509"/>
                <a:gd name="T43" fmla="*/ 2147483646 h 756"/>
                <a:gd name="T44" fmla="*/ 2147483646 w 1509"/>
                <a:gd name="T45" fmla="*/ 2147483646 h 756"/>
                <a:gd name="T46" fmla="*/ 2147483646 w 1509"/>
                <a:gd name="T47" fmla="*/ 2147483646 h 756"/>
                <a:gd name="T48" fmla="*/ 2147483646 w 1509"/>
                <a:gd name="T49" fmla="*/ 2147483646 h 756"/>
                <a:gd name="T50" fmla="*/ 2147483646 w 1509"/>
                <a:gd name="T51" fmla="*/ 2147483646 h 756"/>
                <a:gd name="T52" fmla="*/ 2147483646 w 1509"/>
                <a:gd name="T53" fmla="*/ 2147483646 h 756"/>
                <a:gd name="T54" fmla="*/ 2147483646 w 1509"/>
                <a:gd name="T55" fmla="*/ 2147483646 h 756"/>
                <a:gd name="T56" fmla="*/ 2147483646 w 1509"/>
                <a:gd name="T57" fmla="*/ 2147483646 h 756"/>
                <a:gd name="T58" fmla="*/ 2147483646 w 1509"/>
                <a:gd name="T59" fmla="*/ 2147483646 h 756"/>
                <a:gd name="T60" fmla="*/ 2147483646 w 1509"/>
                <a:gd name="T61" fmla="*/ 2147483646 h 756"/>
                <a:gd name="T62" fmla="*/ 2147483646 w 1509"/>
                <a:gd name="T63" fmla="*/ 2147483646 h 756"/>
                <a:gd name="T64" fmla="*/ 2147483646 w 1509"/>
                <a:gd name="T65" fmla="*/ 2147483646 h 756"/>
                <a:gd name="T66" fmla="*/ 2147483646 w 1509"/>
                <a:gd name="T67" fmla="*/ 2147483646 h 756"/>
                <a:gd name="T68" fmla="*/ 2147483646 w 1509"/>
                <a:gd name="T69" fmla="*/ 2147483646 h 756"/>
                <a:gd name="T70" fmla="*/ 2147483646 w 1509"/>
                <a:gd name="T71" fmla="*/ 2147483646 h 756"/>
                <a:gd name="T72" fmla="*/ 2147483646 w 1509"/>
                <a:gd name="T73" fmla="*/ 2147483646 h 756"/>
                <a:gd name="T74" fmla="*/ 2147483646 w 1509"/>
                <a:gd name="T75" fmla="*/ 2147483646 h 756"/>
                <a:gd name="T76" fmla="*/ 2147483646 w 1509"/>
                <a:gd name="T77" fmla="*/ 2147483646 h 756"/>
                <a:gd name="T78" fmla="*/ 2147483646 w 1509"/>
                <a:gd name="T79" fmla="*/ 2147483646 h 756"/>
                <a:gd name="T80" fmla="*/ 2147483646 w 1509"/>
                <a:gd name="T81" fmla="*/ 2147483646 h 756"/>
                <a:gd name="T82" fmla="*/ 2147483646 w 1509"/>
                <a:gd name="T83" fmla="*/ 2147483646 h 756"/>
                <a:gd name="T84" fmla="*/ 2147483646 w 1509"/>
                <a:gd name="T85" fmla="*/ 2147483646 h 756"/>
                <a:gd name="T86" fmla="*/ 2147483646 w 1509"/>
                <a:gd name="T87" fmla="*/ 0 h 7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9"/>
                <a:gd name="T133" fmla="*/ 0 h 756"/>
                <a:gd name="T134" fmla="*/ 1509 w 1509"/>
                <a:gd name="T135" fmla="*/ 756 h 7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9" h="756">
                  <a:moveTo>
                    <a:pt x="754" y="0"/>
                  </a:moveTo>
                  <a:lnTo>
                    <a:pt x="714" y="0"/>
                  </a:lnTo>
                  <a:lnTo>
                    <a:pt x="677" y="1"/>
                  </a:lnTo>
                  <a:lnTo>
                    <a:pt x="639" y="4"/>
                  </a:lnTo>
                  <a:lnTo>
                    <a:pt x="601" y="8"/>
                  </a:lnTo>
                  <a:lnTo>
                    <a:pt x="565" y="12"/>
                  </a:lnTo>
                  <a:lnTo>
                    <a:pt x="529" y="17"/>
                  </a:lnTo>
                  <a:lnTo>
                    <a:pt x="495" y="23"/>
                  </a:lnTo>
                  <a:lnTo>
                    <a:pt x="460" y="29"/>
                  </a:lnTo>
                  <a:lnTo>
                    <a:pt x="427" y="37"/>
                  </a:lnTo>
                  <a:lnTo>
                    <a:pt x="394" y="45"/>
                  </a:lnTo>
                  <a:lnTo>
                    <a:pt x="363" y="54"/>
                  </a:lnTo>
                  <a:lnTo>
                    <a:pt x="333" y="64"/>
                  </a:lnTo>
                  <a:lnTo>
                    <a:pt x="302" y="74"/>
                  </a:lnTo>
                  <a:lnTo>
                    <a:pt x="274" y="86"/>
                  </a:lnTo>
                  <a:lnTo>
                    <a:pt x="246" y="98"/>
                  </a:lnTo>
                  <a:lnTo>
                    <a:pt x="221" y="110"/>
                  </a:lnTo>
                  <a:lnTo>
                    <a:pt x="195" y="124"/>
                  </a:lnTo>
                  <a:lnTo>
                    <a:pt x="172" y="137"/>
                  </a:lnTo>
                  <a:lnTo>
                    <a:pt x="149" y="152"/>
                  </a:lnTo>
                  <a:lnTo>
                    <a:pt x="128" y="166"/>
                  </a:lnTo>
                  <a:lnTo>
                    <a:pt x="109" y="182"/>
                  </a:lnTo>
                  <a:lnTo>
                    <a:pt x="90" y="197"/>
                  </a:lnTo>
                  <a:lnTo>
                    <a:pt x="73" y="214"/>
                  </a:lnTo>
                  <a:lnTo>
                    <a:pt x="58" y="230"/>
                  </a:lnTo>
                  <a:lnTo>
                    <a:pt x="45" y="247"/>
                  </a:lnTo>
                  <a:lnTo>
                    <a:pt x="33" y="265"/>
                  </a:lnTo>
                  <a:lnTo>
                    <a:pt x="22" y="283"/>
                  </a:lnTo>
                  <a:lnTo>
                    <a:pt x="15" y="302"/>
                  </a:lnTo>
                  <a:lnTo>
                    <a:pt x="8" y="321"/>
                  </a:lnTo>
                  <a:lnTo>
                    <a:pt x="3" y="339"/>
                  </a:lnTo>
                  <a:lnTo>
                    <a:pt x="0" y="358"/>
                  </a:lnTo>
                  <a:lnTo>
                    <a:pt x="0" y="378"/>
                  </a:lnTo>
                  <a:lnTo>
                    <a:pt x="0" y="397"/>
                  </a:lnTo>
                  <a:lnTo>
                    <a:pt x="3" y="417"/>
                  </a:lnTo>
                  <a:lnTo>
                    <a:pt x="8" y="435"/>
                  </a:lnTo>
                  <a:lnTo>
                    <a:pt x="15" y="454"/>
                  </a:lnTo>
                  <a:lnTo>
                    <a:pt x="22" y="472"/>
                  </a:lnTo>
                  <a:lnTo>
                    <a:pt x="33" y="490"/>
                  </a:lnTo>
                  <a:lnTo>
                    <a:pt x="45" y="507"/>
                  </a:lnTo>
                  <a:lnTo>
                    <a:pt x="58" y="524"/>
                  </a:lnTo>
                  <a:lnTo>
                    <a:pt x="73" y="542"/>
                  </a:lnTo>
                  <a:lnTo>
                    <a:pt x="90" y="558"/>
                  </a:lnTo>
                  <a:lnTo>
                    <a:pt x="109" y="574"/>
                  </a:lnTo>
                  <a:lnTo>
                    <a:pt x="128" y="590"/>
                  </a:lnTo>
                  <a:lnTo>
                    <a:pt x="149" y="604"/>
                  </a:lnTo>
                  <a:lnTo>
                    <a:pt x="172" y="617"/>
                  </a:lnTo>
                  <a:lnTo>
                    <a:pt x="195" y="632"/>
                  </a:lnTo>
                  <a:lnTo>
                    <a:pt x="221" y="645"/>
                  </a:lnTo>
                  <a:lnTo>
                    <a:pt x="246" y="657"/>
                  </a:lnTo>
                  <a:lnTo>
                    <a:pt x="274" y="669"/>
                  </a:lnTo>
                  <a:lnTo>
                    <a:pt x="302" y="680"/>
                  </a:lnTo>
                  <a:lnTo>
                    <a:pt x="333" y="691"/>
                  </a:lnTo>
                  <a:lnTo>
                    <a:pt x="363" y="701"/>
                  </a:lnTo>
                  <a:lnTo>
                    <a:pt x="394" y="711"/>
                  </a:lnTo>
                  <a:lnTo>
                    <a:pt x="427" y="719"/>
                  </a:lnTo>
                  <a:lnTo>
                    <a:pt x="460" y="727"/>
                  </a:lnTo>
                  <a:lnTo>
                    <a:pt x="495" y="733"/>
                  </a:lnTo>
                  <a:lnTo>
                    <a:pt x="529" y="739"/>
                  </a:lnTo>
                  <a:lnTo>
                    <a:pt x="565" y="744"/>
                  </a:lnTo>
                  <a:lnTo>
                    <a:pt x="601" y="748"/>
                  </a:lnTo>
                  <a:lnTo>
                    <a:pt x="639" y="752"/>
                  </a:lnTo>
                  <a:lnTo>
                    <a:pt x="677" y="753"/>
                  </a:lnTo>
                  <a:lnTo>
                    <a:pt x="714" y="755"/>
                  </a:lnTo>
                  <a:lnTo>
                    <a:pt x="754" y="756"/>
                  </a:lnTo>
                  <a:lnTo>
                    <a:pt x="793" y="755"/>
                  </a:lnTo>
                  <a:lnTo>
                    <a:pt x="830" y="753"/>
                  </a:lnTo>
                  <a:lnTo>
                    <a:pt x="869" y="752"/>
                  </a:lnTo>
                  <a:lnTo>
                    <a:pt x="906" y="748"/>
                  </a:lnTo>
                  <a:lnTo>
                    <a:pt x="942" y="744"/>
                  </a:lnTo>
                  <a:lnTo>
                    <a:pt x="978" y="739"/>
                  </a:lnTo>
                  <a:lnTo>
                    <a:pt x="1013" y="733"/>
                  </a:lnTo>
                  <a:lnTo>
                    <a:pt x="1047" y="727"/>
                  </a:lnTo>
                  <a:lnTo>
                    <a:pt x="1080" y="719"/>
                  </a:lnTo>
                  <a:lnTo>
                    <a:pt x="1114" y="711"/>
                  </a:lnTo>
                  <a:lnTo>
                    <a:pt x="1146" y="701"/>
                  </a:lnTo>
                  <a:lnTo>
                    <a:pt x="1176" y="691"/>
                  </a:lnTo>
                  <a:lnTo>
                    <a:pt x="1206" y="680"/>
                  </a:lnTo>
                  <a:lnTo>
                    <a:pt x="1233" y="669"/>
                  </a:lnTo>
                  <a:lnTo>
                    <a:pt x="1261" y="657"/>
                  </a:lnTo>
                  <a:lnTo>
                    <a:pt x="1287" y="645"/>
                  </a:lnTo>
                  <a:lnTo>
                    <a:pt x="1312" y="632"/>
                  </a:lnTo>
                  <a:lnTo>
                    <a:pt x="1336" y="617"/>
                  </a:lnTo>
                  <a:lnTo>
                    <a:pt x="1359" y="604"/>
                  </a:lnTo>
                  <a:lnTo>
                    <a:pt x="1380" y="590"/>
                  </a:lnTo>
                  <a:lnTo>
                    <a:pt x="1398" y="574"/>
                  </a:lnTo>
                  <a:lnTo>
                    <a:pt x="1417" y="558"/>
                  </a:lnTo>
                  <a:lnTo>
                    <a:pt x="1434" y="542"/>
                  </a:lnTo>
                  <a:lnTo>
                    <a:pt x="1449" y="524"/>
                  </a:lnTo>
                  <a:lnTo>
                    <a:pt x="1462" y="507"/>
                  </a:lnTo>
                  <a:lnTo>
                    <a:pt x="1474" y="490"/>
                  </a:lnTo>
                  <a:lnTo>
                    <a:pt x="1485" y="472"/>
                  </a:lnTo>
                  <a:lnTo>
                    <a:pt x="1493" y="454"/>
                  </a:lnTo>
                  <a:lnTo>
                    <a:pt x="1500" y="435"/>
                  </a:lnTo>
                  <a:lnTo>
                    <a:pt x="1505" y="417"/>
                  </a:lnTo>
                  <a:lnTo>
                    <a:pt x="1508" y="397"/>
                  </a:lnTo>
                  <a:lnTo>
                    <a:pt x="1509" y="378"/>
                  </a:lnTo>
                  <a:lnTo>
                    <a:pt x="1508" y="358"/>
                  </a:lnTo>
                  <a:lnTo>
                    <a:pt x="1505" y="339"/>
                  </a:lnTo>
                  <a:lnTo>
                    <a:pt x="1500" y="321"/>
                  </a:lnTo>
                  <a:lnTo>
                    <a:pt x="1493" y="302"/>
                  </a:lnTo>
                  <a:lnTo>
                    <a:pt x="1485" y="283"/>
                  </a:lnTo>
                  <a:lnTo>
                    <a:pt x="1474" y="265"/>
                  </a:lnTo>
                  <a:lnTo>
                    <a:pt x="1462" y="247"/>
                  </a:lnTo>
                  <a:lnTo>
                    <a:pt x="1449" y="230"/>
                  </a:lnTo>
                  <a:lnTo>
                    <a:pt x="1434" y="214"/>
                  </a:lnTo>
                  <a:lnTo>
                    <a:pt x="1417" y="197"/>
                  </a:lnTo>
                  <a:lnTo>
                    <a:pt x="1398" y="182"/>
                  </a:lnTo>
                  <a:lnTo>
                    <a:pt x="1380" y="166"/>
                  </a:lnTo>
                  <a:lnTo>
                    <a:pt x="1359" y="152"/>
                  </a:lnTo>
                  <a:lnTo>
                    <a:pt x="1336" y="137"/>
                  </a:lnTo>
                  <a:lnTo>
                    <a:pt x="1312" y="124"/>
                  </a:lnTo>
                  <a:lnTo>
                    <a:pt x="1287" y="110"/>
                  </a:lnTo>
                  <a:lnTo>
                    <a:pt x="1261" y="98"/>
                  </a:lnTo>
                  <a:lnTo>
                    <a:pt x="1233" y="86"/>
                  </a:lnTo>
                  <a:lnTo>
                    <a:pt x="1206" y="74"/>
                  </a:lnTo>
                  <a:lnTo>
                    <a:pt x="1176" y="64"/>
                  </a:lnTo>
                  <a:lnTo>
                    <a:pt x="1146" y="54"/>
                  </a:lnTo>
                  <a:lnTo>
                    <a:pt x="1114" y="45"/>
                  </a:lnTo>
                  <a:lnTo>
                    <a:pt x="1080" y="37"/>
                  </a:lnTo>
                  <a:lnTo>
                    <a:pt x="1047" y="29"/>
                  </a:lnTo>
                  <a:lnTo>
                    <a:pt x="1013" y="23"/>
                  </a:lnTo>
                  <a:lnTo>
                    <a:pt x="978" y="17"/>
                  </a:lnTo>
                  <a:lnTo>
                    <a:pt x="942" y="12"/>
                  </a:lnTo>
                  <a:lnTo>
                    <a:pt x="906" y="8"/>
                  </a:lnTo>
                  <a:lnTo>
                    <a:pt x="869" y="4"/>
                  </a:lnTo>
                  <a:lnTo>
                    <a:pt x="830" y="1"/>
                  </a:lnTo>
                  <a:lnTo>
                    <a:pt x="793" y="0"/>
                  </a:lnTo>
                  <a:lnTo>
                    <a:pt x="754"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3" name="Rectangle 55">
              <a:extLst>
                <a:ext uri="{FF2B5EF4-FFF2-40B4-BE49-F238E27FC236}">
                  <a16:creationId xmlns:a16="http://schemas.microsoft.com/office/drawing/2014/main" id="{F67CEB76-A8BC-4EE8-8951-F50F5D9CA907}"/>
                </a:ext>
              </a:extLst>
            </p:cNvPr>
            <p:cNvSpPr>
              <a:spLocks noChangeArrowheads="1"/>
            </p:cNvSpPr>
            <p:nvPr/>
          </p:nvSpPr>
          <p:spPr bwMode="auto">
            <a:xfrm>
              <a:off x="4633913" y="3608388"/>
              <a:ext cx="2460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4" name="Rectangle 56">
              <a:extLst>
                <a:ext uri="{FF2B5EF4-FFF2-40B4-BE49-F238E27FC236}">
                  <a16:creationId xmlns:a16="http://schemas.microsoft.com/office/drawing/2014/main" id="{DB30F52D-DB28-4BBF-AC97-523C2439C67B}"/>
                </a:ext>
              </a:extLst>
            </p:cNvPr>
            <p:cNvSpPr>
              <a:spLocks noChangeArrowheads="1"/>
            </p:cNvSpPr>
            <p:nvPr/>
          </p:nvSpPr>
          <p:spPr bwMode="auto">
            <a:xfrm>
              <a:off x="3956050" y="4932363"/>
              <a:ext cx="441325"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5" name="Rectangle 57">
              <a:extLst>
                <a:ext uri="{FF2B5EF4-FFF2-40B4-BE49-F238E27FC236}">
                  <a16:creationId xmlns:a16="http://schemas.microsoft.com/office/drawing/2014/main" id="{A7FAB6B5-7132-4FD9-9011-92640BCFF696}"/>
                </a:ext>
              </a:extLst>
            </p:cNvPr>
            <p:cNvSpPr>
              <a:spLocks noChangeArrowheads="1"/>
            </p:cNvSpPr>
            <p:nvPr/>
          </p:nvSpPr>
          <p:spPr bwMode="auto">
            <a:xfrm>
              <a:off x="4421188" y="4932363"/>
              <a:ext cx="233362"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6" name="Rectangle 58">
              <a:extLst>
                <a:ext uri="{FF2B5EF4-FFF2-40B4-BE49-F238E27FC236}">
                  <a16:creationId xmlns:a16="http://schemas.microsoft.com/office/drawing/2014/main" id="{E5C5ED65-302A-4C11-A599-C8A3B99855A3}"/>
                </a:ext>
              </a:extLst>
            </p:cNvPr>
            <p:cNvSpPr>
              <a:spLocks noChangeArrowheads="1"/>
            </p:cNvSpPr>
            <p:nvPr/>
          </p:nvSpPr>
          <p:spPr bwMode="auto">
            <a:xfrm>
              <a:off x="4524375" y="502761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7" name="Rectangle 59">
              <a:extLst>
                <a:ext uri="{FF2B5EF4-FFF2-40B4-BE49-F238E27FC236}">
                  <a16:creationId xmlns:a16="http://schemas.microsoft.com/office/drawing/2014/main" id="{705F68A2-E7F9-408D-9FB5-31C423110EF1}"/>
                </a:ext>
              </a:extLst>
            </p:cNvPr>
            <p:cNvSpPr>
              <a:spLocks noChangeArrowheads="1"/>
            </p:cNvSpPr>
            <p:nvPr/>
          </p:nvSpPr>
          <p:spPr bwMode="auto">
            <a:xfrm>
              <a:off x="4341813" y="49276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8" name="Rectangle 60">
              <a:extLst>
                <a:ext uri="{FF2B5EF4-FFF2-40B4-BE49-F238E27FC236}">
                  <a16:creationId xmlns:a16="http://schemas.microsoft.com/office/drawing/2014/main" id="{C55B2695-7E92-436D-82F8-7DC384D32C85}"/>
                </a:ext>
              </a:extLst>
            </p:cNvPr>
            <p:cNvSpPr>
              <a:spLocks noChangeArrowheads="1"/>
            </p:cNvSpPr>
            <p:nvPr/>
          </p:nvSpPr>
          <p:spPr bwMode="auto">
            <a:xfrm>
              <a:off x="4776788" y="4932363"/>
              <a:ext cx="2333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49" name="Freeform 61">
              <a:extLst>
                <a:ext uri="{FF2B5EF4-FFF2-40B4-BE49-F238E27FC236}">
                  <a16:creationId xmlns:a16="http://schemas.microsoft.com/office/drawing/2014/main" id="{74A00304-B841-4B1C-A53A-4B4182B11A51}"/>
                </a:ext>
              </a:extLst>
            </p:cNvPr>
            <p:cNvSpPr>
              <a:spLocks/>
            </p:cNvSpPr>
            <p:nvPr/>
          </p:nvSpPr>
          <p:spPr bwMode="auto">
            <a:xfrm>
              <a:off x="4605338" y="2000250"/>
              <a:ext cx="63500" cy="127000"/>
            </a:xfrm>
            <a:custGeom>
              <a:avLst/>
              <a:gdLst>
                <a:gd name="T0" fmla="*/ 0 w 79"/>
                <a:gd name="T1" fmla="*/ 0 h 160"/>
                <a:gd name="T2" fmla="*/ 2147483646 w 79"/>
                <a:gd name="T3" fmla="*/ 2147483646 h 160"/>
                <a:gd name="T4" fmla="*/ 2147483646 w 79"/>
                <a:gd name="T5" fmla="*/ 0 h 160"/>
                <a:gd name="T6" fmla="*/ 2147483646 w 79"/>
                <a:gd name="T7" fmla="*/ 0 h 160"/>
                <a:gd name="T8" fmla="*/ 0 w 79"/>
                <a:gd name="T9" fmla="*/ 0 h 160"/>
                <a:gd name="T10" fmla="*/ 0 60000 65536"/>
                <a:gd name="T11" fmla="*/ 0 60000 65536"/>
                <a:gd name="T12" fmla="*/ 0 60000 65536"/>
                <a:gd name="T13" fmla="*/ 0 60000 65536"/>
                <a:gd name="T14" fmla="*/ 0 60000 65536"/>
                <a:gd name="T15" fmla="*/ 0 w 79"/>
                <a:gd name="T16" fmla="*/ 0 h 160"/>
                <a:gd name="T17" fmla="*/ 79 w 79"/>
                <a:gd name="T18" fmla="*/ 160 h 160"/>
              </a:gdLst>
              <a:ahLst/>
              <a:cxnLst>
                <a:cxn ang="T10">
                  <a:pos x="T0" y="T1"/>
                </a:cxn>
                <a:cxn ang="T11">
                  <a:pos x="T2" y="T3"/>
                </a:cxn>
                <a:cxn ang="T12">
                  <a:pos x="T4" y="T5"/>
                </a:cxn>
                <a:cxn ang="T13">
                  <a:pos x="T6" y="T7"/>
                </a:cxn>
                <a:cxn ang="T14">
                  <a:pos x="T8" y="T9"/>
                </a:cxn>
              </a:cxnLst>
              <a:rect l="T15" t="T16" r="T17" b="T18"/>
              <a:pathLst>
                <a:path w="79" h="160">
                  <a:moveTo>
                    <a:pt x="0" y="0"/>
                  </a:moveTo>
                  <a:lnTo>
                    <a:pt x="26" y="160"/>
                  </a:lnTo>
                  <a:lnTo>
                    <a:pt x="79" y="0"/>
                  </a:lnTo>
                  <a:lnTo>
                    <a:pt x="26"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0" name="Freeform 62">
              <a:extLst>
                <a:ext uri="{FF2B5EF4-FFF2-40B4-BE49-F238E27FC236}">
                  <a16:creationId xmlns:a16="http://schemas.microsoft.com/office/drawing/2014/main" id="{38F6236C-63CB-4B39-B9F2-795C956CD59E}"/>
                </a:ext>
              </a:extLst>
            </p:cNvPr>
            <p:cNvSpPr>
              <a:spLocks/>
            </p:cNvSpPr>
            <p:nvPr/>
          </p:nvSpPr>
          <p:spPr bwMode="auto">
            <a:xfrm>
              <a:off x="4594225" y="1508125"/>
              <a:ext cx="49213" cy="484188"/>
            </a:xfrm>
            <a:custGeom>
              <a:avLst/>
              <a:gdLst>
                <a:gd name="T0" fmla="*/ 0 w 62"/>
                <a:gd name="T1" fmla="*/ 0 h 611"/>
                <a:gd name="T2" fmla="*/ 2147483646 w 62"/>
                <a:gd name="T3" fmla="*/ 2147483646 h 611"/>
                <a:gd name="T4" fmla="*/ 2147483646 w 62"/>
                <a:gd name="T5" fmla="*/ 2147483646 h 611"/>
                <a:gd name="T6" fmla="*/ 2147483646 w 62"/>
                <a:gd name="T7" fmla="*/ 2147483646 h 611"/>
                <a:gd name="T8" fmla="*/ 2147483646 w 62"/>
                <a:gd name="T9" fmla="*/ 2147483646 h 611"/>
                <a:gd name="T10" fmla="*/ 2147483646 w 62"/>
                <a:gd name="T11" fmla="*/ 2147483646 h 611"/>
                <a:gd name="T12" fmla="*/ 2147483646 w 62"/>
                <a:gd name="T13" fmla="*/ 2147483646 h 611"/>
                <a:gd name="T14" fmla="*/ 2147483646 w 62"/>
                <a:gd name="T15" fmla="*/ 2147483646 h 611"/>
                <a:gd name="T16" fmla="*/ 2147483646 w 62"/>
                <a:gd name="T17" fmla="*/ 2147483646 h 611"/>
                <a:gd name="T18" fmla="*/ 2147483646 w 62"/>
                <a:gd name="T19" fmla="*/ 2147483646 h 611"/>
                <a:gd name="T20" fmla="*/ 2147483646 w 62"/>
                <a:gd name="T21" fmla="*/ 2147483646 h 611"/>
                <a:gd name="T22" fmla="*/ 2147483646 w 62"/>
                <a:gd name="T23" fmla="*/ 2147483646 h 611"/>
                <a:gd name="T24" fmla="*/ 2147483646 w 62"/>
                <a:gd name="T25" fmla="*/ 2147483646 h 611"/>
                <a:gd name="T26" fmla="*/ 2147483646 w 62"/>
                <a:gd name="T27" fmla="*/ 2147483646 h 611"/>
                <a:gd name="T28" fmla="*/ 2147483646 w 62"/>
                <a:gd name="T29" fmla="*/ 2147483646 h 611"/>
                <a:gd name="T30" fmla="*/ 2147483646 w 62"/>
                <a:gd name="T31" fmla="*/ 2147483646 h 611"/>
                <a:gd name="T32" fmla="*/ 2147483646 w 62"/>
                <a:gd name="T33" fmla="*/ 2147483646 h 611"/>
                <a:gd name="T34" fmla="*/ 2147483646 w 62"/>
                <a:gd name="T35" fmla="*/ 2147483646 h 611"/>
                <a:gd name="T36" fmla="*/ 2147483646 w 62"/>
                <a:gd name="T37" fmla="*/ 2147483646 h 611"/>
                <a:gd name="T38" fmla="*/ 2147483646 w 62"/>
                <a:gd name="T39" fmla="*/ 2147483646 h 611"/>
                <a:gd name="T40" fmla="*/ 2147483646 w 62"/>
                <a:gd name="T41" fmla="*/ 2147483646 h 611"/>
                <a:gd name="T42" fmla="*/ 2147483646 w 62"/>
                <a:gd name="T43" fmla="*/ 2147483646 h 611"/>
                <a:gd name="T44" fmla="*/ 2147483646 w 62"/>
                <a:gd name="T45" fmla="*/ 2147483646 h 611"/>
                <a:gd name="T46" fmla="*/ 2147483646 w 62"/>
                <a:gd name="T47" fmla="*/ 2147483646 h 611"/>
                <a:gd name="T48" fmla="*/ 2147483646 w 62"/>
                <a:gd name="T49" fmla="*/ 2147483646 h 611"/>
                <a:gd name="T50" fmla="*/ 2147483646 w 62"/>
                <a:gd name="T51" fmla="*/ 2147483646 h 611"/>
                <a:gd name="T52" fmla="*/ 2147483646 w 62"/>
                <a:gd name="T53" fmla="*/ 2147483646 h 611"/>
                <a:gd name="T54" fmla="*/ 2147483646 w 62"/>
                <a:gd name="T55" fmla="*/ 2147483646 h 611"/>
                <a:gd name="T56" fmla="*/ 2147483646 w 62"/>
                <a:gd name="T57" fmla="*/ 2147483646 h 611"/>
                <a:gd name="T58" fmla="*/ 2147483646 w 62"/>
                <a:gd name="T59" fmla="*/ 2147483646 h 611"/>
                <a:gd name="T60" fmla="*/ 2147483646 w 62"/>
                <a:gd name="T61" fmla="*/ 2147483646 h 611"/>
                <a:gd name="T62" fmla="*/ 2147483646 w 62"/>
                <a:gd name="T63" fmla="*/ 2147483646 h 611"/>
                <a:gd name="T64" fmla="*/ 2147483646 w 62"/>
                <a:gd name="T65" fmla="*/ 2147483646 h 6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11"/>
                <a:gd name="T101" fmla="*/ 62 w 62"/>
                <a:gd name="T102" fmla="*/ 611 h 6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11">
                  <a:moveTo>
                    <a:pt x="0" y="0"/>
                  </a:moveTo>
                  <a:lnTo>
                    <a:pt x="7" y="17"/>
                  </a:lnTo>
                  <a:lnTo>
                    <a:pt x="12" y="33"/>
                  </a:lnTo>
                  <a:lnTo>
                    <a:pt x="18" y="50"/>
                  </a:lnTo>
                  <a:lnTo>
                    <a:pt x="23" y="69"/>
                  </a:lnTo>
                  <a:lnTo>
                    <a:pt x="28" y="86"/>
                  </a:lnTo>
                  <a:lnTo>
                    <a:pt x="34" y="105"/>
                  </a:lnTo>
                  <a:lnTo>
                    <a:pt x="38" y="122"/>
                  </a:lnTo>
                  <a:lnTo>
                    <a:pt x="42" y="141"/>
                  </a:lnTo>
                  <a:lnTo>
                    <a:pt x="44" y="159"/>
                  </a:lnTo>
                  <a:lnTo>
                    <a:pt x="47" y="178"/>
                  </a:lnTo>
                  <a:lnTo>
                    <a:pt x="51" y="197"/>
                  </a:lnTo>
                  <a:lnTo>
                    <a:pt x="52" y="217"/>
                  </a:lnTo>
                  <a:lnTo>
                    <a:pt x="55" y="235"/>
                  </a:lnTo>
                  <a:lnTo>
                    <a:pt x="56" y="255"/>
                  </a:lnTo>
                  <a:lnTo>
                    <a:pt x="59" y="274"/>
                  </a:lnTo>
                  <a:lnTo>
                    <a:pt x="60" y="294"/>
                  </a:lnTo>
                  <a:lnTo>
                    <a:pt x="60" y="314"/>
                  </a:lnTo>
                  <a:lnTo>
                    <a:pt x="62" y="334"/>
                  </a:lnTo>
                  <a:lnTo>
                    <a:pt x="62" y="354"/>
                  </a:lnTo>
                  <a:lnTo>
                    <a:pt x="62" y="372"/>
                  </a:lnTo>
                  <a:lnTo>
                    <a:pt x="62" y="392"/>
                  </a:lnTo>
                  <a:lnTo>
                    <a:pt x="62" y="412"/>
                  </a:lnTo>
                  <a:lnTo>
                    <a:pt x="62" y="432"/>
                  </a:lnTo>
                  <a:lnTo>
                    <a:pt x="60" y="452"/>
                  </a:lnTo>
                  <a:lnTo>
                    <a:pt x="60" y="472"/>
                  </a:lnTo>
                  <a:lnTo>
                    <a:pt x="59" y="492"/>
                  </a:lnTo>
                  <a:lnTo>
                    <a:pt x="58" y="512"/>
                  </a:lnTo>
                  <a:lnTo>
                    <a:pt x="56" y="532"/>
                  </a:lnTo>
                  <a:lnTo>
                    <a:pt x="54" y="552"/>
                  </a:lnTo>
                  <a:lnTo>
                    <a:pt x="52" y="572"/>
                  </a:lnTo>
                  <a:lnTo>
                    <a:pt x="51" y="591"/>
                  </a:lnTo>
                  <a:lnTo>
                    <a:pt x="48" y="611"/>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1" name="Freeform 63">
              <a:extLst>
                <a:ext uri="{FF2B5EF4-FFF2-40B4-BE49-F238E27FC236}">
                  <a16:creationId xmlns:a16="http://schemas.microsoft.com/office/drawing/2014/main" id="{A00ECC67-9F84-4A34-B1C8-9D12076AEEB4}"/>
                </a:ext>
              </a:extLst>
            </p:cNvPr>
            <p:cNvSpPr>
              <a:spLocks/>
            </p:cNvSpPr>
            <p:nvPr/>
          </p:nvSpPr>
          <p:spPr bwMode="auto">
            <a:xfrm>
              <a:off x="3949700" y="1366838"/>
              <a:ext cx="106363" cy="104775"/>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6" y="133"/>
                  </a:moveTo>
                  <a:lnTo>
                    <a:pt x="133" y="0"/>
                  </a:lnTo>
                  <a:lnTo>
                    <a:pt x="0" y="80"/>
                  </a:lnTo>
                  <a:lnTo>
                    <a:pt x="0" y="107"/>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2" name="Freeform 64">
              <a:extLst>
                <a:ext uri="{FF2B5EF4-FFF2-40B4-BE49-F238E27FC236}">
                  <a16:creationId xmlns:a16="http://schemas.microsoft.com/office/drawing/2014/main" id="{ECE600CC-05EA-4107-AAD7-B8001576236C}"/>
                </a:ext>
              </a:extLst>
            </p:cNvPr>
            <p:cNvSpPr>
              <a:spLocks/>
            </p:cNvSpPr>
            <p:nvPr/>
          </p:nvSpPr>
          <p:spPr bwMode="auto">
            <a:xfrm>
              <a:off x="3416300" y="1450975"/>
              <a:ext cx="533400" cy="2274888"/>
            </a:xfrm>
            <a:custGeom>
              <a:avLst/>
              <a:gdLst>
                <a:gd name="T0" fmla="*/ 2147483646 w 672"/>
                <a:gd name="T1" fmla="*/ 0 h 2865"/>
                <a:gd name="T2" fmla="*/ 2147483646 w 672"/>
                <a:gd name="T3" fmla="*/ 2147483646 h 2865"/>
                <a:gd name="T4" fmla="*/ 2147483646 w 672"/>
                <a:gd name="T5" fmla="*/ 2147483646 h 2865"/>
                <a:gd name="T6" fmla="*/ 2147483646 w 672"/>
                <a:gd name="T7" fmla="*/ 2147483646 h 2865"/>
                <a:gd name="T8" fmla="*/ 2147483646 w 672"/>
                <a:gd name="T9" fmla="*/ 2147483646 h 2865"/>
                <a:gd name="T10" fmla="*/ 2147483646 w 672"/>
                <a:gd name="T11" fmla="*/ 2147483646 h 2865"/>
                <a:gd name="T12" fmla="*/ 2147483646 w 672"/>
                <a:gd name="T13" fmla="*/ 2147483646 h 2865"/>
                <a:gd name="T14" fmla="*/ 2147483646 w 672"/>
                <a:gd name="T15" fmla="*/ 2147483646 h 2865"/>
                <a:gd name="T16" fmla="*/ 2147483646 w 672"/>
                <a:gd name="T17" fmla="*/ 2147483646 h 2865"/>
                <a:gd name="T18" fmla="*/ 2147483646 w 672"/>
                <a:gd name="T19" fmla="*/ 2147483646 h 2865"/>
                <a:gd name="T20" fmla="*/ 2147483646 w 672"/>
                <a:gd name="T21" fmla="*/ 2147483646 h 2865"/>
                <a:gd name="T22" fmla="*/ 2147483646 w 672"/>
                <a:gd name="T23" fmla="*/ 2147483646 h 2865"/>
                <a:gd name="T24" fmla="*/ 2147483646 w 672"/>
                <a:gd name="T25" fmla="*/ 2147483646 h 2865"/>
                <a:gd name="T26" fmla="*/ 2147483646 w 672"/>
                <a:gd name="T27" fmla="*/ 2147483646 h 2865"/>
                <a:gd name="T28" fmla="*/ 2147483646 w 672"/>
                <a:gd name="T29" fmla="*/ 2147483646 h 2865"/>
                <a:gd name="T30" fmla="*/ 2147483646 w 672"/>
                <a:gd name="T31" fmla="*/ 2147483646 h 2865"/>
                <a:gd name="T32" fmla="*/ 0 w 672"/>
                <a:gd name="T33" fmla="*/ 2147483646 h 2865"/>
                <a:gd name="T34" fmla="*/ 2147483646 w 672"/>
                <a:gd name="T35" fmla="*/ 2147483646 h 2865"/>
                <a:gd name="T36" fmla="*/ 2147483646 w 672"/>
                <a:gd name="T37" fmla="*/ 2147483646 h 2865"/>
                <a:gd name="T38" fmla="*/ 2147483646 w 672"/>
                <a:gd name="T39" fmla="*/ 2147483646 h 2865"/>
                <a:gd name="T40" fmla="*/ 2147483646 w 672"/>
                <a:gd name="T41" fmla="*/ 2147483646 h 2865"/>
                <a:gd name="T42" fmla="*/ 2147483646 w 672"/>
                <a:gd name="T43" fmla="*/ 2147483646 h 2865"/>
                <a:gd name="T44" fmla="*/ 2147483646 w 672"/>
                <a:gd name="T45" fmla="*/ 2147483646 h 2865"/>
                <a:gd name="T46" fmla="*/ 2147483646 w 672"/>
                <a:gd name="T47" fmla="*/ 2147483646 h 2865"/>
                <a:gd name="T48" fmla="*/ 2147483646 w 672"/>
                <a:gd name="T49" fmla="*/ 2147483646 h 2865"/>
                <a:gd name="T50" fmla="*/ 2147483646 w 672"/>
                <a:gd name="T51" fmla="*/ 2147483646 h 2865"/>
                <a:gd name="T52" fmla="*/ 2147483646 w 672"/>
                <a:gd name="T53" fmla="*/ 2147483646 h 2865"/>
                <a:gd name="T54" fmla="*/ 2147483646 w 672"/>
                <a:gd name="T55" fmla="*/ 2147483646 h 2865"/>
                <a:gd name="T56" fmla="*/ 2147483646 w 672"/>
                <a:gd name="T57" fmla="*/ 2147483646 h 2865"/>
                <a:gd name="T58" fmla="*/ 2147483646 w 672"/>
                <a:gd name="T59" fmla="*/ 2147483646 h 2865"/>
                <a:gd name="T60" fmla="*/ 2147483646 w 672"/>
                <a:gd name="T61" fmla="*/ 2147483646 h 2865"/>
                <a:gd name="T62" fmla="*/ 2147483646 w 672"/>
                <a:gd name="T63" fmla="*/ 2147483646 h 2865"/>
                <a:gd name="T64" fmla="*/ 2147483646 w 672"/>
                <a:gd name="T65" fmla="*/ 2147483646 h 28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2"/>
                <a:gd name="T100" fmla="*/ 0 h 2865"/>
                <a:gd name="T101" fmla="*/ 672 w 672"/>
                <a:gd name="T102" fmla="*/ 2865 h 28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2" h="2865">
                  <a:moveTo>
                    <a:pt x="672" y="0"/>
                  </a:moveTo>
                  <a:lnTo>
                    <a:pt x="582" y="69"/>
                  </a:lnTo>
                  <a:lnTo>
                    <a:pt x="501" y="145"/>
                  </a:lnTo>
                  <a:lnTo>
                    <a:pt x="425" y="226"/>
                  </a:lnTo>
                  <a:lnTo>
                    <a:pt x="357" y="314"/>
                  </a:lnTo>
                  <a:lnTo>
                    <a:pt x="295" y="406"/>
                  </a:lnTo>
                  <a:lnTo>
                    <a:pt x="240" y="502"/>
                  </a:lnTo>
                  <a:lnTo>
                    <a:pt x="191" y="601"/>
                  </a:lnTo>
                  <a:lnTo>
                    <a:pt x="147" y="705"/>
                  </a:lnTo>
                  <a:lnTo>
                    <a:pt x="110" y="812"/>
                  </a:lnTo>
                  <a:lnTo>
                    <a:pt x="78" y="921"/>
                  </a:lnTo>
                  <a:lnTo>
                    <a:pt x="53" y="1031"/>
                  </a:lnTo>
                  <a:lnTo>
                    <a:pt x="31" y="1143"/>
                  </a:lnTo>
                  <a:lnTo>
                    <a:pt x="17" y="1256"/>
                  </a:lnTo>
                  <a:lnTo>
                    <a:pt x="6" y="1369"/>
                  </a:lnTo>
                  <a:lnTo>
                    <a:pt x="1" y="1482"/>
                  </a:lnTo>
                  <a:lnTo>
                    <a:pt x="0" y="1594"/>
                  </a:lnTo>
                  <a:lnTo>
                    <a:pt x="4" y="1705"/>
                  </a:lnTo>
                  <a:lnTo>
                    <a:pt x="13" y="1814"/>
                  </a:lnTo>
                  <a:lnTo>
                    <a:pt x="25" y="1922"/>
                  </a:lnTo>
                  <a:lnTo>
                    <a:pt x="41" y="2026"/>
                  </a:lnTo>
                  <a:lnTo>
                    <a:pt x="62" y="2125"/>
                  </a:lnTo>
                  <a:lnTo>
                    <a:pt x="86" y="2223"/>
                  </a:lnTo>
                  <a:lnTo>
                    <a:pt x="114" y="2316"/>
                  </a:lnTo>
                  <a:lnTo>
                    <a:pt x="145" y="2402"/>
                  </a:lnTo>
                  <a:lnTo>
                    <a:pt x="179" y="2485"/>
                  </a:lnTo>
                  <a:lnTo>
                    <a:pt x="216" y="2561"/>
                  </a:lnTo>
                  <a:lnTo>
                    <a:pt x="258" y="2631"/>
                  </a:lnTo>
                  <a:lnTo>
                    <a:pt x="300" y="2694"/>
                  </a:lnTo>
                  <a:lnTo>
                    <a:pt x="347" y="2750"/>
                  </a:lnTo>
                  <a:lnTo>
                    <a:pt x="395" y="2798"/>
                  </a:lnTo>
                  <a:lnTo>
                    <a:pt x="445" y="2836"/>
                  </a:lnTo>
                  <a:lnTo>
                    <a:pt x="497" y="286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3" name="Freeform 65">
              <a:extLst>
                <a:ext uri="{FF2B5EF4-FFF2-40B4-BE49-F238E27FC236}">
                  <a16:creationId xmlns:a16="http://schemas.microsoft.com/office/drawing/2014/main" id="{E87025CA-9574-444C-AD27-40E1E94B460B}"/>
                </a:ext>
              </a:extLst>
            </p:cNvPr>
            <p:cNvSpPr>
              <a:spLocks/>
            </p:cNvSpPr>
            <p:nvPr/>
          </p:nvSpPr>
          <p:spPr bwMode="auto">
            <a:xfrm>
              <a:off x="5027613" y="4937125"/>
              <a:ext cx="127000" cy="84138"/>
            </a:xfrm>
            <a:custGeom>
              <a:avLst/>
              <a:gdLst>
                <a:gd name="T0" fmla="*/ 2147483646 w 160"/>
                <a:gd name="T1" fmla="*/ 0 h 107"/>
                <a:gd name="T2" fmla="*/ 0 w 160"/>
                <a:gd name="T3" fmla="*/ 2147483646 h 107"/>
                <a:gd name="T4" fmla="*/ 2147483646 w 160"/>
                <a:gd name="T5" fmla="*/ 2147483646 h 107"/>
                <a:gd name="T6" fmla="*/ 2147483646 w 160"/>
                <a:gd name="T7" fmla="*/ 2147483646 h 107"/>
                <a:gd name="T8" fmla="*/ 2147483646 w 160"/>
                <a:gd name="T9" fmla="*/ 0 h 107"/>
                <a:gd name="T10" fmla="*/ 0 60000 65536"/>
                <a:gd name="T11" fmla="*/ 0 60000 65536"/>
                <a:gd name="T12" fmla="*/ 0 60000 65536"/>
                <a:gd name="T13" fmla="*/ 0 60000 65536"/>
                <a:gd name="T14" fmla="*/ 0 60000 65536"/>
                <a:gd name="T15" fmla="*/ 0 w 160"/>
                <a:gd name="T16" fmla="*/ 0 h 107"/>
                <a:gd name="T17" fmla="*/ 160 w 160"/>
                <a:gd name="T18" fmla="*/ 107 h 107"/>
              </a:gdLst>
              <a:ahLst/>
              <a:cxnLst>
                <a:cxn ang="T10">
                  <a:pos x="T0" y="T1"/>
                </a:cxn>
                <a:cxn ang="T11">
                  <a:pos x="T2" y="T3"/>
                </a:cxn>
                <a:cxn ang="T12">
                  <a:pos x="T4" y="T5"/>
                </a:cxn>
                <a:cxn ang="T13">
                  <a:pos x="T6" y="T7"/>
                </a:cxn>
                <a:cxn ang="T14">
                  <a:pos x="T8" y="T9"/>
                </a:cxn>
              </a:cxnLst>
              <a:rect l="T15" t="T16" r="T17" b="T18"/>
              <a:pathLst>
                <a:path w="160" h="107">
                  <a:moveTo>
                    <a:pt x="133" y="0"/>
                  </a:moveTo>
                  <a:lnTo>
                    <a:pt x="0" y="107"/>
                  </a:lnTo>
                  <a:lnTo>
                    <a:pt x="160" y="53"/>
                  </a:lnTo>
                  <a:lnTo>
                    <a:pt x="133" y="27"/>
                  </a:lnTo>
                  <a:lnTo>
                    <a:pt x="133"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4" name="Freeform 66">
              <a:extLst>
                <a:ext uri="{FF2B5EF4-FFF2-40B4-BE49-F238E27FC236}">
                  <a16:creationId xmlns:a16="http://schemas.microsoft.com/office/drawing/2014/main" id="{1F1960F4-40D8-44D3-908A-DCC7BF534A23}"/>
                </a:ext>
              </a:extLst>
            </p:cNvPr>
            <p:cNvSpPr>
              <a:spLocks/>
            </p:cNvSpPr>
            <p:nvPr/>
          </p:nvSpPr>
          <p:spPr bwMode="auto">
            <a:xfrm>
              <a:off x="4757738" y="1252538"/>
              <a:ext cx="1230312" cy="3705225"/>
            </a:xfrm>
            <a:custGeom>
              <a:avLst/>
              <a:gdLst>
                <a:gd name="T0" fmla="*/ 0 w 1549"/>
                <a:gd name="T1" fmla="*/ 0 h 4666"/>
                <a:gd name="T2" fmla="*/ 2147483646 w 1549"/>
                <a:gd name="T3" fmla="*/ 2147483646 h 4666"/>
                <a:gd name="T4" fmla="*/ 2147483646 w 1549"/>
                <a:gd name="T5" fmla="*/ 2147483646 h 4666"/>
                <a:gd name="T6" fmla="*/ 2147483646 w 1549"/>
                <a:gd name="T7" fmla="*/ 2147483646 h 4666"/>
                <a:gd name="T8" fmla="*/ 2147483646 w 1549"/>
                <a:gd name="T9" fmla="*/ 2147483646 h 4666"/>
                <a:gd name="T10" fmla="*/ 2147483646 w 1549"/>
                <a:gd name="T11" fmla="*/ 2147483646 h 4666"/>
                <a:gd name="T12" fmla="*/ 2147483646 w 1549"/>
                <a:gd name="T13" fmla="*/ 2147483646 h 4666"/>
                <a:gd name="T14" fmla="*/ 2147483646 w 1549"/>
                <a:gd name="T15" fmla="*/ 2147483646 h 4666"/>
                <a:gd name="T16" fmla="*/ 2147483646 w 1549"/>
                <a:gd name="T17" fmla="*/ 2147483646 h 4666"/>
                <a:gd name="T18" fmla="*/ 2147483646 w 1549"/>
                <a:gd name="T19" fmla="*/ 2147483646 h 4666"/>
                <a:gd name="T20" fmla="*/ 2147483646 w 1549"/>
                <a:gd name="T21" fmla="*/ 2147483646 h 4666"/>
                <a:gd name="T22" fmla="*/ 2147483646 w 1549"/>
                <a:gd name="T23" fmla="*/ 2147483646 h 4666"/>
                <a:gd name="T24" fmla="*/ 2147483646 w 1549"/>
                <a:gd name="T25" fmla="*/ 2147483646 h 4666"/>
                <a:gd name="T26" fmla="*/ 2147483646 w 1549"/>
                <a:gd name="T27" fmla="*/ 2147483646 h 4666"/>
                <a:gd name="T28" fmla="*/ 2147483646 w 1549"/>
                <a:gd name="T29" fmla="*/ 2147483646 h 4666"/>
                <a:gd name="T30" fmla="*/ 2147483646 w 1549"/>
                <a:gd name="T31" fmla="*/ 2147483646 h 4666"/>
                <a:gd name="T32" fmla="*/ 2147483646 w 1549"/>
                <a:gd name="T33" fmla="*/ 2147483646 h 4666"/>
                <a:gd name="T34" fmla="*/ 2147483646 w 1549"/>
                <a:gd name="T35" fmla="*/ 2147483646 h 4666"/>
                <a:gd name="T36" fmla="*/ 2147483646 w 1549"/>
                <a:gd name="T37" fmla="*/ 2147483646 h 4666"/>
                <a:gd name="T38" fmla="*/ 2147483646 w 1549"/>
                <a:gd name="T39" fmla="*/ 2147483646 h 4666"/>
                <a:gd name="T40" fmla="*/ 2147483646 w 1549"/>
                <a:gd name="T41" fmla="*/ 2147483646 h 4666"/>
                <a:gd name="T42" fmla="*/ 2147483646 w 1549"/>
                <a:gd name="T43" fmla="*/ 2147483646 h 4666"/>
                <a:gd name="T44" fmla="*/ 2147483646 w 1549"/>
                <a:gd name="T45" fmla="*/ 2147483646 h 4666"/>
                <a:gd name="T46" fmla="*/ 2147483646 w 1549"/>
                <a:gd name="T47" fmla="*/ 2147483646 h 4666"/>
                <a:gd name="T48" fmla="*/ 2147483646 w 1549"/>
                <a:gd name="T49" fmla="*/ 2147483646 h 4666"/>
                <a:gd name="T50" fmla="*/ 2147483646 w 1549"/>
                <a:gd name="T51" fmla="*/ 2147483646 h 4666"/>
                <a:gd name="T52" fmla="*/ 2147483646 w 1549"/>
                <a:gd name="T53" fmla="*/ 2147483646 h 4666"/>
                <a:gd name="T54" fmla="*/ 2147483646 w 1549"/>
                <a:gd name="T55" fmla="*/ 2147483646 h 4666"/>
                <a:gd name="T56" fmla="*/ 2147483646 w 1549"/>
                <a:gd name="T57" fmla="*/ 2147483646 h 4666"/>
                <a:gd name="T58" fmla="*/ 2147483646 w 1549"/>
                <a:gd name="T59" fmla="*/ 2147483646 h 4666"/>
                <a:gd name="T60" fmla="*/ 2147483646 w 1549"/>
                <a:gd name="T61" fmla="*/ 2147483646 h 4666"/>
                <a:gd name="T62" fmla="*/ 2147483646 w 1549"/>
                <a:gd name="T63" fmla="*/ 2147483646 h 4666"/>
                <a:gd name="T64" fmla="*/ 2147483646 w 1549"/>
                <a:gd name="T65" fmla="*/ 2147483646 h 46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9"/>
                <a:gd name="T100" fmla="*/ 0 h 4666"/>
                <a:gd name="T101" fmla="*/ 1549 w 1549"/>
                <a:gd name="T102" fmla="*/ 4666 h 46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9" h="4666">
                  <a:moveTo>
                    <a:pt x="0" y="0"/>
                  </a:moveTo>
                  <a:lnTo>
                    <a:pt x="236" y="173"/>
                  </a:lnTo>
                  <a:lnTo>
                    <a:pt x="451" y="349"/>
                  </a:lnTo>
                  <a:lnTo>
                    <a:pt x="642" y="526"/>
                  </a:lnTo>
                  <a:lnTo>
                    <a:pt x="814" y="705"/>
                  </a:lnTo>
                  <a:lnTo>
                    <a:pt x="964" y="885"/>
                  </a:lnTo>
                  <a:lnTo>
                    <a:pt x="1096" y="1066"/>
                  </a:lnTo>
                  <a:lnTo>
                    <a:pt x="1208" y="1247"/>
                  </a:lnTo>
                  <a:lnTo>
                    <a:pt x="1304" y="1429"/>
                  </a:lnTo>
                  <a:lnTo>
                    <a:pt x="1381" y="1610"/>
                  </a:lnTo>
                  <a:lnTo>
                    <a:pt x="1443" y="1790"/>
                  </a:lnTo>
                  <a:lnTo>
                    <a:pt x="1490" y="1968"/>
                  </a:lnTo>
                  <a:lnTo>
                    <a:pt x="1523" y="2145"/>
                  </a:lnTo>
                  <a:lnTo>
                    <a:pt x="1542" y="2320"/>
                  </a:lnTo>
                  <a:lnTo>
                    <a:pt x="1549" y="2493"/>
                  </a:lnTo>
                  <a:lnTo>
                    <a:pt x="1543" y="2662"/>
                  </a:lnTo>
                  <a:lnTo>
                    <a:pt x="1527" y="2827"/>
                  </a:lnTo>
                  <a:lnTo>
                    <a:pt x="1502" y="2989"/>
                  </a:lnTo>
                  <a:lnTo>
                    <a:pt x="1466" y="3146"/>
                  </a:lnTo>
                  <a:lnTo>
                    <a:pt x="1423" y="3299"/>
                  </a:lnTo>
                  <a:lnTo>
                    <a:pt x="1372" y="3447"/>
                  </a:lnTo>
                  <a:lnTo>
                    <a:pt x="1314" y="3590"/>
                  </a:lnTo>
                  <a:lnTo>
                    <a:pt x="1252" y="3725"/>
                  </a:lnTo>
                  <a:lnTo>
                    <a:pt x="1183" y="3856"/>
                  </a:lnTo>
                  <a:lnTo>
                    <a:pt x="1111" y="3978"/>
                  </a:lnTo>
                  <a:lnTo>
                    <a:pt x="1035" y="4094"/>
                  </a:lnTo>
                  <a:lnTo>
                    <a:pt x="958" y="4202"/>
                  </a:lnTo>
                  <a:lnTo>
                    <a:pt x="878" y="4302"/>
                  </a:lnTo>
                  <a:lnTo>
                    <a:pt x="798" y="4394"/>
                  </a:lnTo>
                  <a:lnTo>
                    <a:pt x="718" y="4476"/>
                  </a:lnTo>
                  <a:lnTo>
                    <a:pt x="640" y="4549"/>
                  </a:lnTo>
                  <a:lnTo>
                    <a:pt x="562" y="4613"/>
                  </a:lnTo>
                  <a:lnTo>
                    <a:pt x="489" y="4666"/>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5" name="Freeform 67">
              <a:extLst>
                <a:ext uri="{FF2B5EF4-FFF2-40B4-BE49-F238E27FC236}">
                  <a16:creationId xmlns:a16="http://schemas.microsoft.com/office/drawing/2014/main" id="{C8C447BA-DF90-4BBC-AE37-1A5D15944A18}"/>
                </a:ext>
              </a:extLst>
            </p:cNvPr>
            <p:cNvSpPr>
              <a:spLocks/>
            </p:cNvSpPr>
            <p:nvPr/>
          </p:nvSpPr>
          <p:spPr bwMode="auto">
            <a:xfrm>
              <a:off x="3929063" y="1260475"/>
              <a:ext cx="106362" cy="106363"/>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7" y="133"/>
                  </a:moveTo>
                  <a:lnTo>
                    <a:pt x="133" y="0"/>
                  </a:lnTo>
                  <a:lnTo>
                    <a:pt x="0" y="80"/>
                  </a:lnTo>
                  <a:lnTo>
                    <a:pt x="0" y="107"/>
                  </a:lnTo>
                  <a:lnTo>
                    <a:pt x="27"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6" name="Freeform 68">
              <a:extLst>
                <a:ext uri="{FF2B5EF4-FFF2-40B4-BE49-F238E27FC236}">
                  <a16:creationId xmlns:a16="http://schemas.microsoft.com/office/drawing/2014/main" id="{A86C3ED5-A963-40E9-A095-C4BDA98C5E08}"/>
                </a:ext>
              </a:extLst>
            </p:cNvPr>
            <p:cNvSpPr>
              <a:spLocks/>
            </p:cNvSpPr>
            <p:nvPr/>
          </p:nvSpPr>
          <p:spPr bwMode="auto">
            <a:xfrm>
              <a:off x="2832100" y="1349375"/>
              <a:ext cx="1098550" cy="3698875"/>
            </a:xfrm>
            <a:custGeom>
              <a:avLst/>
              <a:gdLst>
                <a:gd name="T0" fmla="*/ 2147483646 w 1384"/>
                <a:gd name="T1" fmla="*/ 0 h 4660"/>
                <a:gd name="T2" fmla="*/ 2147483646 w 1384"/>
                <a:gd name="T3" fmla="*/ 2147483646 h 4660"/>
                <a:gd name="T4" fmla="*/ 2147483646 w 1384"/>
                <a:gd name="T5" fmla="*/ 2147483646 h 4660"/>
                <a:gd name="T6" fmla="*/ 2147483646 w 1384"/>
                <a:gd name="T7" fmla="*/ 2147483646 h 4660"/>
                <a:gd name="T8" fmla="*/ 2147483646 w 1384"/>
                <a:gd name="T9" fmla="*/ 2147483646 h 4660"/>
                <a:gd name="T10" fmla="*/ 2147483646 w 1384"/>
                <a:gd name="T11" fmla="*/ 2147483646 h 4660"/>
                <a:gd name="T12" fmla="*/ 2147483646 w 1384"/>
                <a:gd name="T13" fmla="*/ 2147483646 h 4660"/>
                <a:gd name="T14" fmla="*/ 2147483646 w 1384"/>
                <a:gd name="T15" fmla="*/ 2147483646 h 4660"/>
                <a:gd name="T16" fmla="*/ 2147483646 w 1384"/>
                <a:gd name="T17" fmla="*/ 2147483646 h 4660"/>
                <a:gd name="T18" fmla="*/ 2147483646 w 1384"/>
                <a:gd name="T19" fmla="*/ 2147483646 h 4660"/>
                <a:gd name="T20" fmla="*/ 2147483646 w 1384"/>
                <a:gd name="T21" fmla="*/ 2147483646 h 4660"/>
                <a:gd name="T22" fmla="*/ 2147483646 w 1384"/>
                <a:gd name="T23" fmla="*/ 2147483646 h 4660"/>
                <a:gd name="T24" fmla="*/ 0 w 1384"/>
                <a:gd name="T25" fmla="*/ 2147483646 h 4660"/>
                <a:gd name="T26" fmla="*/ 2147483646 w 1384"/>
                <a:gd name="T27" fmla="*/ 2147483646 h 4660"/>
                <a:gd name="T28" fmla="*/ 2147483646 w 1384"/>
                <a:gd name="T29" fmla="*/ 2147483646 h 4660"/>
                <a:gd name="T30" fmla="*/ 2147483646 w 1384"/>
                <a:gd name="T31" fmla="*/ 2147483646 h 4660"/>
                <a:gd name="T32" fmla="*/ 2147483646 w 1384"/>
                <a:gd name="T33" fmla="*/ 2147483646 h 4660"/>
                <a:gd name="T34" fmla="*/ 2147483646 w 1384"/>
                <a:gd name="T35" fmla="*/ 2147483646 h 4660"/>
                <a:gd name="T36" fmla="*/ 2147483646 w 1384"/>
                <a:gd name="T37" fmla="*/ 2147483646 h 4660"/>
                <a:gd name="T38" fmla="*/ 2147483646 w 1384"/>
                <a:gd name="T39" fmla="*/ 2147483646 h 4660"/>
                <a:gd name="T40" fmla="*/ 2147483646 w 1384"/>
                <a:gd name="T41" fmla="*/ 2147483646 h 4660"/>
                <a:gd name="T42" fmla="*/ 2147483646 w 1384"/>
                <a:gd name="T43" fmla="*/ 2147483646 h 4660"/>
                <a:gd name="T44" fmla="*/ 2147483646 w 1384"/>
                <a:gd name="T45" fmla="*/ 2147483646 h 4660"/>
                <a:gd name="T46" fmla="*/ 2147483646 w 1384"/>
                <a:gd name="T47" fmla="*/ 2147483646 h 4660"/>
                <a:gd name="T48" fmla="*/ 2147483646 w 1384"/>
                <a:gd name="T49" fmla="*/ 2147483646 h 4660"/>
                <a:gd name="T50" fmla="*/ 2147483646 w 1384"/>
                <a:gd name="T51" fmla="*/ 2147483646 h 4660"/>
                <a:gd name="T52" fmla="*/ 2147483646 w 1384"/>
                <a:gd name="T53" fmla="*/ 2147483646 h 4660"/>
                <a:gd name="T54" fmla="*/ 2147483646 w 1384"/>
                <a:gd name="T55" fmla="*/ 2147483646 h 4660"/>
                <a:gd name="T56" fmla="*/ 2147483646 w 1384"/>
                <a:gd name="T57" fmla="*/ 2147483646 h 4660"/>
                <a:gd name="T58" fmla="*/ 2147483646 w 1384"/>
                <a:gd name="T59" fmla="*/ 2147483646 h 4660"/>
                <a:gd name="T60" fmla="*/ 2147483646 w 1384"/>
                <a:gd name="T61" fmla="*/ 2147483646 h 4660"/>
                <a:gd name="T62" fmla="*/ 2147483646 w 1384"/>
                <a:gd name="T63" fmla="*/ 2147483646 h 4660"/>
                <a:gd name="T64" fmla="*/ 2147483646 w 1384"/>
                <a:gd name="T65" fmla="*/ 2147483646 h 46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4"/>
                <a:gd name="T100" fmla="*/ 0 h 4660"/>
                <a:gd name="T101" fmla="*/ 1384 w 1384"/>
                <a:gd name="T102" fmla="*/ 4660 h 46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4" h="4660">
                  <a:moveTo>
                    <a:pt x="1384" y="0"/>
                  </a:moveTo>
                  <a:lnTo>
                    <a:pt x="1146" y="181"/>
                  </a:lnTo>
                  <a:lnTo>
                    <a:pt x="933" y="366"/>
                  </a:lnTo>
                  <a:lnTo>
                    <a:pt x="746" y="552"/>
                  </a:lnTo>
                  <a:lnTo>
                    <a:pt x="582" y="741"/>
                  </a:lnTo>
                  <a:lnTo>
                    <a:pt x="441" y="930"/>
                  </a:lnTo>
                  <a:lnTo>
                    <a:pt x="321" y="1121"/>
                  </a:lnTo>
                  <a:lnTo>
                    <a:pt x="223" y="1311"/>
                  </a:lnTo>
                  <a:lnTo>
                    <a:pt x="144" y="1500"/>
                  </a:lnTo>
                  <a:lnTo>
                    <a:pt x="83" y="1689"/>
                  </a:lnTo>
                  <a:lnTo>
                    <a:pt x="40" y="1877"/>
                  </a:lnTo>
                  <a:lnTo>
                    <a:pt x="12" y="2063"/>
                  </a:lnTo>
                  <a:lnTo>
                    <a:pt x="0" y="2245"/>
                  </a:lnTo>
                  <a:lnTo>
                    <a:pt x="3" y="2426"/>
                  </a:lnTo>
                  <a:lnTo>
                    <a:pt x="18" y="2603"/>
                  </a:lnTo>
                  <a:lnTo>
                    <a:pt x="44" y="2778"/>
                  </a:lnTo>
                  <a:lnTo>
                    <a:pt x="81" y="2947"/>
                  </a:lnTo>
                  <a:lnTo>
                    <a:pt x="128" y="3111"/>
                  </a:lnTo>
                  <a:lnTo>
                    <a:pt x="184" y="3270"/>
                  </a:lnTo>
                  <a:lnTo>
                    <a:pt x="246" y="3423"/>
                  </a:lnTo>
                  <a:lnTo>
                    <a:pt x="316" y="3570"/>
                  </a:lnTo>
                  <a:lnTo>
                    <a:pt x="390" y="3710"/>
                  </a:lnTo>
                  <a:lnTo>
                    <a:pt x="469" y="3843"/>
                  </a:lnTo>
                  <a:lnTo>
                    <a:pt x="551" y="3968"/>
                  </a:lnTo>
                  <a:lnTo>
                    <a:pt x="634" y="4085"/>
                  </a:lnTo>
                  <a:lnTo>
                    <a:pt x="719" y="4193"/>
                  </a:lnTo>
                  <a:lnTo>
                    <a:pt x="803" y="4291"/>
                  </a:lnTo>
                  <a:lnTo>
                    <a:pt x="885" y="4380"/>
                  </a:lnTo>
                  <a:lnTo>
                    <a:pt x="965" y="4459"/>
                  </a:lnTo>
                  <a:lnTo>
                    <a:pt x="1041" y="4527"/>
                  </a:lnTo>
                  <a:lnTo>
                    <a:pt x="1113" y="4583"/>
                  </a:lnTo>
                  <a:lnTo>
                    <a:pt x="1179" y="4628"/>
                  </a:lnTo>
                  <a:lnTo>
                    <a:pt x="1238" y="4660"/>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7" name="Freeform 69">
              <a:extLst>
                <a:ext uri="{FF2B5EF4-FFF2-40B4-BE49-F238E27FC236}">
                  <a16:creationId xmlns:a16="http://schemas.microsoft.com/office/drawing/2014/main" id="{45F99C2E-4D6A-4A01-B95E-88461EFF356D}"/>
                </a:ext>
              </a:extLst>
            </p:cNvPr>
            <p:cNvSpPr>
              <a:spLocks/>
            </p:cNvSpPr>
            <p:nvPr/>
          </p:nvSpPr>
          <p:spPr bwMode="auto">
            <a:xfrm>
              <a:off x="4160838" y="1535113"/>
              <a:ext cx="63500" cy="127000"/>
            </a:xfrm>
            <a:custGeom>
              <a:avLst/>
              <a:gdLst>
                <a:gd name="T0" fmla="*/ 2147483646 w 80"/>
                <a:gd name="T1" fmla="*/ 2147483646 h 160"/>
                <a:gd name="T2" fmla="*/ 2147483646 w 80"/>
                <a:gd name="T3" fmla="*/ 0 h 160"/>
                <a:gd name="T4" fmla="*/ 0 w 80"/>
                <a:gd name="T5" fmla="*/ 2147483646 h 160"/>
                <a:gd name="T6" fmla="*/ 2147483646 w 80"/>
                <a:gd name="T7" fmla="*/ 2147483646 h 160"/>
                <a:gd name="T8" fmla="*/ 2147483646 w 80"/>
                <a:gd name="T9" fmla="*/ 2147483646 h 160"/>
                <a:gd name="T10" fmla="*/ 0 60000 65536"/>
                <a:gd name="T11" fmla="*/ 0 60000 65536"/>
                <a:gd name="T12" fmla="*/ 0 60000 65536"/>
                <a:gd name="T13" fmla="*/ 0 60000 65536"/>
                <a:gd name="T14" fmla="*/ 0 60000 65536"/>
                <a:gd name="T15" fmla="*/ 0 w 80"/>
                <a:gd name="T16" fmla="*/ 0 h 160"/>
                <a:gd name="T17" fmla="*/ 80 w 80"/>
                <a:gd name="T18" fmla="*/ 160 h 160"/>
              </a:gdLst>
              <a:ahLst/>
              <a:cxnLst>
                <a:cxn ang="T10">
                  <a:pos x="T0" y="T1"/>
                </a:cxn>
                <a:cxn ang="T11">
                  <a:pos x="T2" y="T3"/>
                </a:cxn>
                <a:cxn ang="T12">
                  <a:pos x="T4" y="T5"/>
                </a:cxn>
                <a:cxn ang="T13">
                  <a:pos x="T6" y="T7"/>
                </a:cxn>
                <a:cxn ang="T14">
                  <a:pos x="T8" y="T9"/>
                </a:cxn>
              </a:cxnLst>
              <a:rect l="T15" t="T16" r="T17" b="T18"/>
              <a:pathLst>
                <a:path w="80" h="160">
                  <a:moveTo>
                    <a:pt x="80" y="160"/>
                  </a:moveTo>
                  <a:lnTo>
                    <a:pt x="80" y="0"/>
                  </a:lnTo>
                  <a:lnTo>
                    <a:pt x="0" y="160"/>
                  </a:lnTo>
                  <a:lnTo>
                    <a:pt x="26" y="160"/>
                  </a:lnTo>
                  <a:lnTo>
                    <a:pt x="80" y="16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8" name="Freeform 70">
              <a:extLst>
                <a:ext uri="{FF2B5EF4-FFF2-40B4-BE49-F238E27FC236}">
                  <a16:creationId xmlns:a16="http://schemas.microsoft.com/office/drawing/2014/main" id="{600A58A4-6559-4886-8745-773E65C71A4D}"/>
                </a:ext>
              </a:extLst>
            </p:cNvPr>
            <p:cNvSpPr>
              <a:spLocks/>
            </p:cNvSpPr>
            <p:nvPr/>
          </p:nvSpPr>
          <p:spPr bwMode="auto">
            <a:xfrm>
              <a:off x="4173538" y="1668463"/>
              <a:ext cx="34925" cy="487362"/>
            </a:xfrm>
            <a:custGeom>
              <a:avLst/>
              <a:gdLst>
                <a:gd name="T0" fmla="*/ 2147483646 w 46"/>
                <a:gd name="T1" fmla="*/ 0 h 615"/>
                <a:gd name="T2" fmla="*/ 2147483646 w 46"/>
                <a:gd name="T3" fmla="*/ 2147483646 h 615"/>
                <a:gd name="T4" fmla="*/ 2147483646 w 46"/>
                <a:gd name="T5" fmla="*/ 2147483646 h 615"/>
                <a:gd name="T6" fmla="*/ 2147483646 w 46"/>
                <a:gd name="T7" fmla="*/ 2147483646 h 615"/>
                <a:gd name="T8" fmla="*/ 2147483646 w 46"/>
                <a:gd name="T9" fmla="*/ 2147483646 h 615"/>
                <a:gd name="T10" fmla="*/ 2147483646 w 46"/>
                <a:gd name="T11" fmla="*/ 2147483646 h 615"/>
                <a:gd name="T12" fmla="*/ 2147483646 w 46"/>
                <a:gd name="T13" fmla="*/ 2147483646 h 615"/>
                <a:gd name="T14" fmla="*/ 2147483646 w 46"/>
                <a:gd name="T15" fmla="*/ 2147483646 h 615"/>
                <a:gd name="T16" fmla="*/ 2147483646 w 46"/>
                <a:gd name="T17" fmla="*/ 2147483646 h 615"/>
                <a:gd name="T18" fmla="*/ 0 w 46"/>
                <a:gd name="T19" fmla="*/ 2147483646 h 615"/>
                <a:gd name="T20" fmla="*/ 0 w 46"/>
                <a:gd name="T21" fmla="*/ 2147483646 h 615"/>
                <a:gd name="T22" fmla="*/ 0 w 46"/>
                <a:gd name="T23" fmla="*/ 2147483646 h 615"/>
                <a:gd name="T24" fmla="*/ 2147483646 w 46"/>
                <a:gd name="T25" fmla="*/ 2147483646 h 615"/>
                <a:gd name="T26" fmla="*/ 2147483646 w 46"/>
                <a:gd name="T27" fmla="*/ 2147483646 h 615"/>
                <a:gd name="T28" fmla="*/ 2147483646 w 46"/>
                <a:gd name="T29" fmla="*/ 2147483646 h 615"/>
                <a:gd name="T30" fmla="*/ 2147483646 w 46"/>
                <a:gd name="T31" fmla="*/ 2147483646 h 615"/>
                <a:gd name="T32" fmla="*/ 2147483646 w 46"/>
                <a:gd name="T33" fmla="*/ 2147483646 h 615"/>
                <a:gd name="T34" fmla="*/ 2147483646 w 46"/>
                <a:gd name="T35" fmla="*/ 2147483646 h 615"/>
                <a:gd name="T36" fmla="*/ 2147483646 w 46"/>
                <a:gd name="T37" fmla="*/ 2147483646 h 615"/>
                <a:gd name="T38" fmla="*/ 2147483646 w 46"/>
                <a:gd name="T39" fmla="*/ 2147483646 h 615"/>
                <a:gd name="T40" fmla="*/ 2147483646 w 46"/>
                <a:gd name="T41" fmla="*/ 2147483646 h 615"/>
                <a:gd name="T42" fmla="*/ 2147483646 w 46"/>
                <a:gd name="T43" fmla="*/ 2147483646 h 615"/>
                <a:gd name="T44" fmla="*/ 2147483646 w 46"/>
                <a:gd name="T45" fmla="*/ 2147483646 h 615"/>
                <a:gd name="T46" fmla="*/ 2147483646 w 46"/>
                <a:gd name="T47" fmla="*/ 2147483646 h 615"/>
                <a:gd name="T48" fmla="*/ 2147483646 w 46"/>
                <a:gd name="T49" fmla="*/ 2147483646 h 615"/>
                <a:gd name="T50" fmla="*/ 2147483646 w 46"/>
                <a:gd name="T51" fmla="*/ 2147483646 h 615"/>
                <a:gd name="T52" fmla="*/ 2147483646 w 46"/>
                <a:gd name="T53" fmla="*/ 2147483646 h 615"/>
                <a:gd name="T54" fmla="*/ 2147483646 w 46"/>
                <a:gd name="T55" fmla="*/ 2147483646 h 615"/>
                <a:gd name="T56" fmla="*/ 2147483646 w 46"/>
                <a:gd name="T57" fmla="*/ 2147483646 h 615"/>
                <a:gd name="T58" fmla="*/ 2147483646 w 46"/>
                <a:gd name="T59" fmla="*/ 2147483646 h 615"/>
                <a:gd name="T60" fmla="*/ 2147483646 w 46"/>
                <a:gd name="T61" fmla="*/ 2147483646 h 615"/>
                <a:gd name="T62" fmla="*/ 2147483646 w 46"/>
                <a:gd name="T63" fmla="*/ 2147483646 h 615"/>
                <a:gd name="T64" fmla="*/ 2147483646 w 46"/>
                <a:gd name="T65" fmla="*/ 2147483646 h 6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5"/>
                <a:gd name="T101" fmla="*/ 46 w 46"/>
                <a:gd name="T102" fmla="*/ 615 h 6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5">
                  <a:moveTo>
                    <a:pt x="22" y="0"/>
                  </a:moveTo>
                  <a:lnTo>
                    <a:pt x="16" y="19"/>
                  </a:lnTo>
                  <a:lnTo>
                    <a:pt x="14" y="37"/>
                  </a:lnTo>
                  <a:lnTo>
                    <a:pt x="10" y="56"/>
                  </a:lnTo>
                  <a:lnTo>
                    <a:pt x="7" y="76"/>
                  </a:lnTo>
                  <a:lnTo>
                    <a:pt x="6" y="94"/>
                  </a:lnTo>
                  <a:lnTo>
                    <a:pt x="3" y="114"/>
                  </a:lnTo>
                  <a:lnTo>
                    <a:pt x="2" y="133"/>
                  </a:lnTo>
                  <a:lnTo>
                    <a:pt x="2" y="153"/>
                  </a:lnTo>
                  <a:lnTo>
                    <a:pt x="0" y="173"/>
                  </a:lnTo>
                  <a:lnTo>
                    <a:pt x="0" y="192"/>
                  </a:lnTo>
                  <a:lnTo>
                    <a:pt x="0" y="212"/>
                  </a:lnTo>
                  <a:lnTo>
                    <a:pt x="2" y="232"/>
                  </a:lnTo>
                  <a:lnTo>
                    <a:pt x="3" y="251"/>
                  </a:lnTo>
                  <a:lnTo>
                    <a:pt x="3" y="271"/>
                  </a:lnTo>
                  <a:lnTo>
                    <a:pt x="4" y="291"/>
                  </a:lnTo>
                  <a:lnTo>
                    <a:pt x="7" y="311"/>
                  </a:lnTo>
                  <a:lnTo>
                    <a:pt x="8" y="331"/>
                  </a:lnTo>
                  <a:lnTo>
                    <a:pt x="11" y="350"/>
                  </a:lnTo>
                  <a:lnTo>
                    <a:pt x="12" y="370"/>
                  </a:lnTo>
                  <a:lnTo>
                    <a:pt x="15" y="390"/>
                  </a:lnTo>
                  <a:lnTo>
                    <a:pt x="18" y="410"/>
                  </a:lnTo>
                  <a:lnTo>
                    <a:pt x="20" y="429"/>
                  </a:lnTo>
                  <a:lnTo>
                    <a:pt x="23" y="448"/>
                  </a:lnTo>
                  <a:lnTo>
                    <a:pt x="26" y="467"/>
                  </a:lnTo>
                  <a:lnTo>
                    <a:pt x="28" y="486"/>
                  </a:lnTo>
                  <a:lnTo>
                    <a:pt x="31" y="506"/>
                  </a:lnTo>
                  <a:lnTo>
                    <a:pt x="34" y="524"/>
                  </a:lnTo>
                  <a:lnTo>
                    <a:pt x="36" y="543"/>
                  </a:lnTo>
                  <a:lnTo>
                    <a:pt x="39" y="562"/>
                  </a:lnTo>
                  <a:lnTo>
                    <a:pt x="42" y="579"/>
                  </a:lnTo>
                  <a:lnTo>
                    <a:pt x="43" y="598"/>
                  </a:lnTo>
                  <a:lnTo>
                    <a:pt x="46" y="61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59" name="Rectangle 71">
              <a:extLst>
                <a:ext uri="{FF2B5EF4-FFF2-40B4-BE49-F238E27FC236}">
                  <a16:creationId xmlns:a16="http://schemas.microsoft.com/office/drawing/2014/main" id="{E7AA3ED1-8962-490F-BE05-BE138C7DE8B3}"/>
                </a:ext>
              </a:extLst>
            </p:cNvPr>
            <p:cNvSpPr>
              <a:spLocks noChangeArrowheads="1"/>
            </p:cNvSpPr>
            <p:nvPr/>
          </p:nvSpPr>
          <p:spPr bwMode="auto">
            <a:xfrm>
              <a:off x="4633913" y="4932363"/>
              <a:ext cx="246062"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0" name="Rectangle 72">
              <a:extLst>
                <a:ext uri="{FF2B5EF4-FFF2-40B4-BE49-F238E27FC236}">
                  <a16:creationId xmlns:a16="http://schemas.microsoft.com/office/drawing/2014/main" id="{AB63817C-C57F-4F76-88F9-17001B580645}"/>
                </a:ext>
              </a:extLst>
            </p:cNvPr>
            <p:cNvSpPr>
              <a:spLocks noChangeArrowheads="1"/>
            </p:cNvSpPr>
            <p:nvPr/>
          </p:nvSpPr>
          <p:spPr bwMode="auto">
            <a:xfrm>
              <a:off x="4727575" y="1706563"/>
              <a:ext cx="211138"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1" name="Rectangle 73">
              <a:extLst>
                <a:ext uri="{FF2B5EF4-FFF2-40B4-BE49-F238E27FC236}">
                  <a16:creationId xmlns:a16="http://schemas.microsoft.com/office/drawing/2014/main" id="{931A4EC2-25FE-4CC0-AD76-F7F689081F3A}"/>
                </a:ext>
              </a:extLst>
            </p:cNvPr>
            <p:cNvSpPr>
              <a:spLocks noChangeArrowheads="1"/>
            </p:cNvSpPr>
            <p:nvPr/>
          </p:nvSpPr>
          <p:spPr bwMode="auto">
            <a:xfrm>
              <a:off x="4813300" y="180181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2" name="Rectangle 74">
              <a:extLst>
                <a:ext uri="{FF2B5EF4-FFF2-40B4-BE49-F238E27FC236}">
                  <a16:creationId xmlns:a16="http://schemas.microsoft.com/office/drawing/2014/main" id="{9E586307-B19E-476E-A3A2-47D203982FA2}"/>
                </a:ext>
              </a:extLst>
            </p:cNvPr>
            <p:cNvSpPr>
              <a:spLocks noChangeArrowheads="1"/>
            </p:cNvSpPr>
            <p:nvPr/>
          </p:nvSpPr>
          <p:spPr bwMode="auto">
            <a:xfrm>
              <a:off x="3971925" y="1708150"/>
              <a:ext cx="211138" cy="26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3" name="Rectangle 75">
              <a:extLst>
                <a:ext uri="{FF2B5EF4-FFF2-40B4-BE49-F238E27FC236}">
                  <a16:creationId xmlns:a16="http://schemas.microsoft.com/office/drawing/2014/main" id="{CA5687C0-13A5-4843-9E64-B9172DFAA918}"/>
                </a:ext>
              </a:extLst>
            </p:cNvPr>
            <p:cNvSpPr>
              <a:spLocks noChangeArrowheads="1"/>
            </p:cNvSpPr>
            <p:nvPr/>
          </p:nvSpPr>
          <p:spPr bwMode="auto">
            <a:xfrm>
              <a:off x="4057650" y="1804988"/>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4" name="Rectangle 76">
              <a:extLst>
                <a:ext uri="{FF2B5EF4-FFF2-40B4-BE49-F238E27FC236}">
                  <a16:creationId xmlns:a16="http://schemas.microsoft.com/office/drawing/2014/main" id="{10630C18-E9A7-41F8-98C5-1D4075714EBC}"/>
                </a:ext>
              </a:extLst>
            </p:cNvPr>
            <p:cNvSpPr>
              <a:spLocks noChangeArrowheads="1"/>
            </p:cNvSpPr>
            <p:nvPr/>
          </p:nvSpPr>
          <p:spPr bwMode="auto">
            <a:xfrm>
              <a:off x="4757738" y="2951163"/>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5" name="Rectangle 77">
              <a:extLst>
                <a:ext uri="{FF2B5EF4-FFF2-40B4-BE49-F238E27FC236}">
                  <a16:creationId xmlns:a16="http://schemas.microsoft.com/office/drawing/2014/main" id="{3F0B2AC0-CBAE-4A92-8B1E-6C0BAF973717}"/>
                </a:ext>
              </a:extLst>
            </p:cNvPr>
            <p:cNvSpPr>
              <a:spLocks noChangeArrowheads="1"/>
            </p:cNvSpPr>
            <p:nvPr/>
          </p:nvSpPr>
          <p:spPr bwMode="auto">
            <a:xfrm>
              <a:off x="4843463" y="3046413"/>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6" name="Rectangle 78">
              <a:extLst>
                <a:ext uri="{FF2B5EF4-FFF2-40B4-BE49-F238E27FC236}">
                  <a16:creationId xmlns:a16="http://schemas.microsoft.com/office/drawing/2014/main" id="{48DEDDFB-8603-47E4-87DF-2B16A2FFB93E}"/>
                </a:ext>
              </a:extLst>
            </p:cNvPr>
            <p:cNvSpPr>
              <a:spLocks noChangeArrowheads="1"/>
            </p:cNvSpPr>
            <p:nvPr/>
          </p:nvSpPr>
          <p:spPr bwMode="auto">
            <a:xfrm>
              <a:off x="4757738" y="4265613"/>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7" name="Rectangle 79">
              <a:extLst>
                <a:ext uri="{FF2B5EF4-FFF2-40B4-BE49-F238E27FC236}">
                  <a16:creationId xmlns:a16="http://schemas.microsoft.com/office/drawing/2014/main" id="{8F97AAC3-9AC0-4C9F-A1F0-B7DFAF856A64}"/>
                </a:ext>
              </a:extLst>
            </p:cNvPr>
            <p:cNvSpPr>
              <a:spLocks noChangeArrowheads="1"/>
            </p:cNvSpPr>
            <p:nvPr/>
          </p:nvSpPr>
          <p:spPr bwMode="auto">
            <a:xfrm>
              <a:off x="4843463" y="4362450"/>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8" name="Rectangle 80">
              <a:extLst>
                <a:ext uri="{FF2B5EF4-FFF2-40B4-BE49-F238E27FC236}">
                  <a16:creationId xmlns:a16="http://schemas.microsoft.com/office/drawing/2014/main" id="{BBDFAB3A-DE19-4543-A890-A657861F3E76}"/>
                </a:ext>
              </a:extLst>
            </p:cNvPr>
            <p:cNvSpPr>
              <a:spLocks noChangeArrowheads="1"/>
            </p:cNvSpPr>
            <p:nvPr/>
          </p:nvSpPr>
          <p:spPr bwMode="auto">
            <a:xfrm>
              <a:off x="4757738" y="5561013"/>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69" name="Line 81">
              <a:extLst>
                <a:ext uri="{FF2B5EF4-FFF2-40B4-BE49-F238E27FC236}">
                  <a16:creationId xmlns:a16="http://schemas.microsoft.com/office/drawing/2014/main" id="{8222BB1C-33DF-4D75-A951-AED793558430}"/>
                </a:ext>
              </a:extLst>
            </p:cNvPr>
            <p:cNvSpPr>
              <a:spLocks noChangeShapeType="1"/>
            </p:cNvSpPr>
            <p:nvPr/>
          </p:nvSpPr>
          <p:spPr bwMode="auto">
            <a:xfrm flipH="1">
              <a:off x="5978525" y="4344988"/>
              <a:ext cx="41275"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0" name="Line 82">
              <a:extLst>
                <a:ext uri="{FF2B5EF4-FFF2-40B4-BE49-F238E27FC236}">
                  <a16:creationId xmlns:a16="http://schemas.microsoft.com/office/drawing/2014/main" id="{5208C0F7-5603-49FA-B22F-080D06A61AF9}"/>
                </a:ext>
              </a:extLst>
            </p:cNvPr>
            <p:cNvSpPr>
              <a:spLocks noChangeShapeType="1"/>
            </p:cNvSpPr>
            <p:nvPr/>
          </p:nvSpPr>
          <p:spPr bwMode="auto">
            <a:xfrm flipH="1">
              <a:off x="5808663" y="4344988"/>
              <a:ext cx="63500"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1" name="Line 83">
              <a:extLst>
                <a:ext uri="{FF2B5EF4-FFF2-40B4-BE49-F238E27FC236}">
                  <a16:creationId xmlns:a16="http://schemas.microsoft.com/office/drawing/2014/main" id="{D82AC732-2A74-4DF6-8FF3-97943CEC5DC4}"/>
                </a:ext>
              </a:extLst>
            </p:cNvPr>
            <p:cNvSpPr>
              <a:spLocks noChangeShapeType="1"/>
            </p:cNvSpPr>
            <p:nvPr/>
          </p:nvSpPr>
          <p:spPr bwMode="auto">
            <a:xfrm flipH="1">
              <a:off x="3992563" y="1746250"/>
              <a:ext cx="63500"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2" name="Line 84">
              <a:extLst>
                <a:ext uri="{FF2B5EF4-FFF2-40B4-BE49-F238E27FC236}">
                  <a16:creationId xmlns:a16="http://schemas.microsoft.com/office/drawing/2014/main" id="{23E6A656-C8F8-479F-BC60-0371C9C48AA1}"/>
                </a:ext>
              </a:extLst>
            </p:cNvPr>
            <p:cNvSpPr>
              <a:spLocks noChangeShapeType="1"/>
            </p:cNvSpPr>
            <p:nvPr/>
          </p:nvSpPr>
          <p:spPr bwMode="auto">
            <a:xfrm flipH="1">
              <a:off x="5492750" y="3035300"/>
              <a:ext cx="63500"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3" name="Rectangle 85">
              <a:extLst>
                <a:ext uri="{FF2B5EF4-FFF2-40B4-BE49-F238E27FC236}">
                  <a16:creationId xmlns:a16="http://schemas.microsoft.com/office/drawing/2014/main" id="{79CB7BF5-9747-4671-88F1-544A7477F711}"/>
                </a:ext>
              </a:extLst>
            </p:cNvPr>
            <p:cNvSpPr>
              <a:spLocks noChangeArrowheads="1"/>
            </p:cNvSpPr>
            <p:nvPr/>
          </p:nvSpPr>
          <p:spPr bwMode="auto">
            <a:xfrm>
              <a:off x="4843463" y="5657850"/>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4" name="Rectangle 86">
              <a:extLst>
                <a:ext uri="{FF2B5EF4-FFF2-40B4-BE49-F238E27FC236}">
                  <a16:creationId xmlns:a16="http://schemas.microsoft.com/office/drawing/2014/main" id="{DE6507ED-CDE6-43AA-AAB4-AFC81FD890FA}"/>
                </a:ext>
              </a:extLst>
            </p:cNvPr>
            <p:cNvSpPr>
              <a:spLocks noChangeArrowheads="1"/>
            </p:cNvSpPr>
            <p:nvPr/>
          </p:nvSpPr>
          <p:spPr bwMode="auto">
            <a:xfrm>
              <a:off x="3248025" y="2998788"/>
              <a:ext cx="211138"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5" name="Line 87">
              <a:extLst>
                <a:ext uri="{FF2B5EF4-FFF2-40B4-BE49-F238E27FC236}">
                  <a16:creationId xmlns:a16="http://schemas.microsoft.com/office/drawing/2014/main" id="{17BBC0AF-93AD-454B-BBEF-98DF9B75D7A2}"/>
                </a:ext>
              </a:extLst>
            </p:cNvPr>
            <p:cNvSpPr>
              <a:spLocks noChangeShapeType="1"/>
            </p:cNvSpPr>
            <p:nvPr/>
          </p:nvSpPr>
          <p:spPr bwMode="auto">
            <a:xfrm flipH="1">
              <a:off x="3273425" y="3035300"/>
              <a:ext cx="42863"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6" name="Rectangle 88">
              <a:extLst>
                <a:ext uri="{FF2B5EF4-FFF2-40B4-BE49-F238E27FC236}">
                  <a16:creationId xmlns:a16="http://schemas.microsoft.com/office/drawing/2014/main" id="{0D097341-4224-475A-9CF1-333F04D192BC}"/>
                </a:ext>
              </a:extLst>
            </p:cNvPr>
            <p:cNvSpPr>
              <a:spLocks noChangeArrowheads="1"/>
            </p:cNvSpPr>
            <p:nvPr/>
          </p:nvSpPr>
          <p:spPr bwMode="auto">
            <a:xfrm>
              <a:off x="3333750" y="3095625"/>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7" name="Rectangle 89">
              <a:extLst>
                <a:ext uri="{FF2B5EF4-FFF2-40B4-BE49-F238E27FC236}">
                  <a16:creationId xmlns:a16="http://schemas.microsoft.com/office/drawing/2014/main" id="{E676B55F-87AC-4110-9AFB-7D68BE1A6105}"/>
                </a:ext>
              </a:extLst>
            </p:cNvPr>
            <p:cNvSpPr>
              <a:spLocks noChangeArrowheads="1"/>
            </p:cNvSpPr>
            <p:nvPr/>
          </p:nvSpPr>
          <p:spPr bwMode="auto">
            <a:xfrm>
              <a:off x="2935288" y="4287838"/>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8" name="Line 90">
              <a:extLst>
                <a:ext uri="{FF2B5EF4-FFF2-40B4-BE49-F238E27FC236}">
                  <a16:creationId xmlns:a16="http://schemas.microsoft.com/office/drawing/2014/main" id="{77089448-9C1F-468E-B81D-EAA817DE9A6D}"/>
                </a:ext>
              </a:extLst>
            </p:cNvPr>
            <p:cNvSpPr>
              <a:spLocks noChangeShapeType="1"/>
            </p:cNvSpPr>
            <p:nvPr/>
          </p:nvSpPr>
          <p:spPr bwMode="auto">
            <a:xfrm flipH="1">
              <a:off x="2957513" y="4324350"/>
              <a:ext cx="63500"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79" name="Rectangle 91">
              <a:extLst>
                <a:ext uri="{FF2B5EF4-FFF2-40B4-BE49-F238E27FC236}">
                  <a16:creationId xmlns:a16="http://schemas.microsoft.com/office/drawing/2014/main" id="{38487AC5-A7AA-4926-A406-B91E5F5AD50E}"/>
                </a:ext>
              </a:extLst>
            </p:cNvPr>
            <p:cNvSpPr>
              <a:spLocks noChangeArrowheads="1"/>
            </p:cNvSpPr>
            <p:nvPr/>
          </p:nvSpPr>
          <p:spPr bwMode="auto">
            <a:xfrm>
              <a:off x="3021013" y="4383088"/>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0" name="Rectangle 92">
              <a:extLst>
                <a:ext uri="{FF2B5EF4-FFF2-40B4-BE49-F238E27FC236}">
                  <a16:creationId xmlns:a16="http://schemas.microsoft.com/office/drawing/2014/main" id="{FAD01281-0647-4939-A692-A3535614DF79}"/>
                </a:ext>
              </a:extLst>
            </p:cNvPr>
            <p:cNvSpPr>
              <a:spLocks noChangeArrowheads="1"/>
            </p:cNvSpPr>
            <p:nvPr/>
          </p:nvSpPr>
          <p:spPr bwMode="auto">
            <a:xfrm>
              <a:off x="4776788" y="420688"/>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1" name="Rectangle 93">
              <a:extLst>
                <a:ext uri="{FF2B5EF4-FFF2-40B4-BE49-F238E27FC236}">
                  <a16:creationId xmlns:a16="http://schemas.microsoft.com/office/drawing/2014/main" id="{58C6732C-9C4F-4C29-8796-8702D662BEDC}"/>
                </a:ext>
              </a:extLst>
            </p:cNvPr>
            <p:cNvSpPr>
              <a:spLocks noChangeArrowheads="1"/>
            </p:cNvSpPr>
            <p:nvPr/>
          </p:nvSpPr>
          <p:spPr bwMode="auto">
            <a:xfrm>
              <a:off x="4860925" y="517525"/>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2" name="Rectangle 94">
              <a:extLst>
                <a:ext uri="{FF2B5EF4-FFF2-40B4-BE49-F238E27FC236}">
                  <a16:creationId xmlns:a16="http://schemas.microsoft.com/office/drawing/2014/main" id="{4C458DE6-6DBB-490D-8E80-FF91E14FB0A3}"/>
                </a:ext>
              </a:extLst>
            </p:cNvPr>
            <p:cNvSpPr>
              <a:spLocks noChangeArrowheads="1"/>
            </p:cNvSpPr>
            <p:nvPr/>
          </p:nvSpPr>
          <p:spPr bwMode="auto">
            <a:xfrm>
              <a:off x="4946650" y="420688"/>
              <a:ext cx="211138"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3" name="Rectangle 95">
              <a:extLst>
                <a:ext uri="{FF2B5EF4-FFF2-40B4-BE49-F238E27FC236}">
                  <a16:creationId xmlns:a16="http://schemas.microsoft.com/office/drawing/2014/main" id="{A501535C-6890-41D3-AAFC-42E5207D4314}"/>
                </a:ext>
              </a:extLst>
            </p:cNvPr>
            <p:cNvSpPr>
              <a:spLocks noChangeArrowheads="1"/>
            </p:cNvSpPr>
            <p:nvPr/>
          </p:nvSpPr>
          <p:spPr bwMode="auto">
            <a:xfrm>
              <a:off x="5032375" y="517525"/>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4" name="Rectangle 96">
              <a:extLst>
                <a:ext uri="{FF2B5EF4-FFF2-40B4-BE49-F238E27FC236}">
                  <a16:creationId xmlns:a16="http://schemas.microsoft.com/office/drawing/2014/main" id="{FFDC3526-D95D-4746-A7DD-B3727D4FB371}"/>
                </a:ext>
              </a:extLst>
            </p:cNvPr>
            <p:cNvSpPr>
              <a:spLocks noChangeArrowheads="1"/>
            </p:cNvSpPr>
            <p:nvPr/>
          </p:nvSpPr>
          <p:spPr bwMode="auto">
            <a:xfrm>
              <a:off x="5132388" y="420688"/>
              <a:ext cx="211137"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5" name="Line 97">
              <a:extLst>
                <a:ext uri="{FF2B5EF4-FFF2-40B4-BE49-F238E27FC236}">
                  <a16:creationId xmlns:a16="http://schemas.microsoft.com/office/drawing/2014/main" id="{9E60F265-CC9C-4827-A61F-5509124F65E5}"/>
                </a:ext>
              </a:extLst>
            </p:cNvPr>
            <p:cNvSpPr>
              <a:spLocks noChangeShapeType="1"/>
            </p:cNvSpPr>
            <p:nvPr/>
          </p:nvSpPr>
          <p:spPr bwMode="auto">
            <a:xfrm flipH="1">
              <a:off x="4964113" y="457200"/>
              <a:ext cx="63500"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6" name="Line 98">
              <a:extLst>
                <a:ext uri="{FF2B5EF4-FFF2-40B4-BE49-F238E27FC236}">
                  <a16:creationId xmlns:a16="http://schemas.microsoft.com/office/drawing/2014/main" id="{583D370E-2D20-4805-BB16-A150FC35D65C}"/>
                </a:ext>
              </a:extLst>
            </p:cNvPr>
            <p:cNvSpPr>
              <a:spLocks noChangeShapeType="1"/>
            </p:cNvSpPr>
            <p:nvPr/>
          </p:nvSpPr>
          <p:spPr bwMode="auto">
            <a:xfrm flipH="1">
              <a:off x="4795838" y="457200"/>
              <a:ext cx="61912"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7" name="Line 99">
              <a:extLst>
                <a:ext uri="{FF2B5EF4-FFF2-40B4-BE49-F238E27FC236}">
                  <a16:creationId xmlns:a16="http://schemas.microsoft.com/office/drawing/2014/main" id="{FFB911E0-2302-4B07-BE74-5FCFC2D80A94}"/>
                </a:ext>
              </a:extLst>
            </p:cNvPr>
            <p:cNvSpPr>
              <a:spLocks noChangeShapeType="1"/>
            </p:cNvSpPr>
            <p:nvPr/>
          </p:nvSpPr>
          <p:spPr bwMode="auto">
            <a:xfrm flipH="1">
              <a:off x="5154613" y="457200"/>
              <a:ext cx="41275" cy="1588"/>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488" name="Rectangle 100">
              <a:extLst>
                <a:ext uri="{FF2B5EF4-FFF2-40B4-BE49-F238E27FC236}">
                  <a16:creationId xmlns:a16="http://schemas.microsoft.com/office/drawing/2014/main" id="{FB14AF6A-9BDF-4AF4-BB8E-A30EB39E6C85}"/>
                </a:ext>
              </a:extLst>
            </p:cNvPr>
            <p:cNvSpPr>
              <a:spLocks noChangeArrowheads="1"/>
            </p:cNvSpPr>
            <p:nvPr/>
          </p:nvSpPr>
          <p:spPr bwMode="auto">
            <a:xfrm>
              <a:off x="5218113" y="517525"/>
              <a:ext cx="174625"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2402" name="TextBox 125">
            <a:extLst>
              <a:ext uri="{FF2B5EF4-FFF2-40B4-BE49-F238E27FC236}">
                <a16:creationId xmlns:a16="http://schemas.microsoft.com/office/drawing/2014/main" id="{01AF3A8E-507E-45D1-B964-9E43388B84BF}"/>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6.73 from the textbook ]</a:t>
            </a:r>
          </a:p>
        </p:txBody>
      </p:sp>
      <p:sp>
        <p:nvSpPr>
          <p:cNvPr id="102403" name="Rectangle 2">
            <a:extLst>
              <a:ext uri="{FF2B5EF4-FFF2-40B4-BE49-F238E27FC236}">
                <a16:creationId xmlns:a16="http://schemas.microsoft.com/office/drawing/2014/main" id="{C1002959-A114-44D7-B28C-FF42E34099E1}"/>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Alternative style of state diagram for the arbiter</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3">
            <a:extLst>
              <a:ext uri="{FF2B5EF4-FFF2-40B4-BE49-F238E27FC236}">
                <a16:creationId xmlns:a16="http://schemas.microsoft.com/office/drawing/2014/main" id="{8E05874C-4B7B-447E-99E6-F3BB69A2CA2E}"/>
              </a:ext>
            </a:extLst>
          </p:cNvPr>
          <p:cNvSpPr>
            <a:spLocks noChangeArrowheads="1"/>
          </p:cNvSpPr>
          <p:nvPr/>
        </p:nvSpPr>
        <p:spPr bwMode="auto">
          <a:xfrm>
            <a:off x="0" y="1687513"/>
            <a:ext cx="9144000" cy="278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This design has one flaw:</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If device1 and device2 raise requests all the time, then device3 will never get serviced.</a:t>
            </a:r>
            <a:endPar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03D92E03-1669-4C62-BE10-CFE4A2F59D9E}"/>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This state diagram solves this problem</a:t>
            </a:r>
          </a:p>
        </p:txBody>
      </p:sp>
      <p:grpSp>
        <p:nvGrpSpPr>
          <p:cNvPr id="4" name="Group 1">
            <a:extLst>
              <a:ext uri="{FF2B5EF4-FFF2-40B4-BE49-F238E27FC236}">
                <a16:creationId xmlns:a16="http://schemas.microsoft.com/office/drawing/2014/main" id="{38DB64FC-BF6F-4E29-8627-A59847CC7756}"/>
              </a:ext>
            </a:extLst>
          </p:cNvPr>
          <p:cNvGrpSpPr>
            <a:grpSpLocks/>
          </p:cNvGrpSpPr>
          <p:nvPr/>
        </p:nvGrpSpPr>
        <p:grpSpPr bwMode="auto">
          <a:xfrm>
            <a:off x="152400" y="838200"/>
            <a:ext cx="3387725" cy="5449888"/>
            <a:chOff x="2716213" y="290513"/>
            <a:chExt cx="3387725" cy="5449887"/>
          </a:xfrm>
        </p:grpSpPr>
        <p:sp>
          <p:nvSpPr>
            <p:cNvPr id="5" name="Freeform 4">
              <a:extLst>
                <a:ext uri="{FF2B5EF4-FFF2-40B4-BE49-F238E27FC236}">
                  <a16:creationId xmlns:a16="http://schemas.microsoft.com/office/drawing/2014/main" id="{6B6C6EFE-3D46-4F40-B03C-3362CEA188BE}"/>
                </a:ext>
              </a:extLst>
            </p:cNvPr>
            <p:cNvSpPr>
              <a:spLocks/>
            </p:cNvSpPr>
            <p:nvPr/>
          </p:nvSpPr>
          <p:spPr bwMode="auto">
            <a:xfrm>
              <a:off x="4457700" y="5194300"/>
              <a:ext cx="104775" cy="125413"/>
            </a:xfrm>
            <a:custGeom>
              <a:avLst/>
              <a:gdLst>
                <a:gd name="T0" fmla="*/ 2147483646 w 133"/>
                <a:gd name="T1" fmla="*/ 2147483646 h 159"/>
                <a:gd name="T2" fmla="*/ 0 w 133"/>
                <a:gd name="T3" fmla="*/ 0 h 159"/>
                <a:gd name="T4" fmla="*/ 2147483646 w 133"/>
                <a:gd name="T5" fmla="*/ 2147483646 h 159"/>
                <a:gd name="T6" fmla="*/ 2147483646 w 133"/>
                <a:gd name="T7" fmla="*/ 2147483646 h 159"/>
                <a:gd name="T8" fmla="*/ 2147483646 w 133"/>
                <a:gd name="T9" fmla="*/ 2147483646 h 159"/>
                <a:gd name="T10" fmla="*/ 0 60000 65536"/>
                <a:gd name="T11" fmla="*/ 0 60000 65536"/>
                <a:gd name="T12" fmla="*/ 0 60000 65536"/>
                <a:gd name="T13" fmla="*/ 0 60000 65536"/>
                <a:gd name="T14" fmla="*/ 0 60000 65536"/>
                <a:gd name="T15" fmla="*/ 0 w 133"/>
                <a:gd name="T16" fmla="*/ 0 h 159"/>
                <a:gd name="T17" fmla="*/ 133 w 133"/>
                <a:gd name="T18" fmla="*/ 159 h 159"/>
              </a:gdLst>
              <a:ahLst/>
              <a:cxnLst>
                <a:cxn ang="T10">
                  <a:pos x="T0" y="T1"/>
                </a:cxn>
                <a:cxn ang="T11">
                  <a:pos x="T2" y="T3"/>
                </a:cxn>
                <a:cxn ang="T12">
                  <a:pos x="T4" y="T5"/>
                </a:cxn>
                <a:cxn ang="T13">
                  <a:pos x="T6" y="T7"/>
                </a:cxn>
                <a:cxn ang="T14">
                  <a:pos x="T8" y="T9"/>
                </a:cxn>
              </a:cxnLst>
              <a:rect l="T15" t="T16" r="T17" b="T18"/>
              <a:pathLst>
                <a:path w="133" h="159">
                  <a:moveTo>
                    <a:pt x="133" y="106"/>
                  </a:moveTo>
                  <a:lnTo>
                    <a:pt x="0" y="0"/>
                  </a:lnTo>
                  <a:lnTo>
                    <a:pt x="80" y="159"/>
                  </a:lnTo>
                  <a:lnTo>
                    <a:pt x="106" y="133"/>
                  </a:lnTo>
                  <a:lnTo>
                    <a:pt x="133" y="106"/>
                  </a:lnTo>
                  <a:close/>
                </a:path>
              </a:pathLst>
            </a:custGeom>
            <a:solidFill>
              <a:srgbClr val="000000"/>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 name="Freeform 7">
              <a:extLst>
                <a:ext uri="{FF2B5EF4-FFF2-40B4-BE49-F238E27FC236}">
                  <a16:creationId xmlns:a16="http://schemas.microsoft.com/office/drawing/2014/main" id="{B9FFB02A-0275-4DCB-85E8-855E0B6C539A}"/>
                </a:ext>
              </a:extLst>
            </p:cNvPr>
            <p:cNvSpPr>
              <a:spLocks/>
            </p:cNvSpPr>
            <p:nvPr/>
          </p:nvSpPr>
          <p:spPr bwMode="auto">
            <a:xfrm>
              <a:off x="3995738" y="5151438"/>
              <a:ext cx="609600" cy="588962"/>
            </a:xfrm>
            <a:custGeom>
              <a:avLst/>
              <a:gdLst>
                <a:gd name="T0" fmla="*/ 0 w 769"/>
                <a:gd name="T1" fmla="*/ 2147483646 h 743"/>
                <a:gd name="T2" fmla="*/ 2147483646 w 769"/>
                <a:gd name="T3" fmla="*/ 2147483646 h 743"/>
                <a:gd name="T4" fmla="*/ 2147483646 w 769"/>
                <a:gd name="T5" fmla="*/ 2147483646 h 743"/>
                <a:gd name="T6" fmla="*/ 2147483646 w 769"/>
                <a:gd name="T7" fmla="*/ 2147483646 h 743"/>
                <a:gd name="T8" fmla="*/ 2147483646 w 769"/>
                <a:gd name="T9" fmla="*/ 2147483646 h 743"/>
                <a:gd name="T10" fmla="*/ 2147483646 w 769"/>
                <a:gd name="T11" fmla="*/ 2147483646 h 743"/>
                <a:gd name="T12" fmla="*/ 2147483646 w 769"/>
                <a:gd name="T13" fmla="*/ 2147483646 h 743"/>
                <a:gd name="T14" fmla="*/ 2147483646 w 769"/>
                <a:gd name="T15" fmla="*/ 2147483646 h 743"/>
                <a:gd name="T16" fmla="*/ 2147483646 w 769"/>
                <a:gd name="T17" fmla="*/ 2147483646 h 743"/>
                <a:gd name="T18" fmla="*/ 2147483646 w 769"/>
                <a:gd name="T19" fmla="*/ 2147483646 h 743"/>
                <a:gd name="T20" fmla="*/ 2147483646 w 769"/>
                <a:gd name="T21" fmla="*/ 2147483646 h 743"/>
                <a:gd name="T22" fmla="*/ 2147483646 w 769"/>
                <a:gd name="T23" fmla="*/ 0 h 743"/>
                <a:gd name="T24" fmla="*/ 2147483646 w 769"/>
                <a:gd name="T25" fmla="*/ 2147483646 h 743"/>
                <a:gd name="T26" fmla="*/ 2147483646 w 769"/>
                <a:gd name="T27" fmla="*/ 2147483646 h 743"/>
                <a:gd name="T28" fmla="*/ 2147483646 w 769"/>
                <a:gd name="T29" fmla="*/ 2147483646 h 743"/>
                <a:gd name="T30" fmla="*/ 2147483646 w 769"/>
                <a:gd name="T31" fmla="*/ 2147483646 h 743"/>
                <a:gd name="T32" fmla="*/ 2147483646 w 769"/>
                <a:gd name="T33" fmla="*/ 2147483646 h 743"/>
                <a:gd name="T34" fmla="*/ 2147483646 w 769"/>
                <a:gd name="T35" fmla="*/ 2147483646 h 743"/>
                <a:gd name="T36" fmla="*/ 2147483646 w 769"/>
                <a:gd name="T37" fmla="*/ 2147483646 h 743"/>
                <a:gd name="T38" fmla="*/ 2147483646 w 769"/>
                <a:gd name="T39" fmla="*/ 2147483646 h 743"/>
                <a:gd name="T40" fmla="*/ 2147483646 w 769"/>
                <a:gd name="T41" fmla="*/ 2147483646 h 743"/>
                <a:gd name="T42" fmla="*/ 2147483646 w 769"/>
                <a:gd name="T43" fmla="*/ 2147483646 h 743"/>
                <a:gd name="T44" fmla="*/ 2147483646 w 769"/>
                <a:gd name="T45" fmla="*/ 2147483646 h 743"/>
                <a:gd name="T46" fmla="*/ 2147483646 w 769"/>
                <a:gd name="T47" fmla="*/ 2147483646 h 743"/>
                <a:gd name="T48" fmla="*/ 2147483646 w 769"/>
                <a:gd name="T49" fmla="*/ 2147483646 h 743"/>
                <a:gd name="T50" fmla="*/ 2147483646 w 769"/>
                <a:gd name="T51" fmla="*/ 2147483646 h 743"/>
                <a:gd name="T52" fmla="*/ 2147483646 w 769"/>
                <a:gd name="T53" fmla="*/ 2147483646 h 743"/>
                <a:gd name="T54" fmla="*/ 2147483646 w 769"/>
                <a:gd name="T55" fmla="*/ 2147483646 h 743"/>
                <a:gd name="T56" fmla="*/ 2147483646 w 769"/>
                <a:gd name="T57" fmla="*/ 2147483646 h 743"/>
                <a:gd name="T58" fmla="*/ 2147483646 w 769"/>
                <a:gd name="T59" fmla="*/ 2147483646 h 743"/>
                <a:gd name="T60" fmla="*/ 2147483646 w 769"/>
                <a:gd name="T61" fmla="*/ 2147483646 h 743"/>
                <a:gd name="T62" fmla="*/ 2147483646 w 769"/>
                <a:gd name="T63" fmla="*/ 2147483646 h 743"/>
                <a:gd name="T64" fmla="*/ 2147483646 w 769"/>
                <a:gd name="T65" fmla="*/ 2147483646 h 743"/>
                <a:gd name="T66" fmla="*/ 2147483646 w 769"/>
                <a:gd name="T67" fmla="*/ 2147483646 h 743"/>
                <a:gd name="T68" fmla="*/ 2147483646 w 769"/>
                <a:gd name="T69" fmla="*/ 2147483646 h 743"/>
                <a:gd name="T70" fmla="*/ 2147483646 w 769"/>
                <a:gd name="T71" fmla="*/ 2147483646 h 743"/>
                <a:gd name="T72" fmla="*/ 2147483646 w 769"/>
                <a:gd name="T73" fmla="*/ 2147483646 h 743"/>
                <a:gd name="T74" fmla="*/ 2147483646 w 769"/>
                <a:gd name="T75" fmla="*/ 2147483646 h 743"/>
                <a:gd name="T76" fmla="*/ 2147483646 w 769"/>
                <a:gd name="T77" fmla="*/ 2147483646 h 743"/>
                <a:gd name="T78" fmla="*/ 2147483646 w 769"/>
                <a:gd name="T79" fmla="*/ 2147483646 h 743"/>
                <a:gd name="T80" fmla="*/ 2147483646 w 769"/>
                <a:gd name="T81" fmla="*/ 2147483646 h 743"/>
                <a:gd name="T82" fmla="*/ 2147483646 w 769"/>
                <a:gd name="T83" fmla="*/ 2147483646 h 743"/>
                <a:gd name="T84" fmla="*/ 2147483646 w 769"/>
                <a:gd name="T85" fmla="*/ 2147483646 h 743"/>
                <a:gd name="T86" fmla="*/ 2147483646 w 769"/>
                <a:gd name="T87" fmla="*/ 2147483646 h 743"/>
                <a:gd name="T88" fmla="*/ 2147483646 w 769"/>
                <a:gd name="T89" fmla="*/ 2147483646 h 743"/>
                <a:gd name="T90" fmla="*/ 2147483646 w 769"/>
                <a:gd name="T91" fmla="*/ 2147483646 h 743"/>
                <a:gd name="T92" fmla="*/ 2147483646 w 769"/>
                <a:gd name="T93" fmla="*/ 2147483646 h 743"/>
                <a:gd name="T94" fmla="*/ 2147483646 w 769"/>
                <a:gd name="T95" fmla="*/ 2147483646 h 743"/>
                <a:gd name="T96" fmla="*/ 2147483646 w 769"/>
                <a:gd name="T97" fmla="*/ 2147483646 h 743"/>
                <a:gd name="T98" fmla="*/ 2147483646 w 769"/>
                <a:gd name="T99" fmla="*/ 2147483646 h 743"/>
                <a:gd name="T100" fmla="*/ 2147483646 w 769"/>
                <a:gd name="T101" fmla="*/ 2147483646 h 743"/>
                <a:gd name="T102" fmla="*/ 2147483646 w 769"/>
                <a:gd name="T103" fmla="*/ 2147483646 h 743"/>
                <a:gd name="T104" fmla="*/ 2147483646 w 769"/>
                <a:gd name="T105" fmla="*/ 2147483646 h 743"/>
                <a:gd name="T106" fmla="*/ 2147483646 w 769"/>
                <a:gd name="T107" fmla="*/ 2147483646 h 743"/>
                <a:gd name="T108" fmla="*/ 2147483646 w 769"/>
                <a:gd name="T109" fmla="*/ 2147483646 h 743"/>
                <a:gd name="T110" fmla="*/ 0 w 769"/>
                <a:gd name="T111" fmla="*/ 2147483646 h 7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43"/>
                <a:gd name="T170" fmla="*/ 769 w 769"/>
                <a:gd name="T171" fmla="*/ 743 h 7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43">
                  <a:moveTo>
                    <a:pt x="0" y="368"/>
                  </a:moveTo>
                  <a:lnTo>
                    <a:pt x="0" y="377"/>
                  </a:lnTo>
                  <a:lnTo>
                    <a:pt x="0" y="357"/>
                  </a:lnTo>
                  <a:lnTo>
                    <a:pt x="2" y="338"/>
                  </a:lnTo>
                  <a:lnTo>
                    <a:pt x="4" y="320"/>
                  </a:lnTo>
                  <a:lnTo>
                    <a:pt x="7" y="301"/>
                  </a:lnTo>
                  <a:lnTo>
                    <a:pt x="12" y="283"/>
                  </a:lnTo>
                  <a:lnTo>
                    <a:pt x="16" y="266"/>
                  </a:lnTo>
                  <a:lnTo>
                    <a:pt x="23" y="247"/>
                  </a:lnTo>
                  <a:lnTo>
                    <a:pt x="30" y="231"/>
                  </a:lnTo>
                  <a:lnTo>
                    <a:pt x="37" y="214"/>
                  </a:lnTo>
                  <a:lnTo>
                    <a:pt x="45" y="198"/>
                  </a:lnTo>
                  <a:lnTo>
                    <a:pt x="55" y="182"/>
                  </a:lnTo>
                  <a:lnTo>
                    <a:pt x="64" y="166"/>
                  </a:lnTo>
                  <a:lnTo>
                    <a:pt x="75" y="152"/>
                  </a:lnTo>
                  <a:lnTo>
                    <a:pt x="85" y="138"/>
                  </a:lnTo>
                  <a:lnTo>
                    <a:pt x="97" y="124"/>
                  </a:lnTo>
                  <a:lnTo>
                    <a:pt x="110" y="110"/>
                  </a:lnTo>
                  <a:lnTo>
                    <a:pt x="124" y="98"/>
                  </a:lnTo>
                  <a:lnTo>
                    <a:pt x="137" y="87"/>
                  </a:lnTo>
                  <a:lnTo>
                    <a:pt x="151" y="76"/>
                  </a:lnTo>
                  <a:lnTo>
                    <a:pt x="166" y="65"/>
                  </a:lnTo>
                  <a:lnTo>
                    <a:pt x="181" y="56"/>
                  </a:lnTo>
                  <a:lnTo>
                    <a:pt x="196" y="47"/>
                  </a:lnTo>
                  <a:lnTo>
                    <a:pt x="212" y="38"/>
                  </a:lnTo>
                  <a:lnTo>
                    <a:pt x="230" y="31"/>
                  </a:lnTo>
                  <a:lnTo>
                    <a:pt x="247" y="24"/>
                  </a:lnTo>
                  <a:lnTo>
                    <a:pt x="264" y="18"/>
                  </a:lnTo>
                  <a:lnTo>
                    <a:pt x="281" y="12"/>
                  </a:lnTo>
                  <a:lnTo>
                    <a:pt x="300" y="8"/>
                  </a:lnTo>
                  <a:lnTo>
                    <a:pt x="318" y="6"/>
                  </a:lnTo>
                  <a:lnTo>
                    <a:pt x="337" y="3"/>
                  </a:lnTo>
                  <a:lnTo>
                    <a:pt x="357" y="2"/>
                  </a:lnTo>
                  <a:lnTo>
                    <a:pt x="375" y="0"/>
                  </a:lnTo>
                  <a:lnTo>
                    <a:pt x="393" y="0"/>
                  </a:lnTo>
                  <a:lnTo>
                    <a:pt x="412" y="2"/>
                  </a:lnTo>
                  <a:lnTo>
                    <a:pt x="431" y="3"/>
                  </a:lnTo>
                  <a:lnTo>
                    <a:pt x="450" y="6"/>
                  </a:lnTo>
                  <a:lnTo>
                    <a:pt x="468" y="8"/>
                  </a:lnTo>
                  <a:lnTo>
                    <a:pt x="487" y="12"/>
                  </a:lnTo>
                  <a:lnTo>
                    <a:pt x="505" y="18"/>
                  </a:lnTo>
                  <a:lnTo>
                    <a:pt x="522" y="24"/>
                  </a:lnTo>
                  <a:lnTo>
                    <a:pt x="540" y="31"/>
                  </a:lnTo>
                  <a:lnTo>
                    <a:pt x="556" y="38"/>
                  </a:lnTo>
                  <a:lnTo>
                    <a:pt x="571" y="47"/>
                  </a:lnTo>
                  <a:lnTo>
                    <a:pt x="587" y="56"/>
                  </a:lnTo>
                  <a:lnTo>
                    <a:pt x="603" y="65"/>
                  </a:lnTo>
                  <a:lnTo>
                    <a:pt x="618" y="76"/>
                  </a:lnTo>
                  <a:lnTo>
                    <a:pt x="632" y="87"/>
                  </a:lnTo>
                  <a:lnTo>
                    <a:pt x="646" y="98"/>
                  </a:lnTo>
                  <a:lnTo>
                    <a:pt x="659" y="110"/>
                  </a:lnTo>
                  <a:lnTo>
                    <a:pt x="671" y="124"/>
                  </a:lnTo>
                  <a:lnTo>
                    <a:pt x="683" y="138"/>
                  </a:lnTo>
                  <a:lnTo>
                    <a:pt x="693" y="152"/>
                  </a:lnTo>
                  <a:lnTo>
                    <a:pt x="704" y="166"/>
                  </a:lnTo>
                  <a:lnTo>
                    <a:pt x="714" y="182"/>
                  </a:lnTo>
                  <a:lnTo>
                    <a:pt x="722" y="198"/>
                  </a:lnTo>
                  <a:lnTo>
                    <a:pt x="732" y="214"/>
                  </a:lnTo>
                  <a:lnTo>
                    <a:pt x="738" y="231"/>
                  </a:lnTo>
                  <a:lnTo>
                    <a:pt x="745" y="247"/>
                  </a:lnTo>
                  <a:lnTo>
                    <a:pt x="752" y="266"/>
                  </a:lnTo>
                  <a:lnTo>
                    <a:pt x="757" y="283"/>
                  </a:lnTo>
                  <a:lnTo>
                    <a:pt x="761" y="301"/>
                  </a:lnTo>
                  <a:lnTo>
                    <a:pt x="764" y="320"/>
                  </a:lnTo>
                  <a:lnTo>
                    <a:pt x="766" y="338"/>
                  </a:lnTo>
                  <a:lnTo>
                    <a:pt x="767" y="357"/>
                  </a:lnTo>
                  <a:lnTo>
                    <a:pt x="769" y="377"/>
                  </a:lnTo>
                  <a:lnTo>
                    <a:pt x="769" y="368"/>
                  </a:lnTo>
                  <a:lnTo>
                    <a:pt x="767" y="387"/>
                  </a:lnTo>
                  <a:lnTo>
                    <a:pt x="766" y="406"/>
                  </a:lnTo>
                  <a:lnTo>
                    <a:pt x="764" y="425"/>
                  </a:lnTo>
                  <a:lnTo>
                    <a:pt x="761" y="443"/>
                  </a:lnTo>
                  <a:lnTo>
                    <a:pt x="757" y="462"/>
                  </a:lnTo>
                  <a:lnTo>
                    <a:pt x="752" y="479"/>
                  </a:lnTo>
                  <a:lnTo>
                    <a:pt x="745" y="498"/>
                  </a:lnTo>
                  <a:lnTo>
                    <a:pt x="738" y="513"/>
                  </a:lnTo>
                  <a:lnTo>
                    <a:pt x="732" y="531"/>
                  </a:lnTo>
                  <a:lnTo>
                    <a:pt x="722" y="547"/>
                  </a:lnTo>
                  <a:lnTo>
                    <a:pt x="714" y="562"/>
                  </a:lnTo>
                  <a:lnTo>
                    <a:pt x="704" y="578"/>
                  </a:lnTo>
                  <a:lnTo>
                    <a:pt x="693" y="593"/>
                  </a:lnTo>
                  <a:lnTo>
                    <a:pt x="683" y="606"/>
                  </a:lnTo>
                  <a:lnTo>
                    <a:pt x="671" y="621"/>
                  </a:lnTo>
                  <a:lnTo>
                    <a:pt x="659" y="633"/>
                  </a:lnTo>
                  <a:lnTo>
                    <a:pt x="646" y="646"/>
                  </a:lnTo>
                  <a:lnTo>
                    <a:pt x="632" y="658"/>
                  </a:lnTo>
                  <a:lnTo>
                    <a:pt x="618" y="669"/>
                  </a:lnTo>
                  <a:lnTo>
                    <a:pt x="603" y="679"/>
                  </a:lnTo>
                  <a:lnTo>
                    <a:pt x="587" y="688"/>
                  </a:lnTo>
                  <a:lnTo>
                    <a:pt x="571" y="698"/>
                  </a:lnTo>
                  <a:lnTo>
                    <a:pt x="556" y="707"/>
                  </a:lnTo>
                  <a:lnTo>
                    <a:pt x="540" y="714"/>
                  </a:lnTo>
                  <a:lnTo>
                    <a:pt x="522" y="720"/>
                  </a:lnTo>
                  <a:lnTo>
                    <a:pt x="505" y="727"/>
                  </a:lnTo>
                  <a:lnTo>
                    <a:pt x="487" y="732"/>
                  </a:lnTo>
                  <a:lnTo>
                    <a:pt x="468" y="736"/>
                  </a:lnTo>
                  <a:lnTo>
                    <a:pt x="450" y="739"/>
                  </a:lnTo>
                  <a:lnTo>
                    <a:pt x="431" y="741"/>
                  </a:lnTo>
                  <a:lnTo>
                    <a:pt x="412" y="743"/>
                  </a:lnTo>
                  <a:lnTo>
                    <a:pt x="393" y="743"/>
                  </a:lnTo>
                  <a:lnTo>
                    <a:pt x="375" y="743"/>
                  </a:lnTo>
                  <a:lnTo>
                    <a:pt x="357" y="743"/>
                  </a:lnTo>
                  <a:lnTo>
                    <a:pt x="337" y="741"/>
                  </a:lnTo>
                  <a:lnTo>
                    <a:pt x="318" y="739"/>
                  </a:lnTo>
                  <a:lnTo>
                    <a:pt x="300" y="736"/>
                  </a:lnTo>
                  <a:lnTo>
                    <a:pt x="281" y="732"/>
                  </a:lnTo>
                  <a:lnTo>
                    <a:pt x="264" y="727"/>
                  </a:lnTo>
                  <a:lnTo>
                    <a:pt x="247" y="720"/>
                  </a:lnTo>
                  <a:lnTo>
                    <a:pt x="230" y="714"/>
                  </a:lnTo>
                  <a:lnTo>
                    <a:pt x="212" y="707"/>
                  </a:lnTo>
                  <a:lnTo>
                    <a:pt x="196" y="698"/>
                  </a:lnTo>
                  <a:lnTo>
                    <a:pt x="181" y="688"/>
                  </a:lnTo>
                  <a:lnTo>
                    <a:pt x="166" y="679"/>
                  </a:lnTo>
                  <a:lnTo>
                    <a:pt x="151" y="669"/>
                  </a:lnTo>
                  <a:lnTo>
                    <a:pt x="137" y="658"/>
                  </a:lnTo>
                  <a:lnTo>
                    <a:pt x="124" y="646"/>
                  </a:lnTo>
                  <a:lnTo>
                    <a:pt x="110" y="633"/>
                  </a:lnTo>
                  <a:lnTo>
                    <a:pt x="97" y="621"/>
                  </a:lnTo>
                  <a:lnTo>
                    <a:pt x="85" y="606"/>
                  </a:lnTo>
                  <a:lnTo>
                    <a:pt x="75" y="593"/>
                  </a:lnTo>
                  <a:lnTo>
                    <a:pt x="64" y="578"/>
                  </a:lnTo>
                  <a:lnTo>
                    <a:pt x="55" y="562"/>
                  </a:lnTo>
                  <a:lnTo>
                    <a:pt x="45" y="547"/>
                  </a:lnTo>
                  <a:lnTo>
                    <a:pt x="37" y="531"/>
                  </a:lnTo>
                  <a:lnTo>
                    <a:pt x="30" y="513"/>
                  </a:lnTo>
                  <a:lnTo>
                    <a:pt x="23" y="498"/>
                  </a:lnTo>
                  <a:lnTo>
                    <a:pt x="16" y="479"/>
                  </a:lnTo>
                  <a:lnTo>
                    <a:pt x="12" y="462"/>
                  </a:lnTo>
                  <a:lnTo>
                    <a:pt x="7" y="443"/>
                  </a:lnTo>
                  <a:lnTo>
                    <a:pt x="4" y="425"/>
                  </a:lnTo>
                  <a:lnTo>
                    <a:pt x="2" y="406"/>
                  </a:lnTo>
                  <a:lnTo>
                    <a:pt x="0" y="387"/>
                  </a:lnTo>
                  <a:lnTo>
                    <a:pt x="0" y="368"/>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 name="Freeform 9">
              <a:extLst>
                <a:ext uri="{FF2B5EF4-FFF2-40B4-BE49-F238E27FC236}">
                  <a16:creationId xmlns:a16="http://schemas.microsoft.com/office/drawing/2014/main" id="{94983902-388D-4435-91F7-2B3A8DF1BCBE}"/>
                </a:ext>
              </a:extLst>
            </p:cNvPr>
            <p:cNvSpPr>
              <a:spLocks/>
            </p:cNvSpPr>
            <p:nvPr/>
          </p:nvSpPr>
          <p:spPr bwMode="auto">
            <a:xfrm>
              <a:off x="4457700" y="3889375"/>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 name="Freeform 12">
              <a:extLst>
                <a:ext uri="{FF2B5EF4-FFF2-40B4-BE49-F238E27FC236}">
                  <a16:creationId xmlns:a16="http://schemas.microsoft.com/office/drawing/2014/main" id="{F7754C5E-93D4-4D68-82BE-08AE0E19E505}"/>
                </a:ext>
              </a:extLst>
            </p:cNvPr>
            <p:cNvSpPr>
              <a:spLocks/>
            </p:cNvSpPr>
            <p:nvPr/>
          </p:nvSpPr>
          <p:spPr bwMode="auto">
            <a:xfrm>
              <a:off x="3995738" y="3825875"/>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 name="Freeform 14">
              <a:extLst>
                <a:ext uri="{FF2B5EF4-FFF2-40B4-BE49-F238E27FC236}">
                  <a16:creationId xmlns:a16="http://schemas.microsoft.com/office/drawing/2014/main" id="{FF00CE2F-731E-43EC-BA0E-2D4FBC0B4A53}"/>
                </a:ext>
              </a:extLst>
            </p:cNvPr>
            <p:cNvSpPr>
              <a:spLocks/>
            </p:cNvSpPr>
            <p:nvPr/>
          </p:nvSpPr>
          <p:spPr bwMode="auto">
            <a:xfrm>
              <a:off x="4457700" y="2605088"/>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 name="Freeform 17">
              <a:extLst>
                <a:ext uri="{FF2B5EF4-FFF2-40B4-BE49-F238E27FC236}">
                  <a16:creationId xmlns:a16="http://schemas.microsoft.com/office/drawing/2014/main" id="{D19129A7-29CF-4D5E-AC95-D83BB5AEA55B}"/>
                </a:ext>
              </a:extLst>
            </p:cNvPr>
            <p:cNvSpPr>
              <a:spLocks/>
            </p:cNvSpPr>
            <p:nvPr/>
          </p:nvSpPr>
          <p:spPr bwMode="auto">
            <a:xfrm>
              <a:off x="3995738" y="2541588"/>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 name="Freeform 19">
              <a:extLst>
                <a:ext uri="{FF2B5EF4-FFF2-40B4-BE49-F238E27FC236}">
                  <a16:creationId xmlns:a16="http://schemas.microsoft.com/office/drawing/2014/main" id="{C00F238F-B723-42C8-8DB6-B66F762F70F1}"/>
                </a:ext>
              </a:extLst>
            </p:cNvPr>
            <p:cNvSpPr>
              <a:spLocks/>
            </p:cNvSpPr>
            <p:nvPr/>
          </p:nvSpPr>
          <p:spPr bwMode="auto">
            <a:xfrm>
              <a:off x="4457700" y="731838"/>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 name="Freeform 22">
              <a:extLst>
                <a:ext uri="{FF2B5EF4-FFF2-40B4-BE49-F238E27FC236}">
                  <a16:creationId xmlns:a16="http://schemas.microsoft.com/office/drawing/2014/main" id="{C119DF41-F12B-42D9-B996-72DD6D5CCFE5}"/>
                </a:ext>
              </a:extLst>
            </p:cNvPr>
            <p:cNvSpPr>
              <a:spLocks/>
            </p:cNvSpPr>
            <p:nvPr/>
          </p:nvSpPr>
          <p:spPr bwMode="auto">
            <a:xfrm>
              <a:off x="3995738" y="29051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 name="Freeform 24">
              <a:extLst>
                <a:ext uri="{FF2B5EF4-FFF2-40B4-BE49-F238E27FC236}">
                  <a16:creationId xmlns:a16="http://schemas.microsoft.com/office/drawing/2014/main" id="{626783F4-21F2-4FF4-98A9-88362B151B2D}"/>
                </a:ext>
              </a:extLst>
            </p:cNvPr>
            <p:cNvSpPr>
              <a:spLocks/>
            </p:cNvSpPr>
            <p:nvPr/>
          </p:nvSpPr>
          <p:spPr bwMode="auto">
            <a:xfrm>
              <a:off x="3948113" y="835025"/>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 name="Rectangle 25">
              <a:extLst>
                <a:ext uri="{FF2B5EF4-FFF2-40B4-BE49-F238E27FC236}">
                  <a16:creationId xmlns:a16="http://schemas.microsoft.com/office/drawing/2014/main" id="{ACA71AE5-CF9F-4A79-B83D-F6EAFB407027}"/>
                </a:ext>
              </a:extLst>
            </p:cNvPr>
            <p:cNvSpPr>
              <a:spLocks noChangeArrowheads="1"/>
            </p:cNvSpPr>
            <p:nvPr/>
          </p:nvSpPr>
          <p:spPr bwMode="auto">
            <a:xfrm>
              <a:off x="4157663" y="1031875"/>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 name="Freeform 26">
              <a:extLst>
                <a:ext uri="{FF2B5EF4-FFF2-40B4-BE49-F238E27FC236}">
                  <a16:creationId xmlns:a16="http://schemas.microsoft.com/office/drawing/2014/main" id="{377CA499-6178-4A8F-B36D-B9B0858FE5D4}"/>
                </a:ext>
              </a:extLst>
            </p:cNvPr>
            <p:cNvSpPr>
              <a:spLocks/>
            </p:cNvSpPr>
            <p:nvPr/>
          </p:nvSpPr>
          <p:spPr bwMode="auto">
            <a:xfrm>
              <a:off x="3717925" y="2014538"/>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 name="Freeform 27">
              <a:extLst>
                <a:ext uri="{FF2B5EF4-FFF2-40B4-BE49-F238E27FC236}">
                  <a16:creationId xmlns:a16="http://schemas.microsoft.com/office/drawing/2014/main" id="{35BE1DDB-518F-45D1-A3F3-4B0C98A251B6}"/>
                </a:ext>
              </a:extLst>
            </p:cNvPr>
            <p:cNvSpPr>
              <a:spLocks/>
            </p:cNvSpPr>
            <p:nvPr/>
          </p:nvSpPr>
          <p:spPr bwMode="auto">
            <a:xfrm>
              <a:off x="4921250" y="3468688"/>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 name="Freeform 28">
              <a:extLst>
                <a:ext uri="{FF2B5EF4-FFF2-40B4-BE49-F238E27FC236}">
                  <a16:creationId xmlns:a16="http://schemas.microsoft.com/office/drawing/2014/main" id="{B36FAA8C-797C-44DA-8497-02B2BE4E0BE7}"/>
                </a:ext>
              </a:extLst>
            </p:cNvPr>
            <p:cNvSpPr>
              <a:spLocks/>
            </p:cNvSpPr>
            <p:nvPr/>
          </p:nvSpPr>
          <p:spPr bwMode="auto">
            <a:xfrm>
              <a:off x="4630738" y="1227138"/>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 name="Rectangle 29">
              <a:extLst>
                <a:ext uri="{FF2B5EF4-FFF2-40B4-BE49-F238E27FC236}">
                  <a16:creationId xmlns:a16="http://schemas.microsoft.com/office/drawing/2014/main" id="{E0DDF16F-DD35-4C5A-888E-0BC0888239C9}"/>
                </a:ext>
              </a:extLst>
            </p:cNvPr>
            <p:cNvSpPr>
              <a:spLocks noChangeArrowheads="1"/>
            </p:cNvSpPr>
            <p:nvPr/>
          </p:nvSpPr>
          <p:spPr bwMode="auto">
            <a:xfrm>
              <a:off x="4692650" y="3889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 name="Freeform 30">
              <a:extLst>
                <a:ext uri="{FF2B5EF4-FFF2-40B4-BE49-F238E27FC236}">
                  <a16:creationId xmlns:a16="http://schemas.microsoft.com/office/drawing/2014/main" id="{B8B8FB59-BFE4-469D-B11D-B8506ADFD1D5}"/>
                </a:ext>
              </a:extLst>
            </p:cNvPr>
            <p:cNvSpPr>
              <a:spLocks/>
            </p:cNvSpPr>
            <p:nvPr/>
          </p:nvSpPr>
          <p:spPr bwMode="auto">
            <a:xfrm>
              <a:off x="3911600" y="795338"/>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 name="Line 31">
              <a:extLst>
                <a:ext uri="{FF2B5EF4-FFF2-40B4-BE49-F238E27FC236}">
                  <a16:creationId xmlns:a16="http://schemas.microsoft.com/office/drawing/2014/main" id="{E1E09936-FED8-4A96-9A3A-933B1AFEE912}"/>
                </a:ext>
              </a:extLst>
            </p:cNvPr>
            <p:cNvSpPr>
              <a:spLocks noChangeShapeType="1"/>
            </p:cNvSpPr>
            <p:nvPr/>
          </p:nvSpPr>
          <p:spPr bwMode="auto">
            <a:xfrm>
              <a:off x="3700463" y="627063"/>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 name="Rectangle 32">
              <a:extLst>
                <a:ext uri="{FF2B5EF4-FFF2-40B4-BE49-F238E27FC236}">
                  <a16:creationId xmlns:a16="http://schemas.microsoft.com/office/drawing/2014/main" id="{26822078-4107-4A7F-8942-752DECC60406}"/>
                </a:ext>
              </a:extLst>
            </p:cNvPr>
            <p:cNvSpPr>
              <a:spLocks noChangeArrowheads="1"/>
            </p:cNvSpPr>
            <p:nvPr/>
          </p:nvSpPr>
          <p:spPr bwMode="auto">
            <a:xfrm>
              <a:off x="4692650" y="2835275"/>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 name="Rectangle 33">
              <a:extLst>
                <a:ext uri="{FF2B5EF4-FFF2-40B4-BE49-F238E27FC236}">
                  <a16:creationId xmlns:a16="http://schemas.microsoft.com/office/drawing/2014/main" id="{F9E8E664-1643-47B4-9B09-FC7CBCE0B387}"/>
                </a:ext>
              </a:extLst>
            </p:cNvPr>
            <p:cNvSpPr>
              <a:spLocks noChangeArrowheads="1"/>
            </p:cNvSpPr>
            <p:nvPr/>
          </p:nvSpPr>
          <p:spPr bwMode="auto">
            <a:xfrm>
              <a:off x="3219450" y="406400"/>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 name="Rectangle 34">
              <a:extLst>
                <a:ext uri="{FF2B5EF4-FFF2-40B4-BE49-F238E27FC236}">
                  <a16:creationId xmlns:a16="http://schemas.microsoft.com/office/drawing/2014/main" id="{E6F77598-3EB9-4DE7-AAB5-614D8B1CE9E7}"/>
                </a:ext>
              </a:extLst>
            </p:cNvPr>
            <p:cNvSpPr>
              <a:spLocks noChangeArrowheads="1"/>
            </p:cNvSpPr>
            <p:nvPr/>
          </p:nvSpPr>
          <p:spPr bwMode="auto">
            <a:xfrm>
              <a:off x="3854450" y="21907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 name="Rectangle 35">
              <a:extLst>
                <a:ext uri="{FF2B5EF4-FFF2-40B4-BE49-F238E27FC236}">
                  <a16:creationId xmlns:a16="http://schemas.microsoft.com/office/drawing/2014/main" id="{A6CF727E-CD5B-4382-A03D-A0A940B5EFF5}"/>
                </a:ext>
              </a:extLst>
            </p:cNvPr>
            <p:cNvSpPr>
              <a:spLocks noChangeArrowheads="1"/>
            </p:cNvSpPr>
            <p:nvPr/>
          </p:nvSpPr>
          <p:spPr bwMode="auto">
            <a:xfrm>
              <a:off x="4316413" y="21907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 name="Rectangle 36">
              <a:extLst>
                <a:ext uri="{FF2B5EF4-FFF2-40B4-BE49-F238E27FC236}">
                  <a16:creationId xmlns:a16="http://schemas.microsoft.com/office/drawing/2014/main" id="{13CD6283-B120-47C9-AD2F-F4E852EA7FBA}"/>
                </a:ext>
              </a:extLst>
            </p:cNvPr>
            <p:cNvSpPr>
              <a:spLocks noChangeArrowheads="1"/>
            </p:cNvSpPr>
            <p:nvPr/>
          </p:nvSpPr>
          <p:spPr bwMode="auto">
            <a:xfrm>
              <a:off x="4418013" y="2286000"/>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 name="Rectangle 37">
              <a:extLst>
                <a:ext uri="{FF2B5EF4-FFF2-40B4-BE49-F238E27FC236}">
                  <a16:creationId xmlns:a16="http://schemas.microsoft.com/office/drawing/2014/main" id="{900974EB-69AA-45DA-BA04-3F9B9C39A008}"/>
                </a:ext>
              </a:extLst>
            </p:cNvPr>
            <p:cNvSpPr>
              <a:spLocks noChangeArrowheads="1"/>
            </p:cNvSpPr>
            <p:nvPr/>
          </p:nvSpPr>
          <p:spPr bwMode="auto">
            <a:xfrm>
              <a:off x="4238625" y="21844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 name="Rectangle 38">
              <a:extLst>
                <a:ext uri="{FF2B5EF4-FFF2-40B4-BE49-F238E27FC236}">
                  <a16:creationId xmlns:a16="http://schemas.microsoft.com/office/drawing/2014/main" id="{7AD776CA-D7F4-470F-BDBA-0867C2EAF8DD}"/>
                </a:ext>
              </a:extLst>
            </p:cNvPr>
            <p:cNvSpPr>
              <a:spLocks noChangeArrowheads="1"/>
            </p:cNvSpPr>
            <p:nvPr/>
          </p:nvSpPr>
          <p:spPr bwMode="auto">
            <a:xfrm>
              <a:off x="4668838" y="21907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 name="Freeform 39">
              <a:extLst>
                <a:ext uri="{FF2B5EF4-FFF2-40B4-BE49-F238E27FC236}">
                  <a16:creationId xmlns:a16="http://schemas.microsoft.com/office/drawing/2014/main" id="{231134E2-507C-41DD-B102-8EBC887BE671}"/>
                </a:ext>
              </a:extLst>
            </p:cNvPr>
            <p:cNvSpPr>
              <a:spLocks/>
            </p:cNvSpPr>
            <p:nvPr/>
          </p:nvSpPr>
          <p:spPr bwMode="auto">
            <a:xfrm>
              <a:off x="3717925" y="3297238"/>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 name="Rectangle 40">
              <a:extLst>
                <a:ext uri="{FF2B5EF4-FFF2-40B4-BE49-F238E27FC236}">
                  <a16:creationId xmlns:a16="http://schemas.microsoft.com/office/drawing/2014/main" id="{0505750E-2F3C-46F7-8F39-9DC025FC1896}"/>
                </a:ext>
              </a:extLst>
            </p:cNvPr>
            <p:cNvSpPr>
              <a:spLocks noChangeArrowheads="1"/>
            </p:cNvSpPr>
            <p:nvPr/>
          </p:nvSpPr>
          <p:spPr bwMode="auto">
            <a:xfrm>
              <a:off x="4529138" y="21907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 name="Rectangle 41">
              <a:extLst>
                <a:ext uri="{FF2B5EF4-FFF2-40B4-BE49-F238E27FC236}">
                  <a16:creationId xmlns:a16="http://schemas.microsoft.com/office/drawing/2014/main" id="{13B2402E-17CA-494B-B6DD-27B7A4659D41}"/>
                </a:ext>
              </a:extLst>
            </p:cNvPr>
            <p:cNvSpPr>
              <a:spLocks noChangeArrowheads="1"/>
            </p:cNvSpPr>
            <p:nvPr/>
          </p:nvSpPr>
          <p:spPr bwMode="auto">
            <a:xfrm>
              <a:off x="4692650" y="4135438"/>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dirty="0">
                  <a:ln>
                    <a:noFill/>
                  </a:ln>
                  <a:solidFill>
                    <a:srgbClr val="000000"/>
                  </a:solidFill>
                  <a:effectLst/>
                  <a:uLnTx/>
                  <a:uFillTx/>
                  <a:latin typeface="Times-Roman" charset="0"/>
                  <a:ea typeface="MS PGothic" panose="020B0600070205080204" pitchFamily="34" charset="-128"/>
                  <a:cs typeface="+mn-cs"/>
                </a:rPr>
                <a:t>x1x </a:t>
              </a:r>
              <a:endParaRPr kumimoji="0" lang="en-US" alt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 name="Rectangle 42">
              <a:extLst>
                <a:ext uri="{FF2B5EF4-FFF2-40B4-BE49-F238E27FC236}">
                  <a16:creationId xmlns:a16="http://schemas.microsoft.com/office/drawing/2014/main" id="{2DB69310-0186-4D88-845C-A0FDE4C8F3C1}"/>
                </a:ext>
              </a:extLst>
            </p:cNvPr>
            <p:cNvSpPr>
              <a:spLocks noChangeArrowheads="1"/>
            </p:cNvSpPr>
            <p:nvPr/>
          </p:nvSpPr>
          <p:spPr bwMode="auto">
            <a:xfrm>
              <a:off x="3854450" y="3473450"/>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 name="Rectangle 43">
              <a:extLst>
                <a:ext uri="{FF2B5EF4-FFF2-40B4-BE49-F238E27FC236}">
                  <a16:creationId xmlns:a16="http://schemas.microsoft.com/office/drawing/2014/main" id="{259300C8-7106-43F8-9A7F-44DCA1F3B238}"/>
                </a:ext>
              </a:extLst>
            </p:cNvPr>
            <p:cNvSpPr>
              <a:spLocks noChangeArrowheads="1"/>
            </p:cNvSpPr>
            <p:nvPr/>
          </p:nvSpPr>
          <p:spPr bwMode="auto">
            <a:xfrm>
              <a:off x="4316413" y="3473450"/>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 name="Rectangle 44">
              <a:extLst>
                <a:ext uri="{FF2B5EF4-FFF2-40B4-BE49-F238E27FC236}">
                  <a16:creationId xmlns:a16="http://schemas.microsoft.com/office/drawing/2014/main" id="{E16D21F9-C30C-47EF-A31D-8864830751FD}"/>
                </a:ext>
              </a:extLst>
            </p:cNvPr>
            <p:cNvSpPr>
              <a:spLocks noChangeArrowheads="1"/>
            </p:cNvSpPr>
            <p:nvPr/>
          </p:nvSpPr>
          <p:spPr bwMode="auto">
            <a:xfrm>
              <a:off x="4418013" y="3567113"/>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 name="Rectangle 45">
              <a:extLst>
                <a:ext uri="{FF2B5EF4-FFF2-40B4-BE49-F238E27FC236}">
                  <a16:creationId xmlns:a16="http://schemas.microsoft.com/office/drawing/2014/main" id="{AD5EB315-DE6C-4B88-8A3C-6E24080FB9CC}"/>
                </a:ext>
              </a:extLst>
            </p:cNvPr>
            <p:cNvSpPr>
              <a:spLocks noChangeArrowheads="1"/>
            </p:cNvSpPr>
            <p:nvPr/>
          </p:nvSpPr>
          <p:spPr bwMode="auto">
            <a:xfrm>
              <a:off x="4238625" y="3467100"/>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 name="Rectangle 46">
              <a:extLst>
                <a:ext uri="{FF2B5EF4-FFF2-40B4-BE49-F238E27FC236}">
                  <a16:creationId xmlns:a16="http://schemas.microsoft.com/office/drawing/2014/main" id="{60372C70-AE3E-4002-ABEE-FDF6B3EEC689}"/>
                </a:ext>
              </a:extLst>
            </p:cNvPr>
            <p:cNvSpPr>
              <a:spLocks noChangeArrowheads="1"/>
            </p:cNvSpPr>
            <p:nvPr/>
          </p:nvSpPr>
          <p:spPr bwMode="auto">
            <a:xfrm>
              <a:off x="4668838" y="3473450"/>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 name="Freeform 47">
              <a:extLst>
                <a:ext uri="{FF2B5EF4-FFF2-40B4-BE49-F238E27FC236}">
                  <a16:creationId xmlns:a16="http://schemas.microsoft.com/office/drawing/2014/main" id="{734A97A4-1C80-484C-AD48-543C055F90B0}"/>
                </a:ext>
              </a:extLst>
            </p:cNvPr>
            <p:cNvSpPr>
              <a:spLocks/>
            </p:cNvSpPr>
            <p:nvPr/>
          </p:nvSpPr>
          <p:spPr bwMode="auto">
            <a:xfrm>
              <a:off x="3717925" y="4602163"/>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8"/>
                  </a:lnTo>
                  <a:lnTo>
                    <a:pt x="393" y="47"/>
                  </a:lnTo>
                  <a:lnTo>
                    <a:pt x="361" y="56"/>
                  </a:lnTo>
                  <a:lnTo>
                    <a:pt x="331" y="65"/>
                  </a:lnTo>
                  <a:lnTo>
                    <a:pt x="302" y="76"/>
                  </a:lnTo>
                  <a:lnTo>
                    <a:pt x="274" y="87"/>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6"/>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90"/>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9"/>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9"/>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90"/>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6"/>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7"/>
                  </a:lnTo>
                  <a:lnTo>
                    <a:pt x="1200" y="76"/>
                  </a:lnTo>
                  <a:lnTo>
                    <a:pt x="1171" y="65"/>
                  </a:lnTo>
                  <a:lnTo>
                    <a:pt x="1140" y="56"/>
                  </a:lnTo>
                  <a:lnTo>
                    <a:pt x="1109" y="47"/>
                  </a:lnTo>
                  <a:lnTo>
                    <a:pt x="1077" y="38"/>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 name="Rectangle 48">
              <a:extLst>
                <a:ext uri="{FF2B5EF4-FFF2-40B4-BE49-F238E27FC236}">
                  <a16:creationId xmlns:a16="http://schemas.microsoft.com/office/drawing/2014/main" id="{A233AD17-3707-4BC7-8475-52C3AC3F161C}"/>
                </a:ext>
              </a:extLst>
            </p:cNvPr>
            <p:cNvSpPr>
              <a:spLocks noChangeArrowheads="1"/>
            </p:cNvSpPr>
            <p:nvPr/>
          </p:nvSpPr>
          <p:spPr bwMode="auto">
            <a:xfrm>
              <a:off x="4529138" y="3473450"/>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 name="Rectangle 49">
              <a:extLst>
                <a:ext uri="{FF2B5EF4-FFF2-40B4-BE49-F238E27FC236}">
                  <a16:creationId xmlns:a16="http://schemas.microsoft.com/office/drawing/2014/main" id="{8EB1D7F9-C973-410A-BD36-446153EC3D3D}"/>
                </a:ext>
              </a:extLst>
            </p:cNvPr>
            <p:cNvSpPr>
              <a:spLocks noChangeArrowheads="1"/>
            </p:cNvSpPr>
            <p:nvPr/>
          </p:nvSpPr>
          <p:spPr bwMode="auto">
            <a:xfrm>
              <a:off x="4692650" y="54530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 name="Rectangle 50">
              <a:extLst>
                <a:ext uri="{FF2B5EF4-FFF2-40B4-BE49-F238E27FC236}">
                  <a16:creationId xmlns:a16="http://schemas.microsoft.com/office/drawing/2014/main" id="{A3ED1660-5545-4CB3-8A20-FB3F196E6608}"/>
                </a:ext>
              </a:extLst>
            </p:cNvPr>
            <p:cNvSpPr>
              <a:spLocks noChangeArrowheads="1"/>
            </p:cNvSpPr>
            <p:nvPr/>
          </p:nvSpPr>
          <p:spPr bwMode="auto">
            <a:xfrm>
              <a:off x="3854450" y="4791075"/>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 name="Rectangle 51">
              <a:extLst>
                <a:ext uri="{FF2B5EF4-FFF2-40B4-BE49-F238E27FC236}">
                  <a16:creationId xmlns:a16="http://schemas.microsoft.com/office/drawing/2014/main" id="{DB780948-798D-4421-BF74-3DDEE1D668D8}"/>
                </a:ext>
              </a:extLst>
            </p:cNvPr>
            <p:cNvSpPr>
              <a:spLocks noChangeArrowheads="1"/>
            </p:cNvSpPr>
            <p:nvPr/>
          </p:nvSpPr>
          <p:spPr bwMode="auto">
            <a:xfrm>
              <a:off x="4316413" y="4791075"/>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 name="Rectangle 52">
              <a:extLst>
                <a:ext uri="{FF2B5EF4-FFF2-40B4-BE49-F238E27FC236}">
                  <a16:creationId xmlns:a16="http://schemas.microsoft.com/office/drawing/2014/main" id="{056D280F-D2CC-43AC-B5AA-5710DE704051}"/>
                </a:ext>
              </a:extLst>
            </p:cNvPr>
            <p:cNvSpPr>
              <a:spLocks noChangeArrowheads="1"/>
            </p:cNvSpPr>
            <p:nvPr/>
          </p:nvSpPr>
          <p:spPr bwMode="auto">
            <a:xfrm>
              <a:off x="4418013" y="4884738"/>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3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 name="Rectangle 53">
              <a:extLst>
                <a:ext uri="{FF2B5EF4-FFF2-40B4-BE49-F238E27FC236}">
                  <a16:creationId xmlns:a16="http://schemas.microsoft.com/office/drawing/2014/main" id="{3BAA2A2D-D8EC-4097-AEE5-794AE29EED79}"/>
                </a:ext>
              </a:extLst>
            </p:cNvPr>
            <p:cNvSpPr>
              <a:spLocks noChangeArrowheads="1"/>
            </p:cNvSpPr>
            <p:nvPr/>
          </p:nvSpPr>
          <p:spPr bwMode="auto">
            <a:xfrm>
              <a:off x="4238625" y="4784725"/>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 name="Rectangle 54">
              <a:extLst>
                <a:ext uri="{FF2B5EF4-FFF2-40B4-BE49-F238E27FC236}">
                  <a16:creationId xmlns:a16="http://schemas.microsoft.com/office/drawing/2014/main" id="{62786231-9078-4674-A8E3-1BD2ACA35079}"/>
                </a:ext>
              </a:extLst>
            </p:cNvPr>
            <p:cNvSpPr>
              <a:spLocks noChangeArrowheads="1"/>
            </p:cNvSpPr>
            <p:nvPr/>
          </p:nvSpPr>
          <p:spPr bwMode="auto">
            <a:xfrm>
              <a:off x="4668838" y="4791075"/>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 name="Freeform 55">
              <a:extLst>
                <a:ext uri="{FF2B5EF4-FFF2-40B4-BE49-F238E27FC236}">
                  <a16:creationId xmlns:a16="http://schemas.microsoft.com/office/drawing/2014/main" id="{0176DAA1-2362-4CFB-A0C9-425FBD099217}"/>
                </a:ext>
              </a:extLst>
            </p:cNvPr>
            <p:cNvSpPr>
              <a:spLocks/>
            </p:cNvSpPr>
            <p:nvPr/>
          </p:nvSpPr>
          <p:spPr bwMode="auto">
            <a:xfrm>
              <a:off x="4500563" y="1868488"/>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 name="Freeform 56">
              <a:extLst>
                <a:ext uri="{FF2B5EF4-FFF2-40B4-BE49-F238E27FC236}">
                  <a16:creationId xmlns:a16="http://schemas.microsoft.com/office/drawing/2014/main" id="{416C4B84-282F-46D4-ABD2-FB959C638B07}"/>
                </a:ext>
              </a:extLst>
            </p:cNvPr>
            <p:cNvSpPr>
              <a:spLocks/>
            </p:cNvSpPr>
            <p:nvPr/>
          </p:nvSpPr>
          <p:spPr bwMode="auto">
            <a:xfrm>
              <a:off x="4487863" y="1377950"/>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 name="Rectangle 57">
              <a:extLst>
                <a:ext uri="{FF2B5EF4-FFF2-40B4-BE49-F238E27FC236}">
                  <a16:creationId xmlns:a16="http://schemas.microsoft.com/office/drawing/2014/main" id="{36CF9BF8-3237-4863-908A-7682FA87FE5F}"/>
                </a:ext>
              </a:extLst>
            </p:cNvPr>
            <p:cNvSpPr>
              <a:spLocks noChangeArrowheads="1"/>
            </p:cNvSpPr>
            <p:nvPr/>
          </p:nvSpPr>
          <p:spPr bwMode="auto">
            <a:xfrm>
              <a:off x="4529138" y="4791075"/>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 name="Rectangle 58">
              <a:extLst>
                <a:ext uri="{FF2B5EF4-FFF2-40B4-BE49-F238E27FC236}">
                  <a16:creationId xmlns:a16="http://schemas.microsoft.com/office/drawing/2014/main" id="{7758E134-C270-44C2-8334-D96C53B18CA0}"/>
                </a:ext>
              </a:extLst>
            </p:cNvPr>
            <p:cNvSpPr>
              <a:spLocks noChangeArrowheads="1"/>
            </p:cNvSpPr>
            <p:nvPr/>
          </p:nvSpPr>
          <p:spPr bwMode="auto">
            <a:xfrm>
              <a:off x="3724275"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 name="Rectangle 59">
              <a:extLst>
                <a:ext uri="{FF2B5EF4-FFF2-40B4-BE49-F238E27FC236}">
                  <a16:creationId xmlns:a16="http://schemas.microsoft.com/office/drawing/2014/main" id="{C5F68026-3EE1-4206-AFA9-E797CBE431E1}"/>
                </a:ext>
              </a:extLst>
            </p:cNvPr>
            <p:cNvSpPr>
              <a:spLocks noChangeArrowheads="1"/>
            </p:cNvSpPr>
            <p:nvPr/>
          </p:nvSpPr>
          <p:spPr bwMode="auto">
            <a:xfrm>
              <a:off x="4640263" y="159226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 name="Freeform 60">
              <a:extLst>
                <a:ext uri="{FF2B5EF4-FFF2-40B4-BE49-F238E27FC236}">
                  <a16:creationId xmlns:a16="http://schemas.microsoft.com/office/drawing/2014/main" id="{58310E11-BBD2-4437-9ADA-09B82EC2C44C}"/>
                </a:ext>
              </a:extLst>
            </p:cNvPr>
            <p:cNvSpPr>
              <a:spLocks/>
            </p:cNvSpPr>
            <p:nvPr/>
          </p:nvSpPr>
          <p:spPr bwMode="auto">
            <a:xfrm>
              <a:off x="3848100" y="1238250"/>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 name="Freeform 61">
              <a:extLst>
                <a:ext uri="{FF2B5EF4-FFF2-40B4-BE49-F238E27FC236}">
                  <a16:creationId xmlns:a16="http://schemas.microsoft.com/office/drawing/2014/main" id="{1BE0CE40-1D88-47D1-BF12-83D119CAE011}"/>
                </a:ext>
              </a:extLst>
            </p:cNvPr>
            <p:cNvSpPr>
              <a:spLocks/>
            </p:cNvSpPr>
            <p:nvPr/>
          </p:nvSpPr>
          <p:spPr bwMode="auto">
            <a:xfrm>
              <a:off x="3316288" y="1322388"/>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 name="Rectangle 62">
              <a:extLst>
                <a:ext uri="{FF2B5EF4-FFF2-40B4-BE49-F238E27FC236}">
                  <a16:creationId xmlns:a16="http://schemas.microsoft.com/office/drawing/2014/main" id="{3F1BBEF2-D6DA-4929-92D5-B517963455C0}"/>
                </a:ext>
              </a:extLst>
            </p:cNvPr>
            <p:cNvSpPr>
              <a:spLocks noChangeArrowheads="1"/>
            </p:cNvSpPr>
            <p:nvPr/>
          </p:nvSpPr>
          <p:spPr bwMode="auto">
            <a:xfrm>
              <a:off x="53594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 name="Freeform 63">
              <a:extLst>
                <a:ext uri="{FF2B5EF4-FFF2-40B4-BE49-F238E27FC236}">
                  <a16:creationId xmlns:a16="http://schemas.microsoft.com/office/drawing/2014/main" id="{EF872152-58C0-4C87-9C54-FAAF4C5F3F12}"/>
                </a:ext>
              </a:extLst>
            </p:cNvPr>
            <p:cNvSpPr>
              <a:spLocks/>
            </p:cNvSpPr>
            <p:nvPr/>
          </p:nvSpPr>
          <p:spPr bwMode="auto">
            <a:xfrm>
              <a:off x="4921250" y="4794250"/>
              <a:ext cx="125413" cy="84138"/>
            </a:xfrm>
            <a:custGeom>
              <a:avLst/>
              <a:gdLst>
                <a:gd name="T0" fmla="*/ 2147483646 w 159"/>
                <a:gd name="T1" fmla="*/ 0 h 106"/>
                <a:gd name="T2" fmla="*/ 0 w 159"/>
                <a:gd name="T3" fmla="*/ 2147483646 h 106"/>
                <a:gd name="T4" fmla="*/ 2147483646 w 159"/>
                <a:gd name="T5" fmla="*/ 2147483646 h 106"/>
                <a:gd name="T6" fmla="*/ 2147483646 w 159"/>
                <a:gd name="T7" fmla="*/ 2147483646 h 106"/>
                <a:gd name="T8" fmla="*/ 2147483646 w 159"/>
                <a:gd name="T9" fmla="*/ 0 h 106"/>
                <a:gd name="T10" fmla="*/ 0 60000 65536"/>
                <a:gd name="T11" fmla="*/ 0 60000 65536"/>
                <a:gd name="T12" fmla="*/ 0 60000 65536"/>
                <a:gd name="T13" fmla="*/ 0 60000 65536"/>
                <a:gd name="T14" fmla="*/ 0 60000 65536"/>
                <a:gd name="T15" fmla="*/ 0 w 159"/>
                <a:gd name="T16" fmla="*/ 0 h 106"/>
                <a:gd name="T17" fmla="*/ 159 w 159"/>
                <a:gd name="T18" fmla="*/ 106 h 106"/>
              </a:gdLst>
              <a:ahLst/>
              <a:cxnLst>
                <a:cxn ang="T10">
                  <a:pos x="T0" y="T1"/>
                </a:cxn>
                <a:cxn ang="T11">
                  <a:pos x="T2" y="T3"/>
                </a:cxn>
                <a:cxn ang="T12">
                  <a:pos x="T4" y="T5"/>
                </a:cxn>
                <a:cxn ang="T13">
                  <a:pos x="T6" y="T7"/>
                </a:cxn>
                <a:cxn ang="T14">
                  <a:pos x="T8" y="T9"/>
                </a:cxn>
              </a:cxnLst>
              <a:rect l="T15" t="T16" r="T17" b="T18"/>
              <a:pathLst>
                <a:path w="159" h="106">
                  <a:moveTo>
                    <a:pt x="133" y="0"/>
                  </a:moveTo>
                  <a:lnTo>
                    <a:pt x="0" y="106"/>
                  </a:lnTo>
                  <a:lnTo>
                    <a:pt x="159" y="53"/>
                  </a:lnTo>
                  <a:lnTo>
                    <a:pt x="133" y="26"/>
                  </a:lnTo>
                  <a:lnTo>
                    <a:pt x="133"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 name="Freeform 64">
              <a:extLst>
                <a:ext uri="{FF2B5EF4-FFF2-40B4-BE49-F238E27FC236}">
                  <a16:creationId xmlns:a16="http://schemas.microsoft.com/office/drawing/2014/main" id="{851ACF0A-7E86-4717-B262-C47E3000E109}"/>
                </a:ext>
              </a:extLst>
            </p:cNvPr>
            <p:cNvSpPr>
              <a:spLocks/>
            </p:cNvSpPr>
            <p:nvPr/>
          </p:nvSpPr>
          <p:spPr bwMode="auto">
            <a:xfrm>
              <a:off x="4652963" y="1125538"/>
              <a:ext cx="1223962" cy="3687762"/>
            </a:xfrm>
            <a:custGeom>
              <a:avLst/>
              <a:gdLst>
                <a:gd name="T0" fmla="*/ 0 w 1543"/>
                <a:gd name="T1" fmla="*/ 0 h 4648"/>
                <a:gd name="T2" fmla="*/ 2147483646 w 1543"/>
                <a:gd name="T3" fmla="*/ 2147483646 h 4648"/>
                <a:gd name="T4" fmla="*/ 2147483646 w 1543"/>
                <a:gd name="T5" fmla="*/ 2147483646 h 4648"/>
                <a:gd name="T6" fmla="*/ 2147483646 w 1543"/>
                <a:gd name="T7" fmla="*/ 2147483646 h 4648"/>
                <a:gd name="T8" fmla="*/ 2147483646 w 1543"/>
                <a:gd name="T9" fmla="*/ 2147483646 h 4648"/>
                <a:gd name="T10" fmla="*/ 2147483646 w 1543"/>
                <a:gd name="T11" fmla="*/ 2147483646 h 4648"/>
                <a:gd name="T12" fmla="*/ 2147483646 w 1543"/>
                <a:gd name="T13" fmla="*/ 2147483646 h 4648"/>
                <a:gd name="T14" fmla="*/ 2147483646 w 1543"/>
                <a:gd name="T15" fmla="*/ 2147483646 h 4648"/>
                <a:gd name="T16" fmla="*/ 2147483646 w 1543"/>
                <a:gd name="T17" fmla="*/ 2147483646 h 4648"/>
                <a:gd name="T18" fmla="*/ 2147483646 w 1543"/>
                <a:gd name="T19" fmla="*/ 2147483646 h 4648"/>
                <a:gd name="T20" fmla="*/ 2147483646 w 1543"/>
                <a:gd name="T21" fmla="*/ 2147483646 h 4648"/>
                <a:gd name="T22" fmla="*/ 2147483646 w 1543"/>
                <a:gd name="T23" fmla="*/ 2147483646 h 4648"/>
                <a:gd name="T24" fmla="*/ 2147483646 w 1543"/>
                <a:gd name="T25" fmla="*/ 2147483646 h 4648"/>
                <a:gd name="T26" fmla="*/ 2147483646 w 1543"/>
                <a:gd name="T27" fmla="*/ 2147483646 h 4648"/>
                <a:gd name="T28" fmla="*/ 2147483646 w 1543"/>
                <a:gd name="T29" fmla="*/ 2147483646 h 4648"/>
                <a:gd name="T30" fmla="*/ 2147483646 w 1543"/>
                <a:gd name="T31" fmla="*/ 2147483646 h 4648"/>
                <a:gd name="T32" fmla="*/ 2147483646 w 1543"/>
                <a:gd name="T33" fmla="*/ 2147483646 h 4648"/>
                <a:gd name="T34" fmla="*/ 2147483646 w 1543"/>
                <a:gd name="T35" fmla="*/ 2147483646 h 4648"/>
                <a:gd name="T36" fmla="*/ 2147483646 w 1543"/>
                <a:gd name="T37" fmla="*/ 2147483646 h 4648"/>
                <a:gd name="T38" fmla="*/ 2147483646 w 1543"/>
                <a:gd name="T39" fmla="*/ 2147483646 h 4648"/>
                <a:gd name="T40" fmla="*/ 2147483646 w 1543"/>
                <a:gd name="T41" fmla="*/ 2147483646 h 4648"/>
                <a:gd name="T42" fmla="*/ 2147483646 w 1543"/>
                <a:gd name="T43" fmla="*/ 2147483646 h 4648"/>
                <a:gd name="T44" fmla="*/ 2147483646 w 1543"/>
                <a:gd name="T45" fmla="*/ 2147483646 h 4648"/>
                <a:gd name="T46" fmla="*/ 2147483646 w 1543"/>
                <a:gd name="T47" fmla="*/ 2147483646 h 4648"/>
                <a:gd name="T48" fmla="*/ 2147483646 w 1543"/>
                <a:gd name="T49" fmla="*/ 2147483646 h 4648"/>
                <a:gd name="T50" fmla="*/ 2147483646 w 1543"/>
                <a:gd name="T51" fmla="*/ 2147483646 h 4648"/>
                <a:gd name="T52" fmla="*/ 2147483646 w 1543"/>
                <a:gd name="T53" fmla="*/ 2147483646 h 4648"/>
                <a:gd name="T54" fmla="*/ 2147483646 w 1543"/>
                <a:gd name="T55" fmla="*/ 2147483646 h 4648"/>
                <a:gd name="T56" fmla="*/ 2147483646 w 1543"/>
                <a:gd name="T57" fmla="*/ 2147483646 h 4648"/>
                <a:gd name="T58" fmla="*/ 2147483646 w 1543"/>
                <a:gd name="T59" fmla="*/ 2147483646 h 4648"/>
                <a:gd name="T60" fmla="*/ 2147483646 w 1543"/>
                <a:gd name="T61" fmla="*/ 2147483646 h 4648"/>
                <a:gd name="T62" fmla="*/ 2147483646 w 1543"/>
                <a:gd name="T63" fmla="*/ 2147483646 h 4648"/>
                <a:gd name="T64" fmla="*/ 2147483646 w 1543"/>
                <a:gd name="T65" fmla="*/ 2147483646 h 46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3"/>
                <a:gd name="T100" fmla="*/ 0 h 4648"/>
                <a:gd name="T101" fmla="*/ 1543 w 1543"/>
                <a:gd name="T102" fmla="*/ 4648 h 46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3" h="4648">
                  <a:moveTo>
                    <a:pt x="0" y="0"/>
                  </a:moveTo>
                  <a:lnTo>
                    <a:pt x="236" y="172"/>
                  </a:lnTo>
                  <a:lnTo>
                    <a:pt x="450" y="347"/>
                  </a:lnTo>
                  <a:lnTo>
                    <a:pt x="640" y="525"/>
                  </a:lnTo>
                  <a:lnTo>
                    <a:pt x="811" y="703"/>
                  </a:lnTo>
                  <a:lnTo>
                    <a:pt x="961" y="883"/>
                  </a:lnTo>
                  <a:lnTo>
                    <a:pt x="1091" y="1063"/>
                  </a:lnTo>
                  <a:lnTo>
                    <a:pt x="1203" y="1244"/>
                  </a:lnTo>
                  <a:lnTo>
                    <a:pt x="1297" y="1424"/>
                  </a:lnTo>
                  <a:lnTo>
                    <a:pt x="1376" y="1604"/>
                  </a:lnTo>
                  <a:lnTo>
                    <a:pt x="1438" y="1784"/>
                  </a:lnTo>
                  <a:lnTo>
                    <a:pt x="1484" y="1962"/>
                  </a:lnTo>
                  <a:lnTo>
                    <a:pt x="1516" y="2138"/>
                  </a:lnTo>
                  <a:lnTo>
                    <a:pt x="1536" y="2312"/>
                  </a:lnTo>
                  <a:lnTo>
                    <a:pt x="1543" y="2483"/>
                  </a:lnTo>
                  <a:lnTo>
                    <a:pt x="1537" y="2653"/>
                  </a:lnTo>
                  <a:lnTo>
                    <a:pt x="1521" y="2817"/>
                  </a:lnTo>
                  <a:lnTo>
                    <a:pt x="1496" y="2979"/>
                  </a:lnTo>
                  <a:lnTo>
                    <a:pt x="1460" y="3135"/>
                  </a:lnTo>
                  <a:lnTo>
                    <a:pt x="1417" y="3288"/>
                  </a:lnTo>
                  <a:lnTo>
                    <a:pt x="1366" y="3435"/>
                  </a:lnTo>
                  <a:lnTo>
                    <a:pt x="1309" y="3577"/>
                  </a:lnTo>
                  <a:lnTo>
                    <a:pt x="1246" y="3712"/>
                  </a:lnTo>
                  <a:lnTo>
                    <a:pt x="1178" y="3841"/>
                  </a:lnTo>
                  <a:lnTo>
                    <a:pt x="1107" y="3964"/>
                  </a:lnTo>
                  <a:lnTo>
                    <a:pt x="1031" y="4079"/>
                  </a:lnTo>
                  <a:lnTo>
                    <a:pt x="953" y="4187"/>
                  </a:lnTo>
                  <a:lnTo>
                    <a:pt x="875" y="4286"/>
                  </a:lnTo>
                  <a:lnTo>
                    <a:pt x="795" y="4377"/>
                  </a:lnTo>
                  <a:lnTo>
                    <a:pt x="716" y="4460"/>
                  </a:lnTo>
                  <a:lnTo>
                    <a:pt x="638" y="4533"/>
                  </a:lnTo>
                  <a:lnTo>
                    <a:pt x="561" y="4595"/>
                  </a:lnTo>
                  <a:lnTo>
                    <a:pt x="487" y="4648"/>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 name="Rectangle 65">
              <a:extLst>
                <a:ext uri="{FF2B5EF4-FFF2-40B4-BE49-F238E27FC236}">
                  <a16:creationId xmlns:a16="http://schemas.microsoft.com/office/drawing/2014/main" id="{41B3AB75-E542-4C7F-A7EC-A018FF91D4EE}"/>
                </a:ext>
              </a:extLst>
            </p:cNvPr>
            <p:cNvSpPr>
              <a:spLocks noChangeArrowheads="1"/>
            </p:cNvSpPr>
            <p:nvPr/>
          </p:nvSpPr>
          <p:spPr bwMode="auto">
            <a:xfrm>
              <a:off x="2997200" y="2881313"/>
              <a:ext cx="438150"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 name="Freeform 66">
              <a:extLst>
                <a:ext uri="{FF2B5EF4-FFF2-40B4-BE49-F238E27FC236}">
                  <a16:creationId xmlns:a16="http://schemas.microsoft.com/office/drawing/2014/main" id="{6E0887A1-4B06-4785-87E4-A3C54C90B17F}"/>
                </a:ext>
              </a:extLst>
            </p:cNvPr>
            <p:cNvSpPr>
              <a:spLocks/>
            </p:cNvSpPr>
            <p:nvPr/>
          </p:nvSpPr>
          <p:spPr bwMode="auto">
            <a:xfrm>
              <a:off x="3827463" y="1131888"/>
              <a:ext cx="104775" cy="106362"/>
            </a:xfrm>
            <a:custGeom>
              <a:avLst/>
              <a:gdLst>
                <a:gd name="T0" fmla="*/ 2147483646 w 133"/>
                <a:gd name="T1" fmla="*/ 2147483646 h 133"/>
                <a:gd name="T2" fmla="*/ 2147483646 w 133"/>
                <a:gd name="T3" fmla="*/ 0 h 133"/>
                <a:gd name="T4" fmla="*/ 0 w 133"/>
                <a:gd name="T5" fmla="*/ 2147483646 h 133"/>
                <a:gd name="T6" fmla="*/ 0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27" y="133"/>
                  </a:moveTo>
                  <a:lnTo>
                    <a:pt x="133" y="0"/>
                  </a:lnTo>
                  <a:lnTo>
                    <a:pt x="0" y="80"/>
                  </a:lnTo>
                  <a:lnTo>
                    <a:pt x="0" y="106"/>
                  </a:lnTo>
                  <a:lnTo>
                    <a:pt x="27"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6" name="Freeform 67">
              <a:extLst>
                <a:ext uri="{FF2B5EF4-FFF2-40B4-BE49-F238E27FC236}">
                  <a16:creationId xmlns:a16="http://schemas.microsoft.com/office/drawing/2014/main" id="{13C65D25-130F-4E1F-8540-CDE236A01448}"/>
                </a:ext>
              </a:extLst>
            </p:cNvPr>
            <p:cNvSpPr>
              <a:spLocks/>
            </p:cNvSpPr>
            <p:nvPr/>
          </p:nvSpPr>
          <p:spPr bwMode="auto">
            <a:xfrm>
              <a:off x="2733675" y="1220788"/>
              <a:ext cx="1093788" cy="3684587"/>
            </a:xfrm>
            <a:custGeom>
              <a:avLst/>
              <a:gdLst>
                <a:gd name="T0" fmla="*/ 2147483646 w 1378"/>
                <a:gd name="T1" fmla="*/ 0 h 4642"/>
                <a:gd name="T2" fmla="*/ 2147483646 w 1378"/>
                <a:gd name="T3" fmla="*/ 2147483646 h 4642"/>
                <a:gd name="T4" fmla="*/ 2147483646 w 1378"/>
                <a:gd name="T5" fmla="*/ 2147483646 h 4642"/>
                <a:gd name="T6" fmla="*/ 2147483646 w 1378"/>
                <a:gd name="T7" fmla="*/ 2147483646 h 4642"/>
                <a:gd name="T8" fmla="*/ 2147483646 w 1378"/>
                <a:gd name="T9" fmla="*/ 2147483646 h 4642"/>
                <a:gd name="T10" fmla="*/ 2147483646 w 1378"/>
                <a:gd name="T11" fmla="*/ 2147483646 h 4642"/>
                <a:gd name="T12" fmla="*/ 2147483646 w 1378"/>
                <a:gd name="T13" fmla="*/ 2147483646 h 4642"/>
                <a:gd name="T14" fmla="*/ 2147483646 w 1378"/>
                <a:gd name="T15" fmla="*/ 2147483646 h 4642"/>
                <a:gd name="T16" fmla="*/ 2147483646 w 1378"/>
                <a:gd name="T17" fmla="*/ 2147483646 h 4642"/>
                <a:gd name="T18" fmla="*/ 2147483646 w 1378"/>
                <a:gd name="T19" fmla="*/ 2147483646 h 4642"/>
                <a:gd name="T20" fmla="*/ 2147483646 w 1378"/>
                <a:gd name="T21" fmla="*/ 2147483646 h 4642"/>
                <a:gd name="T22" fmla="*/ 2147483646 w 1378"/>
                <a:gd name="T23" fmla="*/ 2147483646 h 4642"/>
                <a:gd name="T24" fmla="*/ 0 w 1378"/>
                <a:gd name="T25" fmla="*/ 2147483646 h 4642"/>
                <a:gd name="T26" fmla="*/ 2147483646 w 1378"/>
                <a:gd name="T27" fmla="*/ 2147483646 h 4642"/>
                <a:gd name="T28" fmla="*/ 2147483646 w 1378"/>
                <a:gd name="T29" fmla="*/ 2147483646 h 4642"/>
                <a:gd name="T30" fmla="*/ 2147483646 w 1378"/>
                <a:gd name="T31" fmla="*/ 2147483646 h 4642"/>
                <a:gd name="T32" fmla="*/ 2147483646 w 1378"/>
                <a:gd name="T33" fmla="*/ 2147483646 h 4642"/>
                <a:gd name="T34" fmla="*/ 2147483646 w 1378"/>
                <a:gd name="T35" fmla="*/ 2147483646 h 4642"/>
                <a:gd name="T36" fmla="*/ 2147483646 w 1378"/>
                <a:gd name="T37" fmla="*/ 2147483646 h 4642"/>
                <a:gd name="T38" fmla="*/ 2147483646 w 1378"/>
                <a:gd name="T39" fmla="*/ 2147483646 h 4642"/>
                <a:gd name="T40" fmla="*/ 2147483646 w 1378"/>
                <a:gd name="T41" fmla="*/ 2147483646 h 4642"/>
                <a:gd name="T42" fmla="*/ 2147483646 w 1378"/>
                <a:gd name="T43" fmla="*/ 2147483646 h 4642"/>
                <a:gd name="T44" fmla="*/ 2147483646 w 1378"/>
                <a:gd name="T45" fmla="*/ 2147483646 h 4642"/>
                <a:gd name="T46" fmla="*/ 2147483646 w 1378"/>
                <a:gd name="T47" fmla="*/ 2147483646 h 4642"/>
                <a:gd name="T48" fmla="*/ 2147483646 w 1378"/>
                <a:gd name="T49" fmla="*/ 2147483646 h 4642"/>
                <a:gd name="T50" fmla="*/ 2147483646 w 1378"/>
                <a:gd name="T51" fmla="*/ 2147483646 h 4642"/>
                <a:gd name="T52" fmla="*/ 2147483646 w 1378"/>
                <a:gd name="T53" fmla="*/ 2147483646 h 4642"/>
                <a:gd name="T54" fmla="*/ 2147483646 w 1378"/>
                <a:gd name="T55" fmla="*/ 2147483646 h 4642"/>
                <a:gd name="T56" fmla="*/ 2147483646 w 1378"/>
                <a:gd name="T57" fmla="*/ 2147483646 h 4642"/>
                <a:gd name="T58" fmla="*/ 2147483646 w 1378"/>
                <a:gd name="T59" fmla="*/ 2147483646 h 4642"/>
                <a:gd name="T60" fmla="*/ 2147483646 w 1378"/>
                <a:gd name="T61" fmla="*/ 2147483646 h 4642"/>
                <a:gd name="T62" fmla="*/ 2147483646 w 1378"/>
                <a:gd name="T63" fmla="*/ 2147483646 h 4642"/>
                <a:gd name="T64" fmla="*/ 2147483646 w 1378"/>
                <a:gd name="T65" fmla="*/ 2147483646 h 46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8"/>
                <a:gd name="T100" fmla="*/ 0 h 4642"/>
                <a:gd name="T101" fmla="*/ 1378 w 1378"/>
                <a:gd name="T102" fmla="*/ 4642 h 46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8" h="4642">
                  <a:moveTo>
                    <a:pt x="1378" y="0"/>
                  </a:moveTo>
                  <a:lnTo>
                    <a:pt x="1141" y="181"/>
                  </a:lnTo>
                  <a:lnTo>
                    <a:pt x="929" y="366"/>
                  </a:lnTo>
                  <a:lnTo>
                    <a:pt x="742" y="551"/>
                  </a:lnTo>
                  <a:lnTo>
                    <a:pt x="579" y="738"/>
                  </a:lnTo>
                  <a:lnTo>
                    <a:pt x="438" y="928"/>
                  </a:lnTo>
                  <a:lnTo>
                    <a:pt x="319" y="1116"/>
                  </a:lnTo>
                  <a:lnTo>
                    <a:pt x="221" y="1306"/>
                  </a:lnTo>
                  <a:lnTo>
                    <a:pt x="142" y="1495"/>
                  </a:lnTo>
                  <a:lnTo>
                    <a:pt x="82" y="1683"/>
                  </a:lnTo>
                  <a:lnTo>
                    <a:pt x="38" y="1870"/>
                  </a:lnTo>
                  <a:lnTo>
                    <a:pt x="12" y="2055"/>
                  </a:lnTo>
                  <a:lnTo>
                    <a:pt x="0" y="2237"/>
                  </a:lnTo>
                  <a:lnTo>
                    <a:pt x="1" y="2418"/>
                  </a:lnTo>
                  <a:lnTo>
                    <a:pt x="16" y="2594"/>
                  </a:lnTo>
                  <a:lnTo>
                    <a:pt x="44" y="2766"/>
                  </a:lnTo>
                  <a:lnTo>
                    <a:pt x="81" y="2935"/>
                  </a:lnTo>
                  <a:lnTo>
                    <a:pt x="127" y="3099"/>
                  </a:lnTo>
                  <a:lnTo>
                    <a:pt x="183" y="3257"/>
                  </a:lnTo>
                  <a:lnTo>
                    <a:pt x="245" y="3409"/>
                  </a:lnTo>
                  <a:lnTo>
                    <a:pt x="314" y="3556"/>
                  </a:lnTo>
                  <a:lnTo>
                    <a:pt x="388" y="3696"/>
                  </a:lnTo>
                  <a:lnTo>
                    <a:pt x="466" y="3828"/>
                  </a:lnTo>
                  <a:lnTo>
                    <a:pt x="547" y="3953"/>
                  </a:lnTo>
                  <a:lnTo>
                    <a:pt x="631" y="4068"/>
                  </a:lnTo>
                  <a:lnTo>
                    <a:pt x="714" y="4176"/>
                  </a:lnTo>
                  <a:lnTo>
                    <a:pt x="797" y="4275"/>
                  </a:lnTo>
                  <a:lnTo>
                    <a:pt x="880" y="4362"/>
                  </a:lnTo>
                  <a:lnTo>
                    <a:pt x="960" y="4441"/>
                  </a:lnTo>
                  <a:lnTo>
                    <a:pt x="1036" y="4508"/>
                  </a:lnTo>
                  <a:lnTo>
                    <a:pt x="1107" y="4565"/>
                  </a:lnTo>
                  <a:lnTo>
                    <a:pt x="1174" y="4609"/>
                  </a:lnTo>
                  <a:lnTo>
                    <a:pt x="1232" y="4642"/>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7" name="Rectangle 68">
              <a:extLst>
                <a:ext uri="{FF2B5EF4-FFF2-40B4-BE49-F238E27FC236}">
                  <a16:creationId xmlns:a16="http://schemas.microsoft.com/office/drawing/2014/main" id="{E225254B-F416-46A6-A422-FF2BC3DADD78}"/>
                </a:ext>
              </a:extLst>
            </p:cNvPr>
            <p:cNvSpPr>
              <a:spLocks noChangeArrowheads="1"/>
            </p:cNvSpPr>
            <p:nvPr/>
          </p:nvSpPr>
          <p:spPr bwMode="auto">
            <a:xfrm>
              <a:off x="5665788"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 name="Freeform 69">
              <a:extLst>
                <a:ext uri="{FF2B5EF4-FFF2-40B4-BE49-F238E27FC236}">
                  <a16:creationId xmlns:a16="http://schemas.microsoft.com/office/drawing/2014/main" id="{5DBD4614-B3FA-497E-9EEB-BB0E714390F6}"/>
                </a:ext>
              </a:extLst>
            </p:cNvPr>
            <p:cNvSpPr>
              <a:spLocks/>
            </p:cNvSpPr>
            <p:nvPr/>
          </p:nvSpPr>
          <p:spPr bwMode="auto">
            <a:xfrm>
              <a:off x="4057650" y="1406525"/>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9" name="Freeform 70">
              <a:extLst>
                <a:ext uri="{FF2B5EF4-FFF2-40B4-BE49-F238E27FC236}">
                  <a16:creationId xmlns:a16="http://schemas.microsoft.com/office/drawing/2014/main" id="{7F4A0562-688F-473B-84A9-DCDB819DE6F0}"/>
                </a:ext>
              </a:extLst>
            </p:cNvPr>
            <p:cNvSpPr>
              <a:spLocks/>
            </p:cNvSpPr>
            <p:nvPr/>
          </p:nvSpPr>
          <p:spPr bwMode="auto">
            <a:xfrm>
              <a:off x="4070350" y="1539875"/>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 name="Rectangle 71">
              <a:extLst>
                <a:ext uri="{FF2B5EF4-FFF2-40B4-BE49-F238E27FC236}">
                  <a16:creationId xmlns:a16="http://schemas.microsoft.com/office/drawing/2014/main" id="{CC2E0930-5E1B-4A06-B745-83B6BEDD293B}"/>
                </a:ext>
              </a:extLst>
            </p:cNvPr>
            <p:cNvSpPr>
              <a:spLocks noChangeArrowheads="1"/>
            </p:cNvSpPr>
            <p:nvPr/>
          </p:nvSpPr>
          <p:spPr bwMode="auto">
            <a:xfrm>
              <a:off x="2716213" y="4191000"/>
              <a:ext cx="4381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 name="Arrow: Right 1">
            <a:extLst>
              <a:ext uri="{FF2B5EF4-FFF2-40B4-BE49-F238E27FC236}">
                <a16:creationId xmlns:a16="http://schemas.microsoft.com/office/drawing/2014/main" id="{C6B09DD8-F257-4B04-8B3F-EEE2E0F7756F}"/>
              </a:ext>
            </a:extLst>
          </p:cNvPr>
          <p:cNvSpPr/>
          <p:nvPr/>
        </p:nvSpPr>
        <p:spPr bwMode="auto">
          <a:xfrm>
            <a:off x="3644900" y="2738437"/>
            <a:ext cx="1195388" cy="919163"/>
          </a:xfrm>
          <a:prstGeom prst="rightArrow">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charset="0"/>
              <a:ea typeface="ＭＳ Ｐゴシック" charset="0"/>
              <a:cs typeface="+mn-cs"/>
            </a:endParaRPr>
          </a:p>
        </p:txBody>
      </p:sp>
      <p:pic>
        <p:nvPicPr>
          <p:cNvPr id="63" name="圖片 16">
            <a:extLst>
              <a:ext uri="{FF2B5EF4-FFF2-40B4-BE49-F238E27FC236}">
                <a16:creationId xmlns:a16="http://schemas.microsoft.com/office/drawing/2014/main" id="{4A79E0C3-7E16-4CA9-A597-40EFD06E39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00600" y="616536"/>
            <a:ext cx="4267200" cy="5879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mc:Choice xmlns:p14="http://schemas.microsoft.com/office/powerpoint/2010/main" Requires="p14">
          <p:contentPart p14:bwMode="auto" r:id="rId3">
            <p14:nvContentPartPr>
              <p14:cNvPr id="3" name="Ink 2">
                <a:extLst>
                  <a:ext uri="{FF2B5EF4-FFF2-40B4-BE49-F238E27FC236}">
                    <a16:creationId xmlns:a16="http://schemas.microsoft.com/office/drawing/2014/main" id="{E34CBE10-7015-4E0B-87B6-77FE6201AE6D}"/>
                  </a:ext>
                </a:extLst>
              </p14:cNvPr>
              <p14:cNvContentPartPr/>
              <p14:nvPr/>
            </p14:nvContentPartPr>
            <p14:xfrm>
              <a:off x="6521400" y="2989080"/>
              <a:ext cx="1631160" cy="2397960"/>
            </p14:xfrm>
          </p:contentPart>
        </mc:Choice>
        <mc:Fallback>
          <p:pic>
            <p:nvPicPr>
              <p:cNvPr id="3" name="Ink 2">
                <a:extLst>
                  <a:ext uri="{FF2B5EF4-FFF2-40B4-BE49-F238E27FC236}">
                    <a16:creationId xmlns:a16="http://schemas.microsoft.com/office/drawing/2014/main" id="{E34CBE10-7015-4E0B-87B6-77FE6201AE6D}"/>
                  </a:ext>
                </a:extLst>
              </p:cNvPr>
              <p:cNvPicPr/>
              <p:nvPr/>
            </p:nvPicPr>
            <p:blipFill>
              <a:blip r:embed="rId4"/>
              <a:stretch>
                <a:fillRect/>
              </a:stretch>
            </p:blipFill>
            <p:spPr>
              <a:xfrm>
                <a:off x="6512040" y="2979720"/>
                <a:ext cx="1649880" cy="2416680"/>
              </a:xfrm>
              <a:prstGeom prst="rect">
                <a:avLst/>
              </a:prstGeom>
            </p:spPr>
          </p:pic>
        </mc:Fallback>
      </mc:AlternateContent>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Rectangle 3">
            <a:extLst>
              <a:ext uri="{FF2B5EF4-FFF2-40B4-BE49-F238E27FC236}">
                <a16:creationId xmlns:a16="http://schemas.microsoft.com/office/drawing/2014/main" id="{2FA7214C-15BC-411F-B63A-808FA23725B8}"/>
              </a:ext>
            </a:extLst>
          </p:cNvPr>
          <p:cNvSpPr>
            <a:spLocks noChangeArrowheads="1"/>
          </p:cNvSpPr>
          <p:nvPr/>
        </p:nvSpPr>
        <p:spPr bwMode="auto">
          <a:xfrm>
            <a:off x="0" y="2209800"/>
            <a:ext cx="9144000" cy="206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Let's look at a simpler example with only </a:t>
            </a:r>
            <a:r>
              <a:rPr kumimoji="0" lang="en-US" altLang="en-US" sz="4000" b="1"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rPr>
              <a:t>two devices </a:t>
            </a:r>
            <a:r>
              <a:rPr kumimoji="0" lang="en-US" altLang="en-US" sz="40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that need to use the shared resource</a:t>
            </a:r>
            <a:endPar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497" name="Group 1">
            <a:extLst>
              <a:ext uri="{FF2B5EF4-FFF2-40B4-BE49-F238E27FC236}">
                <a16:creationId xmlns:a16="http://schemas.microsoft.com/office/drawing/2014/main" id="{5590B44B-BFD1-4FB4-839B-9BB8635489DD}"/>
              </a:ext>
            </a:extLst>
          </p:cNvPr>
          <p:cNvGrpSpPr>
            <a:grpSpLocks/>
          </p:cNvGrpSpPr>
          <p:nvPr/>
        </p:nvGrpSpPr>
        <p:grpSpPr bwMode="auto">
          <a:xfrm>
            <a:off x="3616325" y="1143000"/>
            <a:ext cx="2555875" cy="4144963"/>
            <a:chOff x="2997200" y="1143000"/>
            <a:chExt cx="2554560" cy="4144963"/>
          </a:xfrm>
        </p:grpSpPr>
        <p:sp>
          <p:nvSpPr>
            <p:cNvPr id="106499" name="Freeform 9">
              <a:extLst>
                <a:ext uri="{FF2B5EF4-FFF2-40B4-BE49-F238E27FC236}">
                  <a16:creationId xmlns:a16="http://schemas.microsoft.com/office/drawing/2014/main" id="{B8C5A082-AF91-4CB6-9D84-28FF4ED7DAD4}"/>
                </a:ext>
              </a:extLst>
            </p:cNvPr>
            <p:cNvSpPr>
              <a:spLocks/>
            </p:cNvSpPr>
            <p:nvPr/>
          </p:nvSpPr>
          <p:spPr bwMode="auto">
            <a:xfrm>
              <a:off x="4457700" y="4741863"/>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0" name="Freeform 12">
              <a:extLst>
                <a:ext uri="{FF2B5EF4-FFF2-40B4-BE49-F238E27FC236}">
                  <a16:creationId xmlns:a16="http://schemas.microsoft.com/office/drawing/2014/main" id="{4898E7D9-EE8F-4AD6-BE44-76914AE382C1}"/>
                </a:ext>
              </a:extLst>
            </p:cNvPr>
            <p:cNvSpPr>
              <a:spLocks/>
            </p:cNvSpPr>
            <p:nvPr/>
          </p:nvSpPr>
          <p:spPr bwMode="auto">
            <a:xfrm>
              <a:off x="3995738" y="467836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1" name="Freeform 14">
              <a:extLst>
                <a:ext uri="{FF2B5EF4-FFF2-40B4-BE49-F238E27FC236}">
                  <a16:creationId xmlns:a16="http://schemas.microsoft.com/office/drawing/2014/main" id="{00BB7321-B519-404D-9AAB-EB96FB52F2FD}"/>
                </a:ext>
              </a:extLst>
            </p:cNvPr>
            <p:cNvSpPr>
              <a:spLocks/>
            </p:cNvSpPr>
            <p:nvPr/>
          </p:nvSpPr>
          <p:spPr bwMode="auto">
            <a:xfrm>
              <a:off x="4457700" y="3457575"/>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2" name="Freeform 17">
              <a:extLst>
                <a:ext uri="{FF2B5EF4-FFF2-40B4-BE49-F238E27FC236}">
                  <a16:creationId xmlns:a16="http://schemas.microsoft.com/office/drawing/2014/main" id="{153F779E-8710-45B0-B4CF-188AFEE06DBA}"/>
                </a:ext>
              </a:extLst>
            </p:cNvPr>
            <p:cNvSpPr>
              <a:spLocks/>
            </p:cNvSpPr>
            <p:nvPr/>
          </p:nvSpPr>
          <p:spPr bwMode="auto">
            <a:xfrm>
              <a:off x="3995738" y="3394075"/>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3" name="Freeform 19">
              <a:extLst>
                <a:ext uri="{FF2B5EF4-FFF2-40B4-BE49-F238E27FC236}">
                  <a16:creationId xmlns:a16="http://schemas.microsoft.com/office/drawing/2014/main" id="{0F59B451-6B8B-43B9-B3BE-5CFC7CFA5D91}"/>
                </a:ext>
              </a:extLst>
            </p:cNvPr>
            <p:cNvSpPr>
              <a:spLocks/>
            </p:cNvSpPr>
            <p:nvPr/>
          </p:nvSpPr>
          <p:spPr bwMode="auto">
            <a:xfrm>
              <a:off x="4457700" y="1584325"/>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4" name="Freeform 22">
              <a:extLst>
                <a:ext uri="{FF2B5EF4-FFF2-40B4-BE49-F238E27FC236}">
                  <a16:creationId xmlns:a16="http://schemas.microsoft.com/office/drawing/2014/main" id="{B42CF009-FC97-4FC2-A8C0-41C753341745}"/>
                </a:ext>
              </a:extLst>
            </p:cNvPr>
            <p:cNvSpPr>
              <a:spLocks/>
            </p:cNvSpPr>
            <p:nvPr/>
          </p:nvSpPr>
          <p:spPr bwMode="auto">
            <a:xfrm>
              <a:off x="3995738" y="1143000"/>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5" name="Freeform 24">
              <a:extLst>
                <a:ext uri="{FF2B5EF4-FFF2-40B4-BE49-F238E27FC236}">
                  <a16:creationId xmlns:a16="http://schemas.microsoft.com/office/drawing/2014/main" id="{9896AA92-9F23-44FF-B8B3-4C89463CB646}"/>
                </a:ext>
              </a:extLst>
            </p:cNvPr>
            <p:cNvSpPr>
              <a:spLocks/>
            </p:cNvSpPr>
            <p:nvPr/>
          </p:nvSpPr>
          <p:spPr bwMode="auto">
            <a:xfrm>
              <a:off x="3948113" y="1687512"/>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6" name="Rectangle 25">
              <a:extLst>
                <a:ext uri="{FF2B5EF4-FFF2-40B4-BE49-F238E27FC236}">
                  <a16:creationId xmlns:a16="http://schemas.microsoft.com/office/drawing/2014/main" id="{0F34B6CC-2D2E-4134-B868-F1E791456880}"/>
                </a:ext>
              </a:extLst>
            </p:cNvPr>
            <p:cNvSpPr>
              <a:spLocks noChangeArrowheads="1"/>
            </p:cNvSpPr>
            <p:nvPr/>
          </p:nvSpPr>
          <p:spPr bwMode="auto">
            <a:xfrm>
              <a:off x="4157663" y="1884362"/>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7" name="Freeform 26">
              <a:extLst>
                <a:ext uri="{FF2B5EF4-FFF2-40B4-BE49-F238E27FC236}">
                  <a16:creationId xmlns:a16="http://schemas.microsoft.com/office/drawing/2014/main" id="{559330ED-A6BF-4DBB-8EC7-93EBC4CA9564}"/>
                </a:ext>
              </a:extLst>
            </p:cNvPr>
            <p:cNvSpPr>
              <a:spLocks/>
            </p:cNvSpPr>
            <p:nvPr/>
          </p:nvSpPr>
          <p:spPr bwMode="auto">
            <a:xfrm>
              <a:off x="3717925" y="2867025"/>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8" name="Freeform 27">
              <a:extLst>
                <a:ext uri="{FF2B5EF4-FFF2-40B4-BE49-F238E27FC236}">
                  <a16:creationId xmlns:a16="http://schemas.microsoft.com/office/drawing/2014/main" id="{D5B1CD7B-E152-4179-9DD3-EBBB8E213679}"/>
                </a:ext>
              </a:extLst>
            </p:cNvPr>
            <p:cNvSpPr>
              <a:spLocks/>
            </p:cNvSpPr>
            <p:nvPr/>
          </p:nvSpPr>
          <p:spPr bwMode="auto">
            <a:xfrm>
              <a:off x="4921250" y="4321176"/>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09" name="Freeform 28">
              <a:extLst>
                <a:ext uri="{FF2B5EF4-FFF2-40B4-BE49-F238E27FC236}">
                  <a16:creationId xmlns:a16="http://schemas.microsoft.com/office/drawing/2014/main" id="{DBD01465-C0F2-4A9A-BF77-5605652CEEE2}"/>
                </a:ext>
              </a:extLst>
            </p:cNvPr>
            <p:cNvSpPr>
              <a:spLocks/>
            </p:cNvSpPr>
            <p:nvPr/>
          </p:nvSpPr>
          <p:spPr bwMode="auto">
            <a:xfrm>
              <a:off x="4630738" y="2079625"/>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0" name="Rectangle 29">
              <a:extLst>
                <a:ext uri="{FF2B5EF4-FFF2-40B4-BE49-F238E27FC236}">
                  <a16:creationId xmlns:a16="http://schemas.microsoft.com/office/drawing/2014/main" id="{835E4143-DA22-4CA0-A38A-61D80A4F8C35}"/>
                </a:ext>
              </a:extLst>
            </p:cNvPr>
            <p:cNvSpPr>
              <a:spLocks noChangeArrowheads="1"/>
            </p:cNvSpPr>
            <p:nvPr/>
          </p:nvSpPr>
          <p:spPr bwMode="auto">
            <a:xfrm>
              <a:off x="4692650" y="1241425"/>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1" name="Freeform 30">
              <a:extLst>
                <a:ext uri="{FF2B5EF4-FFF2-40B4-BE49-F238E27FC236}">
                  <a16:creationId xmlns:a16="http://schemas.microsoft.com/office/drawing/2014/main" id="{91575CB5-ED17-46C3-B9DD-28A939AC03AB}"/>
                </a:ext>
              </a:extLst>
            </p:cNvPr>
            <p:cNvSpPr>
              <a:spLocks/>
            </p:cNvSpPr>
            <p:nvPr/>
          </p:nvSpPr>
          <p:spPr bwMode="auto">
            <a:xfrm>
              <a:off x="3911600" y="1647825"/>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2" name="Line 31">
              <a:extLst>
                <a:ext uri="{FF2B5EF4-FFF2-40B4-BE49-F238E27FC236}">
                  <a16:creationId xmlns:a16="http://schemas.microsoft.com/office/drawing/2014/main" id="{B6CF6E6D-FA3E-47E2-AFD1-AF4908871735}"/>
                </a:ext>
              </a:extLst>
            </p:cNvPr>
            <p:cNvSpPr>
              <a:spLocks noChangeShapeType="1"/>
            </p:cNvSpPr>
            <p:nvPr/>
          </p:nvSpPr>
          <p:spPr bwMode="auto">
            <a:xfrm>
              <a:off x="3700463" y="1479550"/>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3" name="Rectangle 32">
              <a:extLst>
                <a:ext uri="{FF2B5EF4-FFF2-40B4-BE49-F238E27FC236}">
                  <a16:creationId xmlns:a16="http://schemas.microsoft.com/office/drawing/2014/main" id="{55BBDBC4-8FCB-4BD0-AA78-6F0C54055053}"/>
                </a:ext>
              </a:extLst>
            </p:cNvPr>
            <p:cNvSpPr>
              <a:spLocks noChangeArrowheads="1"/>
            </p:cNvSpPr>
            <p:nvPr/>
          </p:nvSpPr>
          <p:spPr bwMode="auto">
            <a:xfrm>
              <a:off x="4692650" y="3687762"/>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4" name="Rectangle 33">
              <a:extLst>
                <a:ext uri="{FF2B5EF4-FFF2-40B4-BE49-F238E27FC236}">
                  <a16:creationId xmlns:a16="http://schemas.microsoft.com/office/drawing/2014/main" id="{97920FF1-1665-4079-8073-AF87D81CEA84}"/>
                </a:ext>
              </a:extLst>
            </p:cNvPr>
            <p:cNvSpPr>
              <a:spLocks noChangeArrowheads="1"/>
            </p:cNvSpPr>
            <p:nvPr/>
          </p:nvSpPr>
          <p:spPr bwMode="auto">
            <a:xfrm>
              <a:off x="3219450" y="1258887"/>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5" name="Rectangle 34">
              <a:extLst>
                <a:ext uri="{FF2B5EF4-FFF2-40B4-BE49-F238E27FC236}">
                  <a16:creationId xmlns:a16="http://schemas.microsoft.com/office/drawing/2014/main" id="{9C930A9B-0986-4D74-A594-D2113E39FAD9}"/>
                </a:ext>
              </a:extLst>
            </p:cNvPr>
            <p:cNvSpPr>
              <a:spLocks noChangeArrowheads="1"/>
            </p:cNvSpPr>
            <p:nvPr/>
          </p:nvSpPr>
          <p:spPr bwMode="auto">
            <a:xfrm>
              <a:off x="3854450" y="3043237"/>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6" name="Rectangle 35">
              <a:extLst>
                <a:ext uri="{FF2B5EF4-FFF2-40B4-BE49-F238E27FC236}">
                  <a16:creationId xmlns:a16="http://schemas.microsoft.com/office/drawing/2014/main" id="{82E27C28-FD21-43A9-BD5A-4BB8D001DCD6}"/>
                </a:ext>
              </a:extLst>
            </p:cNvPr>
            <p:cNvSpPr>
              <a:spLocks noChangeArrowheads="1"/>
            </p:cNvSpPr>
            <p:nvPr/>
          </p:nvSpPr>
          <p:spPr bwMode="auto">
            <a:xfrm>
              <a:off x="4316413" y="3043237"/>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7" name="Rectangle 36">
              <a:extLst>
                <a:ext uri="{FF2B5EF4-FFF2-40B4-BE49-F238E27FC236}">
                  <a16:creationId xmlns:a16="http://schemas.microsoft.com/office/drawing/2014/main" id="{89AF4B75-4331-4C63-B4D7-207020310B7E}"/>
                </a:ext>
              </a:extLst>
            </p:cNvPr>
            <p:cNvSpPr>
              <a:spLocks noChangeArrowheads="1"/>
            </p:cNvSpPr>
            <p:nvPr/>
          </p:nvSpPr>
          <p:spPr bwMode="auto">
            <a:xfrm>
              <a:off x="4418013" y="3138487"/>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8" name="Rectangle 37">
              <a:extLst>
                <a:ext uri="{FF2B5EF4-FFF2-40B4-BE49-F238E27FC236}">
                  <a16:creationId xmlns:a16="http://schemas.microsoft.com/office/drawing/2014/main" id="{BBAB05E4-242B-4AEF-8B61-1F41A97231DB}"/>
                </a:ext>
              </a:extLst>
            </p:cNvPr>
            <p:cNvSpPr>
              <a:spLocks noChangeArrowheads="1"/>
            </p:cNvSpPr>
            <p:nvPr/>
          </p:nvSpPr>
          <p:spPr bwMode="auto">
            <a:xfrm>
              <a:off x="4238625" y="3036887"/>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19" name="Rectangle 38">
              <a:extLst>
                <a:ext uri="{FF2B5EF4-FFF2-40B4-BE49-F238E27FC236}">
                  <a16:creationId xmlns:a16="http://schemas.microsoft.com/office/drawing/2014/main" id="{E91B828B-E6B0-4283-9D58-31D081536DB6}"/>
                </a:ext>
              </a:extLst>
            </p:cNvPr>
            <p:cNvSpPr>
              <a:spLocks noChangeArrowheads="1"/>
            </p:cNvSpPr>
            <p:nvPr/>
          </p:nvSpPr>
          <p:spPr bwMode="auto">
            <a:xfrm>
              <a:off x="4668838" y="3043237"/>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0" name="Freeform 39">
              <a:extLst>
                <a:ext uri="{FF2B5EF4-FFF2-40B4-BE49-F238E27FC236}">
                  <a16:creationId xmlns:a16="http://schemas.microsoft.com/office/drawing/2014/main" id="{3A1D7D9E-73C0-4F64-9D10-FA6EB8D90B4A}"/>
                </a:ext>
              </a:extLst>
            </p:cNvPr>
            <p:cNvSpPr>
              <a:spLocks/>
            </p:cNvSpPr>
            <p:nvPr/>
          </p:nvSpPr>
          <p:spPr bwMode="auto">
            <a:xfrm>
              <a:off x="3717925" y="4149726"/>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1" name="Rectangle 40">
              <a:extLst>
                <a:ext uri="{FF2B5EF4-FFF2-40B4-BE49-F238E27FC236}">
                  <a16:creationId xmlns:a16="http://schemas.microsoft.com/office/drawing/2014/main" id="{33815DEC-2796-40BE-B5D7-2FAE2C684C72}"/>
                </a:ext>
              </a:extLst>
            </p:cNvPr>
            <p:cNvSpPr>
              <a:spLocks noChangeArrowheads="1"/>
            </p:cNvSpPr>
            <p:nvPr/>
          </p:nvSpPr>
          <p:spPr bwMode="auto">
            <a:xfrm>
              <a:off x="4529138" y="3043237"/>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2" name="Rectangle 41">
              <a:extLst>
                <a:ext uri="{FF2B5EF4-FFF2-40B4-BE49-F238E27FC236}">
                  <a16:creationId xmlns:a16="http://schemas.microsoft.com/office/drawing/2014/main" id="{1378113A-D6E5-4BCD-BD0F-6520EE6A77A5}"/>
                </a:ext>
              </a:extLst>
            </p:cNvPr>
            <p:cNvSpPr>
              <a:spLocks noChangeArrowheads="1"/>
            </p:cNvSpPr>
            <p:nvPr/>
          </p:nvSpPr>
          <p:spPr bwMode="auto">
            <a:xfrm>
              <a:off x="4692650" y="4987926"/>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3" name="Rectangle 42">
              <a:extLst>
                <a:ext uri="{FF2B5EF4-FFF2-40B4-BE49-F238E27FC236}">
                  <a16:creationId xmlns:a16="http://schemas.microsoft.com/office/drawing/2014/main" id="{700EAA94-4B8C-4FF3-AD63-AD6E47A333B3}"/>
                </a:ext>
              </a:extLst>
            </p:cNvPr>
            <p:cNvSpPr>
              <a:spLocks noChangeArrowheads="1"/>
            </p:cNvSpPr>
            <p:nvPr/>
          </p:nvSpPr>
          <p:spPr bwMode="auto">
            <a:xfrm>
              <a:off x="3854450" y="4325938"/>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4" name="Rectangle 43">
              <a:extLst>
                <a:ext uri="{FF2B5EF4-FFF2-40B4-BE49-F238E27FC236}">
                  <a16:creationId xmlns:a16="http://schemas.microsoft.com/office/drawing/2014/main" id="{53E53ABF-F270-4594-84C9-2A1B737F75EA}"/>
                </a:ext>
              </a:extLst>
            </p:cNvPr>
            <p:cNvSpPr>
              <a:spLocks noChangeArrowheads="1"/>
            </p:cNvSpPr>
            <p:nvPr/>
          </p:nvSpPr>
          <p:spPr bwMode="auto">
            <a:xfrm>
              <a:off x="4316413" y="4325938"/>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5" name="Rectangle 44">
              <a:extLst>
                <a:ext uri="{FF2B5EF4-FFF2-40B4-BE49-F238E27FC236}">
                  <a16:creationId xmlns:a16="http://schemas.microsoft.com/office/drawing/2014/main" id="{D7DB0BF8-B280-4B26-8C9A-48881F987AD6}"/>
                </a:ext>
              </a:extLst>
            </p:cNvPr>
            <p:cNvSpPr>
              <a:spLocks noChangeArrowheads="1"/>
            </p:cNvSpPr>
            <p:nvPr/>
          </p:nvSpPr>
          <p:spPr bwMode="auto">
            <a:xfrm>
              <a:off x="4418013" y="4419601"/>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6" name="Rectangle 45">
              <a:extLst>
                <a:ext uri="{FF2B5EF4-FFF2-40B4-BE49-F238E27FC236}">
                  <a16:creationId xmlns:a16="http://schemas.microsoft.com/office/drawing/2014/main" id="{148C695E-4521-4006-AC09-F2E1166048C4}"/>
                </a:ext>
              </a:extLst>
            </p:cNvPr>
            <p:cNvSpPr>
              <a:spLocks noChangeArrowheads="1"/>
            </p:cNvSpPr>
            <p:nvPr/>
          </p:nvSpPr>
          <p:spPr bwMode="auto">
            <a:xfrm>
              <a:off x="4238625" y="4319588"/>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7" name="Rectangle 46">
              <a:extLst>
                <a:ext uri="{FF2B5EF4-FFF2-40B4-BE49-F238E27FC236}">
                  <a16:creationId xmlns:a16="http://schemas.microsoft.com/office/drawing/2014/main" id="{1E30AE7D-D528-4EFD-9F6F-0DD26084D1D9}"/>
                </a:ext>
              </a:extLst>
            </p:cNvPr>
            <p:cNvSpPr>
              <a:spLocks noChangeArrowheads="1"/>
            </p:cNvSpPr>
            <p:nvPr/>
          </p:nvSpPr>
          <p:spPr bwMode="auto">
            <a:xfrm>
              <a:off x="4668838" y="4325938"/>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8" name="Rectangle 48">
              <a:extLst>
                <a:ext uri="{FF2B5EF4-FFF2-40B4-BE49-F238E27FC236}">
                  <a16:creationId xmlns:a16="http://schemas.microsoft.com/office/drawing/2014/main" id="{A3E7EDB9-EC93-418E-BF08-4946E7916A9B}"/>
                </a:ext>
              </a:extLst>
            </p:cNvPr>
            <p:cNvSpPr>
              <a:spLocks noChangeArrowheads="1"/>
            </p:cNvSpPr>
            <p:nvPr/>
          </p:nvSpPr>
          <p:spPr bwMode="auto">
            <a:xfrm>
              <a:off x="4529138" y="4325938"/>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29" name="Freeform 55">
              <a:extLst>
                <a:ext uri="{FF2B5EF4-FFF2-40B4-BE49-F238E27FC236}">
                  <a16:creationId xmlns:a16="http://schemas.microsoft.com/office/drawing/2014/main" id="{AC5B7E06-BC82-4802-B63F-6A6D70C44624}"/>
                </a:ext>
              </a:extLst>
            </p:cNvPr>
            <p:cNvSpPr>
              <a:spLocks/>
            </p:cNvSpPr>
            <p:nvPr/>
          </p:nvSpPr>
          <p:spPr bwMode="auto">
            <a:xfrm>
              <a:off x="4500563" y="2720975"/>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0" name="Freeform 56">
              <a:extLst>
                <a:ext uri="{FF2B5EF4-FFF2-40B4-BE49-F238E27FC236}">
                  <a16:creationId xmlns:a16="http://schemas.microsoft.com/office/drawing/2014/main" id="{882D4603-F31E-401A-8489-C831DFE8643E}"/>
                </a:ext>
              </a:extLst>
            </p:cNvPr>
            <p:cNvSpPr>
              <a:spLocks/>
            </p:cNvSpPr>
            <p:nvPr/>
          </p:nvSpPr>
          <p:spPr bwMode="auto">
            <a:xfrm>
              <a:off x="4487863" y="2230437"/>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1" name="Rectangle 58">
              <a:extLst>
                <a:ext uri="{FF2B5EF4-FFF2-40B4-BE49-F238E27FC236}">
                  <a16:creationId xmlns:a16="http://schemas.microsoft.com/office/drawing/2014/main" id="{C1312DFA-00AB-4CCE-9FD5-9806473B9D20}"/>
                </a:ext>
              </a:extLst>
            </p:cNvPr>
            <p:cNvSpPr>
              <a:spLocks noChangeArrowheads="1"/>
            </p:cNvSpPr>
            <p:nvPr/>
          </p:nvSpPr>
          <p:spPr bwMode="auto">
            <a:xfrm>
              <a:off x="3724275" y="2444750"/>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2" name="Rectangle 59">
              <a:extLst>
                <a:ext uri="{FF2B5EF4-FFF2-40B4-BE49-F238E27FC236}">
                  <a16:creationId xmlns:a16="http://schemas.microsoft.com/office/drawing/2014/main" id="{CD109006-3318-4614-A094-ECD995223A17}"/>
                </a:ext>
              </a:extLst>
            </p:cNvPr>
            <p:cNvSpPr>
              <a:spLocks noChangeArrowheads="1"/>
            </p:cNvSpPr>
            <p:nvPr/>
          </p:nvSpPr>
          <p:spPr bwMode="auto">
            <a:xfrm>
              <a:off x="4640263" y="2444750"/>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3" name="Freeform 60">
              <a:extLst>
                <a:ext uri="{FF2B5EF4-FFF2-40B4-BE49-F238E27FC236}">
                  <a16:creationId xmlns:a16="http://schemas.microsoft.com/office/drawing/2014/main" id="{0F0E76B3-4DC4-49EC-B38D-789FD486985B}"/>
                </a:ext>
              </a:extLst>
            </p:cNvPr>
            <p:cNvSpPr>
              <a:spLocks/>
            </p:cNvSpPr>
            <p:nvPr/>
          </p:nvSpPr>
          <p:spPr bwMode="auto">
            <a:xfrm>
              <a:off x="3848100" y="2090737"/>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4" name="Freeform 61">
              <a:extLst>
                <a:ext uri="{FF2B5EF4-FFF2-40B4-BE49-F238E27FC236}">
                  <a16:creationId xmlns:a16="http://schemas.microsoft.com/office/drawing/2014/main" id="{2C943C45-25C5-4723-ACE0-B3B48DDB586B}"/>
                </a:ext>
              </a:extLst>
            </p:cNvPr>
            <p:cNvSpPr>
              <a:spLocks/>
            </p:cNvSpPr>
            <p:nvPr/>
          </p:nvSpPr>
          <p:spPr bwMode="auto">
            <a:xfrm>
              <a:off x="3316288" y="2174875"/>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5" name="Rectangle 62">
              <a:extLst>
                <a:ext uri="{FF2B5EF4-FFF2-40B4-BE49-F238E27FC236}">
                  <a16:creationId xmlns:a16="http://schemas.microsoft.com/office/drawing/2014/main" id="{EB7EA456-8B58-49DD-A7BD-EA587610B8DA}"/>
                </a:ext>
              </a:extLst>
            </p:cNvPr>
            <p:cNvSpPr>
              <a:spLocks noChangeArrowheads="1"/>
            </p:cNvSpPr>
            <p:nvPr/>
          </p:nvSpPr>
          <p:spPr bwMode="auto">
            <a:xfrm>
              <a:off x="5359400" y="3733800"/>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6" name="Rectangle 65">
              <a:extLst>
                <a:ext uri="{FF2B5EF4-FFF2-40B4-BE49-F238E27FC236}">
                  <a16:creationId xmlns:a16="http://schemas.microsoft.com/office/drawing/2014/main" id="{1A7E7667-1650-4BFB-83AB-F1794E8FBCF0}"/>
                </a:ext>
              </a:extLst>
            </p:cNvPr>
            <p:cNvSpPr>
              <a:spLocks noChangeArrowheads="1"/>
            </p:cNvSpPr>
            <p:nvPr/>
          </p:nvSpPr>
          <p:spPr bwMode="auto">
            <a:xfrm>
              <a:off x="2997200" y="3733800"/>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7" name="Freeform 69">
              <a:extLst>
                <a:ext uri="{FF2B5EF4-FFF2-40B4-BE49-F238E27FC236}">
                  <a16:creationId xmlns:a16="http://schemas.microsoft.com/office/drawing/2014/main" id="{98C82A6E-FD80-4FEF-8A2E-4ACFDC00B799}"/>
                </a:ext>
              </a:extLst>
            </p:cNvPr>
            <p:cNvSpPr>
              <a:spLocks/>
            </p:cNvSpPr>
            <p:nvPr/>
          </p:nvSpPr>
          <p:spPr bwMode="auto">
            <a:xfrm>
              <a:off x="4057650" y="2259012"/>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538" name="Freeform 70">
              <a:extLst>
                <a:ext uri="{FF2B5EF4-FFF2-40B4-BE49-F238E27FC236}">
                  <a16:creationId xmlns:a16="http://schemas.microsoft.com/office/drawing/2014/main" id="{8890AEF3-559D-49EC-A4F7-246E2C2962AB}"/>
                </a:ext>
              </a:extLst>
            </p:cNvPr>
            <p:cNvSpPr>
              <a:spLocks/>
            </p:cNvSpPr>
            <p:nvPr/>
          </p:nvSpPr>
          <p:spPr bwMode="auto">
            <a:xfrm>
              <a:off x="4070350" y="2392362"/>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6498" name="Rectangle 2">
            <a:extLst>
              <a:ext uri="{FF2B5EF4-FFF2-40B4-BE49-F238E27FC236}">
                <a16:creationId xmlns:a16="http://schemas.microsoft.com/office/drawing/2014/main" id="{FB82DDFA-2A06-448C-8AF3-5A2B70B36092}"/>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simpler arbiter</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F73CE28F-DA57-4553-954E-A3038C1233BB}"/>
                  </a:ext>
                </a:extLst>
              </p14:cNvPr>
              <p14:cNvContentPartPr/>
              <p14:nvPr/>
            </p14:nvContentPartPr>
            <p14:xfrm>
              <a:off x="7234920" y="891720"/>
              <a:ext cx="604800" cy="896760"/>
            </p14:xfrm>
          </p:contentPart>
        </mc:Choice>
        <mc:Fallback>
          <p:pic>
            <p:nvPicPr>
              <p:cNvPr id="2" name="Ink 1">
                <a:extLst>
                  <a:ext uri="{FF2B5EF4-FFF2-40B4-BE49-F238E27FC236}">
                    <a16:creationId xmlns:a16="http://schemas.microsoft.com/office/drawing/2014/main" id="{F73CE28F-DA57-4553-954E-A3038C1233BB}"/>
                  </a:ext>
                </a:extLst>
              </p:cNvPr>
              <p:cNvPicPr/>
              <p:nvPr/>
            </p:nvPicPr>
            <p:blipFill>
              <a:blip r:embed="rId3"/>
              <a:stretch>
                <a:fillRect/>
              </a:stretch>
            </p:blipFill>
            <p:spPr>
              <a:xfrm>
                <a:off x="7225560" y="882360"/>
                <a:ext cx="623520" cy="915480"/>
              </a:xfrm>
              <a:prstGeom prst="rect">
                <a:avLst/>
              </a:prstGeom>
            </p:spPr>
          </p:pic>
        </mc:Fallback>
      </mc:AlternateContent>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1" name="Picture 1" descr="Screen shot 2014-04-25 at 12.56.25 PM.png">
            <a:extLst>
              <a:ext uri="{FF2B5EF4-FFF2-40B4-BE49-F238E27FC236}">
                <a16:creationId xmlns:a16="http://schemas.microsoft.com/office/drawing/2014/main" id="{373A5B25-6273-44D7-8B03-E2381061E01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62600" y="990600"/>
            <a:ext cx="3359150" cy="558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522" name="Rectangle 2">
            <a:extLst>
              <a:ext uri="{FF2B5EF4-FFF2-40B4-BE49-F238E27FC236}">
                <a16:creationId xmlns:a16="http://schemas.microsoft.com/office/drawing/2014/main" id="{E68631B2-6E04-4BB5-97B6-3AAE45042F09}"/>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arbiter circuit</a:t>
            </a:r>
          </a:p>
        </p:txBody>
      </p:sp>
      <p:grpSp>
        <p:nvGrpSpPr>
          <p:cNvPr id="4" name="Group 1">
            <a:extLst>
              <a:ext uri="{FF2B5EF4-FFF2-40B4-BE49-F238E27FC236}">
                <a16:creationId xmlns:a16="http://schemas.microsoft.com/office/drawing/2014/main" id="{0804DBED-ECE6-48BD-8109-7EA7DD927BCE}"/>
              </a:ext>
            </a:extLst>
          </p:cNvPr>
          <p:cNvGrpSpPr>
            <a:grpSpLocks/>
          </p:cNvGrpSpPr>
          <p:nvPr/>
        </p:nvGrpSpPr>
        <p:grpSpPr bwMode="auto">
          <a:xfrm>
            <a:off x="990600" y="1417637"/>
            <a:ext cx="2555875" cy="4144963"/>
            <a:chOff x="2997200" y="1143000"/>
            <a:chExt cx="2554560" cy="4144963"/>
          </a:xfrm>
        </p:grpSpPr>
        <p:sp>
          <p:nvSpPr>
            <p:cNvPr id="5" name="Freeform 9">
              <a:extLst>
                <a:ext uri="{FF2B5EF4-FFF2-40B4-BE49-F238E27FC236}">
                  <a16:creationId xmlns:a16="http://schemas.microsoft.com/office/drawing/2014/main" id="{27E87005-A68D-4B08-9D8C-5EC9C7C4158E}"/>
                </a:ext>
              </a:extLst>
            </p:cNvPr>
            <p:cNvSpPr>
              <a:spLocks/>
            </p:cNvSpPr>
            <p:nvPr/>
          </p:nvSpPr>
          <p:spPr bwMode="auto">
            <a:xfrm>
              <a:off x="4457700" y="4741863"/>
              <a:ext cx="104775" cy="104775"/>
            </a:xfrm>
            <a:custGeom>
              <a:avLst/>
              <a:gdLst>
                <a:gd name="T0" fmla="*/ 2147483646 w 133"/>
                <a:gd name="T1" fmla="*/ 2147483646 h 132"/>
                <a:gd name="T2" fmla="*/ 0 w 133"/>
                <a:gd name="T3" fmla="*/ 0 h 132"/>
                <a:gd name="T4" fmla="*/ 2147483646 w 133"/>
                <a:gd name="T5" fmla="*/ 2147483646 h 132"/>
                <a:gd name="T6" fmla="*/ 2147483646 w 133"/>
                <a:gd name="T7" fmla="*/ 2147483646 h 132"/>
                <a:gd name="T8" fmla="*/ 2147483646 w 133"/>
                <a:gd name="T9" fmla="*/ 2147483646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133" y="79"/>
                  </a:moveTo>
                  <a:lnTo>
                    <a:pt x="0" y="0"/>
                  </a:lnTo>
                  <a:lnTo>
                    <a:pt x="80" y="132"/>
                  </a:lnTo>
                  <a:lnTo>
                    <a:pt x="106" y="106"/>
                  </a:lnTo>
                  <a:lnTo>
                    <a:pt x="133" y="7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 name="Freeform 12">
              <a:extLst>
                <a:ext uri="{FF2B5EF4-FFF2-40B4-BE49-F238E27FC236}">
                  <a16:creationId xmlns:a16="http://schemas.microsoft.com/office/drawing/2014/main" id="{54715CA9-3F75-497A-9014-2EFC57392D90}"/>
                </a:ext>
              </a:extLst>
            </p:cNvPr>
            <p:cNvSpPr>
              <a:spLocks/>
            </p:cNvSpPr>
            <p:nvPr/>
          </p:nvSpPr>
          <p:spPr bwMode="auto">
            <a:xfrm>
              <a:off x="3995738" y="4678363"/>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7"/>
                  </a:lnTo>
                  <a:lnTo>
                    <a:pt x="0" y="357"/>
                  </a:lnTo>
                  <a:lnTo>
                    <a:pt x="2" y="338"/>
                  </a:lnTo>
                  <a:lnTo>
                    <a:pt x="4" y="320"/>
                  </a:lnTo>
                  <a:lnTo>
                    <a:pt x="7" y="301"/>
                  </a:lnTo>
                  <a:lnTo>
                    <a:pt x="12" y="282"/>
                  </a:lnTo>
                  <a:lnTo>
                    <a:pt x="16" y="265"/>
                  </a:lnTo>
                  <a:lnTo>
                    <a:pt x="23" y="247"/>
                  </a:lnTo>
                  <a:lnTo>
                    <a:pt x="30" y="231"/>
                  </a:lnTo>
                  <a:lnTo>
                    <a:pt x="37" y="214"/>
                  </a:lnTo>
                  <a:lnTo>
                    <a:pt x="45" y="198"/>
                  </a:lnTo>
                  <a:lnTo>
                    <a:pt x="55" y="182"/>
                  </a:lnTo>
                  <a:lnTo>
                    <a:pt x="64" y="166"/>
                  </a:lnTo>
                  <a:lnTo>
                    <a:pt x="75" y="151"/>
                  </a:lnTo>
                  <a:lnTo>
                    <a:pt x="85" y="138"/>
                  </a:lnTo>
                  <a:lnTo>
                    <a:pt x="97" y="123"/>
                  </a:lnTo>
                  <a:lnTo>
                    <a:pt x="110" y="111"/>
                  </a:lnTo>
                  <a:lnTo>
                    <a:pt x="124" y="98"/>
                  </a:lnTo>
                  <a:lnTo>
                    <a:pt x="137" y="86"/>
                  </a:lnTo>
                  <a:lnTo>
                    <a:pt x="151" y="76"/>
                  </a:lnTo>
                  <a:lnTo>
                    <a:pt x="166" y="65"/>
                  </a:lnTo>
                  <a:lnTo>
                    <a:pt x="181" y="56"/>
                  </a:lnTo>
                  <a:lnTo>
                    <a:pt x="196" y="46"/>
                  </a:lnTo>
                  <a:lnTo>
                    <a:pt x="212" y="37"/>
                  </a:lnTo>
                  <a:lnTo>
                    <a:pt x="230" y="31"/>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1"/>
                  </a:lnTo>
                  <a:lnTo>
                    <a:pt x="556" y="37"/>
                  </a:lnTo>
                  <a:lnTo>
                    <a:pt x="571" y="46"/>
                  </a:lnTo>
                  <a:lnTo>
                    <a:pt x="587" y="56"/>
                  </a:lnTo>
                  <a:lnTo>
                    <a:pt x="603" y="65"/>
                  </a:lnTo>
                  <a:lnTo>
                    <a:pt x="618" y="76"/>
                  </a:lnTo>
                  <a:lnTo>
                    <a:pt x="632" y="86"/>
                  </a:lnTo>
                  <a:lnTo>
                    <a:pt x="646" y="98"/>
                  </a:lnTo>
                  <a:lnTo>
                    <a:pt x="659" y="111"/>
                  </a:lnTo>
                  <a:lnTo>
                    <a:pt x="671" y="123"/>
                  </a:lnTo>
                  <a:lnTo>
                    <a:pt x="683" y="138"/>
                  </a:lnTo>
                  <a:lnTo>
                    <a:pt x="693" y="151"/>
                  </a:lnTo>
                  <a:lnTo>
                    <a:pt x="704" y="166"/>
                  </a:lnTo>
                  <a:lnTo>
                    <a:pt x="714" y="182"/>
                  </a:lnTo>
                  <a:lnTo>
                    <a:pt x="722" y="198"/>
                  </a:lnTo>
                  <a:lnTo>
                    <a:pt x="732" y="214"/>
                  </a:lnTo>
                  <a:lnTo>
                    <a:pt x="738" y="231"/>
                  </a:lnTo>
                  <a:lnTo>
                    <a:pt x="745" y="247"/>
                  </a:lnTo>
                  <a:lnTo>
                    <a:pt x="752" y="265"/>
                  </a:lnTo>
                  <a:lnTo>
                    <a:pt x="757" y="282"/>
                  </a:lnTo>
                  <a:lnTo>
                    <a:pt x="761" y="301"/>
                  </a:lnTo>
                  <a:lnTo>
                    <a:pt x="764" y="320"/>
                  </a:lnTo>
                  <a:lnTo>
                    <a:pt x="766" y="338"/>
                  </a:lnTo>
                  <a:lnTo>
                    <a:pt x="767" y="357"/>
                  </a:lnTo>
                  <a:lnTo>
                    <a:pt x="769" y="377"/>
                  </a:lnTo>
                  <a:lnTo>
                    <a:pt x="769" y="394"/>
                  </a:lnTo>
                  <a:lnTo>
                    <a:pt x="767" y="414"/>
                  </a:lnTo>
                  <a:lnTo>
                    <a:pt x="766" y="432"/>
                  </a:lnTo>
                  <a:lnTo>
                    <a:pt x="764" y="451"/>
                  </a:lnTo>
                  <a:lnTo>
                    <a:pt x="761" y="469"/>
                  </a:lnTo>
                  <a:lnTo>
                    <a:pt x="757" y="488"/>
                  </a:lnTo>
                  <a:lnTo>
                    <a:pt x="752" y="505"/>
                  </a:lnTo>
                  <a:lnTo>
                    <a:pt x="745" y="524"/>
                  </a:lnTo>
                  <a:lnTo>
                    <a:pt x="738" y="540"/>
                  </a:lnTo>
                  <a:lnTo>
                    <a:pt x="732" y="557"/>
                  </a:lnTo>
                  <a:lnTo>
                    <a:pt x="722" y="573"/>
                  </a:lnTo>
                  <a:lnTo>
                    <a:pt x="714" y="589"/>
                  </a:lnTo>
                  <a:lnTo>
                    <a:pt x="704" y="605"/>
                  </a:lnTo>
                  <a:lnTo>
                    <a:pt x="693" y="619"/>
                  </a:lnTo>
                  <a:lnTo>
                    <a:pt x="683" y="632"/>
                  </a:lnTo>
                  <a:lnTo>
                    <a:pt x="671" y="647"/>
                  </a:lnTo>
                  <a:lnTo>
                    <a:pt x="659" y="659"/>
                  </a:lnTo>
                  <a:lnTo>
                    <a:pt x="646" y="672"/>
                  </a:lnTo>
                  <a:lnTo>
                    <a:pt x="632" y="684"/>
                  </a:lnTo>
                  <a:lnTo>
                    <a:pt x="618" y="695"/>
                  </a:lnTo>
                  <a:lnTo>
                    <a:pt x="603" y="705"/>
                  </a:lnTo>
                  <a:lnTo>
                    <a:pt x="587" y="715"/>
                  </a:lnTo>
                  <a:lnTo>
                    <a:pt x="571" y="724"/>
                  </a:lnTo>
                  <a:lnTo>
                    <a:pt x="556" y="733"/>
                  </a:lnTo>
                  <a:lnTo>
                    <a:pt x="540" y="740"/>
                  </a:lnTo>
                  <a:lnTo>
                    <a:pt x="522" y="746"/>
                  </a:lnTo>
                  <a:lnTo>
                    <a:pt x="505" y="753"/>
                  </a:lnTo>
                  <a:lnTo>
                    <a:pt x="487" y="758"/>
                  </a:lnTo>
                  <a:lnTo>
                    <a:pt x="468" y="762"/>
                  </a:lnTo>
                  <a:lnTo>
                    <a:pt x="450" y="765"/>
                  </a:lnTo>
                  <a:lnTo>
                    <a:pt x="431" y="768"/>
                  </a:lnTo>
                  <a:lnTo>
                    <a:pt x="412" y="769"/>
                  </a:lnTo>
                  <a:lnTo>
                    <a:pt x="393" y="769"/>
                  </a:lnTo>
                  <a:lnTo>
                    <a:pt x="375" y="769"/>
                  </a:lnTo>
                  <a:lnTo>
                    <a:pt x="357" y="769"/>
                  </a:lnTo>
                  <a:lnTo>
                    <a:pt x="337" y="768"/>
                  </a:lnTo>
                  <a:lnTo>
                    <a:pt x="318" y="765"/>
                  </a:lnTo>
                  <a:lnTo>
                    <a:pt x="300" y="762"/>
                  </a:lnTo>
                  <a:lnTo>
                    <a:pt x="281" y="758"/>
                  </a:lnTo>
                  <a:lnTo>
                    <a:pt x="264" y="753"/>
                  </a:lnTo>
                  <a:lnTo>
                    <a:pt x="247" y="746"/>
                  </a:lnTo>
                  <a:lnTo>
                    <a:pt x="230" y="740"/>
                  </a:lnTo>
                  <a:lnTo>
                    <a:pt x="212" y="733"/>
                  </a:lnTo>
                  <a:lnTo>
                    <a:pt x="196" y="724"/>
                  </a:lnTo>
                  <a:lnTo>
                    <a:pt x="181" y="715"/>
                  </a:lnTo>
                  <a:lnTo>
                    <a:pt x="166" y="705"/>
                  </a:lnTo>
                  <a:lnTo>
                    <a:pt x="151" y="695"/>
                  </a:lnTo>
                  <a:lnTo>
                    <a:pt x="137" y="684"/>
                  </a:lnTo>
                  <a:lnTo>
                    <a:pt x="124" y="672"/>
                  </a:lnTo>
                  <a:lnTo>
                    <a:pt x="110" y="659"/>
                  </a:lnTo>
                  <a:lnTo>
                    <a:pt x="97" y="647"/>
                  </a:lnTo>
                  <a:lnTo>
                    <a:pt x="85" y="632"/>
                  </a:lnTo>
                  <a:lnTo>
                    <a:pt x="75" y="619"/>
                  </a:lnTo>
                  <a:lnTo>
                    <a:pt x="64" y="605"/>
                  </a:lnTo>
                  <a:lnTo>
                    <a:pt x="55" y="589"/>
                  </a:lnTo>
                  <a:lnTo>
                    <a:pt x="45" y="573"/>
                  </a:lnTo>
                  <a:lnTo>
                    <a:pt x="37" y="557"/>
                  </a:lnTo>
                  <a:lnTo>
                    <a:pt x="30" y="540"/>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 name="Freeform 14">
              <a:extLst>
                <a:ext uri="{FF2B5EF4-FFF2-40B4-BE49-F238E27FC236}">
                  <a16:creationId xmlns:a16="http://schemas.microsoft.com/office/drawing/2014/main" id="{B2A4AF00-DF8A-4833-9491-C93FB63988EC}"/>
                </a:ext>
              </a:extLst>
            </p:cNvPr>
            <p:cNvSpPr>
              <a:spLocks/>
            </p:cNvSpPr>
            <p:nvPr/>
          </p:nvSpPr>
          <p:spPr bwMode="auto">
            <a:xfrm>
              <a:off x="4457700" y="3457575"/>
              <a:ext cx="104775" cy="104775"/>
            </a:xfrm>
            <a:custGeom>
              <a:avLst/>
              <a:gdLst>
                <a:gd name="T0" fmla="*/ 2147483646 w 133"/>
                <a:gd name="T1" fmla="*/ 2147483646 h 133"/>
                <a:gd name="T2" fmla="*/ 0 w 133"/>
                <a:gd name="T3" fmla="*/ 0 h 133"/>
                <a:gd name="T4" fmla="*/ 2147483646 w 133"/>
                <a:gd name="T5" fmla="*/ 2147483646 h 133"/>
                <a:gd name="T6" fmla="*/ 2147483646 w 133"/>
                <a:gd name="T7" fmla="*/ 2147483646 h 133"/>
                <a:gd name="T8" fmla="*/ 2147483646 w 133"/>
                <a:gd name="T9" fmla="*/ 2147483646 h 133"/>
                <a:gd name="T10" fmla="*/ 0 60000 65536"/>
                <a:gd name="T11" fmla="*/ 0 60000 65536"/>
                <a:gd name="T12" fmla="*/ 0 60000 65536"/>
                <a:gd name="T13" fmla="*/ 0 60000 65536"/>
                <a:gd name="T14" fmla="*/ 0 60000 65536"/>
                <a:gd name="T15" fmla="*/ 0 w 133"/>
                <a:gd name="T16" fmla="*/ 0 h 133"/>
                <a:gd name="T17" fmla="*/ 133 w 133"/>
                <a:gd name="T18" fmla="*/ 133 h 133"/>
              </a:gdLst>
              <a:ahLst/>
              <a:cxnLst>
                <a:cxn ang="T10">
                  <a:pos x="T0" y="T1"/>
                </a:cxn>
                <a:cxn ang="T11">
                  <a:pos x="T2" y="T3"/>
                </a:cxn>
                <a:cxn ang="T12">
                  <a:pos x="T4" y="T5"/>
                </a:cxn>
                <a:cxn ang="T13">
                  <a:pos x="T6" y="T7"/>
                </a:cxn>
                <a:cxn ang="T14">
                  <a:pos x="T8" y="T9"/>
                </a:cxn>
              </a:cxnLst>
              <a:rect l="T15" t="T16" r="T17" b="T18"/>
              <a:pathLst>
                <a:path w="133" h="133">
                  <a:moveTo>
                    <a:pt x="133" y="80"/>
                  </a:moveTo>
                  <a:lnTo>
                    <a:pt x="0" y="0"/>
                  </a:lnTo>
                  <a:lnTo>
                    <a:pt x="80" y="133"/>
                  </a:lnTo>
                  <a:lnTo>
                    <a:pt x="106" y="106"/>
                  </a:lnTo>
                  <a:lnTo>
                    <a:pt x="133" y="8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 name="Freeform 17">
              <a:extLst>
                <a:ext uri="{FF2B5EF4-FFF2-40B4-BE49-F238E27FC236}">
                  <a16:creationId xmlns:a16="http://schemas.microsoft.com/office/drawing/2014/main" id="{DD483EDC-EC56-4B78-98D7-A809F9A8F73C}"/>
                </a:ext>
              </a:extLst>
            </p:cNvPr>
            <p:cNvSpPr>
              <a:spLocks/>
            </p:cNvSpPr>
            <p:nvPr/>
          </p:nvSpPr>
          <p:spPr bwMode="auto">
            <a:xfrm>
              <a:off x="3995738" y="3394075"/>
              <a:ext cx="609600" cy="611187"/>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6"/>
                  </a:lnTo>
                  <a:lnTo>
                    <a:pt x="2" y="338"/>
                  </a:lnTo>
                  <a:lnTo>
                    <a:pt x="4" y="319"/>
                  </a:lnTo>
                  <a:lnTo>
                    <a:pt x="7" y="301"/>
                  </a:lnTo>
                  <a:lnTo>
                    <a:pt x="12" y="282"/>
                  </a:lnTo>
                  <a:lnTo>
                    <a:pt x="16" y="265"/>
                  </a:lnTo>
                  <a:lnTo>
                    <a:pt x="23" y="246"/>
                  </a:lnTo>
                  <a:lnTo>
                    <a:pt x="30" y="230"/>
                  </a:lnTo>
                  <a:lnTo>
                    <a:pt x="37" y="213"/>
                  </a:lnTo>
                  <a:lnTo>
                    <a:pt x="45" y="197"/>
                  </a:lnTo>
                  <a:lnTo>
                    <a:pt x="55" y="181"/>
                  </a:lnTo>
                  <a:lnTo>
                    <a:pt x="64" y="166"/>
                  </a:lnTo>
                  <a:lnTo>
                    <a:pt x="75" y="151"/>
                  </a:lnTo>
                  <a:lnTo>
                    <a:pt x="85" y="138"/>
                  </a:lnTo>
                  <a:lnTo>
                    <a:pt x="97" y="123"/>
                  </a:lnTo>
                  <a:lnTo>
                    <a:pt x="110" y="111"/>
                  </a:lnTo>
                  <a:lnTo>
                    <a:pt x="124" y="98"/>
                  </a:lnTo>
                  <a:lnTo>
                    <a:pt x="137" y="86"/>
                  </a:lnTo>
                  <a:lnTo>
                    <a:pt x="151" y="75"/>
                  </a:lnTo>
                  <a:lnTo>
                    <a:pt x="166" y="65"/>
                  </a:lnTo>
                  <a:lnTo>
                    <a:pt x="181" y="55"/>
                  </a:lnTo>
                  <a:lnTo>
                    <a:pt x="196" y="46"/>
                  </a:lnTo>
                  <a:lnTo>
                    <a:pt x="212" y="37"/>
                  </a:lnTo>
                  <a:lnTo>
                    <a:pt x="230" y="30"/>
                  </a:lnTo>
                  <a:lnTo>
                    <a:pt x="247" y="24"/>
                  </a:lnTo>
                  <a:lnTo>
                    <a:pt x="264" y="17"/>
                  </a:lnTo>
                  <a:lnTo>
                    <a:pt x="281" y="12"/>
                  </a:lnTo>
                  <a:lnTo>
                    <a:pt x="300" y="8"/>
                  </a:lnTo>
                  <a:lnTo>
                    <a:pt x="318" y="5"/>
                  </a:lnTo>
                  <a:lnTo>
                    <a:pt x="337" y="2"/>
                  </a:lnTo>
                  <a:lnTo>
                    <a:pt x="357" y="1"/>
                  </a:lnTo>
                  <a:lnTo>
                    <a:pt x="375" y="0"/>
                  </a:lnTo>
                  <a:lnTo>
                    <a:pt x="393" y="0"/>
                  </a:lnTo>
                  <a:lnTo>
                    <a:pt x="412" y="1"/>
                  </a:lnTo>
                  <a:lnTo>
                    <a:pt x="431" y="2"/>
                  </a:lnTo>
                  <a:lnTo>
                    <a:pt x="450" y="5"/>
                  </a:lnTo>
                  <a:lnTo>
                    <a:pt x="468" y="8"/>
                  </a:lnTo>
                  <a:lnTo>
                    <a:pt x="487" y="12"/>
                  </a:lnTo>
                  <a:lnTo>
                    <a:pt x="505" y="17"/>
                  </a:lnTo>
                  <a:lnTo>
                    <a:pt x="522" y="24"/>
                  </a:lnTo>
                  <a:lnTo>
                    <a:pt x="540" y="30"/>
                  </a:lnTo>
                  <a:lnTo>
                    <a:pt x="556" y="37"/>
                  </a:lnTo>
                  <a:lnTo>
                    <a:pt x="571" y="46"/>
                  </a:lnTo>
                  <a:lnTo>
                    <a:pt x="587" y="55"/>
                  </a:lnTo>
                  <a:lnTo>
                    <a:pt x="603" y="65"/>
                  </a:lnTo>
                  <a:lnTo>
                    <a:pt x="618" y="75"/>
                  </a:lnTo>
                  <a:lnTo>
                    <a:pt x="632" y="86"/>
                  </a:lnTo>
                  <a:lnTo>
                    <a:pt x="646" y="98"/>
                  </a:lnTo>
                  <a:lnTo>
                    <a:pt x="659" y="111"/>
                  </a:lnTo>
                  <a:lnTo>
                    <a:pt x="671" y="123"/>
                  </a:lnTo>
                  <a:lnTo>
                    <a:pt x="683" y="138"/>
                  </a:lnTo>
                  <a:lnTo>
                    <a:pt x="693" y="151"/>
                  </a:lnTo>
                  <a:lnTo>
                    <a:pt x="704" y="166"/>
                  </a:lnTo>
                  <a:lnTo>
                    <a:pt x="714" y="181"/>
                  </a:lnTo>
                  <a:lnTo>
                    <a:pt x="722" y="197"/>
                  </a:lnTo>
                  <a:lnTo>
                    <a:pt x="732" y="213"/>
                  </a:lnTo>
                  <a:lnTo>
                    <a:pt x="738" y="230"/>
                  </a:lnTo>
                  <a:lnTo>
                    <a:pt x="745" y="246"/>
                  </a:lnTo>
                  <a:lnTo>
                    <a:pt x="752" y="265"/>
                  </a:lnTo>
                  <a:lnTo>
                    <a:pt x="757" y="282"/>
                  </a:lnTo>
                  <a:lnTo>
                    <a:pt x="761" y="301"/>
                  </a:lnTo>
                  <a:lnTo>
                    <a:pt x="764" y="319"/>
                  </a:lnTo>
                  <a:lnTo>
                    <a:pt x="766" y="338"/>
                  </a:lnTo>
                  <a:lnTo>
                    <a:pt x="767" y="356"/>
                  </a:lnTo>
                  <a:lnTo>
                    <a:pt x="769" y="376"/>
                  </a:lnTo>
                  <a:lnTo>
                    <a:pt x="769" y="394"/>
                  </a:lnTo>
                  <a:lnTo>
                    <a:pt x="767" y="413"/>
                  </a:lnTo>
                  <a:lnTo>
                    <a:pt x="766" y="432"/>
                  </a:lnTo>
                  <a:lnTo>
                    <a:pt x="764" y="451"/>
                  </a:lnTo>
                  <a:lnTo>
                    <a:pt x="761" y="469"/>
                  </a:lnTo>
                  <a:lnTo>
                    <a:pt x="757" y="488"/>
                  </a:lnTo>
                  <a:lnTo>
                    <a:pt x="752" y="505"/>
                  </a:lnTo>
                  <a:lnTo>
                    <a:pt x="745" y="523"/>
                  </a:lnTo>
                  <a:lnTo>
                    <a:pt x="738" y="539"/>
                  </a:lnTo>
                  <a:lnTo>
                    <a:pt x="732" y="557"/>
                  </a:lnTo>
                  <a:lnTo>
                    <a:pt x="722" y="572"/>
                  </a:lnTo>
                  <a:lnTo>
                    <a:pt x="714" y="588"/>
                  </a:lnTo>
                  <a:lnTo>
                    <a:pt x="704" y="604"/>
                  </a:lnTo>
                  <a:lnTo>
                    <a:pt x="693" y="619"/>
                  </a:lnTo>
                  <a:lnTo>
                    <a:pt x="683" y="632"/>
                  </a:lnTo>
                  <a:lnTo>
                    <a:pt x="671" y="647"/>
                  </a:lnTo>
                  <a:lnTo>
                    <a:pt x="659" y="659"/>
                  </a:lnTo>
                  <a:lnTo>
                    <a:pt x="646" y="672"/>
                  </a:lnTo>
                  <a:lnTo>
                    <a:pt x="632" y="684"/>
                  </a:lnTo>
                  <a:lnTo>
                    <a:pt x="618" y="694"/>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4"/>
                  </a:lnTo>
                  <a:lnTo>
                    <a:pt x="137" y="684"/>
                  </a:lnTo>
                  <a:lnTo>
                    <a:pt x="124" y="672"/>
                  </a:lnTo>
                  <a:lnTo>
                    <a:pt x="110" y="659"/>
                  </a:lnTo>
                  <a:lnTo>
                    <a:pt x="97" y="647"/>
                  </a:lnTo>
                  <a:lnTo>
                    <a:pt x="85" y="632"/>
                  </a:lnTo>
                  <a:lnTo>
                    <a:pt x="75" y="619"/>
                  </a:lnTo>
                  <a:lnTo>
                    <a:pt x="64" y="604"/>
                  </a:lnTo>
                  <a:lnTo>
                    <a:pt x="55" y="588"/>
                  </a:lnTo>
                  <a:lnTo>
                    <a:pt x="45" y="572"/>
                  </a:lnTo>
                  <a:lnTo>
                    <a:pt x="37" y="557"/>
                  </a:lnTo>
                  <a:lnTo>
                    <a:pt x="30" y="539"/>
                  </a:lnTo>
                  <a:lnTo>
                    <a:pt x="23" y="523"/>
                  </a:lnTo>
                  <a:lnTo>
                    <a:pt x="16" y="505"/>
                  </a:lnTo>
                  <a:lnTo>
                    <a:pt x="12" y="488"/>
                  </a:lnTo>
                  <a:lnTo>
                    <a:pt x="7" y="469"/>
                  </a:lnTo>
                  <a:lnTo>
                    <a:pt x="4" y="451"/>
                  </a:lnTo>
                  <a:lnTo>
                    <a:pt x="2" y="432"/>
                  </a:lnTo>
                  <a:lnTo>
                    <a:pt x="0" y="413"/>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 name="Freeform 19">
              <a:extLst>
                <a:ext uri="{FF2B5EF4-FFF2-40B4-BE49-F238E27FC236}">
                  <a16:creationId xmlns:a16="http://schemas.microsoft.com/office/drawing/2014/main" id="{844D7DA8-1A19-4F2B-863C-B3656EB9609A}"/>
                </a:ext>
              </a:extLst>
            </p:cNvPr>
            <p:cNvSpPr>
              <a:spLocks/>
            </p:cNvSpPr>
            <p:nvPr/>
          </p:nvSpPr>
          <p:spPr bwMode="auto">
            <a:xfrm>
              <a:off x="4457700" y="1584325"/>
              <a:ext cx="104775" cy="106362"/>
            </a:xfrm>
            <a:custGeom>
              <a:avLst/>
              <a:gdLst>
                <a:gd name="T0" fmla="*/ 2147483646 w 133"/>
                <a:gd name="T1" fmla="*/ 0 h 132"/>
                <a:gd name="T2" fmla="*/ 0 w 133"/>
                <a:gd name="T3" fmla="*/ 2147483646 h 132"/>
                <a:gd name="T4" fmla="*/ 2147483646 w 133"/>
                <a:gd name="T5" fmla="*/ 2147483646 h 132"/>
                <a:gd name="T6" fmla="*/ 2147483646 w 133"/>
                <a:gd name="T7" fmla="*/ 2147483646 h 132"/>
                <a:gd name="T8" fmla="*/ 2147483646 w 133"/>
                <a:gd name="T9" fmla="*/ 0 h 132"/>
                <a:gd name="T10" fmla="*/ 0 60000 65536"/>
                <a:gd name="T11" fmla="*/ 0 60000 65536"/>
                <a:gd name="T12" fmla="*/ 0 60000 65536"/>
                <a:gd name="T13" fmla="*/ 0 60000 65536"/>
                <a:gd name="T14" fmla="*/ 0 60000 65536"/>
                <a:gd name="T15" fmla="*/ 0 w 133"/>
                <a:gd name="T16" fmla="*/ 0 h 132"/>
                <a:gd name="T17" fmla="*/ 133 w 133"/>
                <a:gd name="T18" fmla="*/ 132 h 132"/>
              </a:gdLst>
              <a:ahLst/>
              <a:cxnLst>
                <a:cxn ang="T10">
                  <a:pos x="T0" y="T1"/>
                </a:cxn>
                <a:cxn ang="T11">
                  <a:pos x="T2" y="T3"/>
                </a:cxn>
                <a:cxn ang="T12">
                  <a:pos x="T4" y="T5"/>
                </a:cxn>
                <a:cxn ang="T13">
                  <a:pos x="T6" y="T7"/>
                </a:cxn>
                <a:cxn ang="T14">
                  <a:pos x="T8" y="T9"/>
                </a:cxn>
              </a:cxnLst>
              <a:rect l="T15" t="T16" r="T17" b="T18"/>
              <a:pathLst>
                <a:path w="133" h="132">
                  <a:moveTo>
                    <a:pt x="80" y="0"/>
                  </a:moveTo>
                  <a:lnTo>
                    <a:pt x="0" y="132"/>
                  </a:lnTo>
                  <a:lnTo>
                    <a:pt x="133" y="53"/>
                  </a:lnTo>
                  <a:lnTo>
                    <a:pt x="106" y="26"/>
                  </a:lnTo>
                  <a:lnTo>
                    <a:pt x="8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 name="Freeform 22">
              <a:extLst>
                <a:ext uri="{FF2B5EF4-FFF2-40B4-BE49-F238E27FC236}">
                  <a16:creationId xmlns:a16="http://schemas.microsoft.com/office/drawing/2014/main" id="{A7A4B60A-B9A8-4D37-A24D-5877761AE30F}"/>
                </a:ext>
              </a:extLst>
            </p:cNvPr>
            <p:cNvSpPr>
              <a:spLocks/>
            </p:cNvSpPr>
            <p:nvPr/>
          </p:nvSpPr>
          <p:spPr bwMode="auto">
            <a:xfrm>
              <a:off x="3995738" y="1143000"/>
              <a:ext cx="609600" cy="609600"/>
            </a:xfrm>
            <a:custGeom>
              <a:avLst/>
              <a:gdLst>
                <a:gd name="T0" fmla="*/ 0 w 769"/>
                <a:gd name="T1" fmla="*/ 2147483646 h 769"/>
                <a:gd name="T2" fmla="*/ 2147483646 w 769"/>
                <a:gd name="T3" fmla="*/ 2147483646 h 769"/>
                <a:gd name="T4" fmla="*/ 2147483646 w 769"/>
                <a:gd name="T5" fmla="*/ 2147483646 h 769"/>
                <a:gd name="T6" fmla="*/ 2147483646 w 769"/>
                <a:gd name="T7" fmla="*/ 2147483646 h 769"/>
                <a:gd name="T8" fmla="*/ 2147483646 w 769"/>
                <a:gd name="T9" fmla="*/ 2147483646 h 769"/>
                <a:gd name="T10" fmla="*/ 2147483646 w 769"/>
                <a:gd name="T11" fmla="*/ 2147483646 h 769"/>
                <a:gd name="T12" fmla="*/ 2147483646 w 769"/>
                <a:gd name="T13" fmla="*/ 2147483646 h 769"/>
                <a:gd name="T14" fmla="*/ 2147483646 w 769"/>
                <a:gd name="T15" fmla="*/ 2147483646 h 769"/>
                <a:gd name="T16" fmla="*/ 2147483646 w 769"/>
                <a:gd name="T17" fmla="*/ 2147483646 h 769"/>
                <a:gd name="T18" fmla="*/ 2147483646 w 769"/>
                <a:gd name="T19" fmla="*/ 2147483646 h 769"/>
                <a:gd name="T20" fmla="*/ 2147483646 w 769"/>
                <a:gd name="T21" fmla="*/ 2147483646 h 769"/>
                <a:gd name="T22" fmla="*/ 2147483646 w 769"/>
                <a:gd name="T23" fmla="*/ 0 h 769"/>
                <a:gd name="T24" fmla="*/ 2147483646 w 769"/>
                <a:gd name="T25" fmla="*/ 2147483646 h 769"/>
                <a:gd name="T26" fmla="*/ 2147483646 w 769"/>
                <a:gd name="T27" fmla="*/ 2147483646 h 769"/>
                <a:gd name="T28" fmla="*/ 2147483646 w 769"/>
                <a:gd name="T29" fmla="*/ 2147483646 h 769"/>
                <a:gd name="T30" fmla="*/ 2147483646 w 769"/>
                <a:gd name="T31" fmla="*/ 2147483646 h 769"/>
                <a:gd name="T32" fmla="*/ 2147483646 w 769"/>
                <a:gd name="T33" fmla="*/ 2147483646 h 769"/>
                <a:gd name="T34" fmla="*/ 2147483646 w 769"/>
                <a:gd name="T35" fmla="*/ 2147483646 h 769"/>
                <a:gd name="T36" fmla="*/ 2147483646 w 769"/>
                <a:gd name="T37" fmla="*/ 2147483646 h 769"/>
                <a:gd name="T38" fmla="*/ 2147483646 w 769"/>
                <a:gd name="T39" fmla="*/ 2147483646 h 769"/>
                <a:gd name="T40" fmla="*/ 2147483646 w 769"/>
                <a:gd name="T41" fmla="*/ 2147483646 h 769"/>
                <a:gd name="T42" fmla="*/ 2147483646 w 769"/>
                <a:gd name="T43" fmla="*/ 2147483646 h 769"/>
                <a:gd name="T44" fmla="*/ 2147483646 w 769"/>
                <a:gd name="T45" fmla="*/ 2147483646 h 769"/>
                <a:gd name="T46" fmla="*/ 2147483646 w 769"/>
                <a:gd name="T47" fmla="*/ 2147483646 h 769"/>
                <a:gd name="T48" fmla="*/ 2147483646 w 769"/>
                <a:gd name="T49" fmla="*/ 2147483646 h 769"/>
                <a:gd name="T50" fmla="*/ 2147483646 w 769"/>
                <a:gd name="T51" fmla="*/ 2147483646 h 769"/>
                <a:gd name="T52" fmla="*/ 2147483646 w 769"/>
                <a:gd name="T53" fmla="*/ 2147483646 h 769"/>
                <a:gd name="T54" fmla="*/ 2147483646 w 769"/>
                <a:gd name="T55" fmla="*/ 2147483646 h 769"/>
                <a:gd name="T56" fmla="*/ 2147483646 w 769"/>
                <a:gd name="T57" fmla="*/ 2147483646 h 769"/>
                <a:gd name="T58" fmla="*/ 2147483646 w 769"/>
                <a:gd name="T59" fmla="*/ 2147483646 h 769"/>
                <a:gd name="T60" fmla="*/ 2147483646 w 769"/>
                <a:gd name="T61" fmla="*/ 2147483646 h 769"/>
                <a:gd name="T62" fmla="*/ 2147483646 w 769"/>
                <a:gd name="T63" fmla="*/ 2147483646 h 769"/>
                <a:gd name="T64" fmla="*/ 2147483646 w 769"/>
                <a:gd name="T65" fmla="*/ 2147483646 h 769"/>
                <a:gd name="T66" fmla="*/ 2147483646 w 769"/>
                <a:gd name="T67" fmla="*/ 2147483646 h 769"/>
                <a:gd name="T68" fmla="*/ 2147483646 w 769"/>
                <a:gd name="T69" fmla="*/ 2147483646 h 769"/>
                <a:gd name="T70" fmla="*/ 2147483646 w 769"/>
                <a:gd name="T71" fmla="*/ 2147483646 h 769"/>
                <a:gd name="T72" fmla="*/ 2147483646 w 769"/>
                <a:gd name="T73" fmla="*/ 2147483646 h 769"/>
                <a:gd name="T74" fmla="*/ 2147483646 w 769"/>
                <a:gd name="T75" fmla="*/ 2147483646 h 769"/>
                <a:gd name="T76" fmla="*/ 2147483646 w 769"/>
                <a:gd name="T77" fmla="*/ 2147483646 h 769"/>
                <a:gd name="T78" fmla="*/ 2147483646 w 769"/>
                <a:gd name="T79" fmla="*/ 2147483646 h 769"/>
                <a:gd name="T80" fmla="*/ 2147483646 w 769"/>
                <a:gd name="T81" fmla="*/ 2147483646 h 769"/>
                <a:gd name="T82" fmla="*/ 2147483646 w 769"/>
                <a:gd name="T83" fmla="*/ 2147483646 h 769"/>
                <a:gd name="T84" fmla="*/ 2147483646 w 769"/>
                <a:gd name="T85" fmla="*/ 2147483646 h 769"/>
                <a:gd name="T86" fmla="*/ 2147483646 w 769"/>
                <a:gd name="T87" fmla="*/ 2147483646 h 769"/>
                <a:gd name="T88" fmla="*/ 2147483646 w 769"/>
                <a:gd name="T89" fmla="*/ 2147483646 h 769"/>
                <a:gd name="T90" fmla="*/ 2147483646 w 769"/>
                <a:gd name="T91" fmla="*/ 2147483646 h 769"/>
                <a:gd name="T92" fmla="*/ 2147483646 w 769"/>
                <a:gd name="T93" fmla="*/ 2147483646 h 769"/>
                <a:gd name="T94" fmla="*/ 2147483646 w 769"/>
                <a:gd name="T95" fmla="*/ 2147483646 h 769"/>
                <a:gd name="T96" fmla="*/ 2147483646 w 769"/>
                <a:gd name="T97" fmla="*/ 2147483646 h 769"/>
                <a:gd name="T98" fmla="*/ 2147483646 w 769"/>
                <a:gd name="T99" fmla="*/ 2147483646 h 769"/>
                <a:gd name="T100" fmla="*/ 2147483646 w 769"/>
                <a:gd name="T101" fmla="*/ 2147483646 h 769"/>
                <a:gd name="T102" fmla="*/ 2147483646 w 769"/>
                <a:gd name="T103" fmla="*/ 2147483646 h 769"/>
                <a:gd name="T104" fmla="*/ 2147483646 w 769"/>
                <a:gd name="T105" fmla="*/ 2147483646 h 769"/>
                <a:gd name="T106" fmla="*/ 2147483646 w 769"/>
                <a:gd name="T107" fmla="*/ 2147483646 h 769"/>
                <a:gd name="T108" fmla="*/ 2147483646 w 769"/>
                <a:gd name="T109" fmla="*/ 2147483646 h 769"/>
                <a:gd name="T110" fmla="*/ 0 w 769"/>
                <a:gd name="T111" fmla="*/ 2147483646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9"/>
                <a:gd name="T169" fmla="*/ 0 h 769"/>
                <a:gd name="T170" fmla="*/ 769 w 769"/>
                <a:gd name="T171" fmla="*/ 769 h 7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9" h="769">
                  <a:moveTo>
                    <a:pt x="0" y="394"/>
                  </a:moveTo>
                  <a:lnTo>
                    <a:pt x="0" y="376"/>
                  </a:lnTo>
                  <a:lnTo>
                    <a:pt x="0" y="357"/>
                  </a:lnTo>
                  <a:lnTo>
                    <a:pt x="2" y="338"/>
                  </a:lnTo>
                  <a:lnTo>
                    <a:pt x="4" y="319"/>
                  </a:lnTo>
                  <a:lnTo>
                    <a:pt x="7" y="301"/>
                  </a:lnTo>
                  <a:lnTo>
                    <a:pt x="12" y="282"/>
                  </a:lnTo>
                  <a:lnTo>
                    <a:pt x="16" y="265"/>
                  </a:lnTo>
                  <a:lnTo>
                    <a:pt x="23" y="246"/>
                  </a:lnTo>
                  <a:lnTo>
                    <a:pt x="30" y="231"/>
                  </a:lnTo>
                  <a:lnTo>
                    <a:pt x="37" y="213"/>
                  </a:lnTo>
                  <a:lnTo>
                    <a:pt x="45" y="197"/>
                  </a:lnTo>
                  <a:lnTo>
                    <a:pt x="55" y="182"/>
                  </a:lnTo>
                  <a:lnTo>
                    <a:pt x="64" y="166"/>
                  </a:lnTo>
                  <a:lnTo>
                    <a:pt x="75" y="151"/>
                  </a:lnTo>
                  <a:lnTo>
                    <a:pt x="85" y="138"/>
                  </a:lnTo>
                  <a:lnTo>
                    <a:pt x="97" y="123"/>
                  </a:lnTo>
                  <a:lnTo>
                    <a:pt x="110" y="111"/>
                  </a:lnTo>
                  <a:lnTo>
                    <a:pt x="124" y="98"/>
                  </a:lnTo>
                  <a:lnTo>
                    <a:pt x="137" y="86"/>
                  </a:lnTo>
                  <a:lnTo>
                    <a:pt x="151" y="75"/>
                  </a:lnTo>
                  <a:lnTo>
                    <a:pt x="166" y="65"/>
                  </a:lnTo>
                  <a:lnTo>
                    <a:pt x="181" y="56"/>
                  </a:lnTo>
                  <a:lnTo>
                    <a:pt x="196" y="46"/>
                  </a:lnTo>
                  <a:lnTo>
                    <a:pt x="212" y="37"/>
                  </a:lnTo>
                  <a:lnTo>
                    <a:pt x="230" y="30"/>
                  </a:lnTo>
                  <a:lnTo>
                    <a:pt x="247" y="24"/>
                  </a:lnTo>
                  <a:lnTo>
                    <a:pt x="264" y="17"/>
                  </a:lnTo>
                  <a:lnTo>
                    <a:pt x="281" y="12"/>
                  </a:lnTo>
                  <a:lnTo>
                    <a:pt x="300" y="8"/>
                  </a:lnTo>
                  <a:lnTo>
                    <a:pt x="318" y="5"/>
                  </a:lnTo>
                  <a:lnTo>
                    <a:pt x="337" y="3"/>
                  </a:lnTo>
                  <a:lnTo>
                    <a:pt x="357" y="1"/>
                  </a:lnTo>
                  <a:lnTo>
                    <a:pt x="375" y="0"/>
                  </a:lnTo>
                  <a:lnTo>
                    <a:pt x="393" y="0"/>
                  </a:lnTo>
                  <a:lnTo>
                    <a:pt x="412" y="1"/>
                  </a:lnTo>
                  <a:lnTo>
                    <a:pt x="431" y="3"/>
                  </a:lnTo>
                  <a:lnTo>
                    <a:pt x="450" y="5"/>
                  </a:lnTo>
                  <a:lnTo>
                    <a:pt x="468" y="8"/>
                  </a:lnTo>
                  <a:lnTo>
                    <a:pt x="487" y="12"/>
                  </a:lnTo>
                  <a:lnTo>
                    <a:pt x="505" y="17"/>
                  </a:lnTo>
                  <a:lnTo>
                    <a:pt x="522" y="24"/>
                  </a:lnTo>
                  <a:lnTo>
                    <a:pt x="540" y="30"/>
                  </a:lnTo>
                  <a:lnTo>
                    <a:pt x="556" y="37"/>
                  </a:lnTo>
                  <a:lnTo>
                    <a:pt x="571" y="46"/>
                  </a:lnTo>
                  <a:lnTo>
                    <a:pt x="587" y="56"/>
                  </a:lnTo>
                  <a:lnTo>
                    <a:pt x="603" y="65"/>
                  </a:lnTo>
                  <a:lnTo>
                    <a:pt x="618" y="75"/>
                  </a:lnTo>
                  <a:lnTo>
                    <a:pt x="632" y="86"/>
                  </a:lnTo>
                  <a:lnTo>
                    <a:pt x="646" y="98"/>
                  </a:lnTo>
                  <a:lnTo>
                    <a:pt x="659" y="111"/>
                  </a:lnTo>
                  <a:lnTo>
                    <a:pt x="671" y="123"/>
                  </a:lnTo>
                  <a:lnTo>
                    <a:pt x="683" y="138"/>
                  </a:lnTo>
                  <a:lnTo>
                    <a:pt x="693" y="151"/>
                  </a:lnTo>
                  <a:lnTo>
                    <a:pt x="704" y="166"/>
                  </a:lnTo>
                  <a:lnTo>
                    <a:pt x="714" y="182"/>
                  </a:lnTo>
                  <a:lnTo>
                    <a:pt x="722" y="197"/>
                  </a:lnTo>
                  <a:lnTo>
                    <a:pt x="732" y="213"/>
                  </a:lnTo>
                  <a:lnTo>
                    <a:pt x="738" y="231"/>
                  </a:lnTo>
                  <a:lnTo>
                    <a:pt x="745" y="246"/>
                  </a:lnTo>
                  <a:lnTo>
                    <a:pt x="752" y="265"/>
                  </a:lnTo>
                  <a:lnTo>
                    <a:pt x="757" y="282"/>
                  </a:lnTo>
                  <a:lnTo>
                    <a:pt x="761" y="301"/>
                  </a:lnTo>
                  <a:lnTo>
                    <a:pt x="764" y="319"/>
                  </a:lnTo>
                  <a:lnTo>
                    <a:pt x="766" y="338"/>
                  </a:lnTo>
                  <a:lnTo>
                    <a:pt x="767" y="357"/>
                  </a:lnTo>
                  <a:lnTo>
                    <a:pt x="769" y="376"/>
                  </a:lnTo>
                  <a:lnTo>
                    <a:pt x="769" y="394"/>
                  </a:lnTo>
                  <a:lnTo>
                    <a:pt x="767" y="414"/>
                  </a:lnTo>
                  <a:lnTo>
                    <a:pt x="766" y="432"/>
                  </a:lnTo>
                  <a:lnTo>
                    <a:pt x="764" y="451"/>
                  </a:lnTo>
                  <a:lnTo>
                    <a:pt x="761" y="469"/>
                  </a:lnTo>
                  <a:lnTo>
                    <a:pt x="757" y="488"/>
                  </a:lnTo>
                  <a:lnTo>
                    <a:pt x="752" y="505"/>
                  </a:lnTo>
                  <a:lnTo>
                    <a:pt x="745" y="524"/>
                  </a:lnTo>
                  <a:lnTo>
                    <a:pt x="738" y="539"/>
                  </a:lnTo>
                  <a:lnTo>
                    <a:pt x="732" y="557"/>
                  </a:lnTo>
                  <a:lnTo>
                    <a:pt x="722" y="573"/>
                  </a:lnTo>
                  <a:lnTo>
                    <a:pt x="714" y="589"/>
                  </a:lnTo>
                  <a:lnTo>
                    <a:pt x="704" y="604"/>
                  </a:lnTo>
                  <a:lnTo>
                    <a:pt x="693" y="619"/>
                  </a:lnTo>
                  <a:lnTo>
                    <a:pt x="683" y="632"/>
                  </a:lnTo>
                  <a:lnTo>
                    <a:pt x="671" y="647"/>
                  </a:lnTo>
                  <a:lnTo>
                    <a:pt x="659" y="659"/>
                  </a:lnTo>
                  <a:lnTo>
                    <a:pt x="646" y="672"/>
                  </a:lnTo>
                  <a:lnTo>
                    <a:pt x="632" y="684"/>
                  </a:lnTo>
                  <a:lnTo>
                    <a:pt x="618" y="695"/>
                  </a:lnTo>
                  <a:lnTo>
                    <a:pt x="603" y="705"/>
                  </a:lnTo>
                  <a:lnTo>
                    <a:pt x="587" y="714"/>
                  </a:lnTo>
                  <a:lnTo>
                    <a:pt x="571" y="724"/>
                  </a:lnTo>
                  <a:lnTo>
                    <a:pt x="556" y="733"/>
                  </a:lnTo>
                  <a:lnTo>
                    <a:pt x="540" y="740"/>
                  </a:lnTo>
                  <a:lnTo>
                    <a:pt x="522" y="746"/>
                  </a:lnTo>
                  <a:lnTo>
                    <a:pt x="505" y="753"/>
                  </a:lnTo>
                  <a:lnTo>
                    <a:pt x="487" y="758"/>
                  </a:lnTo>
                  <a:lnTo>
                    <a:pt x="468" y="762"/>
                  </a:lnTo>
                  <a:lnTo>
                    <a:pt x="450" y="765"/>
                  </a:lnTo>
                  <a:lnTo>
                    <a:pt x="431" y="767"/>
                  </a:lnTo>
                  <a:lnTo>
                    <a:pt x="412" y="769"/>
                  </a:lnTo>
                  <a:lnTo>
                    <a:pt x="393" y="769"/>
                  </a:lnTo>
                  <a:lnTo>
                    <a:pt x="375" y="769"/>
                  </a:lnTo>
                  <a:lnTo>
                    <a:pt x="357" y="769"/>
                  </a:lnTo>
                  <a:lnTo>
                    <a:pt x="337" y="767"/>
                  </a:lnTo>
                  <a:lnTo>
                    <a:pt x="318" y="765"/>
                  </a:lnTo>
                  <a:lnTo>
                    <a:pt x="300" y="762"/>
                  </a:lnTo>
                  <a:lnTo>
                    <a:pt x="281" y="758"/>
                  </a:lnTo>
                  <a:lnTo>
                    <a:pt x="264" y="753"/>
                  </a:lnTo>
                  <a:lnTo>
                    <a:pt x="247" y="746"/>
                  </a:lnTo>
                  <a:lnTo>
                    <a:pt x="230" y="740"/>
                  </a:lnTo>
                  <a:lnTo>
                    <a:pt x="212" y="733"/>
                  </a:lnTo>
                  <a:lnTo>
                    <a:pt x="196" y="724"/>
                  </a:lnTo>
                  <a:lnTo>
                    <a:pt x="181" y="714"/>
                  </a:lnTo>
                  <a:lnTo>
                    <a:pt x="166" y="705"/>
                  </a:lnTo>
                  <a:lnTo>
                    <a:pt x="151" y="695"/>
                  </a:lnTo>
                  <a:lnTo>
                    <a:pt x="137" y="684"/>
                  </a:lnTo>
                  <a:lnTo>
                    <a:pt x="124" y="672"/>
                  </a:lnTo>
                  <a:lnTo>
                    <a:pt x="110" y="659"/>
                  </a:lnTo>
                  <a:lnTo>
                    <a:pt x="97" y="647"/>
                  </a:lnTo>
                  <a:lnTo>
                    <a:pt x="85" y="632"/>
                  </a:lnTo>
                  <a:lnTo>
                    <a:pt x="75" y="619"/>
                  </a:lnTo>
                  <a:lnTo>
                    <a:pt x="64" y="604"/>
                  </a:lnTo>
                  <a:lnTo>
                    <a:pt x="55" y="589"/>
                  </a:lnTo>
                  <a:lnTo>
                    <a:pt x="45" y="573"/>
                  </a:lnTo>
                  <a:lnTo>
                    <a:pt x="37" y="557"/>
                  </a:lnTo>
                  <a:lnTo>
                    <a:pt x="30" y="539"/>
                  </a:lnTo>
                  <a:lnTo>
                    <a:pt x="23" y="524"/>
                  </a:lnTo>
                  <a:lnTo>
                    <a:pt x="16" y="505"/>
                  </a:lnTo>
                  <a:lnTo>
                    <a:pt x="12" y="488"/>
                  </a:lnTo>
                  <a:lnTo>
                    <a:pt x="7" y="469"/>
                  </a:lnTo>
                  <a:lnTo>
                    <a:pt x="4" y="451"/>
                  </a:lnTo>
                  <a:lnTo>
                    <a:pt x="2" y="432"/>
                  </a:lnTo>
                  <a:lnTo>
                    <a:pt x="0" y="414"/>
                  </a:lnTo>
                  <a:lnTo>
                    <a:pt x="0" y="394"/>
                  </a:lnTo>
                  <a:close/>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 name="Freeform 24">
              <a:extLst>
                <a:ext uri="{FF2B5EF4-FFF2-40B4-BE49-F238E27FC236}">
                  <a16:creationId xmlns:a16="http://schemas.microsoft.com/office/drawing/2014/main" id="{A22FE0E2-2B3E-46FC-96B6-0B30D023459D}"/>
                </a:ext>
              </a:extLst>
            </p:cNvPr>
            <p:cNvSpPr>
              <a:spLocks/>
            </p:cNvSpPr>
            <p:nvPr/>
          </p:nvSpPr>
          <p:spPr bwMode="auto">
            <a:xfrm>
              <a:off x="3948113" y="1687512"/>
              <a:ext cx="693737" cy="598488"/>
            </a:xfrm>
            <a:custGeom>
              <a:avLst/>
              <a:gdLst>
                <a:gd name="T0" fmla="*/ 2147483646 w 874"/>
                <a:gd name="T1" fmla="*/ 2147483646 h 753"/>
                <a:gd name="T2" fmla="*/ 2147483646 w 874"/>
                <a:gd name="T3" fmla="*/ 2147483646 h 753"/>
                <a:gd name="T4" fmla="*/ 2147483646 w 874"/>
                <a:gd name="T5" fmla="*/ 2147483646 h 753"/>
                <a:gd name="T6" fmla="*/ 2147483646 w 874"/>
                <a:gd name="T7" fmla="*/ 2147483646 h 753"/>
                <a:gd name="T8" fmla="*/ 2147483646 w 874"/>
                <a:gd name="T9" fmla="*/ 2147483646 h 753"/>
                <a:gd name="T10" fmla="*/ 2147483646 w 874"/>
                <a:gd name="T11" fmla="*/ 2147483646 h 753"/>
                <a:gd name="T12" fmla="*/ 2147483646 w 874"/>
                <a:gd name="T13" fmla="*/ 2147483646 h 753"/>
                <a:gd name="T14" fmla="*/ 2147483646 w 874"/>
                <a:gd name="T15" fmla="*/ 2147483646 h 753"/>
                <a:gd name="T16" fmla="*/ 2147483646 w 874"/>
                <a:gd name="T17" fmla="*/ 2147483646 h 753"/>
                <a:gd name="T18" fmla="*/ 2147483646 w 874"/>
                <a:gd name="T19" fmla="*/ 2147483646 h 753"/>
                <a:gd name="T20" fmla="*/ 0 w 874"/>
                <a:gd name="T21" fmla="*/ 2147483646 h 753"/>
                <a:gd name="T22" fmla="*/ 2147483646 w 874"/>
                <a:gd name="T23" fmla="*/ 2147483646 h 753"/>
                <a:gd name="T24" fmla="*/ 2147483646 w 874"/>
                <a:gd name="T25" fmla="*/ 2147483646 h 753"/>
                <a:gd name="T26" fmla="*/ 2147483646 w 874"/>
                <a:gd name="T27" fmla="*/ 2147483646 h 753"/>
                <a:gd name="T28" fmla="*/ 2147483646 w 874"/>
                <a:gd name="T29" fmla="*/ 2147483646 h 753"/>
                <a:gd name="T30" fmla="*/ 2147483646 w 874"/>
                <a:gd name="T31" fmla="*/ 2147483646 h 753"/>
                <a:gd name="T32" fmla="*/ 2147483646 w 874"/>
                <a:gd name="T33" fmla="*/ 2147483646 h 753"/>
                <a:gd name="T34" fmla="*/ 2147483646 w 874"/>
                <a:gd name="T35" fmla="*/ 2147483646 h 753"/>
                <a:gd name="T36" fmla="*/ 2147483646 w 874"/>
                <a:gd name="T37" fmla="*/ 2147483646 h 753"/>
                <a:gd name="T38" fmla="*/ 2147483646 w 874"/>
                <a:gd name="T39" fmla="*/ 2147483646 h 753"/>
                <a:gd name="T40" fmla="*/ 2147483646 w 874"/>
                <a:gd name="T41" fmla="*/ 2147483646 h 753"/>
                <a:gd name="T42" fmla="*/ 2147483646 w 874"/>
                <a:gd name="T43" fmla="*/ 2147483646 h 753"/>
                <a:gd name="T44" fmla="*/ 2147483646 w 874"/>
                <a:gd name="T45" fmla="*/ 2147483646 h 753"/>
                <a:gd name="T46" fmla="*/ 2147483646 w 874"/>
                <a:gd name="T47" fmla="*/ 2147483646 h 753"/>
                <a:gd name="T48" fmla="*/ 2147483646 w 874"/>
                <a:gd name="T49" fmla="*/ 2147483646 h 753"/>
                <a:gd name="T50" fmla="*/ 2147483646 w 874"/>
                <a:gd name="T51" fmla="*/ 2147483646 h 753"/>
                <a:gd name="T52" fmla="*/ 2147483646 w 874"/>
                <a:gd name="T53" fmla="*/ 2147483646 h 753"/>
                <a:gd name="T54" fmla="*/ 2147483646 w 874"/>
                <a:gd name="T55" fmla="*/ 2147483646 h 753"/>
                <a:gd name="T56" fmla="*/ 2147483646 w 874"/>
                <a:gd name="T57" fmla="*/ 2147483646 h 753"/>
                <a:gd name="T58" fmla="*/ 2147483646 w 874"/>
                <a:gd name="T59" fmla="*/ 2147483646 h 753"/>
                <a:gd name="T60" fmla="*/ 2147483646 w 874"/>
                <a:gd name="T61" fmla="*/ 2147483646 h 753"/>
                <a:gd name="T62" fmla="*/ 2147483646 w 874"/>
                <a:gd name="T63" fmla="*/ 2147483646 h 753"/>
                <a:gd name="T64" fmla="*/ 2147483646 w 874"/>
                <a:gd name="T65" fmla="*/ 2147483646 h 753"/>
                <a:gd name="T66" fmla="*/ 2147483646 w 874"/>
                <a:gd name="T67" fmla="*/ 2147483646 h 753"/>
                <a:gd name="T68" fmla="*/ 2147483646 w 874"/>
                <a:gd name="T69" fmla="*/ 2147483646 h 753"/>
                <a:gd name="T70" fmla="*/ 2147483646 w 874"/>
                <a:gd name="T71" fmla="*/ 2147483646 h 753"/>
                <a:gd name="T72" fmla="*/ 2147483646 w 874"/>
                <a:gd name="T73" fmla="*/ 2147483646 h 753"/>
                <a:gd name="T74" fmla="*/ 2147483646 w 874"/>
                <a:gd name="T75" fmla="*/ 2147483646 h 753"/>
                <a:gd name="T76" fmla="*/ 2147483646 w 874"/>
                <a:gd name="T77" fmla="*/ 2147483646 h 753"/>
                <a:gd name="T78" fmla="*/ 2147483646 w 874"/>
                <a:gd name="T79" fmla="*/ 2147483646 h 753"/>
                <a:gd name="T80" fmla="*/ 2147483646 w 874"/>
                <a:gd name="T81" fmla="*/ 2147483646 h 753"/>
                <a:gd name="T82" fmla="*/ 2147483646 w 874"/>
                <a:gd name="T83" fmla="*/ 2147483646 h 753"/>
                <a:gd name="T84" fmla="*/ 2147483646 w 874"/>
                <a:gd name="T85" fmla="*/ 2147483646 h 753"/>
                <a:gd name="T86" fmla="*/ 2147483646 w 874"/>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74"/>
                <a:gd name="T133" fmla="*/ 0 h 753"/>
                <a:gd name="T134" fmla="*/ 874 w 874"/>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74" h="753">
                  <a:moveTo>
                    <a:pt x="437" y="0"/>
                  </a:moveTo>
                  <a:lnTo>
                    <a:pt x="414" y="1"/>
                  </a:lnTo>
                  <a:lnTo>
                    <a:pt x="392" y="2"/>
                  </a:lnTo>
                  <a:lnTo>
                    <a:pt x="371" y="5"/>
                  </a:lnTo>
                  <a:lnTo>
                    <a:pt x="348" y="8"/>
                  </a:lnTo>
                  <a:lnTo>
                    <a:pt x="327" y="12"/>
                  </a:lnTo>
                  <a:lnTo>
                    <a:pt x="307" y="17"/>
                  </a:lnTo>
                  <a:lnTo>
                    <a:pt x="286" y="23"/>
                  </a:lnTo>
                  <a:lnTo>
                    <a:pt x="266" y="30"/>
                  </a:lnTo>
                  <a:lnTo>
                    <a:pt x="248" y="38"/>
                  </a:lnTo>
                  <a:lnTo>
                    <a:pt x="228" y="46"/>
                  </a:lnTo>
                  <a:lnTo>
                    <a:pt x="210" y="55"/>
                  </a:lnTo>
                  <a:lnTo>
                    <a:pt x="192" y="65"/>
                  </a:lnTo>
                  <a:lnTo>
                    <a:pt x="175" y="75"/>
                  </a:lnTo>
                  <a:lnTo>
                    <a:pt x="159" y="86"/>
                  </a:lnTo>
                  <a:lnTo>
                    <a:pt x="143" y="98"/>
                  </a:lnTo>
                  <a:lnTo>
                    <a:pt x="127" y="111"/>
                  </a:lnTo>
                  <a:lnTo>
                    <a:pt x="112" y="124"/>
                  </a:lnTo>
                  <a:lnTo>
                    <a:pt x="99" y="137"/>
                  </a:lnTo>
                  <a:lnTo>
                    <a:pt x="86" y="152"/>
                  </a:lnTo>
                  <a:lnTo>
                    <a:pt x="74" y="167"/>
                  </a:lnTo>
                  <a:lnTo>
                    <a:pt x="62" y="181"/>
                  </a:lnTo>
                  <a:lnTo>
                    <a:pt x="51" y="197"/>
                  </a:lnTo>
                  <a:lnTo>
                    <a:pt x="42" y="213"/>
                  </a:lnTo>
                  <a:lnTo>
                    <a:pt x="34" y="230"/>
                  </a:lnTo>
                  <a:lnTo>
                    <a:pt x="26" y="248"/>
                  </a:lnTo>
                  <a:lnTo>
                    <a:pt x="18" y="265"/>
                  </a:lnTo>
                  <a:lnTo>
                    <a:pt x="13" y="283"/>
                  </a:lnTo>
                  <a:lnTo>
                    <a:pt x="8" y="301"/>
                  </a:lnTo>
                  <a:lnTo>
                    <a:pt x="4" y="319"/>
                  </a:lnTo>
                  <a:lnTo>
                    <a:pt x="1" y="338"/>
                  </a:lnTo>
                  <a:lnTo>
                    <a:pt x="0" y="358"/>
                  </a:lnTo>
                  <a:lnTo>
                    <a:pt x="0" y="376"/>
                  </a:lnTo>
                  <a:lnTo>
                    <a:pt x="0" y="396"/>
                  </a:lnTo>
                  <a:lnTo>
                    <a:pt x="1" y="416"/>
                  </a:lnTo>
                  <a:lnTo>
                    <a:pt x="4" y="434"/>
                  </a:lnTo>
                  <a:lnTo>
                    <a:pt x="8" y="453"/>
                  </a:lnTo>
                  <a:lnTo>
                    <a:pt x="13" y="470"/>
                  </a:lnTo>
                  <a:lnTo>
                    <a:pt x="18" y="489"/>
                  </a:lnTo>
                  <a:lnTo>
                    <a:pt x="26" y="506"/>
                  </a:lnTo>
                  <a:lnTo>
                    <a:pt x="34" y="523"/>
                  </a:lnTo>
                  <a:lnTo>
                    <a:pt x="42" y="540"/>
                  </a:lnTo>
                  <a:lnTo>
                    <a:pt x="51" y="556"/>
                  </a:lnTo>
                  <a:lnTo>
                    <a:pt x="62" y="572"/>
                  </a:lnTo>
                  <a:lnTo>
                    <a:pt x="74" y="587"/>
                  </a:lnTo>
                  <a:lnTo>
                    <a:pt x="86" y="601"/>
                  </a:lnTo>
                  <a:lnTo>
                    <a:pt x="99" y="616"/>
                  </a:lnTo>
                  <a:lnTo>
                    <a:pt x="112" y="629"/>
                  </a:lnTo>
                  <a:lnTo>
                    <a:pt x="127" y="643"/>
                  </a:lnTo>
                  <a:lnTo>
                    <a:pt x="143" y="656"/>
                  </a:lnTo>
                  <a:lnTo>
                    <a:pt x="159" y="668"/>
                  </a:lnTo>
                  <a:lnTo>
                    <a:pt x="175" y="678"/>
                  </a:lnTo>
                  <a:lnTo>
                    <a:pt x="192" y="689"/>
                  </a:lnTo>
                  <a:lnTo>
                    <a:pt x="210" y="698"/>
                  </a:lnTo>
                  <a:lnTo>
                    <a:pt x="228" y="708"/>
                  </a:lnTo>
                  <a:lnTo>
                    <a:pt x="248" y="715"/>
                  </a:lnTo>
                  <a:lnTo>
                    <a:pt x="266" y="723"/>
                  </a:lnTo>
                  <a:lnTo>
                    <a:pt x="286" y="730"/>
                  </a:lnTo>
                  <a:lnTo>
                    <a:pt x="307" y="737"/>
                  </a:lnTo>
                  <a:lnTo>
                    <a:pt x="327" y="742"/>
                  </a:lnTo>
                  <a:lnTo>
                    <a:pt x="348" y="746"/>
                  </a:lnTo>
                  <a:lnTo>
                    <a:pt x="371" y="749"/>
                  </a:lnTo>
                  <a:lnTo>
                    <a:pt x="392" y="751"/>
                  </a:lnTo>
                  <a:lnTo>
                    <a:pt x="414" y="753"/>
                  </a:lnTo>
                  <a:lnTo>
                    <a:pt x="437" y="753"/>
                  </a:lnTo>
                  <a:lnTo>
                    <a:pt x="460" y="753"/>
                  </a:lnTo>
                  <a:lnTo>
                    <a:pt x="482" y="751"/>
                  </a:lnTo>
                  <a:lnTo>
                    <a:pt x="503" y="749"/>
                  </a:lnTo>
                  <a:lnTo>
                    <a:pt x="524" y="746"/>
                  </a:lnTo>
                  <a:lnTo>
                    <a:pt x="546" y="742"/>
                  </a:lnTo>
                  <a:lnTo>
                    <a:pt x="567" y="737"/>
                  </a:lnTo>
                  <a:lnTo>
                    <a:pt x="587" y="730"/>
                  </a:lnTo>
                  <a:lnTo>
                    <a:pt x="607" y="723"/>
                  </a:lnTo>
                  <a:lnTo>
                    <a:pt x="626" y="715"/>
                  </a:lnTo>
                  <a:lnTo>
                    <a:pt x="645" y="708"/>
                  </a:lnTo>
                  <a:lnTo>
                    <a:pt x="664" y="698"/>
                  </a:lnTo>
                  <a:lnTo>
                    <a:pt x="681" y="689"/>
                  </a:lnTo>
                  <a:lnTo>
                    <a:pt x="698" y="678"/>
                  </a:lnTo>
                  <a:lnTo>
                    <a:pt x="715" y="668"/>
                  </a:lnTo>
                  <a:lnTo>
                    <a:pt x="731" y="656"/>
                  </a:lnTo>
                  <a:lnTo>
                    <a:pt x="746" y="643"/>
                  </a:lnTo>
                  <a:lnTo>
                    <a:pt x="760" y="629"/>
                  </a:lnTo>
                  <a:lnTo>
                    <a:pt x="775" y="616"/>
                  </a:lnTo>
                  <a:lnTo>
                    <a:pt x="787" y="601"/>
                  </a:lnTo>
                  <a:lnTo>
                    <a:pt x="800" y="587"/>
                  </a:lnTo>
                  <a:lnTo>
                    <a:pt x="811" y="572"/>
                  </a:lnTo>
                  <a:lnTo>
                    <a:pt x="821" y="556"/>
                  </a:lnTo>
                  <a:lnTo>
                    <a:pt x="830" y="540"/>
                  </a:lnTo>
                  <a:lnTo>
                    <a:pt x="840" y="523"/>
                  </a:lnTo>
                  <a:lnTo>
                    <a:pt x="848" y="506"/>
                  </a:lnTo>
                  <a:lnTo>
                    <a:pt x="854" y="489"/>
                  </a:lnTo>
                  <a:lnTo>
                    <a:pt x="861" y="470"/>
                  </a:lnTo>
                  <a:lnTo>
                    <a:pt x="865" y="453"/>
                  </a:lnTo>
                  <a:lnTo>
                    <a:pt x="869" y="434"/>
                  </a:lnTo>
                  <a:lnTo>
                    <a:pt x="872" y="416"/>
                  </a:lnTo>
                  <a:lnTo>
                    <a:pt x="874" y="396"/>
                  </a:lnTo>
                  <a:lnTo>
                    <a:pt x="874" y="376"/>
                  </a:lnTo>
                  <a:lnTo>
                    <a:pt x="874" y="358"/>
                  </a:lnTo>
                  <a:lnTo>
                    <a:pt x="872" y="338"/>
                  </a:lnTo>
                  <a:lnTo>
                    <a:pt x="869" y="319"/>
                  </a:lnTo>
                  <a:lnTo>
                    <a:pt x="865" y="301"/>
                  </a:lnTo>
                  <a:lnTo>
                    <a:pt x="861" y="283"/>
                  </a:lnTo>
                  <a:lnTo>
                    <a:pt x="854" y="265"/>
                  </a:lnTo>
                  <a:lnTo>
                    <a:pt x="848" y="248"/>
                  </a:lnTo>
                  <a:lnTo>
                    <a:pt x="840" y="230"/>
                  </a:lnTo>
                  <a:lnTo>
                    <a:pt x="830" y="213"/>
                  </a:lnTo>
                  <a:lnTo>
                    <a:pt x="821" y="197"/>
                  </a:lnTo>
                  <a:lnTo>
                    <a:pt x="811" y="181"/>
                  </a:lnTo>
                  <a:lnTo>
                    <a:pt x="800" y="167"/>
                  </a:lnTo>
                  <a:lnTo>
                    <a:pt x="787" y="152"/>
                  </a:lnTo>
                  <a:lnTo>
                    <a:pt x="775" y="137"/>
                  </a:lnTo>
                  <a:lnTo>
                    <a:pt x="760" y="124"/>
                  </a:lnTo>
                  <a:lnTo>
                    <a:pt x="746" y="111"/>
                  </a:lnTo>
                  <a:lnTo>
                    <a:pt x="731" y="98"/>
                  </a:lnTo>
                  <a:lnTo>
                    <a:pt x="715" y="86"/>
                  </a:lnTo>
                  <a:lnTo>
                    <a:pt x="698" y="75"/>
                  </a:lnTo>
                  <a:lnTo>
                    <a:pt x="681" y="65"/>
                  </a:lnTo>
                  <a:lnTo>
                    <a:pt x="664" y="55"/>
                  </a:lnTo>
                  <a:lnTo>
                    <a:pt x="645" y="46"/>
                  </a:lnTo>
                  <a:lnTo>
                    <a:pt x="626" y="38"/>
                  </a:lnTo>
                  <a:lnTo>
                    <a:pt x="607" y="30"/>
                  </a:lnTo>
                  <a:lnTo>
                    <a:pt x="587" y="23"/>
                  </a:lnTo>
                  <a:lnTo>
                    <a:pt x="567" y="17"/>
                  </a:lnTo>
                  <a:lnTo>
                    <a:pt x="546" y="12"/>
                  </a:lnTo>
                  <a:lnTo>
                    <a:pt x="524" y="8"/>
                  </a:lnTo>
                  <a:lnTo>
                    <a:pt x="503" y="5"/>
                  </a:lnTo>
                  <a:lnTo>
                    <a:pt x="482" y="2"/>
                  </a:lnTo>
                  <a:lnTo>
                    <a:pt x="460" y="1"/>
                  </a:lnTo>
                  <a:lnTo>
                    <a:pt x="437"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 name="Rectangle 25">
              <a:extLst>
                <a:ext uri="{FF2B5EF4-FFF2-40B4-BE49-F238E27FC236}">
                  <a16:creationId xmlns:a16="http://schemas.microsoft.com/office/drawing/2014/main" id="{503404E6-0278-414B-93AA-72E96A8ED232}"/>
                </a:ext>
              </a:extLst>
            </p:cNvPr>
            <p:cNvSpPr>
              <a:spLocks noChangeArrowheads="1"/>
            </p:cNvSpPr>
            <p:nvPr/>
          </p:nvSpPr>
          <p:spPr bwMode="auto">
            <a:xfrm>
              <a:off x="4157663" y="1884362"/>
              <a:ext cx="3968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Idle</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 name="Freeform 26">
              <a:extLst>
                <a:ext uri="{FF2B5EF4-FFF2-40B4-BE49-F238E27FC236}">
                  <a16:creationId xmlns:a16="http://schemas.microsoft.com/office/drawing/2014/main" id="{77C249E0-5EC4-4A53-AA60-66BA0C1472E9}"/>
                </a:ext>
              </a:extLst>
            </p:cNvPr>
            <p:cNvSpPr>
              <a:spLocks/>
            </p:cNvSpPr>
            <p:nvPr/>
          </p:nvSpPr>
          <p:spPr bwMode="auto">
            <a:xfrm>
              <a:off x="3717925" y="2867025"/>
              <a:ext cx="1192213" cy="596900"/>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2"/>
                  </a:lnTo>
                  <a:lnTo>
                    <a:pt x="674" y="3"/>
                  </a:lnTo>
                  <a:lnTo>
                    <a:pt x="637" y="6"/>
                  </a:lnTo>
                  <a:lnTo>
                    <a:pt x="600" y="8"/>
                  </a:lnTo>
                  <a:lnTo>
                    <a:pt x="563" y="12"/>
                  </a:lnTo>
                  <a:lnTo>
                    <a:pt x="528" y="18"/>
                  </a:lnTo>
                  <a:lnTo>
                    <a:pt x="492" y="24"/>
                  </a:lnTo>
                  <a:lnTo>
                    <a:pt x="458" y="31"/>
                  </a:lnTo>
                  <a:lnTo>
                    <a:pt x="425" y="39"/>
                  </a:lnTo>
                  <a:lnTo>
                    <a:pt x="393" y="47"/>
                  </a:lnTo>
                  <a:lnTo>
                    <a:pt x="361" y="56"/>
                  </a:lnTo>
                  <a:lnTo>
                    <a:pt x="331" y="65"/>
                  </a:lnTo>
                  <a:lnTo>
                    <a:pt x="302" y="76"/>
                  </a:lnTo>
                  <a:lnTo>
                    <a:pt x="274" y="86"/>
                  </a:lnTo>
                  <a:lnTo>
                    <a:pt x="246" y="98"/>
                  </a:lnTo>
                  <a:lnTo>
                    <a:pt x="220" y="112"/>
                  </a:lnTo>
                  <a:lnTo>
                    <a:pt x="194" y="125"/>
                  </a:lnTo>
                  <a:lnTo>
                    <a:pt x="172" y="138"/>
                  </a:lnTo>
                  <a:lnTo>
                    <a:pt x="149" y="153"/>
                  </a:lnTo>
                  <a:lnTo>
                    <a:pt x="128" y="167"/>
                  </a:lnTo>
                  <a:lnTo>
                    <a:pt x="108" y="182"/>
                  </a:lnTo>
                  <a:lnTo>
                    <a:pt x="91" y="198"/>
                  </a:lnTo>
                  <a:lnTo>
                    <a:pt x="74" y="214"/>
                  </a:lnTo>
                  <a:lnTo>
                    <a:pt x="59" y="231"/>
                  </a:lnTo>
                  <a:lnTo>
                    <a:pt x="46" y="248"/>
                  </a:lnTo>
                  <a:lnTo>
                    <a:pt x="34" y="265"/>
                  </a:lnTo>
                  <a:lnTo>
                    <a:pt x="23" y="284"/>
                  </a:lnTo>
                  <a:lnTo>
                    <a:pt x="16" y="301"/>
                  </a:lnTo>
                  <a:lnTo>
                    <a:pt x="9" y="320"/>
                  </a:lnTo>
                  <a:lnTo>
                    <a:pt x="4" y="338"/>
                  </a:lnTo>
                  <a:lnTo>
                    <a:pt x="1" y="358"/>
                  </a:lnTo>
                  <a:lnTo>
                    <a:pt x="0" y="377"/>
                  </a:lnTo>
                  <a:lnTo>
                    <a:pt x="1" y="397"/>
                  </a:lnTo>
                  <a:lnTo>
                    <a:pt x="4" y="417"/>
                  </a:lnTo>
                  <a:lnTo>
                    <a:pt x="9" y="435"/>
                  </a:lnTo>
                  <a:lnTo>
                    <a:pt x="16" y="454"/>
                  </a:lnTo>
                  <a:lnTo>
                    <a:pt x="23" y="471"/>
                  </a:lnTo>
                  <a:lnTo>
                    <a:pt x="34" y="489"/>
                  </a:lnTo>
                  <a:lnTo>
                    <a:pt x="46" y="507"/>
                  </a:lnTo>
                  <a:lnTo>
                    <a:pt x="59" y="524"/>
                  </a:lnTo>
                  <a:lnTo>
                    <a:pt x="74" y="541"/>
                  </a:lnTo>
                  <a:lnTo>
                    <a:pt x="91" y="557"/>
                  </a:lnTo>
                  <a:lnTo>
                    <a:pt x="108" y="573"/>
                  </a:lnTo>
                  <a:lnTo>
                    <a:pt x="128" y="588"/>
                  </a:lnTo>
                  <a:lnTo>
                    <a:pt x="149" y="602"/>
                  </a:lnTo>
                  <a:lnTo>
                    <a:pt x="172" y="617"/>
                  </a:lnTo>
                  <a:lnTo>
                    <a:pt x="194" y="630"/>
                  </a:lnTo>
                  <a:lnTo>
                    <a:pt x="220" y="643"/>
                  </a:lnTo>
                  <a:lnTo>
                    <a:pt x="246" y="657"/>
                  </a:lnTo>
                  <a:lnTo>
                    <a:pt x="274" y="668"/>
                  </a:lnTo>
                  <a:lnTo>
                    <a:pt x="302" y="679"/>
                  </a:lnTo>
                  <a:lnTo>
                    <a:pt x="331" y="690"/>
                  </a:lnTo>
                  <a:lnTo>
                    <a:pt x="361" y="699"/>
                  </a:lnTo>
                  <a:lnTo>
                    <a:pt x="393" y="708"/>
                  </a:lnTo>
                  <a:lnTo>
                    <a:pt x="425" y="716"/>
                  </a:lnTo>
                  <a:lnTo>
                    <a:pt x="458" y="724"/>
                  </a:lnTo>
                  <a:lnTo>
                    <a:pt x="492" y="731"/>
                  </a:lnTo>
                  <a:lnTo>
                    <a:pt x="528" y="737"/>
                  </a:lnTo>
                  <a:lnTo>
                    <a:pt x="563" y="743"/>
                  </a:lnTo>
                  <a:lnTo>
                    <a:pt x="600" y="747"/>
                  </a:lnTo>
                  <a:lnTo>
                    <a:pt x="637" y="749"/>
                  </a:lnTo>
                  <a:lnTo>
                    <a:pt x="674" y="752"/>
                  </a:lnTo>
                  <a:lnTo>
                    <a:pt x="712" y="753"/>
                  </a:lnTo>
                  <a:lnTo>
                    <a:pt x="751" y="753"/>
                  </a:lnTo>
                  <a:lnTo>
                    <a:pt x="789" y="753"/>
                  </a:lnTo>
                  <a:lnTo>
                    <a:pt x="828" y="752"/>
                  </a:lnTo>
                  <a:lnTo>
                    <a:pt x="866" y="749"/>
                  </a:lnTo>
                  <a:lnTo>
                    <a:pt x="902" y="747"/>
                  </a:lnTo>
                  <a:lnTo>
                    <a:pt x="939" y="743"/>
                  </a:lnTo>
                  <a:lnTo>
                    <a:pt x="975" y="737"/>
                  </a:lnTo>
                  <a:lnTo>
                    <a:pt x="1009" y="731"/>
                  </a:lnTo>
                  <a:lnTo>
                    <a:pt x="1044" y="724"/>
                  </a:lnTo>
                  <a:lnTo>
                    <a:pt x="1077" y="716"/>
                  </a:lnTo>
                  <a:lnTo>
                    <a:pt x="1109" y="708"/>
                  </a:lnTo>
                  <a:lnTo>
                    <a:pt x="1140" y="699"/>
                  </a:lnTo>
                  <a:lnTo>
                    <a:pt x="1171" y="690"/>
                  </a:lnTo>
                  <a:lnTo>
                    <a:pt x="1200" y="679"/>
                  </a:lnTo>
                  <a:lnTo>
                    <a:pt x="1229" y="668"/>
                  </a:lnTo>
                  <a:lnTo>
                    <a:pt x="1256" y="657"/>
                  </a:lnTo>
                  <a:lnTo>
                    <a:pt x="1282" y="643"/>
                  </a:lnTo>
                  <a:lnTo>
                    <a:pt x="1307" y="630"/>
                  </a:lnTo>
                  <a:lnTo>
                    <a:pt x="1331" y="617"/>
                  </a:lnTo>
                  <a:lnTo>
                    <a:pt x="1354" y="602"/>
                  </a:lnTo>
                  <a:lnTo>
                    <a:pt x="1374" y="588"/>
                  </a:lnTo>
                  <a:lnTo>
                    <a:pt x="1393" y="573"/>
                  </a:lnTo>
                  <a:lnTo>
                    <a:pt x="1412" y="557"/>
                  </a:lnTo>
                  <a:lnTo>
                    <a:pt x="1428" y="541"/>
                  </a:lnTo>
                  <a:lnTo>
                    <a:pt x="1444" y="524"/>
                  </a:lnTo>
                  <a:lnTo>
                    <a:pt x="1457" y="507"/>
                  </a:lnTo>
                  <a:lnTo>
                    <a:pt x="1469" y="489"/>
                  </a:lnTo>
                  <a:lnTo>
                    <a:pt x="1478" y="471"/>
                  </a:lnTo>
                  <a:lnTo>
                    <a:pt x="1487" y="454"/>
                  </a:lnTo>
                  <a:lnTo>
                    <a:pt x="1494" y="435"/>
                  </a:lnTo>
                  <a:lnTo>
                    <a:pt x="1498" y="417"/>
                  </a:lnTo>
                  <a:lnTo>
                    <a:pt x="1501" y="397"/>
                  </a:lnTo>
                  <a:lnTo>
                    <a:pt x="1502" y="377"/>
                  </a:lnTo>
                  <a:lnTo>
                    <a:pt x="1501" y="358"/>
                  </a:lnTo>
                  <a:lnTo>
                    <a:pt x="1498" y="338"/>
                  </a:lnTo>
                  <a:lnTo>
                    <a:pt x="1494" y="320"/>
                  </a:lnTo>
                  <a:lnTo>
                    <a:pt x="1487" y="301"/>
                  </a:lnTo>
                  <a:lnTo>
                    <a:pt x="1478" y="284"/>
                  </a:lnTo>
                  <a:lnTo>
                    <a:pt x="1469" y="265"/>
                  </a:lnTo>
                  <a:lnTo>
                    <a:pt x="1457" y="248"/>
                  </a:lnTo>
                  <a:lnTo>
                    <a:pt x="1444" y="231"/>
                  </a:lnTo>
                  <a:lnTo>
                    <a:pt x="1428" y="214"/>
                  </a:lnTo>
                  <a:lnTo>
                    <a:pt x="1412" y="198"/>
                  </a:lnTo>
                  <a:lnTo>
                    <a:pt x="1393" y="182"/>
                  </a:lnTo>
                  <a:lnTo>
                    <a:pt x="1374" y="167"/>
                  </a:lnTo>
                  <a:lnTo>
                    <a:pt x="1354" y="153"/>
                  </a:lnTo>
                  <a:lnTo>
                    <a:pt x="1331" y="138"/>
                  </a:lnTo>
                  <a:lnTo>
                    <a:pt x="1307" y="125"/>
                  </a:lnTo>
                  <a:lnTo>
                    <a:pt x="1282" y="112"/>
                  </a:lnTo>
                  <a:lnTo>
                    <a:pt x="1256" y="98"/>
                  </a:lnTo>
                  <a:lnTo>
                    <a:pt x="1229" y="86"/>
                  </a:lnTo>
                  <a:lnTo>
                    <a:pt x="1200" y="76"/>
                  </a:lnTo>
                  <a:lnTo>
                    <a:pt x="1171" y="65"/>
                  </a:lnTo>
                  <a:lnTo>
                    <a:pt x="1140" y="56"/>
                  </a:lnTo>
                  <a:lnTo>
                    <a:pt x="1109" y="47"/>
                  </a:lnTo>
                  <a:lnTo>
                    <a:pt x="1077" y="39"/>
                  </a:lnTo>
                  <a:lnTo>
                    <a:pt x="1044" y="31"/>
                  </a:lnTo>
                  <a:lnTo>
                    <a:pt x="1009" y="24"/>
                  </a:lnTo>
                  <a:lnTo>
                    <a:pt x="975" y="18"/>
                  </a:lnTo>
                  <a:lnTo>
                    <a:pt x="939" y="12"/>
                  </a:lnTo>
                  <a:lnTo>
                    <a:pt x="902" y="8"/>
                  </a:lnTo>
                  <a:lnTo>
                    <a:pt x="866" y="6"/>
                  </a:lnTo>
                  <a:lnTo>
                    <a:pt x="828" y="3"/>
                  </a:lnTo>
                  <a:lnTo>
                    <a:pt x="789" y="2"/>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 name="Freeform 27">
              <a:extLst>
                <a:ext uri="{FF2B5EF4-FFF2-40B4-BE49-F238E27FC236}">
                  <a16:creationId xmlns:a16="http://schemas.microsoft.com/office/drawing/2014/main" id="{2859332E-3B13-4E0B-BE10-16F7C09FF9B5}"/>
                </a:ext>
              </a:extLst>
            </p:cNvPr>
            <p:cNvSpPr>
              <a:spLocks/>
            </p:cNvSpPr>
            <p:nvPr/>
          </p:nvSpPr>
          <p:spPr bwMode="auto">
            <a:xfrm>
              <a:off x="4921250" y="4321176"/>
              <a:ext cx="125413" cy="104775"/>
            </a:xfrm>
            <a:custGeom>
              <a:avLst/>
              <a:gdLst>
                <a:gd name="T0" fmla="*/ 2147483646 w 159"/>
                <a:gd name="T1" fmla="*/ 0 h 133"/>
                <a:gd name="T2" fmla="*/ 0 w 159"/>
                <a:gd name="T3" fmla="*/ 2147483646 h 133"/>
                <a:gd name="T4" fmla="*/ 2147483646 w 159"/>
                <a:gd name="T5" fmla="*/ 2147483646 h 133"/>
                <a:gd name="T6" fmla="*/ 2147483646 w 159"/>
                <a:gd name="T7" fmla="*/ 2147483646 h 133"/>
                <a:gd name="T8" fmla="*/ 2147483646 w 159"/>
                <a:gd name="T9" fmla="*/ 0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106" y="0"/>
                  </a:moveTo>
                  <a:lnTo>
                    <a:pt x="0" y="133"/>
                  </a:lnTo>
                  <a:lnTo>
                    <a:pt x="159" y="53"/>
                  </a:lnTo>
                  <a:lnTo>
                    <a:pt x="133" y="27"/>
                  </a:lnTo>
                  <a:lnTo>
                    <a:pt x="106"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5" name="Freeform 28">
              <a:extLst>
                <a:ext uri="{FF2B5EF4-FFF2-40B4-BE49-F238E27FC236}">
                  <a16:creationId xmlns:a16="http://schemas.microsoft.com/office/drawing/2014/main" id="{84889B93-B537-4FA1-9654-4F5A2D3064DD}"/>
                </a:ext>
              </a:extLst>
            </p:cNvPr>
            <p:cNvSpPr>
              <a:spLocks/>
            </p:cNvSpPr>
            <p:nvPr/>
          </p:nvSpPr>
          <p:spPr bwMode="auto">
            <a:xfrm>
              <a:off x="4630738" y="2079625"/>
              <a:ext cx="676275" cy="2257425"/>
            </a:xfrm>
            <a:custGeom>
              <a:avLst/>
              <a:gdLst>
                <a:gd name="T0" fmla="*/ 0 w 850"/>
                <a:gd name="T1" fmla="*/ 0 h 2845"/>
                <a:gd name="T2" fmla="*/ 2147483646 w 850"/>
                <a:gd name="T3" fmla="*/ 2147483646 h 2845"/>
                <a:gd name="T4" fmla="*/ 2147483646 w 850"/>
                <a:gd name="T5" fmla="*/ 2147483646 h 2845"/>
                <a:gd name="T6" fmla="*/ 2147483646 w 850"/>
                <a:gd name="T7" fmla="*/ 2147483646 h 2845"/>
                <a:gd name="T8" fmla="*/ 2147483646 w 850"/>
                <a:gd name="T9" fmla="*/ 2147483646 h 2845"/>
                <a:gd name="T10" fmla="*/ 2147483646 w 850"/>
                <a:gd name="T11" fmla="*/ 2147483646 h 2845"/>
                <a:gd name="T12" fmla="*/ 2147483646 w 850"/>
                <a:gd name="T13" fmla="*/ 2147483646 h 2845"/>
                <a:gd name="T14" fmla="*/ 2147483646 w 850"/>
                <a:gd name="T15" fmla="*/ 2147483646 h 2845"/>
                <a:gd name="T16" fmla="*/ 2147483646 w 850"/>
                <a:gd name="T17" fmla="*/ 2147483646 h 2845"/>
                <a:gd name="T18" fmla="*/ 2147483646 w 850"/>
                <a:gd name="T19" fmla="*/ 2147483646 h 2845"/>
                <a:gd name="T20" fmla="*/ 2147483646 w 850"/>
                <a:gd name="T21" fmla="*/ 2147483646 h 2845"/>
                <a:gd name="T22" fmla="*/ 2147483646 w 850"/>
                <a:gd name="T23" fmla="*/ 2147483646 h 2845"/>
                <a:gd name="T24" fmla="*/ 2147483646 w 850"/>
                <a:gd name="T25" fmla="*/ 2147483646 h 2845"/>
                <a:gd name="T26" fmla="*/ 2147483646 w 850"/>
                <a:gd name="T27" fmla="*/ 2147483646 h 2845"/>
                <a:gd name="T28" fmla="*/ 2147483646 w 850"/>
                <a:gd name="T29" fmla="*/ 2147483646 h 2845"/>
                <a:gd name="T30" fmla="*/ 2147483646 w 850"/>
                <a:gd name="T31" fmla="*/ 2147483646 h 2845"/>
                <a:gd name="T32" fmla="*/ 2147483646 w 850"/>
                <a:gd name="T33" fmla="*/ 2147483646 h 2845"/>
                <a:gd name="T34" fmla="*/ 2147483646 w 850"/>
                <a:gd name="T35" fmla="*/ 2147483646 h 2845"/>
                <a:gd name="T36" fmla="*/ 2147483646 w 850"/>
                <a:gd name="T37" fmla="*/ 2147483646 h 2845"/>
                <a:gd name="T38" fmla="*/ 2147483646 w 850"/>
                <a:gd name="T39" fmla="*/ 2147483646 h 2845"/>
                <a:gd name="T40" fmla="*/ 2147483646 w 850"/>
                <a:gd name="T41" fmla="*/ 2147483646 h 2845"/>
                <a:gd name="T42" fmla="*/ 2147483646 w 850"/>
                <a:gd name="T43" fmla="*/ 2147483646 h 2845"/>
                <a:gd name="T44" fmla="*/ 2147483646 w 850"/>
                <a:gd name="T45" fmla="*/ 2147483646 h 2845"/>
                <a:gd name="T46" fmla="*/ 2147483646 w 850"/>
                <a:gd name="T47" fmla="*/ 2147483646 h 2845"/>
                <a:gd name="T48" fmla="*/ 2147483646 w 850"/>
                <a:gd name="T49" fmla="*/ 2147483646 h 2845"/>
                <a:gd name="T50" fmla="*/ 2147483646 w 850"/>
                <a:gd name="T51" fmla="*/ 2147483646 h 2845"/>
                <a:gd name="T52" fmla="*/ 2147483646 w 850"/>
                <a:gd name="T53" fmla="*/ 2147483646 h 2845"/>
                <a:gd name="T54" fmla="*/ 2147483646 w 850"/>
                <a:gd name="T55" fmla="*/ 2147483646 h 2845"/>
                <a:gd name="T56" fmla="*/ 2147483646 w 850"/>
                <a:gd name="T57" fmla="*/ 2147483646 h 2845"/>
                <a:gd name="T58" fmla="*/ 2147483646 w 850"/>
                <a:gd name="T59" fmla="*/ 2147483646 h 2845"/>
                <a:gd name="T60" fmla="*/ 2147483646 w 850"/>
                <a:gd name="T61" fmla="*/ 2147483646 h 2845"/>
                <a:gd name="T62" fmla="*/ 2147483646 w 850"/>
                <a:gd name="T63" fmla="*/ 2147483646 h 2845"/>
                <a:gd name="T64" fmla="*/ 2147483646 w 850"/>
                <a:gd name="T65" fmla="*/ 2147483646 h 28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0"/>
                <a:gd name="T100" fmla="*/ 0 h 2845"/>
                <a:gd name="T101" fmla="*/ 850 w 850"/>
                <a:gd name="T102" fmla="*/ 2845 h 28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0" h="2845">
                  <a:moveTo>
                    <a:pt x="0" y="0"/>
                  </a:moveTo>
                  <a:lnTo>
                    <a:pt x="91" y="61"/>
                  </a:lnTo>
                  <a:lnTo>
                    <a:pt x="177" y="128"/>
                  </a:lnTo>
                  <a:lnTo>
                    <a:pt x="257" y="201"/>
                  </a:lnTo>
                  <a:lnTo>
                    <a:pt x="331" y="279"/>
                  </a:lnTo>
                  <a:lnTo>
                    <a:pt x="401" y="363"/>
                  </a:lnTo>
                  <a:lnTo>
                    <a:pt x="465" y="452"/>
                  </a:lnTo>
                  <a:lnTo>
                    <a:pt x="525" y="545"/>
                  </a:lnTo>
                  <a:lnTo>
                    <a:pt x="579" y="640"/>
                  </a:lnTo>
                  <a:lnTo>
                    <a:pt x="627" y="739"/>
                  </a:lnTo>
                  <a:lnTo>
                    <a:pt x="670" y="842"/>
                  </a:lnTo>
                  <a:lnTo>
                    <a:pt x="710" y="946"/>
                  </a:lnTo>
                  <a:lnTo>
                    <a:pt x="743" y="1052"/>
                  </a:lnTo>
                  <a:lnTo>
                    <a:pt x="772" y="1160"/>
                  </a:lnTo>
                  <a:lnTo>
                    <a:pt x="797" y="1268"/>
                  </a:lnTo>
                  <a:lnTo>
                    <a:pt x="817" y="1377"/>
                  </a:lnTo>
                  <a:lnTo>
                    <a:pt x="832" y="1486"/>
                  </a:lnTo>
                  <a:lnTo>
                    <a:pt x="843" y="1594"/>
                  </a:lnTo>
                  <a:lnTo>
                    <a:pt x="849" y="1702"/>
                  </a:lnTo>
                  <a:lnTo>
                    <a:pt x="850" y="1808"/>
                  </a:lnTo>
                  <a:lnTo>
                    <a:pt x="848" y="1913"/>
                  </a:lnTo>
                  <a:lnTo>
                    <a:pt x="841" y="2013"/>
                  </a:lnTo>
                  <a:lnTo>
                    <a:pt x="831" y="2113"/>
                  </a:lnTo>
                  <a:lnTo>
                    <a:pt x="815" y="2208"/>
                  </a:lnTo>
                  <a:lnTo>
                    <a:pt x="795" y="2300"/>
                  </a:lnTo>
                  <a:lnTo>
                    <a:pt x="772" y="2389"/>
                  </a:lnTo>
                  <a:lnTo>
                    <a:pt x="745" y="2471"/>
                  </a:lnTo>
                  <a:lnTo>
                    <a:pt x="714" y="2549"/>
                  </a:lnTo>
                  <a:lnTo>
                    <a:pt x="678" y="2621"/>
                  </a:lnTo>
                  <a:lnTo>
                    <a:pt x="640" y="2687"/>
                  </a:lnTo>
                  <a:lnTo>
                    <a:pt x="597" y="2746"/>
                  </a:lnTo>
                  <a:lnTo>
                    <a:pt x="551" y="2800"/>
                  </a:lnTo>
                  <a:lnTo>
                    <a:pt x="502" y="2845"/>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6" name="Rectangle 29">
              <a:extLst>
                <a:ext uri="{FF2B5EF4-FFF2-40B4-BE49-F238E27FC236}">
                  <a16:creationId xmlns:a16="http://schemas.microsoft.com/office/drawing/2014/main" id="{A07BA17B-BF94-4DE8-85A7-35F1046D0A15}"/>
                </a:ext>
              </a:extLst>
            </p:cNvPr>
            <p:cNvSpPr>
              <a:spLocks noChangeArrowheads="1"/>
            </p:cNvSpPr>
            <p:nvPr/>
          </p:nvSpPr>
          <p:spPr bwMode="auto">
            <a:xfrm>
              <a:off x="4692650" y="1241425"/>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7" name="Freeform 30">
              <a:extLst>
                <a:ext uri="{FF2B5EF4-FFF2-40B4-BE49-F238E27FC236}">
                  <a16:creationId xmlns:a16="http://schemas.microsoft.com/office/drawing/2014/main" id="{3EFB8E49-7DF2-4077-B161-B06446263D54}"/>
                </a:ext>
              </a:extLst>
            </p:cNvPr>
            <p:cNvSpPr>
              <a:spLocks/>
            </p:cNvSpPr>
            <p:nvPr/>
          </p:nvSpPr>
          <p:spPr bwMode="auto">
            <a:xfrm>
              <a:off x="3911600" y="1647825"/>
              <a:ext cx="125413" cy="104775"/>
            </a:xfrm>
            <a:custGeom>
              <a:avLst/>
              <a:gdLst>
                <a:gd name="T0" fmla="*/ 0 w 159"/>
                <a:gd name="T1" fmla="*/ 2147483646 h 133"/>
                <a:gd name="T2" fmla="*/ 2147483646 w 159"/>
                <a:gd name="T3" fmla="*/ 2147483646 h 133"/>
                <a:gd name="T4" fmla="*/ 2147483646 w 159"/>
                <a:gd name="T5" fmla="*/ 0 h 133"/>
                <a:gd name="T6" fmla="*/ 2147483646 w 159"/>
                <a:gd name="T7" fmla="*/ 2147483646 h 133"/>
                <a:gd name="T8" fmla="*/ 0 w 159"/>
                <a:gd name="T9" fmla="*/ 2147483646 h 133"/>
                <a:gd name="T10" fmla="*/ 0 60000 65536"/>
                <a:gd name="T11" fmla="*/ 0 60000 65536"/>
                <a:gd name="T12" fmla="*/ 0 60000 65536"/>
                <a:gd name="T13" fmla="*/ 0 60000 65536"/>
                <a:gd name="T14" fmla="*/ 0 60000 65536"/>
                <a:gd name="T15" fmla="*/ 0 w 159"/>
                <a:gd name="T16" fmla="*/ 0 h 133"/>
                <a:gd name="T17" fmla="*/ 159 w 159"/>
                <a:gd name="T18" fmla="*/ 133 h 133"/>
              </a:gdLst>
              <a:ahLst/>
              <a:cxnLst>
                <a:cxn ang="T10">
                  <a:pos x="T0" y="T1"/>
                </a:cxn>
                <a:cxn ang="T11">
                  <a:pos x="T2" y="T3"/>
                </a:cxn>
                <a:cxn ang="T12">
                  <a:pos x="T4" y="T5"/>
                </a:cxn>
                <a:cxn ang="T13">
                  <a:pos x="T6" y="T7"/>
                </a:cxn>
                <a:cxn ang="T14">
                  <a:pos x="T8" y="T9"/>
                </a:cxn>
              </a:cxnLst>
              <a:rect l="T15" t="T16" r="T17" b="T18"/>
              <a:pathLst>
                <a:path w="159" h="133">
                  <a:moveTo>
                    <a:pt x="0" y="53"/>
                  </a:moveTo>
                  <a:lnTo>
                    <a:pt x="159" y="133"/>
                  </a:lnTo>
                  <a:lnTo>
                    <a:pt x="53" y="0"/>
                  </a:lnTo>
                  <a:lnTo>
                    <a:pt x="27" y="27"/>
                  </a:lnTo>
                  <a:lnTo>
                    <a:pt x="0" y="5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8" name="Line 31">
              <a:extLst>
                <a:ext uri="{FF2B5EF4-FFF2-40B4-BE49-F238E27FC236}">
                  <a16:creationId xmlns:a16="http://schemas.microsoft.com/office/drawing/2014/main" id="{CCCE4322-C9A9-4B47-BC5C-A416DC28E5F9}"/>
                </a:ext>
              </a:extLst>
            </p:cNvPr>
            <p:cNvSpPr>
              <a:spLocks noChangeShapeType="1"/>
            </p:cNvSpPr>
            <p:nvPr/>
          </p:nvSpPr>
          <p:spPr bwMode="auto">
            <a:xfrm>
              <a:off x="3700463" y="1479550"/>
              <a:ext cx="231775" cy="188912"/>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9" name="Rectangle 32">
              <a:extLst>
                <a:ext uri="{FF2B5EF4-FFF2-40B4-BE49-F238E27FC236}">
                  <a16:creationId xmlns:a16="http://schemas.microsoft.com/office/drawing/2014/main" id="{5755D371-792E-4DBA-98FD-E8C0BB7D5037}"/>
                </a:ext>
              </a:extLst>
            </p:cNvPr>
            <p:cNvSpPr>
              <a:spLocks noChangeArrowheads="1"/>
            </p:cNvSpPr>
            <p:nvPr/>
          </p:nvSpPr>
          <p:spPr bwMode="auto">
            <a:xfrm>
              <a:off x="4692650" y="3687762"/>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0" name="Rectangle 33">
              <a:extLst>
                <a:ext uri="{FF2B5EF4-FFF2-40B4-BE49-F238E27FC236}">
                  <a16:creationId xmlns:a16="http://schemas.microsoft.com/office/drawing/2014/main" id="{6C110C07-132E-4E6F-819A-DAA7C28FF08E}"/>
                </a:ext>
              </a:extLst>
            </p:cNvPr>
            <p:cNvSpPr>
              <a:spLocks noChangeArrowheads="1"/>
            </p:cNvSpPr>
            <p:nvPr/>
          </p:nvSpPr>
          <p:spPr bwMode="auto">
            <a:xfrm>
              <a:off x="3219450" y="1258887"/>
              <a:ext cx="5842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1" name="Rectangle 34">
              <a:extLst>
                <a:ext uri="{FF2B5EF4-FFF2-40B4-BE49-F238E27FC236}">
                  <a16:creationId xmlns:a16="http://schemas.microsoft.com/office/drawing/2014/main" id="{B88D84A0-D841-4260-B8A3-380B2E632D9C}"/>
                </a:ext>
              </a:extLst>
            </p:cNvPr>
            <p:cNvSpPr>
              <a:spLocks noChangeArrowheads="1"/>
            </p:cNvSpPr>
            <p:nvPr/>
          </p:nvSpPr>
          <p:spPr bwMode="auto">
            <a:xfrm>
              <a:off x="3854450" y="3043237"/>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 name="Rectangle 35">
              <a:extLst>
                <a:ext uri="{FF2B5EF4-FFF2-40B4-BE49-F238E27FC236}">
                  <a16:creationId xmlns:a16="http://schemas.microsoft.com/office/drawing/2014/main" id="{1C3B4030-F3DC-488D-B08A-938C83869110}"/>
                </a:ext>
              </a:extLst>
            </p:cNvPr>
            <p:cNvSpPr>
              <a:spLocks noChangeArrowheads="1"/>
            </p:cNvSpPr>
            <p:nvPr/>
          </p:nvSpPr>
          <p:spPr bwMode="auto">
            <a:xfrm>
              <a:off x="4316413" y="3043237"/>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 name="Rectangle 36">
              <a:extLst>
                <a:ext uri="{FF2B5EF4-FFF2-40B4-BE49-F238E27FC236}">
                  <a16:creationId xmlns:a16="http://schemas.microsoft.com/office/drawing/2014/main" id="{0B64246A-C7B6-4476-8787-CE8EBDD4A315}"/>
                </a:ext>
              </a:extLst>
            </p:cNvPr>
            <p:cNvSpPr>
              <a:spLocks noChangeArrowheads="1"/>
            </p:cNvSpPr>
            <p:nvPr/>
          </p:nvSpPr>
          <p:spPr bwMode="auto">
            <a:xfrm>
              <a:off x="4418013" y="3138487"/>
              <a:ext cx="17621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 name="Rectangle 37">
              <a:extLst>
                <a:ext uri="{FF2B5EF4-FFF2-40B4-BE49-F238E27FC236}">
                  <a16:creationId xmlns:a16="http://schemas.microsoft.com/office/drawing/2014/main" id="{96A7DC7C-D95F-4695-ABBE-E1C117A44C6E}"/>
                </a:ext>
              </a:extLst>
            </p:cNvPr>
            <p:cNvSpPr>
              <a:spLocks noChangeArrowheads="1"/>
            </p:cNvSpPr>
            <p:nvPr/>
          </p:nvSpPr>
          <p:spPr bwMode="auto">
            <a:xfrm>
              <a:off x="4238625" y="3036887"/>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 name="Rectangle 38">
              <a:extLst>
                <a:ext uri="{FF2B5EF4-FFF2-40B4-BE49-F238E27FC236}">
                  <a16:creationId xmlns:a16="http://schemas.microsoft.com/office/drawing/2014/main" id="{E08FB301-1CBC-4896-B0D7-706785F39084}"/>
                </a:ext>
              </a:extLst>
            </p:cNvPr>
            <p:cNvSpPr>
              <a:spLocks noChangeArrowheads="1"/>
            </p:cNvSpPr>
            <p:nvPr/>
          </p:nvSpPr>
          <p:spPr bwMode="auto">
            <a:xfrm>
              <a:off x="4668838" y="3043237"/>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 name="Freeform 39">
              <a:extLst>
                <a:ext uri="{FF2B5EF4-FFF2-40B4-BE49-F238E27FC236}">
                  <a16:creationId xmlns:a16="http://schemas.microsoft.com/office/drawing/2014/main" id="{0E00DF82-6DC3-4008-9911-2E7FA2C1572F}"/>
                </a:ext>
              </a:extLst>
            </p:cNvPr>
            <p:cNvSpPr>
              <a:spLocks/>
            </p:cNvSpPr>
            <p:nvPr/>
          </p:nvSpPr>
          <p:spPr bwMode="auto">
            <a:xfrm>
              <a:off x="3717925" y="4149726"/>
              <a:ext cx="1192213" cy="598487"/>
            </a:xfrm>
            <a:custGeom>
              <a:avLst/>
              <a:gdLst>
                <a:gd name="T0" fmla="*/ 2147483646 w 1502"/>
                <a:gd name="T1" fmla="*/ 2147483646 h 753"/>
                <a:gd name="T2" fmla="*/ 2147483646 w 1502"/>
                <a:gd name="T3" fmla="*/ 2147483646 h 753"/>
                <a:gd name="T4" fmla="*/ 2147483646 w 1502"/>
                <a:gd name="T5" fmla="*/ 2147483646 h 753"/>
                <a:gd name="T6" fmla="*/ 2147483646 w 1502"/>
                <a:gd name="T7" fmla="*/ 2147483646 h 753"/>
                <a:gd name="T8" fmla="*/ 2147483646 w 1502"/>
                <a:gd name="T9" fmla="*/ 2147483646 h 753"/>
                <a:gd name="T10" fmla="*/ 2147483646 w 1502"/>
                <a:gd name="T11" fmla="*/ 2147483646 h 753"/>
                <a:gd name="T12" fmla="*/ 2147483646 w 1502"/>
                <a:gd name="T13" fmla="*/ 2147483646 h 753"/>
                <a:gd name="T14" fmla="*/ 2147483646 w 1502"/>
                <a:gd name="T15" fmla="*/ 2147483646 h 753"/>
                <a:gd name="T16" fmla="*/ 2147483646 w 1502"/>
                <a:gd name="T17" fmla="*/ 2147483646 h 753"/>
                <a:gd name="T18" fmla="*/ 2147483646 w 1502"/>
                <a:gd name="T19" fmla="*/ 2147483646 h 753"/>
                <a:gd name="T20" fmla="*/ 0 w 1502"/>
                <a:gd name="T21" fmla="*/ 2147483646 h 753"/>
                <a:gd name="T22" fmla="*/ 2147483646 w 1502"/>
                <a:gd name="T23" fmla="*/ 2147483646 h 753"/>
                <a:gd name="T24" fmla="*/ 2147483646 w 1502"/>
                <a:gd name="T25" fmla="*/ 2147483646 h 753"/>
                <a:gd name="T26" fmla="*/ 2147483646 w 1502"/>
                <a:gd name="T27" fmla="*/ 2147483646 h 753"/>
                <a:gd name="T28" fmla="*/ 2147483646 w 1502"/>
                <a:gd name="T29" fmla="*/ 2147483646 h 753"/>
                <a:gd name="T30" fmla="*/ 2147483646 w 1502"/>
                <a:gd name="T31" fmla="*/ 2147483646 h 753"/>
                <a:gd name="T32" fmla="*/ 2147483646 w 1502"/>
                <a:gd name="T33" fmla="*/ 2147483646 h 753"/>
                <a:gd name="T34" fmla="*/ 2147483646 w 1502"/>
                <a:gd name="T35" fmla="*/ 2147483646 h 753"/>
                <a:gd name="T36" fmla="*/ 2147483646 w 1502"/>
                <a:gd name="T37" fmla="*/ 2147483646 h 753"/>
                <a:gd name="T38" fmla="*/ 2147483646 w 1502"/>
                <a:gd name="T39" fmla="*/ 2147483646 h 753"/>
                <a:gd name="T40" fmla="*/ 2147483646 w 1502"/>
                <a:gd name="T41" fmla="*/ 2147483646 h 753"/>
                <a:gd name="T42" fmla="*/ 2147483646 w 1502"/>
                <a:gd name="T43" fmla="*/ 2147483646 h 753"/>
                <a:gd name="T44" fmla="*/ 2147483646 w 1502"/>
                <a:gd name="T45" fmla="*/ 2147483646 h 753"/>
                <a:gd name="T46" fmla="*/ 2147483646 w 1502"/>
                <a:gd name="T47" fmla="*/ 2147483646 h 753"/>
                <a:gd name="T48" fmla="*/ 2147483646 w 1502"/>
                <a:gd name="T49" fmla="*/ 2147483646 h 753"/>
                <a:gd name="T50" fmla="*/ 2147483646 w 1502"/>
                <a:gd name="T51" fmla="*/ 2147483646 h 753"/>
                <a:gd name="T52" fmla="*/ 2147483646 w 1502"/>
                <a:gd name="T53" fmla="*/ 2147483646 h 753"/>
                <a:gd name="T54" fmla="*/ 2147483646 w 1502"/>
                <a:gd name="T55" fmla="*/ 2147483646 h 753"/>
                <a:gd name="T56" fmla="*/ 2147483646 w 1502"/>
                <a:gd name="T57" fmla="*/ 2147483646 h 753"/>
                <a:gd name="T58" fmla="*/ 2147483646 w 1502"/>
                <a:gd name="T59" fmla="*/ 2147483646 h 753"/>
                <a:gd name="T60" fmla="*/ 2147483646 w 1502"/>
                <a:gd name="T61" fmla="*/ 2147483646 h 753"/>
                <a:gd name="T62" fmla="*/ 2147483646 w 1502"/>
                <a:gd name="T63" fmla="*/ 2147483646 h 753"/>
                <a:gd name="T64" fmla="*/ 2147483646 w 1502"/>
                <a:gd name="T65" fmla="*/ 2147483646 h 753"/>
                <a:gd name="T66" fmla="*/ 2147483646 w 1502"/>
                <a:gd name="T67" fmla="*/ 2147483646 h 753"/>
                <a:gd name="T68" fmla="*/ 2147483646 w 1502"/>
                <a:gd name="T69" fmla="*/ 2147483646 h 753"/>
                <a:gd name="T70" fmla="*/ 2147483646 w 1502"/>
                <a:gd name="T71" fmla="*/ 2147483646 h 753"/>
                <a:gd name="T72" fmla="*/ 2147483646 w 1502"/>
                <a:gd name="T73" fmla="*/ 2147483646 h 753"/>
                <a:gd name="T74" fmla="*/ 2147483646 w 1502"/>
                <a:gd name="T75" fmla="*/ 2147483646 h 753"/>
                <a:gd name="T76" fmla="*/ 2147483646 w 1502"/>
                <a:gd name="T77" fmla="*/ 2147483646 h 753"/>
                <a:gd name="T78" fmla="*/ 2147483646 w 1502"/>
                <a:gd name="T79" fmla="*/ 2147483646 h 753"/>
                <a:gd name="T80" fmla="*/ 2147483646 w 1502"/>
                <a:gd name="T81" fmla="*/ 2147483646 h 753"/>
                <a:gd name="T82" fmla="*/ 2147483646 w 1502"/>
                <a:gd name="T83" fmla="*/ 2147483646 h 753"/>
                <a:gd name="T84" fmla="*/ 2147483646 w 1502"/>
                <a:gd name="T85" fmla="*/ 2147483646 h 753"/>
                <a:gd name="T86" fmla="*/ 2147483646 w 1502"/>
                <a:gd name="T87" fmla="*/ 0 h 7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02"/>
                <a:gd name="T133" fmla="*/ 0 h 753"/>
                <a:gd name="T134" fmla="*/ 1502 w 1502"/>
                <a:gd name="T135" fmla="*/ 753 h 7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02" h="753">
                  <a:moveTo>
                    <a:pt x="751" y="0"/>
                  </a:moveTo>
                  <a:lnTo>
                    <a:pt x="712" y="1"/>
                  </a:lnTo>
                  <a:lnTo>
                    <a:pt x="674" y="2"/>
                  </a:lnTo>
                  <a:lnTo>
                    <a:pt x="637" y="5"/>
                  </a:lnTo>
                  <a:lnTo>
                    <a:pt x="600" y="8"/>
                  </a:lnTo>
                  <a:lnTo>
                    <a:pt x="563" y="12"/>
                  </a:lnTo>
                  <a:lnTo>
                    <a:pt x="528" y="17"/>
                  </a:lnTo>
                  <a:lnTo>
                    <a:pt x="492" y="23"/>
                  </a:lnTo>
                  <a:lnTo>
                    <a:pt x="458" y="30"/>
                  </a:lnTo>
                  <a:lnTo>
                    <a:pt x="425" y="38"/>
                  </a:lnTo>
                  <a:lnTo>
                    <a:pt x="393" y="46"/>
                  </a:lnTo>
                  <a:lnTo>
                    <a:pt x="361" y="55"/>
                  </a:lnTo>
                  <a:lnTo>
                    <a:pt x="331" y="65"/>
                  </a:lnTo>
                  <a:lnTo>
                    <a:pt x="302" y="75"/>
                  </a:lnTo>
                  <a:lnTo>
                    <a:pt x="274" y="86"/>
                  </a:lnTo>
                  <a:lnTo>
                    <a:pt x="246" y="98"/>
                  </a:lnTo>
                  <a:lnTo>
                    <a:pt x="220" y="111"/>
                  </a:lnTo>
                  <a:lnTo>
                    <a:pt x="194" y="124"/>
                  </a:lnTo>
                  <a:lnTo>
                    <a:pt x="172" y="137"/>
                  </a:lnTo>
                  <a:lnTo>
                    <a:pt x="149" y="152"/>
                  </a:lnTo>
                  <a:lnTo>
                    <a:pt x="128" y="167"/>
                  </a:lnTo>
                  <a:lnTo>
                    <a:pt x="108" y="181"/>
                  </a:lnTo>
                  <a:lnTo>
                    <a:pt x="91" y="197"/>
                  </a:lnTo>
                  <a:lnTo>
                    <a:pt x="74" y="213"/>
                  </a:lnTo>
                  <a:lnTo>
                    <a:pt x="59" y="230"/>
                  </a:lnTo>
                  <a:lnTo>
                    <a:pt x="46" y="248"/>
                  </a:lnTo>
                  <a:lnTo>
                    <a:pt x="34" y="265"/>
                  </a:lnTo>
                  <a:lnTo>
                    <a:pt x="23" y="283"/>
                  </a:lnTo>
                  <a:lnTo>
                    <a:pt x="16" y="301"/>
                  </a:lnTo>
                  <a:lnTo>
                    <a:pt x="9" y="319"/>
                  </a:lnTo>
                  <a:lnTo>
                    <a:pt x="4" y="338"/>
                  </a:lnTo>
                  <a:lnTo>
                    <a:pt x="1" y="358"/>
                  </a:lnTo>
                  <a:lnTo>
                    <a:pt x="0" y="376"/>
                  </a:lnTo>
                  <a:lnTo>
                    <a:pt x="1" y="396"/>
                  </a:lnTo>
                  <a:lnTo>
                    <a:pt x="4" y="416"/>
                  </a:lnTo>
                  <a:lnTo>
                    <a:pt x="9" y="434"/>
                  </a:lnTo>
                  <a:lnTo>
                    <a:pt x="16" y="453"/>
                  </a:lnTo>
                  <a:lnTo>
                    <a:pt x="23" y="470"/>
                  </a:lnTo>
                  <a:lnTo>
                    <a:pt x="34" y="489"/>
                  </a:lnTo>
                  <a:lnTo>
                    <a:pt x="46" y="506"/>
                  </a:lnTo>
                  <a:lnTo>
                    <a:pt x="59" y="523"/>
                  </a:lnTo>
                  <a:lnTo>
                    <a:pt x="74" y="540"/>
                  </a:lnTo>
                  <a:lnTo>
                    <a:pt x="91" y="556"/>
                  </a:lnTo>
                  <a:lnTo>
                    <a:pt x="108" y="572"/>
                  </a:lnTo>
                  <a:lnTo>
                    <a:pt x="128" y="587"/>
                  </a:lnTo>
                  <a:lnTo>
                    <a:pt x="149" y="601"/>
                  </a:lnTo>
                  <a:lnTo>
                    <a:pt x="172" y="616"/>
                  </a:lnTo>
                  <a:lnTo>
                    <a:pt x="194" y="629"/>
                  </a:lnTo>
                  <a:lnTo>
                    <a:pt x="220" y="643"/>
                  </a:lnTo>
                  <a:lnTo>
                    <a:pt x="246" y="656"/>
                  </a:lnTo>
                  <a:lnTo>
                    <a:pt x="274" y="668"/>
                  </a:lnTo>
                  <a:lnTo>
                    <a:pt x="302" y="678"/>
                  </a:lnTo>
                  <a:lnTo>
                    <a:pt x="331" y="689"/>
                  </a:lnTo>
                  <a:lnTo>
                    <a:pt x="361" y="698"/>
                  </a:lnTo>
                  <a:lnTo>
                    <a:pt x="393" y="708"/>
                  </a:lnTo>
                  <a:lnTo>
                    <a:pt x="425" y="715"/>
                  </a:lnTo>
                  <a:lnTo>
                    <a:pt x="458" y="723"/>
                  </a:lnTo>
                  <a:lnTo>
                    <a:pt x="492" y="730"/>
                  </a:lnTo>
                  <a:lnTo>
                    <a:pt x="528" y="737"/>
                  </a:lnTo>
                  <a:lnTo>
                    <a:pt x="563" y="742"/>
                  </a:lnTo>
                  <a:lnTo>
                    <a:pt x="600" y="746"/>
                  </a:lnTo>
                  <a:lnTo>
                    <a:pt x="637" y="749"/>
                  </a:lnTo>
                  <a:lnTo>
                    <a:pt x="674" y="751"/>
                  </a:lnTo>
                  <a:lnTo>
                    <a:pt x="712" y="753"/>
                  </a:lnTo>
                  <a:lnTo>
                    <a:pt x="751" y="753"/>
                  </a:lnTo>
                  <a:lnTo>
                    <a:pt x="789" y="753"/>
                  </a:lnTo>
                  <a:lnTo>
                    <a:pt x="828" y="751"/>
                  </a:lnTo>
                  <a:lnTo>
                    <a:pt x="866" y="749"/>
                  </a:lnTo>
                  <a:lnTo>
                    <a:pt x="902" y="746"/>
                  </a:lnTo>
                  <a:lnTo>
                    <a:pt x="939" y="742"/>
                  </a:lnTo>
                  <a:lnTo>
                    <a:pt x="975" y="737"/>
                  </a:lnTo>
                  <a:lnTo>
                    <a:pt x="1009" y="730"/>
                  </a:lnTo>
                  <a:lnTo>
                    <a:pt x="1044" y="723"/>
                  </a:lnTo>
                  <a:lnTo>
                    <a:pt x="1077" y="715"/>
                  </a:lnTo>
                  <a:lnTo>
                    <a:pt x="1109" y="708"/>
                  </a:lnTo>
                  <a:lnTo>
                    <a:pt x="1140" y="698"/>
                  </a:lnTo>
                  <a:lnTo>
                    <a:pt x="1171" y="689"/>
                  </a:lnTo>
                  <a:lnTo>
                    <a:pt x="1200" y="678"/>
                  </a:lnTo>
                  <a:lnTo>
                    <a:pt x="1229" y="668"/>
                  </a:lnTo>
                  <a:lnTo>
                    <a:pt x="1256" y="656"/>
                  </a:lnTo>
                  <a:lnTo>
                    <a:pt x="1282" y="643"/>
                  </a:lnTo>
                  <a:lnTo>
                    <a:pt x="1307" y="629"/>
                  </a:lnTo>
                  <a:lnTo>
                    <a:pt x="1331" y="616"/>
                  </a:lnTo>
                  <a:lnTo>
                    <a:pt x="1354" y="601"/>
                  </a:lnTo>
                  <a:lnTo>
                    <a:pt x="1374" y="587"/>
                  </a:lnTo>
                  <a:lnTo>
                    <a:pt x="1393" y="572"/>
                  </a:lnTo>
                  <a:lnTo>
                    <a:pt x="1412" y="556"/>
                  </a:lnTo>
                  <a:lnTo>
                    <a:pt x="1428" y="540"/>
                  </a:lnTo>
                  <a:lnTo>
                    <a:pt x="1444" y="523"/>
                  </a:lnTo>
                  <a:lnTo>
                    <a:pt x="1457" y="506"/>
                  </a:lnTo>
                  <a:lnTo>
                    <a:pt x="1469" y="489"/>
                  </a:lnTo>
                  <a:lnTo>
                    <a:pt x="1478" y="470"/>
                  </a:lnTo>
                  <a:lnTo>
                    <a:pt x="1487" y="453"/>
                  </a:lnTo>
                  <a:lnTo>
                    <a:pt x="1494" y="434"/>
                  </a:lnTo>
                  <a:lnTo>
                    <a:pt x="1498" y="416"/>
                  </a:lnTo>
                  <a:lnTo>
                    <a:pt x="1501" y="396"/>
                  </a:lnTo>
                  <a:lnTo>
                    <a:pt x="1502" y="376"/>
                  </a:lnTo>
                  <a:lnTo>
                    <a:pt x="1501" y="358"/>
                  </a:lnTo>
                  <a:lnTo>
                    <a:pt x="1498" y="338"/>
                  </a:lnTo>
                  <a:lnTo>
                    <a:pt x="1494" y="319"/>
                  </a:lnTo>
                  <a:lnTo>
                    <a:pt x="1487" y="301"/>
                  </a:lnTo>
                  <a:lnTo>
                    <a:pt x="1478" y="283"/>
                  </a:lnTo>
                  <a:lnTo>
                    <a:pt x="1469" y="265"/>
                  </a:lnTo>
                  <a:lnTo>
                    <a:pt x="1457" y="248"/>
                  </a:lnTo>
                  <a:lnTo>
                    <a:pt x="1444" y="230"/>
                  </a:lnTo>
                  <a:lnTo>
                    <a:pt x="1428" y="213"/>
                  </a:lnTo>
                  <a:lnTo>
                    <a:pt x="1412" y="197"/>
                  </a:lnTo>
                  <a:lnTo>
                    <a:pt x="1393" y="181"/>
                  </a:lnTo>
                  <a:lnTo>
                    <a:pt x="1374" y="167"/>
                  </a:lnTo>
                  <a:lnTo>
                    <a:pt x="1354" y="152"/>
                  </a:lnTo>
                  <a:lnTo>
                    <a:pt x="1331" y="137"/>
                  </a:lnTo>
                  <a:lnTo>
                    <a:pt x="1307" y="124"/>
                  </a:lnTo>
                  <a:lnTo>
                    <a:pt x="1282" y="111"/>
                  </a:lnTo>
                  <a:lnTo>
                    <a:pt x="1256" y="98"/>
                  </a:lnTo>
                  <a:lnTo>
                    <a:pt x="1229" y="86"/>
                  </a:lnTo>
                  <a:lnTo>
                    <a:pt x="1200" y="75"/>
                  </a:lnTo>
                  <a:lnTo>
                    <a:pt x="1171" y="65"/>
                  </a:lnTo>
                  <a:lnTo>
                    <a:pt x="1140" y="55"/>
                  </a:lnTo>
                  <a:lnTo>
                    <a:pt x="1109" y="46"/>
                  </a:lnTo>
                  <a:lnTo>
                    <a:pt x="1077" y="38"/>
                  </a:lnTo>
                  <a:lnTo>
                    <a:pt x="1044" y="30"/>
                  </a:lnTo>
                  <a:lnTo>
                    <a:pt x="1009" y="23"/>
                  </a:lnTo>
                  <a:lnTo>
                    <a:pt x="975" y="17"/>
                  </a:lnTo>
                  <a:lnTo>
                    <a:pt x="939" y="12"/>
                  </a:lnTo>
                  <a:lnTo>
                    <a:pt x="902" y="8"/>
                  </a:lnTo>
                  <a:lnTo>
                    <a:pt x="866" y="5"/>
                  </a:lnTo>
                  <a:lnTo>
                    <a:pt x="828" y="2"/>
                  </a:lnTo>
                  <a:lnTo>
                    <a:pt x="789" y="1"/>
                  </a:lnTo>
                  <a:lnTo>
                    <a:pt x="751" y="0"/>
                  </a:lnTo>
                </a:path>
              </a:pathLst>
            </a:custGeom>
            <a:solidFill>
              <a:schemeClr val="bg1"/>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 name="Rectangle 40">
              <a:extLst>
                <a:ext uri="{FF2B5EF4-FFF2-40B4-BE49-F238E27FC236}">
                  <a16:creationId xmlns:a16="http://schemas.microsoft.com/office/drawing/2014/main" id="{5DDF6293-8C33-47F2-B1CD-4B1096C61174}"/>
                </a:ext>
              </a:extLst>
            </p:cNvPr>
            <p:cNvSpPr>
              <a:spLocks noChangeArrowheads="1"/>
            </p:cNvSpPr>
            <p:nvPr/>
          </p:nvSpPr>
          <p:spPr bwMode="auto">
            <a:xfrm>
              <a:off x="4529138" y="3043237"/>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 name="Rectangle 41">
              <a:extLst>
                <a:ext uri="{FF2B5EF4-FFF2-40B4-BE49-F238E27FC236}">
                  <a16:creationId xmlns:a16="http://schemas.microsoft.com/office/drawing/2014/main" id="{0407E230-78DA-47BA-B7E5-472C2247E977}"/>
                </a:ext>
              </a:extLst>
            </p:cNvPr>
            <p:cNvSpPr>
              <a:spLocks noChangeArrowheads="1"/>
            </p:cNvSpPr>
            <p:nvPr/>
          </p:nvSpPr>
          <p:spPr bwMode="auto">
            <a:xfrm>
              <a:off x="4692650" y="4987926"/>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 name="Rectangle 42">
              <a:extLst>
                <a:ext uri="{FF2B5EF4-FFF2-40B4-BE49-F238E27FC236}">
                  <a16:creationId xmlns:a16="http://schemas.microsoft.com/office/drawing/2014/main" id="{CC6C355F-9D26-44F8-8C94-A86043DBA11C}"/>
                </a:ext>
              </a:extLst>
            </p:cNvPr>
            <p:cNvSpPr>
              <a:spLocks noChangeArrowheads="1"/>
            </p:cNvSpPr>
            <p:nvPr/>
          </p:nvSpPr>
          <p:spPr bwMode="auto">
            <a:xfrm>
              <a:off x="3854450" y="4325938"/>
              <a:ext cx="444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gnt2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 name="Rectangle 43">
              <a:extLst>
                <a:ext uri="{FF2B5EF4-FFF2-40B4-BE49-F238E27FC236}">
                  <a16:creationId xmlns:a16="http://schemas.microsoft.com/office/drawing/2014/main" id="{88FD092B-7AA4-4092-871F-0354CA1BC230}"/>
                </a:ext>
              </a:extLst>
            </p:cNvPr>
            <p:cNvSpPr>
              <a:spLocks noChangeArrowheads="1"/>
            </p:cNvSpPr>
            <p:nvPr/>
          </p:nvSpPr>
          <p:spPr bwMode="auto">
            <a:xfrm>
              <a:off x="4316413" y="4325938"/>
              <a:ext cx="234950"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 name="Rectangle 44">
              <a:extLst>
                <a:ext uri="{FF2B5EF4-FFF2-40B4-BE49-F238E27FC236}">
                  <a16:creationId xmlns:a16="http://schemas.microsoft.com/office/drawing/2014/main" id="{90C22693-A424-4D2C-B1DC-2EBDD2F5E1EE}"/>
                </a:ext>
              </a:extLst>
            </p:cNvPr>
            <p:cNvSpPr>
              <a:spLocks noChangeArrowheads="1"/>
            </p:cNvSpPr>
            <p:nvPr/>
          </p:nvSpPr>
          <p:spPr bwMode="auto">
            <a:xfrm>
              <a:off x="4418013" y="4419601"/>
              <a:ext cx="176212"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 name="Rectangle 45">
              <a:extLst>
                <a:ext uri="{FF2B5EF4-FFF2-40B4-BE49-F238E27FC236}">
                  <a16:creationId xmlns:a16="http://schemas.microsoft.com/office/drawing/2014/main" id="{4C172460-2245-46C2-BA56-28493E778EA3}"/>
                </a:ext>
              </a:extLst>
            </p:cNvPr>
            <p:cNvSpPr>
              <a:spLocks noChangeArrowheads="1"/>
            </p:cNvSpPr>
            <p:nvPr/>
          </p:nvSpPr>
          <p:spPr bwMode="auto">
            <a:xfrm>
              <a:off x="4238625" y="4319588"/>
              <a:ext cx="2063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 name="Rectangle 46">
              <a:extLst>
                <a:ext uri="{FF2B5EF4-FFF2-40B4-BE49-F238E27FC236}">
                  <a16:creationId xmlns:a16="http://schemas.microsoft.com/office/drawing/2014/main" id="{8ED43847-2989-41EB-86FB-76F5D80A87B4}"/>
                </a:ext>
              </a:extLst>
            </p:cNvPr>
            <p:cNvSpPr>
              <a:spLocks noChangeArrowheads="1"/>
            </p:cNvSpPr>
            <p:nvPr/>
          </p:nvSpPr>
          <p:spPr bwMode="auto">
            <a:xfrm>
              <a:off x="4668838" y="4325938"/>
              <a:ext cx="2333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 name="Rectangle 48">
              <a:extLst>
                <a:ext uri="{FF2B5EF4-FFF2-40B4-BE49-F238E27FC236}">
                  <a16:creationId xmlns:a16="http://schemas.microsoft.com/office/drawing/2014/main" id="{EF7FC085-A252-4B88-AC07-A86B4F3CDBEF}"/>
                </a:ext>
              </a:extLst>
            </p:cNvPr>
            <p:cNvSpPr>
              <a:spLocks noChangeArrowheads="1"/>
            </p:cNvSpPr>
            <p:nvPr/>
          </p:nvSpPr>
          <p:spPr bwMode="auto">
            <a:xfrm>
              <a:off x="4529138" y="4325938"/>
              <a:ext cx="2460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 name="Freeform 55">
              <a:extLst>
                <a:ext uri="{FF2B5EF4-FFF2-40B4-BE49-F238E27FC236}">
                  <a16:creationId xmlns:a16="http://schemas.microsoft.com/office/drawing/2014/main" id="{37691BF0-7F35-406B-AAE3-AD4EFBD1116D}"/>
                </a:ext>
              </a:extLst>
            </p:cNvPr>
            <p:cNvSpPr>
              <a:spLocks/>
            </p:cNvSpPr>
            <p:nvPr/>
          </p:nvSpPr>
          <p:spPr bwMode="auto">
            <a:xfrm>
              <a:off x="4500563" y="2720975"/>
              <a:ext cx="61912" cy="127000"/>
            </a:xfrm>
            <a:custGeom>
              <a:avLst/>
              <a:gdLst>
                <a:gd name="T0" fmla="*/ 0 w 80"/>
                <a:gd name="T1" fmla="*/ 0 h 159"/>
                <a:gd name="T2" fmla="*/ 2147483646 w 80"/>
                <a:gd name="T3" fmla="*/ 2147483646 h 159"/>
                <a:gd name="T4" fmla="*/ 2147483646 w 80"/>
                <a:gd name="T5" fmla="*/ 0 h 159"/>
                <a:gd name="T6" fmla="*/ 2147483646 w 80"/>
                <a:gd name="T7" fmla="*/ 0 h 159"/>
                <a:gd name="T8" fmla="*/ 0 w 80"/>
                <a:gd name="T9" fmla="*/ 0 h 159"/>
                <a:gd name="T10" fmla="*/ 0 60000 65536"/>
                <a:gd name="T11" fmla="*/ 0 60000 65536"/>
                <a:gd name="T12" fmla="*/ 0 60000 65536"/>
                <a:gd name="T13" fmla="*/ 0 60000 65536"/>
                <a:gd name="T14" fmla="*/ 0 60000 65536"/>
                <a:gd name="T15" fmla="*/ 0 w 80"/>
                <a:gd name="T16" fmla="*/ 0 h 159"/>
                <a:gd name="T17" fmla="*/ 80 w 80"/>
                <a:gd name="T18" fmla="*/ 159 h 159"/>
              </a:gdLst>
              <a:ahLst/>
              <a:cxnLst>
                <a:cxn ang="T10">
                  <a:pos x="T0" y="T1"/>
                </a:cxn>
                <a:cxn ang="T11">
                  <a:pos x="T2" y="T3"/>
                </a:cxn>
                <a:cxn ang="T12">
                  <a:pos x="T4" y="T5"/>
                </a:cxn>
                <a:cxn ang="T13">
                  <a:pos x="T6" y="T7"/>
                </a:cxn>
                <a:cxn ang="T14">
                  <a:pos x="T8" y="T9"/>
                </a:cxn>
              </a:cxnLst>
              <a:rect l="T15" t="T16" r="T17" b="T18"/>
              <a:pathLst>
                <a:path w="80" h="159">
                  <a:moveTo>
                    <a:pt x="0" y="0"/>
                  </a:moveTo>
                  <a:lnTo>
                    <a:pt x="27" y="159"/>
                  </a:lnTo>
                  <a:lnTo>
                    <a:pt x="80" y="0"/>
                  </a:lnTo>
                  <a:lnTo>
                    <a:pt x="27" y="0"/>
                  </a:lnTo>
                  <a:lnTo>
                    <a:pt x="0" y="0"/>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 name="Freeform 56">
              <a:extLst>
                <a:ext uri="{FF2B5EF4-FFF2-40B4-BE49-F238E27FC236}">
                  <a16:creationId xmlns:a16="http://schemas.microsoft.com/office/drawing/2014/main" id="{4CF3341F-C856-44B7-BAAE-EDA48B4CFDC6}"/>
                </a:ext>
              </a:extLst>
            </p:cNvPr>
            <p:cNvSpPr>
              <a:spLocks/>
            </p:cNvSpPr>
            <p:nvPr/>
          </p:nvSpPr>
          <p:spPr bwMode="auto">
            <a:xfrm>
              <a:off x="4487863" y="2230437"/>
              <a:ext cx="50800" cy="484188"/>
            </a:xfrm>
            <a:custGeom>
              <a:avLst/>
              <a:gdLst>
                <a:gd name="T0" fmla="*/ 0 w 62"/>
                <a:gd name="T1" fmla="*/ 0 h 609"/>
                <a:gd name="T2" fmla="*/ 2147483646 w 62"/>
                <a:gd name="T3" fmla="*/ 2147483646 h 609"/>
                <a:gd name="T4" fmla="*/ 2147483646 w 62"/>
                <a:gd name="T5" fmla="*/ 2147483646 h 609"/>
                <a:gd name="T6" fmla="*/ 2147483646 w 62"/>
                <a:gd name="T7" fmla="*/ 2147483646 h 609"/>
                <a:gd name="T8" fmla="*/ 2147483646 w 62"/>
                <a:gd name="T9" fmla="*/ 2147483646 h 609"/>
                <a:gd name="T10" fmla="*/ 2147483646 w 62"/>
                <a:gd name="T11" fmla="*/ 2147483646 h 609"/>
                <a:gd name="T12" fmla="*/ 2147483646 w 62"/>
                <a:gd name="T13" fmla="*/ 2147483646 h 609"/>
                <a:gd name="T14" fmla="*/ 2147483646 w 62"/>
                <a:gd name="T15" fmla="*/ 2147483646 h 609"/>
                <a:gd name="T16" fmla="*/ 2147483646 w 62"/>
                <a:gd name="T17" fmla="*/ 2147483646 h 609"/>
                <a:gd name="T18" fmla="*/ 2147483646 w 62"/>
                <a:gd name="T19" fmla="*/ 2147483646 h 609"/>
                <a:gd name="T20" fmla="*/ 2147483646 w 62"/>
                <a:gd name="T21" fmla="*/ 2147483646 h 609"/>
                <a:gd name="T22" fmla="*/ 2147483646 w 62"/>
                <a:gd name="T23" fmla="*/ 2147483646 h 609"/>
                <a:gd name="T24" fmla="*/ 2147483646 w 62"/>
                <a:gd name="T25" fmla="*/ 2147483646 h 609"/>
                <a:gd name="T26" fmla="*/ 2147483646 w 62"/>
                <a:gd name="T27" fmla="*/ 2147483646 h 609"/>
                <a:gd name="T28" fmla="*/ 2147483646 w 62"/>
                <a:gd name="T29" fmla="*/ 2147483646 h 609"/>
                <a:gd name="T30" fmla="*/ 2147483646 w 62"/>
                <a:gd name="T31" fmla="*/ 2147483646 h 609"/>
                <a:gd name="T32" fmla="*/ 2147483646 w 62"/>
                <a:gd name="T33" fmla="*/ 2147483646 h 609"/>
                <a:gd name="T34" fmla="*/ 2147483646 w 62"/>
                <a:gd name="T35" fmla="*/ 2147483646 h 609"/>
                <a:gd name="T36" fmla="*/ 2147483646 w 62"/>
                <a:gd name="T37" fmla="*/ 2147483646 h 609"/>
                <a:gd name="T38" fmla="*/ 2147483646 w 62"/>
                <a:gd name="T39" fmla="*/ 2147483646 h 609"/>
                <a:gd name="T40" fmla="*/ 2147483646 w 62"/>
                <a:gd name="T41" fmla="*/ 2147483646 h 609"/>
                <a:gd name="T42" fmla="*/ 2147483646 w 62"/>
                <a:gd name="T43" fmla="*/ 2147483646 h 609"/>
                <a:gd name="T44" fmla="*/ 2147483646 w 62"/>
                <a:gd name="T45" fmla="*/ 2147483646 h 609"/>
                <a:gd name="T46" fmla="*/ 2147483646 w 62"/>
                <a:gd name="T47" fmla="*/ 2147483646 h 609"/>
                <a:gd name="T48" fmla="*/ 2147483646 w 62"/>
                <a:gd name="T49" fmla="*/ 2147483646 h 609"/>
                <a:gd name="T50" fmla="*/ 2147483646 w 62"/>
                <a:gd name="T51" fmla="*/ 2147483646 h 609"/>
                <a:gd name="T52" fmla="*/ 2147483646 w 62"/>
                <a:gd name="T53" fmla="*/ 2147483646 h 609"/>
                <a:gd name="T54" fmla="*/ 2147483646 w 62"/>
                <a:gd name="T55" fmla="*/ 2147483646 h 609"/>
                <a:gd name="T56" fmla="*/ 2147483646 w 62"/>
                <a:gd name="T57" fmla="*/ 2147483646 h 609"/>
                <a:gd name="T58" fmla="*/ 2147483646 w 62"/>
                <a:gd name="T59" fmla="*/ 2147483646 h 609"/>
                <a:gd name="T60" fmla="*/ 2147483646 w 62"/>
                <a:gd name="T61" fmla="*/ 2147483646 h 609"/>
                <a:gd name="T62" fmla="*/ 2147483646 w 62"/>
                <a:gd name="T63" fmla="*/ 2147483646 h 609"/>
                <a:gd name="T64" fmla="*/ 2147483646 w 62"/>
                <a:gd name="T65" fmla="*/ 2147483646 h 6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609"/>
                <a:gd name="T101" fmla="*/ 62 w 62"/>
                <a:gd name="T102" fmla="*/ 609 h 6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609">
                  <a:moveTo>
                    <a:pt x="0" y="0"/>
                  </a:moveTo>
                  <a:lnTo>
                    <a:pt x="6" y="17"/>
                  </a:lnTo>
                  <a:lnTo>
                    <a:pt x="13" y="34"/>
                  </a:lnTo>
                  <a:lnTo>
                    <a:pt x="18" y="51"/>
                  </a:lnTo>
                  <a:lnTo>
                    <a:pt x="24" y="69"/>
                  </a:lnTo>
                  <a:lnTo>
                    <a:pt x="29" y="87"/>
                  </a:lnTo>
                  <a:lnTo>
                    <a:pt x="33" y="104"/>
                  </a:lnTo>
                  <a:lnTo>
                    <a:pt x="37" y="123"/>
                  </a:lnTo>
                  <a:lnTo>
                    <a:pt x="41" y="141"/>
                  </a:lnTo>
                  <a:lnTo>
                    <a:pt x="45" y="160"/>
                  </a:lnTo>
                  <a:lnTo>
                    <a:pt x="47" y="179"/>
                  </a:lnTo>
                  <a:lnTo>
                    <a:pt x="50" y="197"/>
                  </a:lnTo>
                  <a:lnTo>
                    <a:pt x="53" y="216"/>
                  </a:lnTo>
                  <a:lnTo>
                    <a:pt x="55" y="236"/>
                  </a:lnTo>
                  <a:lnTo>
                    <a:pt x="57" y="254"/>
                  </a:lnTo>
                  <a:lnTo>
                    <a:pt x="58" y="274"/>
                  </a:lnTo>
                  <a:lnTo>
                    <a:pt x="59" y="294"/>
                  </a:lnTo>
                  <a:lnTo>
                    <a:pt x="61" y="314"/>
                  </a:lnTo>
                  <a:lnTo>
                    <a:pt x="61" y="332"/>
                  </a:lnTo>
                  <a:lnTo>
                    <a:pt x="62" y="352"/>
                  </a:lnTo>
                  <a:lnTo>
                    <a:pt x="62" y="372"/>
                  </a:lnTo>
                  <a:lnTo>
                    <a:pt x="62" y="392"/>
                  </a:lnTo>
                  <a:lnTo>
                    <a:pt x="62" y="412"/>
                  </a:lnTo>
                  <a:lnTo>
                    <a:pt x="61" y="432"/>
                  </a:lnTo>
                  <a:lnTo>
                    <a:pt x="61" y="452"/>
                  </a:lnTo>
                  <a:lnTo>
                    <a:pt x="59" y="472"/>
                  </a:lnTo>
                  <a:lnTo>
                    <a:pt x="58" y="491"/>
                  </a:lnTo>
                  <a:lnTo>
                    <a:pt x="57" y="511"/>
                  </a:lnTo>
                  <a:lnTo>
                    <a:pt x="55" y="531"/>
                  </a:lnTo>
                  <a:lnTo>
                    <a:pt x="54" y="550"/>
                  </a:lnTo>
                  <a:lnTo>
                    <a:pt x="53" y="570"/>
                  </a:lnTo>
                  <a:lnTo>
                    <a:pt x="50" y="590"/>
                  </a:lnTo>
                  <a:lnTo>
                    <a:pt x="49" y="609"/>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 name="Rectangle 58">
              <a:extLst>
                <a:ext uri="{FF2B5EF4-FFF2-40B4-BE49-F238E27FC236}">
                  <a16:creationId xmlns:a16="http://schemas.microsoft.com/office/drawing/2014/main" id="{25C64A89-89E7-404C-BA07-FCE37DBBF4D9}"/>
                </a:ext>
              </a:extLst>
            </p:cNvPr>
            <p:cNvSpPr>
              <a:spLocks noChangeArrowheads="1"/>
            </p:cNvSpPr>
            <p:nvPr/>
          </p:nvSpPr>
          <p:spPr bwMode="auto">
            <a:xfrm>
              <a:off x="3724275" y="2444750"/>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 name="Rectangle 59">
              <a:extLst>
                <a:ext uri="{FF2B5EF4-FFF2-40B4-BE49-F238E27FC236}">
                  <a16:creationId xmlns:a16="http://schemas.microsoft.com/office/drawing/2014/main" id="{2F99578B-1C41-4359-AADA-9FFFC8BFAD37}"/>
                </a:ext>
              </a:extLst>
            </p:cNvPr>
            <p:cNvSpPr>
              <a:spLocks noChangeArrowheads="1"/>
            </p:cNvSpPr>
            <p:nvPr/>
          </p:nvSpPr>
          <p:spPr bwMode="auto">
            <a:xfrm>
              <a:off x="4640263" y="2444750"/>
              <a:ext cx="20518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1x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 name="Freeform 60">
              <a:extLst>
                <a:ext uri="{FF2B5EF4-FFF2-40B4-BE49-F238E27FC236}">
                  <a16:creationId xmlns:a16="http://schemas.microsoft.com/office/drawing/2014/main" id="{AED081F6-E6AF-47B5-9B29-8783E27FE54E}"/>
                </a:ext>
              </a:extLst>
            </p:cNvPr>
            <p:cNvSpPr>
              <a:spLocks/>
            </p:cNvSpPr>
            <p:nvPr/>
          </p:nvSpPr>
          <p:spPr bwMode="auto">
            <a:xfrm>
              <a:off x="3848100" y="2090737"/>
              <a:ext cx="104775" cy="104775"/>
            </a:xfrm>
            <a:custGeom>
              <a:avLst/>
              <a:gdLst>
                <a:gd name="T0" fmla="*/ 2147483646 w 132"/>
                <a:gd name="T1" fmla="*/ 2147483646 h 133"/>
                <a:gd name="T2" fmla="*/ 2147483646 w 132"/>
                <a:gd name="T3" fmla="*/ 0 h 133"/>
                <a:gd name="T4" fmla="*/ 0 w 132"/>
                <a:gd name="T5" fmla="*/ 2147483646 h 133"/>
                <a:gd name="T6" fmla="*/ 0 w 132"/>
                <a:gd name="T7" fmla="*/ 2147483646 h 133"/>
                <a:gd name="T8" fmla="*/ 2147483646 w 132"/>
                <a:gd name="T9" fmla="*/ 2147483646 h 133"/>
                <a:gd name="T10" fmla="*/ 0 60000 65536"/>
                <a:gd name="T11" fmla="*/ 0 60000 65536"/>
                <a:gd name="T12" fmla="*/ 0 60000 65536"/>
                <a:gd name="T13" fmla="*/ 0 60000 65536"/>
                <a:gd name="T14" fmla="*/ 0 60000 65536"/>
                <a:gd name="T15" fmla="*/ 0 w 132"/>
                <a:gd name="T16" fmla="*/ 0 h 133"/>
                <a:gd name="T17" fmla="*/ 132 w 132"/>
                <a:gd name="T18" fmla="*/ 133 h 133"/>
              </a:gdLst>
              <a:ahLst/>
              <a:cxnLst>
                <a:cxn ang="T10">
                  <a:pos x="T0" y="T1"/>
                </a:cxn>
                <a:cxn ang="T11">
                  <a:pos x="T2" y="T3"/>
                </a:cxn>
                <a:cxn ang="T12">
                  <a:pos x="T4" y="T5"/>
                </a:cxn>
                <a:cxn ang="T13">
                  <a:pos x="T6" y="T7"/>
                </a:cxn>
                <a:cxn ang="T14">
                  <a:pos x="T8" y="T9"/>
                </a:cxn>
              </a:cxnLst>
              <a:rect l="T15" t="T16" r="T17" b="T18"/>
              <a:pathLst>
                <a:path w="132" h="133">
                  <a:moveTo>
                    <a:pt x="26" y="133"/>
                  </a:moveTo>
                  <a:lnTo>
                    <a:pt x="132" y="0"/>
                  </a:lnTo>
                  <a:lnTo>
                    <a:pt x="0" y="80"/>
                  </a:lnTo>
                  <a:lnTo>
                    <a:pt x="0" y="106"/>
                  </a:lnTo>
                  <a:lnTo>
                    <a:pt x="26" y="133"/>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 name="Freeform 61">
              <a:extLst>
                <a:ext uri="{FF2B5EF4-FFF2-40B4-BE49-F238E27FC236}">
                  <a16:creationId xmlns:a16="http://schemas.microsoft.com/office/drawing/2014/main" id="{5C4BC7B1-C316-4082-927E-1291574BC9E9}"/>
                </a:ext>
              </a:extLst>
            </p:cNvPr>
            <p:cNvSpPr>
              <a:spLocks/>
            </p:cNvSpPr>
            <p:nvPr/>
          </p:nvSpPr>
          <p:spPr bwMode="auto">
            <a:xfrm>
              <a:off x="3316288" y="2174875"/>
              <a:ext cx="531812" cy="2265362"/>
            </a:xfrm>
            <a:custGeom>
              <a:avLst/>
              <a:gdLst>
                <a:gd name="T0" fmla="*/ 2147483646 w 669"/>
                <a:gd name="T1" fmla="*/ 0 h 2854"/>
                <a:gd name="T2" fmla="*/ 2147483646 w 669"/>
                <a:gd name="T3" fmla="*/ 2147483646 h 2854"/>
                <a:gd name="T4" fmla="*/ 2147483646 w 669"/>
                <a:gd name="T5" fmla="*/ 2147483646 h 2854"/>
                <a:gd name="T6" fmla="*/ 2147483646 w 669"/>
                <a:gd name="T7" fmla="*/ 2147483646 h 2854"/>
                <a:gd name="T8" fmla="*/ 2147483646 w 669"/>
                <a:gd name="T9" fmla="*/ 2147483646 h 2854"/>
                <a:gd name="T10" fmla="*/ 2147483646 w 669"/>
                <a:gd name="T11" fmla="*/ 2147483646 h 2854"/>
                <a:gd name="T12" fmla="*/ 2147483646 w 669"/>
                <a:gd name="T13" fmla="*/ 2147483646 h 2854"/>
                <a:gd name="T14" fmla="*/ 2147483646 w 669"/>
                <a:gd name="T15" fmla="*/ 2147483646 h 2854"/>
                <a:gd name="T16" fmla="*/ 2147483646 w 669"/>
                <a:gd name="T17" fmla="*/ 2147483646 h 2854"/>
                <a:gd name="T18" fmla="*/ 2147483646 w 669"/>
                <a:gd name="T19" fmla="*/ 2147483646 h 2854"/>
                <a:gd name="T20" fmla="*/ 2147483646 w 669"/>
                <a:gd name="T21" fmla="*/ 2147483646 h 2854"/>
                <a:gd name="T22" fmla="*/ 2147483646 w 669"/>
                <a:gd name="T23" fmla="*/ 2147483646 h 2854"/>
                <a:gd name="T24" fmla="*/ 2147483646 w 669"/>
                <a:gd name="T25" fmla="*/ 2147483646 h 2854"/>
                <a:gd name="T26" fmla="*/ 2147483646 w 669"/>
                <a:gd name="T27" fmla="*/ 2147483646 h 2854"/>
                <a:gd name="T28" fmla="*/ 2147483646 w 669"/>
                <a:gd name="T29" fmla="*/ 2147483646 h 2854"/>
                <a:gd name="T30" fmla="*/ 2147483646 w 669"/>
                <a:gd name="T31" fmla="*/ 2147483646 h 2854"/>
                <a:gd name="T32" fmla="*/ 0 w 669"/>
                <a:gd name="T33" fmla="*/ 2147483646 h 2854"/>
                <a:gd name="T34" fmla="*/ 2147483646 w 669"/>
                <a:gd name="T35" fmla="*/ 2147483646 h 2854"/>
                <a:gd name="T36" fmla="*/ 2147483646 w 669"/>
                <a:gd name="T37" fmla="*/ 2147483646 h 2854"/>
                <a:gd name="T38" fmla="*/ 2147483646 w 669"/>
                <a:gd name="T39" fmla="*/ 2147483646 h 2854"/>
                <a:gd name="T40" fmla="*/ 2147483646 w 669"/>
                <a:gd name="T41" fmla="*/ 2147483646 h 2854"/>
                <a:gd name="T42" fmla="*/ 2147483646 w 669"/>
                <a:gd name="T43" fmla="*/ 2147483646 h 2854"/>
                <a:gd name="T44" fmla="*/ 2147483646 w 669"/>
                <a:gd name="T45" fmla="*/ 2147483646 h 2854"/>
                <a:gd name="T46" fmla="*/ 2147483646 w 669"/>
                <a:gd name="T47" fmla="*/ 2147483646 h 2854"/>
                <a:gd name="T48" fmla="*/ 2147483646 w 669"/>
                <a:gd name="T49" fmla="*/ 2147483646 h 2854"/>
                <a:gd name="T50" fmla="*/ 2147483646 w 669"/>
                <a:gd name="T51" fmla="*/ 2147483646 h 2854"/>
                <a:gd name="T52" fmla="*/ 2147483646 w 669"/>
                <a:gd name="T53" fmla="*/ 2147483646 h 2854"/>
                <a:gd name="T54" fmla="*/ 2147483646 w 669"/>
                <a:gd name="T55" fmla="*/ 2147483646 h 2854"/>
                <a:gd name="T56" fmla="*/ 2147483646 w 669"/>
                <a:gd name="T57" fmla="*/ 2147483646 h 2854"/>
                <a:gd name="T58" fmla="*/ 2147483646 w 669"/>
                <a:gd name="T59" fmla="*/ 2147483646 h 2854"/>
                <a:gd name="T60" fmla="*/ 2147483646 w 669"/>
                <a:gd name="T61" fmla="*/ 2147483646 h 2854"/>
                <a:gd name="T62" fmla="*/ 2147483646 w 669"/>
                <a:gd name="T63" fmla="*/ 2147483646 h 2854"/>
                <a:gd name="T64" fmla="*/ 2147483646 w 669"/>
                <a:gd name="T65" fmla="*/ 2147483646 h 28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69"/>
                <a:gd name="T100" fmla="*/ 0 h 2854"/>
                <a:gd name="T101" fmla="*/ 669 w 669"/>
                <a:gd name="T102" fmla="*/ 2854 h 28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69" h="2854">
                  <a:moveTo>
                    <a:pt x="669" y="0"/>
                  </a:moveTo>
                  <a:lnTo>
                    <a:pt x="580" y="69"/>
                  </a:lnTo>
                  <a:lnTo>
                    <a:pt x="498" y="145"/>
                  </a:lnTo>
                  <a:lnTo>
                    <a:pt x="424" y="226"/>
                  </a:lnTo>
                  <a:lnTo>
                    <a:pt x="355" y="312"/>
                  </a:lnTo>
                  <a:lnTo>
                    <a:pt x="294" y="403"/>
                  </a:lnTo>
                  <a:lnTo>
                    <a:pt x="238" y="500"/>
                  </a:lnTo>
                  <a:lnTo>
                    <a:pt x="189" y="600"/>
                  </a:lnTo>
                  <a:lnTo>
                    <a:pt x="147" y="703"/>
                  </a:lnTo>
                  <a:lnTo>
                    <a:pt x="110" y="809"/>
                  </a:lnTo>
                  <a:lnTo>
                    <a:pt x="78" y="918"/>
                  </a:lnTo>
                  <a:lnTo>
                    <a:pt x="52" y="1028"/>
                  </a:lnTo>
                  <a:lnTo>
                    <a:pt x="32" y="1139"/>
                  </a:lnTo>
                  <a:lnTo>
                    <a:pt x="16" y="1252"/>
                  </a:lnTo>
                  <a:lnTo>
                    <a:pt x="6" y="1364"/>
                  </a:lnTo>
                  <a:lnTo>
                    <a:pt x="1" y="1476"/>
                  </a:lnTo>
                  <a:lnTo>
                    <a:pt x="0" y="1588"/>
                  </a:lnTo>
                  <a:lnTo>
                    <a:pt x="4" y="1699"/>
                  </a:lnTo>
                  <a:lnTo>
                    <a:pt x="12" y="1807"/>
                  </a:lnTo>
                  <a:lnTo>
                    <a:pt x="25" y="1913"/>
                  </a:lnTo>
                  <a:lnTo>
                    <a:pt x="41" y="2017"/>
                  </a:lnTo>
                  <a:lnTo>
                    <a:pt x="61" y="2117"/>
                  </a:lnTo>
                  <a:lnTo>
                    <a:pt x="86" y="2214"/>
                  </a:lnTo>
                  <a:lnTo>
                    <a:pt x="114" y="2306"/>
                  </a:lnTo>
                  <a:lnTo>
                    <a:pt x="144" y="2393"/>
                  </a:lnTo>
                  <a:lnTo>
                    <a:pt x="179" y="2475"/>
                  </a:lnTo>
                  <a:lnTo>
                    <a:pt x="216" y="2551"/>
                  </a:lnTo>
                  <a:lnTo>
                    <a:pt x="257" y="2621"/>
                  </a:lnTo>
                  <a:lnTo>
                    <a:pt x="299" y="2683"/>
                  </a:lnTo>
                  <a:lnTo>
                    <a:pt x="344" y="2739"/>
                  </a:lnTo>
                  <a:lnTo>
                    <a:pt x="393" y="2786"/>
                  </a:lnTo>
                  <a:lnTo>
                    <a:pt x="444" y="2825"/>
                  </a:lnTo>
                  <a:lnTo>
                    <a:pt x="495" y="2854"/>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 name="Rectangle 62">
              <a:extLst>
                <a:ext uri="{FF2B5EF4-FFF2-40B4-BE49-F238E27FC236}">
                  <a16:creationId xmlns:a16="http://schemas.microsoft.com/office/drawing/2014/main" id="{0BE921FD-2B5C-47C1-B20B-92427983CBF3}"/>
                </a:ext>
              </a:extLst>
            </p:cNvPr>
            <p:cNvSpPr>
              <a:spLocks noChangeArrowheads="1"/>
            </p:cNvSpPr>
            <p:nvPr/>
          </p:nvSpPr>
          <p:spPr bwMode="auto">
            <a:xfrm>
              <a:off x="5359400" y="3733800"/>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 name="Rectangle 65">
              <a:extLst>
                <a:ext uri="{FF2B5EF4-FFF2-40B4-BE49-F238E27FC236}">
                  <a16:creationId xmlns:a16="http://schemas.microsoft.com/office/drawing/2014/main" id="{6ACBB79B-70FE-435C-AE14-EF17BCAEE282}"/>
                </a:ext>
              </a:extLst>
            </p:cNvPr>
            <p:cNvSpPr>
              <a:spLocks noChangeArrowheads="1"/>
            </p:cNvSpPr>
            <p:nvPr/>
          </p:nvSpPr>
          <p:spPr bwMode="auto">
            <a:xfrm>
              <a:off x="2997200" y="3733800"/>
              <a:ext cx="19236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x0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 name="Freeform 69">
              <a:extLst>
                <a:ext uri="{FF2B5EF4-FFF2-40B4-BE49-F238E27FC236}">
                  <a16:creationId xmlns:a16="http://schemas.microsoft.com/office/drawing/2014/main" id="{AF16EB56-78FD-4CD4-8E9B-A6ECEBF4EACB}"/>
                </a:ext>
              </a:extLst>
            </p:cNvPr>
            <p:cNvSpPr>
              <a:spLocks/>
            </p:cNvSpPr>
            <p:nvPr/>
          </p:nvSpPr>
          <p:spPr bwMode="auto">
            <a:xfrm>
              <a:off x="4057650" y="2259012"/>
              <a:ext cx="63500" cy="125413"/>
            </a:xfrm>
            <a:custGeom>
              <a:avLst/>
              <a:gdLst>
                <a:gd name="T0" fmla="*/ 2147483646 w 79"/>
                <a:gd name="T1" fmla="*/ 2147483646 h 159"/>
                <a:gd name="T2" fmla="*/ 2147483646 w 79"/>
                <a:gd name="T3" fmla="*/ 0 h 159"/>
                <a:gd name="T4" fmla="*/ 0 w 79"/>
                <a:gd name="T5" fmla="*/ 2147483646 h 159"/>
                <a:gd name="T6" fmla="*/ 2147483646 w 79"/>
                <a:gd name="T7" fmla="*/ 2147483646 h 159"/>
                <a:gd name="T8" fmla="*/ 2147483646 w 79"/>
                <a:gd name="T9" fmla="*/ 2147483646 h 159"/>
                <a:gd name="T10" fmla="*/ 0 60000 65536"/>
                <a:gd name="T11" fmla="*/ 0 60000 65536"/>
                <a:gd name="T12" fmla="*/ 0 60000 65536"/>
                <a:gd name="T13" fmla="*/ 0 60000 65536"/>
                <a:gd name="T14" fmla="*/ 0 60000 65536"/>
                <a:gd name="T15" fmla="*/ 0 w 79"/>
                <a:gd name="T16" fmla="*/ 0 h 159"/>
                <a:gd name="T17" fmla="*/ 79 w 79"/>
                <a:gd name="T18" fmla="*/ 159 h 159"/>
              </a:gdLst>
              <a:ahLst/>
              <a:cxnLst>
                <a:cxn ang="T10">
                  <a:pos x="T0" y="T1"/>
                </a:cxn>
                <a:cxn ang="T11">
                  <a:pos x="T2" y="T3"/>
                </a:cxn>
                <a:cxn ang="T12">
                  <a:pos x="T4" y="T5"/>
                </a:cxn>
                <a:cxn ang="T13">
                  <a:pos x="T6" y="T7"/>
                </a:cxn>
                <a:cxn ang="T14">
                  <a:pos x="T8" y="T9"/>
                </a:cxn>
              </a:cxnLst>
              <a:rect l="T15" t="T16" r="T17" b="T18"/>
              <a:pathLst>
                <a:path w="79" h="159">
                  <a:moveTo>
                    <a:pt x="79" y="159"/>
                  </a:moveTo>
                  <a:lnTo>
                    <a:pt x="79" y="0"/>
                  </a:lnTo>
                  <a:lnTo>
                    <a:pt x="0" y="159"/>
                  </a:lnTo>
                  <a:lnTo>
                    <a:pt x="26" y="159"/>
                  </a:lnTo>
                  <a:lnTo>
                    <a:pt x="79" y="159"/>
                  </a:lnTo>
                  <a:close/>
                </a:path>
              </a:pathLst>
            </a:custGeom>
            <a:solidFill>
              <a:srgbClr val="000000"/>
            </a:solidFill>
            <a:ln w="20638">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 name="Freeform 70">
              <a:extLst>
                <a:ext uri="{FF2B5EF4-FFF2-40B4-BE49-F238E27FC236}">
                  <a16:creationId xmlns:a16="http://schemas.microsoft.com/office/drawing/2014/main" id="{E2EC3B70-F1F4-4502-B8AB-5E03A2726146}"/>
                </a:ext>
              </a:extLst>
            </p:cNvPr>
            <p:cNvSpPr>
              <a:spLocks/>
            </p:cNvSpPr>
            <p:nvPr/>
          </p:nvSpPr>
          <p:spPr bwMode="auto">
            <a:xfrm>
              <a:off x="4070350" y="2392362"/>
              <a:ext cx="34925" cy="485775"/>
            </a:xfrm>
            <a:custGeom>
              <a:avLst/>
              <a:gdLst>
                <a:gd name="T0" fmla="*/ 2147483646 w 46"/>
                <a:gd name="T1" fmla="*/ 0 h 613"/>
                <a:gd name="T2" fmla="*/ 2147483646 w 46"/>
                <a:gd name="T3" fmla="*/ 2147483646 h 613"/>
                <a:gd name="T4" fmla="*/ 2147483646 w 46"/>
                <a:gd name="T5" fmla="*/ 2147483646 h 613"/>
                <a:gd name="T6" fmla="*/ 2147483646 w 46"/>
                <a:gd name="T7" fmla="*/ 2147483646 h 613"/>
                <a:gd name="T8" fmla="*/ 2147483646 w 46"/>
                <a:gd name="T9" fmla="*/ 2147483646 h 613"/>
                <a:gd name="T10" fmla="*/ 2147483646 w 46"/>
                <a:gd name="T11" fmla="*/ 2147483646 h 613"/>
                <a:gd name="T12" fmla="*/ 2147483646 w 46"/>
                <a:gd name="T13" fmla="*/ 2147483646 h 613"/>
                <a:gd name="T14" fmla="*/ 2147483646 w 46"/>
                <a:gd name="T15" fmla="*/ 2147483646 h 613"/>
                <a:gd name="T16" fmla="*/ 0 w 46"/>
                <a:gd name="T17" fmla="*/ 2147483646 h 613"/>
                <a:gd name="T18" fmla="*/ 0 w 46"/>
                <a:gd name="T19" fmla="*/ 2147483646 h 613"/>
                <a:gd name="T20" fmla="*/ 0 w 46"/>
                <a:gd name="T21" fmla="*/ 2147483646 h 613"/>
                <a:gd name="T22" fmla="*/ 0 w 46"/>
                <a:gd name="T23" fmla="*/ 2147483646 h 613"/>
                <a:gd name="T24" fmla="*/ 2147483646 w 46"/>
                <a:gd name="T25" fmla="*/ 2147483646 h 613"/>
                <a:gd name="T26" fmla="*/ 2147483646 w 46"/>
                <a:gd name="T27" fmla="*/ 2147483646 h 613"/>
                <a:gd name="T28" fmla="*/ 2147483646 w 46"/>
                <a:gd name="T29" fmla="*/ 2147483646 h 613"/>
                <a:gd name="T30" fmla="*/ 2147483646 w 46"/>
                <a:gd name="T31" fmla="*/ 2147483646 h 613"/>
                <a:gd name="T32" fmla="*/ 2147483646 w 46"/>
                <a:gd name="T33" fmla="*/ 2147483646 h 613"/>
                <a:gd name="T34" fmla="*/ 2147483646 w 46"/>
                <a:gd name="T35" fmla="*/ 2147483646 h 613"/>
                <a:gd name="T36" fmla="*/ 2147483646 w 46"/>
                <a:gd name="T37" fmla="*/ 2147483646 h 613"/>
                <a:gd name="T38" fmla="*/ 2147483646 w 46"/>
                <a:gd name="T39" fmla="*/ 2147483646 h 613"/>
                <a:gd name="T40" fmla="*/ 2147483646 w 46"/>
                <a:gd name="T41" fmla="*/ 2147483646 h 613"/>
                <a:gd name="T42" fmla="*/ 2147483646 w 46"/>
                <a:gd name="T43" fmla="*/ 2147483646 h 613"/>
                <a:gd name="T44" fmla="*/ 2147483646 w 46"/>
                <a:gd name="T45" fmla="*/ 2147483646 h 613"/>
                <a:gd name="T46" fmla="*/ 2147483646 w 46"/>
                <a:gd name="T47" fmla="*/ 2147483646 h 613"/>
                <a:gd name="T48" fmla="*/ 2147483646 w 46"/>
                <a:gd name="T49" fmla="*/ 2147483646 h 613"/>
                <a:gd name="T50" fmla="*/ 2147483646 w 46"/>
                <a:gd name="T51" fmla="*/ 2147483646 h 613"/>
                <a:gd name="T52" fmla="*/ 2147483646 w 46"/>
                <a:gd name="T53" fmla="*/ 2147483646 h 613"/>
                <a:gd name="T54" fmla="*/ 2147483646 w 46"/>
                <a:gd name="T55" fmla="*/ 2147483646 h 613"/>
                <a:gd name="T56" fmla="*/ 2147483646 w 46"/>
                <a:gd name="T57" fmla="*/ 2147483646 h 613"/>
                <a:gd name="T58" fmla="*/ 2147483646 w 46"/>
                <a:gd name="T59" fmla="*/ 2147483646 h 613"/>
                <a:gd name="T60" fmla="*/ 2147483646 w 46"/>
                <a:gd name="T61" fmla="*/ 2147483646 h 613"/>
                <a:gd name="T62" fmla="*/ 2147483646 w 46"/>
                <a:gd name="T63" fmla="*/ 2147483646 h 613"/>
                <a:gd name="T64" fmla="*/ 2147483646 w 46"/>
                <a:gd name="T65" fmla="*/ 2147483646 h 6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613"/>
                <a:gd name="T101" fmla="*/ 46 w 46"/>
                <a:gd name="T102" fmla="*/ 613 h 6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613">
                  <a:moveTo>
                    <a:pt x="20" y="0"/>
                  </a:moveTo>
                  <a:lnTo>
                    <a:pt x="16" y="19"/>
                  </a:lnTo>
                  <a:lnTo>
                    <a:pt x="12" y="38"/>
                  </a:lnTo>
                  <a:lnTo>
                    <a:pt x="10" y="56"/>
                  </a:lnTo>
                  <a:lnTo>
                    <a:pt x="7" y="75"/>
                  </a:lnTo>
                  <a:lnTo>
                    <a:pt x="4" y="95"/>
                  </a:lnTo>
                  <a:lnTo>
                    <a:pt x="3" y="113"/>
                  </a:lnTo>
                  <a:lnTo>
                    <a:pt x="2" y="133"/>
                  </a:lnTo>
                  <a:lnTo>
                    <a:pt x="0" y="153"/>
                  </a:lnTo>
                  <a:lnTo>
                    <a:pt x="0" y="171"/>
                  </a:lnTo>
                  <a:lnTo>
                    <a:pt x="0" y="191"/>
                  </a:lnTo>
                  <a:lnTo>
                    <a:pt x="0" y="211"/>
                  </a:lnTo>
                  <a:lnTo>
                    <a:pt x="2" y="231"/>
                  </a:lnTo>
                  <a:lnTo>
                    <a:pt x="2" y="251"/>
                  </a:lnTo>
                  <a:lnTo>
                    <a:pt x="3" y="271"/>
                  </a:lnTo>
                  <a:lnTo>
                    <a:pt x="4" y="289"/>
                  </a:lnTo>
                  <a:lnTo>
                    <a:pt x="6" y="309"/>
                  </a:lnTo>
                  <a:lnTo>
                    <a:pt x="8" y="329"/>
                  </a:lnTo>
                  <a:lnTo>
                    <a:pt x="10" y="349"/>
                  </a:lnTo>
                  <a:lnTo>
                    <a:pt x="12" y="369"/>
                  </a:lnTo>
                  <a:lnTo>
                    <a:pt x="15" y="389"/>
                  </a:lnTo>
                  <a:lnTo>
                    <a:pt x="18" y="407"/>
                  </a:lnTo>
                  <a:lnTo>
                    <a:pt x="20" y="427"/>
                  </a:lnTo>
                  <a:lnTo>
                    <a:pt x="23" y="446"/>
                  </a:lnTo>
                  <a:lnTo>
                    <a:pt x="26" y="466"/>
                  </a:lnTo>
                  <a:lnTo>
                    <a:pt x="28" y="484"/>
                  </a:lnTo>
                  <a:lnTo>
                    <a:pt x="31" y="503"/>
                  </a:lnTo>
                  <a:lnTo>
                    <a:pt x="34" y="521"/>
                  </a:lnTo>
                  <a:lnTo>
                    <a:pt x="36" y="540"/>
                  </a:lnTo>
                  <a:lnTo>
                    <a:pt x="38" y="559"/>
                  </a:lnTo>
                  <a:lnTo>
                    <a:pt x="40" y="577"/>
                  </a:lnTo>
                  <a:lnTo>
                    <a:pt x="43" y="594"/>
                  </a:lnTo>
                  <a:lnTo>
                    <a:pt x="46" y="613"/>
                  </a:lnTo>
                </a:path>
              </a:pathLst>
            </a:custGeom>
            <a:noFill/>
            <a:ln w="206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45" name="Arrow: Right 44">
            <a:extLst>
              <a:ext uri="{FF2B5EF4-FFF2-40B4-BE49-F238E27FC236}">
                <a16:creationId xmlns:a16="http://schemas.microsoft.com/office/drawing/2014/main" id="{6643C2B0-A71F-4963-9A8E-F85E6339F8E2}"/>
              </a:ext>
            </a:extLst>
          </p:cNvPr>
          <p:cNvSpPr/>
          <p:nvPr/>
        </p:nvSpPr>
        <p:spPr bwMode="auto">
          <a:xfrm>
            <a:off x="3882775" y="2773237"/>
            <a:ext cx="1195388" cy="919163"/>
          </a:xfrm>
          <a:prstGeom prst="rightArrow">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Rectangle 2">
            <a:extLst>
              <a:ext uri="{FF2B5EF4-FFF2-40B4-BE49-F238E27FC236}">
                <a16:creationId xmlns:a16="http://schemas.microsoft.com/office/drawing/2014/main" id="{31012D48-1705-4076-9D1A-8A6786D6ED96}"/>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Table</a:t>
            </a:r>
          </a:p>
        </p:txBody>
      </p:sp>
      <p:sp>
        <p:nvSpPr>
          <p:cNvPr id="108546" name="Rectangle 4">
            <a:extLst>
              <a:ext uri="{FF2B5EF4-FFF2-40B4-BE49-F238E27FC236}">
                <a16:creationId xmlns:a16="http://schemas.microsoft.com/office/drawing/2014/main" id="{A8AA399C-12F0-4396-8AF6-911C98C8D213}"/>
              </a:ext>
            </a:extLst>
          </p:cNvPr>
          <p:cNvSpPr>
            <a:spLocks noChangeArrowheads="1"/>
          </p:cNvSpPr>
          <p:nvPr/>
        </p:nvSpPr>
        <p:spPr bwMode="auto">
          <a:xfrm>
            <a:off x="169863" y="1463675"/>
            <a:ext cx="1077912" cy="815975"/>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108547" name="Picture 5" descr="Screen shot 2014-04-25 at 1.02.01 PM.png">
            <a:extLst>
              <a:ext uri="{FF2B5EF4-FFF2-40B4-BE49-F238E27FC236}">
                <a16:creationId xmlns:a16="http://schemas.microsoft.com/office/drawing/2014/main" id="{5C1B5C27-F780-4542-88A7-ADF6809C6CB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90800" y="2693942"/>
            <a:ext cx="6449999" cy="3317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a16="http://schemas.microsoft.com/office/drawing/2014/main" id="{791104FB-CDAE-4F5C-94BD-42610762A181}"/>
              </a:ext>
            </a:extLst>
          </p:cNvPr>
          <p:cNvPicPr>
            <a:picLocks noChangeAspect="1"/>
          </p:cNvPicPr>
          <p:nvPr/>
        </p:nvPicPr>
        <p:blipFill>
          <a:blip r:embed="rId3"/>
          <a:stretch>
            <a:fillRect/>
          </a:stretch>
        </p:blipFill>
        <p:spPr>
          <a:xfrm>
            <a:off x="76200" y="609601"/>
            <a:ext cx="2521809" cy="37338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Rectangle 2">
            <a:extLst>
              <a:ext uri="{FF2B5EF4-FFF2-40B4-BE49-F238E27FC236}">
                <a16:creationId xmlns:a16="http://schemas.microsoft.com/office/drawing/2014/main" id="{4FC6E58C-D8D9-4C5D-B363-C47F18F91F47}"/>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State-Assigned Table</a:t>
            </a:r>
          </a:p>
        </p:txBody>
      </p:sp>
      <p:grpSp>
        <p:nvGrpSpPr>
          <p:cNvPr id="109570" name="Group 88">
            <a:extLst>
              <a:ext uri="{FF2B5EF4-FFF2-40B4-BE49-F238E27FC236}">
                <a16:creationId xmlns:a16="http://schemas.microsoft.com/office/drawing/2014/main" id="{DC1D8293-F7FE-493D-B74F-A70898CFF513}"/>
              </a:ext>
            </a:extLst>
          </p:cNvPr>
          <p:cNvGrpSpPr>
            <a:grpSpLocks/>
          </p:cNvGrpSpPr>
          <p:nvPr/>
        </p:nvGrpSpPr>
        <p:grpSpPr bwMode="auto">
          <a:xfrm>
            <a:off x="1995488" y="3729038"/>
            <a:ext cx="5468938" cy="2773363"/>
            <a:chOff x="1673087" y="2042318"/>
            <a:chExt cx="5469075" cy="2773363"/>
          </a:xfrm>
        </p:grpSpPr>
        <p:grpSp>
          <p:nvGrpSpPr>
            <p:cNvPr id="109571" name="Group 1">
              <a:extLst>
                <a:ext uri="{FF2B5EF4-FFF2-40B4-BE49-F238E27FC236}">
                  <a16:creationId xmlns:a16="http://schemas.microsoft.com/office/drawing/2014/main" id="{10901CAE-51A8-4712-9759-271C787DEC54}"/>
                </a:ext>
              </a:extLst>
            </p:cNvPr>
            <p:cNvGrpSpPr>
              <a:grpSpLocks/>
            </p:cNvGrpSpPr>
            <p:nvPr/>
          </p:nvGrpSpPr>
          <p:grpSpPr bwMode="auto">
            <a:xfrm>
              <a:off x="2133600" y="2042318"/>
              <a:ext cx="5008562" cy="2773363"/>
              <a:chOff x="2030413" y="1379538"/>
              <a:chExt cx="5008562" cy="2773362"/>
            </a:xfrm>
          </p:grpSpPr>
          <p:sp>
            <p:nvSpPr>
              <p:cNvPr id="109573" name="Rectangle 4">
                <a:extLst>
                  <a:ext uri="{FF2B5EF4-FFF2-40B4-BE49-F238E27FC236}">
                    <a16:creationId xmlns:a16="http://schemas.microsoft.com/office/drawing/2014/main" id="{26796F37-34B1-4511-BD6A-150035901901}"/>
                  </a:ext>
                </a:extLst>
              </p:cNvPr>
              <p:cNvSpPr>
                <a:spLocks noChangeArrowheads="1"/>
              </p:cNvSpPr>
              <p:nvPr/>
            </p:nvSpPr>
            <p:spPr bwMode="auto">
              <a:xfrm>
                <a:off x="2055813" y="1379538"/>
                <a:ext cx="4979987"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4" name="Rectangle 5">
                <a:extLst>
                  <a:ext uri="{FF2B5EF4-FFF2-40B4-BE49-F238E27FC236}">
                    <a16:creationId xmlns:a16="http://schemas.microsoft.com/office/drawing/2014/main" id="{22166B7E-CE2D-49C9-B1FA-0858693C9C1D}"/>
                  </a:ext>
                </a:extLst>
              </p:cNvPr>
              <p:cNvSpPr>
                <a:spLocks noChangeArrowheads="1"/>
              </p:cNvSpPr>
              <p:nvPr/>
            </p:nvSpPr>
            <p:spPr bwMode="auto">
              <a:xfrm>
                <a:off x="2030413" y="1403350"/>
                <a:ext cx="11112"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5" name="Rectangle 6">
                <a:extLst>
                  <a:ext uri="{FF2B5EF4-FFF2-40B4-BE49-F238E27FC236}">
                    <a16:creationId xmlns:a16="http://schemas.microsoft.com/office/drawing/2014/main" id="{E778BBB1-81E1-4AB4-BF32-A002A4950994}"/>
                  </a:ext>
                </a:extLst>
              </p:cNvPr>
              <p:cNvSpPr>
                <a:spLocks noChangeArrowheads="1"/>
              </p:cNvSpPr>
              <p:nvPr/>
            </p:nvSpPr>
            <p:spPr bwMode="auto">
              <a:xfrm>
                <a:off x="3094038"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6" name="Rectangle 7">
                <a:extLst>
                  <a:ext uri="{FF2B5EF4-FFF2-40B4-BE49-F238E27FC236}">
                    <a16:creationId xmlns:a16="http://schemas.microsoft.com/office/drawing/2014/main" id="{7922E263-D327-4D62-973A-2715CDC21412}"/>
                  </a:ext>
                </a:extLst>
              </p:cNvPr>
              <p:cNvSpPr>
                <a:spLocks noChangeArrowheads="1"/>
              </p:cNvSpPr>
              <p:nvPr/>
            </p:nvSpPr>
            <p:spPr bwMode="auto">
              <a:xfrm>
                <a:off x="2198688" y="16494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7" name="Rectangle 8">
                <a:extLst>
                  <a:ext uri="{FF2B5EF4-FFF2-40B4-BE49-F238E27FC236}">
                    <a16:creationId xmlns:a16="http://schemas.microsoft.com/office/drawing/2014/main" id="{677EF1F2-DCE6-4999-A498-BE41F7F0FC53}"/>
                  </a:ext>
                </a:extLst>
              </p:cNvPr>
              <p:cNvSpPr>
                <a:spLocks noChangeArrowheads="1"/>
              </p:cNvSpPr>
              <p:nvPr/>
            </p:nvSpPr>
            <p:spPr bwMode="auto">
              <a:xfrm>
                <a:off x="6011863"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8" name="Rectangle 9">
                <a:extLst>
                  <a:ext uri="{FF2B5EF4-FFF2-40B4-BE49-F238E27FC236}">
                    <a16:creationId xmlns:a16="http://schemas.microsoft.com/office/drawing/2014/main" id="{6A6D24B1-0506-4EEA-8BAA-E866AAFE51A7}"/>
                  </a:ext>
                </a:extLst>
              </p:cNvPr>
              <p:cNvSpPr>
                <a:spLocks noChangeArrowheads="1"/>
              </p:cNvSpPr>
              <p:nvPr/>
            </p:nvSpPr>
            <p:spPr bwMode="auto">
              <a:xfrm>
                <a:off x="7026275"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9" name="Rectangle 10">
                <a:extLst>
                  <a:ext uri="{FF2B5EF4-FFF2-40B4-BE49-F238E27FC236}">
                    <a16:creationId xmlns:a16="http://schemas.microsoft.com/office/drawing/2014/main" id="{F151886C-8DD0-41EC-BFD7-A3E0F5B0D830}"/>
                  </a:ext>
                </a:extLst>
              </p:cNvPr>
              <p:cNvSpPr>
                <a:spLocks noChangeArrowheads="1"/>
              </p:cNvSpPr>
              <p:nvPr/>
            </p:nvSpPr>
            <p:spPr bwMode="auto">
              <a:xfrm>
                <a:off x="3094038" y="1858963"/>
                <a:ext cx="29257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0" name="Rectangle 11">
                <a:extLst>
                  <a:ext uri="{FF2B5EF4-FFF2-40B4-BE49-F238E27FC236}">
                    <a16:creationId xmlns:a16="http://schemas.microsoft.com/office/drawing/2014/main" id="{98CD4D2F-D24E-4045-8338-0939553AF833}"/>
                  </a:ext>
                </a:extLst>
              </p:cNvPr>
              <p:cNvSpPr>
                <a:spLocks noChangeArrowheads="1"/>
              </p:cNvSpPr>
              <p:nvPr/>
            </p:nvSpPr>
            <p:spPr bwMode="auto">
              <a:xfrm>
                <a:off x="2030413" y="1871663"/>
                <a:ext cx="11112"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1" name="Rectangle 12">
                <a:extLst>
                  <a:ext uri="{FF2B5EF4-FFF2-40B4-BE49-F238E27FC236}">
                    <a16:creationId xmlns:a16="http://schemas.microsoft.com/office/drawing/2014/main" id="{F26590D8-C6E9-4587-BB65-06D121F1A0DC}"/>
                  </a:ext>
                </a:extLst>
              </p:cNvPr>
              <p:cNvSpPr>
                <a:spLocks noChangeArrowheads="1"/>
              </p:cNvSpPr>
              <p:nvPr/>
            </p:nvSpPr>
            <p:spPr bwMode="auto">
              <a:xfrm>
                <a:off x="4049713" y="1506538"/>
                <a:ext cx="10948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2" name="Rectangle 13">
                <a:extLst>
                  <a:ext uri="{FF2B5EF4-FFF2-40B4-BE49-F238E27FC236}">
                    <a16:creationId xmlns:a16="http://schemas.microsoft.com/office/drawing/2014/main" id="{F31BD150-D148-4808-A8BA-D012CF92E9B6}"/>
                  </a:ext>
                </a:extLst>
              </p:cNvPr>
              <p:cNvSpPr>
                <a:spLocks noChangeArrowheads="1"/>
              </p:cNvSpPr>
              <p:nvPr/>
            </p:nvSpPr>
            <p:spPr bwMode="auto">
              <a:xfrm>
                <a:off x="3094038"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3" name="Rectangle 14">
                <a:extLst>
                  <a:ext uri="{FF2B5EF4-FFF2-40B4-BE49-F238E27FC236}">
                    <a16:creationId xmlns:a16="http://schemas.microsoft.com/office/drawing/2014/main" id="{F93B8BED-0703-4970-B307-58CD3345A72A}"/>
                  </a:ext>
                </a:extLst>
              </p:cNvPr>
              <p:cNvSpPr>
                <a:spLocks noChangeArrowheads="1"/>
              </p:cNvSpPr>
              <p:nvPr/>
            </p:nvSpPr>
            <p:spPr bwMode="auto">
              <a:xfrm>
                <a:off x="2338388" y="1973263"/>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4" name="Rectangle 15">
                <a:extLst>
                  <a:ext uri="{FF2B5EF4-FFF2-40B4-BE49-F238E27FC236}">
                    <a16:creationId xmlns:a16="http://schemas.microsoft.com/office/drawing/2014/main" id="{323A3E34-F5DD-4820-A61A-1A9147D8EBA7}"/>
                  </a:ext>
                </a:extLst>
              </p:cNvPr>
              <p:cNvSpPr>
                <a:spLocks noChangeArrowheads="1"/>
              </p:cNvSpPr>
              <p:nvPr/>
            </p:nvSpPr>
            <p:spPr bwMode="auto">
              <a:xfrm>
                <a:off x="3154660" y="1940137"/>
                <a:ext cx="3686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r</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r</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5" name="Rectangle 16">
                <a:extLst>
                  <a:ext uri="{FF2B5EF4-FFF2-40B4-BE49-F238E27FC236}">
                    <a16:creationId xmlns:a16="http://schemas.microsoft.com/office/drawing/2014/main" id="{6CB8C613-346A-4669-B694-F16B8DB5E84A}"/>
                  </a:ext>
                </a:extLst>
              </p:cNvPr>
              <p:cNvSpPr>
                <a:spLocks noChangeArrowheads="1"/>
              </p:cNvSpPr>
              <p:nvPr/>
            </p:nvSpPr>
            <p:spPr bwMode="auto">
              <a:xfrm>
                <a:off x="3552825" y="1973263"/>
                <a:ext cx="460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6" name="Rectangle 17">
                <a:extLst>
                  <a:ext uri="{FF2B5EF4-FFF2-40B4-BE49-F238E27FC236}">
                    <a16:creationId xmlns:a16="http://schemas.microsoft.com/office/drawing/2014/main" id="{8AA6DDA9-7FE9-4FE4-9ECE-47BC2DCD5182}"/>
                  </a:ext>
                </a:extLst>
              </p:cNvPr>
              <p:cNvSpPr>
                <a:spLocks noChangeArrowheads="1"/>
              </p:cNvSpPr>
              <p:nvPr/>
            </p:nvSpPr>
            <p:spPr bwMode="auto">
              <a:xfrm>
                <a:off x="4341813"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7" name="Rectangle 18">
                <a:extLst>
                  <a:ext uri="{FF2B5EF4-FFF2-40B4-BE49-F238E27FC236}">
                    <a16:creationId xmlns:a16="http://schemas.microsoft.com/office/drawing/2014/main" id="{4674138E-BFEA-490C-8999-6D46676C94CE}"/>
                  </a:ext>
                </a:extLst>
              </p:cNvPr>
              <p:cNvSpPr>
                <a:spLocks noChangeArrowheads="1"/>
              </p:cNvSpPr>
              <p:nvPr/>
            </p:nvSpPr>
            <p:spPr bwMode="auto">
              <a:xfrm>
                <a:off x="4959350"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8" name="Rectangle 19">
                <a:extLst>
                  <a:ext uri="{FF2B5EF4-FFF2-40B4-BE49-F238E27FC236}">
                    <a16:creationId xmlns:a16="http://schemas.microsoft.com/office/drawing/2014/main" id="{2F2C88FF-65AF-4BF1-B393-82E3654E8220}"/>
                  </a:ext>
                </a:extLst>
              </p:cNvPr>
              <p:cNvSpPr>
                <a:spLocks noChangeArrowheads="1"/>
              </p:cNvSpPr>
              <p:nvPr/>
            </p:nvSpPr>
            <p:spPr bwMode="auto">
              <a:xfrm>
                <a:off x="6011863"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9" name="Rectangle 20">
                <a:extLst>
                  <a:ext uri="{FF2B5EF4-FFF2-40B4-BE49-F238E27FC236}">
                    <a16:creationId xmlns:a16="http://schemas.microsoft.com/office/drawing/2014/main" id="{4FFB6E8C-077F-40B2-BB73-8EDA194039A3}"/>
                  </a:ext>
                </a:extLst>
              </p:cNvPr>
              <p:cNvSpPr>
                <a:spLocks noChangeArrowheads="1"/>
              </p:cNvSpPr>
              <p:nvPr/>
            </p:nvSpPr>
            <p:spPr bwMode="auto">
              <a:xfrm>
                <a:off x="5573713"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0" name="Rectangle 21">
                <a:extLst>
                  <a:ext uri="{FF2B5EF4-FFF2-40B4-BE49-F238E27FC236}">
                    <a16:creationId xmlns:a16="http://schemas.microsoft.com/office/drawing/2014/main" id="{8818D59B-BC2E-414B-B934-5750D3F35727}"/>
                  </a:ext>
                </a:extLst>
              </p:cNvPr>
              <p:cNvSpPr>
                <a:spLocks noChangeArrowheads="1"/>
              </p:cNvSpPr>
              <p:nvPr/>
            </p:nvSpPr>
            <p:spPr bwMode="auto">
              <a:xfrm>
                <a:off x="7026275"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1" name="Rectangle 22">
                <a:extLst>
                  <a:ext uri="{FF2B5EF4-FFF2-40B4-BE49-F238E27FC236}">
                    <a16:creationId xmlns:a16="http://schemas.microsoft.com/office/drawing/2014/main" id="{EB979648-1B37-495E-9DCE-44EB65EE7ACE}"/>
                  </a:ext>
                </a:extLst>
              </p:cNvPr>
              <p:cNvSpPr>
                <a:spLocks noChangeArrowheads="1"/>
              </p:cNvSpPr>
              <p:nvPr/>
            </p:nvSpPr>
            <p:spPr bwMode="auto">
              <a:xfrm>
                <a:off x="3094038" y="2316163"/>
                <a:ext cx="29257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2" name="Rectangle 23">
                <a:extLst>
                  <a:ext uri="{FF2B5EF4-FFF2-40B4-BE49-F238E27FC236}">
                    <a16:creationId xmlns:a16="http://schemas.microsoft.com/office/drawing/2014/main" id="{FEE70B9F-EF6D-4BCE-AF7C-065C34558C5C}"/>
                  </a:ext>
                </a:extLst>
              </p:cNvPr>
              <p:cNvSpPr>
                <a:spLocks noChangeArrowheads="1"/>
              </p:cNvSpPr>
              <p:nvPr/>
            </p:nvSpPr>
            <p:spPr bwMode="auto">
              <a:xfrm>
                <a:off x="2030413" y="2328863"/>
                <a:ext cx="11112"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3" name="Rectangle 24">
                <a:extLst>
                  <a:ext uri="{FF2B5EF4-FFF2-40B4-BE49-F238E27FC236}">
                    <a16:creationId xmlns:a16="http://schemas.microsoft.com/office/drawing/2014/main" id="{BB1A385A-D819-4D6F-AF5B-CAFE51860705}"/>
                  </a:ext>
                </a:extLst>
              </p:cNvPr>
              <p:cNvSpPr>
                <a:spLocks noChangeArrowheads="1"/>
              </p:cNvSpPr>
              <p:nvPr/>
            </p:nvSpPr>
            <p:spPr bwMode="auto">
              <a:xfrm>
                <a:off x="6172200" y="18811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4" name="Rectangle 25">
                <a:extLst>
                  <a:ext uri="{FF2B5EF4-FFF2-40B4-BE49-F238E27FC236}">
                    <a16:creationId xmlns:a16="http://schemas.microsoft.com/office/drawing/2014/main" id="{6E8D8B6B-AFCF-4CC0-9A95-A7A5B6607E71}"/>
                  </a:ext>
                </a:extLst>
              </p:cNvPr>
              <p:cNvSpPr>
                <a:spLocks noChangeArrowheads="1"/>
              </p:cNvSpPr>
              <p:nvPr/>
            </p:nvSpPr>
            <p:spPr bwMode="auto">
              <a:xfrm>
                <a:off x="2336800" y="228123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5" name="Rectangle 26">
                <a:extLst>
                  <a:ext uri="{FF2B5EF4-FFF2-40B4-BE49-F238E27FC236}">
                    <a16:creationId xmlns:a16="http://schemas.microsoft.com/office/drawing/2014/main" id="{EC21A354-92BD-4FBB-AC75-7DC42432BAB2}"/>
                  </a:ext>
                </a:extLst>
              </p:cNvPr>
              <p:cNvSpPr>
                <a:spLocks noChangeArrowheads="1"/>
              </p:cNvSpPr>
              <p:nvPr/>
            </p:nvSpPr>
            <p:spPr bwMode="auto">
              <a:xfrm>
                <a:off x="2435458" y="2429997"/>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6" name="Rectangle 27">
                <a:extLst>
                  <a:ext uri="{FF2B5EF4-FFF2-40B4-BE49-F238E27FC236}">
                    <a16:creationId xmlns:a16="http://schemas.microsoft.com/office/drawing/2014/main" id="{FF5CE205-72B1-4148-9026-C49F3A673704}"/>
                  </a:ext>
                </a:extLst>
              </p:cNvPr>
              <p:cNvSpPr>
                <a:spLocks noChangeArrowheads="1"/>
              </p:cNvSpPr>
              <p:nvPr/>
            </p:nvSpPr>
            <p:spPr bwMode="auto">
              <a:xfrm>
                <a:off x="2573338" y="228123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7" name="Rectangle 28">
                <a:extLst>
                  <a:ext uri="{FF2B5EF4-FFF2-40B4-BE49-F238E27FC236}">
                    <a16:creationId xmlns:a16="http://schemas.microsoft.com/office/drawing/2014/main" id="{F3C5682F-838E-4B52-A5D6-C6ECC23A4E42}"/>
                  </a:ext>
                </a:extLst>
              </p:cNvPr>
              <p:cNvSpPr>
                <a:spLocks noChangeArrowheads="1"/>
              </p:cNvSpPr>
              <p:nvPr/>
            </p:nvSpPr>
            <p:spPr bwMode="auto">
              <a:xfrm>
                <a:off x="3094038"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8" name="Rectangle 29">
                <a:extLst>
                  <a:ext uri="{FF2B5EF4-FFF2-40B4-BE49-F238E27FC236}">
                    <a16:creationId xmlns:a16="http://schemas.microsoft.com/office/drawing/2014/main" id="{33288737-A510-4FC3-8C33-B1B6423AFCA4}"/>
                  </a:ext>
                </a:extLst>
              </p:cNvPr>
              <p:cNvSpPr>
                <a:spLocks noChangeArrowheads="1"/>
              </p:cNvSpPr>
              <p:nvPr/>
            </p:nvSpPr>
            <p:spPr bwMode="auto">
              <a:xfrm>
                <a:off x="2673583" y="2438386"/>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9" name="Rectangle 30">
                <a:extLst>
                  <a:ext uri="{FF2B5EF4-FFF2-40B4-BE49-F238E27FC236}">
                    <a16:creationId xmlns:a16="http://schemas.microsoft.com/office/drawing/2014/main" id="{B8A7FA8B-0CDE-4C6B-B05F-C39B69011C2A}"/>
                  </a:ext>
                </a:extLst>
              </p:cNvPr>
              <p:cNvSpPr>
                <a:spLocks noChangeArrowheads="1"/>
              </p:cNvSpPr>
              <p:nvPr/>
            </p:nvSpPr>
            <p:spPr bwMode="auto">
              <a:xfrm>
                <a:off x="4297363" y="24272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0" name="Rectangle 31">
                <a:extLst>
                  <a:ext uri="{FF2B5EF4-FFF2-40B4-BE49-F238E27FC236}">
                    <a16:creationId xmlns:a16="http://schemas.microsoft.com/office/drawing/2014/main" id="{D2DF2512-A127-4784-A6E5-AAD92B52F7A0}"/>
                  </a:ext>
                </a:extLst>
              </p:cNvPr>
              <p:cNvSpPr>
                <a:spLocks noChangeArrowheads="1"/>
              </p:cNvSpPr>
              <p:nvPr/>
            </p:nvSpPr>
            <p:spPr bwMode="auto">
              <a:xfrm>
                <a:off x="4443413" y="25241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1" name="Rectangle 32">
                <a:extLst>
                  <a:ext uri="{FF2B5EF4-FFF2-40B4-BE49-F238E27FC236}">
                    <a16:creationId xmlns:a16="http://schemas.microsoft.com/office/drawing/2014/main" id="{51340166-DA0A-4EED-B1A8-CCB96C63BC60}"/>
                  </a:ext>
                </a:extLst>
              </p:cNvPr>
              <p:cNvSpPr>
                <a:spLocks noChangeArrowheads="1"/>
              </p:cNvSpPr>
              <p:nvPr/>
            </p:nvSpPr>
            <p:spPr bwMode="auto">
              <a:xfrm>
                <a:off x="4557713" y="24272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2" name="Rectangle 33">
                <a:extLst>
                  <a:ext uri="{FF2B5EF4-FFF2-40B4-BE49-F238E27FC236}">
                    <a16:creationId xmlns:a16="http://schemas.microsoft.com/office/drawing/2014/main" id="{0BE2E113-6A10-42DC-912E-8E6999DE9660}"/>
                  </a:ext>
                </a:extLst>
              </p:cNvPr>
              <p:cNvSpPr>
                <a:spLocks noChangeArrowheads="1"/>
              </p:cNvSpPr>
              <p:nvPr/>
            </p:nvSpPr>
            <p:spPr bwMode="auto">
              <a:xfrm>
                <a:off x="6011863"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3" name="Rectangle 34">
                <a:extLst>
                  <a:ext uri="{FF2B5EF4-FFF2-40B4-BE49-F238E27FC236}">
                    <a16:creationId xmlns:a16="http://schemas.microsoft.com/office/drawing/2014/main" id="{E3183C0A-67B2-4AF0-96DE-E52B9D32513F}"/>
                  </a:ext>
                </a:extLst>
              </p:cNvPr>
              <p:cNvSpPr>
                <a:spLocks noChangeArrowheads="1"/>
              </p:cNvSpPr>
              <p:nvPr/>
            </p:nvSpPr>
            <p:spPr bwMode="auto">
              <a:xfrm>
                <a:off x="4703763" y="25241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4" name="Rectangle 35">
                <a:extLst>
                  <a:ext uri="{FF2B5EF4-FFF2-40B4-BE49-F238E27FC236}">
                    <a16:creationId xmlns:a16="http://schemas.microsoft.com/office/drawing/2014/main" id="{AC19A68A-40D5-427F-A57C-AB2E0033150E}"/>
                  </a:ext>
                </a:extLst>
              </p:cNvPr>
              <p:cNvSpPr>
                <a:spLocks noChangeArrowheads="1"/>
              </p:cNvSpPr>
              <p:nvPr/>
            </p:nvSpPr>
            <p:spPr bwMode="auto">
              <a:xfrm>
                <a:off x="7026275"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5" name="Rectangle 36">
                <a:extLst>
                  <a:ext uri="{FF2B5EF4-FFF2-40B4-BE49-F238E27FC236}">
                    <a16:creationId xmlns:a16="http://schemas.microsoft.com/office/drawing/2014/main" id="{9FFCB5C3-32D4-416D-B851-38D801361057}"/>
                  </a:ext>
                </a:extLst>
              </p:cNvPr>
              <p:cNvSpPr>
                <a:spLocks noChangeArrowheads="1"/>
              </p:cNvSpPr>
              <p:nvPr/>
            </p:nvSpPr>
            <p:spPr bwMode="auto">
              <a:xfrm>
                <a:off x="2055813" y="2771775"/>
                <a:ext cx="4979987"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6" name="Rectangle 37">
                <a:extLst>
                  <a:ext uri="{FF2B5EF4-FFF2-40B4-BE49-F238E27FC236}">
                    <a16:creationId xmlns:a16="http://schemas.microsoft.com/office/drawing/2014/main" id="{CDA95C28-1A12-47A6-AB96-A3A4A8EC80AF}"/>
                  </a:ext>
                </a:extLst>
              </p:cNvPr>
              <p:cNvSpPr>
                <a:spLocks noChangeArrowheads="1"/>
              </p:cNvSpPr>
              <p:nvPr/>
            </p:nvSpPr>
            <p:spPr bwMode="auto">
              <a:xfrm>
                <a:off x="2030413" y="2787650"/>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7" name="Rectangle 38">
                <a:extLst>
                  <a:ext uri="{FF2B5EF4-FFF2-40B4-BE49-F238E27FC236}">
                    <a16:creationId xmlns:a16="http://schemas.microsoft.com/office/drawing/2014/main" id="{10A89AF2-DF3E-4CB4-A042-07AFC7BADC18}"/>
                  </a:ext>
                </a:extLst>
              </p:cNvPr>
              <p:cNvSpPr>
                <a:spLocks noChangeArrowheads="1"/>
              </p:cNvSpPr>
              <p:nvPr/>
            </p:nvSpPr>
            <p:spPr bwMode="auto">
              <a:xfrm>
                <a:off x="6340494" y="2281238"/>
                <a:ext cx="4905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8" name="Rectangle 39">
                <a:extLst>
                  <a:ext uri="{FF2B5EF4-FFF2-40B4-BE49-F238E27FC236}">
                    <a16:creationId xmlns:a16="http://schemas.microsoft.com/office/drawing/2014/main" id="{5CB3843C-D5C3-4D98-B6E6-9165D65D2E83}"/>
                  </a:ext>
                </a:extLst>
              </p:cNvPr>
              <p:cNvSpPr>
                <a:spLocks noChangeArrowheads="1"/>
              </p:cNvSpPr>
              <p:nvPr/>
            </p:nvSpPr>
            <p:spPr bwMode="auto">
              <a:xfrm>
                <a:off x="3094038"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9" name="Rectangle 40">
                <a:extLst>
                  <a:ext uri="{FF2B5EF4-FFF2-40B4-BE49-F238E27FC236}">
                    <a16:creationId xmlns:a16="http://schemas.microsoft.com/office/drawing/2014/main" id="{84632CC8-EC62-434B-86A6-456B69AB748D}"/>
                  </a:ext>
                </a:extLst>
              </p:cNvPr>
              <p:cNvSpPr>
                <a:spLocks noChangeArrowheads="1"/>
              </p:cNvSpPr>
              <p:nvPr/>
            </p:nvSpPr>
            <p:spPr bwMode="auto">
              <a:xfrm>
                <a:off x="2414588"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0" name="Rectangle 41">
                <a:extLst>
                  <a:ext uri="{FF2B5EF4-FFF2-40B4-BE49-F238E27FC236}">
                    <a16:creationId xmlns:a16="http://schemas.microsoft.com/office/drawing/2014/main" id="{65C85385-457A-43A2-AA28-AF9A6E0858DE}"/>
                  </a:ext>
                </a:extLst>
              </p:cNvPr>
              <p:cNvSpPr>
                <a:spLocks noChangeArrowheads="1"/>
              </p:cNvSpPr>
              <p:nvPr/>
            </p:nvSpPr>
            <p:spPr bwMode="auto">
              <a:xfrm>
                <a:off x="36909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1" name="Rectangle 42">
                <a:extLst>
                  <a:ext uri="{FF2B5EF4-FFF2-40B4-BE49-F238E27FC236}">
                    <a16:creationId xmlns:a16="http://schemas.microsoft.com/office/drawing/2014/main" id="{6D8D47C0-8508-4282-9155-0114041C1632}"/>
                  </a:ext>
                </a:extLst>
              </p:cNvPr>
              <p:cNvSpPr>
                <a:spLocks noChangeArrowheads="1"/>
              </p:cNvSpPr>
              <p:nvPr/>
            </p:nvSpPr>
            <p:spPr bwMode="auto">
              <a:xfrm>
                <a:off x="38814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2" name="Rectangle 43">
                <a:extLst>
                  <a:ext uri="{FF2B5EF4-FFF2-40B4-BE49-F238E27FC236}">
                    <a16:creationId xmlns:a16="http://schemas.microsoft.com/office/drawing/2014/main" id="{ED19BD1E-137B-449C-BCDE-11AFC4D77B9C}"/>
                  </a:ext>
                </a:extLst>
              </p:cNvPr>
              <p:cNvSpPr>
                <a:spLocks noChangeArrowheads="1"/>
              </p:cNvSpPr>
              <p:nvPr/>
            </p:nvSpPr>
            <p:spPr bwMode="auto">
              <a:xfrm>
                <a:off x="4308475"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3" name="Rectangle 44">
                <a:extLst>
                  <a:ext uri="{FF2B5EF4-FFF2-40B4-BE49-F238E27FC236}">
                    <a16:creationId xmlns:a16="http://schemas.microsoft.com/office/drawing/2014/main" id="{EEED979B-5857-4942-8237-066DF9F4B9A8}"/>
                  </a:ext>
                </a:extLst>
              </p:cNvPr>
              <p:cNvSpPr>
                <a:spLocks noChangeArrowheads="1"/>
              </p:cNvSpPr>
              <p:nvPr/>
            </p:nvSpPr>
            <p:spPr bwMode="auto">
              <a:xfrm>
                <a:off x="49228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4" name="Rectangle 45">
                <a:extLst>
                  <a:ext uri="{FF2B5EF4-FFF2-40B4-BE49-F238E27FC236}">
                    <a16:creationId xmlns:a16="http://schemas.microsoft.com/office/drawing/2014/main" id="{B1EA2A85-4C68-48B1-AAAC-8B005783B05F}"/>
                  </a:ext>
                </a:extLst>
              </p:cNvPr>
              <p:cNvSpPr>
                <a:spLocks noChangeArrowheads="1"/>
              </p:cNvSpPr>
              <p:nvPr/>
            </p:nvSpPr>
            <p:spPr bwMode="auto">
              <a:xfrm>
                <a:off x="51133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5" name="Rectangle 46">
                <a:extLst>
                  <a:ext uri="{FF2B5EF4-FFF2-40B4-BE49-F238E27FC236}">
                    <a16:creationId xmlns:a16="http://schemas.microsoft.com/office/drawing/2014/main" id="{ED722E6D-6A77-4A79-B324-5C4F1FDB7D5C}"/>
                  </a:ext>
                </a:extLst>
              </p:cNvPr>
              <p:cNvSpPr>
                <a:spLocks noChangeArrowheads="1"/>
              </p:cNvSpPr>
              <p:nvPr/>
            </p:nvSpPr>
            <p:spPr bwMode="auto">
              <a:xfrm>
                <a:off x="6011863"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6" name="Rectangle 47">
                <a:extLst>
                  <a:ext uri="{FF2B5EF4-FFF2-40B4-BE49-F238E27FC236}">
                    <a16:creationId xmlns:a16="http://schemas.microsoft.com/office/drawing/2014/main" id="{F9E74AD6-D29F-48F4-8533-698F84469685}"/>
                  </a:ext>
                </a:extLst>
              </p:cNvPr>
              <p:cNvSpPr>
                <a:spLocks noChangeArrowheads="1"/>
              </p:cNvSpPr>
              <p:nvPr/>
            </p:nvSpPr>
            <p:spPr bwMode="auto">
              <a:xfrm>
                <a:off x="5541963"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7" name="Rectangle 48">
                <a:extLst>
                  <a:ext uri="{FF2B5EF4-FFF2-40B4-BE49-F238E27FC236}">
                    <a16:creationId xmlns:a16="http://schemas.microsoft.com/office/drawing/2014/main" id="{E6F20DC8-2FC6-4E91-B8B9-8FA3A63661EB}"/>
                  </a:ext>
                </a:extLst>
              </p:cNvPr>
              <p:cNvSpPr>
                <a:spLocks noChangeArrowheads="1"/>
              </p:cNvSpPr>
              <p:nvPr/>
            </p:nvSpPr>
            <p:spPr bwMode="auto">
              <a:xfrm>
                <a:off x="7026275"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8" name="Rectangle 49">
                <a:extLst>
                  <a:ext uri="{FF2B5EF4-FFF2-40B4-BE49-F238E27FC236}">
                    <a16:creationId xmlns:a16="http://schemas.microsoft.com/office/drawing/2014/main" id="{D43728A9-2D1A-4D16-BFED-532C59AC7EE3}"/>
                  </a:ext>
                </a:extLst>
              </p:cNvPr>
              <p:cNvSpPr>
                <a:spLocks noChangeArrowheads="1"/>
              </p:cNvSpPr>
              <p:nvPr/>
            </p:nvSpPr>
            <p:spPr bwMode="auto">
              <a:xfrm>
                <a:off x="2030413" y="3189288"/>
                <a:ext cx="11112"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9" name="Rectangle 50">
                <a:extLst>
                  <a:ext uri="{FF2B5EF4-FFF2-40B4-BE49-F238E27FC236}">
                    <a16:creationId xmlns:a16="http://schemas.microsoft.com/office/drawing/2014/main" id="{F36610E1-3C7B-4269-B965-D646BA276D5A}"/>
                  </a:ext>
                </a:extLst>
              </p:cNvPr>
              <p:cNvSpPr>
                <a:spLocks noChangeArrowheads="1"/>
              </p:cNvSpPr>
              <p:nvPr/>
            </p:nvSpPr>
            <p:spPr bwMode="auto">
              <a:xfrm>
                <a:off x="6445250" y="2887663"/>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0" name="Rectangle 51">
                <a:extLst>
                  <a:ext uri="{FF2B5EF4-FFF2-40B4-BE49-F238E27FC236}">
                    <a16:creationId xmlns:a16="http://schemas.microsoft.com/office/drawing/2014/main" id="{5C5F7B71-3A9E-4D9A-9408-559774BC4CE0}"/>
                  </a:ext>
                </a:extLst>
              </p:cNvPr>
              <p:cNvSpPr>
                <a:spLocks noChangeArrowheads="1"/>
              </p:cNvSpPr>
              <p:nvPr/>
            </p:nvSpPr>
            <p:spPr bwMode="auto">
              <a:xfrm>
                <a:off x="3094038"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1" name="Rectangle 52">
                <a:extLst>
                  <a:ext uri="{FF2B5EF4-FFF2-40B4-BE49-F238E27FC236}">
                    <a16:creationId xmlns:a16="http://schemas.microsoft.com/office/drawing/2014/main" id="{213C62F5-AB45-4180-88D7-E663E64271A2}"/>
                  </a:ext>
                </a:extLst>
              </p:cNvPr>
              <p:cNvSpPr>
                <a:spLocks noChangeArrowheads="1"/>
              </p:cNvSpPr>
              <p:nvPr/>
            </p:nvSpPr>
            <p:spPr bwMode="auto">
              <a:xfrm>
                <a:off x="2414588"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2" name="Rectangle 53">
                <a:extLst>
                  <a:ext uri="{FF2B5EF4-FFF2-40B4-BE49-F238E27FC236}">
                    <a16:creationId xmlns:a16="http://schemas.microsoft.com/office/drawing/2014/main" id="{765D42C0-671F-4921-8A48-F6C4A113D4FF}"/>
                  </a:ext>
                </a:extLst>
              </p:cNvPr>
              <p:cNvSpPr>
                <a:spLocks noChangeArrowheads="1"/>
              </p:cNvSpPr>
              <p:nvPr/>
            </p:nvSpPr>
            <p:spPr bwMode="auto">
              <a:xfrm>
                <a:off x="36909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3" name="Rectangle 54">
                <a:extLst>
                  <a:ext uri="{FF2B5EF4-FFF2-40B4-BE49-F238E27FC236}">
                    <a16:creationId xmlns:a16="http://schemas.microsoft.com/office/drawing/2014/main" id="{EFFD4A29-F4BA-4EE6-985E-8069F41A510A}"/>
                  </a:ext>
                </a:extLst>
              </p:cNvPr>
              <p:cNvSpPr>
                <a:spLocks noChangeArrowheads="1"/>
              </p:cNvSpPr>
              <p:nvPr/>
            </p:nvSpPr>
            <p:spPr bwMode="auto">
              <a:xfrm>
                <a:off x="38814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4" name="Rectangle 55">
                <a:extLst>
                  <a:ext uri="{FF2B5EF4-FFF2-40B4-BE49-F238E27FC236}">
                    <a16:creationId xmlns:a16="http://schemas.microsoft.com/office/drawing/2014/main" id="{33881E27-4EFD-4A79-B541-C27CD69B0616}"/>
                  </a:ext>
                </a:extLst>
              </p:cNvPr>
              <p:cNvSpPr>
                <a:spLocks noChangeArrowheads="1"/>
              </p:cNvSpPr>
              <p:nvPr/>
            </p:nvSpPr>
            <p:spPr bwMode="auto">
              <a:xfrm>
                <a:off x="4308475"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5" name="Rectangle 56">
                <a:extLst>
                  <a:ext uri="{FF2B5EF4-FFF2-40B4-BE49-F238E27FC236}">
                    <a16:creationId xmlns:a16="http://schemas.microsoft.com/office/drawing/2014/main" id="{1411F786-A802-4B52-A2EF-C40C7120A52B}"/>
                  </a:ext>
                </a:extLst>
              </p:cNvPr>
              <p:cNvSpPr>
                <a:spLocks noChangeArrowheads="1"/>
              </p:cNvSpPr>
              <p:nvPr/>
            </p:nvSpPr>
            <p:spPr bwMode="auto">
              <a:xfrm>
                <a:off x="49228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6" name="Rectangle 57">
                <a:extLst>
                  <a:ext uri="{FF2B5EF4-FFF2-40B4-BE49-F238E27FC236}">
                    <a16:creationId xmlns:a16="http://schemas.microsoft.com/office/drawing/2014/main" id="{04DC43D6-181D-453D-8303-60933F933F25}"/>
                  </a:ext>
                </a:extLst>
              </p:cNvPr>
              <p:cNvSpPr>
                <a:spLocks noChangeArrowheads="1"/>
              </p:cNvSpPr>
              <p:nvPr/>
            </p:nvSpPr>
            <p:spPr bwMode="auto">
              <a:xfrm>
                <a:off x="51133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7" name="Rectangle 58">
                <a:extLst>
                  <a:ext uri="{FF2B5EF4-FFF2-40B4-BE49-F238E27FC236}">
                    <a16:creationId xmlns:a16="http://schemas.microsoft.com/office/drawing/2014/main" id="{1F00838B-8E03-4F67-9634-60598680C56E}"/>
                  </a:ext>
                </a:extLst>
              </p:cNvPr>
              <p:cNvSpPr>
                <a:spLocks noChangeArrowheads="1"/>
              </p:cNvSpPr>
              <p:nvPr/>
            </p:nvSpPr>
            <p:spPr bwMode="auto">
              <a:xfrm>
                <a:off x="6011863"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8" name="Rectangle 59">
                <a:extLst>
                  <a:ext uri="{FF2B5EF4-FFF2-40B4-BE49-F238E27FC236}">
                    <a16:creationId xmlns:a16="http://schemas.microsoft.com/office/drawing/2014/main" id="{F726362B-03F1-44F1-83E9-D4BFF0534E78}"/>
                  </a:ext>
                </a:extLst>
              </p:cNvPr>
              <p:cNvSpPr>
                <a:spLocks noChangeArrowheads="1"/>
              </p:cNvSpPr>
              <p:nvPr/>
            </p:nvSpPr>
            <p:spPr bwMode="auto">
              <a:xfrm>
                <a:off x="5541963"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9" name="Rectangle 60">
                <a:extLst>
                  <a:ext uri="{FF2B5EF4-FFF2-40B4-BE49-F238E27FC236}">
                    <a16:creationId xmlns:a16="http://schemas.microsoft.com/office/drawing/2014/main" id="{1A5FDE72-84F4-4DBD-BD55-F73B4DE84043}"/>
                  </a:ext>
                </a:extLst>
              </p:cNvPr>
              <p:cNvSpPr>
                <a:spLocks noChangeArrowheads="1"/>
              </p:cNvSpPr>
              <p:nvPr/>
            </p:nvSpPr>
            <p:spPr bwMode="auto">
              <a:xfrm>
                <a:off x="7026275"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0" name="Rectangle 61">
                <a:extLst>
                  <a:ext uri="{FF2B5EF4-FFF2-40B4-BE49-F238E27FC236}">
                    <a16:creationId xmlns:a16="http://schemas.microsoft.com/office/drawing/2014/main" id="{E97E47B6-A04A-44E6-BF36-0DE7DEBC7302}"/>
                  </a:ext>
                </a:extLst>
              </p:cNvPr>
              <p:cNvSpPr>
                <a:spLocks noChangeArrowheads="1"/>
              </p:cNvSpPr>
              <p:nvPr/>
            </p:nvSpPr>
            <p:spPr bwMode="auto">
              <a:xfrm>
                <a:off x="2030413" y="3494088"/>
                <a:ext cx="11112"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1" name="Rectangle 62">
                <a:extLst>
                  <a:ext uri="{FF2B5EF4-FFF2-40B4-BE49-F238E27FC236}">
                    <a16:creationId xmlns:a16="http://schemas.microsoft.com/office/drawing/2014/main" id="{0271D45B-97E5-4018-944E-553C81A3E19A}"/>
                  </a:ext>
                </a:extLst>
              </p:cNvPr>
              <p:cNvSpPr>
                <a:spLocks noChangeArrowheads="1"/>
              </p:cNvSpPr>
              <p:nvPr/>
            </p:nvSpPr>
            <p:spPr bwMode="auto">
              <a:xfrm>
                <a:off x="6445250" y="3189288"/>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2" name="Rectangle 63">
                <a:extLst>
                  <a:ext uri="{FF2B5EF4-FFF2-40B4-BE49-F238E27FC236}">
                    <a16:creationId xmlns:a16="http://schemas.microsoft.com/office/drawing/2014/main" id="{295FD631-AF6D-417C-8B0B-225C509A0E64}"/>
                  </a:ext>
                </a:extLst>
              </p:cNvPr>
              <p:cNvSpPr>
                <a:spLocks noChangeArrowheads="1"/>
              </p:cNvSpPr>
              <p:nvPr/>
            </p:nvSpPr>
            <p:spPr bwMode="auto">
              <a:xfrm>
                <a:off x="3094038"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3" name="Rectangle 64">
                <a:extLst>
                  <a:ext uri="{FF2B5EF4-FFF2-40B4-BE49-F238E27FC236}">
                    <a16:creationId xmlns:a16="http://schemas.microsoft.com/office/drawing/2014/main" id="{723C3643-EFB3-4413-BBDE-3220F3DA25B7}"/>
                  </a:ext>
                </a:extLst>
              </p:cNvPr>
              <p:cNvSpPr>
                <a:spLocks noChangeArrowheads="1"/>
              </p:cNvSpPr>
              <p:nvPr/>
            </p:nvSpPr>
            <p:spPr bwMode="auto">
              <a:xfrm>
                <a:off x="2414588"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4" name="Rectangle 65">
                <a:extLst>
                  <a:ext uri="{FF2B5EF4-FFF2-40B4-BE49-F238E27FC236}">
                    <a16:creationId xmlns:a16="http://schemas.microsoft.com/office/drawing/2014/main" id="{BB62CE8A-6D4D-43A8-B2CE-6B96396C5D78}"/>
                  </a:ext>
                </a:extLst>
              </p:cNvPr>
              <p:cNvSpPr>
                <a:spLocks noChangeArrowheads="1"/>
              </p:cNvSpPr>
              <p:nvPr/>
            </p:nvSpPr>
            <p:spPr bwMode="auto">
              <a:xfrm>
                <a:off x="3690938" y="34925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5" name="Rectangle 66">
                <a:extLst>
                  <a:ext uri="{FF2B5EF4-FFF2-40B4-BE49-F238E27FC236}">
                    <a16:creationId xmlns:a16="http://schemas.microsoft.com/office/drawing/2014/main" id="{4FA4E173-AA44-48D0-A5A9-405F73EF22D2}"/>
                  </a:ext>
                </a:extLst>
              </p:cNvPr>
              <p:cNvSpPr>
                <a:spLocks noChangeArrowheads="1"/>
              </p:cNvSpPr>
              <p:nvPr/>
            </p:nvSpPr>
            <p:spPr bwMode="auto">
              <a:xfrm>
                <a:off x="3881438" y="34925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6" name="Rectangle 67">
                <a:extLst>
                  <a:ext uri="{FF2B5EF4-FFF2-40B4-BE49-F238E27FC236}">
                    <a16:creationId xmlns:a16="http://schemas.microsoft.com/office/drawing/2014/main" id="{AEBDE20B-01A2-4736-B6EE-BEE12A9D31C0}"/>
                  </a:ext>
                </a:extLst>
              </p:cNvPr>
              <p:cNvSpPr>
                <a:spLocks noChangeArrowheads="1"/>
              </p:cNvSpPr>
              <p:nvPr/>
            </p:nvSpPr>
            <p:spPr bwMode="auto">
              <a:xfrm>
                <a:off x="4308475"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7" name="Rectangle 68">
                <a:extLst>
                  <a:ext uri="{FF2B5EF4-FFF2-40B4-BE49-F238E27FC236}">
                    <a16:creationId xmlns:a16="http://schemas.microsoft.com/office/drawing/2014/main" id="{4AC3143B-1EFB-4F4D-90AF-6D079E761F10}"/>
                  </a:ext>
                </a:extLst>
              </p:cNvPr>
              <p:cNvSpPr>
                <a:spLocks noChangeArrowheads="1"/>
              </p:cNvSpPr>
              <p:nvPr/>
            </p:nvSpPr>
            <p:spPr bwMode="auto">
              <a:xfrm>
                <a:off x="4922838" y="34925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8" name="Rectangle 69">
                <a:extLst>
                  <a:ext uri="{FF2B5EF4-FFF2-40B4-BE49-F238E27FC236}">
                    <a16:creationId xmlns:a16="http://schemas.microsoft.com/office/drawing/2014/main" id="{54D7D401-B118-461B-A36E-1FB4E3EDEF8A}"/>
                  </a:ext>
                </a:extLst>
              </p:cNvPr>
              <p:cNvSpPr>
                <a:spLocks noChangeArrowheads="1"/>
              </p:cNvSpPr>
              <p:nvPr/>
            </p:nvSpPr>
            <p:spPr bwMode="auto">
              <a:xfrm>
                <a:off x="5113338" y="34925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9" name="Rectangle 70">
                <a:extLst>
                  <a:ext uri="{FF2B5EF4-FFF2-40B4-BE49-F238E27FC236}">
                    <a16:creationId xmlns:a16="http://schemas.microsoft.com/office/drawing/2014/main" id="{FFA878FE-EF15-446C-AEBF-3FC720B70213}"/>
                  </a:ext>
                </a:extLst>
              </p:cNvPr>
              <p:cNvSpPr>
                <a:spLocks noChangeArrowheads="1"/>
              </p:cNvSpPr>
              <p:nvPr/>
            </p:nvSpPr>
            <p:spPr bwMode="auto">
              <a:xfrm>
                <a:off x="6011863"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0" name="Rectangle 71">
                <a:extLst>
                  <a:ext uri="{FF2B5EF4-FFF2-40B4-BE49-F238E27FC236}">
                    <a16:creationId xmlns:a16="http://schemas.microsoft.com/office/drawing/2014/main" id="{27DB7B13-0CA8-43D4-BB21-5F80470D763A}"/>
                  </a:ext>
                </a:extLst>
              </p:cNvPr>
              <p:cNvSpPr>
                <a:spLocks noChangeArrowheads="1"/>
              </p:cNvSpPr>
              <p:nvPr/>
            </p:nvSpPr>
            <p:spPr bwMode="auto">
              <a:xfrm>
                <a:off x="5541963"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1" name="Rectangle 72">
                <a:extLst>
                  <a:ext uri="{FF2B5EF4-FFF2-40B4-BE49-F238E27FC236}">
                    <a16:creationId xmlns:a16="http://schemas.microsoft.com/office/drawing/2014/main" id="{F9C719B9-5038-428D-8FAB-E65BDDB57D49}"/>
                  </a:ext>
                </a:extLst>
              </p:cNvPr>
              <p:cNvSpPr>
                <a:spLocks noChangeArrowheads="1"/>
              </p:cNvSpPr>
              <p:nvPr/>
            </p:nvSpPr>
            <p:spPr bwMode="auto">
              <a:xfrm>
                <a:off x="7026275"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2" name="Rectangle 73">
                <a:extLst>
                  <a:ext uri="{FF2B5EF4-FFF2-40B4-BE49-F238E27FC236}">
                    <a16:creationId xmlns:a16="http://schemas.microsoft.com/office/drawing/2014/main" id="{CE453CE2-478E-468A-85A3-76E745AFF490}"/>
                  </a:ext>
                </a:extLst>
              </p:cNvPr>
              <p:cNvSpPr>
                <a:spLocks noChangeArrowheads="1"/>
              </p:cNvSpPr>
              <p:nvPr/>
            </p:nvSpPr>
            <p:spPr bwMode="auto">
              <a:xfrm>
                <a:off x="2030413" y="3803650"/>
                <a:ext cx="11112"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3" name="Rectangle 74">
                <a:extLst>
                  <a:ext uri="{FF2B5EF4-FFF2-40B4-BE49-F238E27FC236}">
                    <a16:creationId xmlns:a16="http://schemas.microsoft.com/office/drawing/2014/main" id="{E641EDC2-D059-409A-9522-BA65EBCC29CD}"/>
                  </a:ext>
                </a:extLst>
              </p:cNvPr>
              <p:cNvSpPr>
                <a:spLocks noChangeArrowheads="1"/>
              </p:cNvSpPr>
              <p:nvPr/>
            </p:nvSpPr>
            <p:spPr bwMode="auto">
              <a:xfrm>
                <a:off x="6445250" y="3492500"/>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4" name="Rectangle 75">
                <a:extLst>
                  <a:ext uri="{FF2B5EF4-FFF2-40B4-BE49-F238E27FC236}">
                    <a16:creationId xmlns:a16="http://schemas.microsoft.com/office/drawing/2014/main" id="{DA62BA7C-9FAD-407E-BB79-31D401748A37}"/>
                  </a:ext>
                </a:extLst>
              </p:cNvPr>
              <p:cNvSpPr>
                <a:spLocks noChangeArrowheads="1"/>
              </p:cNvSpPr>
              <p:nvPr/>
            </p:nvSpPr>
            <p:spPr bwMode="auto">
              <a:xfrm>
                <a:off x="3094038"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5" name="Rectangle 76">
                <a:extLst>
                  <a:ext uri="{FF2B5EF4-FFF2-40B4-BE49-F238E27FC236}">
                    <a16:creationId xmlns:a16="http://schemas.microsoft.com/office/drawing/2014/main" id="{FD86E65A-BB00-4F7B-BA64-CC551DD6E027}"/>
                  </a:ext>
                </a:extLst>
              </p:cNvPr>
              <p:cNvSpPr>
                <a:spLocks noChangeArrowheads="1"/>
              </p:cNvSpPr>
              <p:nvPr/>
            </p:nvSpPr>
            <p:spPr bwMode="auto">
              <a:xfrm>
                <a:off x="2414588"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6" name="Rectangle 77">
                <a:extLst>
                  <a:ext uri="{FF2B5EF4-FFF2-40B4-BE49-F238E27FC236}">
                    <a16:creationId xmlns:a16="http://schemas.microsoft.com/office/drawing/2014/main" id="{DCE0BED2-774F-40F5-B13F-1B04FBD1BCD7}"/>
                  </a:ext>
                </a:extLst>
              </p:cNvPr>
              <p:cNvSpPr>
                <a:spLocks noChangeArrowheads="1"/>
              </p:cNvSpPr>
              <p:nvPr/>
            </p:nvSpPr>
            <p:spPr bwMode="auto">
              <a:xfrm>
                <a:off x="36909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7" name="Rectangle 78">
                <a:extLst>
                  <a:ext uri="{FF2B5EF4-FFF2-40B4-BE49-F238E27FC236}">
                    <a16:creationId xmlns:a16="http://schemas.microsoft.com/office/drawing/2014/main" id="{CF893E0C-EFBF-432B-A4A2-1336AE31312F}"/>
                  </a:ext>
                </a:extLst>
              </p:cNvPr>
              <p:cNvSpPr>
                <a:spLocks noChangeArrowheads="1"/>
              </p:cNvSpPr>
              <p:nvPr/>
            </p:nvSpPr>
            <p:spPr bwMode="auto">
              <a:xfrm>
                <a:off x="38814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8" name="Rectangle 79">
                <a:extLst>
                  <a:ext uri="{FF2B5EF4-FFF2-40B4-BE49-F238E27FC236}">
                    <a16:creationId xmlns:a16="http://schemas.microsoft.com/office/drawing/2014/main" id="{151DD67B-58C4-4DDE-BC0C-300F3F32CAA9}"/>
                  </a:ext>
                </a:extLst>
              </p:cNvPr>
              <p:cNvSpPr>
                <a:spLocks noChangeArrowheads="1"/>
              </p:cNvSpPr>
              <p:nvPr/>
            </p:nvSpPr>
            <p:spPr bwMode="auto">
              <a:xfrm>
                <a:off x="4308475"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9" name="Rectangle 80">
                <a:extLst>
                  <a:ext uri="{FF2B5EF4-FFF2-40B4-BE49-F238E27FC236}">
                    <a16:creationId xmlns:a16="http://schemas.microsoft.com/office/drawing/2014/main" id="{FF6BEDF3-A679-4AC4-AEA7-9601FE66B51E}"/>
                  </a:ext>
                </a:extLst>
              </p:cNvPr>
              <p:cNvSpPr>
                <a:spLocks noChangeArrowheads="1"/>
              </p:cNvSpPr>
              <p:nvPr/>
            </p:nvSpPr>
            <p:spPr bwMode="auto">
              <a:xfrm>
                <a:off x="49228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0" name="Rectangle 81">
                <a:extLst>
                  <a:ext uri="{FF2B5EF4-FFF2-40B4-BE49-F238E27FC236}">
                    <a16:creationId xmlns:a16="http://schemas.microsoft.com/office/drawing/2014/main" id="{2D06E55E-98F2-49C8-934D-8D67F8E469A8}"/>
                  </a:ext>
                </a:extLst>
              </p:cNvPr>
              <p:cNvSpPr>
                <a:spLocks noChangeArrowheads="1"/>
              </p:cNvSpPr>
              <p:nvPr/>
            </p:nvSpPr>
            <p:spPr bwMode="auto">
              <a:xfrm>
                <a:off x="51133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1" name="Rectangle 82">
                <a:extLst>
                  <a:ext uri="{FF2B5EF4-FFF2-40B4-BE49-F238E27FC236}">
                    <a16:creationId xmlns:a16="http://schemas.microsoft.com/office/drawing/2014/main" id="{008B3D8C-49F9-408F-90F9-F900A8361AFC}"/>
                  </a:ext>
                </a:extLst>
              </p:cNvPr>
              <p:cNvSpPr>
                <a:spLocks noChangeArrowheads="1"/>
              </p:cNvSpPr>
              <p:nvPr/>
            </p:nvSpPr>
            <p:spPr bwMode="auto">
              <a:xfrm>
                <a:off x="6011863"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2" name="Rectangle 83">
                <a:extLst>
                  <a:ext uri="{FF2B5EF4-FFF2-40B4-BE49-F238E27FC236}">
                    <a16:creationId xmlns:a16="http://schemas.microsoft.com/office/drawing/2014/main" id="{8C32909F-9A53-4A54-8288-2B82E1BEEA43}"/>
                  </a:ext>
                </a:extLst>
              </p:cNvPr>
              <p:cNvSpPr>
                <a:spLocks noChangeArrowheads="1"/>
              </p:cNvSpPr>
              <p:nvPr/>
            </p:nvSpPr>
            <p:spPr bwMode="auto">
              <a:xfrm>
                <a:off x="5541963"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3" name="Rectangle 84">
                <a:extLst>
                  <a:ext uri="{FF2B5EF4-FFF2-40B4-BE49-F238E27FC236}">
                    <a16:creationId xmlns:a16="http://schemas.microsoft.com/office/drawing/2014/main" id="{16D75DBC-ADB5-4C9E-9F9A-ADC7E6F957C1}"/>
                  </a:ext>
                </a:extLst>
              </p:cNvPr>
              <p:cNvSpPr>
                <a:spLocks noChangeArrowheads="1"/>
              </p:cNvSpPr>
              <p:nvPr/>
            </p:nvSpPr>
            <p:spPr bwMode="auto">
              <a:xfrm>
                <a:off x="7026275"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4" name="Rectangle 85">
                <a:extLst>
                  <a:ext uri="{FF2B5EF4-FFF2-40B4-BE49-F238E27FC236}">
                    <a16:creationId xmlns:a16="http://schemas.microsoft.com/office/drawing/2014/main" id="{EE327C9C-6695-481B-B95A-D407504D012A}"/>
                  </a:ext>
                </a:extLst>
              </p:cNvPr>
              <p:cNvSpPr>
                <a:spLocks noChangeArrowheads="1"/>
              </p:cNvSpPr>
              <p:nvPr/>
            </p:nvSpPr>
            <p:spPr bwMode="auto">
              <a:xfrm>
                <a:off x="2055813" y="4140200"/>
                <a:ext cx="4979987"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5" name="Rectangle 86">
                <a:extLst>
                  <a:ext uri="{FF2B5EF4-FFF2-40B4-BE49-F238E27FC236}">
                    <a16:creationId xmlns:a16="http://schemas.microsoft.com/office/drawing/2014/main" id="{9E047131-B2F1-4DDB-96C8-96ECC2011579}"/>
                  </a:ext>
                </a:extLst>
              </p:cNvPr>
              <p:cNvSpPr>
                <a:spLocks noChangeArrowheads="1"/>
              </p:cNvSpPr>
              <p:nvPr/>
            </p:nvSpPr>
            <p:spPr bwMode="auto">
              <a:xfrm>
                <a:off x="6445250" y="3797300"/>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9572" name="TextBox 87">
              <a:extLst>
                <a:ext uri="{FF2B5EF4-FFF2-40B4-BE49-F238E27FC236}">
                  <a16:creationId xmlns:a16="http://schemas.microsoft.com/office/drawing/2014/main" id="{D33801A4-D923-40D0-B6B8-3C5641787381}"/>
                </a:ext>
              </a:extLst>
            </p:cNvPr>
            <p:cNvSpPr txBox="1">
              <a:spLocks noChangeArrowheads="1"/>
            </p:cNvSpPr>
            <p:nvPr/>
          </p:nvSpPr>
          <p:spPr bwMode="auto">
            <a:xfrm>
              <a:off x="1673087" y="3495988"/>
              <a:ext cx="37061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2" name="Picture 1">
            <a:extLst>
              <a:ext uri="{FF2B5EF4-FFF2-40B4-BE49-F238E27FC236}">
                <a16:creationId xmlns:a16="http://schemas.microsoft.com/office/drawing/2014/main" id="{C3DA637B-C35C-4954-8AF7-982B8DE181CC}"/>
              </a:ext>
            </a:extLst>
          </p:cNvPr>
          <p:cNvPicPr>
            <a:picLocks noChangeAspect="1"/>
          </p:cNvPicPr>
          <p:nvPr/>
        </p:nvPicPr>
        <p:blipFill>
          <a:blip r:embed="rId2"/>
          <a:stretch>
            <a:fillRect/>
          </a:stretch>
        </p:blipFill>
        <p:spPr>
          <a:xfrm>
            <a:off x="2057672" y="727628"/>
            <a:ext cx="5522377" cy="2839483"/>
          </a:xfrm>
          <a:prstGeom prst="rect">
            <a:avLst/>
          </a:prstGeom>
        </p:spPr>
      </p:pic>
      <mc:AlternateContent xmlns:mc="http://schemas.openxmlformats.org/markup-compatibility/2006">
        <mc:Choice xmlns:p14="http://schemas.microsoft.com/office/powerpoint/2010/main" Requires="p14">
          <p:contentPart p14:bwMode="auto" r:id="rId3">
            <p14:nvContentPartPr>
              <p14:cNvPr id="3" name="Ink 2">
                <a:extLst>
                  <a:ext uri="{FF2B5EF4-FFF2-40B4-BE49-F238E27FC236}">
                    <a16:creationId xmlns:a16="http://schemas.microsoft.com/office/drawing/2014/main" id="{FB14240A-78E9-400B-8617-861A485787A6}"/>
                  </a:ext>
                </a:extLst>
              </p14:cNvPr>
              <p14:cNvContentPartPr/>
              <p14:nvPr/>
            </p14:nvContentPartPr>
            <p14:xfrm>
              <a:off x="4683600" y="4629600"/>
              <a:ext cx="2489760" cy="542160"/>
            </p14:xfrm>
          </p:contentPart>
        </mc:Choice>
        <mc:Fallback>
          <p:pic>
            <p:nvPicPr>
              <p:cNvPr id="3" name="Ink 2">
                <a:extLst>
                  <a:ext uri="{FF2B5EF4-FFF2-40B4-BE49-F238E27FC236}">
                    <a16:creationId xmlns:a16="http://schemas.microsoft.com/office/drawing/2014/main" id="{FB14240A-78E9-400B-8617-861A485787A6}"/>
                  </a:ext>
                </a:extLst>
              </p:cNvPr>
              <p:cNvPicPr/>
              <p:nvPr/>
            </p:nvPicPr>
            <p:blipFill>
              <a:blip r:embed="rId4"/>
              <a:stretch>
                <a:fillRect/>
              </a:stretch>
            </p:blipFill>
            <p:spPr>
              <a:xfrm>
                <a:off x="4674240" y="4620240"/>
                <a:ext cx="2508480" cy="560880"/>
              </a:xfrm>
              <a:prstGeom prst="rect">
                <a:avLst/>
              </a:prstGeom>
            </p:spPr>
          </p:pic>
        </mc:Fallback>
      </mc:AlternateContent>
    </p:spTree>
    <p:extLst>
      <p:ext uri="{BB962C8B-B14F-4D97-AF65-F5344CB8AC3E}">
        <p14:creationId xmlns:p14="http://schemas.microsoft.com/office/powerpoint/2010/main" val="62721752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Rectangle 2">
            <a:extLst>
              <a:ext uri="{FF2B5EF4-FFF2-40B4-BE49-F238E27FC236}">
                <a16:creationId xmlns:a16="http://schemas.microsoft.com/office/drawing/2014/main" id="{4FC6E58C-D8D9-4C5D-B363-C47F18F91F47}"/>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State-Assigned Table</a:t>
            </a:r>
          </a:p>
        </p:txBody>
      </p:sp>
      <p:grpSp>
        <p:nvGrpSpPr>
          <p:cNvPr id="109570" name="Group 88">
            <a:extLst>
              <a:ext uri="{FF2B5EF4-FFF2-40B4-BE49-F238E27FC236}">
                <a16:creationId xmlns:a16="http://schemas.microsoft.com/office/drawing/2014/main" id="{DC1D8293-F7FE-493D-B74F-A70898CFF513}"/>
              </a:ext>
            </a:extLst>
          </p:cNvPr>
          <p:cNvGrpSpPr>
            <a:grpSpLocks/>
          </p:cNvGrpSpPr>
          <p:nvPr/>
        </p:nvGrpSpPr>
        <p:grpSpPr bwMode="auto">
          <a:xfrm>
            <a:off x="609600" y="914400"/>
            <a:ext cx="5468938" cy="2773363"/>
            <a:chOff x="1673087" y="2042318"/>
            <a:chExt cx="5469075" cy="2773363"/>
          </a:xfrm>
        </p:grpSpPr>
        <p:grpSp>
          <p:nvGrpSpPr>
            <p:cNvPr id="109571" name="Group 1">
              <a:extLst>
                <a:ext uri="{FF2B5EF4-FFF2-40B4-BE49-F238E27FC236}">
                  <a16:creationId xmlns:a16="http://schemas.microsoft.com/office/drawing/2014/main" id="{10901CAE-51A8-4712-9759-271C787DEC54}"/>
                </a:ext>
              </a:extLst>
            </p:cNvPr>
            <p:cNvGrpSpPr>
              <a:grpSpLocks/>
            </p:cNvGrpSpPr>
            <p:nvPr/>
          </p:nvGrpSpPr>
          <p:grpSpPr bwMode="auto">
            <a:xfrm>
              <a:off x="2133600" y="2042318"/>
              <a:ext cx="5008562" cy="2773363"/>
              <a:chOff x="2030413" y="1379538"/>
              <a:chExt cx="5008562" cy="2773362"/>
            </a:xfrm>
          </p:grpSpPr>
          <p:sp>
            <p:nvSpPr>
              <p:cNvPr id="109573" name="Rectangle 4">
                <a:extLst>
                  <a:ext uri="{FF2B5EF4-FFF2-40B4-BE49-F238E27FC236}">
                    <a16:creationId xmlns:a16="http://schemas.microsoft.com/office/drawing/2014/main" id="{26796F37-34B1-4511-BD6A-150035901901}"/>
                  </a:ext>
                </a:extLst>
              </p:cNvPr>
              <p:cNvSpPr>
                <a:spLocks noChangeArrowheads="1"/>
              </p:cNvSpPr>
              <p:nvPr/>
            </p:nvSpPr>
            <p:spPr bwMode="auto">
              <a:xfrm>
                <a:off x="2055813" y="1379538"/>
                <a:ext cx="4979987"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4" name="Rectangle 5">
                <a:extLst>
                  <a:ext uri="{FF2B5EF4-FFF2-40B4-BE49-F238E27FC236}">
                    <a16:creationId xmlns:a16="http://schemas.microsoft.com/office/drawing/2014/main" id="{22166B7E-CE2D-49C9-B1FA-0858693C9C1D}"/>
                  </a:ext>
                </a:extLst>
              </p:cNvPr>
              <p:cNvSpPr>
                <a:spLocks noChangeArrowheads="1"/>
              </p:cNvSpPr>
              <p:nvPr/>
            </p:nvSpPr>
            <p:spPr bwMode="auto">
              <a:xfrm>
                <a:off x="2030413" y="1403350"/>
                <a:ext cx="11112"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5" name="Rectangle 6">
                <a:extLst>
                  <a:ext uri="{FF2B5EF4-FFF2-40B4-BE49-F238E27FC236}">
                    <a16:creationId xmlns:a16="http://schemas.microsoft.com/office/drawing/2014/main" id="{E778BBB1-81E1-4AB4-BF32-A002A4950994}"/>
                  </a:ext>
                </a:extLst>
              </p:cNvPr>
              <p:cNvSpPr>
                <a:spLocks noChangeArrowheads="1"/>
              </p:cNvSpPr>
              <p:nvPr/>
            </p:nvSpPr>
            <p:spPr bwMode="auto">
              <a:xfrm>
                <a:off x="3094038"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6" name="Rectangle 7">
                <a:extLst>
                  <a:ext uri="{FF2B5EF4-FFF2-40B4-BE49-F238E27FC236}">
                    <a16:creationId xmlns:a16="http://schemas.microsoft.com/office/drawing/2014/main" id="{7922E263-D327-4D62-973A-2715CDC21412}"/>
                  </a:ext>
                </a:extLst>
              </p:cNvPr>
              <p:cNvSpPr>
                <a:spLocks noChangeArrowheads="1"/>
              </p:cNvSpPr>
              <p:nvPr/>
            </p:nvSpPr>
            <p:spPr bwMode="auto">
              <a:xfrm>
                <a:off x="2198688" y="16494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7" name="Rectangle 8">
                <a:extLst>
                  <a:ext uri="{FF2B5EF4-FFF2-40B4-BE49-F238E27FC236}">
                    <a16:creationId xmlns:a16="http://schemas.microsoft.com/office/drawing/2014/main" id="{677EF1F2-DCE6-4999-A498-BE41F7F0FC53}"/>
                  </a:ext>
                </a:extLst>
              </p:cNvPr>
              <p:cNvSpPr>
                <a:spLocks noChangeArrowheads="1"/>
              </p:cNvSpPr>
              <p:nvPr/>
            </p:nvSpPr>
            <p:spPr bwMode="auto">
              <a:xfrm>
                <a:off x="6011863"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8" name="Rectangle 9">
                <a:extLst>
                  <a:ext uri="{FF2B5EF4-FFF2-40B4-BE49-F238E27FC236}">
                    <a16:creationId xmlns:a16="http://schemas.microsoft.com/office/drawing/2014/main" id="{6A6D24B1-0506-4EEA-8BAA-E866AAFE51A7}"/>
                  </a:ext>
                </a:extLst>
              </p:cNvPr>
              <p:cNvSpPr>
                <a:spLocks noChangeArrowheads="1"/>
              </p:cNvSpPr>
              <p:nvPr/>
            </p:nvSpPr>
            <p:spPr bwMode="auto">
              <a:xfrm>
                <a:off x="7026275" y="1403350"/>
                <a:ext cx="12700" cy="4683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79" name="Rectangle 10">
                <a:extLst>
                  <a:ext uri="{FF2B5EF4-FFF2-40B4-BE49-F238E27FC236}">
                    <a16:creationId xmlns:a16="http://schemas.microsoft.com/office/drawing/2014/main" id="{F151886C-8DD0-41EC-BFD7-A3E0F5B0D830}"/>
                  </a:ext>
                </a:extLst>
              </p:cNvPr>
              <p:cNvSpPr>
                <a:spLocks noChangeArrowheads="1"/>
              </p:cNvSpPr>
              <p:nvPr/>
            </p:nvSpPr>
            <p:spPr bwMode="auto">
              <a:xfrm>
                <a:off x="3094038" y="1858963"/>
                <a:ext cx="29257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0" name="Rectangle 11">
                <a:extLst>
                  <a:ext uri="{FF2B5EF4-FFF2-40B4-BE49-F238E27FC236}">
                    <a16:creationId xmlns:a16="http://schemas.microsoft.com/office/drawing/2014/main" id="{98CD4D2F-D24E-4045-8338-0939553AF833}"/>
                  </a:ext>
                </a:extLst>
              </p:cNvPr>
              <p:cNvSpPr>
                <a:spLocks noChangeArrowheads="1"/>
              </p:cNvSpPr>
              <p:nvPr/>
            </p:nvSpPr>
            <p:spPr bwMode="auto">
              <a:xfrm>
                <a:off x="2030413" y="1871663"/>
                <a:ext cx="11112"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1" name="Rectangle 12">
                <a:extLst>
                  <a:ext uri="{FF2B5EF4-FFF2-40B4-BE49-F238E27FC236}">
                    <a16:creationId xmlns:a16="http://schemas.microsoft.com/office/drawing/2014/main" id="{F26590D8-C6E9-4587-BB65-06D121F1A0DC}"/>
                  </a:ext>
                </a:extLst>
              </p:cNvPr>
              <p:cNvSpPr>
                <a:spLocks noChangeArrowheads="1"/>
              </p:cNvSpPr>
              <p:nvPr/>
            </p:nvSpPr>
            <p:spPr bwMode="auto">
              <a:xfrm>
                <a:off x="4049713" y="1506538"/>
                <a:ext cx="10948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2" name="Rectangle 13">
                <a:extLst>
                  <a:ext uri="{FF2B5EF4-FFF2-40B4-BE49-F238E27FC236}">
                    <a16:creationId xmlns:a16="http://schemas.microsoft.com/office/drawing/2014/main" id="{F31BD150-D148-4808-A8BA-D012CF92E9B6}"/>
                  </a:ext>
                </a:extLst>
              </p:cNvPr>
              <p:cNvSpPr>
                <a:spLocks noChangeArrowheads="1"/>
              </p:cNvSpPr>
              <p:nvPr/>
            </p:nvSpPr>
            <p:spPr bwMode="auto">
              <a:xfrm>
                <a:off x="3094038"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3" name="Rectangle 14">
                <a:extLst>
                  <a:ext uri="{FF2B5EF4-FFF2-40B4-BE49-F238E27FC236}">
                    <a16:creationId xmlns:a16="http://schemas.microsoft.com/office/drawing/2014/main" id="{F93B8BED-0703-4970-B307-58CD3345A72A}"/>
                  </a:ext>
                </a:extLst>
              </p:cNvPr>
              <p:cNvSpPr>
                <a:spLocks noChangeArrowheads="1"/>
              </p:cNvSpPr>
              <p:nvPr/>
            </p:nvSpPr>
            <p:spPr bwMode="auto">
              <a:xfrm>
                <a:off x="2338388" y="1973263"/>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4" name="Rectangle 15">
                <a:extLst>
                  <a:ext uri="{FF2B5EF4-FFF2-40B4-BE49-F238E27FC236}">
                    <a16:creationId xmlns:a16="http://schemas.microsoft.com/office/drawing/2014/main" id="{323A3E34-F5DD-4820-A61A-1A9147D8EBA7}"/>
                  </a:ext>
                </a:extLst>
              </p:cNvPr>
              <p:cNvSpPr>
                <a:spLocks noChangeArrowheads="1"/>
              </p:cNvSpPr>
              <p:nvPr/>
            </p:nvSpPr>
            <p:spPr bwMode="auto">
              <a:xfrm>
                <a:off x="3154660" y="1940137"/>
                <a:ext cx="3686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r</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r</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endPar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5" name="Rectangle 16">
                <a:extLst>
                  <a:ext uri="{FF2B5EF4-FFF2-40B4-BE49-F238E27FC236}">
                    <a16:creationId xmlns:a16="http://schemas.microsoft.com/office/drawing/2014/main" id="{6CB8C613-346A-4669-B694-F16B8DB5E84A}"/>
                  </a:ext>
                </a:extLst>
              </p:cNvPr>
              <p:cNvSpPr>
                <a:spLocks noChangeArrowheads="1"/>
              </p:cNvSpPr>
              <p:nvPr/>
            </p:nvSpPr>
            <p:spPr bwMode="auto">
              <a:xfrm>
                <a:off x="3552825" y="1973263"/>
                <a:ext cx="460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6" name="Rectangle 17">
                <a:extLst>
                  <a:ext uri="{FF2B5EF4-FFF2-40B4-BE49-F238E27FC236}">
                    <a16:creationId xmlns:a16="http://schemas.microsoft.com/office/drawing/2014/main" id="{8AA6DDA9-7FE9-4FE4-9ECE-47BC2DCD5182}"/>
                  </a:ext>
                </a:extLst>
              </p:cNvPr>
              <p:cNvSpPr>
                <a:spLocks noChangeArrowheads="1"/>
              </p:cNvSpPr>
              <p:nvPr/>
            </p:nvSpPr>
            <p:spPr bwMode="auto">
              <a:xfrm>
                <a:off x="4341813"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7" name="Rectangle 18">
                <a:extLst>
                  <a:ext uri="{FF2B5EF4-FFF2-40B4-BE49-F238E27FC236}">
                    <a16:creationId xmlns:a16="http://schemas.microsoft.com/office/drawing/2014/main" id="{4674138E-BFEA-490C-8999-6D46676C94CE}"/>
                  </a:ext>
                </a:extLst>
              </p:cNvPr>
              <p:cNvSpPr>
                <a:spLocks noChangeArrowheads="1"/>
              </p:cNvSpPr>
              <p:nvPr/>
            </p:nvSpPr>
            <p:spPr bwMode="auto">
              <a:xfrm>
                <a:off x="4959350"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8" name="Rectangle 19">
                <a:extLst>
                  <a:ext uri="{FF2B5EF4-FFF2-40B4-BE49-F238E27FC236}">
                    <a16:creationId xmlns:a16="http://schemas.microsoft.com/office/drawing/2014/main" id="{2F2C88FF-65AF-4BF1-B393-82E3654E8220}"/>
                  </a:ext>
                </a:extLst>
              </p:cNvPr>
              <p:cNvSpPr>
                <a:spLocks noChangeArrowheads="1"/>
              </p:cNvSpPr>
              <p:nvPr/>
            </p:nvSpPr>
            <p:spPr bwMode="auto">
              <a:xfrm>
                <a:off x="6011863"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89" name="Rectangle 20">
                <a:extLst>
                  <a:ext uri="{FF2B5EF4-FFF2-40B4-BE49-F238E27FC236}">
                    <a16:creationId xmlns:a16="http://schemas.microsoft.com/office/drawing/2014/main" id="{4FFB6E8C-077F-40B2-BB73-8EDA194039A3}"/>
                  </a:ext>
                </a:extLst>
              </p:cNvPr>
              <p:cNvSpPr>
                <a:spLocks noChangeArrowheads="1"/>
              </p:cNvSpPr>
              <p:nvPr/>
            </p:nvSpPr>
            <p:spPr bwMode="auto">
              <a:xfrm>
                <a:off x="5573713" y="19732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0" name="Rectangle 21">
                <a:extLst>
                  <a:ext uri="{FF2B5EF4-FFF2-40B4-BE49-F238E27FC236}">
                    <a16:creationId xmlns:a16="http://schemas.microsoft.com/office/drawing/2014/main" id="{8818D59B-BC2E-414B-B934-5750D3F35727}"/>
                  </a:ext>
                </a:extLst>
              </p:cNvPr>
              <p:cNvSpPr>
                <a:spLocks noChangeArrowheads="1"/>
              </p:cNvSpPr>
              <p:nvPr/>
            </p:nvSpPr>
            <p:spPr bwMode="auto">
              <a:xfrm>
                <a:off x="7026275" y="1871663"/>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1" name="Rectangle 22">
                <a:extLst>
                  <a:ext uri="{FF2B5EF4-FFF2-40B4-BE49-F238E27FC236}">
                    <a16:creationId xmlns:a16="http://schemas.microsoft.com/office/drawing/2014/main" id="{EB979648-1B37-495E-9DCE-44EB65EE7ACE}"/>
                  </a:ext>
                </a:extLst>
              </p:cNvPr>
              <p:cNvSpPr>
                <a:spLocks noChangeArrowheads="1"/>
              </p:cNvSpPr>
              <p:nvPr/>
            </p:nvSpPr>
            <p:spPr bwMode="auto">
              <a:xfrm>
                <a:off x="3094038" y="2316163"/>
                <a:ext cx="2925762"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2" name="Rectangle 23">
                <a:extLst>
                  <a:ext uri="{FF2B5EF4-FFF2-40B4-BE49-F238E27FC236}">
                    <a16:creationId xmlns:a16="http://schemas.microsoft.com/office/drawing/2014/main" id="{FEE70B9F-EF6D-4BCE-AF7C-065C34558C5C}"/>
                  </a:ext>
                </a:extLst>
              </p:cNvPr>
              <p:cNvSpPr>
                <a:spLocks noChangeArrowheads="1"/>
              </p:cNvSpPr>
              <p:nvPr/>
            </p:nvSpPr>
            <p:spPr bwMode="auto">
              <a:xfrm>
                <a:off x="2030413" y="2328863"/>
                <a:ext cx="11112"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3" name="Rectangle 24">
                <a:extLst>
                  <a:ext uri="{FF2B5EF4-FFF2-40B4-BE49-F238E27FC236}">
                    <a16:creationId xmlns:a16="http://schemas.microsoft.com/office/drawing/2014/main" id="{BB1A385A-D819-4D6F-AF5B-CAFE51860705}"/>
                  </a:ext>
                </a:extLst>
              </p:cNvPr>
              <p:cNvSpPr>
                <a:spLocks noChangeArrowheads="1"/>
              </p:cNvSpPr>
              <p:nvPr/>
            </p:nvSpPr>
            <p:spPr bwMode="auto">
              <a:xfrm>
                <a:off x="6172200" y="188118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4" name="Rectangle 25">
                <a:extLst>
                  <a:ext uri="{FF2B5EF4-FFF2-40B4-BE49-F238E27FC236}">
                    <a16:creationId xmlns:a16="http://schemas.microsoft.com/office/drawing/2014/main" id="{6E8D8B6B-AFCF-4CC0-9A95-A7A5B6607E71}"/>
                  </a:ext>
                </a:extLst>
              </p:cNvPr>
              <p:cNvSpPr>
                <a:spLocks noChangeArrowheads="1"/>
              </p:cNvSpPr>
              <p:nvPr/>
            </p:nvSpPr>
            <p:spPr bwMode="auto">
              <a:xfrm>
                <a:off x="2336800" y="2281238"/>
                <a:ext cx="1762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5" name="Rectangle 26">
                <a:extLst>
                  <a:ext uri="{FF2B5EF4-FFF2-40B4-BE49-F238E27FC236}">
                    <a16:creationId xmlns:a16="http://schemas.microsoft.com/office/drawing/2014/main" id="{EC21A354-92BD-4FBB-AC75-7DC42432BAB2}"/>
                  </a:ext>
                </a:extLst>
              </p:cNvPr>
              <p:cNvSpPr>
                <a:spLocks noChangeArrowheads="1"/>
              </p:cNvSpPr>
              <p:nvPr/>
            </p:nvSpPr>
            <p:spPr bwMode="auto">
              <a:xfrm>
                <a:off x="2435458" y="2429997"/>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6" name="Rectangle 27">
                <a:extLst>
                  <a:ext uri="{FF2B5EF4-FFF2-40B4-BE49-F238E27FC236}">
                    <a16:creationId xmlns:a16="http://schemas.microsoft.com/office/drawing/2014/main" id="{FF5CE205-72B1-4148-9026-C49F3A673704}"/>
                  </a:ext>
                </a:extLst>
              </p:cNvPr>
              <p:cNvSpPr>
                <a:spLocks noChangeArrowheads="1"/>
              </p:cNvSpPr>
              <p:nvPr/>
            </p:nvSpPr>
            <p:spPr bwMode="auto">
              <a:xfrm>
                <a:off x="2573338" y="2281238"/>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7" name="Rectangle 28">
                <a:extLst>
                  <a:ext uri="{FF2B5EF4-FFF2-40B4-BE49-F238E27FC236}">
                    <a16:creationId xmlns:a16="http://schemas.microsoft.com/office/drawing/2014/main" id="{F3C5682F-838E-4B52-A5D6-C6ECC23A4E42}"/>
                  </a:ext>
                </a:extLst>
              </p:cNvPr>
              <p:cNvSpPr>
                <a:spLocks noChangeArrowheads="1"/>
              </p:cNvSpPr>
              <p:nvPr/>
            </p:nvSpPr>
            <p:spPr bwMode="auto">
              <a:xfrm>
                <a:off x="3094038"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8" name="Rectangle 29">
                <a:extLst>
                  <a:ext uri="{FF2B5EF4-FFF2-40B4-BE49-F238E27FC236}">
                    <a16:creationId xmlns:a16="http://schemas.microsoft.com/office/drawing/2014/main" id="{33288737-A510-4FC3-8C33-B1B6423AFCA4}"/>
                  </a:ext>
                </a:extLst>
              </p:cNvPr>
              <p:cNvSpPr>
                <a:spLocks noChangeArrowheads="1"/>
              </p:cNvSpPr>
              <p:nvPr/>
            </p:nvSpPr>
            <p:spPr bwMode="auto">
              <a:xfrm>
                <a:off x="2673583" y="2438386"/>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599" name="Rectangle 30">
                <a:extLst>
                  <a:ext uri="{FF2B5EF4-FFF2-40B4-BE49-F238E27FC236}">
                    <a16:creationId xmlns:a16="http://schemas.microsoft.com/office/drawing/2014/main" id="{B8A7FA8B-0CDE-4C6B-B05F-C39B69011C2A}"/>
                  </a:ext>
                </a:extLst>
              </p:cNvPr>
              <p:cNvSpPr>
                <a:spLocks noChangeArrowheads="1"/>
              </p:cNvSpPr>
              <p:nvPr/>
            </p:nvSpPr>
            <p:spPr bwMode="auto">
              <a:xfrm>
                <a:off x="4297363" y="24272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0" name="Rectangle 31">
                <a:extLst>
                  <a:ext uri="{FF2B5EF4-FFF2-40B4-BE49-F238E27FC236}">
                    <a16:creationId xmlns:a16="http://schemas.microsoft.com/office/drawing/2014/main" id="{D2DF2512-A127-4784-A6E5-AAD92B52F7A0}"/>
                  </a:ext>
                </a:extLst>
              </p:cNvPr>
              <p:cNvSpPr>
                <a:spLocks noChangeArrowheads="1"/>
              </p:cNvSpPr>
              <p:nvPr/>
            </p:nvSpPr>
            <p:spPr bwMode="auto">
              <a:xfrm>
                <a:off x="4443413" y="25241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2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1" name="Rectangle 32">
                <a:extLst>
                  <a:ext uri="{FF2B5EF4-FFF2-40B4-BE49-F238E27FC236}">
                    <a16:creationId xmlns:a16="http://schemas.microsoft.com/office/drawing/2014/main" id="{51340166-DA0A-4EED-B1A8-CCB96C63BC60}"/>
                  </a:ext>
                </a:extLst>
              </p:cNvPr>
              <p:cNvSpPr>
                <a:spLocks noChangeArrowheads="1"/>
              </p:cNvSpPr>
              <p:nvPr/>
            </p:nvSpPr>
            <p:spPr bwMode="auto">
              <a:xfrm>
                <a:off x="4557713" y="24272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Y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2" name="Rectangle 33">
                <a:extLst>
                  <a:ext uri="{FF2B5EF4-FFF2-40B4-BE49-F238E27FC236}">
                    <a16:creationId xmlns:a16="http://schemas.microsoft.com/office/drawing/2014/main" id="{0BE2E113-6A10-42DC-912E-8E6999DE9660}"/>
                  </a:ext>
                </a:extLst>
              </p:cNvPr>
              <p:cNvSpPr>
                <a:spLocks noChangeArrowheads="1"/>
              </p:cNvSpPr>
              <p:nvPr/>
            </p:nvSpPr>
            <p:spPr bwMode="auto">
              <a:xfrm>
                <a:off x="6011863"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3" name="Rectangle 34">
                <a:extLst>
                  <a:ext uri="{FF2B5EF4-FFF2-40B4-BE49-F238E27FC236}">
                    <a16:creationId xmlns:a16="http://schemas.microsoft.com/office/drawing/2014/main" id="{E3183C0A-67B2-4AF0-96DE-E52B9D32513F}"/>
                  </a:ext>
                </a:extLst>
              </p:cNvPr>
              <p:cNvSpPr>
                <a:spLocks noChangeArrowheads="1"/>
              </p:cNvSpPr>
              <p:nvPr/>
            </p:nvSpPr>
            <p:spPr bwMode="auto">
              <a:xfrm>
                <a:off x="4703763" y="2524125"/>
                <a:ext cx="1428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4" name="Rectangle 35">
                <a:extLst>
                  <a:ext uri="{FF2B5EF4-FFF2-40B4-BE49-F238E27FC236}">
                    <a16:creationId xmlns:a16="http://schemas.microsoft.com/office/drawing/2014/main" id="{AC19A68A-40D5-427F-A57C-AB2E0033150E}"/>
                  </a:ext>
                </a:extLst>
              </p:cNvPr>
              <p:cNvSpPr>
                <a:spLocks noChangeArrowheads="1"/>
              </p:cNvSpPr>
              <p:nvPr/>
            </p:nvSpPr>
            <p:spPr bwMode="auto">
              <a:xfrm>
                <a:off x="7026275" y="232886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5" name="Rectangle 36">
                <a:extLst>
                  <a:ext uri="{FF2B5EF4-FFF2-40B4-BE49-F238E27FC236}">
                    <a16:creationId xmlns:a16="http://schemas.microsoft.com/office/drawing/2014/main" id="{9FFCB5C3-32D4-416D-B851-38D801361057}"/>
                  </a:ext>
                </a:extLst>
              </p:cNvPr>
              <p:cNvSpPr>
                <a:spLocks noChangeArrowheads="1"/>
              </p:cNvSpPr>
              <p:nvPr/>
            </p:nvSpPr>
            <p:spPr bwMode="auto">
              <a:xfrm>
                <a:off x="2055813" y="2771775"/>
                <a:ext cx="4979987"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6" name="Rectangle 37">
                <a:extLst>
                  <a:ext uri="{FF2B5EF4-FFF2-40B4-BE49-F238E27FC236}">
                    <a16:creationId xmlns:a16="http://schemas.microsoft.com/office/drawing/2014/main" id="{CDA95C28-1A12-47A6-AB96-A3A4A8EC80AF}"/>
                  </a:ext>
                </a:extLst>
              </p:cNvPr>
              <p:cNvSpPr>
                <a:spLocks noChangeArrowheads="1"/>
              </p:cNvSpPr>
              <p:nvPr/>
            </p:nvSpPr>
            <p:spPr bwMode="auto">
              <a:xfrm>
                <a:off x="2030413" y="2787650"/>
                <a:ext cx="11112"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7" name="Rectangle 38">
                <a:extLst>
                  <a:ext uri="{FF2B5EF4-FFF2-40B4-BE49-F238E27FC236}">
                    <a16:creationId xmlns:a16="http://schemas.microsoft.com/office/drawing/2014/main" id="{10A89AF2-DF3E-4CB4-A042-07AFC7BADC18}"/>
                  </a:ext>
                </a:extLst>
              </p:cNvPr>
              <p:cNvSpPr>
                <a:spLocks noChangeArrowheads="1"/>
              </p:cNvSpPr>
              <p:nvPr/>
            </p:nvSpPr>
            <p:spPr bwMode="auto">
              <a:xfrm>
                <a:off x="6340494" y="2281238"/>
                <a:ext cx="4905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r>
                  <a:rPr kumimoji="0" lang="en-US" altLang="en-US" sz="20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8" name="Rectangle 39">
                <a:extLst>
                  <a:ext uri="{FF2B5EF4-FFF2-40B4-BE49-F238E27FC236}">
                    <a16:creationId xmlns:a16="http://schemas.microsoft.com/office/drawing/2014/main" id="{5CB3843C-D5C3-4D98-B6E6-9165D65D2E83}"/>
                  </a:ext>
                </a:extLst>
              </p:cNvPr>
              <p:cNvSpPr>
                <a:spLocks noChangeArrowheads="1"/>
              </p:cNvSpPr>
              <p:nvPr/>
            </p:nvSpPr>
            <p:spPr bwMode="auto">
              <a:xfrm>
                <a:off x="3094038"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09" name="Rectangle 40">
                <a:extLst>
                  <a:ext uri="{FF2B5EF4-FFF2-40B4-BE49-F238E27FC236}">
                    <a16:creationId xmlns:a16="http://schemas.microsoft.com/office/drawing/2014/main" id="{84632CC8-EC62-434B-86A6-456B69AB748D}"/>
                  </a:ext>
                </a:extLst>
              </p:cNvPr>
              <p:cNvSpPr>
                <a:spLocks noChangeArrowheads="1"/>
              </p:cNvSpPr>
              <p:nvPr/>
            </p:nvSpPr>
            <p:spPr bwMode="auto">
              <a:xfrm>
                <a:off x="2414588"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0" name="Rectangle 41">
                <a:extLst>
                  <a:ext uri="{FF2B5EF4-FFF2-40B4-BE49-F238E27FC236}">
                    <a16:creationId xmlns:a16="http://schemas.microsoft.com/office/drawing/2014/main" id="{65C85385-457A-43A2-AA28-AF9A6E0858DE}"/>
                  </a:ext>
                </a:extLst>
              </p:cNvPr>
              <p:cNvSpPr>
                <a:spLocks noChangeArrowheads="1"/>
              </p:cNvSpPr>
              <p:nvPr/>
            </p:nvSpPr>
            <p:spPr bwMode="auto">
              <a:xfrm>
                <a:off x="36909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1" name="Rectangle 42">
                <a:extLst>
                  <a:ext uri="{FF2B5EF4-FFF2-40B4-BE49-F238E27FC236}">
                    <a16:creationId xmlns:a16="http://schemas.microsoft.com/office/drawing/2014/main" id="{6D8D47C0-8508-4282-9155-0114041C1632}"/>
                  </a:ext>
                </a:extLst>
              </p:cNvPr>
              <p:cNvSpPr>
                <a:spLocks noChangeArrowheads="1"/>
              </p:cNvSpPr>
              <p:nvPr/>
            </p:nvSpPr>
            <p:spPr bwMode="auto">
              <a:xfrm>
                <a:off x="38814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2" name="Rectangle 43">
                <a:extLst>
                  <a:ext uri="{FF2B5EF4-FFF2-40B4-BE49-F238E27FC236}">
                    <a16:creationId xmlns:a16="http://schemas.microsoft.com/office/drawing/2014/main" id="{ED19BD1E-137B-449C-BCDE-11AFC4D77B9C}"/>
                  </a:ext>
                </a:extLst>
              </p:cNvPr>
              <p:cNvSpPr>
                <a:spLocks noChangeArrowheads="1"/>
              </p:cNvSpPr>
              <p:nvPr/>
            </p:nvSpPr>
            <p:spPr bwMode="auto">
              <a:xfrm>
                <a:off x="4308475"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3" name="Rectangle 44">
                <a:extLst>
                  <a:ext uri="{FF2B5EF4-FFF2-40B4-BE49-F238E27FC236}">
                    <a16:creationId xmlns:a16="http://schemas.microsoft.com/office/drawing/2014/main" id="{EEED979B-5857-4942-8237-066DF9F4B9A8}"/>
                  </a:ext>
                </a:extLst>
              </p:cNvPr>
              <p:cNvSpPr>
                <a:spLocks noChangeArrowheads="1"/>
              </p:cNvSpPr>
              <p:nvPr/>
            </p:nvSpPr>
            <p:spPr bwMode="auto">
              <a:xfrm>
                <a:off x="49228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4" name="Rectangle 45">
                <a:extLst>
                  <a:ext uri="{FF2B5EF4-FFF2-40B4-BE49-F238E27FC236}">
                    <a16:creationId xmlns:a16="http://schemas.microsoft.com/office/drawing/2014/main" id="{B1EA2A85-4C68-48B1-AAAC-8B005783B05F}"/>
                  </a:ext>
                </a:extLst>
              </p:cNvPr>
              <p:cNvSpPr>
                <a:spLocks noChangeArrowheads="1"/>
              </p:cNvSpPr>
              <p:nvPr/>
            </p:nvSpPr>
            <p:spPr bwMode="auto">
              <a:xfrm>
                <a:off x="5113338" y="28876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5" name="Rectangle 46">
                <a:extLst>
                  <a:ext uri="{FF2B5EF4-FFF2-40B4-BE49-F238E27FC236}">
                    <a16:creationId xmlns:a16="http://schemas.microsoft.com/office/drawing/2014/main" id="{ED722E6D-6A77-4A79-B324-5C4F1FDB7D5C}"/>
                  </a:ext>
                </a:extLst>
              </p:cNvPr>
              <p:cNvSpPr>
                <a:spLocks noChangeArrowheads="1"/>
              </p:cNvSpPr>
              <p:nvPr/>
            </p:nvSpPr>
            <p:spPr bwMode="auto">
              <a:xfrm>
                <a:off x="6011863"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6" name="Rectangle 47">
                <a:extLst>
                  <a:ext uri="{FF2B5EF4-FFF2-40B4-BE49-F238E27FC236}">
                    <a16:creationId xmlns:a16="http://schemas.microsoft.com/office/drawing/2014/main" id="{F9E74AD6-D29F-48F4-8533-698F84469685}"/>
                  </a:ext>
                </a:extLst>
              </p:cNvPr>
              <p:cNvSpPr>
                <a:spLocks noChangeArrowheads="1"/>
              </p:cNvSpPr>
              <p:nvPr/>
            </p:nvSpPr>
            <p:spPr bwMode="auto">
              <a:xfrm>
                <a:off x="5541963" y="2887663"/>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7" name="Rectangle 48">
                <a:extLst>
                  <a:ext uri="{FF2B5EF4-FFF2-40B4-BE49-F238E27FC236}">
                    <a16:creationId xmlns:a16="http://schemas.microsoft.com/office/drawing/2014/main" id="{E6F20DC8-2FC6-4E91-B8B9-8FA3A63661EB}"/>
                  </a:ext>
                </a:extLst>
              </p:cNvPr>
              <p:cNvSpPr>
                <a:spLocks noChangeArrowheads="1"/>
              </p:cNvSpPr>
              <p:nvPr/>
            </p:nvSpPr>
            <p:spPr bwMode="auto">
              <a:xfrm>
                <a:off x="7026275" y="2787650"/>
                <a:ext cx="12700" cy="4016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8" name="Rectangle 49">
                <a:extLst>
                  <a:ext uri="{FF2B5EF4-FFF2-40B4-BE49-F238E27FC236}">
                    <a16:creationId xmlns:a16="http://schemas.microsoft.com/office/drawing/2014/main" id="{D43728A9-2D1A-4D16-BFED-532C59AC7EE3}"/>
                  </a:ext>
                </a:extLst>
              </p:cNvPr>
              <p:cNvSpPr>
                <a:spLocks noChangeArrowheads="1"/>
              </p:cNvSpPr>
              <p:nvPr/>
            </p:nvSpPr>
            <p:spPr bwMode="auto">
              <a:xfrm>
                <a:off x="2030413" y="3189288"/>
                <a:ext cx="11112"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19" name="Rectangle 50">
                <a:extLst>
                  <a:ext uri="{FF2B5EF4-FFF2-40B4-BE49-F238E27FC236}">
                    <a16:creationId xmlns:a16="http://schemas.microsoft.com/office/drawing/2014/main" id="{F36610E1-3C7B-4269-B965-D646BA276D5A}"/>
                  </a:ext>
                </a:extLst>
              </p:cNvPr>
              <p:cNvSpPr>
                <a:spLocks noChangeArrowheads="1"/>
              </p:cNvSpPr>
              <p:nvPr/>
            </p:nvSpPr>
            <p:spPr bwMode="auto">
              <a:xfrm>
                <a:off x="6445250" y="2887663"/>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0" name="Rectangle 51">
                <a:extLst>
                  <a:ext uri="{FF2B5EF4-FFF2-40B4-BE49-F238E27FC236}">
                    <a16:creationId xmlns:a16="http://schemas.microsoft.com/office/drawing/2014/main" id="{5C5F7B71-3A9E-4D9A-9408-559774BC4CE0}"/>
                  </a:ext>
                </a:extLst>
              </p:cNvPr>
              <p:cNvSpPr>
                <a:spLocks noChangeArrowheads="1"/>
              </p:cNvSpPr>
              <p:nvPr/>
            </p:nvSpPr>
            <p:spPr bwMode="auto">
              <a:xfrm>
                <a:off x="3094038"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1" name="Rectangle 52">
                <a:extLst>
                  <a:ext uri="{FF2B5EF4-FFF2-40B4-BE49-F238E27FC236}">
                    <a16:creationId xmlns:a16="http://schemas.microsoft.com/office/drawing/2014/main" id="{213C62F5-AB45-4180-88D7-E663E64271A2}"/>
                  </a:ext>
                </a:extLst>
              </p:cNvPr>
              <p:cNvSpPr>
                <a:spLocks noChangeArrowheads="1"/>
              </p:cNvSpPr>
              <p:nvPr/>
            </p:nvSpPr>
            <p:spPr bwMode="auto">
              <a:xfrm>
                <a:off x="2414588"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2" name="Rectangle 53">
                <a:extLst>
                  <a:ext uri="{FF2B5EF4-FFF2-40B4-BE49-F238E27FC236}">
                    <a16:creationId xmlns:a16="http://schemas.microsoft.com/office/drawing/2014/main" id="{765D42C0-671F-4921-8A48-F6C4A113D4FF}"/>
                  </a:ext>
                </a:extLst>
              </p:cNvPr>
              <p:cNvSpPr>
                <a:spLocks noChangeArrowheads="1"/>
              </p:cNvSpPr>
              <p:nvPr/>
            </p:nvSpPr>
            <p:spPr bwMode="auto">
              <a:xfrm>
                <a:off x="36909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3" name="Rectangle 54">
                <a:extLst>
                  <a:ext uri="{FF2B5EF4-FFF2-40B4-BE49-F238E27FC236}">
                    <a16:creationId xmlns:a16="http://schemas.microsoft.com/office/drawing/2014/main" id="{EFFD4A29-F4BA-4EE6-985E-8069F41A510A}"/>
                  </a:ext>
                </a:extLst>
              </p:cNvPr>
              <p:cNvSpPr>
                <a:spLocks noChangeArrowheads="1"/>
              </p:cNvSpPr>
              <p:nvPr/>
            </p:nvSpPr>
            <p:spPr bwMode="auto">
              <a:xfrm>
                <a:off x="38814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4" name="Rectangle 55">
                <a:extLst>
                  <a:ext uri="{FF2B5EF4-FFF2-40B4-BE49-F238E27FC236}">
                    <a16:creationId xmlns:a16="http://schemas.microsoft.com/office/drawing/2014/main" id="{33881E27-4EFD-4A79-B541-C27CD69B0616}"/>
                  </a:ext>
                </a:extLst>
              </p:cNvPr>
              <p:cNvSpPr>
                <a:spLocks noChangeArrowheads="1"/>
              </p:cNvSpPr>
              <p:nvPr/>
            </p:nvSpPr>
            <p:spPr bwMode="auto">
              <a:xfrm>
                <a:off x="4308475"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5" name="Rectangle 56">
                <a:extLst>
                  <a:ext uri="{FF2B5EF4-FFF2-40B4-BE49-F238E27FC236}">
                    <a16:creationId xmlns:a16="http://schemas.microsoft.com/office/drawing/2014/main" id="{1411F786-A802-4B52-A2EF-C40C7120A52B}"/>
                  </a:ext>
                </a:extLst>
              </p:cNvPr>
              <p:cNvSpPr>
                <a:spLocks noChangeArrowheads="1"/>
              </p:cNvSpPr>
              <p:nvPr/>
            </p:nvSpPr>
            <p:spPr bwMode="auto">
              <a:xfrm>
                <a:off x="49228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6" name="Rectangle 57">
                <a:extLst>
                  <a:ext uri="{FF2B5EF4-FFF2-40B4-BE49-F238E27FC236}">
                    <a16:creationId xmlns:a16="http://schemas.microsoft.com/office/drawing/2014/main" id="{04DC43D6-181D-453D-8303-60933F933F25}"/>
                  </a:ext>
                </a:extLst>
              </p:cNvPr>
              <p:cNvSpPr>
                <a:spLocks noChangeArrowheads="1"/>
              </p:cNvSpPr>
              <p:nvPr/>
            </p:nvSpPr>
            <p:spPr bwMode="auto">
              <a:xfrm>
                <a:off x="5113338" y="31892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7" name="Rectangle 58">
                <a:extLst>
                  <a:ext uri="{FF2B5EF4-FFF2-40B4-BE49-F238E27FC236}">
                    <a16:creationId xmlns:a16="http://schemas.microsoft.com/office/drawing/2014/main" id="{1F00838B-8E03-4F67-9634-60598680C56E}"/>
                  </a:ext>
                </a:extLst>
              </p:cNvPr>
              <p:cNvSpPr>
                <a:spLocks noChangeArrowheads="1"/>
              </p:cNvSpPr>
              <p:nvPr/>
            </p:nvSpPr>
            <p:spPr bwMode="auto">
              <a:xfrm>
                <a:off x="6011863"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8" name="Rectangle 59">
                <a:extLst>
                  <a:ext uri="{FF2B5EF4-FFF2-40B4-BE49-F238E27FC236}">
                    <a16:creationId xmlns:a16="http://schemas.microsoft.com/office/drawing/2014/main" id="{F726362B-03F1-44F1-83E9-D4BFF0534E78}"/>
                  </a:ext>
                </a:extLst>
              </p:cNvPr>
              <p:cNvSpPr>
                <a:spLocks noChangeArrowheads="1"/>
              </p:cNvSpPr>
              <p:nvPr/>
            </p:nvSpPr>
            <p:spPr bwMode="auto">
              <a:xfrm>
                <a:off x="5541963" y="3189288"/>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29" name="Rectangle 60">
                <a:extLst>
                  <a:ext uri="{FF2B5EF4-FFF2-40B4-BE49-F238E27FC236}">
                    <a16:creationId xmlns:a16="http://schemas.microsoft.com/office/drawing/2014/main" id="{1A5FDE72-84F4-4DBD-BD55-F73B4DE84043}"/>
                  </a:ext>
                </a:extLst>
              </p:cNvPr>
              <p:cNvSpPr>
                <a:spLocks noChangeArrowheads="1"/>
              </p:cNvSpPr>
              <p:nvPr/>
            </p:nvSpPr>
            <p:spPr bwMode="auto">
              <a:xfrm>
                <a:off x="7026275" y="31892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0" name="Rectangle 61">
                <a:extLst>
                  <a:ext uri="{FF2B5EF4-FFF2-40B4-BE49-F238E27FC236}">
                    <a16:creationId xmlns:a16="http://schemas.microsoft.com/office/drawing/2014/main" id="{E97E47B6-A04A-44E6-BF36-0DE7DEBC7302}"/>
                  </a:ext>
                </a:extLst>
              </p:cNvPr>
              <p:cNvSpPr>
                <a:spLocks noChangeArrowheads="1"/>
              </p:cNvSpPr>
              <p:nvPr/>
            </p:nvSpPr>
            <p:spPr bwMode="auto">
              <a:xfrm>
                <a:off x="2030413" y="3494088"/>
                <a:ext cx="11112"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1" name="Rectangle 62">
                <a:extLst>
                  <a:ext uri="{FF2B5EF4-FFF2-40B4-BE49-F238E27FC236}">
                    <a16:creationId xmlns:a16="http://schemas.microsoft.com/office/drawing/2014/main" id="{0271D45B-97E5-4018-944E-553C81A3E19A}"/>
                  </a:ext>
                </a:extLst>
              </p:cNvPr>
              <p:cNvSpPr>
                <a:spLocks noChangeArrowheads="1"/>
              </p:cNvSpPr>
              <p:nvPr/>
            </p:nvSpPr>
            <p:spPr bwMode="auto">
              <a:xfrm>
                <a:off x="6445250" y="3189288"/>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2" name="Rectangle 63">
                <a:extLst>
                  <a:ext uri="{FF2B5EF4-FFF2-40B4-BE49-F238E27FC236}">
                    <a16:creationId xmlns:a16="http://schemas.microsoft.com/office/drawing/2014/main" id="{295FD631-AF6D-417C-8B0B-225C509A0E64}"/>
                  </a:ext>
                </a:extLst>
              </p:cNvPr>
              <p:cNvSpPr>
                <a:spLocks noChangeArrowheads="1"/>
              </p:cNvSpPr>
              <p:nvPr/>
            </p:nvSpPr>
            <p:spPr bwMode="auto">
              <a:xfrm>
                <a:off x="3094038"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3" name="Rectangle 64">
                <a:extLst>
                  <a:ext uri="{FF2B5EF4-FFF2-40B4-BE49-F238E27FC236}">
                    <a16:creationId xmlns:a16="http://schemas.microsoft.com/office/drawing/2014/main" id="{723C3643-EFB3-4413-BBDE-3220F3DA25B7}"/>
                  </a:ext>
                </a:extLst>
              </p:cNvPr>
              <p:cNvSpPr>
                <a:spLocks noChangeArrowheads="1"/>
              </p:cNvSpPr>
              <p:nvPr/>
            </p:nvSpPr>
            <p:spPr bwMode="auto">
              <a:xfrm>
                <a:off x="2414588"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4" name="Rectangle 65">
                <a:extLst>
                  <a:ext uri="{FF2B5EF4-FFF2-40B4-BE49-F238E27FC236}">
                    <a16:creationId xmlns:a16="http://schemas.microsoft.com/office/drawing/2014/main" id="{BB62CE8A-6D4D-43A8-B2CE-6B96396C5D78}"/>
                  </a:ext>
                </a:extLst>
              </p:cNvPr>
              <p:cNvSpPr>
                <a:spLocks noChangeArrowheads="1"/>
              </p:cNvSpPr>
              <p:nvPr/>
            </p:nvSpPr>
            <p:spPr bwMode="auto">
              <a:xfrm>
                <a:off x="3690938" y="34925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5" name="Rectangle 66">
                <a:extLst>
                  <a:ext uri="{FF2B5EF4-FFF2-40B4-BE49-F238E27FC236}">
                    <a16:creationId xmlns:a16="http://schemas.microsoft.com/office/drawing/2014/main" id="{4FA4E173-AA44-48D0-A5A9-405F73EF22D2}"/>
                  </a:ext>
                </a:extLst>
              </p:cNvPr>
              <p:cNvSpPr>
                <a:spLocks noChangeArrowheads="1"/>
              </p:cNvSpPr>
              <p:nvPr/>
            </p:nvSpPr>
            <p:spPr bwMode="auto">
              <a:xfrm>
                <a:off x="3881438" y="34925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6" name="Rectangle 67">
                <a:extLst>
                  <a:ext uri="{FF2B5EF4-FFF2-40B4-BE49-F238E27FC236}">
                    <a16:creationId xmlns:a16="http://schemas.microsoft.com/office/drawing/2014/main" id="{AEBDE20B-01A2-4736-B6EE-BEE12A9D31C0}"/>
                  </a:ext>
                </a:extLst>
              </p:cNvPr>
              <p:cNvSpPr>
                <a:spLocks noChangeArrowheads="1"/>
              </p:cNvSpPr>
              <p:nvPr/>
            </p:nvSpPr>
            <p:spPr bwMode="auto">
              <a:xfrm>
                <a:off x="4308475"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7" name="Rectangle 68">
                <a:extLst>
                  <a:ext uri="{FF2B5EF4-FFF2-40B4-BE49-F238E27FC236}">
                    <a16:creationId xmlns:a16="http://schemas.microsoft.com/office/drawing/2014/main" id="{4AC3143B-1EFB-4F4D-90AF-6D079E761F10}"/>
                  </a:ext>
                </a:extLst>
              </p:cNvPr>
              <p:cNvSpPr>
                <a:spLocks noChangeArrowheads="1"/>
              </p:cNvSpPr>
              <p:nvPr/>
            </p:nvSpPr>
            <p:spPr bwMode="auto">
              <a:xfrm>
                <a:off x="4922838" y="34925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8" name="Rectangle 69">
                <a:extLst>
                  <a:ext uri="{FF2B5EF4-FFF2-40B4-BE49-F238E27FC236}">
                    <a16:creationId xmlns:a16="http://schemas.microsoft.com/office/drawing/2014/main" id="{54D7D401-B118-461B-A36E-1FB4E3EDEF8A}"/>
                  </a:ext>
                </a:extLst>
              </p:cNvPr>
              <p:cNvSpPr>
                <a:spLocks noChangeArrowheads="1"/>
              </p:cNvSpPr>
              <p:nvPr/>
            </p:nvSpPr>
            <p:spPr bwMode="auto">
              <a:xfrm>
                <a:off x="5113338" y="34925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39" name="Rectangle 70">
                <a:extLst>
                  <a:ext uri="{FF2B5EF4-FFF2-40B4-BE49-F238E27FC236}">
                    <a16:creationId xmlns:a16="http://schemas.microsoft.com/office/drawing/2014/main" id="{FFA878FE-EF15-446C-AEBF-3FC720B70213}"/>
                  </a:ext>
                </a:extLst>
              </p:cNvPr>
              <p:cNvSpPr>
                <a:spLocks noChangeArrowheads="1"/>
              </p:cNvSpPr>
              <p:nvPr/>
            </p:nvSpPr>
            <p:spPr bwMode="auto">
              <a:xfrm>
                <a:off x="6011863"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0" name="Rectangle 71">
                <a:extLst>
                  <a:ext uri="{FF2B5EF4-FFF2-40B4-BE49-F238E27FC236}">
                    <a16:creationId xmlns:a16="http://schemas.microsoft.com/office/drawing/2014/main" id="{27DB7B13-0CA8-43D4-BB21-5F80470D763A}"/>
                  </a:ext>
                </a:extLst>
              </p:cNvPr>
              <p:cNvSpPr>
                <a:spLocks noChangeArrowheads="1"/>
              </p:cNvSpPr>
              <p:nvPr/>
            </p:nvSpPr>
            <p:spPr bwMode="auto">
              <a:xfrm>
                <a:off x="5541963" y="34925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1" name="Rectangle 72">
                <a:extLst>
                  <a:ext uri="{FF2B5EF4-FFF2-40B4-BE49-F238E27FC236}">
                    <a16:creationId xmlns:a16="http://schemas.microsoft.com/office/drawing/2014/main" id="{F9C719B9-5038-428D-8FAB-E65BDDB57D49}"/>
                  </a:ext>
                </a:extLst>
              </p:cNvPr>
              <p:cNvSpPr>
                <a:spLocks noChangeArrowheads="1"/>
              </p:cNvSpPr>
              <p:nvPr/>
            </p:nvSpPr>
            <p:spPr bwMode="auto">
              <a:xfrm>
                <a:off x="7026275" y="349408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2" name="Rectangle 73">
                <a:extLst>
                  <a:ext uri="{FF2B5EF4-FFF2-40B4-BE49-F238E27FC236}">
                    <a16:creationId xmlns:a16="http://schemas.microsoft.com/office/drawing/2014/main" id="{CE453CE2-478E-468A-85A3-76E745AFF490}"/>
                  </a:ext>
                </a:extLst>
              </p:cNvPr>
              <p:cNvSpPr>
                <a:spLocks noChangeArrowheads="1"/>
              </p:cNvSpPr>
              <p:nvPr/>
            </p:nvSpPr>
            <p:spPr bwMode="auto">
              <a:xfrm>
                <a:off x="2030413" y="3803650"/>
                <a:ext cx="11112"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3" name="Rectangle 74">
                <a:extLst>
                  <a:ext uri="{FF2B5EF4-FFF2-40B4-BE49-F238E27FC236}">
                    <a16:creationId xmlns:a16="http://schemas.microsoft.com/office/drawing/2014/main" id="{E641EDC2-D059-409A-9522-BA65EBCC29CD}"/>
                  </a:ext>
                </a:extLst>
              </p:cNvPr>
              <p:cNvSpPr>
                <a:spLocks noChangeArrowheads="1"/>
              </p:cNvSpPr>
              <p:nvPr/>
            </p:nvSpPr>
            <p:spPr bwMode="auto">
              <a:xfrm>
                <a:off x="6445250" y="3492500"/>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4" name="Rectangle 75">
                <a:extLst>
                  <a:ext uri="{FF2B5EF4-FFF2-40B4-BE49-F238E27FC236}">
                    <a16:creationId xmlns:a16="http://schemas.microsoft.com/office/drawing/2014/main" id="{DA62BA7C-9FAD-407E-BB79-31D401748A37}"/>
                  </a:ext>
                </a:extLst>
              </p:cNvPr>
              <p:cNvSpPr>
                <a:spLocks noChangeArrowheads="1"/>
              </p:cNvSpPr>
              <p:nvPr/>
            </p:nvSpPr>
            <p:spPr bwMode="auto">
              <a:xfrm>
                <a:off x="3094038"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5" name="Rectangle 76">
                <a:extLst>
                  <a:ext uri="{FF2B5EF4-FFF2-40B4-BE49-F238E27FC236}">
                    <a16:creationId xmlns:a16="http://schemas.microsoft.com/office/drawing/2014/main" id="{FD86E65A-BB00-4F7B-BA64-CC551DD6E027}"/>
                  </a:ext>
                </a:extLst>
              </p:cNvPr>
              <p:cNvSpPr>
                <a:spLocks noChangeArrowheads="1"/>
              </p:cNvSpPr>
              <p:nvPr/>
            </p:nvSpPr>
            <p:spPr bwMode="auto">
              <a:xfrm>
                <a:off x="2414588"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6" name="Rectangle 77">
                <a:extLst>
                  <a:ext uri="{FF2B5EF4-FFF2-40B4-BE49-F238E27FC236}">
                    <a16:creationId xmlns:a16="http://schemas.microsoft.com/office/drawing/2014/main" id="{DCE0BED2-774F-40F5-B13F-1B04FBD1BCD7}"/>
                  </a:ext>
                </a:extLst>
              </p:cNvPr>
              <p:cNvSpPr>
                <a:spLocks noChangeArrowheads="1"/>
              </p:cNvSpPr>
              <p:nvPr/>
            </p:nvSpPr>
            <p:spPr bwMode="auto">
              <a:xfrm>
                <a:off x="36909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7" name="Rectangle 78">
                <a:extLst>
                  <a:ext uri="{FF2B5EF4-FFF2-40B4-BE49-F238E27FC236}">
                    <a16:creationId xmlns:a16="http://schemas.microsoft.com/office/drawing/2014/main" id="{CF893E0C-EFBF-432B-A4A2-1336AE31312F}"/>
                  </a:ext>
                </a:extLst>
              </p:cNvPr>
              <p:cNvSpPr>
                <a:spLocks noChangeArrowheads="1"/>
              </p:cNvSpPr>
              <p:nvPr/>
            </p:nvSpPr>
            <p:spPr bwMode="auto">
              <a:xfrm>
                <a:off x="38814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8" name="Rectangle 79">
                <a:extLst>
                  <a:ext uri="{FF2B5EF4-FFF2-40B4-BE49-F238E27FC236}">
                    <a16:creationId xmlns:a16="http://schemas.microsoft.com/office/drawing/2014/main" id="{151DD67B-58C4-4DDE-BC0C-300F3F32CAA9}"/>
                  </a:ext>
                </a:extLst>
              </p:cNvPr>
              <p:cNvSpPr>
                <a:spLocks noChangeArrowheads="1"/>
              </p:cNvSpPr>
              <p:nvPr/>
            </p:nvSpPr>
            <p:spPr bwMode="auto">
              <a:xfrm>
                <a:off x="4308475"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49" name="Rectangle 80">
                <a:extLst>
                  <a:ext uri="{FF2B5EF4-FFF2-40B4-BE49-F238E27FC236}">
                    <a16:creationId xmlns:a16="http://schemas.microsoft.com/office/drawing/2014/main" id="{FF6BEDF3-A679-4AC4-AEA7-9601FE66B51E}"/>
                  </a:ext>
                </a:extLst>
              </p:cNvPr>
              <p:cNvSpPr>
                <a:spLocks noChangeArrowheads="1"/>
              </p:cNvSpPr>
              <p:nvPr/>
            </p:nvSpPr>
            <p:spPr bwMode="auto">
              <a:xfrm>
                <a:off x="49228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0" name="Rectangle 81">
                <a:extLst>
                  <a:ext uri="{FF2B5EF4-FFF2-40B4-BE49-F238E27FC236}">
                    <a16:creationId xmlns:a16="http://schemas.microsoft.com/office/drawing/2014/main" id="{2D06E55E-98F2-49C8-934D-8D67F8E469A8}"/>
                  </a:ext>
                </a:extLst>
              </p:cNvPr>
              <p:cNvSpPr>
                <a:spLocks noChangeArrowheads="1"/>
              </p:cNvSpPr>
              <p:nvPr/>
            </p:nvSpPr>
            <p:spPr bwMode="auto">
              <a:xfrm>
                <a:off x="5113338" y="3797300"/>
                <a:ext cx="192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1" name="Rectangle 82">
                <a:extLst>
                  <a:ext uri="{FF2B5EF4-FFF2-40B4-BE49-F238E27FC236}">
                    <a16:creationId xmlns:a16="http://schemas.microsoft.com/office/drawing/2014/main" id="{008B3D8C-49F9-408F-90F9-F900A8361AFC}"/>
                  </a:ext>
                </a:extLst>
              </p:cNvPr>
              <p:cNvSpPr>
                <a:spLocks noChangeArrowheads="1"/>
              </p:cNvSpPr>
              <p:nvPr/>
            </p:nvSpPr>
            <p:spPr bwMode="auto">
              <a:xfrm>
                <a:off x="6011863"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2" name="Rectangle 83">
                <a:extLst>
                  <a:ext uri="{FF2B5EF4-FFF2-40B4-BE49-F238E27FC236}">
                    <a16:creationId xmlns:a16="http://schemas.microsoft.com/office/drawing/2014/main" id="{8C32909F-9A53-4A54-8288-2B82E1BEEA43}"/>
                  </a:ext>
                </a:extLst>
              </p:cNvPr>
              <p:cNvSpPr>
                <a:spLocks noChangeArrowheads="1"/>
              </p:cNvSpPr>
              <p:nvPr/>
            </p:nvSpPr>
            <p:spPr bwMode="auto">
              <a:xfrm>
                <a:off x="5541963" y="3797300"/>
                <a:ext cx="2821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3" name="Rectangle 84">
                <a:extLst>
                  <a:ext uri="{FF2B5EF4-FFF2-40B4-BE49-F238E27FC236}">
                    <a16:creationId xmlns:a16="http://schemas.microsoft.com/office/drawing/2014/main" id="{16D75DBC-ADB5-4C9E-9F9A-ADC7E6F957C1}"/>
                  </a:ext>
                </a:extLst>
              </p:cNvPr>
              <p:cNvSpPr>
                <a:spLocks noChangeArrowheads="1"/>
              </p:cNvSpPr>
              <p:nvPr/>
            </p:nvSpPr>
            <p:spPr bwMode="auto">
              <a:xfrm>
                <a:off x="7026275" y="380365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4" name="Rectangle 85">
                <a:extLst>
                  <a:ext uri="{FF2B5EF4-FFF2-40B4-BE49-F238E27FC236}">
                    <a16:creationId xmlns:a16="http://schemas.microsoft.com/office/drawing/2014/main" id="{EE327C9C-6695-481B-B95A-D407504D012A}"/>
                  </a:ext>
                </a:extLst>
              </p:cNvPr>
              <p:cNvSpPr>
                <a:spLocks noChangeArrowheads="1"/>
              </p:cNvSpPr>
              <p:nvPr/>
            </p:nvSpPr>
            <p:spPr bwMode="auto">
              <a:xfrm>
                <a:off x="2055813" y="4140200"/>
                <a:ext cx="4979987"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655" name="Rectangle 86">
                <a:extLst>
                  <a:ext uri="{FF2B5EF4-FFF2-40B4-BE49-F238E27FC236}">
                    <a16:creationId xmlns:a16="http://schemas.microsoft.com/office/drawing/2014/main" id="{9E047131-B2F1-4DDB-96C8-96ECC2011579}"/>
                  </a:ext>
                </a:extLst>
              </p:cNvPr>
              <p:cNvSpPr>
                <a:spLocks noChangeArrowheads="1"/>
              </p:cNvSpPr>
              <p:nvPr/>
            </p:nvSpPr>
            <p:spPr bwMode="auto">
              <a:xfrm>
                <a:off x="6445250" y="3797300"/>
                <a:ext cx="346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r>
                  <a:rPr kumimoji="0" lang="en-US" altLang="en-US" sz="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109572" name="TextBox 87">
              <a:extLst>
                <a:ext uri="{FF2B5EF4-FFF2-40B4-BE49-F238E27FC236}">
                  <a16:creationId xmlns:a16="http://schemas.microsoft.com/office/drawing/2014/main" id="{D33801A4-D923-40D0-B6B8-3C5641787381}"/>
                </a:ext>
              </a:extLst>
            </p:cNvPr>
            <p:cNvSpPr txBox="1">
              <a:spLocks noChangeArrowheads="1"/>
            </p:cNvSpPr>
            <p:nvPr/>
          </p:nvSpPr>
          <p:spPr bwMode="auto">
            <a:xfrm>
              <a:off x="1673087" y="3495988"/>
              <a:ext cx="37061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anose="02020603050405020304" pitchFamily="18" charset="0"/>
                  <a:ea typeface="MS PGothic" panose="020B0600070205080204" pitchFamily="34" charset="-128"/>
                </a:defRPr>
              </a:lvl1pPr>
              <a:lvl2pPr marL="742950" indent="-285750">
                <a:defRPr sz="2400">
                  <a:solidFill>
                    <a:schemeClr val="tx1"/>
                  </a:solidFill>
                  <a:latin typeface="Times" panose="02020603050405020304" pitchFamily="18" charset="0"/>
                  <a:ea typeface="MS PGothic" panose="020B0600070205080204" pitchFamily="34" charset="-128"/>
                </a:defRPr>
              </a:lvl2pPr>
              <a:lvl3pPr marL="1143000" indent="-228600">
                <a:defRPr sz="2400">
                  <a:solidFill>
                    <a:schemeClr val="tx1"/>
                  </a:solidFill>
                  <a:latin typeface="Times" panose="02020603050405020304" pitchFamily="18" charset="0"/>
                  <a:ea typeface="MS PGothic" panose="020B0600070205080204" pitchFamily="34" charset="-128"/>
                </a:defRPr>
              </a:lvl3pPr>
              <a:lvl4pPr marL="1600200" indent="-228600">
                <a:defRPr sz="2400">
                  <a:solidFill>
                    <a:schemeClr val="tx1"/>
                  </a:solidFill>
                  <a:latin typeface="Times" panose="02020603050405020304" pitchFamily="18" charset="0"/>
                  <a:ea typeface="MS PGothic" panose="020B0600070205080204" pitchFamily="34" charset="-128"/>
                </a:defRPr>
              </a:lvl4pPr>
              <a:lvl5pPr marL="2057400" indent="-228600">
                <a:defRPr sz="2400">
                  <a:solidFill>
                    <a:schemeClr val="tx1"/>
                  </a:solidFill>
                  <a:latin typeface="Times"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Times" panose="02020603050405020304" pitchFamily="18"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pic>
        <p:nvPicPr>
          <p:cNvPr id="89" name="Picture 3" descr="Screen shot 2014-04-25 at 12.57.10 PM.png">
            <a:extLst>
              <a:ext uri="{FF2B5EF4-FFF2-40B4-BE49-F238E27FC236}">
                <a16:creationId xmlns:a16="http://schemas.microsoft.com/office/drawing/2014/main" id="{69AFB579-3351-43EA-A319-2EF64DA0592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216306" y="1272645"/>
            <a:ext cx="2905115" cy="2393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9D7CE129-A423-42A7-B5FD-22C9552B7EE7}"/>
                  </a:ext>
                </a:extLst>
              </p14:cNvPr>
              <p14:cNvContentPartPr/>
              <p14:nvPr/>
            </p14:nvContentPartPr>
            <p14:xfrm>
              <a:off x="2930760" y="3858480"/>
              <a:ext cx="3619080" cy="2069280"/>
            </p14:xfrm>
          </p:contentPart>
        </mc:Choice>
        <mc:Fallback xmlns="">
          <p:pic>
            <p:nvPicPr>
              <p:cNvPr id="2" name="Ink 1">
                <a:extLst>
                  <a:ext uri="{FF2B5EF4-FFF2-40B4-BE49-F238E27FC236}">
                    <a16:creationId xmlns:a16="http://schemas.microsoft.com/office/drawing/2014/main" id="{9D7CE129-A423-42A7-B5FD-22C9552B7EE7}"/>
                  </a:ext>
                </a:extLst>
              </p:cNvPr>
              <p:cNvPicPr/>
              <p:nvPr/>
            </p:nvPicPr>
            <p:blipFill>
              <a:blip r:embed="rId4"/>
              <a:stretch>
                <a:fillRect/>
              </a:stretch>
            </p:blipFill>
            <p:spPr>
              <a:xfrm>
                <a:off x="2921400" y="3849120"/>
                <a:ext cx="3637800" cy="20880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CFFCA441-18B9-4360-BC7B-F67F96630F9A}"/>
                  </a:ext>
                </a:extLst>
              </p14:cNvPr>
              <p14:cNvContentPartPr/>
              <p14:nvPr/>
            </p14:nvContentPartPr>
            <p14:xfrm>
              <a:off x="3281040" y="1910880"/>
              <a:ext cx="2590200" cy="381240"/>
            </p14:xfrm>
          </p:contentPart>
        </mc:Choice>
        <mc:Fallback xmlns="">
          <p:pic>
            <p:nvPicPr>
              <p:cNvPr id="3" name="Ink 2">
                <a:extLst>
                  <a:ext uri="{FF2B5EF4-FFF2-40B4-BE49-F238E27FC236}">
                    <a16:creationId xmlns:a16="http://schemas.microsoft.com/office/drawing/2014/main" id="{CFFCA441-18B9-4360-BC7B-F67F96630F9A}"/>
                  </a:ext>
                </a:extLst>
              </p:cNvPr>
              <p:cNvPicPr/>
              <p:nvPr/>
            </p:nvPicPr>
            <p:blipFill>
              <a:blip r:embed="rId6"/>
              <a:stretch>
                <a:fillRect/>
              </a:stretch>
            </p:blipFill>
            <p:spPr>
              <a:xfrm>
                <a:off x="3271680" y="1901520"/>
                <a:ext cx="2608920" cy="399960"/>
              </a:xfrm>
              <a:prstGeom prst="rect">
                <a:avLst/>
              </a:prstGeom>
            </p:spPr>
          </p:pic>
        </mc:Fallback>
      </mc:AlternateContent>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Rectangle 2">
            <a:extLst>
              <a:ext uri="{FF2B5EF4-FFF2-40B4-BE49-F238E27FC236}">
                <a16:creationId xmlns:a16="http://schemas.microsoft.com/office/drawing/2014/main" id="{9F423C9A-9809-43DB-A94E-D5EAFCBC4B12}"/>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Next State Expressions</a:t>
            </a:r>
          </a:p>
        </p:txBody>
      </p:sp>
      <p:sp>
        <p:nvSpPr>
          <p:cNvPr id="111618" name="Rectangle 4">
            <a:extLst>
              <a:ext uri="{FF2B5EF4-FFF2-40B4-BE49-F238E27FC236}">
                <a16:creationId xmlns:a16="http://schemas.microsoft.com/office/drawing/2014/main" id="{067E4BA9-2410-46AF-B41C-AEBC4760DB3B}"/>
              </a:ext>
            </a:extLst>
          </p:cNvPr>
          <p:cNvSpPr>
            <a:spLocks noChangeArrowheads="1"/>
          </p:cNvSpPr>
          <p:nvPr/>
        </p:nvSpPr>
        <p:spPr bwMode="auto">
          <a:xfrm>
            <a:off x="169863" y="1463675"/>
            <a:ext cx="1077912" cy="815975"/>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111619" name="Picture 1" descr="Screen shot 2014-04-25 at 12.57.42 PM.png">
            <a:extLst>
              <a:ext uri="{FF2B5EF4-FFF2-40B4-BE49-F238E27FC236}">
                <a16:creationId xmlns:a16="http://schemas.microsoft.com/office/drawing/2014/main" id="{1C54AC36-8900-4389-9D76-85564C6FEF4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00138"/>
            <a:ext cx="9144000" cy="505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Rectangle 2">
            <a:extLst>
              <a:ext uri="{FF2B5EF4-FFF2-40B4-BE49-F238E27FC236}">
                <a16:creationId xmlns:a16="http://schemas.microsoft.com/office/drawing/2014/main" id="{FA04484C-1916-4EE9-A229-308F3F32C09E}"/>
              </a:ext>
            </a:extLst>
          </p:cNvPr>
          <p:cNvSpPr txBox="1">
            <a:spLocks noChangeArrowheads="1"/>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Circuit Diagram</a:t>
            </a:r>
          </a:p>
        </p:txBody>
      </p:sp>
      <p:sp>
        <p:nvSpPr>
          <p:cNvPr id="112642" name="Rectangle 4">
            <a:extLst>
              <a:ext uri="{FF2B5EF4-FFF2-40B4-BE49-F238E27FC236}">
                <a16:creationId xmlns:a16="http://schemas.microsoft.com/office/drawing/2014/main" id="{4D75A3B6-4022-444C-92BB-1660098C7CF9}"/>
              </a:ext>
            </a:extLst>
          </p:cNvPr>
          <p:cNvSpPr>
            <a:spLocks noChangeArrowheads="1"/>
          </p:cNvSpPr>
          <p:nvPr/>
        </p:nvSpPr>
        <p:spPr bwMode="auto">
          <a:xfrm>
            <a:off x="169863" y="1463675"/>
            <a:ext cx="1077912" cy="815975"/>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112643" name="Picture 3" descr="Screen shot 2014-04-25 at 12.58.00 PM.png">
            <a:extLst>
              <a:ext uri="{FF2B5EF4-FFF2-40B4-BE49-F238E27FC236}">
                <a16:creationId xmlns:a16="http://schemas.microsoft.com/office/drawing/2014/main" id="{BC71185E-8867-4C44-9B9E-157FE571B6F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697662"/>
            <a:ext cx="6097588" cy="5860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Rectangle 3">
            <a:extLst>
              <a:ext uri="{FF2B5EF4-FFF2-40B4-BE49-F238E27FC236}">
                <a16:creationId xmlns:a16="http://schemas.microsoft.com/office/drawing/2014/main" id="{8D84EEC1-BFE5-4883-BCE6-33AC837527C1}"/>
              </a:ext>
            </a:extLst>
          </p:cNvPr>
          <p:cNvSpPr>
            <a:spLocks noChangeArrowheads="1"/>
          </p:cNvSpPr>
          <p:nvPr/>
        </p:nvSpPr>
        <p:spPr bwMode="auto">
          <a:xfrm>
            <a:off x="-76200" y="381000"/>
            <a:ext cx="9144000" cy="52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State Minimization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effectLst/>
                <a:uLnTx/>
                <a:uFillTx/>
                <a:latin typeface="Arial" panose="020B0604020202020204" pitchFamily="34" charset="0"/>
                <a:ea typeface="MS PGothic" panose="020B0600070205080204" pitchFamily="34" charset="-128"/>
                <a:cs typeface="+mn-cs"/>
              </a:rPr>
              <a:t>Readings 6.6</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52D40-E1F6-411C-A9AC-30FE9F100CA6}"/>
              </a:ext>
            </a:extLst>
          </p:cNvPr>
          <p:cNvSpPr>
            <a:spLocks noGrp="1"/>
          </p:cNvSpPr>
          <p:nvPr>
            <p:ph type="title"/>
          </p:nvPr>
        </p:nvSpPr>
        <p:spPr/>
        <p:txBody>
          <a:bodyPr/>
          <a:lstStyle/>
          <a:p>
            <a:r>
              <a:rPr lang="en-US"/>
              <a:t>State Minimization : Motivation</a:t>
            </a:r>
          </a:p>
        </p:txBody>
      </p:sp>
      <p:sp>
        <p:nvSpPr>
          <p:cNvPr id="3" name="Slide Number Placeholder 2">
            <a:extLst>
              <a:ext uri="{FF2B5EF4-FFF2-40B4-BE49-F238E27FC236}">
                <a16:creationId xmlns:a16="http://schemas.microsoft.com/office/drawing/2014/main" id="{2EB42624-C81F-457D-A9D1-35AEAB804A4C}"/>
              </a:ext>
            </a:extLst>
          </p:cNvPr>
          <p:cNvSpPr>
            <a:spLocks noGrp="1"/>
          </p:cNvSpPr>
          <p:nvPr>
            <p:ph type="sldNum" sz="quarter" idx="12"/>
          </p:nvPr>
        </p:nvSpPr>
        <p:spPr/>
        <p:txBody>
          <a:bodyPr/>
          <a:lstStyle/>
          <a:p>
            <a:pPr>
              <a:defRPr/>
            </a:pPr>
            <a:fld id="{A97966BF-D65F-4E28-A407-653B2DF03F01}" type="slidenum">
              <a:rPr lang="en-US" altLang="zh-CN" smtClean="0"/>
              <a:pPr>
                <a:defRPr/>
              </a:pPr>
              <a:t>23</a:t>
            </a:fld>
            <a:endParaRPr lang="en-US" altLang="zh-CN"/>
          </a:p>
        </p:txBody>
      </p:sp>
      <p:sp>
        <p:nvSpPr>
          <p:cNvPr id="4" name="Rectangle 3">
            <a:extLst>
              <a:ext uri="{FF2B5EF4-FFF2-40B4-BE49-F238E27FC236}">
                <a16:creationId xmlns:a16="http://schemas.microsoft.com/office/drawing/2014/main" id="{A229FFBB-1191-4233-97F8-231D61DDBDE1}"/>
              </a:ext>
            </a:extLst>
          </p:cNvPr>
          <p:cNvSpPr/>
          <p:nvPr/>
        </p:nvSpPr>
        <p:spPr>
          <a:xfrm>
            <a:off x="76200" y="762000"/>
            <a:ext cx="8991600" cy="4154984"/>
          </a:xfrm>
          <a:prstGeom prst="rect">
            <a:avLst/>
          </a:prstGeom>
        </p:spPr>
        <p:txBody>
          <a:bodyPr wrap="square">
            <a:spAutoFit/>
          </a:bodyPr>
          <a:lstStyle/>
          <a:p>
            <a:pPr marL="342900" indent="-342900" algn="just">
              <a:buFont typeface="Arial" panose="020B0604020202020204" pitchFamily="34" charset="0"/>
              <a:buChar char="•"/>
            </a:pPr>
            <a:r>
              <a:rPr lang="en-US"/>
              <a:t>When a designer has to design a more complex FSM, it is likely that the initial attempt will result in a machine that has </a:t>
            </a:r>
            <a:r>
              <a:rPr lang="en-US" b="1"/>
              <a:t>more states than is actually required</a:t>
            </a:r>
            <a:r>
              <a:rPr lang="en-US"/>
              <a:t>. </a:t>
            </a:r>
          </a:p>
          <a:p>
            <a:pPr marL="342900" indent="-342900" algn="just">
              <a:buFont typeface="Arial" panose="020B0604020202020204" pitchFamily="34" charset="0"/>
              <a:buChar char="•"/>
            </a:pPr>
            <a:endParaRPr lang="en-US"/>
          </a:p>
          <a:p>
            <a:pPr marL="342900" indent="-342900" algn="just">
              <a:buFont typeface="Arial" panose="020B0604020202020204" pitchFamily="34" charset="0"/>
              <a:buChar char="•"/>
            </a:pPr>
            <a:r>
              <a:rPr lang="en-US"/>
              <a:t>Minimizing the number of states is of interest because </a:t>
            </a:r>
            <a:r>
              <a:rPr lang="en-US" b="1"/>
              <a:t>fewer flips-flops</a:t>
            </a:r>
            <a:r>
              <a:rPr lang="en-US"/>
              <a:t> may be needed to represent the states and the complexity of the combinational circuit needed in the FSM may be reduced</a:t>
            </a:r>
          </a:p>
          <a:p>
            <a:pPr algn="just"/>
            <a:endParaRPr lang="en-US"/>
          </a:p>
          <a:p>
            <a:pPr marL="342900" indent="-342900" algn="just">
              <a:buFont typeface="Arial" panose="020B0604020202020204" pitchFamily="34" charset="0"/>
              <a:buChar char="•"/>
            </a:pPr>
            <a:r>
              <a:rPr lang="en-US"/>
              <a:t>It is possible to define a minimization procedure that searches for any states that are equivalent. Such a procedure is very tedious to perform manually, but it can be automated for use in </a:t>
            </a:r>
            <a:r>
              <a:rPr lang="en-US" b="1"/>
              <a:t>CAD tools</a:t>
            </a:r>
            <a:r>
              <a:rPr lang="en-US"/>
              <a:t>.</a:t>
            </a:r>
          </a:p>
        </p:txBody>
      </p:sp>
    </p:spTree>
    <p:extLst>
      <p:ext uri="{BB962C8B-B14F-4D97-AF65-F5344CB8AC3E}">
        <p14:creationId xmlns:p14="http://schemas.microsoft.com/office/powerpoint/2010/main" val="97350714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TextBox 2">
            <a:extLst>
              <a:ext uri="{FF2B5EF4-FFF2-40B4-BE49-F238E27FC236}">
                <a16:creationId xmlns:a16="http://schemas.microsoft.com/office/drawing/2014/main" id="{9DAAE67F-6966-4A71-9F68-2CB4D83FE9FE}"/>
              </a:ext>
            </a:extLst>
          </p:cNvPr>
          <p:cNvSpPr txBox="1">
            <a:spLocks noChangeArrowheads="1"/>
          </p:cNvSpPr>
          <p:nvPr/>
        </p:nvSpPr>
        <p:spPr bwMode="auto">
          <a:xfrm>
            <a:off x="76200" y="1114181"/>
            <a:ext cx="8991600"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lvl="0" algn="just">
              <a:spcBef>
                <a:spcPct val="0"/>
              </a:spcBef>
              <a:buNone/>
              <a:defRPr/>
            </a:pPr>
            <a:r>
              <a:rPr lang="en-US" altLang="en-US" b="0" dirty="0">
                <a:solidFill>
                  <a:srgbClr val="000000"/>
                </a:solidFill>
                <a:latin typeface="Times New Roman" panose="02020603050405020304" pitchFamily="18" charset="0"/>
              </a:rPr>
              <a:t>If the number of states in an FSM can be reduced, then some states in the original design must be </a:t>
            </a:r>
            <a:r>
              <a:rPr lang="en-US" altLang="en-US" dirty="0">
                <a:solidFill>
                  <a:srgbClr val="000000"/>
                </a:solidFill>
                <a:latin typeface="Times New Roman" panose="02020603050405020304" pitchFamily="18" charset="0"/>
              </a:rPr>
              <a:t>equivalent to other states </a:t>
            </a:r>
            <a:r>
              <a:rPr lang="en-US" altLang="en-US" b="0" dirty="0">
                <a:solidFill>
                  <a:srgbClr val="000000"/>
                </a:solidFill>
                <a:latin typeface="Times New Roman" panose="02020603050405020304" pitchFamily="18" charset="0"/>
              </a:rPr>
              <a:t>in their contribution to the </a:t>
            </a:r>
            <a:r>
              <a:rPr lang="en-US" altLang="en-US" dirty="0">
                <a:solidFill>
                  <a:srgbClr val="000000"/>
                </a:solidFill>
                <a:latin typeface="Times New Roman" panose="02020603050405020304" pitchFamily="18" charset="0"/>
              </a:rPr>
              <a:t>overall behavior </a:t>
            </a:r>
            <a:r>
              <a:rPr lang="en-US" altLang="en-US" b="0" dirty="0">
                <a:solidFill>
                  <a:srgbClr val="000000"/>
                </a:solidFill>
                <a:latin typeface="Times New Roman" panose="02020603050405020304" pitchFamily="18" charset="0"/>
              </a:rPr>
              <a:t>of the FSM. We can express this more formally in the following definition.</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endParaRPr>
          </a:p>
          <a:p>
            <a:pPr marL="342900" indent="-342900" algn="just">
              <a:spcBef>
                <a:spcPct val="0"/>
              </a:spcBef>
              <a:defRPr/>
            </a:pP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“Two states </a:t>
            </a:r>
            <a:r>
              <a:rPr kumimoji="0" lang="en-US" alt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and </a:t>
            </a:r>
            <a:r>
              <a:rPr kumimoji="0" lang="en-US" alt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j</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are said to be equivalent </a:t>
            </a:r>
            <a:r>
              <a:rPr kumimoji="0" lang="en-US" altLang="en-US" sz="2400" b="0" i="0" u="none" strike="noStrike" kern="1200" cap="none" spc="0" normalizeH="0" baseline="0" noProof="0" dirty="0">
                <a:ln>
                  <a:noFill/>
                </a:ln>
                <a:solidFill>
                  <a:srgbClr val="FF0000"/>
                </a:solidFill>
                <a:effectLst/>
                <a:uLnTx/>
                <a:uFillTx/>
                <a:latin typeface="Times New Roman" panose="02020603050405020304" pitchFamily="18" charset="0"/>
                <a:ea typeface="MS PGothic" panose="020B0600070205080204" pitchFamily="34" charset="-128"/>
                <a:cs typeface="+mn-cs"/>
              </a:rPr>
              <a:t>if and only if for every possible input sequence</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a:t>
            </a:r>
            <a:r>
              <a:rPr kumimoji="0" lang="en-US" altLang="en-US" sz="2400" b="0" i="0" u="none" strike="noStrike" kern="1200" cap="none" spc="0" normalizeH="0" baseline="0" noProof="0" dirty="0">
                <a:ln>
                  <a:noFill/>
                </a:ln>
                <a:solidFill>
                  <a:srgbClr val="0000FF"/>
                </a:solidFill>
                <a:effectLst/>
                <a:uLnTx/>
                <a:uFillTx/>
                <a:latin typeface="Times New Roman" panose="02020603050405020304" pitchFamily="18" charset="0"/>
                <a:ea typeface="MS PGothic" panose="020B0600070205080204" pitchFamily="34" charset="-128"/>
                <a:cs typeface="+mn-cs"/>
              </a:rPr>
              <a:t>the same output sequence </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will be produced regardless of whether </a:t>
            </a:r>
            <a:r>
              <a:rPr kumimoji="0" lang="en-US" alt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or </a:t>
            </a:r>
            <a:r>
              <a:rPr kumimoji="0" lang="en-US" alt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j</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is the initial state.”</a:t>
            </a:r>
          </a:p>
        </p:txBody>
      </p:sp>
      <p:sp>
        <p:nvSpPr>
          <p:cNvPr id="9218" name="Title 1">
            <a:extLst>
              <a:ext uri="{FF2B5EF4-FFF2-40B4-BE49-F238E27FC236}">
                <a16:creationId xmlns:a16="http://schemas.microsoft.com/office/drawing/2014/main" id="{EF8C5083-3269-4D57-819E-67010E2BE7C3}"/>
              </a:ext>
            </a:extLst>
          </p:cNvPr>
          <p:cNvSpPr txBox="1">
            <a:spLocks/>
          </p:cNvSpPr>
          <p:nvPr/>
        </p:nvSpPr>
        <p:spPr bwMode="auto">
          <a:xfrm>
            <a:off x="0" y="76200"/>
            <a:ext cx="91440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Equivalence of states</a:t>
            </a:r>
          </a:p>
        </p:txBody>
      </p:sp>
      <p:sp>
        <p:nvSpPr>
          <p:cNvPr id="9219" name="TextBox 125">
            <a:extLst>
              <a:ext uri="{FF2B5EF4-FFF2-40B4-BE49-F238E27FC236}">
                <a16:creationId xmlns:a16="http://schemas.microsoft.com/office/drawing/2014/main" id="{CD903E37-32D1-49B0-A539-3CDE8273575A}"/>
              </a:ext>
            </a:extLst>
          </p:cNvPr>
          <p:cNvSpPr txBox="1">
            <a:spLocks noChangeArrowheads="1"/>
          </p:cNvSpPr>
          <p:nvPr/>
        </p:nvSpPr>
        <p:spPr bwMode="auto">
          <a:xfrm>
            <a:off x="6964363" y="6473825"/>
            <a:ext cx="21796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Page 374 in the textbook ]</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4782AEC3-C8E0-A04E-AB6A-DDA92641AED4}"/>
              </a:ext>
            </a:extLst>
          </p:cNvPr>
          <p:cNvSpPr>
            <a:spLocks noGrp="1" noChangeArrowheads="1"/>
          </p:cNvSpPr>
          <p:nvPr>
            <p:ph type="title"/>
          </p:nvPr>
        </p:nvSpPr>
        <p:spPr>
          <a:xfrm>
            <a:off x="0" y="2590800"/>
            <a:ext cx="9144000" cy="685800"/>
          </a:xfrm>
        </p:spPr>
        <p:txBody>
          <a:bodyPr/>
          <a:lstStyle/>
          <a:p>
            <a:pPr eaLnBrk="1" hangingPunct="1">
              <a:defRPr/>
            </a:pPr>
            <a:r>
              <a:rPr lang="en-US">
                <a:ea typeface="+mj-ea"/>
                <a:cs typeface="+mj-cs"/>
              </a:rPr>
              <a:t>Partition Minimization Procedure</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TextBox 2">
            <a:extLst>
              <a:ext uri="{FF2B5EF4-FFF2-40B4-BE49-F238E27FC236}">
                <a16:creationId xmlns:a16="http://schemas.microsoft.com/office/drawing/2014/main" id="{8550A039-6C98-4BF5-847B-7D8F8D773361}"/>
              </a:ext>
            </a:extLst>
          </p:cNvPr>
          <p:cNvSpPr txBox="1">
            <a:spLocks noChangeArrowheads="1"/>
          </p:cNvSpPr>
          <p:nvPr/>
        </p:nvSpPr>
        <p:spPr bwMode="auto">
          <a:xfrm>
            <a:off x="576263" y="2041525"/>
            <a:ext cx="80089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“If states </a:t>
            </a:r>
            <a:r>
              <a:rPr kumimoji="0" lang="en-US" altLang="en-US" sz="2400" b="0" i="1"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 and </a:t>
            </a:r>
            <a:r>
              <a:rPr kumimoji="0" lang="en-US" altLang="en-US" sz="2400" b="0" i="1" u="none" strike="noStrike" kern="1200" cap="none" spc="0" normalizeH="0" baseline="0" noProof="0" err="1">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err="1">
                <a:ln>
                  <a:noFill/>
                </a:ln>
                <a:solidFill>
                  <a:srgbClr val="000000"/>
                </a:solidFill>
                <a:effectLst/>
                <a:uLnTx/>
                <a:uFillTx/>
                <a:latin typeface="Times New Roman" panose="02020603050405020304" pitchFamily="18" charset="0"/>
                <a:ea typeface="MS PGothic" panose="020B0600070205080204" pitchFamily="34" charset="-128"/>
                <a:cs typeface="+mn-cs"/>
              </a:rPr>
              <a:t>j</a:t>
            </a:r>
            <a:r>
              <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 are equivalent, then their corresponding       </a:t>
            </a:r>
            <a:r>
              <a:rPr kumimoji="0" lang="en-US" altLang="en-US" sz="240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k-successors </a:t>
            </a:r>
            <a:r>
              <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t>(for all k) are also equivalent.”</a:t>
            </a:r>
          </a:p>
        </p:txBody>
      </p:sp>
      <p:sp>
        <p:nvSpPr>
          <p:cNvPr id="20482" name="Title 1">
            <a:extLst>
              <a:ext uri="{FF2B5EF4-FFF2-40B4-BE49-F238E27FC236}">
                <a16:creationId xmlns:a16="http://schemas.microsoft.com/office/drawing/2014/main" id="{EB04CE5C-0D71-4383-8902-576ACD28C8BA}"/>
              </a:ext>
            </a:extLst>
          </p:cNvPr>
          <p:cNvSpPr txBox="1">
            <a:spLocks/>
          </p:cNvSpPr>
          <p:nvPr/>
        </p:nvSpPr>
        <p:spPr bwMode="auto">
          <a:xfrm>
            <a:off x="0" y="3048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Equivalence of states</a:t>
            </a:r>
          </a:p>
        </p:txBody>
      </p:sp>
      <p:sp>
        <p:nvSpPr>
          <p:cNvPr id="20483" name="TextBox 125">
            <a:extLst>
              <a:ext uri="{FF2B5EF4-FFF2-40B4-BE49-F238E27FC236}">
                <a16:creationId xmlns:a16="http://schemas.microsoft.com/office/drawing/2014/main" id="{FDF7A56F-B645-4105-9E93-E6E8519A89BB}"/>
              </a:ext>
            </a:extLst>
          </p:cNvPr>
          <p:cNvSpPr txBox="1">
            <a:spLocks noChangeArrowheads="1"/>
          </p:cNvSpPr>
          <p:nvPr/>
        </p:nvSpPr>
        <p:spPr bwMode="auto">
          <a:xfrm>
            <a:off x="6964363" y="6473825"/>
            <a:ext cx="21796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Page 374 in the textbook ]</a:t>
            </a:r>
          </a:p>
        </p:txBody>
      </p:sp>
    </p:spTree>
    <p:extLst>
      <p:ext uri="{BB962C8B-B14F-4D97-AF65-F5344CB8AC3E}">
        <p14:creationId xmlns:p14="http://schemas.microsoft.com/office/powerpoint/2010/main" val="283549322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BD80C0AB-712B-8B42-879B-0E757F26AFC5}"/>
              </a:ext>
            </a:extLst>
          </p:cNvPr>
          <p:cNvSpPr>
            <a:spLocks noGrp="1" noChangeArrowheads="1"/>
          </p:cNvSpPr>
          <p:nvPr>
            <p:ph type="title"/>
          </p:nvPr>
        </p:nvSpPr>
        <p:spPr/>
        <p:txBody>
          <a:bodyPr/>
          <a:lstStyle/>
          <a:p>
            <a:pPr eaLnBrk="1" hangingPunct="1">
              <a:defRPr/>
            </a:pPr>
            <a:r>
              <a:rPr lang="en-US">
                <a:ea typeface="+mj-ea"/>
                <a:cs typeface="+mj-cs"/>
              </a:rPr>
              <a:t>0-successor </a:t>
            </a:r>
          </a:p>
        </p:txBody>
      </p:sp>
      <p:sp>
        <p:nvSpPr>
          <p:cNvPr id="11266" name="Content Placeholder 9">
            <a:extLst>
              <a:ext uri="{FF2B5EF4-FFF2-40B4-BE49-F238E27FC236}">
                <a16:creationId xmlns:a16="http://schemas.microsoft.com/office/drawing/2014/main" id="{221D373F-37A5-4AAA-BF16-E412AE713E3C}"/>
              </a:ext>
            </a:extLst>
          </p:cNvPr>
          <p:cNvSpPr>
            <a:spLocks noGrp="1" noChangeArrowheads="1"/>
          </p:cNvSpPr>
          <p:nvPr>
            <p:ph idx="1"/>
          </p:nvPr>
        </p:nvSpPr>
        <p:spPr>
          <a:xfrm>
            <a:off x="609600" y="1524000"/>
            <a:ext cx="7924800" cy="609600"/>
          </a:xfrm>
        </p:spPr>
        <p:txBody>
          <a:bodyPr/>
          <a:lstStyle/>
          <a:p>
            <a:pPr marL="0" indent="0">
              <a:buFontTx/>
              <a:buNone/>
            </a:pPr>
            <a:r>
              <a:rPr lang="en-US" altLang="en-US"/>
              <a:t>Assuming that we have only one input signal w</a:t>
            </a:r>
          </a:p>
        </p:txBody>
      </p:sp>
      <p:sp>
        <p:nvSpPr>
          <p:cNvPr id="11267" name="TextBox 11">
            <a:extLst>
              <a:ext uri="{FF2B5EF4-FFF2-40B4-BE49-F238E27FC236}">
                <a16:creationId xmlns:a16="http://schemas.microsoft.com/office/drawing/2014/main" id="{D40A1A7D-AF1D-4B34-AA2E-7777AA87C09F}"/>
              </a:ext>
            </a:extLst>
          </p:cNvPr>
          <p:cNvSpPr txBox="1">
            <a:spLocks noChangeArrowheads="1"/>
          </p:cNvSpPr>
          <p:nvPr/>
        </p:nvSpPr>
        <p:spPr bwMode="auto">
          <a:xfrm>
            <a:off x="5562600" y="3124200"/>
            <a:ext cx="32527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0-successor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grpSp>
        <p:nvGrpSpPr>
          <p:cNvPr id="11268" name="Group 14">
            <a:extLst>
              <a:ext uri="{FF2B5EF4-FFF2-40B4-BE49-F238E27FC236}">
                <a16:creationId xmlns:a16="http://schemas.microsoft.com/office/drawing/2014/main" id="{C77961ED-8441-4291-B1F5-0CA5199B6D9B}"/>
              </a:ext>
            </a:extLst>
          </p:cNvPr>
          <p:cNvGrpSpPr>
            <a:grpSpLocks/>
          </p:cNvGrpSpPr>
          <p:nvPr/>
        </p:nvGrpSpPr>
        <p:grpSpPr bwMode="auto">
          <a:xfrm>
            <a:off x="685800" y="2819400"/>
            <a:ext cx="4038600" cy="1143000"/>
            <a:chOff x="685800" y="3352800"/>
            <a:chExt cx="4038600" cy="1143000"/>
          </a:xfrm>
        </p:grpSpPr>
        <p:grpSp>
          <p:nvGrpSpPr>
            <p:cNvPr id="11269" name="Group 10">
              <a:extLst>
                <a:ext uri="{FF2B5EF4-FFF2-40B4-BE49-F238E27FC236}">
                  <a16:creationId xmlns:a16="http://schemas.microsoft.com/office/drawing/2014/main" id="{2C0EC761-8993-42A9-B832-369E505D1C76}"/>
                </a:ext>
              </a:extLst>
            </p:cNvPr>
            <p:cNvGrpSpPr>
              <a:grpSpLocks/>
            </p:cNvGrpSpPr>
            <p:nvPr/>
          </p:nvGrpSpPr>
          <p:grpSpPr bwMode="auto">
            <a:xfrm>
              <a:off x="685800" y="3352800"/>
              <a:ext cx="4038600" cy="1143000"/>
              <a:chOff x="2133600" y="4419600"/>
              <a:chExt cx="4038600" cy="1143000"/>
            </a:xfrm>
          </p:grpSpPr>
          <p:sp>
            <p:nvSpPr>
              <p:cNvPr id="11271" name="Freeform 37">
                <a:extLst>
                  <a:ext uri="{FF2B5EF4-FFF2-40B4-BE49-F238E27FC236}">
                    <a16:creationId xmlns:a16="http://schemas.microsoft.com/office/drawing/2014/main" id="{F700E400-65A2-46C4-9041-579EAD83D8C6}"/>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cxnSp>
            <p:nvCxnSpPr>
              <p:cNvPr id="11272" name="Straight Arrow Connector 2">
                <a:extLst>
                  <a:ext uri="{FF2B5EF4-FFF2-40B4-BE49-F238E27FC236}">
                    <a16:creationId xmlns:a16="http://schemas.microsoft.com/office/drawing/2014/main" id="{C89886A9-B6F3-46FC-B088-EDC33727BF74}"/>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1273" name="Freeform 37">
                <a:extLst>
                  <a:ext uri="{FF2B5EF4-FFF2-40B4-BE49-F238E27FC236}">
                    <a16:creationId xmlns:a16="http://schemas.microsoft.com/office/drawing/2014/main" id="{D75602A4-DDF4-4DF1-9611-1E6BD63C6D42}"/>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p>
            </p:txBody>
          </p:sp>
        </p:grpSp>
        <p:sp>
          <p:nvSpPr>
            <p:cNvPr id="11270" name="TextBox 13">
              <a:extLst>
                <a:ext uri="{FF2B5EF4-FFF2-40B4-BE49-F238E27FC236}">
                  <a16:creationId xmlns:a16="http://schemas.microsoft.com/office/drawing/2014/main" id="{9534A078-221B-48E2-A7C9-62F58C294380}"/>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0</a:t>
              </a: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78CAB36A-1224-0949-820B-477961914470}"/>
              </a:ext>
            </a:extLst>
          </p:cNvPr>
          <p:cNvSpPr>
            <a:spLocks noGrp="1" noChangeArrowheads="1"/>
          </p:cNvSpPr>
          <p:nvPr>
            <p:ph type="title"/>
          </p:nvPr>
        </p:nvSpPr>
        <p:spPr/>
        <p:txBody>
          <a:bodyPr/>
          <a:lstStyle/>
          <a:p>
            <a:pPr eaLnBrk="1" hangingPunct="1">
              <a:defRPr/>
            </a:pPr>
            <a:r>
              <a:rPr lang="en-US">
                <a:ea typeface="+mj-ea"/>
                <a:cs typeface="+mj-cs"/>
              </a:rPr>
              <a:t>0-successor </a:t>
            </a:r>
          </a:p>
        </p:txBody>
      </p:sp>
      <p:sp>
        <p:nvSpPr>
          <p:cNvPr id="12290" name="Content Placeholder 9">
            <a:extLst>
              <a:ext uri="{FF2B5EF4-FFF2-40B4-BE49-F238E27FC236}">
                <a16:creationId xmlns:a16="http://schemas.microsoft.com/office/drawing/2014/main" id="{061FB97C-A3D5-462C-8F82-68C45425F0E2}"/>
              </a:ext>
            </a:extLst>
          </p:cNvPr>
          <p:cNvSpPr>
            <a:spLocks noGrp="1" noChangeArrowheads="1"/>
          </p:cNvSpPr>
          <p:nvPr>
            <p:ph idx="1"/>
          </p:nvPr>
        </p:nvSpPr>
        <p:spPr>
          <a:xfrm>
            <a:off x="609600" y="1524000"/>
            <a:ext cx="7924800" cy="609600"/>
          </a:xfrm>
        </p:spPr>
        <p:txBody>
          <a:bodyPr/>
          <a:lstStyle/>
          <a:p>
            <a:pPr marL="0" indent="0">
              <a:buFontTx/>
              <a:buNone/>
            </a:pPr>
            <a:r>
              <a:rPr lang="en-US" altLang="en-US"/>
              <a:t>Assuming that we have only one input signal w</a:t>
            </a:r>
          </a:p>
        </p:txBody>
      </p:sp>
      <p:sp>
        <p:nvSpPr>
          <p:cNvPr id="12291" name="TextBox 11">
            <a:extLst>
              <a:ext uri="{FF2B5EF4-FFF2-40B4-BE49-F238E27FC236}">
                <a16:creationId xmlns:a16="http://schemas.microsoft.com/office/drawing/2014/main" id="{AAD5CA58-AE19-4942-BA94-48B538F9DEA7}"/>
              </a:ext>
            </a:extLst>
          </p:cNvPr>
          <p:cNvSpPr txBox="1">
            <a:spLocks noChangeArrowheads="1"/>
          </p:cNvSpPr>
          <p:nvPr/>
        </p:nvSpPr>
        <p:spPr bwMode="auto">
          <a:xfrm>
            <a:off x="5562600" y="3124200"/>
            <a:ext cx="32527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0-successor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grpSp>
        <p:nvGrpSpPr>
          <p:cNvPr id="12292" name="Group 14">
            <a:extLst>
              <a:ext uri="{FF2B5EF4-FFF2-40B4-BE49-F238E27FC236}">
                <a16:creationId xmlns:a16="http://schemas.microsoft.com/office/drawing/2014/main" id="{72FC2D5C-AD87-4802-B32D-BE1CDADC086C}"/>
              </a:ext>
            </a:extLst>
          </p:cNvPr>
          <p:cNvGrpSpPr>
            <a:grpSpLocks/>
          </p:cNvGrpSpPr>
          <p:nvPr/>
        </p:nvGrpSpPr>
        <p:grpSpPr bwMode="auto">
          <a:xfrm>
            <a:off x="685800" y="2819400"/>
            <a:ext cx="4038600" cy="1143000"/>
            <a:chOff x="685800" y="3352800"/>
            <a:chExt cx="4038600" cy="1143000"/>
          </a:xfrm>
        </p:grpSpPr>
        <p:grpSp>
          <p:nvGrpSpPr>
            <p:cNvPr id="12297" name="Group 10">
              <a:extLst>
                <a:ext uri="{FF2B5EF4-FFF2-40B4-BE49-F238E27FC236}">
                  <a16:creationId xmlns:a16="http://schemas.microsoft.com/office/drawing/2014/main" id="{8642E647-A787-4ED1-9BD1-C14546649584}"/>
                </a:ext>
              </a:extLst>
            </p:cNvPr>
            <p:cNvGrpSpPr>
              <a:grpSpLocks/>
            </p:cNvGrpSpPr>
            <p:nvPr/>
          </p:nvGrpSpPr>
          <p:grpSpPr bwMode="auto">
            <a:xfrm>
              <a:off x="685800" y="3352800"/>
              <a:ext cx="4038600" cy="1143000"/>
              <a:chOff x="2133600" y="4419600"/>
              <a:chExt cx="4038600" cy="1143000"/>
            </a:xfrm>
          </p:grpSpPr>
          <p:sp>
            <p:nvSpPr>
              <p:cNvPr id="12299" name="Freeform 37">
                <a:extLst>
                  <a:ext uri="{FF2B5EF4-FFF2-40B4-BE49-F238E27FC236}">
                    <a16:creationId xmlns:a16="http://schemas.microsoft.com/office/drawing/2014/main" id="{4F1CDD4B-341B-4735-B7FC-1778209405D5}"/>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cxnSp>
            <p:nvCxnSpPr>
              <p:cNvPr id="12300" name="Straight Arrow Connector 2">
                <a:extLst>
                  <a:ext uri="{FF2B5EF4-FFF2-40B4-BE49-F238E27FC236}">
                    <a16:creationId xmlns:a16="http://schemas.microsoft.com/office/drawing/2014/main" id="{F18E15DF-A083-4864-AD08-621A274A6B97}"/>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2301" name="Freeform 37">
                <a:extLst>
                  <a:ext uri="{FF2B5EF4-FFF2-40B4-BE49-F238E27FC236}">
                    <a16:creationId xmlns:a16="http://schemas.microsoft.com/office/drawing/2014/main" id="{445CE730-6EC0-46F7-A8E2-7E842E1B96FA}"/>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p>
            </p:txBody>
          </p:sp>
        </p:grpSp>
        <p:sp>
          <p:nvSpPr>
            <p:cNvPr id="12298" name="TextBox 13">
              <a:extLst>
                <a:ext uri="{FF2B5EF4-FFF2-40B4-BE49-F238E27FC236}">
                  <a16:creationId xmlns:a16="http://schemas.microsoft.com/office/drawing/2014/main" id="{56E28B7C-68A4-4066-8E26-FC631CC8C38B}"/>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0</a:t>
              </a:r>
            </a:p>
          </p:txBody>
        </p:sp>
      </p:grpSp>
      <p:sp>
        <p:nvSpPr>
          <p:cNvPr id="12293" name="Freeform 37">
            <a:extLst>
              <a:ext uri="{FF2B5EF4-FFF2-40B4-BE49-F238E27FC236}">
                <a16:creationId xmlns:a16="http://schemas.microsoft.com/office/drawing/2014/main" id="{A0862C91-FEBF-4A0B-8E72-340D36BFA649}"/>
              </a:ext>
            </a:extLst>
          </p:cNvPr>
          <p:cNvSpPr>
            <a:spLocks/>
          </p:cNvSpPr>
          <p:nvPr/>
        </p:nvSpPr>
        <p:spPr bwMode="auto">
          <a:xfrm>
            <a:off x="685800" y="4724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5</a:t>
            </a:r>
          </a:p>
        </p:txBody>
      </p:sp>
      <p:cxnSp>
        <p:nvCxnSpPr>
          <p:cNvPr id="12294" name="Straight Arrow Connector 16">
            <a:extLst>
              <a:ext uri="{FF2B5EF4-FFF2-40B4-BE49-F238E27FC236}">
                <a16:creationId xmlns:a16="http://schemas.microsoft.com/office/drawing/2014/main" id="{37D9A085-2787-4714-AB42-3119A1F3495F}"/>
              </a:ext>
            </a:extLst>
          </p:cNvPr>
          <p:cNvCxnSpPr>
            <a:cxnSpLocks noChangeShapeType="1"/>
          </p:cNvCxnSpPr>
          <p:nvPr/>
        </p:nvCxnSpPr>
        <p:spPr bwMode="auto">
          <a:xfrm flipV="1">
            <a:off x="1905000" y="3810000"/>
            <a:ext cx="1752600" cy="14478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2295" name="TextBox 17">
            <a:extLst>
              <a:ext uri="{FF2B5EF4-FFF2-40B4-BE49-F238E27FC236}">
                <a16:creationId xmlns:a16="http://schemas.microsoft.com/office/drawing/2014/main" id="{318FA771-CFE8-4A27-8D0F-82247C982AD3}"/>
              </a:ext>
            </a:extLst>
          </p:cNvPr>
          <p:cNvSpPr txBox="1">
            <a:spLocks noChangeArrowheads="1"/>
          </p:cNvSpPr>
          <p:nvPr/>
        </p:nvSpPr>
        <p:spPr bwMode="auto">
          <a:xfrm>
            <a:off x="1981200" y="4114800"/>
            <a:ext cx="892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0</a:t>
            </a:r>
          </a:p>
        </p:txBody>
      </p:sp>
      <p:sp>
        <p:nvSpPr>
          <p:cNvPr id="12296" name="TextBox 18">
            <a:extLst>
              <a:ext uri="{FF2B5EF4-FFF2-40B4-BE49-F238E27FC236}">
                <a16:creationId xmlns:a16="http://schemas.microsoft.com/office/drawing/2014/main" id="{142685A8-1821-4D92-94EB-75A380B7813C}"/>
              </a:ext>
            </a:extLst>
          </p:cNvPr>
          <p:cNvSpPr txBox="1">
            <a:spLocks noChangeArrowheads="1"/>
          </p:cNvSpPr>
          <p:nvPr/>
        </p:nvSpPr>
        <p:spPr bwMode="auto">
          <a:xfrm>
            <a:off x="5562600" y="37338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0-successor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5</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F23A8146-05FB-0044-BF07-F2F0F839C525}"/>
              </a:ext>
            </a:extLst>
          </p:cNvPr>
          <p:cNvSpPr>
            <a:spLocks noGrp="1" noChangeArrowheads="1"/>
          </p:cNvSpPr>
          <p:nvPr>
            <p:ph type="title"/>
          </p:nvPr>
        </p:nvSpPr>
        <p:spPr/>
        <p:txBody>
          <a:bodyPr/>
          <a:lstStyle/>
          <a:p>
            <a:pPr eaLnBrk="1" hangingPunct="1">
              <a:defRPr/>
            </a:pPr>
            <a:r>
              <a:rPr lang="en-US">
                <a:ea typeface="+mj-ea"/>
                <a:cs typeface="+mj-cs"/>
              </a:rPr>
              <a:t>1-successor </a:t>
            </a:r>
          </a:p>
        </p:txBody>
      </p:sp>
      <p:sp>
        <p:nvSpPr>
          <p:cNvPr id="13314" name="Content Placeholder 9">
            <a:extLst>
              <a:ext uri="{FF2B5EF4-FFF2-40B4-BE49-F238E27FC236}">
                <a16:creationId xmlns:a16="http://schemas.microsoft.com/office/drawing/2014/main" id="{C29B7396-B6FC-4EF1-9610-8D97252A6076}"/>
              </a:ext>
            </a:extLst>
          </p:cNvPr>
          <p:cNvSpPr>
            <a:spLocks noGrp="1" noChangeArrowheads="1"/>
          </p:cNvSpPr>
          <p:nvPr>
            <p:ph idx="1"/>
          </p:nvPr>
        </p:nvSpPr>
        <p:spPr>
          <a:xfrm>
            <a:off x="609600" y="1524000"/>
            <a:ext cx="7924800" cy="609600"/>
          </a:xfrm>
        </p:spPr>
        <p:txBody>
          <a:bodyPr/>
          <a:lstStyle/>
          <a:p>
            <a:pPr marL="0" indent="0">
              <a:buFontTx/>
              <a:buNone/>
            </a:pPr>
            <a:r>
              <a:rPr lang="en-US" altLang="en-US"/>
              <a:t>Assuming that we have only one input signal w</a:t>
            </a:r>
          </a:p>
        </p:txBody>
      </p:sp>
      <p:sp>
        <p:nvSpPr>
          <p:cNvPr id="13315" name="TextBox 11">
            <a:extLst>
              <a:ext uri="{FF2B5EF4-FFF2-40B4-BE49-F238E27FC236}">
                <a16:creationId xmlns:a16="http://schemas.microsoft.com/office/drawing/2014/main" id="{2330AD64-1648-4AF1-A490-0604680F84B3}"/>
              </a:ext>
            </a:extLst>
          </p:cNvPr>
          <p:cNvSpPr txBox="1">
            <a:spLocks noChangeArrowheads="1"/>
          </p:cNvSpPr>
          <p:nvPr/>
        </p:nvSpPr>
        <p:spPr bwMode="auto">
          <a:xfrm>
            <a:off x="5562600" y="31242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3</a:t>
            </a:r>
          </a:p>
        </p:txBody>
      </p:sp>
      <p:grpSp>
        <p:nvGrpSpPr>
          <p:cNvPr id="13316" name="Group 14">
            <a:extLst>
              <a:ext uri="{FF2B5EF4-FFF2-40B4-BE49-F238E27FC236}">
                <a16:creationId xmlns:a16="http://schemas.microsoft.com/office/drawing/2014/main" id="{54D527E0-AABE-41FC-B2F7-09DF6234550C}"/>
              </a:ext>
            </a:extLst>
          </p:cNvPr>
          <p:cNvGrpSpPr>
            <a:grpSpLocks/>
          </p:cNvGrpSpPr>
          <p:nvPr/>
        </p:nvGrpSpPr>
        <p:grpSpPr bwMode="auto">
          <a:xfrm>
            <a:off x="685800" y="2819400"/>
            <a:ext cx="4038600" cy="1143000"/>
            <a:chOff x="685800" y="3352800"/>
            <a:chExt cx="4038600" cy="1143000"/>
          </a:xfrm>
        </p:grpSpPr>
        <p:grpSp>
          <p:nvGrpSpPr>
            <p:cNvPr id="13317" name="Group 10">
              <a:extLst>
                <a:ext uri="{FF2B5EF4-FFF2-40B4-BE49-F238E27FC236}">
                  <a16:creationId xmlns:a16="http://schemas.microsoft.com/office/drawing/2014/main" id="{64D9A107-92A8-4570-A5E5-8E260D9FE852}"/>
                </a:ext>
              </a:extLst>
            </p:cNvPr>
            <p:cNvGrpSpPr>
              <a:grpSpLocks/>
            </p:cNvGrpSpPr>
            <p:nvPr/>
          </p:nvGrpSpPr>
          <p:grpSpPr bwMode="auto">
            <a:xfrm>
              <a:off x="685800" y="3352800"/>
              <a:ext cx="4038600" cy="1143000"/>
              <a:chOff x="2133600" y="4419600"/>
              <a:chExt cx="4038600" cy="1143000"/>
            </a:xfrm>
          </p:grpSpPr>
          <p:sp>
            <p:nvSpPr>
              <p:cNvPr id="13319" name="Freeform 37">
                <a:extLst>
                  <a:ext uri="{FF2B5EF4-FFF2-40B4-BE49-F238E27FC236}">
                    <a16:creationId xmlns:a16="http://schemas.microsoft.com/office/drawing/2014/main" id="{9F5DC27D-33CB-4CA3-9837-50A34DEEDF2C}"/>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3</a:t>
                </a:r>
              </a:p>
            </p:txBody>
          </p:sp>
          <p:cxnSp>
            <p:nvCxnSpPr>
              <p:cNvPr id="13320" name="Straight Arrow Connector 2">
                <a:extLst>
                  <a:ext uri="{FF2B5EF4-FFF2-40B4-BE49-F238E27FC236}">
                    <a16:creationId xmlns:a16="http://schemas.microsoft.com/office/drawing/2014/main" id="{C390AE3D-5F18-413F-94B4-474581A6A733}"/>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3321" name="Freeform 37">
                <a:extLst>
                  <a:ext uri="{FF2B5EF4-FFF2-40B4-BE49-F238E27FC236}">
                    <a16:creationId xmlns:a16="http://schemas.microsoft.com/office/drawing/2014/main" id="{12CA1985-A5EB-4EFD-8B53-90C147289A0F}"/>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4</a:t>
                </a:r>
              </a:p>
            </p:txBody>
          </p:sp>
        </p:grpSp>
        <p:sp>
          <p:nvSpPr>
            <p:cNvPr id="13318" name="TextBox 13">
              <a:extLst>
                <a:ext uri="{FF2B5EF4-FFF2-40B4-BE49-F238E27FC236}">
                  <a16:creationId xmlns:a16="http://schemas.microsoft.com/office/drawing/2014/main" id="{73AA9B63-9DB2-417D-94A4-35DB1DD8CB0B}"/>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B43D61B8-77FA-D548-BFE7-A10AE74FF842}"/>
              </a:ext>
            </a:extLst>
          </p:cNvPr>
          <p:cNvSpPr>
            <a:spLocks noGrp="1" noChangeArrowheads="1"/>
          </p:cNvSpPr>
          <p:nvPr>
            <p:ph type="title"/>
          </p:nvPr>
        </p:nvSpPr>
        <p:spPr/>
        <p:txBody>
          <a:bodyPr/>
          <a:lstStyle/>
          <a:p>
            <a:pPr eaLnBrk="1" hangingPunct="1">
              <a:defRPr/>
            </a:pPr>
            <a:r>
              <a:rPr lang="en-US">
                <a:ea typeface="+mj-ea"/>
                <a:cs typeface="+mj-cs"/>
              </a:rPr>
              <a:t>1-successor </a:t>
            </a:r>
          </a:p>
        </p:txBody>
      </p:sp>
      <p:sp>
        <p:nvSpPr>
          <p:cNvPr id="14338" name="Content Placeholder 9">
            <a:extLst>
              <a:ext uri="{FF2B5EF4-FFF2-40B4-BE49-F238E27FC236}">
                <a16:creationId xmlns:a16="http://schemas.microsoft.com/office/drawing/2014/main" id="{CAA1C993-37F7-460C-BF7C-6ABB11251314}"/>
              </a:ext>
            </a:extLst>
          </p:cNvPr>
          <p:cNvSpPr>
            <a:spLocks noGrp="1" noChangeArrowheads="1"/>
          </p:cNvSpPr>
          <p:nvPr>
            <p:ph idx="1"/>
          </p:nvPr>
        </p:nvSpPr>
        <p:spPr>
          <a:xfrm>
            <a:off x="609600" y="1524000"/>
            <a:ext cx="7924800" cy="609600"/>
          </a:xfrm>
        </p:spPr>
        <p:txBody>
          <a:bodyPr/>
          <a:lstStyle/>
          <a:p>
            <a:pPr marL="0" indent="0">
              <a:buFontTx/>
              <a:buNone/>
            </a:pPr>
            <a:r>
              <a:rPr lang="en-US" altLang="en-US"/>
              <a:t>Assuming that we have only one input signal w</a:t>
            </a:r>
          </a:p>
        </p:txBody>
      </p:sp>
      <p:sp>
        <p:nvSpPr>
          <p:cNvPr id="14339" name="TextBox 11">
            <a:extLst>
              <a:ext uri="{FF2B5EF4-FFF2-40B4-BE49-F238E27FC236}">
                <a16:creationId xmlns:a16="http://schemas.microsoft.com/office/drawing/2014/main" id="{4425DB23-5C7C-4029-A752-E36116A37A38}"/>
              </a:ext>
            </a:extLst>
          </p:cNvPr>
          <p:cNvSpPr txBox="1">
            <a:spLocks noChangeArrowheads="1"/>
          </p:cNvSpPr>
          <p:nvPr/>
        </p:nvSpPr>
        <p:spPr bwMode="auto">
          <a:xfrm>
            <a:off x="5562600" y="31242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3</a:t>
            </a:r>
          </a:p>
        </p:txBody>
      </p:sp>
      <p:grpSp>
        <p:nvGrpSpPr>
          <p:cNvPr id="14340" name="Group 14">
            <a:extLst>
              <a:ext uri="{FF2B5EF4-FFF2-40B4-BE49-F238E27FC236}">
                <a16:creationId xmlns:a16="http://schemas.microsoft.com/office/drawing/2014/main" id="{A7C0C7FF-D793-45F9-A71D-A97980A86496}"/>
              </a:ext>
            </a:extLst>
          </p:cNvPr>
          <p:cNvGrpSpPr>
            <a:grpSpLocks/>
          </p:cNvGrpSpPr>
          <p:nvPr/>
        </p:nvGrpSpPr>
        <p:grpSpPr bwMode="auto">
          <a:xfrm>
            <a:off x="685800" y="2819400"/>
            <a:ext cx="4038600" cy="1143000"/>
            <a:chOff x="685800" y="3352800"/>
            <a:chExt cx="4038600" cy="1143000"/>
          </a:xfrm>
        </p:grpSpPr>
        <p:grpSp>
          <p:nvGrpSpPr>
            <p:cNvPr id="14345" name="Group 10">
              <a:extLst>
                <a:ext uri="{FF2B5EF4-FFF2-40B4-BE49-F238E27FC236}">
                  <a16:creationId xmlns:a16="http://schemas.microsoft.com/office/drawing/2014/main" id="{222D735A-51AD-4B87-A382-9CF1B87E1845}"/>
                </a:ext>
              </a:extLst>
            </p:cNvPr>
            <p:cNvGrpSpPr>
              <a:grpSpLocks/>
            </p:cNvGrpSpPr>
            <p:nvPr/>
          </p:nvGrpSpPr>
          <p:grpSpPr bwMode="auto">
            <a:xfrm>
              <a:off x="685800" y="3352800"/>
              <a:ext cx="4038600" cy="1143000"/>
              <a:chOff x="2133600" y="4419600"/>
              <a:chExt cx="4038600" cy="1143000"/>
            </a:xfrm>
          </p:grpSpPr>
          <p:sp>
            <p:nvSpPr>
              <p:cNvPr id="14347" name="Freeform 37">
                <a:extLst>
                  <a:ext uri="{FF2B5EF4-FFF2-40B4-BE49-F238E27FC236}">
                    <a16:creationId xmlns:a16="http://schemas.microsoft.com/office/drawing/2014/main" id="{5A09F0E2-F1A9-4169-AA1A-A8863878C7D0}"/>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3</a:t>
                </a:r>
              </a:p>
            </p:txBody>
          </p:sp>
          <p:cxnSp>
            <p:nvCxnSpPr>
              <p:cNvPr id="14348" name="Straight Arrow Connector 2">
                <a:extLst>
                  <a:ext uri="{FF2B5EF4-FFF2-40B4-BE49-F238E27FC236}">
                    <a16:creationId xmlns:a16="http://schemas.microsoft.com/office/drawing/2014/main" id="{C9B2BC87-F42F-4D3E-90DA-FAA559F283E4}"/>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4349" name="Freeform 37">
                <a:extLst>
                  <a:ext uri="{FF2B5EF4-FFF2-40B4-BE49-F238E27FC236}">
                    <a16:creationId xmlns:a16="http://schemas.microsoft.com/office/drawing/2014/main" id="{A9B75AD8-D061-4C31-B6B7-5280925162D9}"/>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4</a:t>
                </a:r>
              </a:p>
            </p:txBody>
          </p:sp>
        </p:grpSp>
        <p:sp>
          <p:nvSpPr>
            <p:cNvPr id="14346" name="TextBox 13">
              <a:extLst>
                <a:ext uri="{FF2B5EF4-FFF2-40B4-BE49-F238E27FC236}">
                  <a16:creationId xmlns:a16="http://schemas.microsoft.com/office/drawing/2014/main" id="{719CF04D-9E03-4A4D-B578-A03233C14936}"/>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grpSp>
      <p:sp>
        <p:nvSpPr>
          <p:cNvPr id="14341" name="Freeform 37">
            <a:extLst>
              <a:ext uri="{FF2B5EF4-FFF2-40B4-BE49-F238E27FC236}">
                <a16:creationId xmlns:a16="http://schemas.microsoft.com/office/drawing/2014/main" id="{A14DE61F-9A31-4315-9B8B-39368AF836A2}"/>
              </a:ext>
            </a:extLst>
          </p:cNvPr>
          <p:cNvSpPr>
            <a:spLocks/>
          </p:cNvSpPr>
          <p:nvPr/>
        </p:nvSpPr>
        <p:spPr bwMode="auto">
          <a:xfrm>
            <a:off x="685800" y="4724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6</a:t>
            </a:r>
          </a:p>
        </p:txBody>
      </p:sp>
      <p:cxnSp>
        <p:nvCxnSpPr>
          <p:cNvPr id="14342" name="Straight Arrow Connector 16">
            <a:extLst>
              <a:ext uri="{FF2B5EF4-FFF2-40B4-BE49-F238E27FC236}">
                <a16:creationId xmlns:a16="http://schemas.microsoft.com/office/drawing/2014/main" id="{F446DC7E-84D0-4DA4-8741-5C99FB23588F}"/>
              </a:ext>
            </a:extLst>
          </p:cNvPr>
          <p:cNvCxnSpPr>
            <a:cxnSpLocks noChangeShapeType="1"/>
          </p:cNvCxnSpPr>
          <p:nvPr/>
        </p:nvCxnSpPr>
        <p:spPr bwMode="auto">
          <a:xfrm flipV="1">
            <a:off x="1905000" y="3810000"/>
            <a:ext cx="1752600" cy="14478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4343" name="TextBox 17">
            <a:extLst>
              <a:ext uri="{FF2B5EF4-FFF2-40B4-BE49-F238E27FC236}">
                <a16:creationId xmlns:a16="http://schemas.microsoft.com/office/drawing/2014/main" id="{8F909619-B498-401D-B725-040E6B8C7CA4}"/>
              </a:ext>
            </a:extLst>
          </p:cNvPr>
          <p:cNvSpPr txBox="1">
            <a:spLocks noChangeArrowheads="1"/>
          </p:cNvSpPr>
          <p:nvPr/>
        </p:nvSpPr>
        <p:spPr bwMode="auto">
          <a:xfrm>
            <a:off x="1981200" y="4114800"/>
            <a:ext cx="892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sp>
        <p:nvSpPr>
          <p:cNvPr id="14344" name="TextBox 18">
            <a:extLst>
              <a:ext uri="{FF2B5EF4-FFF2-40B4-BE49-F238E27FC236}">
                <a16:creationId xmlns:a16="http://schemas.microsoft.com/office/drawing/2014/main" id="{6FFBBE2B-596C-49AE-B492-D2E6E8EBE5C6}"/>
              </a:ext>
            </a:extLst>
          </p:cNvPr>
          <p:cNvSpPr txBox="1">
            <a:spLocks noChangeArrowheads="1"/>
          </p:cNvSpPr>
          <p:nvPr/>
        </p:nvSpPr>
        <p:spPr bwMode="auto">
          <a:xfrm>
            <a:off x="5562600" y="37338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6</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E29502CE-C550-D645-BFE7-0C33007C63A2}"/>
              </a:ext>
            </a:extLst>
          </p:cNvPr>
          <p:cNvSpPr>
            <a:spLocks noGrp="1" noChangeArrowheads="1"/>
          </p:cNvSpPr>
          <p:nvPr>
            <p:ph type="title"/>
          </p:nvPr>
        </p:nvSpPr>
        <p:spPr/>
        <p:txBody>
          <a:bodyPr/>
          <a:lstStyle/>
          <a:p>
            <a:pPr eaLnBrk="1" hangingPunct="1">
              <a:defRPr/>
            </a:pPr>
            <a:r>
              <a:rPr lang="en-US">
                <a:ea typeface="+mj-ea"/>
                <a:cs typeface="+mj-cs"/>
              </a:rPr>
              <a:t>1-successor </a:t>
            </a:r>
          </a:p>
        </p:txBody>
      </p:sp>
      <p:sp>
        <p:nvSpPr>
          <p:cNvPr id="15362" name="Content Placeholder 9">
            <a:extLst>
              <a:ext uri="{FF2B5EF4-FFF2-40B4-BE49-F238E27FC236}">
                <a16:creationId xmlns:a16="http://schemas.microsoft.com/office/drawing/2014/main" id="{8D8CAD4B-2840-4AC2-B229-4EEB3BD4129C}"/>
              </a:ext>
            </a:extLst>
          </p:cNvPr>
          <p:cNvSpPr>
            <a:spLocks noGrp="1" noChangeArrowheads="1"/>
          </p:cNvSpPr>
          <p:nvPr>
            <p:ph idx="1"/>
          </p:nvPr>
        </p:nvSpPr>
        <p:spPr>
          <a:xfrm>
            <a:off x="609600" y="1524000"/>
            <a:ext cx="7924800" cy="609600"/>
          </a:xfrm>
        </p:spPr>
        <p:txBody>
          <a:bodyPr/>
          <a:lstStyle/>
          <a:p>
            <a:pPr marL="0" indent="0">
              <a:buFontTx/>
              <a:buNone/>
            </a:pPr>
            <a:r>
              <a:rPr lang="en-US" altLang="en-US"/>
              <a:t>Assuming that we have only one input signal w</a:t>
            </a:r>
          </a:p>
        </p:txBody>
      </p:sp>
      <p:sp>
        <p:nvSpPr>
          <p:cNvPr id="15363" name="TextBox 11">
            <a:extLst>
              <a:ext uri="{FF2B5EF4-FFF2-40B4-BE49-F238E27FC236}">
                <a16:creationId xmlns:a16="http://schemas.microsoft.com/office/drawing/2014/main" id="{C643A89B-314B-4457-9FD5-84407859E5BE}"/>
              </a:ext>
            </a:extLst>
          </p:cNvPr>
          <p:cNvSpPr txBox="1">
            <a:spLocks noChangeArrowheads="1"/>
          </p:cNvSpPr>
          <p:nvPr/>
        </p:nvSpPr>
        <p:spPr bwMode="auto">
          <a:xfrm>
            <a:off x="5562600" y="31242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3</a:t>
            </a:r>
          </a:p>
        </p:txBody>
      </p:sp>
      <p:grpSp>
        <p:nvGrpSpPr>
          <p:cNvPr id="15364" name="Group 14">
            <a:extLst>
              <a:ext uri="{FF2B5EF4-FFF2-40B4-BE49-F238E27FC236}">
                <a16:creationId xmlns:a16="http://schemas.microsoft.com/office/drawing/2014/main" id="{24858CA4-E81C-4386-BA76-568EBA194EE4}"/>
              </a:ext>
            </a:extLst>
          </p:cNvPr>
          <p:cNvGrpSpPr>
            <a:grpSpLocks/>
          </p:cNvGrpSpPr>
          <p:nvPr/>
        </p:nvGrpSpPr>
        <p:grpSpPr bwMode="auto">
          <a:xfrm>
            <a:off x="685800" y="2819400"/>
            <a:ext cx="4038600" cy="1143000"/>
            <a:chOff x="685800" y="3352800"/>
            <a:chExt cx="4038600" cy="1143000"/>
          </a:xfrm>
        </p:grpSpPr>
        <p:grpSp>
          <p:nvGrpSpPr>
            <p:cNvPr id="15373" name="Group 10">
              <a:extLst>
                <a:ext uri="{FF2B5EF4-FFF2-40B4-BE49-F238E27FC236}">
                  <a16:creationId xmlns:a16="http://schemas.microsoft.com/office/drawing/2014/main" id="{9A2EA185-B085-47D2-85C8-4641BE3E2B6E}"/>
                </a:ext>
              </a:extLst>
            </p:cNvPr>
            <p:cNvGrpSpPr>
              <a:grpSpLocks/>
            </p:cNvGrpSpPr>
            <p:nvPr/>
          </p:nvGrpSpPr>
          <p:grpSpPr bwMode="auto">
            <a:xfrm>
              <a:off x="685800" y="3352800"/>
              <a:ext cx="4038600" cy="1143000"/>
              <a:chOff x="2133600" y="4419600"/>
              <a:chExt cx="4038600" cy="1143000"/>
            </a:xfrm>
          </p:grpSpPr>
          <p:sp>
            <p:nvSpPr>
              <p:cNvPr id="15375" name="Freeform 37">
                <a:extLst>
                  <a:ext uri="{FF2B5EF4-FFF2-40B4-BE49-F238E27FC236}">
                    <a16:creationId xmlns:a16="http://schemas.microsoft.com/office/drawing/2014/main" id="{980F3773-5D26-40AB-820D-750D058EA507}"/>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3</a:t>
                </a:r>
              </a:p>
            </p:txBody>
          </p:sp>
          <p:cxnSp>
            <p:nvCxnSpPr>
              <p:cNvPr id="15376" name="Straight Arrow Connector 2">
                <a:extLst>
                  <a:ext uri="{FF2B5EF4-FFF2-40B4-BE49-F238E27FC236}">
                    <a16:creationId xmlns:a16="http://schemas.microsoft.com/office/drawing/2014/main" id="{EB841561-E2D6-4CA1-BCEF-987B846F14E6}"/>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5377" name="Freeform 37">
                <a:extLst>
                  <a:ext uri="{FF2B5EF4-FFF2-40B4-BE49-F238E27FC236}">
                    <a16:creationId xmlns:a16="http://schemas.microsoft.com/office/drawing/2014/main" id="{90C49966-4092-4872-A550-6B1EE214965B}"/>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4</a:t>
                </a:r>
              </a:p>
            </p:txBody>
          </p:sp>
        </p:grpSp>
        <p:sp>
          <p:nvSpPr>
            <p:cNvPr id="15374" name="TextBox 13">
              <a:extLst>
                <a:ext uri="{FF2B5EF4-FFF2-40B4-BE49-F238E27FC236}">
                  <a16:creationId xmlns:a16="http://schemas.microsoft.com/office/drawing/2014/main" id="{D01ACEC5-166C-42E9-8820-AFA766D9C1DA}"/>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grpSp>
      <p:sp>
        <p:nvSpPr>
          <p:cNvPr id="15365" name="Freeform 37">
            <a:extLst>
              <a:ext uri="{FF2B5EF4-FFF2-40B4-BE49-F238E27FC236}">
                <a16:creationId xmlns:a16="http://schemas.microsoft.com/office/drawing/2014/main" id="{83574839-A642-4399-BA6B-C707196F205B}"/>
              </a:ext>
            </a:extLst>
          </p:cNvPr>
          <p:cNvSpPr>
            <a:spLocks/>
          </p:cNvSpPr>
          <p:nvPr/>
        </p:nvSpPr>
        <p:spPr bwMode="auto">
          <a:xfrm>
            <a:off x="685800" y="4724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6</a:t>
            </a:r>
          </a:p>
        </p:txBody>
      </p:sp>
      <p:cxnSp>
        <p:nvCxnSpPr>
          <p:cNvPr id="15366" name="Straight Arrow Connector 16">
            <a:extLst>
              <a:ext uri="{FF2B5EF4-FFF2-40B4-BE49-F238E27FC236}">
                <a16:creationId xmlns:a16="http://schemas.microsoft.com/office/drawing/2014/main" id="{4CA9BE80-EF31-4673-9323-8B32CEC50BDF}"/>
              </a:ext>
            </a:extLst>
          </p:cNvPr>
          <p:cNvCxnSpPr>
            <a:cxnSpLocks noChangeShapeType="1"/>
          </p:cNvCxnSpPr>
          <p:nvPr/>
        </p:nvCxnSpPr>
        <p:spPr bwMode="auto">
          <a:xfrm flipV="1">
            <a:off x="1905000" y="3810000"/>
            <a:ext cx="1752600" cy="14478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5367" name="TextBox 17">
            <a:extLst>
              <a:ext uri="{FF2B5EF4-FFF2-40B4-BE49-F238E27FC236}">
                <a16:creationId xmlns:a16="http://schemas.microsoft.com/office/drawing/2014/main" id="{0578C238-6C26-461E-8F22-678CF283E239}"/>
              </a:ext>
            </a:extLst>
          </p:cNvPr>
          <p:cNvSpPr txBox="1">
            <a:spLocks noChangeArrowheads="1"/>
          </p:cNvSpPr>
          <p:nvPr/>
        </p:nvSpPr>
        <p:spPr bwMode="auto">
          <a:xfrm>
            <a:off x="1981200" y="4114800"/>
            <a:ext cx="892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sp>
        <p:nvSpPr>
          <p:cNvPr id="15368" name="TextBox 18">
            <a:extLst>
              <a:ext uri="{FF2B5EF4-FFF2-40B4-BE49-F238E27FC236}">
                <a16:creationId xmlns:a16="http://schemas.microsoft.com/office/drawing/2014/main" id="{3286E239-20B6-461D-95DB-C0D255ABFF0D}"/>
              </a:ext>
            </a:extLst>
          </p:cNvPr>
          <p:cNvSpPr txBox="1">
            <a:spLocks noChangeArrowheads="1"/>
          </p:cNvSpPr>
          <p:nvPr/>
        </p:nvSpPr>
        <p:spPr bwMode="auto">
          <a:xfrm>
            <a:off x="5562600" y="37338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6</a:t>
            </a:r>
          </a:p>
        </p:txBody>
      </p:sp>
      <p:sp>
        <p:nvSpPr>
          <p:cNvPr id="15369" name="Freeform 37">
            <a:extLst>
              <a:ext uri="{FF2B5EF4-FFF2-40B4-BE49-F238E27FC236}">
                <a16:creationId xmlns:a16="http://schemas.microsoft.com/office/drawing/2014/main" id="{7D567C13-5502-4734-8240-CE3DB6A7BEA6}"/>
              </a:ext>
            </a:extLst>
          </p:cNvPr>
          <p:cNvSpPr>
            <a:spLocks/>
          </p:cNvSpPr>
          <p:nvPr/>
        </p:nvSpPr>
        <p:spPr bwMode="auto">
          <a:xfrm>
            <a:off x="3505200" y="4724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7</a:t>
            </a:r>
          </a:p>
        </p:txBody>
      </p:sp>
      <p:cxnSp>
        <p:nvCxnSpPr>
          <p:cNvPr id="15370" name="Straight Arrow Connector 20">
            <a:extLst>
              <a:ext uri="{FF2B5EF4-FFF2-40B4-BE49-F238E27FC236}">
                <a16:creationId xmlns:a16="http://schemas.microsoft.com/office/drawing/2014/main" id="{60FE16AA-1C09-4145-A2AE-7F491271F796}"/>
              </a:ext>
            </a:extLst>
          </p:cNvPr>
          <p:cNvCxnSpPr>
            <a:cxnSpLocks noChangeShapeType="1"/>
          </p:cNvCxnSpPr>
          <p:nvPr/>
        </p:nvCxnSpPr>
        <p:spPr bwMode="auto">
          <a:xfrm>
            <a:off x="4114800" y="3962400"/>
            <a:ext cx="0" cy="7620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5371" name="TextBox 21">
            <a:extLst>
              <a:ext uri="{FF2B5EF4-FFF2-40B4-BE49-F238E27FC236}">
                <a16:creationId xmlns:a16="http://schemas.microsoft.com/office/drawing/2014/main" id="{24E8DB63-9D30-4820-82F2-AA6BB09773AA}"/>
              </a:ext>
            </a:extLst>
          </p:cNvPr>
          <p:cNvSpPr txBox="1">
            <a:spLocks noChangeArrowheads="1"/>
          </p:cNvSpPr>
          <p:nvPr/>
        </p:nvSpPr>
        <p:spPr bwMode="auto">
          <a:xfrm>
            <a:off x="5562600" y="50292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7</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p>
        </p:txBody>
      </p:sp>
      <p:sp>
        <p:nvSpPr>
          <p:cNvPr id="15372" name="TextBox 22">
            <a:extLst>
              <a:ext uri="{FF2B5EF4-FFF2-40B4-BE49-F238E27FC236}">
                <a16:creationId xmlns:a16="http://schemas.microsoft.com/office/drawing/2014/main" id="{BECE5776-FD2F-453E-A639-92B1C49C9C5E}"/>
              </a:ext>
            </a:extLst>
          </p:cNvPr>
          <p:cNvSpPr txBox="1">
            <a:spLocks noChangeArrowheads="1"/>
          </p:cNvSpPr>
          <p:nvPr/>
        </p:nvSpPr>
        <p:spPr bwMode="auto">
          <a:xfrm>
            <a:off x="4114800" y="4038600"/>
            <a:ext cx="892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04B9CD75-5E48-AC45-AE86-E3D231A68D3B}"/>
              </a:ext>
            </a:extLst>
          </p:cNvPr>
          <p:cNvSpPr>
            <a:spLocks noGrp="1" noChangeArrowheads="1"/>
          </p:cNvSpPr>
          <p:nvPr>
            <p:ph type="title"/>
          </p:nvPr>
        </p:nvSpPr>
        <p:spPr>
          <a:xfrm>
            <a:off x="0" y="76200"/>
            <a:ext cx="8915400" cy="685800"/>
          </a:xfrm>
        </p:spPr>
        <p:txBody>
          <a:bodyPr/>
          <a:lstStyle/>
          <a:p>
            <a:pPr eaLnBrk="1" hangingPunct="1">
              <a:defRPr/>
            </a:pPr>
            <a:r>
              <a:rPr lang="en-US">
                <a:ea typeface="+mj-ea"/>
                <a:cs typeface="+mj-cs"/>
              </a:rPr>
              <a:t>k-successors of a State </a:t>
            </a:r>
          </a:p>
        </p:txBody>
      </p:sp>
      <p:sp>
        <p:nvSpPr>
          <p:cNvPr id="16386" name="Content Placeholder 9">
            <a:extLst>
              <a:ext uri="{FF2B5EF4-FFF2-40B4-BE49-F238E27FC236}">
                <a16:creationId xmlns:a16="http://schemas.microsoft.com/office/drawing/2014/main" id="{9A16B893-8C52-41E7-B450-A0775919BEBF}"/>
              </a:ext>
            </a:extLst>
          </p:cNvPr>
          <p:cNvSpPr>
            <a:spLocks noGrp="1" noChangeArrowheads="1"/>
          </p:cNvSpPr>
          <p:nvPr>
            <p:ph idx="1"/>
          </p:nvPr>
        </p:nvSpPr>
        <p:spPr>
          <a:xfrm>
            <a:off x="609600" y="1524000"/>
            <a:ext cx="7924800" cy="2438400"/>
          </a:xfrm>
        </p:spPr>
        <p:txBody>
          <a:bodyPr/>
          <a:lstStyle/>
          <a:p>
            <a:pPr marL="0" indent="0">
              <a:buFontTx/>
              <a:buNone/>
            </a:pPr>
            <a:r>
              <a:rPr lang="en-US" altLang="en-US"/>
              <a:t>Assuming that we have only one input signal w,</a:t>
            </a:r>
          </a:p>
          <a:p>
            <a:pPr marL="0" indent="0">
              <a:buFontTx/>
              <a:buNone/>
            </a:pPr>
            <a:r>
              <a:rPr lang="en-US" altLang="en-US"/>
              <a:t>then k can only be equal to 0 or 1.</a:t>
            </a:r>
          </a:p>
          <a:p>
            <a:pPr marL="0" indent="0">
              <a:buFontTx/>
              <a:buNone/>
            </a:pPr>
            <a:endParaRPr lang="en-US" altLang="en-US"/>
          </a:p>
          <a:p>
            <a:pPr marL="0" indent="0">
              <a:buFontTx/>
              <a:buNone/>
            </a:pPr>
            <a:endParaRPr lang="en-US" alt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9166941D-D73E-4540-B6C4-2024D5404B5B}"/>
              </a:ext>
            </a:extLst>
          </p:cNvPr>
          <p:cNvSpPr>
            <a:spLocks noGrp="1" noChangeArrowheads="1"/>
          </p:cNvSpPr>
          <p:nvPr>
            <p:ph type="title"/>
          </p:nvPr>
        </p:nvSpPr>
        <p:spPr>
          <a:xfrm>
            <a:off x="0" y="76200"/>
            <a:ext cx="8915400" cy="533400"/>
          </a:xfrm>
        </p:spPr>
        <p:txBody>
          <a:bodyPr/>
          <a:lstStyle/>
          <a:p>
            <a:pPr eaLnBrk="1" hangingPunct="1">
              <a:defRPr/>
            </a:pPr>
            <a:r>
              <a:rPr lang="en-US">
                <a:ea typeface="+mj-ea"/>
                <a:cs typeface="+mj-cs"/>
              </a:rPr>
              <a:t>k-successors of a State </a:t>
            </a:r>
          </a:p>
        </p:txBody>
      </p:sp>
      <p:sp>
        <p:nvSpPr>
          <p:cNvPr id="17410" name="Content Placeholder 9">
            <a:extLst>
              <a:ext uri="{FF2B5EF4-FFF2-40B4-BE49-F238E27FC236}">
                <a16:creationId xmlns:a16="http://schemas.microsoft.com/office/drawing/2014/main" id="{21CA0FD4-0DC8-40F9-B0B8-53F7837F0D78}"/>
              </a:ext>
            </a:extLst>
          </p:cNvPr>
          <p:cNvSpPr>
            <a:spLocks noGrp="1" noChangeArrowheads="1"/>
          </p:cNvSpPr>
          <p:nvPr>
            <p:ph idx="1"/>
          </p:nvPr>
        </p:nvSpPr>
        <p:spPr>
          <a:xfrm>
            <a:off x="609600" y="838200"/>
            <a:ext cx="7924800" cy="2438400"/>
          </a:xfrm>
        </p:spPr>
        <p:txBody>
          <a:bodyPr/>
          <a:lstStyle/>
          <a:p>
            <a:pPr marL="0" indent="0">
              <a:buFontTx/>
              <a:buNone/>
            </a:pPr>
            <a:r>
              <a:rPr lang="en-US" altLang="en-US"/>
              <a:t>Assuming that we have only one input signal w,</a:t>
            </a:r>
          </a:p>
          <a:p>
            <a:pPr marL="0" indent="0">
              <a:buFontTx/>
              <a:buNone/>
            </a:pPr>
            <a:r>
              <a:rPr lang="en-US" altLang="en-US"/>
              <a:t>then k can only be equal to 0 or 1.</a:t>
            </a:r>
          </a:p>
          <a:p>
            <a:pPr marL="0" indent="0">
              <a:buFontTx/>
              <a:buNone/>
            </a:pPr>
            <a:endParaRPr lang="en-US" altLang="en-US"/>
          </a:p>
          <a:p>
            <a:pPr marL="0" indent="0">
              <a:buFontTx/>
              <a:buNone/>
            </a:pPr>
            <a:r>
              <a:rPr lang="en-US" altLang="en-US"/>
              <a:t>In other words, this is the familiar 0-successor 	</a:t>
            </a:r>
          </a:p>
          <a:p>
            <a:pPr marL="0" indent="0">
              <a:buFontTx/>
              <a:buNone/>
            </a:pPr>
            <a:r>
              <a:rPr lang="en-US" altLang="en-US"/>
              <a:t>or 1-successor case. </a:t>
            </a:r>
          </a:p>
          <a:p>
            <a:pPr marL="0" indent="0">
              <a:buFontTx/>
              <a:buNone/>
            </a:pPr>
            <a:endParaRPr lang="en-US" altLang="en-US"/>
          </a:p>
        </p:txBody>
      </p:sp>
      <p:sp>
        <p:nvSpPr>
          <p:cNvPr id="17411" name="TextBox 11">
            <a:extLst>
              <a:ext uri="{FF2B5EF4-FFF2-40B4-BE49-F238E27FC236}">
                <a16:creationId xmlns:a16="http://schemas.microsoft.com/office/drawing/2014/main" id="{7005BCD4-ACC9-4166-8A63-8B39DEE0E137}"/>
              </a:ext>
            </a:extLst>
          </p:cNvPr>
          <p:cNvSpPr txBox="1">
            <a:spLocks noChangeArrowheads="1"/>
          </p:cNvSpPr>
          <p:nvPr/>
        </p:nvSpPr>
        <p:spPr bwMode="auto">
          <a:xfrm>
            <a:off x="5410200" y="3810000"/>
            <a:ext cx="32527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0-successor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grpSp>
        <p:nvGrpSpPr>
          <p:cNvPr id="17412" name="Group 14">
            <a:extLst>
              <a:ext uri="{FF2B5EF4-FFF2-40B4-BE49-F238E27FC236}">
                <a16:creationId xmlns:a16="http://schemas.microsoft.com/office/drawing/2014/main" id="{A4435C90-B615-48A5-9B69-95D7BC81DC37}"/>
              </a:ext>
            </a:extLst>
          </p:cNvPr>
          <p:cNvGrpSpPr>
            <a:grpSpLocks/>
          </p:cNvGrpSpPr>
          <p:nvPr/>
        </p:nvGrpSpPr>
        <p:grpSpPr bwMode="auto">
          <a:xfrm>
            <a:off x="685800" y="3581400"/>
            <a:ext cx="4038600" cy="1143000"/>
            <a:chOff x="685800" y="3352800"/>
            <a:chExt cx="4038600" cy="1143000"/>
          </a:xfrm>
        </p:grpSpPr>
        <p:grpSp>
          <p:nvGrpSpPr>
            <p:cNvPr id="17417" name="Group 10">
              <a:extLst>
                <a:ext uri="{FF2B5EF4-FFF2-40B4-BE49-F238E27FC236}">
                  <a16:creationId xmlns:a16="http://schemas.microsoft.com/office/drawing/2014/main" id="{4DD1ADD3-C0D9-44ED-AA4A-C01B9B80566E}"/>
                </a:ext>
              </a:extLst>
            </p:cNvPr>
            <p:cNvGrpSpPr>
              <a:grpSpLocks/>
            </p:cNvGrpSpPr>
            <p:nvPr/>
          </p:nvGrpSpPr>
          <p:grpSpPr bwMode="auto">
            <a:xfrm>
              <a:off x="685800" y="3352800"/>
              <a:ext cx="4038600" cy="1143000"/>
              <a:chOff x="2133600" y="4419600"/>
              <a:chExt cx="4038600" cy="1143000"/>
            </a:xfrm>
          </p:grpSpPr>
          <p:sp>
            <p:nvSpPr>
              <p:cNvPr id="17419" name="Freeform 37">
                <a:extLst>
                  <a:ext uri="{FF2B5EF4-FFF2-40B4-BE49-F238E27FC236}">
                    <a16:creationId xmlns:a16="http://schemas.microsoft.com/office/drawing/2014/main" id="{62F47E07-A780-4ADA-8189-B48384A96AF1}"/>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cxnSp>
            <p:nvCxnSpPr>
              <p:cNvPr id="17420" name="Straight Arrow Connector 2">
                <a:extLst>
                  <a:ext uri="{FF2B5EF4-FFF2-40B4-BE49-F238E27FC236}">
                    <a16:creationId xmlns:a16="http://schemas.microsoft.com/office/drawing/2014/main" id="{ADCF7F0D-DD79-4A66-9C90-7F8F32F5B6E0}"/>
                  </a:ext>
                </a:extLst>
              </p:cNvPr>
              <p:cNvCxnSpPr>
                <a:cxnSpLocks noChangeShapeType="1"/>
              </p:cNvCxnSpPr>
              <p:nvPr/>
            </p:nvCxnSpPr>
            <p:spPr bwMode="auto">
              <a:xfrm>
                <a:off x="3352800" y="4953000"/>
                <a:ext cx="1600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7421" name="Freeform 37">
                <a:extLst>
                  <a:ext uri="{FF2B5EF4-FFF2-40B4-BE49-F238E27FC236}">
                    <a16:creationId xmlns:a16="http://schemas.microsoft.com/office/drawing/2014/main" id="{DE2C2556-5DB1-40E5-A6A7-80AC82BD0CD2}"/>
                  </a:ext>
                </a:extLst>
              </p:cNvPr>
              <p:cNvSpPr>
                <a:spLocks/>
              </p:cNvSpPr>
              <p:nvPr/>
            </p:nvSpPr>
            <p:spPr bwMode="auto">
              <a:xfrm>
                <a:off x="4953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p>
            </p:txBody>
          </p:sp>
        </p:grpSp>
        <p:sp>
          <p:nvSpPr>
            <p:cNvPr id="17418" name="TextBox 13">
              <a:extLst>
                <a:ext uri="{FF2B5EF4-FFF2-40B4-BE49-F238E27FC236}">
                  <a16:creationId xmlns:a16="http://schemas.microsoft.com/office/drawing/2014/main" id="{2B26FDE0-DBC1-4A3F-9E1C-D6CA57673C30}"/>
                </a:ext>
              </a:extLst>
            </p:cNvPr>
            <p:cNvSpPr txBox="1">
              <a:spLocks noChangeArrowheads="1"/>
            </p:cNvSpPr>
            <p:nvPr/>
          </p:nvSpPr>
          <p:spPr bwMode="auto">
            <a:xfrm>
              <a:off x="2286000" y="3429000"/>
              <a:ext cx="891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0</a:t>
              </a:r>
            </a:p>
          </p:txBody>
        </p:sp>
      </p:grpSp>
      <p:sp>
        <p:nvSpPr>
          <p:cNvPr id="17413" name="Freeform 37">
            <a:extLst>
              <a:ext uri="{FF2B5EF4-FFF2-40B4-BE49-F238E27FC236}">
                <a16:creationId xmlns:a16="http://schemas.microsoft.com/office/drawing/2014/main" id="{5468269F-686A-4B42-8A29-9BC6592658E8}"/>
              </a:ext>
            </a:extLst>
          </p:cNvPr>
          <p:cNvSpPr>
            <a:spLocks/>
          </p:cNvSpPr>
          <p:nvPr/>
        </p:nvSpPr>
        <p:spPr bwMode="auto">
          <a:xfrm>
            <a:off x="3581400" y="495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3</a:t>
            </a:r>
          </a:p>
        </p:txBody>
      </p:sp>
      <p:cxnSp>
        <p:nvCxnSpPr>
          <p:cNvPr id="17414" name="Straight Arrow Connector 16">
            <a:extLst>
              <a:ext uri="{FF2B5EF4-FFF2-40B4-BE49-F238E27FC236}">
                <a16:creationId xmlns:a16="http://schemas.microsoft.com/office/drawing/2014/main" id="{846C19C4-8C7D-41E6-95BD-89F9690B2896}"/>
              </a:ext>
            </a:extLst>
          </p:cNvPr>
          <p:cNvCxnSpPr>
            <a:cxnSpLocks noChangeShapeType="1"/>
          </p:cNvCxnSpPr>
          <p:nvPr/>
        </p:nvCxnSpPr>
        <p:spPr bwMode="auto">
          <a:xfrm>
            <a:off x="1752600" y="4495800"/>
            <a:ext cx="1828800" cy="9906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7415" name="TextBox 17">
            <a:extLst>
              <a:ext uri="{FF2B5EF4-FFF2-40B4-BE49-F238E27FC236}">
                <a16:creationId xmlns:a16="http://schemas.microsoft.com/office/drawing/2014/main" id="{C94483D2-1C43-4EA6-BD37-565799112053}"/>
              </a:ext>
            </a:extLst>
          </p:cNvPr>
          <p:cNvSpPr txBox="1">
            <a:spLocks noChangeArrowheads="1"/>
          </p:cNvSpPr>
          <p:nvPr/>
        </p:nvSpPr>
        <p:spPr bwMode="auto">
          <a:xfrm>
            <a:off x="2003425" y="4953000"/>
            <a:ext cx="8921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sp>
        <p:nvSpPr>
          <p:cNvPr id="17416" name="TextBox 18">
            <a:extLst>
              <a:ext uri="{FF2B5EF4-FFF2-40B4-BE49-F238E27FC236}">
                <a16:creationId xmlns:a16="http://schemas.microsoft.com/office/drawing/2014/main" id="{D4C5002D-89FF-4DD7-91A6-2A19ECA33AAF}"/>
              </a:ext>
            </a:extLst>
          </p:cNvPr>
          <p:cNvSpPr txBox="1">
            <a:spLocks noChangeArrowheads="1"/>
          </p:cNvSpPr>
          <p:nvPr/>
        </p:nvSpPr>
        <p:spPr bwMode="auto">
          <a:xfrm>
            <a:off x="5459413" y="5334000"/>
            <a:ext cx="31511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3</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1-successor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3CDEDD53-361A-EC4A-9CB5-9C7F41F23513}"/>
              </a:ext>
            </a:extLst>
          </p:cNvPr>
          <p:cNvSpPr>
            <a:spLocks noGrp="1" noChangeArrowheads="1"/>
          </p:cNvSpPr>
          <p:nvPr>
            <p:ph type="title"/>
          </p:nvPr>
        </p:nvSpPr>
        <p:spPr/>
        <p:txBody>
          <a:bodyPr/>
          <a:lstStyle/>
          <a:p>
            <a:pPr eaLnBrk="1" hangingPunct="1">
              <a:defRPr/>
            </a:pPr>
            <a:r>
              <a:rPr lang="en-US">
                <a:ea typeface="+mj-ea"/>
                <a:cs typeface="+mj-cs"/>
              </a:rPr>
              <a:t>k-successors of a State </a:t>
            </a:r>
          </a:p>
        </p:txBody>
      </p:sp>
      <p:sp>
        <p:nvSpPr>
          <p:cNvPr id="18434" name="Content Placeholder 9">
            <a:extLst>
              <a:ext uri="{FF2B5EF4-FFF2-40B4-BE49-F238E27FC236}">
                <a16:creationId xmlns:a16="http://schemas.microsoft.com/office/drawing/2014/main" id="{7ECAA083-5DCE-4EC3-89C0-F62E9F8CB951}"/>
              </a:ext>
            </a:extLst>
          </p:cNvPr>
          <p:cNvSpPr>
            <a:spLocks noGrp="1" noChangeArrowheads="1"/>
          </p:cNvSpPr>
          <p:nvPr>
            <p:ph idx="1"/>
          </p:nvPr>
        </p:nvSpPr>
        <p:spPr>
          <a:xfrm>
            <a:off x="609600" y="1524000"/>
            <a:ext cx="7924800" cy="1219200"/>
          </a:xfrm>
        </p:spPr>
        <p:txBody>
          <a:bodyPr/>
          <a:lstStyle/>
          <a:p>
            <a:pPr marL="0" indent="0">
              <a:buFontTx/>
              <a:buNone/>
            </a:pPr>
            <a:r>
              <a:rPr lang="en-US" altLang="en-US" dirty="0"/>
              <a:t>If we have </a:t>
            </a:r>
            <a:r>
              <a:rPr lang="en-US" altLang="en-US" dirty="0">
                <a:solidFill>
                  <a:srgbClr val="FF0000"/>
                </a:solidFill>
              </a:rPr>
              <a:t>two input signals</a:t>
            </a:r>
            <a:r>
              <a:rPr lang="en-US" altLang="en-US" dirty="0"/>
              <a:t>, e.g., w</a:t>
            </a:r>
            <a:r>
              <a:rPr lang="en-US" altLang="en-US" baseline="-25000" dirty="0"/>
              <a:t>0</a:t>
            </a:r>
            <a:r>
              <a:rPr lang="en-US" altLang="en-US" dirty="0"/>
              <a:t> and w</a:t>
            </a:r>
            <a:r>
              <a:rPr lang="en-US" altLang="en-US" baseline="-25000" dirty="0"/>
              <a:t>1</a:t>
            </a:r>
            <a:r>
              <a:rPr lang="en-US" altLang="en-US" dirty="0"/>
              <a:t>,</a:t>
            </a:r>
          </a:p>
          <a:p>
            <a:pPr marL="0" indent="0">
              <a:buFontTx/>
              <a:buNone/>
            </a:pPr>
            <a:r>
              <a:rPr lang="en-US" altLang="en-US" dirty="0"/>
              <a:t>then k can only be equal to 0,1, 2, or 3.</a:t>
            </a:r>
          </a:p>
          <a:p>
            <a:pPr marL="0" indent="0">
              <a:buFontTx/>
              <a:buNone/>
            </a:pPr>
            <a:endParaRPr lang="en-US" altLang="en-US" dirty="0"/>
          </a:p>
          <a:p>
            <a:pPr marL="0" indent="0">
              <a:buFontTx/>
              <a:buNone/>
            </a:pPr>
            <a:endParaRPr lang="en-US" altLang="en-US" dirty="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0EC99A46-3A76-124F-8304-5AED0CB3A71B}"/>
              </a:ext>
            </a:extLst>
          </p:cNvPr>
          <p:cNvSpPr>
            <a:spLocks noGrp="1" noChangeArrowheads="1"/>
          </p:cNvSpPr>
          <p:nvPr>
            <p:ph type="title"/>
          </p:nvPr>
        </p:nvSpPr>
        <p:spPr/>
        <p:txBody>
          <a:bodyPr/>
          <a:lstStyle/>
          <a:p>
            <a:pPr eaLnBrk="1" hangingPunct="1">
              <a:defRPr/>
            </a:pPr>
            <a:r>
              <a:rPr lang="en-US">
                <a:ea typeface="+mj-ea"/>
                <a:cs typeface="+mj-cs"/>
              </a:rPr>
              <a:t>k-successors of a State </a:t>
            </a:r>
          </a:p>
        </p:txBody>
      </p:sp>
      <p:sp>
        <p:nvSpPr>
          <p:cNvPr id="19458" name="Content Placeholder 9">
            <a:extLst>
              <a:ext uri="{FF2B5EF4-FFF2-40B4-BE49-F238E27FC236}">
                <a16:creationId xmlns:a16="http://schemas.microsoft.com/office/drawing/2014/main" id="{5F7DC3A6-597B-4435-B105-E87CE6C2C9A5}"/>
              </a:ext>
            </a:extLst>
          </p:cNvPr>
          <p:cNvSpPr>
            <a:spLocks noGrp="1" noChangeArrowheads="1"/>
          </p:cNvSpPr>
          <p:nvPr>
            <p:ph idx="1"/>
          </p:nvPr>
        </p:nvSpPr>
        <p:spPr>
          <a:xfrm>
            <a:off x="609600" y="1524000"/>
            <a:ext cx="7924800" cy="1219200"/>
          </a:xfrm>
        </p:spPr>
        <p:txBody>
          <a:bodyPr/>
          <a:lstStyle/>
          <a:p>
            <a:pPr marL="0" indent="0">
              <a:buFontTx/>
              <a:buNone/>
            </a:pPr>
            <a:r>
              <a:rPr lang="en-US" altLang="en-US"/>
              <a:t>If we have two input signals, e.g., w</a:t>
            </a:r>
            <a:r>
              <a:rPr lang="en-US" altLang="en-US" baseline="-25000"/>
              <a:t>0</a:t>
            </a:r>
            <a:r>
              <a:rPr lang="en-US" altLang="en-US"/>
              <a:t> and w</a:t>
            </a:r>
            <a:r>
              <a:rPr lang="en-US" altLang="en-US" baseline="-25000"/>
              <a:t>1</a:t>
            </a:r>
            <a:r>
              <a:rPr lang="en-US" altLang="en-US"/>
              <a:t>,</a:t>
            </a:r>
          </a:p>
          <a:p>
            <a:pPr marL="0" indent="0">
              <a:buFontTx/>
              <a:buNone/>
            </a:pPr>
            <a:r>
              <a:rPr lang="en-US" altLang="en-US"/>
              <a:t>then k can only be equal to 0,1, 2, or 3.</a:t>
            </a:r>
          </a:p>
          <a:p>
            <a:pPr marL="0" indent="0">
              <a:buFontTx/>
              <a:buNone/>
            </a:pPr>
            <a:endParaRPr lang="en-US" altLang="en-US"/>
          </a:p>
          <a:p>
            <a:pPr marL="0" indent="0">
              <a:buFontTx/>
              <a:buNone/>
            </a:pPr>
            <a:endParaRPr lang="en-US" altLang="en-US"/>
          </a:p>
        </p:txBody>
      </p:sp>
      <p:sp>
        <p:nvSpPr>
          <p:cNvPr id="19459" name="TextBox 3">
            <a:extLst>
              <a:ext uri="{FF2B5EF4-FFF2-40B4-BE49-F238E27FC236}">
                <a16:creationId xmlns:a16="http://schemas.microsoft.com/office/drawing/2014/main" id="{0BB80753-AE35-4A91-B55E-A1605BDDB098}"/>
              </a:ext>
            </a:extLst>
          </p:cNvPr>
          <p:cNvSpPr txBox="1">
            <a:spLocks noChangeArrowheads="1"/>
          </p:cNvSpPr>
          <p:nvPr/>
        </p:nvSpPr>
        <p:spPr bwMode="auto">
          <a:xfrm>
            <a:off x="5891213" y="3886200"/>
            <a:ext cx="314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3-successor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p>
        </p:txBody>
      </p:sp>
      <p:grpSp>
        <p:nvGrpSpPr>
          <p:cNvPr id="19460" name="Group 5">
            <a:extLst>
              <a:ext uri="{FF2B5EF4-FFF2-40B4-BE49-F238E27FC236}">
                <a16:creationId xmlns:a16="http://schemas.microsoft.com/office/drawing/2014/main" id="{A969BB48-FCAF-46FF-BC7B-74A0A5EC8EC9}"/>
              </a:ext>
            </a:extLst>
          </p:cNvPr>
          <p:cNvGrpSpPr>
            <a:grpSpLocks/>
          </p:cNvGrpSpPr>
          <p:nvPr/>
        </p:nvGrpSpPr>
        <p:grpSpPr bwMode="auto">
          <a:xfrm>
            <a:off x="685800" y="3657600"/>
            <a:ext cx="4800600" cy="1143000"/>
            <a:chOff x="2133600" y="4419600"/>
            <a:chExt cx="4800600" cy="1143000"/>
          </a:xfrm>
        </p:grpSpPr>
        <p:sp>
          <p:nvSpPr>
            <p:cNvPr id="19466" name="Freeform 37">
              <a:extLst>
                <a:ext uri="{FF2B5EF4-FFF2-40B4-BE49-F238E27FC236}">
                  <a16:creationId xmlns:a16="http://schemas.microsoft.com/office/drawing/2014/main" id="{EDA3BFE4-A45F-41BE-9C1E-40F5C0047149}"/>
                </a:ext>
              </a:extLst>
            </p:cNvPr>
            <p:cNvSpPr>
              <a:spLocks/>
            </p:cNvSpPr>
            <p:nvPr/>
          </p:nvSpPr>
          <p:spPr bwMode="auto">
            <a:xfrm>
              <a:off x="21336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2</a:t>
              </a:r>
            </a:p>
          </p:txBody>
        </p:sp>
        <p:cxnSp>
          <p:nvCxnSpPr>
            <p:cNvPr id="19467" name="Straight Arrow Connector 8">
              <a:extLst>
                <a:ext uri="{FF2B5EF4-FFF2-40B4-BE49-F238E27FC236}">
                  <a16:creationId xmlns:a16="http://schemas.microsoft.com/office/drawing/2014/main" id="{55D26418-CE55-47F0-822C-617D2245AC17}"/>
                </a:ext>
              </a:extLst>
            </p:cNvPr>
            <p:cNvCxnSpPr>
              <a:cxnSpLocks noChangeShapeType="1"/>
            </p:cNvCxnSpPr>
            <p:nvPr/>
          </p:nvCxnSpPr>
          <p:spPr bwMode="auto">
            <a:xfrm>
              <a:off x="3352800" y="4953000"/>
              <a:ext cx="2362200" cy="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9468" name="Freeform 37">
              <a:extLst>
                <a:ext uri="{FF2B5EF4-FFF2-40B4-BE49-F238E27FC236}">
                  <a16:creationId xmlns:a16="http://schemas.microsoft.com/office/drawing/2014/main" id="{1EA9F382-5A9C-442F-BA3C-E6979EAF6FFC}"/>
                </a:ext>
              </a:extLst>
            </p:cNvPr>
            <p:cNvSpPr>
              <a:spLocks/>
            </p:cNvSpPr>
            <p:nvPr/>
          </p:nvSpPr>
          <p:spPr bwMode="auto">
            <a:xfrm>
              <a:off x="5715000" y="4419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grpSp>
      <p:sp>
        <p:nvSpPr>
          <p:cNvPr id="19461" name="TextBox 6">
            <a:extLst>
              <a:ext uri="{FF2B5EF4-FFF2-40B4-BE49-F238E27FC236}">
                <a16:creationId xmlns:a16="http://schemas.microsoft.com/office/drawing/2014/main" id="{70CDAEA1-AAB0-49D7-81CE-14DB21C17052}"/>
              </a:ext>
            </a:extLst>
          </p:cNvPr>
          <p:cNvSpPr txBox="1">
            <a:spLocks noChangeArrowheads="1"/>
          </p:cNvSpPr>
          <p:nvPr/>
        </p:nvSpPr>
        <p:spPr bwMode="auto">
          <a:xfrm>
            <a:off x="2133600" y="3652838"/>
            <a:ext cx="1831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w</a:t>
            </a:r>
            <a:r>
              <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p:sp>
        <p:nvSpPr>
          <p:cNvPr id="19462" name="Freeform 37">
            <a:extLst>
              <a:ext uri="{FF2B5EF4-FFF2-40B4-BE49-F238E27FC236}">
                <a16:creationId xmlns:a16="http://schemas.microsoft.com/office/drawing/2014/main" id="{69C918D8-9876-440A-AF84-B4F58889EECB}"/>
              </a:ext>
            </a:extLst>
          </p:cNvPr>
          <p:cNvSpPr>
            <a:spLocks/>
          </p:cNvSpPr>
          <p:nvPr/>
        </p:nvSpPr>
        <p:spPr bwMode="auto">
          <a:xfrm>
            <a:off x="3581400" y="50292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a:t>
            </a:r>
            <a:r>
              <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4</a:t>
            </a:r>
          </a:p>
        </p:txBody>
      </p:sp>
      <p:cxnSp>
        <p:nvCxnSpPr>
          <p:cNvPr id="19463" name="Straight Arrow Connector 12">
            <a:extLst>
              <a:ext uri="{FF2B5EF4-FFF2-40B4-BE49-F238E27FC236}">
                <a16:creationId xmlns:a16="http://schemas.microsoft.com/office/drawing/2014/main" id="{A686BA02-A068-4793-891F-868D449EF151}"/>
              </a:ext>
            </a:extLst>
          </p:cNvPr>
          <p:cNvCxnSpPr>
            <a:cxnSpLocks noChangeShapeType="1"/>
          </p:cNvCxnSpPr>
          <p:nvPr/>
        </p:nvCxnSpPr>
        <p:spPr bwMode="auto">
          <a:xfrm>
            <a:off x="1752600" y="4572000"/>
            <a:ext cx="1828800" cy="990600"/>
          </a:xfrm>
          <a:prstGeom prst="straightConnector1">
            <a:avLst/>
          </a:prstGeom>
          <a:noFill/>
          <a:ln w="47625">
            <a:solidFill>
              <a:schemeClr val="tx1"/>
            </a:solidFill>
            <a:round/>
            <a:headEnd/>
            <a:tailEnd type="arrow" w="med" len="med"/>
          </a:ln>
          <a:extLst>
            <a:ext uri="{909E8E84-426E-40DD-AFC4-6F175D3DCCD1}">
              <a14:hiddenFill xmlns:a14="http://schemas.microsoft.com/office/drawing/2010/main">
                <a:noFill/>
              </a14:hiddenFill>
            </a:ext>
          </a:extLst>
        </p:spPr>
      </p:cxnSp>
      <p:sp>
        <p:nvSpPr>
          <p:cNvPr id="19464" name="TextBox 14">
            <a:extLst>
              <a:ext uri="{FF2B5EF4-FFF2-40B4-BE49-F238E27FC236}">
                <a16:creationId xmlns:a16="http://schemas.microsoft.com/office/drawing/2014/main" id="{98C551F2-A44A-4EEB-8ED9-343C4ABE1FD9}"/>
              </a:ext>
            </a:extLst>
          </p:cNvPr>
          <p:cNvSpPr txBox="1">
            <a:spLocks noChangeArrowheads="1"/>
          </p:cNvSpPr>
          <p:nvPr/>
        </p:nvSpPr>
        <p:spPr bwMode="auto">
          <a:xfrm>
            <a:off x="5943600" y="5562600"/>
            <a:ext cx="3151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4</a:t>
            </a: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 is a 3-successor of S</a:t>
            </a:r>
            <a:r>
              <a:rPr kumimoji="0" lang="en-US" altLang="en-US" sz="2400" b="0" i="0" u="none" strike="noStrike" kern="1200" cap="none" spc="0" normalizeH="0" baseline="-25000" noProof="0">
                <a:ln>
                  <a:noFill/>
                </a:ln>
                <a:solidFill>
                  <a:srgbClr val="FF0000"/>
                </a:solidFill>
                <a:effectLst/>
                <a:uLnTx/>
                <a:uFillTx/>
                <a:latin typeface="Times" panose="02020603050405020304" pitchFamily="18" charset="0"/>
                <a:ea typeface="MS PGothic" panose="020B0600070205080204" pitchFamily="34" charset="-128"/>
                <a:cs typeface="+mn-cs"/>
              </a:rPr>
              <a:t>2</a:t>
            </a:r>
          </a:p>
        </p:txBody>
      </p:sp>
      <p:sp>
        <p:nvSpPr>
          <p:cNvPr id="19465" name="TextBox 15">
            <a:extLst>
              <a:ext uri="{FF2B5EF4-FFF2-40B4-BE49-F238E27FC236}">
                <a16:creationId xmlns:a16="http://schemas.microsoft.com/office/drawing/2014/main" id="{8798A61A-2CA7-4D83-85B2-53CAAD704393}"/>
              </a:ext>
            </a:extLst>
          </p:cNvPr>
          <p:cNvSpPr txBox="1">
            <a:spLocks noChangeArrowheads="1"/>
          </p:cNvSpPr>
          <p:nvPr/>
        </p:nvSpPr>
        <p:spPr bwMode="auto">
          <a:xfrm>
            <a:off x="1143000" y="5181600"/>
            <a:ext cx="1831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a:t>
            </a:r>
            <a:r>
              <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0</a:t>
            </a:r>
            <a:r>
              <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w</a:t>
            </a:r>
            <a:r>
              <a:rPr kumimoji="0" lang="en-US" altLang="en-US" sz="2400" b="0" i="1"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rPr>
              <a:t>1</a:t>
            </a: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 1</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62A61916-0CC8-4090-A717-19C57F53B51E}"/>
                  </a:ext>
                </a:extLst>
              </p14:cNvPr>
              <p14:cNvContentPartPr/>
              <p14:nvPr/>
            </p14:nvContentPartPr>
            <p14:xfrm>
              <a:off x="6825600" y="3693240"/>
              <a:ext cx="128160" cy="215640"/>
            </p14:xfrm>
          </p:contentPart>
        </mc:Choice>
        <mc:Fallback>
          <p:pic>
            <p:nvPicPr>
              <p:cNvPr id="2" name="Ink 1">
                <a:extLst>
                  <a:ext uri="{FF2B5EF4-FFF2-40B4-BE49-F238E27FC236}">
                    <a16:creationId xmlns:a16="http://schemas.microsoft.com/office/drawing/2014/main" id="{62A61916-0CC8-4090-A717-19C57F53B51E}"/>
                  </a:ext>
                </a:extLst>
              </p:cNvPr>
              <p:cNvPicPr/>
              <p:nvPr/>
            </p:nvPicPr>
            <p:blipFill>
              <a:blip r:embed="rId3"/>
              <a:stretch>
                <a:fillRect/>
              </a:stretch>
            </p:blipFill>
            <p:spPr>
              <a:xfrm>
                <a:off x="6816240" y="3683880"/>
                <a:ext cx="146880" cy="234360"/>
              </a:xfrm>
              <a:prstGeom prst="rect">
                <a:avLst/>
              </a:prstGeom>
            </p:spPr>
          </p:pic>
        </mc:Fallback>
      </mc:AlternateContent>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TextBox 2">
            <a:extLst>
              <a:ext uri="{FF2B5EF4-FFF2-40B4-BE49-F238E27FC236}">
                <a16:creationId xmlns:a16="http://schemas.microsoft.com/office/drawing/2014/main" id="{8550A039-6C98-4BF5-847B-7D8F8D773361}"/>
              </a:ext>
            </a:extLst>
          </p:cNvPr>
          <p:cNvSpPr txBox="1">
            <a:spLocks noChangeArrowheads="1"/>
          </p:cNvSpPr>
          <p:nvPr/>
        </p:nvSpPr>
        <p:spPr bwMode="auto">
          <a:xfrm>
            <a:off x="576263" y="2041525"/>
            <a:ext cx="80089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“If states </a:t>
            </a:r>
            <a:r>
              <a:rPr kumimoji="0" lang="en-US" alt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i</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and </a:t>
            </a:r>
            <a:r>
              <a:rPr kumimoji="0" lang="en-US" alt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S</a:t>
            </a:r>
            <a:r>
              <a:rPr kumimoji="0" lang="en-US" altLang="en-US" sz="2400" b="0" i="1" u="none" strike="noStrike" kern="1200" cap="none" spc="0" normalizeH="0" baseline="-25000" noProof="0" dirty="0" err="1">
                <a:ln>
                  <a:noFill/>
                </a:ln>
                <a:solidFill>
                  <a:srgbClr val="000000"/>
                </a:solidFill>
                <a:effectLst/>
                <a:uLnTx/>
                <a:uFillTx/>
                <a:latin typeface="Times New Roman" panose="02020603050405020304" pitchFamily="18" charset="0"/>
                <a:ea typeface="MS PGothic" panose="020B0600070205080204" pitchFamily="34" charset="-128"/>
                <a:cs typeface="+mn-cs"/>
              </a:rPr>
              <a:t>j</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 are equivalent, then their corresponding       </a:t>
            </a:r>
            <a:r>
              <a:rPr kumimoji="0" lang="en-US" altLang="en-US" sz="240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k-successors </a:t>
            </a:r>
            <a:r>
              <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mn-cs"/>
              </a:rPr>
              <a:t>(for all k) are also equivalent.”</a:t>
            </a:r>
          </a:p>
        </p:txBody>
      </p:sp>
      <p:sp>
        <p:nvSpPr>
          <p:cNvPr id="20482" name="Title 1">
            <a:extLst>
              <a:ext uri="{FF2B5EF4-FFF2-40B4-BE49-F238E27FC236}">
                <a16:creationId xmlns:a16="http://schemas.microsoft.com/office/drawing/2014/main" id="{EB04CE5C-0D71-4383-8902-576ACD28C8BA}"/>
              </a:ext>
            </a:extLst>
          </p:cNvPr>
          <p:cNvSpPr txBox="1">
            <a:spLocks/>
          </p:cNvSpPr>
          <p:nvPr/>
        </p:nvSpPr>
        <p:spPr bwMode="auto">
          <a:xfrm>
            <a:off x="0" y="3048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Equivalence of states</a:t>
            </a:r>
          </a:p>
        </p:txBody>
      </p:sp>
      <p:sp>
        <p:nvSpPr>
          <p:cNvPr id="20483" name="TextBox 125">
            <a:extLst>
              <a:ext uri="{FF2B5EF4-FFF2-40B4-BE49-F238E27FC236}">
                <a16:creationId xmlns:a16="http://schemas.microsoft.com/office/drawing/2014/main" id="{FDF7A56F-B645-4105-9E93-E6E8519A89BB}"/>
              </a:ext>
            </a:extLst>
          </p:cNvPr>
          <p:cNvSpPr txBox="1">
            <a:spLocks noChangeArrowheads="1"/>
          </p:cNvSpPr>
          <p:nvPr/>
        </p:nvSpPr>
        <p:spPr bwMode="auto">
          <a:xfrm>
            <a:off x="6964363" y="6473825"/>
            <a:ext cx="21796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Page 374 in the textbook ]</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a:extLst>
              <a:ext uri="{FF2B5EF4-FFF2-40B4-BE49-F238E27FC236}">
                <a16:creationId xmlns:a16="http://schemas.microsoft.com/office/drawing/2014/main" id="{088864D7-3377-0548-95F7-7765653B17E3}"/>
              </a:ext>
            </a:extLst>
          </p:cNvPr>
          <p:cNvSpPr>
            <a:spLocks noGrp="1" noChangeArrowheads="1"/>
          </p:cNvSpPr>
          <p:nvPr>
            <p:ph type="title"/>
          </p:nvPr>
        </p:nvSpPr>
        <p:spPr>
          <a:xfrm>
            <a:off x="0" y="76200"/>
            <a:ext cx="8915400" cy="685800"/>
          </a:xfrm>
        </p:spPr>
        <p:txBody>
          <a:bodyPr/>
          <a:lstStyle/>
          <a:p>
            <a:pPr eaLnBrk="1" hangingPunct="1">
              <a:defRPr/>
            </a:pPr>
            <a:r>
              <a:rPr lang="en-US">
                <a:ea typeface="+mj-ea"/>
                <a:cs typeface="+mj-cs"/>
              </a:rPr>
              <a:t>Partition </a:t>
            </a:r>
          </a:p>
        </p:txBody>
      </p:sp>
      <p:sp>
        <p:nvSpPr>
          <p:cNvPr id="21506" name="Rectangle 3">
            <a:extLst>
              <a:ext uri="{FF2B5EF4-FFF2-40B4-BE49-F238E27FC236}">
                <a16:creationId xmlns:a16="http://schemas.microsoft.com/office/drawing/2014/main" id="{ACE65D75-FF6C-4056-9D02-CE631521CAB3}"/>
              </a:ext>
            </a:extLst>
          </p:cNvPr>
          <p:cNvSpPr>
            <a:spLocks noGrp="1" noChangeArrowheads="1"/>
          </p:cNvSpPr>
          <p:nvPr>
            <p:ph type="body" idx="1"/>
          </p:nvPr>
        </p:nvSpPr>
        <p:spPr>
          <a:xfrm>
            <a:off x="152400" y="990600"/>
            <a:ext cx="8763000" cy="4267200"/>
          </a:xfrm>
        </p:spPr>
        <p:txBody>
          <a:bodyPr/>
          <a:lstStyle/>
          <a:p>
            <a:pPr marL="0" indent="0" algn="just" eaLnBrk="1" hangingPunct="1">
              <a:buFontTx/>
              <a:buNone/>
            </a:pPr>
            <a:endParaRPr lang="en-US" altLang="en-US"/>
          </a:p>
          <a:p>
            <a:pPr algn="just" eaLnBrk="1" hangingPunct="1"/>
            <a:r>
              <a:rPr lang="en-US" altLang="en-US"/>
              <a:t>“A partition consists of one or more blocks, where each block comprises a subset of states that may be equivalent, but the states in a given block are definitely not equivalent to the states in other blocks.”</a:t>
            </a:r>
          </a:p>
        </p:txBody>
      </p:sp>
      <p:sp>
        <p:nvSpPr>
          <p:cNvPr id="21507" name="TextBox 125">
            <a:extLst>
              <a:ext uri="{FF2B5EF4-FFF2-40B4-BE49-F238E27FC236}">
                <a16:creationId xmlns:a16="http://schemas.microsoft.com/office/drawing/2014/main" id="{85DBF4D1-E6C7-4354-ABD8-0077F2989414}"/>
              </a:ext>
            </a:extLst>
          </p:cNvPr>
          <p:cNvSpPr txBox="1">
            <a:spLocks noChangeArrowheads="1"/>
          </p:cNvSpPr>
          <p:nvPr/>
        </p:nvSpPr>
        <p:spPr bwMode="auto">
          <a:xfrm>
            <a:off x="6964363" y="6473825"/>
            <a:ext cx="21796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Page 374 in the textbook ]</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4">
            <a:extLst>
              <a:ext uri="{FF2B5EF4-FFF2-40B4-BE49-F238E27FC236}">
                <a16:creationId xmlns:a16="http://schemas.microsoft.com/office/drawing/2014/main" id="{F5BAA7D6-CA46-4E54-8232-A6B822BDAE6D}"/>
              </a:ext>
            </a:extLst>
          </p:cNvPr>
          <p:cNvSpPr>
            <a:spLocks noChangeArrowheads="1"/>
          </p:cNvSpPr>
          <p:nvPr/>
        </p:nvSpPr>
        <p:spPr bwMode="auto">
          <a:xfrm>
            <a:off x="2540000" y="1600200"/>
            <a:ext cx="39624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0" name="Rectangle 5">
            <a:extLst>
              <a:ext uri="{FF2B5EF4-FFF2-40B4-BE49-F238E27FC236}">
                <a16:creationId xmlns:a16="http://schemas.microsoft.com/office/drawing/2014/main" id="{024E35E4-1B18-421E-9ED0-40CAF9C9DF56}"/>
              </a:ext>
            </a:extLst>
          </p:cNvPr>
          <p:cNvSpPr>
            <a:spLocks noChangeArrowheads="1"/>
          </p:cNvSpPr>
          <p:nvPr/>
        </p:nvSpPr>
        <p:spPr bwMode="auto">
          <a:xfrm>
            <a:off x="2514600" y="1628775"/>
            <a:ext cx="11113"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1" name="Rectangle 6">
            <a:extLst>
              <a:ext uri="{FF2B5EF4-FFF2-40B4-BE49-F238E27FC236}">
                <a16:creationId xmlns:a16="http://schemas.microsoft.com/office/drawing/2014/main" id="{B01ED318-3DCE-44C3-8AC7-DA0612EC502A}"/>
              </a:ext>
            </a:extLst>
          </p:cNvPr>
          <p:cNvSpPr>
            <a:spLocks noChangeArrowheads="1"/>
          </p:cNvSpPr>
          <p:nvPr/>
        </p:nvSpPr>
        <p:spPr bwMode="auto">
          <a:xfrm>
            <a:off x="3578225" y="16287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2" name="Rectangle 7">
            <a:extLst>
              <a:ext uri="{FF2B5EF4-FFF2-40B4-BE49-F238E27FC236}">
                <a16:creationId xmlns:a16="http://schemas.microsoft.com/office/drawing/2014/main" id="{2DECB1C7-9E53-40C6-BC43-29291D43D8E3}"/>
              </a:ext>
            </a:extLst>
          </p:cNvPr>
          <p:cNvSpPr>
            <a:spLocks noChangeArrowheads="1"/>
          </p:cNvSpPr>
          <p:nvPr/>
        </p:nvSpPr>
        <p:spPr bwMode="auto">
          <a:xfrm>
            <a:off x="2684463" y="181927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3" name="Rectangle 8">
            <a:extLst>
              <a:ext uri="{FF2B5EF4-FFF2-40B4-BE49-F238E27FC236}">
                <a16:creationId xmlns:a16="http://schemas.microsoft.com/office/drawing/2014/main" id="{A96B1FD7-EF48-4509-B398-5EFCF05B3544}"/>
              </a:ext>
            </a:extLst>
          </p:cNvPr>
          <p:cNvSpPr>
            <a:spLocks noChangeArrowheads="1"/>
          </p:cNvSpPr>
          <p:nvPr/>
        </p:nvSpPr>
        <p:spPr bwMode="auto">
          <a:xfrm>
            <a:off x="5481638" y="16287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4" name="Rectangle 9">
            <a:extLst>
              <a:ext uri="{FF2B5EF4-FFF2-40B4-BE49-F238E27FC236}">
                <a16:creationId xmlns:a16="http://schemas.microsoft.com/office/drawing/2014/main" id="{FCB2B08D-B674-4DA5-A7E5-1C03E4FB47E5}"/>
              </a:ext>
            </a:extLst>
          </p:cNvPr>
          <p:cNvSpPr>
            <a:spLocks noChangeArrowheads="1"/>
          </p:cNvSpPr>
          <p:nvPr/>
        </p:nvSpPr>
        <p:spPr bwMode="auto">
          <a:xfrm>
            <a:off x="4025900" y="1727200"/>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5" name="Rectangle 10">
            <a:extLst>
              <a:ext uri="{FF2B5EF4-FFF2-40B4-BE49-F238E27FC236}">
                <a16:creationId xmlns:a16="http://schemas.microsoft.com/office/drawing/2014/main" id="{2A1B9AD5-B479-458C-BB18-AC10C551E3F0}"/>
              </a:ext>
            </a:extLst>
          </p:cNvPr>
          <p:cNvSpPr>
            <a:spLocks noChangeArrowheads="1"/>
          </p:cNvSpPr>
          <p:nvPr/>
        </p:nvSpPr>
        <p:spPr bwMode="auto">
          <a:xfrm>
            <a:off x="6496050" y="16287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6" name="Rectangle 11">
            <a:extLst>
              <a:ext uri="{FF2B5EF4-FFF2-40B4-BE49-F238E27FC236}">
                <a16:creationId xmlns:a16="http://schemas.microsoft.com/office/drawing/2014/main" id="{3B97B046-352D-4B0C-98DA-018DCF13E539}"/>
              </a:ext>
            </a:extLst>
          </p:cNvPr>
          <p:cNvSpPr>
            <a:spLocks noChangeArrowheads="1"/>
          </p:cNvSpPr>
          <p:nvPr/>
        </p:nvSpPr>
        <p:spPr bwMode="auto">
          <a:xfrm>
            <a:off x="3578225" y="2081213"/>
            <a:ext cx="19129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7" name="Rectangle 12">
            <a:extLst>
              <a:ext uri="{FF2B5EF4-FFF2-40B4-BE49-F238E27FC236}">
                <a16:creationId xmlns:a16="http://schemas.microsoft.com/office/drawing/2014/main" id="{05700E4C-F785-4DB2-9415-B4C6BB172C4D}"/>
              </a:ext>
            </a:extLst>
          </p:cNvPr>
          <p:cNvSpPr>
            <a:spLocks noChangeArrowheads="1"/>
          </p:cNvSpPr>
          <p:nvPr/>
        </p:nvSpPr>
        <p:spPr bwMode="auto">
          <a:xfrm>
            <a:off x="2514600" y="2093913"/>
            <a:ext cx="11113"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8" name="Rectangle 13">
            <a:extLst>
              <a:ext uri="{FF2B5EF4-FFF2-40B4-BE49-F238E27FC236}">
                <a16:creationId xmlns:a16="http://schemas.microsoft.com/office/drawing/2014/main" id="{C45F2319-487B-4AFF-BCEA-B1882E54F822}"/>
              </a:ext>
            </a:extLst>
          </p:cNvPr>
          <p:cNvSpPr>
            <a:spLocks noChangeArrowheads="1"/>
          </p:cNvSpPr>
          <p:nvPr/>
        </p:nvSpPr>
        <p:spPr bwMode="auto">
          <a:xfrm>
            <a:off x="5640388" y="181927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9" name="Rectangle 14">
            <a:extLst>
              <a:ext uri="{FF2B5EF4-FFF2-40B4-BE49-F238E27FC236}">
                <a16:creationId xmlns:a16="http://schemas.microsoft.com/office/drawing/2014/main" id="{B27AAB4D-280A-4FCB-A5FD-F8859C12117F}"/>
              </a:ext>
            </a:extLst>
          </p:cNvPr>
          <p:cNvSpPr>
            <a:spLocks noChangeArrowheads="1"/>
          </p:cNvSpPr>
          <p:nvPr/>
        </p:nvSpPr>
        <p:spPr bwMode="auto">
          <a:xfrm>
            <a:off x="3578225" y="20939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0" name="Rectangle 15">
            <a:extLst>
              <a:ext uri="{FF2B5EF4-FFF2-40B4-BE49-F238E27FC236}">
                <a16:creationId xmlns:a16="http://schemas.microsoft.com/office/drawing/2014/main" id="{DE22D505-9AEC-4343-AAD1-15010534F1F9}"/>
              </a:ext>
            </a:extLst>
          </p:cNvPr>
          <p:cNvSpPr>
            <a:spLocks noChangeArrowheads="1"/>
          </p:cNvSpPr>
          <p:nvPr/>
        </p:nvSpPr>
        <p:spPr bwMode="auto">
          <a:xfrm>
            <a:off x="2824163" y="20986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1" name="Rectangle 16">
            <a:extLst>
              <a:ext uri="{FF2B5EF4-FFF2-40B4-BE49-F238E27FC236}">
                <a16:creationId xmlns:a16="http://schemas.microsoft.com/office/drawing/2014/main" id="{94A067D1-2E93-4536-8B8B-7FAC9475899A}"/>
              </a:ext>
            </a:extLst>
          </p:cNvPr>
          <p:cNvSpPr>
            <a:spLocks noChangeArrowheads="1"/>
          </p:cNvSpPr>
          <p:nvPr/>
        </p:nvSpPr>
        <p:spPr bwMode="auto">
          <a:xfrm>
            <a:off x="3730625" y="21891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2" name="Rectangle 17">
            <a:extLst>
              <a:ext uri="{FF2B5EF4-FFF2-40B4-BE49-F238E27FC236}">
                <a16:creationId xmlns:a16="http://schemas.microsoft.com/office/drawing/2014/main" id="{639B965C-0D47-4795-948D-D22DB11EC26D}"/>
              </a:ext>
            </a:extLst>
          </p:cNvPr>
          <p:cNvSpPr>
            <a:spLocks noChangeArrowheads="1"/>
          </p:cNvSpPr>
          <p:nvPr/>
        </p:nvSpPr>
        <p:spPr bwMode="auto">
          <a:xfrm>
            <a:off x="3992563" y="21891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3" name="Rectangle 18">
            <a:extLst>
              <a:ext uri="{FF2B5EF4-FFF2-40B4-BE49-F238E27FC236}">
                <a16:creationId xmlns:a16="http://schemas.microsoft.com/office/drawing/2014/main" id="{5B94543B-F021-497F-AD83-EB2D36AE6049}"/>
              </a:ext>
            </a:extLst>
          </p:cNvPr>
          <p:cNvSpPr>
            <a:spLocks noChangeArrowheads="1"/>
          </p:cNvSpPr>
          <p:nvPr/>
        </p:nvSpPr>
        <p:spPr bwMode="auto">
          <a:xfrm>
            <a:off x="4259263" y="21891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4" name="Rectangle 19">
            <a:extLst>
              <a:ext uri="{FF2B5EF4-FFF2-40B4-BE49-F238E27FC236}">
                <a16:creationId xmlns:a16="http://schemas.microsoft.com/office/drawing/2014/main" id="{F9B45D2D-7DF6-4F9D-95A4-B9C1124E105C}"/>
              </a:ext>
            </a:extLst>
          </p:cNvPr>
          <p:cNvSpPr>
            <a:spLocks noChangeArrowheads="1"/>
          </p:cNvSpPr>
          <p:nvPr/>
        </p:nvSpPr>
        <p:spPr bwMode="auto">
          <a:xfrm>
            <a:off x="4686300" y="21891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5" name="Rectangle 20">
            <a:extLst>
              <a:ext uri="{FF2B5EF4-FFF2-40B4-BE49-F238E27FC236}">
                <a16:creationId xmlns:a16="http://schemas.microsoft.com/office/drawing/2014/main" id="{090D2663-3537-4284-AC9B-4FCF01A08CC3}"/>
              </a:ext>
            </a:extLst>
          </p:cNvPr>
          <p:cNvSpPr>
            <a:spLocks noChangeArrowheads="1"/>
          </p:cNvSpPr>
          <p:nvPr/>
        </p:nvSpPr>
        <p:spPr bwMode="auto">
          <a:xfrm>
            <a:off x="4943475" y="21891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6" name="Rectangle 21">
            <a:extLst>
              <a:ext uri="{FF2B5EF4-FFF2-40B4-BE49-F238E27FC236}">
                <a16:creationId xmlns:a16="http://schemas.microsoft.com/office/drawing/2014/main" id="{527B73DC-E102-4C1A-A371-D2A19A969B8B}"/>
              </a:ext>
            </a:extLst>
          </p:cNvPr>
          <p:cNvSpPr>
            <a:spLocks noChangeArrowheads="1"/>
          </p:cNvSpPr>
          <p:nvPr/>
        </p:nvSpPr>
        <p:spPr bwMode="auto">
          <a:xfrm>
            <a:off x="5481638" y="20939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7" name="Rectangle 22">
            <a:extLst>
              <a:ext uri="{FF2B5EF4-FFF2-40B4-BE49-F238E27FC236}">
                <a16:creationId xmlns:a16="http://schemas.microsoft.com/office/drawing/2014/main" id="{33CAF03F-CB15-4ED6-9755-012CA02C1AE5}"/>
              </a:ext>
            </a:extLst>
          </p:cNvPr>
          <p:cNvSpPr>
            <a:spLocks noChangeArrowheads="1"/>
          </p:cNvSpPr>
          <p:nvPr/>
        </p:nvSpPr>
        <p:spPr bwMode="auto">
          <a:xfrm>
            <a:off x="5210175" y="21891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8" name="Rectangle 23">
            <a:extLst>
              <a:ext uri="{FF2B5EF4-FFF2-40B4-BE49-F238E27FC236}">
                <a16:creationId xmlns:a16="http://schemas.microsoft.com/office/drawing/2014/main" id="{B00CD645-3B7A-4192-8D7D-DE6ECB9B11F0}"/>
              </a:ext>
            </a:extLst>
          </p:cNvPr>
          <p:cNvSpPr>
            <a:spLocks noChangeArrowheads="1"/>
          </p:cNvSpPr>
          <p:nvPr/>
        </p:nvSpPr>
        <p:spPr bwMode="auto">
          <a:xfrm>
            <a:off x="6496050" y="20939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9" name="Rectangle 24">
            <a:extLst>
              <a:ext uri="{FF2B5EF4-FFF2-40B4-BE49-F238E27FC236}">
                <a16:creationId xmlns:a16="http://schemas.microsoft.com/office/drawing/2014/main" id="{10D76FF6-3F0B-44EB-9F00-35C7D2652EEC}"/>
              </a:ext>
            </a:extLst>
          </p:cNvPr>
          <p:cNvSpPr>
            <a:spLocks noChangeArrowheads="1"/>
          </p:cNvSpPr>
          <p:nvPr/>
        </p:nvSpPr>
        <p:spPr bwMode="auto">
          <a:xfrm>
            <a:off x="2540000" y="2536825"/>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0" name="Rectangle 25">
            <a:extLst>
              <a:ext uri="{FF2B5EF4-FFF2-40B4-BE49-F238E27FC236}">
                <a16:creationId xmlns:a16="http://schemas.microsoft.com/office/drawing/2014/main" id="{BDFAE5B4-05DA-4F8B-88A7-E0AF8057D654}"/>
              </a:ext>
            </a:extLst>
          </p:cNvPr>
          <p:cNvSpPr>
            <a:spLocks noChangeArrowheads="1"/>
          </p:cNvSpPr>
          <p:nvPr/>
        </p:nvSpPr>
        <p:spPr bwMode="auto">
          <a:xfrm>
            <a:off x="2514600" y="2554288"/>
            <a:ext cx="11113"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1" name="Rectangle 26">
            <a:extLst>
              <a:ext uri="{FF2B5EF4-FFF2-40B4-BE49-F238E27FC236}">
                <a16:creationId xmlns:a16="http://schemas.microsoft.com/office/drawing/2014/main" id="{0EF5B3A0-8C94-44FB-A0C7-57435E1AEB74}"/>
              </a:ext>
            </a:extLst>
          </p:cNvPr>
          <p:cNvSpPr>
            <a:spLocks noChangeArrowheads="1"/>
          </p:cNvSpPr>
          <p:nvPr/>
        </p:nvSpPr>
        <p:spPr bwMode="auto">
          <a:xfrm>
            <a:off x="5926138" y="20970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2" name="Rectangle 27">
            <a:extLst>
              <a:ext uri="{FF2B5EF4-FFF2-40B4-BE49-F238E27FC236}">
                <a16:creationId xmlns:a16="http://schemas.microsoft.com/office/drawing/2014/main" id="{A37F8FD4-48E6-4FF6-BB98-16FB67BBA511}"/>
              </a:ext>
            </a:extLst>
          </p:cNvPr>
          <p:cNvSpPr>
            <a:spLocks noChangeArrowheads="1"/>
          </p:cNvSpPr>
          <p:nvPr/>
        </p:nvSpPr>
        <p:spPr bwMode="auto">
          <a:xfrm>
            <a:off x="3578225" y="25542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3" name="Rectangle 28">
            <a:extLst>
              <a:ext uri="{FF2B5EF4-FFF2-40B4-BE49-F238E27FC236}">
                <a16:creationId xmlns:a16="http://schemas.microsoft.com/office/drawing/2014/main" id="{047A8ADB-45FE-4240-A4C4-CCE981767788}"/>
              </a:ext>
            </a:extLst>
          </p:cNvPr>
          <p:cNvSpPr>
            <a:spLocks noChangeArrowheads="1"/>
          </p:cNvSpPr>
          <p:nvPr/>
        </p:nvSpPr>
        <p:spPr bwMode="auto">
          <a:xfrm>
            <a:off x="2965450" y="26511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4" name="Rectangle 29">
            <a:extLst>
              <a:ext uri="{FF2B5EF4-FFF2-40B4-BE49-F238E27FC236}">
                <a16:creationId xmlns:a16="http://schemas.microsoft.com/office/drawing/2014/main" id="{CD551C75-51B2-40DB-B241-B5CDD180D359}"/>
              </a:ext>
            </a:extLst>
          </p:cNvPr>
          <p:cNvSpPr>
            <a:spLocks noChangeArrowheads="1"/>
          </p:cNvSpPr>
          <p:nvPr/>
        </p:nvSpPr>
        <p:spPr bwMode="auto">
          <a:xfrm>
            <a:off x="3971925" y="26511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5" name="Rectangle 30">
            <a:extLst>
              <a:ext uri="{FF2B5EF4-FFF2-40B4-BE49-F238E27FC236}">
                <a16:creationId xmlns:a16="http://schemas.microsoft.com/office/drawing/2014/main" id="{EB0D54F4-1A85-4736-82B8-F32C7527F527}"/>
              </a:ext>
            </a:extLst>
          </p:cNvPr>
          <p:cNvSpPr>
            <a:spLocks noChangeArrowheads="1"/>
          </p:cNvSpPr>
          <p:nvPr/>
        </p:nvSpPr>
        <p:spPr bwMode="auto">
          <a:xfrm>
            <a:off x="5481638" y="25542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6" name="Rectangle 31">
            <a:extLst>
              <a:ext uri="{FF2B5EF4-FFF2-40B4-BE49-F238E27FC236}">
                <a16:creationId xmlns:a16="http://schemas.microsoft.com/office/drawing/2014/main" id="{317AA31A-669E-4B9A-A794-8BE8192D848F}"/>
              </a:ext>
            </a:extLst>
          </p:cNvPr>
          <p:cNvSpPr>
            <a:spLocks noChangeArrowheads="1"/>
          </p:cNvSpPr>
          <p:nvPr/>
        </p:nvSpPr>
        <p:spPr bwMode="auto">
          <a:xfrm>
            <a:off x="4927600" y="26511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7" name="Rectangle 32">
            <a:extLst>
              <a:ext uri="{FF2B5EF4-FFF2-40B4-BE49-F238E27FC236}">
                <a16:creationId xmlns:a16="http://schemas.microsoft.com/office/drawing/2014/main" id="{B60C4250-282F-4F1A-A935-7D7860A65DEC}"/>
              </a:ext>
            </a:extLst>
          </p:cNvPr>
          <p:cNvSpPr>
            <a:spLocks noChangeArrowheads="1"/>
          </p:cNvSpPr>
          <p:nvPr/>
        </p:nvSpPr>
        <p:spPr bwMode="auto">
          <a:xfrm>
            <a:off x="6496050" y="25542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8" name="Rectangle 33">
            <a:extLst>
              <a:ext uri="{FF2B5EF4-FFF2-40B4-BE49-F238E27FC236}">
                <a16:creationId xmlns:a16="http://schemas.microsoft.com/office/drawing/2014/main" id="{C2C824A9-B179-490D-8000-E9735521B595}"/>
              </a:ext>
            </a:extLst>
          </p:cNvPr>
          <p:cNvSpPr>
            <a:spLocks noChangeArrowheads="1"/>
          </p:cNvSpPr>
          <p:nvPr/>
        </p:nvSpPr>
        <p:spPr bwMode="auto">
          <a:xfrm>
            <a:off x="2514600" y="2955925"/>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9" name="Rectangle 34">
            <a:extLst>
              <a:ext uri="{FF2B5EF4-FFF2-40B4-BE49-F238E27FC236}">
                <a16:creationId xmlns:a16="http://schemas.microsoft.com/office/drawing/2014/main" id="{E6A35413-4E17-4C19-94B2-4B65F0619656}"/>
              </a:ext>
            </a:extLst>
          </p:cNvPr>
          <p:cNvSpPr>
            <a:spLocks noChangeArrowheads="1"/>
          </p:cNvSpPr>
          <p:nvPr/>
        </p:nvSpPr>
        <p:spPr bwMode="auto">
          <a:xfrm>
            <a:off x="5930900" y="26511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0" name="Rectangle 35">
            <a:extLst>
              <a:ext uri="{FF2B5EF4-FFF2-40B4-BE49-F238E27FC236}">
                <a16:creationId xmlns:a16="http://schemas.microsoft.com/office/drawing/2014/main" id="{A25B9842-1937-4D65-8FEF-D6B2BC76B7AB}"/>
              </a:ext>
            </a:extLst>
          </p:cNvPr>
          <p:cNvSpPr>
            <a:spLocks noChangeArrowheads="1"/>
          </p:cNvSpPr>
          <p:nvPr/>
        </p:nvSpPr>
        <p:spPr bwMode="auto">
          <a:xfrm>
            <a:off x="3578225" y="29559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1" name="Rectangle 36">
            <a:extLst>
              <a:ext uri="{FF2B5EF4-FFF2-40B4-BE49-F238E27FC236}">
                <a16:creationId xmlns:a16="http://schemas.microsoft.com/office/drawing/2014/main" id="{17CDAA54-3376-47A0-84A8-6866E7659473}"/>
              </a:ext>
            </a:extLst>
          </p:cNvPr>
          <p:cNvSpPr>
            <a:spLocks noChangeArrowheads="1"/>
          </p:cNvSpPr>
          <p:nvPr/>
        </p:nvSpPr>
        <p:spPr bwMode="auto">
          <a:xfrm>
            <a:off x="2973388" y="29511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2" name="Rectangle 37">
            <a:extLst>
              <a:ext uri="{FF2B5EF4-FFF2-40B4-BE49-F238E27FC236}">
                <a16:creationId xmlns:a16="http://schemas.microsoft.com/office/drawing/2014/main" id="{B2FE8407-4880-4D20-9265-3A8E4C5DB549}"/>
              </a:ext>
            </a:extLst>
          </p:cNvPr>
          <p:cNvSpPr>
            <a:spLocks noChangeArrowheads="1"/>
          </p:cNvSpPr>
          <p:nvPr/>
        </p:nvSpPr>
        <p:spPr bwMode="auto">
          <a:xfrm>
            <a:off x="3967163" y="29511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3" name="Rectangle 38">
            <a:extLst>
              <a:ext uri="{FF2B5EF4-FFF2-40B4-BE49-F238E27FC236}">
                <a16:creationId xmlns:a16="http://schemas.microsoft.com/office/drawing/2014/main" id="{4A61413A-5942-4D10-8EDD-9B08246F0FCA}"/>
              </a:ext>
            </a:extLst>
          </p:cNvPr>
          <p:cNvSpPr>
            <a:spLocks noChangeArrowheads="1"/>
          </p:cNvSpPr>
          <p:nvPr/>
        </p:nvSpPr>
        <p:spPr bwMode="auto">
          <a:xfrm>
            <a:off x="5481638" y="29559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4" name="Rectangle 39">
            <a:extLst>
              <a:ext uri="{FF2B5EF4-FFF2-40B4-BE49-F238E27FC236}">
                <a16:creationId xmlns:a16="http://schemas.microsoft.com/office/drawing/2014/main" id="{949174FA-54EA-41EB-AD5E-87167771591C}"/>
              </a:ext>
            </a:extLst>
          </p:cNvPr>
          <p:cNvSpPr>
            <a:spLocks noChangeArrowheads="1"/>
          </p:cNvSpPr>
          <p:nvPr/>
        </p:nvSpPr>
        <p:spPr bwMode="auto">
          <a:xfrm>
            <a:off x="4943475" y="29511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5" name="Rectangle 40">
            <a:extLst>
              <a:ext uri="{FF2B5EF4-FFF2-40B4-BE49-F238E27FC236}">
                <a16:creationId xmlns:a16="http://schemas.microsoft.com/office/drawing/2014/main" id="{069073A5-4B06-4A8F-B254-2A66771D7114}"/>
              </a:ext>
            </a:extLst>
          </p:cNvPr>
          <p:cNvSpPr>
            <a:spLocks noChangeArrowheads="1"/>
          </p:cNvSpPr>
          <p:nvPr/>
        </p:nvSpPr>
        <p:spPr bwMode="auto">
          <a:xfrm>
            <a:off x="6496050" y="29559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6" name="Rectangle 41">
            <a:extLst>
              <a:ext uri="{FF2B5EF4-FFF2-40B4-BE49-F238E27FC236}">
                <a16:creationId xmlns:a16="http://schemas.microsoft.com/office/drawing/2014/main" id="{97A34FEA-F0E8-4AB8-9A75-83A0689AD484}"/>
              </a:ext>
            </a:extLst>
          </p:cNvPr>
          <p:cNvSpPr>
            <a:spLocks noChangeArrowheads="1"/>
          </p:cNvSpPr>
          <p:nvPr/>
        </p:nvSpPr>
        <p:spPr bwMode="auto">
          <a:xfrm>
            <a:off x="2514600" y="3260725"/>
            <a:ext cx="11113"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7" name="Rectangle 42">
            <a:extLst>
              <a:ext uri="{FF2B5EF4-FFF2-40B4-BE49-F238E27FC236}">
                <a16:creationId xmlns:a16="http://schemas.microsoft.com/office/drawing/2014/main" id="{EC7DAC37-2A93-4EAC-8C74-D08949B8AA45}"/>
              </a:ext>
            </a:extLst>
          </p:cNvPr>
          <p:cNvSpPr>
            <a:spLocks noChangeArrowheads="1"/>
          </p:cNvSpPr>
          <p:nvPr/>
        </p:nvSpPr>
        <p:spPr bwMode="auto">
          <a:xfrm>
            <a:off x="5930900" y="29511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8" name="Rectangle 43">
            <a:extLst>
              <a:ext uri="{FF2B5EF4-FFF2-40B4-BE49-F238E27FC236}">
                <a16:creationId xmlns:a16="http://schemas.microsoft.com/office/drawing/2014/main" id="{D06375B0-6418-4138-A01D-4C357CD71C82}"/>
              </a:ext>
            </a:extLst>
          </p:cNvPr>
          <p:cNvSpPr>
            <a:spLocks noChangeArrowheads="1"/>
          </p:cNvSpPr>
          <p:nvPr/>
        </p:nvSpPr>
        <p:spPr bwMode="auto">
          <a:xfrm>
            <a:off x="3578225" y="32607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9" name="Rectangle 44">
            <a:extLst>
              <a:ext uri="{FF2B5EF4-FFF2-40B4-BE49-F238E27FC236}">
                <a16:creationId xmlns:a16="http://schemas.microsoft.com/office/drawing/2014/main" id="{BD9D3004-B8C0-49A9-80DC-1D70C45ABE4A}"/>
              </a:ext>
            </a:extLst>
          </p:cNvPr>
          <p:cNvSpPr>
            <a:spLocks noChangeArrowheads="1"/>
          </p:cNvSpPr>
          <p:nvPr/>
        </p:nvSpPr>
        <p:spPr bwMode="auto">
          <a:xfrm>
            <a:off x="2973388" y="32559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0" name="Rectangle 45">
            <a:extLst>
              <a:ext uri="{FF2B5EF4-FFF2-40B4-BE49-F238E27FC236}">
                <a16:creationId xmlns:a16="http://schemas.microsoft.com/office/drawing/2014/main" id="{DD34AD04-9D41-4B3B-844C-351D631F97D1}"/>
              </a:ext>
            </a:extLst>
          </p:cNvPr>
          <p:cNvSpPr>
            <a:spLocks noChangeArrowheads="1"/>
          </p:cNvSpPr>
          <p:nvPr/>
        </p:nvSpPr>
        <p:spPr bwMode="auto">
          <a:xfrm>
            <a:off x="3987800" y="32559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1" name="Rectangle 46">
            <a:extLst>
              <a:ext uri="{FF2B5EF4-FFF2-40B4-BE49-F238E27FC236}">
                <a16:creationId xmlns:a16="http://schemas.microsoft.com/office/drawing/2014/main" id="{E88A7091-B92D-461E-92BC-75BC5227516F}"/>
              </a:ext>
            </a:extLst>
          </p:cNvPr>
          <p:cNvSpPr>
            <a:spLocks noChangeArrowheads="1"/>
          </p:cNvSpPr>
          <p:nvPr/>
        </p:nvSpPr>
        <p:spPr bwMode="auto">
          <a:xfrm>
            <a:off x="5481638" y="32607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2" name="Rectangle 47">
            <a:extLst>
              <a:ext uri="{FF2B5EF4-FFF2-40B4-BE49-F238E27FC236}">
                <a16:creationId xmlns:a16="http://schemas.microsoft.com/office/drawing/2014/main" id="{3C4DC995-CB21-4C77-897A-1C086245D3A9}"/>
              </a:ext>
            </a:extLst>
          </p:cNvPr>
          <p:cNvSpPr>
            <a:spLocks noChangeArrowheads="1"/>
          </p:cNvSpPr>
          <p:nvPr/>
        </p:nvSpPr>
        <p:spPr bwMode="auto">
          <a:xfrm>
            <a:off x="4935538" y="32559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3" name="Rectangle 48">
            <a:extLst>
              <a:ext uri="{FF2B5EF4-FFF2-40B4-BE49-F238E27FC236}">
                <a16:creationId xmlns:a16="http://schemas.microsoft.com/office/drawing/2014/main" id="{8A824438-6B08-4912-809C-90EA3C68EB66}"/>
              </a:ext>
            </a:extLst>
          </p:cNvPr>
          <p:cNvSpPr>
            <a:spLocks noChangeArrowheads="1"/>
          </p:cNvSpPr>
          <p:nvPr/>
        </p:nvSpPr>
        <p:spPr bwMode="auto">
          <a:xfrm>
            <a:off x="6496050" y="32607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4" name="Rectangle 49">
            <a:extLst>
              <a:ext uri="{FF2B5EF4-FFF2-40B4-BE49-F238E27FC236}">
                <a16:creationId xmlns:a16="http://schemas.microsoft.com/office/drawing/2014/main" id="{915D94CE-B68B-4012-A899-A0DD925C3E80}"/>
              </a:ext>
            </a:extLst>
          </p:cNvPr>
          <p:cNvSpPr>
            <a:spLocks noChangeArrowheads="1"/>
          </p:cNvSpPr>
          <p:nvPr/>
        </p:nvSpPr>
        <p:spPr bwMode="auto">
          <a:xfrm>
            <a:off x="2514600" y="35639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5" name="Rectangle 50">
            <a:extLst>
              <a:ext uri="{FF2B5EF4-FFF2-40B4-BE49-F238E27FC236}">
                <a16:creationId xmlns:a16="http://schemas.microsoft.com/office/drawing/2014/main" id="{831A4626-3AA4-4A52-A8C3-6117A7EBB030}"/>
              </a:ext>
            </a:extLst>
          </p:cNvPr>
          <p:cNvSpPr>
            <a:spLocks noChangeArrowheads="1"/>
          </p:cNvSpPr>
          <p:nvPr/>
        </p:nvSpPr>
        <p:spPr bwMode="auto">
          <a:xfrm>
            <a:off x="5930900" y="3255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6" name="Rectangle 51">
            <a:extLst>
              <a:ext uri="{FF2B5EF4-FFF2-40B4-BE49-F238E27FC236}">
                <a16:creationId xmlns:a16="http://schemas.microsoft.com/office/drawing/2014/main" id="{8DC72D6B-5457-416B-BB10-3CEA8DCAB660}"/>
              </a:ext>
            </a:extLst>
          </p:cNvPr>
          <p:cNvSpPr>
            <a:spLocks noChangeArrowheads="1"/>
          </p:cNvSpPr>
          <p:nvPr/>
        </p:nvSpPr>
        <p:spPr bwMode="auto">
          <a:xfrm>
            <a:off x="3578225" y="3563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7" name="Rectangle 52">
            <a:extLst>
              <a:ext uri="{FF2B5EF4-FFF2-40B4-BE49-F238E27FC236}">
                <a16:creationId xmlns:a16="http://schemas.microsoft.com/office/drawing/2014/main" id="{32CB95E0-2DF3-4BD8-8A32-61CB36544DB4}"/>
              </a:ext>
            </a:extLst>
          </p:cNvPr>
          <p:cNvSpPr>
            <a:spLocks noChangeArrowheads="1"/>
          </p:cNvSpPr>
          <p:nvPr/>
        </p:nvSpPr>
        <p:spPr bwMode="auto">
          <a:xfrm>
            <a:off x="2965450" y="35591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8" name="Rectangle 53">
            <a:extLst>
              <a:ext uri="{FF2B5EF4-FFF2-40B4-BE49-F238E27FC236}">
                <a16:creationId xmlns:a16="http://schemas.microsoft.com/office/drawing/2014/main" id="{08B6C284-0F64-46FF-9793-7DA02FA162AD}"/>
              </a:ext>
            </a:extLst>
          </p:cNvPr>
          <p:cNvSpPr>
            <a:spLocks noChangeArrowheads="1"/>
          </p:cNvSpPr>
          <p:nvPr/>
        </p:nvSpPr>
        <p:spPr bwMode="auto">
          <a:xfrm>
            <a:off x="3971925" y="35591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9" name="Rectangle 54">
            <a:extLst>
              <a:ext uri="{FF2B5EF4-FFF2-40B4-BE49-F238E27FC236}">
                <a16:creationId xmlns:a16="http://schemas.microsoft.com/office/drawing/2014/main" id="{BA9EFA4E-8AFF-4B8C-953F-A5075F8D11D0}"/>
              </a:ext>
            </a:extLst>
          </p:cNvPr>
          <p:cNvSpPr>
            <a:spLocks noChangeArrowheads="1"/>
          </p:cNvSpPr>
          <p:nvPr/>
        </p:nvSpPr>
        <p:spPr bwMode="auto">
          <a:xfrm>
            <a:off x="5481638" y="3563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0" name="Rectangle 55">
            <a:extLst>
              <a:ext uri="{FF2B5EF4-FFF2-40B4-BE49-F238E27FC236}">
                <a16:creationId xmlns:a16="http://schemas.microsoft.com/office/drawing/2014/main" id="{3CFD67B3-B041-4595-9D87-4C5B569D3167}"/>
              </a:ext>
            </a:extLst>
          </p:cNvPr>
          <p:cNvSpPr>
            <a:spLocks noChangeArrowheads="1"/>
          </p:cNvSpPr>
          <p:nvPr/>
        </p:nvSpPr>
        <p:spPr bwMode="auto">
          <a:xfrm>
            <a:off x="4922838" y="35591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1" name="Rectangle 56">
            <a:extLst>
              <a:ext uri="{FF2B5EF4-FFF2-40B4-BE49-F238E27FC236}">
                <a16:creationId xmlns:a16="http://schemas.microsoft.com/office/drawing/2014/main" id="{6081EE4D-2286-4D20-973F-468CF986F857}"/>
              </a:ext>
            </a:extLst>
          </p:cNvPr>
          <p:cNvSpPr>
            <a:spLocks noChangeArrowheads="1"/>
          </p:cNvSpPr>
          <p:nvPr/>
        </p:nvSpPr>
        <p:spPr bwMode="auto">
          <a:xfrm>
            <a:off x="6496050" y="3563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2" name="Rectangle 57">
            <a:extLst>
              <a:ext uri="{FF2B5EF4-FFF2-40B4-BE49-F238E27FC236}">
                <a16:creationId xmlns:a16="http://schemas.microsoft.com/office/drawing/2014/main" id="{8721F69F-FACB-4AB7-92DD-6E30781187A9}"/>
              </a:ext>
            </a:extLst>
          </p:cNvPr>
          <p:cNvSpPr>
            <a:spLocks noChangeArrowheads="1"/>
          </p:cNvSpPr>
          <p:nvPr/>
        </p:nvSpPr>
        <p:spPr bwMode="auto">
          <a:xfrm>
            <a:off x="2514600" y="38687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3" name="Rectangle 58">
            <a:extLst>
              <a:ext uri="{FF2B5EF4-FFF2-40B4-BE49-F238E27FC236}">
                <a16:creationId xmlns:a16="http://schemas.microsoft.com/office/drawing/2014/main" id="{A50E0C90-DAB5-43AB-B33F-00BB5A2C2EBE}"/>
              </a:ext>
            </a:extLst>
          </p:cNvPr>
          <p:cNvSpPr>
            <a:spLocks noChangeArrowheads="1"/>
          </p:cNvSpPr>
          <p:nvPr/>
        </p:nvSpPr>
        <p:spPr bwMode="auto">
          <a:xfrm>
            <a:off x="5930900" y="35591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4" name="Rectangle 59">
            <a:extLst>
              <a:ext uri="{FF2B5EF4-FFF2-40B4-BE49-F238E27FC236}">
                <a16:creationId xmlns:a16="http://schemas.microsoft.com/office/drawing/2014/main" id="{330BCC61-2288-4143-98C7-8547E8886C2E}"/>
              </a:ext>
            </a:extLst>
          </p:cNvPr>
          <p:cNvSpPr>
            <a:spLocks noChangeArrowheads="1"/>
          </p:cNvSpPr>
          <p:nvPr/>
        </p:nvSpPr>
        <p:spPr bwMode="auto">
          <a:xfrm>
            <a:off x="3578225" y="3868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5" name="Rectangle 60">
            <a:extLst>
              <a:ext uri="{FF2B5EF4-FFF2-40B4-BE49-F238E27FC236}">
                <a16:creationId xmlns:a16="http://schemas.microsoft.com/office/drawing/2014/main" id="{936F0137-21D7-4F45-84DA-621A24794FC9}"/>
              </a:ext>
            </a:extLst>
          </p:cNvPr>
          <p:cNvSpPr>
            <a:spLocks noChangeArrowheads="1"/>
          </p:cNvSpPr>
          <p:nvPr/>
        </p:nvSpPr>
        <p:spPr bwMode="auto">
          <a:xfrm>
            <a:off x="2979738" y="38623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6" name="Rectangle 61">
            <a:extLst>
              <a:ext uri="{FF2B5EF4-FFF2-40B4-BE49-F238E27FC236}">
                <a16:creationId xmlns:a16="http://schemas.microsoft.com/office/drawing/2014/main" id="{2C20798F-11D1-4BB2-8B2D-8F3E559F0C50}"/>
              </a:ext>
            </a:extLst>
          </p:cNvPr>
          <p:cNvSpPr>
            <a:spLocks noChangeArrowheads="1"/>
          </p:cNvSpPr>
          <p:nvPr/>
        </p:nvSpPr>
        <p:spPr bwMode="auto">
          <a:xfrm>
            <a:off x="3986213" y="38623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7" name="Rectangle 62">
            <a:extLst>
              <a:ext uri="{FF2B5EF4-FFF2-40B4-BE49-F238E27FC236}">
                <a16:creationId xmlns:a16="http://schemas.microsoft.com/office/drawing/2014/main" id="{7818BD3D-8E47-4522-8FC9-554C289A2761}"/>
              </a:ext>
            </a:extLst>
          </p:cNvPr>
          <p:cNvSpPr>
            <a:spLocks noChangeArrowheads="1"/>
          </p:cNvSpPr>
          <p:nvPr/>
        </p:nvSpPr>
        <p:spPr bwMode="auto">
          <a:xfrm>
            <a:off x="5481638" y="3868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8" name="Rectangle 63">
            <a:extLst>
              <a:ext uri="{FF2B5EF4-FFF2-40B4-BE49-F238E27FC236}">
                <a16:creationId xmlns:a16="http://schemas.microsoft.com/office/drawing/2014/main" id="{28F5E508-221D-4AF8-87B3-63A36CC37EFA}"/>
              </a:ext>
            </a:extLst>
          </p:cNvPr>
          <p:cNvSpPr>
            <a:spLocks noChangeArrowheads="1"/>
          </p:cNvSpPr>
          <p:nvPr/>
        </p:nvSpPr>
        <p:spPr bwMode="auto">
          <a:xfrm>
            <a:off x="4927600" y="38623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9" name="Rectangle 64">
            <a:extLst>
              <a:ext uri="{FF2B5EF4-FFF2-40B4-BE49-F238E27FC236}">
                <a16:creationId xmlns:a16="http://schemas.microsoft.com/office/drawing/2014/main" id="{CCB91BA0-DD91-4383-A4FA-E5B98B6CE831}"/>
              </a:ext>
            </a:extLst>
          </p:cNvPr>
          <p:cNvSpPr>
            <a:spLocks noChangeArrowheads="1"/>
          </p:cNvSpPr>
          <p:nvPr/>
        </p:nvSpPr>
        <p:spPr bwMode="auto">
          <a:xfrm>
            <a:off x="6496050" y="3868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0" name="Rectangle 65">
            <a:extLst>
              <a:ext uri="{FF2B5EF4-FFF2-40B4-BE49-F238E27FC236}">
                <a16:creationId xmlns:a16="http://schemas.microsoft.com/office/drawing/2014/main" id="{C7E28CA0-BEE9-40CA-B6BA-C4184785D59C}"/>
              </a:ext>
            </a:extLst>
          </p:cNvPr>
          <p:cNvSpPr>
            <a:spLocks noChangeArrowheads="1"/>
          </p:cNvSpPr>
          <p:nvPr/>
        </p:nvSpPr>
        <p:spPr bwMode="auto">
          <a:xfrm>
            <a:off x="2514600" y="417353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1" name="Rectangle 66">
            <a:extLst>
              <a:ext uri="{FF2B5EF4-FFF2-40B4-BE49-F238E27FC236}">
                <a16:creationId xmlns:a16="http://schemas.microsoft.com/office/drawing/2014/main" id="{81856F20-794D-4306-BB44-39851E6C35D5}"/>
              </a:ext>
            </a:extLst>
          </p:cNvPr>
          <p:cNvSpPr>
            <a:spLocks noChangeArrowheads="1"/>
          </p:cNvSpPr>
          <p:nvPr/>
        </p:nvSpPr>
        <p:spPr bwMode="auto">
          <a:xfrm>
            <a:off x="5930900" y="38623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2" name="Rectangle 67">
            <a:extLst>
              <a:ext uri="{FF2B5EF4-FFF2-40B4-BE49-F238E27FC236}">
                <a16:creationId xmlns:a16="http://schemas.microsoft.com/office/drawing/2014/main" id="{3B86F9C4-5615-4458-9816-1F6F644CA66D}"/>
              </a:ext>
            </a:extLst>
          </p:cNvPr>
          <p:cNvSpPr>
            <a:spLocks noChangeArrowheads="1"/>
          </p:cNvSpPr>
          <p:nvPr/>
        </p:nvSpPr>
        <p:spPr bwMode="auto">
          <a:xfrm>
            <a:off x="3578225" y="41735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3" name="Rectangle 68">
            <a:extLst>
              <a:ext uri="{FF2B5EF4-FFF2-40B4-BE49-F238E27FC236}">
                <a16:creationId xmlns:a16="http://schemas.microsoft.com/office/drawing/2014/main" id="{D4FFE002-9B5D-48E9-A3D0-2C9FFBB6B88A}"/>
              </a:ext>
            </a:extLst>
          </p:cNvPr>
          <p:cNvSpPr>
            <a:spLocks noChangeArrowheads="1"/>
          </p:cNvSpPr>
          <p:nvPr/>
        </p:nvSpPr>
        <p:spPr bwMode="auto">
          <a:xfrm>
            <a:off x="2984500" y="41656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4" name="Rectangle 69">
            <a:extLst>
              <a:ext uri="{FF2B5EF4-FFF2-40B4-BE49-F238E27FC236}">
                <a16:creationId xmlns:a16="http://schemas.microsoft.com/office/drawing/2014/main" id="{616EEA58-CF9C-4699-93BD-521592C4B913}"/>
              </a:ext>
            </a:extLst>
          </p:cNvPr>
          <p:cNvSpPr>
            <a:spLocks noChangeArrowheads="1"/>
          </p:cNvSpPr>
          <p:nvPr/>
        </p:nvSpPr>
        <p:spPr bwMode="auto">
          <a:xfrm>
            <a:off x="3981450" y="416560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5" name="Rectangle 70">
            <a:extLst>
              <a:ext uri="{FF2B5EF4-FFF2-40B4-BE49-F238E27FC236}">
                <a16:creationId xmlns:a16="http://schemas.microsoft.com/office/drawing/2014/main" id="{C85DE52E-A0C6-426C-B0DA-1DE58DDA8D75}"/>
              </a:ext>
            </a:extLst>
          </p:cNvPr>
          <p:cNvSpPr>
            <a:spLocks noChangeArrowheads="1"/>
          </p:cNvSpPr>
          <p:nvPr/>
        </p:nvSpPr>
        <p:spPr bwMode="auto">
          <a:xfrm>
            <a:off x="5481638" y="41735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6" name="Rectangle 71">
            <a:extLst>
              <a:ext uri="{FF2B5EF4-FFF2-40B4-BE49-F238E27FC236}">
                <a16:creationId xmlns:a16="http://schemas.microsoft.com/office/drawing/2014/main" id="{0F06CF80-A4F2-497F-A775-A828CA75424B}"/>
              </a:ext>
            </a:extLst>
          </p:cNvPr>
          <p:cNvSpPr>
            <a:spLocks noChangeArrowheads="1"/>
          </p:cNvSpPr>
          <p:nvPr/>
        </p:nvSpPr>
        <p:spPr bwMode="auto">
          <a:xfrm>
            <a:off x="4921250" y="41656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7" name="Rectangle 72">
            <a:extLst>
              <a:ext uri="{FF2B5EF4-FFF2-40B4-BE49-F238E27FC236}">
                <a16:creationId xmlns:a16="http://schemas.microsoft.com/office/drawing/2014/main" id="{DEFE9BEF-C644-413A-AC47-A7933B95ECE8}"/>
              </a:ext>
            </a:extLst>
          </p:cNvPr>
          <p:cNvSpPr>
            <a:spLocks noChangeArrowheads="1"/>
          </p:cNvSpPr>
          <p:nvPr/>
        </p:nvSpPr>
        <p:spPr bwMode="auto">
          <a:xfrm>
            <a:off x="6496050" y="41735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8" name="Rectangle 73">
            <a:extLst>
              <a:ext uri="{FF2B5EF4-FFF2-40B4-BE49-F238E27FC236}">
                <a16:creationId xmlns:a16="http://schemas.microsoft.com/office/drawing/2014/main" id="{B4F9593F-4C76-4B2D-8B15-81C197D02A4C}"/>
              </a:ext>
            </a:extLst>
          </p:cNvPr>
          <p:cNvSpPr>
            <a:spLocks noChangeArrowheads="1"/>
          </p:cNvSpPr>
          <p:nvPr/>
        </p:nvSpPr>
        <p:spPr bwMode="auto">
          <a:xfrm>
            <a:off x="2514600" y="4457700"/>
            <a:ext cx="11113"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9" name="Rectangle 74">
            <a:extLst>
              <a:ext uri="{FF2B5EF4-FFF2-40B4-BE49-F238E27FC236}">
                <a16:creationId xmlns:a16="http://schemas.microsoft.com/office/drawing/2014/main" id="{56215475-D2D8-4510-A8C5-34B83824F30E}"/>
              </a:ext>
            </a:extLst>
          </p:cNvPr>
          <p:cNvSpPr>
            <a:spLocks noChangeArrowheads="1"/>
          </p:cNvSpPr>
          <p:nvPr/>
        </p:nvSpPr>
        <p:spPr bwMode="auto">
          <a:xfrm>
            <a:off x="5929313" y="41656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0" name="Rectangle 75">
            <a:extLst>
              <a:ext uri="{FF2B5EF4-FFF2-40B4-BE49-F238E27FC236}">
                <a16:creationId xmlns:a16="http://schemas.microsoft.com/office/drawing/2014/main" id="{D74B32C1-6953-4627-933F-F1AA1A7A0401}"/>
              </a:ext>
            </a:extLst>
          </p:cNvPr>
          <p:cNvSpPr>
            <a:spLocks noChangeArrowheads="1"/>
          </p:cNvSpPr>
          <p:nvPr/>
        </p:nvSpPr>
        <p:spPr bwMode="auto">
          <a:xfrm>
            <a:off x="3578225" y="44577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1" name="Rectangle 76">
            <a:extLst>
              <a:ext uri="{FF2B5EF4-FFF2-40B4-BE49-F238E27FC236}">
                <a16:creationId xmlns:a16="http://schemas.microsoft.com/office/drawing/2014/main" id="{DA7C746E-E091-49E3-8C89-6169DFBBBD69}"/>
              </a:ext>
            </a:extLst>
          </p:cNvPr>
          <p:cNvSpPr>
            <a:spLocks noChangeArrowheads="1"/>
          </p:cNvSpPr>
          <p:nvPr/>
        </p:nvSpPr>
        <p:spPr bwMode="auto">
          <a:xfrm>
            <a:off x="2965450" y="44704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2" name="Rectangle 77">
            <a:extLst>
              <a:ext uri="{FF2B5EF4-FFF2-40B4-BE49-F238E27FC236}">
                <a16:creationId xmlns:a16="http://schemas.microsoft.com/office/drawing/2014/main" id="{4CF8DE62-E8C3-4227-9C76-345806D93251}"/>
              </a:ext>
            </a:extLst>
          </p:cNvPr>
          <p:cNvSpPr>
            <a:spLocks noChangeArrowheads="1"/>
          </p:cNvSpPr>
          <p:nvPr/>
        </p:nvSpPr>
        <p:spPr bwMode="auto">
          <a:xfrm>
            <a:off x="3987800" y="44704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3" name="Rectangle 78">
            <a:extLst>
              <a:ext uri="{FF2B5EF4-FFF2-40B4-BE49-F238E27FC236}">
                <a16:creationId xmlns:a16="http://schemas.microsoft.com/office/drawing/2014/main" id="{C5CA47E4-650C-4AB9-BC9E-BDE444D64F93}"/>
              </a:ext>
            </a:extLst>
          </p:cNvPr>
          <p:cNvSpPr>
            <a:spLocks noChangeArrowheads="1"/>
          </p:cNvSpPr>
          <p:nvPr/>
        </p:nvSpPr>
        <p:spPr bwMode="auto">
          <a:xfrm>
            <a:off x="5481638" y="44577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4" name="Rectangle 79">
            <a:extLst>
              <a:ext uri="{FF2B5EF4-FFF2-40B4-BE49-F238E27FC236}">
                <a16:creationId xmlns:a16="http://schemas.microsoft.com/office/drawing/2014/main" id="{4AF70689-B17D-4F4F-B4FD-EDF09FE873F5}"/>
              </a:ext>
            </a:extLst>
          </p:cNvPr>
          <p:cNvSpPr>
            <a:spLocks noChangeArrowheads="1"/>
          </p:cNvSpPr>
          <p:nvPr/>
        </p:nvSpPr>
        <p:spPr bwMode="auto">
          <a:xfrm>
            <a:off x="4921250" y="44704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5" name="Rectangle 80">
            <a:extLst>
              <a:ext uri="{FF2B5EF4-FFF2-40B4-BE49-F238E27FC236}">
                <a16:creationId xmlns:a16="http://schemas.microsoft.com/office/drawing/2014/main" id="{B0C6B822-08ED-4610-910D-C409BE3A4A35}"/>
              </a:ext>
            </a:extLst>
          </p:cNvPr>
          <p:cNvSpPr>
            <a:spLocks noChangeArrowheads="1"/>
          </p:cNvSpPr>
          <p:nvPr/>
        </p:nvSpPr>
        <p:spPr bwMode="auto">
          <a:xfrm>
            <a:off x="6496050" y="44577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6" name="Rectangle 81">
            <a:extLst>
              <a:ext uri="{FF2B5EF4-FFF2-40B4-BE49-F238E27FC236}">
                <a16:creationId xmlns:a16="http://schemas.microsoft.com/office/drawing/2014/main" id="{F53B4F1D-D8D8-4CAC-8FD8-5F74AE76037F}"/>
              </a:ext>
            </a:extLst>
          </p:cNvPr>
          <p:cNvSpPr>
            <a:spLocks noChangeArrowheads="1"/>
          </p:cNvSpPr>
          <p:nvPr/>
        </p:nvSpPr>
        <p:spPr bwMode="auto">
          <a:xfrm>
            <a:off x="2540000" y="4819650"/>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7" name="Rectangle 82">
            <a:extLst>
              <a:ext uri="{FF2B5EF4-FFF2-40B4-BE49-F238E27FC236}">
                <a16:creationId xmlns:a16="http://schemas.microsoft.com/office/drawing/2014/main" id="{35DAF631-45EF-4381-BEF0-5BD5700EE1FD}"/>
              </a:ext>
            </a:extLst>
          </p:cNvPr>
          <p:cNvSpPr>
            <a:spLocks noChangeArrowheads="1"/>
          </p:cNvSpPr>
          <p:nvPr/>
        </p:nvSpPr>
        <p:spPr bwMode="auto">
          <a:xfrm>
            <a:off x="5929313" y="44704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8" name="Title 1">
            <a:extLst>
              <a:ext uri="{FF2B5EF4-FFF2-40B4-BE49-F238E27FC236}">
                <a16:creationId xmlns:a16="http://schemas.microsoft.com/office/drawing/2014/main" id="{94EA1C97-EBBB-4703-840F-D42BCDE09A67}"/>
              </a:ext>
            </a:extLst>
          </p:cNvPr>
          <p:cNvSpPr txBox="1">
            <a:spLocks/>
          </p:cNvSpPr>
          <p:nvPr/>
        </p:nvSpPr>
        <p:spPr bwMode="auto">
          <a:xfrm>
            <a:off x="0" y="3048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Table for This Example</a:t>
            </a:r>
          </a:p>
        </p:txBody>
      </p:sp>
      <p:sp>
        <p:nvSpPr>
          <p:cNvPr id="22609" name="TextBox 125">
            <a:extLst>
              <a:ext uri="{FF2B5EF4-FFF2-40B4-BE49-F238E27FC236}">
                <a16:creationId xmlns:a16="http://schemas.microsoft.com/office/drawing/2014/main" id="{29DFDBE5-EDE1-4858-9E18-6F1CB345D8F8}"/>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6.51 from the textbook ]</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Freeform 37">
            <a:extLst>
              <a:ext uri="{FF2B5EF4-FFF2-40B4-BE49-F238E27FC236}">
                <a16:creationId xmlns:a16="http://schemas.microsoft.com/office/drawing/2014/main" id="{49CEE7F4-DFC7-44D3-A005-5E04A794F0AB}"/>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4" name="Freeform 37">
            <a:extLst>
              <a:ext uri="{FF2B5EF4-FFF2-40B4-BE49-F238E27FC236}">
                <a16:creationId xmlns:a16="http://schemas.microsoft.com/office/drawing/2014/main" id="{2535D231-8F81-4915-911E-A8036C0D31BA}"/>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5" name="Freeform 37">
            <a:extLst>
              <a:ext uri="{FF2B5EF4-FFF2-40B4-BE49-F238E27FC236}">
                <a16:creationId xmlns:a16="http://schemas.microsoft.com/office/drawing/2014/main" id="{9A198262-D54B-4DDE-B3C3-FE32D0E7D279}"/>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6" name="Freeform 37">
            <a:extLst>
              <a:ext uri="{FF2B5EF4-FFF2-40B4-BE49-F238E27FC236}">
                <a16:creationId xmlns:a16="http://schemas.microsoft.com/office/drawing/2014/main" id="{377B9684-A7EC-4004-B901-63524A87138C}"/>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7" name="Freeform 37">
            <a:extLst>
              <a:ext uri="{FF2B5EF4-FFF2-40B4-BE49-F238E27FC236}">
                <a16:creationId xmlns:a16="http://schemas.microsoft.com/office/drawing/2014/main" id="{AEFF895A-D3EE-4127-AC55-98111863715C}"/>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8" name="Freeform 37">
            <a:extLst>
              <a:ext uri="{FF2B5EF4-FFF2-40B4-BE49-F238E27FC236}">
                <a16:creationId xmlns:a16="http://schemas.microsoft.com/office/drawing/2014/main" id="{2C7DB440-21D4-444B-9A37-EB245A72B542}"/>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59" name="Freeform 37">
            <a:extLst>
              <a:ext uri="{FF2B5EF4-FFF2-40B4-BE49-F238E27FC236}">
                <a16:creationId xmlns:a16="http://schemas.microsoft.com/office/drawing/2014/main" id="{0BD5EF4D-A3BF-4875-BB8A-F816213E0A7F}"/>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pic>
        <p:nvPicPr>
          <p:cNvPr id="23560" name="Picture 116" descr="Screen shot 2013-11-22 at 12.44.33 PM.png">
            <a:extLst>
              <a:ext uri="{FF2B5EF4-FFF2-40B4-BE49-F238E27FC236}">
                <a16:creationId xmlns:a16="http://schemas.microsoft.com/office/drawing/2014/main" id="{F45A9B96-ED49-4610-A243-5A42D459A11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3338" y="533400"/>
            <a:ext cx="23368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61" name="Rectangle 1">
            <a:extLst>
              <a:ext uri="{FF2B5EF4-FFF2-40B4-BE49-F238E27FC236}">
                <a16:creationId xmlns:a16="http://schemas.microsoft.com/office/drawing/2014/main" id="{B8764A21-0EC7-4DB4-BFCA-3231459E4D6B}"/>
              </a:ext>
            </a:extLst>
          </p:cNvPr>
          <p:cNvSpPr>
            <a:spLocks noChangeArrowheads="1"/>
          </p:cNvSpPr>
          <p:nvPr/>
        </p:nvSpPr>
        <p:spPr bwMode="auto">
          <a:xfrm>
            <a:off x="165100" y="862013"/>
            <a:ext cx="450850" cy="1554162"/>
          </a:xfrm>
          <a:prstGeom prst="rect">
            <a:avLst/>
          </a:prstGeom>
          <a:noFill/>
          <a:ln w="44450">
            <a:solidFill>
              <a:srgbClr val="0CF9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3562" name="Title 1">
            <a:extLst>
              <a:ext uri="{FF2B5EF4-FFF2-40B4-BE49-F238E27FC236}">
                <a16:creationId xmlns:a16="http://schemas.microsoft.com/office/drawing/2014/main" id="{ADDD8835-DBA8-4ACA-90C0-4F7707A6D41C}"/>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(just the states)</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Freeform 37">
            <a:extLst>
              <a:ext uri="{FF2B5EF4-FFF2-40B4-BE49-F238E27FC236}">
                <a16:creationId xmlns:a16="http://schemas.microsoft.com/office/drawing/2014/main" id="{8B4A5304-E3D3-44BF-A4CE-BA96427556E4}"/>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78" name="Freeform 37">
            <a:extLst>
              <a:ext uri="{FF2B5EF4-FFF2-40B4-BE49-F238E27FC236}">
                <a16:creationId xmlns:a16="http://schemas.microsoft.com/office/drawing/2014/main" id="{95DB2CC9-88F4-4B41-B2EC-7B0FA4C1ECBF}"/>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79" name="Freeform 37">
            <a:extLst>
              <a:ext uri="{FF2B5EF4-FFF2-40B4-BE49-F238E27FC236}">
                <a16:creationId xmlns:a16="http://schemas.microsoft.com/office/drawing/2014/main" id="{214437AC-54DF-4FEC-8C04-3BD6E845C247}"/>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80" name="Freeform 37">
            <a:extLst>
              <a:ext uri="{FF2B5EF4-FFF2-40B4-BE49-F238E27FC236}">
                <a16:creationId xmlns:a16="http://schemas.microsoft.com/office/drawing/2014/main" id="{BFB1B51A-1D54-4E3A-A7D2-5B16BEFE99C1}"/>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81" name="Freeform 37">
            <a:extLst>
              <a:ext uri="{FF2B5EF4-FFF2-40B4-BE49-F238E27FC236}">
                <a16:creationId xmlns:a16="http://schemas.microsoft.com/office/drawing/2014/main" id="{8AB5F66E-80F4-45F9-8707-43AFDB236AE9}"/>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82" name="Freeform 37">
            <a:extLst>
              <a:ext uri="{FF2B5EF4-FFF2-40B4-BE49-F238E27FC236}">
                <a16:creationId xmlns:a16="http://schemas.microsoft.com/office/drawing/2014/main" id="{FA936161-B24E-4CAB-90D5-CDF6B252A304}"/>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83" name="Freeform 37">
            <a:extLst>
              <a:ext uri="{FF2B5EF4-FFF2-40B4-BE49-F238E27FC236}">
                <a16:creationId xmlns:a16="http://schemas.microsoft.com/office/drawing/2014/main" id="{5AB9463C-26BC-45BB-BA45-BB4DD241072F}"/>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4584" name="Straight Arrow Connector 91">
            <a:extLst>
              <a:ext uri="{FF2B5EF4-FFF2-40B4-BE49-F238E27FC236}">
                <a16:creationId xmlns:a16="http://schemas.microsoft.com/office/drawing/2014/main" id="{8CB9F6CC-7AA1-4C99-A8DC-5F2B54A0D56B}"/>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85" name="Straight Arrow Connector 95">
            <a:extLst>
              <a:ext uri="{FF2B5EF4-FFF2-40B4-BE49-F238E27FC236}">
                <a16:creationId xmlns:a16="http://schemas.microsoft.com/office/drawing/2014/main" id="{08D3BB44-43AE-4E8A-AAFD-C3CC4903AF1F}"/>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86" name="Straight Arrow Connector 97">
            <a:extLst>
              <a:ext uri="{FF2B5EF4-FFF2-40B4-BE49-F238E27FC236}">
                <a16:creationId xmlns:a16="http://schemas.microsoft.com/office/drawing/2014/main" id="{22ADD993-B627-4FC3-8394-598436FF90E3}"/>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87" name="Straight Arrow Connector 105">
            <a:extLst>
              <a:ext uri="{FF2B5EF4-FFF2-40B4-BE49-F238E27FC236}">
                <a16:creationId xmlns:a16="http://schemas.microsoft.com/office/drawing/2014/main" id="{399041C5-E48F-418E-9807-509B0CA44122}"/>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88" name="Straight Arrow Connector 107">
            <a:extLst>
              <a:ext uri="{FF2B5EF4-FFF2-40B4-BE49-F238E27FC236}">
                <a16:creationId xmlns:a16="http://schemas.microsoft.com/office/drawing/2014/main" id="{05009B71-6F97-440D-8904-FFCFCE419AE7}"/>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89" name="Straight Arrow Connector 112">
            <a:extLst>
              <a:ext uri="{FF2B5EF4-FFF2-40B4-BE49-F238E27FC236}">
                <a16:creationId xmlns:a16="http://schemas.microsoft.com/office/drawing/2014/main" id="{46581213-5387-4F1D-9D97-65DA44E35E00}"/>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4590" name="Straight Arrow Connector 39">
            <a:extLst>
              <a:ext uri="{FF2B5EF4-FFF2-40B4-BE49-F238E27FC236}">
                <a16:creationId xmlns:a16="http://schemas.microsoft.com/office/drawing/2014/main" id="{84FFA0EB-7AD7-4720-9EB8-152F6209E9DF}"/>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pic>
        <p:nvPicPr>
          <p:cNvPr id="24591" name="Picture 116" descr="Screen shot 2013-11-22 at 12.44.33 PM.png">
            <a:extLst>
              <a:ext uri="{FF2B5EF4-FFF2-40B4-BE49-F238E27FC236}">
                <a16:creationId xmlns:a16="http://schemas.microsoft.com/office/drawing/2014/main" id="{77B83099-1DC6-41DC-98EA-953C3B594F5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3338" y="533400"/>
            <a:ext cx="23368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92" name="Rectangle 1">
            <a:extLst>
              <a:ext uri="{FF2B5EF4-FFF2-40B4-BE49-F238E27FC236}">
                <a16:creationId xmlns:a16="http://schemas.microsoft.com/office/drawing/2014/main" id="{0A321A6E-448B-48A5-AAC1-8CC31D4C2260}"/>
              </a:ext>
            </a:extLst>
          </p:cNvPr>
          <p:cNvSpPr>
            <a:spLocks noChangeArrowheads="1"/>
          </p:cNvSpPr>
          <p:nvPr/>
        </p:nvSpPr>
        <p:spPr bwMode="auto">
          <a:xfrm>
            <a:off x="731838" y="862013"/>
            <a:ext cx="450850" cy="1554162"/>
          </a:xfrm>
          <a:prstGeom prst="rect">
            <a:avLst/>
          </a:prstGeom>
          <a:noFill/>
          <a:ln w="444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4593" name="Title 1">
            <a:extLst>
              <a:ext uri="{FF2B5EF4-FFF2-40B4-BE49-F238E27FC236}">
                <a16:creationId xmlns:a16="http://schemas.microsoft.com/office/drawing/2014/main" id="{4FE6351A-FC15-4BB3-B534-A86AD3DC3847}"/>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(transitions when w=0)</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601" name="Group 11">
            <a:extLst>
              <a:ext uri="{FF2B5EF4-FFF2-40B4-BE49-F238E27FC236}">
                <a16:creationId xmlns:a16="http://schemas.microsoft.com/office/drawing/2014/main" id="{8389E278-0E98-4D74-ACC4-4BED9EADBB19}"/>
              </a:ext>
            </a:extLst>
          </p:cNvPr>
          <p:cNvGrpSpPr>
            <a:grpSpLocks/>
          </p:cNvGrpSpPr>
          <p:nvPr/>
        </p:nvGrpSpPr>
        <p:grpSpPr bwMode="auto">
          <a:xfrm>
            <a:off x="7794625" y="3435350"/>
            <a:ext cx="896938" cy="815975"/>
            <a:chOff x="7637959" y="4419600"/>
            <a:chExt cx="896441" cy="815975"/>
          </a:xfrm>
        </p:grpSpPr>
        <p:sp>
          <p:nvSpPr>
            <p:cNvPr id="25625" name="Freeform 19">
              <a:extLst>
                <a:ext uri="{FF2B5EF4-FFF2-40B4-BE49-F238E27FC236}">
                  <a16:creationId xmlns:a16="http://schemas.microsoft.com/office/drawing/2014/main" id="{DB9F2DFA-42E0-41BE-A46F-6CBC2CE80B4D}"/>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26" name="Freeform 19">
              <a:extLst>
                <a:ext uri="{FF2B5EF4-FFF2-40B4-BE49-F238E27FC236}">
                  <a16:creationId xmlns:a16="http://schemas.microsoft.com/office/drawing/2014/main" id="{0261E7EB-719A-4725-9615-A80592F8642D}"/>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5602" name="Freeform 37">
            <a:extLst>
              <a:ext uri="{FF2B5EF4-FFF2-40B4-BE49-F238E27FC236}">
                <a16:creationId xmlns:a16="http://schemas.microsoft.com/office/drawing/2014/main" id="{081DD3A5-63CE-49F6-A78C-F9166E1E3F1D}"/>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3" name="Freeform 37">
            <a:extLst>
              <a:ext uri="{FF2B5EF4-FFF2-40B4-BE49-F238E27FC236}">
                <a16:creationId xmlns:a16="http://schemas.microsoft.com/office/drawing/2014/main" id="{5AFCB70C-F374-493C-A1A2-39B7E0140481}"/>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4" name="Freeform 37">
            <a:extLst>
              <a:ext uri="{FF2B5EF4-FFF2-40B4-BE49-F238E27FC236}">
                <a16:creationId xmlns:a16="http://schemas.microsoft.com/office/drawing/2014/main" id="{5B919CE3-45F4-4770-9CA2-F5AC2E9E3319}"/>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5" name="Freeform 37">
            <a:extLst>
              <a:ext uri="{FF2B5EF4-FFF2-40B4-BE49-F238E27FC236}">
                <a16:creationId xmlns:a16="http://schemas.microsoft.com/office/drawing/2014/main" id="{2DADEEBC-2658-4386-BD60-1DFB1D576845}"/>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6" name="Freeform 37">
            <a:extLst>
              <a:ext uri="{FF2B5EF4-FFF2-40B4-BE49-F238E27FC236}">
                <a16:creationId xmlns:a16="http://schemas.microsoft.com/office/drawing/2014/main" id="{1778C399-793D-42E0-9A03-28A42AC8B9CF}"/>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7" name="Freeform 37">
            <a:extLst>
              <a:ext uri="{FF2B5EF4-FFF2-40B4-BE49-F238E27FC236}">
                <a16:creationId xmlns:a16="http://schemas.microsoft.com/office/drawing/2014/main" id="{D11E9024-3759-46E2-8599-A327C03DC426}"/>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08" name="Freeform 37">
            <a:extLst>
              <a:ext uri="{FF2B5EF4-FFF2-40B4-BE49-F238E27FC236}">
                <a16:creationId xmlns:a16="http://schemas.microsoft.com/office/drawing/2014/main" id="{0E0DEC2A-7E32-42E2-83C1-50B4A086730A}"/>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5609" name="Straight Arrow Connector 91">
            <a:extLst>
              <a:ext uri="{FF2B5EF4-FFF2-40B4-BE49-F238E27FC236}">
                <a16:creationId xmlns:a16="http://schemas.microsoft.com/office/drawing/2014/main" id="{51B4327F-B48F-4DD1-979E-5A1FC030B97D}"/>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0" name="Straight Arrow Connector 95">
            <a:extLst>
              <a:ext uri="{FF2B5EF4-FFF2-40B4-BE49-F238E27FC236}">
                <a16:creationId xmlns:a16="http://schemas.microsoft.com/office/drawing/2014/main" id="{93310B89-C02F-46CE-B05D-E15E0239A4B6}"/>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1" name="Straight Arrow Connector 97">
            <a:extLst>
              <a:ext uri="{FF2B5EF4-FFF2-40B4-BE49-F238E27FC236}">
                <a16:creationId xmlns:a16="http://schemas.microsoft.com/office/drawing/2014/main" id="{5F96F0AE-368E-4B7C-B0B5-A99C6D1EBC06}"/>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2" name="Straight Arrow Connector 99">
            <a:extLst>
              <a:ext uri="{FF2B5EF4-FFF2-40B4-BE49-F238E27FC236}">
                <a16:creationId xmlns:a16="http://schemas.microsoft.com/office/drawing/2014/main" id="{9B275428-F1BE-4CDC-9778-A66879732C89}"/>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13" name="Straight Arrow Connector 105">
            <a:extLst>
              <a:ext uri="{FF2B5EF4-FFF2-40B4-BE49-F238E27FC236}">
                <a16:creationId xmlns:a16="http://schemas.microsoft.com/office/drawing/2014/main" id="{107FBE10-5987-4B7C-8D07-CC47FAED9F91}"/>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4" name="Straight Arrow Connector 107">
            <a:extLst>
              <a:ext uri="{FF2B5EF4-FFF2-40B4-BE49-F238E27FC236}">
                <a16:creationId xmlns:a16="http://schemas.microsoft.com/office/drawing/2014/main" id="{9D03E7CE-0A09-4947-A902-D8BA37274FDE}"/>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5" name="Straight Arrow Connector 112">
            <a:extLst>
              <a:ext uri="{FF2B5EF4-FFF2-40B4-BE49-F238E27FC236}">
                <a16:creationId xmlns:a16="http://schemas.microsoft.com/office/drawing/2014/main" id="{CBBE40DA-52FD-4D41-9D50-E6942D3AF115}"/>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5616" name="Straight Arrow Connector 18">
            <a:extLst>
              <a:ext uri="{FF2B5EF4-FFF2-40B4-BE49-F238E27FC236}">
                <a16:creationId xmlns:a16="http://schemas.microsoft.com/office/drawing/2014/main" id="{3EE2D9A9-A7AF-4462-9355-40AFA65DBF47}"/>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17" name="Straight Arrow Connector 20">
            <a:extLst>
              <a:ext uri="{FF2B5EF4-FFF2-40B4-BE49-F238E27FC236}">
                <a16:creationId xmlns:a16="http://schemas.microsoft.com/office/drawing/2014/main" id="{FEB1C485-AD93-42F4-B806-7D30B5830FF4}"/>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18" name="Straight Arrow Connector 23">
            <a:extLst>
              <a:ext uri="{FF2B5EF4-FFF2-40B4-BE49-F238E27FC236}">
                <a16:creationId xmlns:a16="http://schemas.microsoft.com/office/drawing/2014/main" id="{9038EC8A-A7CE-4632-AD75-90A4E4442344}"/>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19" name="Straight Arrow Connector 25">
            <a:extLst>
              <a:ext uri="{FF2B5EF4-FFF2-40B4-BE49-F238E27FC236}">
                <a16:creationId xmlns:a16="http://schemas.microsoft.com/office/drawing/2014/main" id="{16542EA0-2BFA-423C-BA1B-ECC9CC3372F2}"/>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20" name="Straight Arrow Connector 28">
            <a:extLst>
              <a:ext uri="{FF2B5EF4-FFF2-40B4-BE49-F238E27FC236}">
                <a16:creationId xmlns:a16="http://schemas.microsoft.com/office/drawing/2014/main" id="{7A42DAE4-54F6-48E9-A4C4-D237C0DB393A}"/>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5621" name="Straight Arrow Connector 39">
            <a:extLst>
              <a:ext uri="{FF2B5EF4-FFF2-40B4-BE49-F238E27FC236}">
                <a16:creationId xmlns:a16="http://schemas.microsoft.com/office/drawing/2014/main" id="{4E72A607-CA27-47F5-988E-FC48CC04AB59}"/>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pic>
        <p:nvPicPr>
          <p:cNvPr id="25622" name="Picture 116" descr="Screen shot 2013-11-22 at 12.44.33 PM.png">
            <a:extLst>
              <a:ext uri="{FF2B5EF4-FFF2-40B4-BE49-F238E27FC236}">
                <a16:creationId xmlns:a16="http://schemas.microsoft.com/office/drawing/2014/main" id="{D3DD1950-6F9B-4250-9A10-29ACD734592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3338" y="533400"/>
            <a:ext cx="23368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23" name="Rectangle 34">
            <a:extLst>
              <a:ext uri="{FF2B5EF4-FFF2-40B4-BE49-F238E27FC236}">
                <a16:creationId xmlns:a16="http://schemas.microsoft.com/office/drawing/2014/main" id="{E23D543D-D8CC-462C-BF69-08502DD8255D}"/>
              </a:ext>
            </a:extLst>
          </p:cNvPr>
          <p:cNvSpPr>
            <a:spLocks noChangeArrowheads="1"/>
          </p:cNvSpPr>
          <p:nvPr/>
        </p:nvSpPr>
        <p:spPr bwMode="auto">
          <a:xfrm>
            <a:off x="1241425" y="850900"/>
            <a:ext cx="452438" cy="1565275"/>
          </a:xfrm>
          <a:prstGeom prst="rect">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5624" name="Title 1">
            <a:extLst>
              <a:ext uri="{FF2B5EF4-FFF2-40B4-BE49-F238E27FC236}">
                <a16:creationId xmlns:a16="http://schemas.microsoft.com/office/drawing/2014/main" id="{858CE6A3-03A7-401B-882D-3C75183505FA}"/>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 (transitions when w=1)</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25" name="Group 11">
            <a:extLst>
              <a:ext uri="{FF2B5EF4-FFF2-40B4-BE49-F238E27FC236}">
                <a16:creationId xmlns:a16="http://schemas.microsoft.com/office/drawing/2014/main" id="{187275C7-DEE0-43F6-97A6-5B262791D1D3}"/>
              </a:ext>
            </a:extLst>
          </p:cNvPr>
          <p:cNvGrpSpPr>
            <a:grpSpLocks/>
          </p:cNvGrpSpPr>
          <p:nvPr/>
        </p:nvGrpSpPr>
        <p:grpSpPr bwMode="auto">
          <a:xfrm>
            <a:off x="7794625" y="3435350"/>
            <a:ext cx="896938" cy="815975"/>
            <a:chOff x="7637959" y="4419600"/>
            <a:chExt cx="896441" cy="815975"/>
          </a:xfrm>
        </p:grpSpPr>
        <p:sp>
          <p:nvSpPr>
            <p:cNvPr id="26656" name="Freeform 19">
              <a:extLst>
                <a:ext uri="{FF2B5EF4-FFF2-40B4-BE49-F238E27FC236}">
                  <a16:creationId xmlns:a16="http://schemas.microsoft.com/office/drawing/2014/main" id="{39503924-1386-4D11-B099-A2480EC649F8}"/>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57" name="Freeform 19">
              <a:extLst>
                <a:ext uri="{FF2B5EF4-FFF2-40B4-BE49-F238E27FC236}">
                  <a16:creationId xmlns:a16="http://schemas.microsoft.com/office/drawing/2014/main" id="{1BDA4F14-360D-4D73-8FDE-021EB6455380}"/>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6626" name="Freeform 37">
            <a:extLst>
              <a:ext uri="{FF2B5EF4-FFF2-40B4-BE49-F238E27FC236}">
                <a16:creationId xmlns:a16="http://schemas.microsoft.com/office/drawing/2014/main" id="{1AB27135-4742-4DE2-9CEE-5729376F3D59}"/>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27" name="Freeform 37">
            <a:extLst>
              <a:ext uri="{FF2B5EF4-FFF2-40B4-BE49-F238E27FC236}">
                <a16:creationId xmlns:a16="http://schemas.microsoft.com/office/drawing/2014/main" id="{306B1BD6-3334-4843-9900-CB35570E68A5}"/>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28" name="Freeform 37">
            <a:extLst>
              <a:ext uri="{FF2B5EF4-FFF2-40B4-BE49-F238E27FC236}">
                <a16:creationId xmlns:a16="http://schemas.microsoft.com/office/drawing/2014/main" id="{8D3729F2-3FEE-4F7B-A25C-C2B737BF4B97}"/>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29" name="Freeform 37">
            <a:extLst>
              <a:ext uri="{FF2B5EF4-FFF2-40B4-BE49-F238E27FC236}">
                <a16:creationId xmlns:a16="http://schemas.microsoft.com/office/drawing/2014/main" id="{3234E2D1-F7FA-4683-BFEE-4D2319370533}"/>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30" name="Freeform 37">
            <a:extLst>
              <a:ext uri="{FF2B5EF4-FFF2-40B4-BE49-F238E27FC236}">
                <a16:creationId xmlns:a16="http://schemas.microsoft.com/office/drawing/2014/main" id="{1E92D256-2983-4D57-9F56-ADD4F9AA9735}"/>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31" name="Freeform 37">
            <a:extLst>
              <a:ext uri="{FF2B5EF4-FFF2-40B4-BE49-F238E27FC236}">
                <a16:creationId xmlns:a16="http://schemas.microsoft.com/office/drawing/2014/main" id="{D02B5C38-7E40-4E4A-88F2-2C5F407F817B}"/>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6632" name="Freeform 37">
            <a:extLst>
              <a:ext uri="{FF2B5EF4-FFF2-40B4-BE49-F238E27FC236}">
                <a16:creationId xmlns:a16="http://schemas.microsoft.com/office/drawing/2014/main" id="{48B3D40F-B026-4B9B-86DF-93D181313CCB}"/>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6633" name="Straight Arrow Connector 91">
            <a:extLst>
              <a:ext uri="{FF2B5EF4-FFF2-40B4-BE49-F238E27FC236}">
                <a16:creationId xmlns:a16="http://schemas.microsoft.com/office/drawing/2014/main" id="{2ED7F6C5-7A5E-4C33-BA8A-DA22C62353CA}"/>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34" name="Straight Arrow Connector 95">
            <a:extLst>
              <a:ext uri="{FF2B5EF4-FFF2-40B4-BE49-F238E27FC236}">
                <a16:creationId xmlns:a16="http://schemas.microsoft.com/office/drawing/2014/main" id="{3A3606CF-F86D-45B1-BFB1-0366B49EE538}"/>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35" name="Straight Arrow Connector 97">
            <a:extLst>
              <a:ext uri="{FF2B5EF4-FFF2-40B4-BE49-F238E27FC236}">
                <a16:creationId xmlns:a16="http://schemas.microsoft.com/office/drawing/2014/main" id="{FE7D018A-9276-43EA-BF95-FE8380B2F318}"/>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36" name="Straight Arrow Connector 99">
            <a:extLst>
              <a:ext uri="{FF2B5EF4-FFF2-40B4-BE49-F238E27FC236}">
                <a16:creationId xmlns:a16="http://schemas.microsoft.com/office/drawing/2014/main" id="{6A68B5EE-14BA-4C6B-A87F-B16B4A6986A9}"/>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6637" name="Straight Arrow Connector 105">
            <a:extLst>
              <a:ext uri="{FF2B5EF4-FFF2-40B4-BE49-F238E27FC236}">
                <a16:creationId xmlns:a16="http://schemas.microsoft.com/office/drawing/2014/main" id="{8690F21C-E432-4767-85B9-28F98589B427}"/>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38" name="Straight Arrow Connector 107">
            <a:extLst>
              <a:ext uri="{FF2B5EF4-FFF2-40B4-BE49-F238E27FC236}">
                <a16:creationId xmlns:a16="http://schemas.microsoft.com/office/drawing/2014/main" id="{79C01DB9-C9C2-4892-ABB7-47F9A3A8B6EE}"/>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39" name="Straight Arrow Connector 112">
            <a:extLst>
              <a:ext uri="{FF2B5EF4-FFF2-40B4-BE49-F238E27FC236}">
                <a16:creationId xmlns:a16="http://schemas.microsoft.com/office/drawing/2014/main" id="{D49C1A50-0422-4FB1-8812-832A8E9EFB5B}"/>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6640" name="Straight Arrow Connector 18">
            <a:extLst>
              <a:ext uri="{FF2B5EF4-FFF2-40B4-BE49-F238E27FC236}">
                <a16:creationId xmlns:a16="http://schemas.microsoft.com/office/drawing/2014/main" id="{2121D46D-F6C5-4399-ABB2-5FDCD05ECEE2}"/>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6641" name="Straight Arrow Connector 20">
            <a:extLst>
              <a:ext uri="{FF2B5EF4-FFF2-40B4-BE49-F238E27FC236}">
                <a16:creationId xmlns:a16="http://schemas.microsoft.com/office/drawing/2014/main" id="{5FAF78A6-5C0F-4584-9C98-5AD2E07ABA6A}"/>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6642" name="Straight Arrow Connector 23">
            <a:extLst>
              <a:ext uri="{FF2B5EF4-FFF2-40B4-BE49-F238E27FC236}">
                <a16:creationId xmlns:a16="http://schemas.microsoft.com/office/drawing/2014/main" id="{0E73FA0F-2C7C-47F6-988A-6799B7CD8129}"/>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6643" name="Straight Arrow Connector 25">
            <a:extLst>
              <a:ext uri="{FF2B5EF4-FFF2-40B4-BE49-F238E27FC236}">
                <a16:creationId xmlns:a16="http://schemas.microsoft.com/office/drawing/2014/main" id="{5C2CCB51-E7E0-4932-8BBC-C5E4AE26B2F7}"/>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6644" name="Straight Arrow Connector 28">
            <a:extLst>
              <a:ext uri="{FF2B5EF4-FFF2-40B4-BE49-F238E27FC236}">
                <a16:creationId xmlns:a16="http://schemas.microsoft.com/office/drawing/2014/main" id="{F7720575-E66B-415F-9BCC-DC8357FC2032}"/>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26645" name="TextBox 1">
            <a:extLst>
              <a:ext uri="{FF2B5EF4-FFF2-40B4-BE49-F238E27FC236}">
                <a16:creationId xmlns:a16="http://schemas.microsoft.com/office/drawing/2014/main" id="{A18E902F-20BC-4275-BEE5-0D28DA8D7CD9}"/>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6646" name="TextBox 27">
            <a:extLst>
              <a:ext uri="{FF2B5EF4-FFF2-40B4-BE49-F238E27FC236}">
                <a16:creationId xmlns:a16="http://schemas.microsoft.com/office/drawing/2014/main" id="{20867752-5A1E-4FC0-9C25-D43796DBC655}"/>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6647" name="TextBox 29">
            <a:extLst>
              <a:ext uri="{FF2B5EF4-FFF2-40B4-BE49-F238E27FC236}">
                <a16:creationId xmlns:a16="http://schemas.microsoft.com/office/drawing/2014/main" id="{1F2EB361-0FEB-4296-A6AB-137E02F1E067}"/>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6648" name="TextBox 30">
            <a:extLst>
              <a:ext uri="{FF2B5EF4-FFF2-40B4-BE49-F238E27FC236}">
                <a16:creationId xmlns:a16="http://schemas.microsoft.com/office/drawing/2014/main" id="{8E7A35C1-A0B0-47BE-A276-729E55A36563}"/>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6649" name="TextBox 33">
            <a:extLst>
              <a:ext uri="{FF2B5EF4-FFF2-40B4-BE49-F238E27FC236}">
                <a16:creationId xmlns:a16="http://schemas.microsoft.com/office/drawing/2014/main" id="{239BA0CB-26B2-4A10-A237-C14D1106AD2A}"/>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6650" name="TextBox 35">
            <a:extLst>
              <a:ext uri="{FF2B5EF4-FFF2-40B4-BE49-F238E27FC236}">
                <a16:creationId xmlns:a16="http://schemas.microsoft.com/office/drawing/2014/main" id="{3C710360-56DB-4E49-8AD4-420DC19D348A}"/>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6651" name="TextBox 36">
            <a:extLst>
              <a:ext uri="{FF2B5EF4-FFF2-40B4-BE49-F238E27FC236}">
                <a16:creationId xmlns:a16="http://schemas.microsoft.com/office/drawing/2014/main" id="{E9938088-3577-4F91-8346-69DE845EB323}"/>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26652" name="Straight Arrow Connector 39">
            <a:extLst>
              <a:ext uri="{FF2B5EF4-FFF2-40B4-BE49-F238E27FC236}">
                <a16:creationId xmlns:a16="http://schemas.microsoft.com/office/drawing/2014/main" id="{D8DF6236-46FB-4E8B-9BED-F30682D577AD}"/>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26653" name="Title 1">
            <a:extLst>
              <a:ext uri="{FF2B5EF4-FFF2-40B4-BE49-F238E27FC236}">
                <a16:creationId xmlns:a16="http://schemas.microsoft.com/office/drawing/2014/main" id="{9D75EB54-F764-4812-BB42-C4D6BB3D0487}"/>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Outputs</a:t>
            </a:r>
          </a:p>
        </p:txBody>
      </p:sp>
      <p:pic>
        <p:nvPicPr>
          <p:cNvPr id="26654" name="Picture 116" descr="Screen shot 2013-11-22 at 12.44.33 PM.png">
            <a:extLst>
              <a:ext uri="{FF2B5EF4-FFF2-40B4-BE49-F238E27FC236}">
                <a16:creationId xmlns:a16="http://schemas.microsoft.com/office/drawing/2014/main" id="{102D035F-56A9-4E30-9E97-72EC4447858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3338" y="533400"/>
            <a:ext cx="23368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55" name="Rectangle 34">
            <a:extLst>
              <a:ext uri="{FF2B5EF4-FFF2-40B4-BE49-F238E27FC236}">
                <a16:creationId xmlns:a16="http://schemas.microsoft.com/office/drawing/2014/main" id="{8C5D145C-2BCF-4F4D-AA6E-4ECA68C63E67}"/>
              </a:ext>
            </a:extLst>
          </p:cNvPr>
          <p:cNvSpPr>
            <a:spLocks noChangeArrowheads="1"/>
          </p:cNvSpPr>
          <p:nvPr/>
        </p:nvSpPr>
        <p:spPr bwMode="auto">
          <a:xfrm>
            <a:off x="1819275" y="850900"/>
            <a:ext cx="452438" cy="1565275"/>
          </a:xfrm>
          <a:prstGeom prst="rect">
            <a:avLst/>
          </a:prstGeom>
          <a:noFill/>
          <a:ln w="4445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3E9F69-6493-44DB-855C-69909B6F8885}"/>
              </a:ext>
            </a:extLst>
          </p:cNvPr>
          <p:cNvSpPr>
            <a:spLocks noGrp="1"/>
          </p:cNvSpPr>
          <p:nvPr>
            <p:ph type="title"/>
          </p:nvPr>
        </p:nvSpPr>
        <p:spPr/>
        <p:txBody>
          <a:bodyPr/>
          <a:lstStyle/>
          <a:p>
            <a:r>
              <a:rPr lang="en-US"/>
              <a:t>Partition</a:t>
            </a:r>
          </a:p>
        </p:txBody>
      </p:sp>
      <p:sp>
        <p:nvSpPr>
          <p:cNvPr id="3" name="Slide Number Placeholder 2">
            <a:extLst>
              <a:ext uri="{FF2B5EF4-FFF2-40B4-BE49-F238E27FC236}">
                <a16:creationId xmlns:a16="http://schemas.microsoft.com/office/drawing/2014/main" id="{741A018B-D7ED-477C-B584-6C05727ABAE5}"/>
              </a:ext>
            </a:extLst>
          </p:cNvPr>
          <p:cNvSpPr>
            <a:spLocks noGrp="1"/>
          </p:cNvSpPr>
          <p:nvPr>
            <p:ph type="sldNum" sz="quarter" idx="12"/>
          </p:nvPr>
        </p:nvSpPr>
        <p:spPr/>
        <p:txBody>
          <a:bodyPr/>
          <a:lstStyle/>
          <a:p>
            <a:pPr>
              <a:defRPr/>
            </a:pPr>
            <a:fld id="{A97966BF-D65F-4E28-A407-653B2DF03F01}" type="slidenum">
              <a:rPr lang="en-US" altLang="zh-CN" smtClean="0"/>
              <a:pPr>
                <a:defRPr/>
              </a:pPr>
              <a:t>43</a:t>
            </a:fld>
            <a:endParaRPr lang="en-US" altLang="zh-CN"/>
          </a:p>
        </p:txBody>
      </p:sp>
      <p:sp>
        <p:nvSpPr>
          <p:cNvPr id="4" name="Rectangle 3">
            <a:extLst>
              <a:ext uri="{FF2B5EF4-FFF2-40B4-BE49-F238E27FC236}">
                <a16:creationId xmlns:a16="http://schemas.microsoft.com/office/drawing/2014/main" id="{26702C80-0749-4700-8BBB-64A0A00A3598}"/>
              </a:ext>
            </a:extLst>
          </p:cNvPr>
          <p:cNvSpPr/>
          <p:nvPr/>
        </p:nvSpPr>
        <p:spPr>
          <a:xfrm>
            <a:off x="76200" y="567690"/>
            <a:ext cx="8991600" cy="5447645"/>
          </a:xfrm>
          <a:prstGeom prst="rect">
            <a:avLst/>
          </a:prstGeom>
        </p:spPr>
        <p:txBody>
          <a:bodyPr wrap="square">
            <a:spAutoFit/>
          </a:bodyPr>
          <a:lstStyle/>
          <a:p>
            <a:pPr marL="342900" indent="-342900" algn="just">
              <a:spcBef>
                <a:spcPts val="1200"/>
              </a:spcBef>
              <a:spcAft>
                <a:spcPts val="1200"/>
              </a:spcAft>
              <a:buFont typeface="Arial" panose="020B0604020202020204" pitchFamily="34" charset="0"/>
              <a:buChar char="•"/>
            </a:pPr>
            <a:r>
              <a:rPr lang="en-US" dirty="0"/>
              <a:t>Let us assume initially that all states are equivalent; this forms the initial partition, P1, in which all states are in the same block. </a:t>
            </a:r>
          </a:p>
          <a:p>
            <a:pPr marL="342900" indent="-342900" algn="just">
              <a:spcBef>
                <a:spcPts val="1200"/>
              </a:spcBef>
              <a:spcAft>
                <a:spcPts val="1200"/>
              </a:spcAft>
              <a:buFont typeface="Arial" panose="020B0604020202020204" pitchFamily="34" charset="0"/>
              <a:buChar char="•"/>
            </a:pPr>
            <a:r>
              <a:rPr lang="en-US" dirty="0"/>
              <a:t>As the next step, we will form the partition P2 in which the set of states is partitioned into blocks such that the states in each block generate the same output values. Obviously, the states that generate different outputs cannot possibly be equivalent. </a:t>
            </a:r>
          </a:p>
          <a:p>
            <a:pPr marL="342900" indent="-342900" algn="just">
              <a:spcBef>
                <a:spcPts val="1200"/>
              </a:spcBef>
              <a:spcAft>
                <a:spcPts val="1200"/>
              </a:spcAft>
              <a:buFont typeface="Arial" panose="020B0604020202020204" pitchFamily="34" charset="0"/>
              <a:buChar char="•"/>
            </a:pPr>
            <a:r>
              <a:rPr lang="en-US" dirty="0"/>
              <a:t>Then we will continue to form new partitions by testing whether the k-successors of the states in each block are contained in one block. Those states whose k-successors are in different blocks cannot be in one block. Thus, new blocks are formed in each new partition. </a:t>
            </a:r>
          </a:p>
          <a:p>
            <a:pPr marL="342900" indent="-342900" algn="just">
              <a:spcBef>
                <a:spcPts val="1200"/>
              </a:spcBef>
              <a:spcAft>
                <a:spcPts val="1200"/>
              </a:spcAft>
              <a:buFont typeface="Arial" panose="020B0604020202020204" pitchFamily="34" charset="0"/>
              <a:buChar char="•"/>
            </a:pPr>
            <a:r>
              <a:rPr lang="en-US" b="1" dirty="0"/>
              <a:t>The process ends when a new partition is the same as the previous partition</a:t>
            </a:r>
            <a:r>
              <a:rPr lang="en-US" dirty="0"/>
              <a:t>. Then all states in any one block are equivalent.</a:t>
            </a:r>
          </a:p>
        </p:txBody>
      </p:sp>
    </p:spTree>
    <p:extLst>
      <p:ext uri="{BB962C8B-B14F-4D97-AF65-F5344CB8AC3E}">
        <p14:creationId xmlns:p14="http://schemas.microsoft.com/office/powerpoint/2010/main" val="31123967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49" name="Group 11">
            <a:extLst>
              <a:ext uri="{FF2B5EF4-FFF2-40B4-BE49-F238E27FC236}">
                <a16:creationId xmlns:a16="http://schemas.microsoft.com/office/drawing/2014/main" id="{1EE4A70E-4691-4F3A-9836-05117DB4F2E4}"/>
              </a:ext>
            </a:extLst>
          </p:cNvPr>
          <p:cNvGrpSpPr>
            <a:grpSpLocks/>
          </p:cNvGrpSpPr>
          <p:nvPr/>
        </p:nvGrpSpPr>
        <p:grpSpPr bwMode="auto">
          <a:xfrm>
            <a:off x="7794625" y="3435350"/>
            <a:ext cx="896938" cy="815975"/>
            <a:chOff x="7637959" y="4419600"/>
            <a:chExt cx="896441" cy="815975"/>
          </a:xfrm>
        </p:grpSpPr>
        <p:sp>
          <p:nvSpPr>
            <p:cNvPr id="27679" name="Freeform 19">
              <a:extLst>
                <a:ext uri="{FF2B5EF4-FFF2-40B4-BE49-F238E27FC236}">
                  <a16:creationId xmlns:a16="http://schemas.microsoft.com/office/drawing/2014/main" id="{15D7D708-E8CA-4ED6-B5A6-80D8BC849EED}"/>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80" name="Freeform 19">
              <a:extLst>
                <a:ext uri="{FF2B5EF4-FFF2-40B4-BE49-F238E27FC236}">
                  <a16:creationId xmlns:a16="http://schemas.microsoft.com/office/drawing/2014/main" id="{03137A48-40FC-42CA-B5D8-B1DCEBEE7655}"/>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7650" name="Freeform 37">
            <a:extLst>
              <a:ext uri="{FF2B5EF4-FFF2-40B4-BE49-F238E27FC236}">
                <a16:creationId xmlns:a16="http://schemas.microsoft.com/office/drawing/2014/main" id="{72DB6E59-8D9A-45DA-99EE-4C15B6C9CDB6}"/>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1" name="Freeform 37">
            <a:extLst>
              <a:ext uri="{FF2B5EF4-FFF2-40B4-BE49-F238E27FC236}">
                <a16:creationId xmlns:a16="http://schemas.microsoft.com/office/drawing/2014/main" id="{2AD316A6-99B1-458F-9F7C-CA2D0EB7F75D}"/>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2" name="Freeform 37">
            <a:extLst>
              <a:ext uri="{FF2B5EF4-FFF2-40B4-BE49-F238E27FC236}">
                <a16:creationId xmlns:a16="http://schemas.microsoft.com/office/drawing/2014/main" id="{260FF78D-1C81-4B5D-8AC9-33C164AD9B9C}"/>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3" name="Freeform 37">
            <a:extLst>
              <a:ext uri="{FF2B5EF4-FFF2-40B4-BE49-F238E27FC236}">
                <a16:creationId xmlns:a16="http://schemas.microsoft.com/office/drawing/2014/main" id="{9DB8ECA1-5DF4-41E6-987A-9FFE368D6C25}"/>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4" name="Freeform 37">
            <a:extLst>
              <a:ext uri="{FF2B5EF4-FFF2-40B4-BE49-F238E27FC236}">
                <a16:creationId xmlns:a16="http://schemas.microsoft.com/office/drawing/2014/main" id="{D8617A29-B682-47FE-B7E0-6A15385FA66A}"/>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5" name="Freeform 37">
            <a:extLst>
              <a:ext uri="{FF2B5EF4-FFF2-40B4-BE49-F238E27FC236}">
                <a16:creationId xmlns:a16="http://schemas.microsoft.com/office/drawing/2014/main" id="{2D2B59E8-46DC-445C-8EA8-79AE9E9024D6}"/>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7656" name="Freeform 37">
            <a:extLst>
              <a:ext uri="{FF2B5EF4-FFF2-40B4-BE49-F238E27FC236}">
                <a16:creationId xmlns:a16="http://schemas.microsoft.com/office/drawing/2014/main" id="{E1C9FD19-4151-4485-9672-B3346766CF90}"/>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7657" name="Straight Arrow Connector 91">
            <a:extLst>
              <a:ext uri="{FF2B5EF4-FFF2-40B4-BE49-F238E27FC236}">
                <a16:creationId xmlns:a16="http://schemas.microsoft.com/office/drawing/2014/main" id="{83457B23-F2AD-4761-86C5-A63D6B992F8C}"/>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58" name="Straight Arrow Connector 95">
            <a:extLst>
              <a:ext uri="{FF2B5EF4-FFF2-40B4-BE49-F238E27FC236}">
                <a16:creationId xmlns:a16="http://schemas.microsoft.com/office/drawing/2014/main" id="{8D7EEF3D-3DB3-4F82-AA62-84E8C1B3C7AF}"/>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59" name="Straight Arrow Connector 97">
            <a:extLst>
              <a:ext uri="{FF2B5EF4-FFF2-40B4-BE49-F238E27FC236}">
                <a16:creationId xmlns:a16="http://schemas.microsoft.com/office/drawing/2014/main" id="{39E342A5-3BDE-44C9-BF4E-6993CCF96319}"/>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60" name="Straight Arrow Connector 99">
            <a:extLst>
              <a:ext uri="{FF2B5EF4-FFF2-40B4-BE49-F238E27FC236}">
                <a16:creationId xmlns:a16="http://schemas.microsoft.com/office/drawing/2014/main" id="{DBEA71BB-93C7-425E-A264-B3E03ABC61C5}"/>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7661" name="Straight Arrow Connector 105">
            <a:extLst>
              <a:ext uri="{FF2B5EF4-FFF2-40B4-BE49-F238E27FC236}">
                <a16:creationId xmlns:a16="http://schemas.microsoft.com/office/drawing/2014/main" id="{C1A23F92-38B2-4391-9B24-AB5DF482498D}"/>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62" name="Straight Arrow Connector 107">
            <a:extLst>
              <a:ext uri="{FF2B5EF4-FFF2-40B4-BE49-F238E27FC236}">
                <a16:creationId xmlns:a16="http://schemas.microsoft.com/office/drawing/2014/main" id="{8AE4F156-0364-4485-B901-3407F013404F}"/>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63" name="Straight Arrow Connector 112">
            <a:extLst>
              <a:ext uri="{FF2B5EF4-FFF2-40B4-BE49-F238E27FC236}">
                <a16:creationId xmlns:a16="http://schemas.microsoft.com/office/drawing/2014/main" id="{6F3B485A-4BF6-4AC2-B193-6365E1CF9B4D}"/>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7664" name="Straight Arrow Connector 18">
            <a:extLst>
              <a:ext uri="{FF2B5EF4-FFF2-40B4-BE49-F238E27FC236}">
                <a16:creationId xmlns:a16="http://schemas.microsoft.com/office/drawing/2014/main" id="{BD337ECF-FDE7-467C-90E5-3B1DE5E1F4AB}"/>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7665" name="Straight Arrow Connector 20">
            <a:extLst>
              <a:ext uri="{FF2B5EF4-FFF2-40B4-BE49-F238E27FC236}">
                <a16:creationId xmlns:a16="http://schemas.microsoft.com/office/drawing/2014/main" id="{373F7886-A4E0-405C-BE6A-5B0B680F96CD}"/>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7666" name="Straight Arrow Connector 23">
            <a:extLst>
              <a:ext uri="{FF2B5EF4-FFF2-40B4-BE49-F238E27FC236}">
                <a16:creationId xmlns:a16="http://schemas.microsoft.com/office/drawing/2014/main" id="{F9EB6ED7-475A-465F-A15B-AECC38EBB5E8}"/>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7667" name="Straight Arrow Connector 25">
            <a:extLst>
              <a:ext uri="{FF2B5EF4-FFF2-40B4-BE49-F238E27FC236}">
                <a16:creationId xmlns:a16="http://schemas.microsoft.com/office/drawing/2014/main" id="{B62C8C82-AA69-4A0E-A086-7869DBF6F6F6}"/>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7668" name="Straight Arrow Connector 28">
            <a:extLst>
              <a:ext uri="{FF2B5EF4-FFF2-40B4-BE49-F238E27FC236}">
                <a16:creationId xmlns:a16="http://schemas.microsoft.com/office/drawing/2014/main" id="{13ECD494-5B66-4F7F-975F-8BD33DBFC157}"/>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27669" name="TextBox 1">
            <a:extLst>
              <a:ext uri="{FF2B5EF4-FFF2-40B4-BE49-F238E27FC236}">
                <a16:creationId xmlns:a16="http://schemas.microsoft.com/office/drawing/2014/main" id="{0B31C81C-0E04-4A81-BB2C-B60F141A3F58}"/>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7670" name="TextBox 27">
            <a:extLst>
              <a:ext uri="{FF2B5EF4-FFF2-40B4-BE49-F238E27FC236}">
                <a16:creationId xmlns:a16="http://schemas.microsoft.com/office/drawing/2014/main" id="{B1F48549-3023-4B49-9EC6-64B3ED6148D7}"/>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7671" name="TextBox 29">
            <a:extLst>
              <a:ext uri="{FF2B5EF4-FFF2-40B4-BE49-F238E27FC236}">
                <a16:creationId xmlns:a16="http://schemas.microsoft.com/office/drawing/2014/main" id="{31ECD6B8-E86D-4316-B691-A1F78C40A36E}"/>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7672" name="TextBox 30">
            <a:extLst>
              <a:ext uri="{FF2B5EF4-FFF2-40B4-BE49-F238E27FC236}">
                <a16:creationId xmlns:a16="http://schemas.microsoft.com/office/drawing/2014/main" id="{0E3B5562-AC8F-4A62-9ACA-106F7D593FB0}"/>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7673" name="TextBox 33">
            <a:extLst>
              <a:ext uri="{FF2B5EF4-FFF2-40B4-BE49-F238E27FC236}">
                <a16:creationId xmlns:a16="http://schemas.microsoft.com/office/drawing/2014/main" id="{AAB4D0D7-2C0C-400E-B829-5E2223A2ABA0}"/>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7674" name="TextBox 35">
            <a:extLst>
              <a:ext uri="{FF2B5EF4-FFF2-40B4-BE49-F238E27FC236}">
                <a16:creationId xmlns:a16="http://schemas.microsoft.com/office/drawing/2014/main" id="{A96A339C-6E06-4005-A137-244199D5178A}"/>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7675" name="TextBox 36">
            <a:extLst>
              <a:ext uri="{FF2B5EF4-FFF2-40B4-BE49-F238E27FC236}">
                <a16:creationId xmlns:a16="http://schemas.microsoft.com/office/drawing/2014/main" id="{F992E6A9-E380-4DE9-98B5-BDD9C7F38499}"/>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27676" name="Straight Arrow Connector 39">
            <a:extLst>
              <a:ext uri="{FF2B5EF4-FFF2-40B4-BE49-F238E27FC236}">
                <a16:creationId xmlns:a16="http://schemas.microsoft.com/office/drawing/2014/main" id="{8F7ECE96-59D1-4A75-93C3-DA130B899936}"/>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27677" name="Title 1">
            <a:extLst>
              <a:ext uri="{FF2B5EF4-FFF2-40B4-BE49-F238E27FC236}">
                <a16:creationId xmlns:a16="http://schemas.microsoft.com/office/drawing/2014/main" id="{73DBD8AC-F712-4C99-9FAD-69388A36D0E1}"/>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(All states in the same partition)</a:t>
            </a:r>
          </a:p>
        </p:txBody>
      </p:sp>
      <p:sp>
        <p:nvSpPr>
          <p:cNvPr id="27678" name="Rectangle 37">
            <a:extLst>
              <a:ext uri="{FF2B5EF4-FFF2-40B4-BE49-F238E27FC236}">
                <a16:creationId xmlns:a16="http://schemas.microsoft.com/office/drawing/2014/main" id="{497C3319-E514-4CC4-AAF4-5C74B159A226}"/>
              </a:ext>
            </a:extLst>
          </p:cNvPr>
          <p:cNvSpPr>
            <a:spLocks noChangeArrowheads="1"/>
          </p:cNvSpPr>
          <p:nvPr/>
        </p:nvSpPr>
        <p:spPr bwMode="auto">
          <a:xfrm>
            <a:off x="868363" y="1065213"/>
            <a:ext cx="7894637" cy="5500687"/>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673" name="Group 11">
            <a:extLst>
              <a:ext uri="{FF2B5EF4-FFF2-40B4-BE49-F238E27FC236}">
                <a16:creationId xmlns:a16="http://schemas.microsoft.com/office/drawing/2014/main" id="{DCDEF0E7-18B8-4A12-AB4D-5CCE52E58856}"/>
              </a:ext>
            </a:extLst>
          </p:cNvPr>
          <p:cNvGrpSpPr>
            <a:grpSpLocks/>
          </p:cNvGrpSpPr>
          <p:nvPr/>
        </p:nvGrpSpPr>
        <p:grpSpPr bwMode="auto">
          <a:xfrm>
            <a:off x="7794625" y="3435350"/>
            <a:ext cx="896938" cy="815975"/>
            <a:chOff x="7637959" y="4419600"/>
            <a:chExt cx="896441" cy="815975"/>
          </a:xfrm>
        </p:grpSpPr>
        <p:sp>
          <p:nvSpPr>
            <p:cNvPr id="28703" name="Freeform 19">
              <a:extLst>
                <a:ext uri="{FF2B5EF4-FFF2-40B4-BE49-F238E27FC236}">
                  <a16:creationId xmlns:a16="http://schemas.microsoft.com/office/drawing/2014/main" id="{31777A6F-9755-4270-9395-1530A28BD691}"/>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704" name="Freeform 19">
              <a:extLst>
                <a:ext uri="{FF2B5EF4-FFF2-40B4-BE49-F238E27FC236}">
                  <a16:creationId xmlns:a16="http://schemas.microsoft.com/office/drawing/2014/main" id="{80AB10F0-71D6-4535-BED2-53CFF5B3BCB8}"/>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8674" name="Freeform 37">
            <a:extLst>
              <a:ext uri="{FF2B5EF4-FFF2-40B4-BE49-F238E27FC236}">
                <a16:creationId xmlns:a16="http://schemas.microsoft.com/office/drawing/2014/main" id="{44E6966B-2544-4E8A-AC69-504441BFD372}"/>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75" name="Freeform 37">
            <a:extLst>
              <a:ext uri="{FF2B5EF4-FFF2-40B4-BE49-F238E27FC236}">
                <a16:creationId xmlns:a16="http://schemas.microsoft.com/office/drawing/2014/main" id="{AEE2CA27-ED2A-40E5-ACB1-2138200E48F2}"/>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76" name="Freeform 37">
            <a:extLst>
              <a:ext uri="{FF2B5EF4-FFF2-40B4-BE49-F238E27FC236}">
                <a16:creationId xmlns:a16="http://schemas.microsoft.com/office/drawing/2014/main" id="{8ED690F7-AE4A-48F6-9833-CF309C1314F4}"/>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77" name="Freeform 37">
            <a:extLst>
              <a:ext uri="{FF2B5EF4-FFF2-40B4-BE49-F238E27FC236}">
                <a16:creationId xmlns:a16="http://schemas.microsoft.com/office/drawing/2014/main" id="{2BEDCD6C-4381-4556-9EB7-F50D33F21130}"/>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78" name="Freeform 37">
            <a:extLst>
              <a:ext uri="{FF2B5EF4-FFF2-40B4-BE49-F238E27FC236}">
                <a16:creationId xmlns:a16="http://schemas.microsoft.com/office/drawing/2014/main" id="{E0F1C3AF-F33E-49AA-8377-9A9E937A2B44}"/>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79" name="Freeform 37">
            <a:extLst>
              <a:ext uri="{FF2B5EF4-FFF2-40B4-BE49-F238E27FC236}">
                <a16:creationId xmlns:a16="http://schemas.microsoft.com/office/drawing/2014/main" id="{D7D1F2A6-27DE-453B-991A-CC0139BA32DE}"/>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8680" name="Freeform 37">
            <a:extLst>
              <a:ext uri="{FF2B5EF4-FFF2-40B4-BE49-F238E27FC236}">
                <a16:creationId xmlns:a16="http://schemas.microsoft.com/office/drawing/2014/main" id="{E8D0A365-7ADB-498F-B823-7B9EA113CD83}"/>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8681" name="Straight Arrow Connector 91">
            <a:extLst>
              <a:ext uri="{FF2B5EF4-FFF2-40B4-BE49-F238E27FC236}">
                <a16:creationId xmlns:a16="http://schemas.microsoft.com/office/drawing/2014/main" id="{7D1BBDA1-88C5-4C28-B9AF-60DC77FFAF0C}"/>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2" name="Straight Arrow Connector 95">
            <a:extLst>
              <a:ext uri="{FF2B5EF4-FFF2-40B4-BE49-F238E27FC236}">
                <a16:creationId xmlns:a16="http://schemas.microsoft.com/office/drawing/2014/main" id="{08528650-D011-40E2-A538-815DBD2385C0}"/>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3" name="Straight Arrow Connector 97">
            <a:extLst>
              <a:ext uri="{FF2B5EF4-FFF2-40B4-BE49-F238E27FC236}">
                <a16:creationId xmlns:a16="http://schemas.microsoft.com/office/drawing/2014/main" id="{5C940A6E-92EE-4504-ABC2-713B38CA02AE}"/>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4" name="Straight Arrow Connector 99">
            <a:extLst>
              <a:ext uri="{FF2B5EF4-FFF2-40B4-BE49-F238E27FC236}">
                <a16:creationId xmlns:a16="http://schemas.microsoft.com/office/drawing/2014/main" id="{8F86425E-B358-4423-BF50-0D1F2E02DBB5}"/>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8685" name="Straight Arrow Connector 105">
            <a:extLst>
              <a:ext uri="{FF2B5EF4-FFF2-40B4-BE49-F238E27FC236}">
                <a16:creationId xmlns:a16="http://schemas.microsoft.com/office/drawing/2014/main" id="{F2576C14-427B-4BCD-AD6B-A171A24BA3F3}"/>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6" name="Straight Arrow Connector 107">
            <a:extLst>
              <a:ext uri="{FF2B5EF4-FFF2-40B4-BE49-F238E27FC236}">
                <a16:creationId xmlns:a16="http://schemas.microsoft.com/office/drawing/2014/main" id="{2FA34EA2-C423-4B28-9D2C-0CF1814AC4F4}"/>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7" name="Straight Arrow Connector 112">
            <a:extLst>
              <a:ext uri="{FF2B5EF4-FFF2-40B4-BE49-F238E27FC236}">
                <a16:creationId xmlns:a16="http://schemas.microsoft.com/office/drawing/2014/main" id="{75BCC441-89DF-4157-85BD-8AEEFB3B28CC}"/>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8688" name="Straight Arrow Connector 18">
            <a:extLst>
              <a:ext uri="{FF2B5EF4-FFF2-40B4-BE49-F238E27FC236}">
                <a16:creationId xmlns:a16="http://schemas.microsoft.com/office/drawing/2014/main" id="{792EF2FD-A3F0-451E-9FDA-79CD6D586121}"/>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8689" name="Straight Arrow Connector 20">
            <a:extLst>
              <a:ext uri="{FF2B5EF4-FFF2-40B4-BE49-F238E27FC236}">
                <a16:creationId xmlns:a16="http://schemas.microsoft.com/office/drawing/2014/main" id="{03432FAE-38D7-4317-B399-C559803A9478}"/>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8690" name="Straight Arrow Connector 23">
            <a:extLst>
              <a:ext uri="{FF2B5EF4-FFF2-40B4-BE49-F238E27FC236}">
                <a16:creationId xmlns:a16="http://schemas.microsoft.com/office/drawing/2014/main" id="{98D76A75-CACB-4BCF-AFDB-E0992A5A89AB}"/>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8691" name="Straight Arrow Connector 25">
            <a:extLst>
              <a:ext uri="{FF2B5EF4-FFF2-40B4-BE49-F238E27FC236}">
                <a16:creationId xmlns:a16="http://schemas.microsoft.com/office/drawing/2014/main" id="{49E4D21C-B465-4E3A-87A1-78E602D66729}"/>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8692" name="Straight Arrow Connector 28">
            <a:extLst>
              <a:ext uri="{FF2B5EF4-FFF2-40B4-BE49-F238E27FC236}">
                <a16:creationId xmlns:a16="http://schemas.microsoft.com/office/drawing/2014/main" id="{E268491D-46B4-4B12-B571-FB000936E7FD}"/>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28693" name="TextBox 1">
            <a:extLst>
              <a:ext uri="{FF2B5EF4-FFF2-40B4-BE49-F238E27FC236}">
                <a16:creationId xmlns:a16="http://schemas.microsoft.com/office/drawing/2014/main" id="{C19142D7-055A-4C04-B8C3-9574203BB571}"/>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8694" name="TextBox 27">
            <a:extLst>
              <a:ext uri="{FF2B5EF4-FFF2-40B4-BE49-F238E27FC236}">
                <a16:creationId xmlns:a16="http://schemas.microsoft.com/office/drawing/2014/main" id="{05F99235-9F86-47AB-B11D-49DC6F1D336D}"/>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8695" name="TextBox 29">
            <a:extLst>
              <a:ext uri="{FF2B5EF4-FFF2-40B4-BE49-F238E27FC236}">
                <a16:creationId xmlns:a16="http://schemas.microsoft.com/office/drawing/2014/main" id="{C5746C88-0F5F-4378-9221-4D4BCEA59471}"/>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8696" name="TextBox 30">
            <a:extLst>
              <a:ext uri="{FF2B5EF4-FFF2-40B4-BE49-F238E27FC236}">
                <a16:creationId xmlns:a16="http://schemas.microsoft.com/office/drawing/2014/main" id="{EA0524FB-0436-4484-901B-87FD945F51D7}"/>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8697" name="TextBox 33">
            <a:extLst>
              <a:ext uri="{FF2B5EF4-FFF2-40B4-BE49-F238E27FC236}">
                <a16:creationId xmlns:a16="http://schemas.microsoft.com/office/drawing/2014/main" id="{E85AA650-5D7F-4DD4-B11C-0247CD3F5807}"/>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8698" name="TextBox 35">
            <a:extLst>
              <a:ext uri="{FF2B5EF4-FFF2-40B4-BE49-F238E27FC236}">
                <a16:creationId xmlns:a16="http://schemas.microsoft.com/office/drawing/2014/main" id="{731F509A-0213-40C9-BC25-73286E41CD4E}"/>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8699" name="TextBox 36">
            <a:extLst>
              <a:ext uri="{FF2B5EF4-FFF2-40B4-BE49-F238E27FC236}">
                <a16:creationId xmlns:a16="http://schemas.microsoft.com/office/drawing/2014/main" id="{6E254EE5-DA7F-4BCD-9A5E-6C528F8D95A0}"/>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28700" name="Straight Arrow Connector 39">
            <a:extLst>
              <a:ext uri="{FF2B5EF4-FFF2-40B4-BE49-F238E27FC236}">
                <a16:creationId xmlns:a16="http://schemas.microsoft.com/office/drawing/2014/main" id="{749A1C31-4B40-48FA-9ED2-C0709BE3A1ED}"/>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28701" name="Title 1">
            <a:extLst>
              <a:ext uri="{FF2B5EF4-FFF2-40B4-BE49-F238E27FC236}">
                <a16:creationId xmlns:a16="http://schemas.microsoft.com/office/drawing/2014/main" id="{B1D2CCBE-8557-4E34-A348-5B465B62689E}"/>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(ABCDEFG)</a:t>
            </a:r>
          </a:p>
        </p:txBody>
      </p:sp>
      <p:sp>
        <p:nvSpPr>
          <p:cNvPr id="28702" name="Rectangle 37">
            <a:extLst>
              <a:ext uri="{FF2B5EF4-FFF2-40B4-BE49-F238E27FC236}">
                <a16:creationId xmlns:a16="http://schemas.microsoft.com/office/drawing/2014/main" id="{48285FDB-425A-4652-A9EA-105AF7C2EB83}"/>
              </a:ext>
            </a:extLst>
          </p:cNvPr>
          <p:cNvSpPr>
            <a:spLocks noChangeArrowheads="1"/>
          </p:cNvSpPr>
          <p:nvPr/>
        </p:nvSpPr>
        <p:spPr bwMode="auto">
          <a:xfrm>
            <a:off x="868363" y="1065213"/>
            <a:ext cx="7894637" cy="5500687"/>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697" name="Group 11">
            <a:extLst>
              <a:ext uri="{FF2B5EF4-FFF2-40B4-BE49-F238E27FC236}">
                <a16:creationId xmlns:a16="http://schemas.microsoft.com/office/drawing/2014/main" id="{B9E6DE4E-2976-4DEE-ADD1-8BA2D38BD8E0}"/>
              </a:ext>
            </a:extLst>
          </p:cNvPr>
          <p:cNvGrpSpPr>
            <a:grpSpLocks/>
          </p:cNvGrpSpPr>
          <p:nvPr/>
        </p:nvGrpSpPr>
        <p:grpSpPr bwMode="auto">
          <a:xfrm>
            <a:off x="7794625" y="3435350"/>
            <a:ext cx="896938" cy="815975"/>
            <a:chOff x="7637959" y="4419600"/>
            <a:chExt cx="896441" cy="815975"/>
          </a:xfrm>
        </p:grpSpPr>
        <p:sp>
          <p:nvSpPr>
            <p:cNvPr id="29730" name="Freeform 19">
              <a:extLst>
                <a:ext uri="{FF2B5EF4-FFF2-40B4-BE49-F238E27FC236}">
                  <a16:creationId xmlns:a16="http://schemas.microsoft.com/office/drawing/2014/main" id="{5ABF9BD2-B574-421F-A92A-4E35D4589C2D}"/>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31" name="Freeform 19">
              <a:extLst>
                <a:ext uri="{FF2B5EF4-FFF2-40B4-BE49-F238E27FC236}">
                  <a16:creationId xmlns:a16="http://schemas.microsoft.com/office/drawing/2014/main" id="{D1A5031F-73BD-488F-82D5-E152AB8FFA81}"/>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29698" name="Freeform 37">
            <a:extLst>
              <a:ext uri="{FF2B5EF4-FFF2-40B4-BE49-F238E27FC236}">
                <a16:creationId xmlns:a16="http://schemas.microsoft.com/office/drawing/2014/main" id="{71794F9E-6C26-4A7C-9397-5B940D441F08}"/>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699" name="Freeform 37">
            <a:extLst>
              <a:ext uri="{FF2B5EF4-FFF2-40B4-BE49-F238E27FC236}">
                <a16:creationId xmlns:a16="http://schemas.microsoft.com/office/drawing/2014/main" id="{48208656-407D-4F4D-80AB-8EFF1A4A363B}"/>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00" name="Freeform 37">
            <a:extLst>
              <a:ext uri="{FF2B5EF4-FFF2-40B4-BE49-F238E27FC236}">
                <a16:creationId xmlns:a16="http://schemas.microsoft.com/office/drawing/2014/main" id="{3406C39F-316A-492E-9552-C779D497121F}"/>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01" name="Freeform 37">
            <a:extLst>
              <a:ext uri="{FF2B5EF4-FFF2-40B4-BE49-F238E27FC236}">
                <a16:creationId xmlns:a16="http://schemas.microsoft.com/office/drawing/2014/main" id="{E3E55860-936B-415D-9166-4047F0008E07}"/>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02" name="Freeform 37">
            <a:extLst>
              <a:ext uri="{FF2B5EF4-FFF2-40B4-BE49-F238E27FC236}">
                <a16:creationId xmlns:a16="http://schemas.microsoft.com/office/drawing/2014/main" id="{36EC2C2F-EE12-44C4-923D-8EBF7F72F1BD}"/>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03" name="Freeform 37">
            <a:extLst>
              <a:ext uri="{FF2B5EF4-FFF2-40B4-BE49-F238E27FC236}">
                <a16:creationId xmlns:a16="http://schemas.microsoft.com/office/drawing/2014/main" id="{83DA92B8-0A12-4988-98F5-2608B7177212}"/>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04" name="Freeform 37">
            <a:extLst>
              <a:ext uri="{FF2B5EF4-FFF2-40B4-BE49-F238E27FC236}">
                <a16:creationId xmlns:a16="http://schemas.microsoft.com/office/drawing/2014/main" id="{95EADE2B-6156-4276-9442-C7672DCA0706}"/>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29705" name="Straight Arrow Connector 91">
            <a:extLst>
              <a:ext uri="{FF2B5EF4-FFF2-40B4-BE49-F238E27FC236}">
                <a16:creationId xmlns:a16="http://schemas.microsoft.com/office/drawing/2014/main" id="{B1942F5B-2160-4C1E-9814-4268F6201E0E}"/>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06" name="Straight Arrow Connector 95">
            <a:extLst>
              <a:ext uri="{FF2B5EF4-FFF2-40B4-BE49-F238E27FC236}">
                <a16:creationId xmlns:a16="http://schemas.microsoft.com/office/drawing/2014/main" id="{DC70BC83-98CE-4A81-B3B7-0550C9110059}"/>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07" name="Straight Arrow Connector 97">
            <a:extLst>
              <a:ext uri="{FF2B5EF4-FFF2-40B4-BE49-F238E27FC236}">
                <a16:creationId xmlns:a16="http://schemas.microsoft.com/office/drawing/2014/main" id="{FE17D58E-7C60-4055-B7EE-36F3E66E428A}"/>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08" name="Straight Arrow Connector 99">
            <a:extLst>
              <a:ext uri="{FF2B5EF4-FFF2-40B4-BE49-F238E27FC236}">
                <a16:creationId xmlns:a16="http://schemas.microsoft.com/office/drawing/2014/main" id="{FF2804AD-6948-4EC9-AEDF-6D1D483074A7}"/>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9709" name="Straight Arrow Connector 105">
            <a:extLst>
              <a:ext uri="{FF2B5EF4-FFF2-40B4-BE49-F238E27FC236}">
                <a16:creationId xmlns:a16="http://schemas.microsoft.com/office/drawing/2014/main" id="{EC7EE04F-7D85-4354-8F6F-CC52742FBA44}"/>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10" name="Straight Arrow Connector 107">
            <a:extLst>
              <a:ext uri="{FF2B5EF4-FFF2-40B4-BE49-F238E27FC236}">
                <a16:creationId xmlns:a16="http://schemas.microsoft.com/office/drawing/2014/main" id="{4D1E5213-4D3D-41E9-A0EE-58F33CB041D8}"/>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11" name="Straight Arrow Connector 112">
            <a:extLst>
              <a:ext uri="{FF2B5EF4-FFF2-40B4-BE49-F238E27FC236}">
                <a16:creationId xmlns:a16="http://schemas.microsoft.com/office/drawing/2014/main" id="{6A02AF97-2C20-4127-97BE-1FE9D9EBA29D}"/>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29712" name="Straight Arrow Connector 18">
            <a:extLst>
              <a:ext uri="{FF2B5EF4-FFF2-40B4-BE49-F238E27FC236}">
                <a16:creationId xmlns:a16="http://schemas.microsoft.com/office/drawing/2014/main" id="{0A026641-E86E-4C62-9BAA-6F4BAD36BCD9}"/>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9713" name="Straight Arrow Connector 20">
            <a:extLst>
              <a:ext uri="{FF2B5EF4-FFF2-40B4-BE49-F238E27FC236}">
                <a16:creationId xmlns:a16="http://schemas.microsoft.com/office/drawing/2014/main" id="{445BCEBC-DEDB-4196-950F-C3BE1B81F173}"/>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9714" name="Straight Arrow Connector 23">
            <a:extLst>
              <a:ext uri="{FF2B5EF4-FFF2-40B4-BE49-F238E27FC236}">
                <a16:creationId xmlns:a16="http://schemas.microsoft.com/office/drawing/2014/main" id="{38338575-3CBD-45FF-996F-9F3A43C8D7D6}"/>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9715" name="Straight Arrow Connector 25">
            <a:extLst>
              <a:ext uri="{FF2B5EF4-FFF2-40B4-BE49-F238E27FC236}">
                <a16:creationId xmlns:a16="http://schemas.microsoft.com/office/drawing/2014/main" id="{3B37798A-CB3B-4396-B3A3-E158069603D4}"/>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29716" name="Straight Arrow Connector 28">
            <a:extLst>
              <a:ext uri="{FF2B5EF4-FFF2-40B4-BE49-F238E27FC236}">
                <a16:creationId xmlns:a16="http://schemas.microsoft.com/office/drawing/2014/main" id="{3B3F69E1-C624-47EF-92F2-139DE81FA0F3}"/>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29717" name="TextBox 1">
            <a:extLst>
              <a:ext uri="{FF2B5EF4-FFF2-40B4-BE49-F238E27FC236}">
                <a16:creationId xmlns:a16="http://schemas.microsoft.com/office/drawing/2014/main" id="{20F2B199-4355-4FFB-BB5E-2EC88383356F}"/>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9718" name="TextBox 27">
            <a:extLst>
              <a:ext uri="{FF2B5EF4-FFF2-40B4-BE49-F238E27FC236}">
                <a16:creationId xmlns:a16="http://schemas.microsoft.com/office/drawing/2014/main" id="{3D0087E1-51FC-4386-9561-9A8CD728BC7E}"/>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9719" name="TextBox 29">
            <a:extLst>
              <a:ext uri="{FF2B5EF4-FFF2-40B4-BE49-F238E27FC236}">
                <a16:creationId xmlns:a16="http://schemas.microsoft.com/office/drawing/2014/main" id="{7E5B916F-63CD-4B0C-895A-51ABBB37A3B8}"/>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9720" name="TextBox 30">
            <a:extLst>
              <a:ext uri="{FF2B5EF4-FFF2-40B4-BE49-F238E27FC236}">
                <a16:creationId xmlns:a16="http://schemas.microsoft.com/office/drawing/2014/main" id="{E40BF397-9AB9-4BDA-92FA-79DBCB163C1C}"/>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9721" name="TextBox 33">
            <a:extLst>
              <a:ext uri="{FF2B5EF4-FFF2-40B4-BE49-F238E27FC236}">
                <a16:creationId xmlns:a16="http://schemas.microsoft.com/office/drawing/2014/main" id="{C333CD1A-5286-497C-AEF2-FFA55592849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9722" name="TextBox 35">
            <a:extLst>
              <a:ext uri="{FF2B5EF4-FFF2-40B4-BE49-F238E27FC236}">
                <a16:creationId xmlns:a16="http://schemas.microsoft.com/office/drawing/2014/main" id="{712573F7-0415-4843-905A-20F819A44716}"/>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29723" name="TextBox 36">
            <a:extLst>
              <a:ext uri="{FF2B5EF4-FFF2-40B4-BE49-F238E27FC236}">
                <a16:creationId xmlns:a16="http://schemas.microsoft.com/office/drawing/2014/main" id="{787FB84E-2719-4FA7-BA95-4D656F21CB48}"/>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29724" name="Straight Arrow Connector 39">
            <a:extLst>
              <a:ext uri="{FF2B5EF4-FFF2-40B4-BE49-F238E27FC236}">
                <a16:creationId xmlns:a16="http://schemas.microsoft.com/office/drawing/2014/main" id="{09DA0478-48C3-4435-8377-2DCCBD9F493F}"/>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29725" name="Title 1">
            <a:extLst>
              <a:ext uri="{FF2B5EF4-FFF2-40B4-BE49-F238E27FC236}">
                <a16:creationId xmlns:a16="http://schemas.microsoft.com/office/drawing/2014/main" id="{25D01008-D79B-46AF-B12F-7E32A850836F}"/>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(based on outputs)</a:t>
            </a:r>
          </a:p>
        </p:txBody>
      </p:sp>
      <p:sp>
        <p:nvSpPr>
          <p:cNvPr id="29726" name="Rectangle 37">
            <a:extLst>
              <a:ext uri="{FF2B5EF4-FFF2-40B4-BE49-F238E27FC236}">
                <a16:creationId xmlns:a16="http://schemas.microsoft.com/office/drawing/2014/main" id="{CA3BB067-4894-45E4-ABFE-5EB11B013FF3}"/>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27" name="Rectangle 38">
            <a:extLst>
              <a:ext uri="{FF2B5EF4-FFF2-40B4-BE49-F238E27FC236}">
                <a16:creationId xmlns:a16="http://schemas.microsoft.com/office/drawing/2014/main" id="{911FA867-6649-43D9-9CF2-2D51AD86887A}"/>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9728" name="TextBox 40">
            <a:extLst>
              <a:ext uri="{FF2B5EF4-FFF2-40B4-BE49-F238E27FC236}">
                <a16:creationId xmlns:a16="http://schemas.microsoft.com/office/drawing/2014/main" id="{CDF700F4-3412-4DFA-A484-30B159CA8856}"/>
              </a:ext>
            </a:extLst>
          </p:cNvPr>
          <p:cNvSpPr txBox="1">
            <a:spLocks noChangeArrowheads="1"/>
          </p:cNvSpPr>
          <p:nvPr/>
        </p:nvSpPr>
        <p:spPr bwMode="auto">
          <a:xfrm>
            <a:off x="914400" y="6172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29729" name="TextBox 41">
            <a:extLst>
              <a:ext uri="{FF2B5EF4-FFF2-40B4-BE49-F238E27FC236}">
                <a16:creationId xmlns:a16="http://schemas.microsoft.com/office/drawing/2014/main" id="{18EB2EFE-B14F-47E8-9BB1-D4FB4D606406}"/>
              </a:ext>
            </a:extLst>
          </p:cNvPr>
          <p:cNvSpPr txBox="1">
            <a:spLocks noChangeArrowheads="1"/>
          </p:cNvSpPr>
          <p:nvPr/>
        </p:nvSpPr>
        <p:spPr bwMode="auto">
          <a:xfrm>
            <a:off x="8001000" y="6172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721" name="Group 11">
            <a:extLst>
              <a:ext uri="{FF2B5EF4-FFF2-40B4-BE49-F238E27FC236}">
                <a16:creationId xmlns:a16="http://schemas.microsoft.com/office/drawing/2014/main" id="{4E8CCD98-6552-444D-B166-6339BDDEFBFF}"/>
              </a:ext>
            </a:extLst>
          </p:cNvPr>
          <p:cNvGrpSpPr>
            <a:grpSpLocks/>
          </p:cNvGrpSpPr>
          <p:nvPr/>
        </p:nvGrpSpPr>
        <p:grpSpPr bwMode="auto">
          <a:xfrm>
            <a:off x="7794625" y="3435350"/>
            <a:ext cx="896938" cy="815975"/>
            <a:chOff x="7637959" y="4419600"/>
            <a:chExt cx="896441" cy="815975"/>
          </a:xfrm>
        </p:grpSpPr>
        <p:sp>
          <p:nvSpPr>
            <p:cNvPr id="30754" name="Freeform 19">
              <a:extLst>
                <a:ext uri="{FF2B5EF4-FFF2-40B4-BE49-F238E27FC236}">
                  <a16:creationId xmlns:a16="http://schemas.microsoft.com/office/drawing/2014/main" id="{872ABC7D-D5E3-4EAF-B9B9-C976FA1C4B31}"/>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55" name="Freeform 19">
              <a:extLst>
                <a:ext uri="{FF2B5EF4-FFF2-40B4-BE49-F238E27FC236}">
                  <a16:creationId xmlns:a16="http://schemas.microsoft.com/office/drawing/2014/main" id="{8CFEB9B4-23E2-4EB6-859E-38134DD7E7F1}"/>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30722" name="Freeform 37">
            <a:extLst>
              <a:ext uri="{FF2B5EF4-FFF2-40B4-BE49-F238E27FC236}">
                <a16:creationId xmlns:a16="http://schemas.microsoft.com/office/drawing/2014/main" id="{882F87C5-D7A8-40FC-B7DF-3437A7A9412F}"/>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3" name="Freeform 37">
            <a:extLst>
              <a:ext uri="{FF2B5EF4-FFF2-40B4-BE49-F238E27FC236}">
                <a16:creationId xmlns:a16="http://schemas.microsoft.com/office/drawing/2014/main" id="{E9EA9A76-B9FD-477A-90E9-2B26E72BA82F}"/>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4" name="Freeform 37">
            <a:extLst>
              <a:ext uri="{FF2B5EF4-FFF2-40B4-BE49-F238E27FC236}">
                <a16:creationId xmlns:a16="http://schemas.microsoft.com/office/drawing/2014/main" id="{1EA093FD-5A0A-4001-8B04-5A9D98B27EEE}"/>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5" name="Freeform 37">
            <a:extLst>
              <a:ext uri="{FF2B5EF4-FFF2-40B4-BE49-F238E27FC236}">
                <a16:creationId xmlns:a16="http://schemas.microsoft.com/office/drawing/2014/main" id="{7972AB61-2CA8-4F32-82D0-D4C3FEA7C6F9}"/>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6" name="Freeform 37">
            <a:extLst>
              <a:ext uri="{FF2B5EF4-FFF2-40B4-BE49-F238E27FC236}">
                <a16:creationId xmlns:a16="http://schemas.microsoft.com/office/drawing/2014/main" id="{822A5042-7D83-43BC-8579-B5D98E8A6F2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7" name="Freeform 37">
            <a:extLst>
              <a:ext uri="{FF2B5EF4-FFF2-40B4-BE49-F238E27FC236}">
                <a16:creationId xmlns:a16="http://schemas.microsoft.com/office/drawing/2014/main" id="{1B97B0A2-6D37-4FD1-9EBD-369F92BB1D0C}"/>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28" name="Freeform 37">
            <a:extLst>
              <a:ext uri="{FF2B5EF4-FFF2-40B4-BE49-F238E27FC236}">
                <a16:creationId xmlns:a16="http://schemas.microsoft.com/office/drawing/2014/main" id="{D3A36B6D-8123-46ED-A25F-23DA9A593262}"/>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0729" name="Straight Arrow Connector 91">
            <a:extLst>
              <a:ext uri="{FF2B5EF4-FFF2-40B4-BE49-F238E27FC236}">
                <a16:creationId xmlns:a16="http://schemas.microsoft.com/office/drawing/2014/main" id="{CB6B1608-0218-4519-914F-D40D73A8E140}"/>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0" name="Straight Arrow Connector 95">
            <a:extLst>
              <a:ext uri="{FF2B5EF4-FFF2-40B4-BE49-F238E27FC236}">
                <a16:creationId xmlns:a16="http://schemas.microsoft.com/office/drawing/2014/main" id="{A5676AF5-1D78-4C53-90EE-7716AC6990CC}"/>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1" name="Straight Arrow Connector 97">
            <a:extLst>
              <a:ext uri="{FF2B5EF4-FFF2-40B4-BE49-F238E27FC236}">
                <a16:creationId xmlns:a16="http://schemas.microsoft.com/office/drawing/2014/main" id="{7644CD0C-C23F-4C4F-8F86-0FFFCF2E2781}"/>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2" name="Straight Arrow Connector 99">
            <a:extLst>
              <a:ext uri="{FF2B5EF4-FFF2-40B4-BE49-F238E27FC236}">
                <a16:creationId xmlns:a16="http://schemas.microsoft.com/office/drawing/2014/main" id="{F84CF02D-58A6-48E7-888F-B01763EED791}"/>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0733" name="Straight Arrow Connector 105">
            <a:extLst>
              <a:ext uri="{FF2B5EF4-FFF2-40B4-BE49-F238E27FC236}">
                <a16:creationId xmlns:a16="http://schemas.microsoft.com/office/drawing/2014/main" id="{34C2285B-CCA9-4B70-956A-25A9FBC90C13}"/>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4" name="Straight Arrow Connector 107">
            <a:extLst>
              <a:ext uri="{FF2B5EF4-FFF2-40B4-BE49-F238E27FC236}">
                <a16:creationId xmlns:a16="http://schemas.microsoft.com/office/drawing/2014/main" id="{961D62F7-4532-408D-B918-1AC8B492294F}"/>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5" name="Straight Arrow Connector 112">
            <a:extLst>
              <a:ext uri="{FF2B5EF4-FFF2-40B4-BE49-F238E27FC236}">
                <a16:creationId xmlns:a16="http://schemas.microsoft.com/office/drawing/2014/main" id="{DD08D794-A9FD-4EC1-8538-D02337CF492F}"/>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0736" name="Straight Arrow Connector 18">
            <a:extLst>
              <a:ext uri="{FF2B5EF4-FFF2-40B4-BE49-F238E27FC236}">
                <a16:creationId xmlns:a16="http://schemas.microsoft.com/office/drawing/2014/main" id="{146EF59D-29FC-44E9-9037-FB550DF53940}"/>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0737" name="Straight Arrow Connector 20">
            <a:extLst>
              <a:ext uri="{FF2B5EF4-FFF2-40B4-BE49-F238E27FC236}">
                <a16:creationId xmlns:a16="http://schemas.microsoft.com/office/drawing/2014/main" id="{E3CE8C2B-02DD-4650-9EA7-68BFFB06D3EC}"/>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0738" name="Straight Arrow Connector 23">
            <a:extLst>
              <a:ext uri="{FF2B5EF4-FFF2-40B4-BE49-F238E27FC236}">
                <a16:creationId xmlns:a16="http://schemas.microsoft.com/office/drawing/2014/main" id="{A36E7B6F-7C2D-4C1C-AB36-52EE3A895CD9}"/>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0739" name="Straight Arrow Connector 25">
            <a:extLst>
              <a:ext uri="{FF2B5EF4-FFF2-40B4-BE49-F238E27FC236}">
                <a16:creationId xmlns:a16="http://schemas.microsoft.com/office/drawing/2014/main" id="{D19A299D-BCA8-416F-AF8C-B202CBDEFA19}"/>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0740" name="Straight Arrow Connector 28">
            <a:extLst>
              <a:ext uri="{FF2B5EF4-FFF2-40B4-BE49-F238E27FC236}">
                <a16:creationId xmlns:a16="http://schemas.microsoft.com/office/drawing/2014/main" id="{747D924A-3E1B-45BE-A006-6FCA011BF6DD}"/>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0741" name="TextBox 1">
            <a:extLst>
              <a:ext uri="{FF2B5EF4-FFF2-40B4-BE49-F238E27FC236}">
                <a16:creationId xmlns:a16="http://schemas.microsoft.com/office/drawing/2014/main" id="{3E5DD927-8BDE-4EF2-A6F8-803E2B095576}"/>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0742" name="TextBox 27">
            <a:extLst>
              <a:ext uri="{FF2B5EF4-FFF2-40B4-BE49-F238E27FC236}">
                <a16:creationId xmlns:a16="http://schemas.microsoft.com/office/drawing/2014/main" id="{84C55A53-3C41-44AB-8583-DC82646B5CE3}"/>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0743" name="TextBox 29">
            <a:extLst>
              <a:ext uri="{FF2B5EF4-FFF2-40B4-BE49-F238E27FC236}">
                <a16:creationId xmlns:a16="http://schemas.microsoft.com/office/drawing/2014/main" id="{AE92E206-7434-4D40-9BE7-74E8E8CBCFAD}"/>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0744" name="TextBox 30">
            <a:extLst>
              <a:ext uri="{FF2B5EF4-FFF2-40B4-BE49-F238E27FC236}">
                <a16:creationId xmlns:a16="http://schemas.microsoft.com/office/drawing/2014/main" id="{08C5BE9D-3FB6-4E85-BEA5-731E59974AAE}"/>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0745" name="TextBox 33">
            <a:extLst>
              <a:ext uri="{FF2B5EF4-FFF2-40B4-BE49-F238E27FC236}">
                <a16:creationId xmlns:a16="http://schemas.microsoft.com/office/drawing/2014/main" id="{AC4B7AC0-CAD1-4A68-8BA7-23FA597B9427}"/>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0746" name="TextBox 35">
            <a:extLst>
              <a:ext uri="{FF2B5EF4-FFF2-40B4-BE49-F238E27FC236}">
                <a16:creationId xmlns:a16="http://schemas.microsoft.com/office/drawing/2014/main" id="{5827913D-AACB-402C-930D-F22A3B9CC636}"/>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0747" name="TextBox 36">
            <a:extLst>
              <a:ext uri="{FF2B5EF4-FFF2-40B4-BE49-F238E27FC236}">
                <a16:creationId xmlns:a16="http://schemas.microsoft.com/office/drawing/2014/main" id="{12F7E97A-774D-425B-B98A-B31545306093}"/>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30748" name="Straight Arrow Connector 39">
            <a:extLst>
              <a:ext uri="{FF2B5EF4-FFF2-40B4-BE49-F238E27FC236}">
                <a16:creationId xmlns:a16="http://schemas.microsoft.com/office/drawing/2014/main" id="{D36D1A43-078F-414D-9F81-74748959F24A}"/>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0749" name="Title 1">
            <a:extLst>
              <a:ext uri="{FF2B5EF4-FFF2-40B4-BE49-F238E27FC236}">
                <a16:creationId xmlns:a16="http://schemas.microsoft.com/office/drawing/2014/main" id="{60C3CD48-B9CD-4535-B907-9E6020FD209E}"/>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(ABD)(CEFG)</a:t>
            </a:r>
          </a:p>
        </p:txBody>
      </p:sp>
      <p:sp>
        <p:nvSpPr>
          <p:cNvPr id="30750" name="Rectangle 37">
            <a:extLst>
              <a:ext uri="{FF2B5EF4-FFF2-40B4-BE49-F238E27FC236}">
                <a16:creationId xmlns:a16="http://schemas.microsoft.com/office/drawing/2014/main" id="{B00548AE-DF02-4672-8BFE-1DD532526F4D}"/>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51" name="Rectangle 38">
            <a:extLst>
              <a:ext uri="{FF2B5EF4-FFF2-40B4-BE49-F238E27FC236}">
                <a16:creationId xmlns:a16="http://schemas.microsoft.com/office/drawing/2014/main" id="{DF902670-9308-45A0-AA60-8155B6BE856A}"/>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0752" name="TextBox 40">
            <a:extLst>
              <a:ext uri="{FF2B5EF4-FFF2-40B4-BE49-F238E27FC236}">
                <a16:creationId xmlns:a16="http://schemas.microsoft.com/office/drawing/2014/main" id="{3FD2127E-3AF2-4394-BEEB-D5225A969CC3}"/>
              </a:ext>
            </a:extLst>
          </p:cNvPr>
          <p:cNvSpPr txBox="1">
            <a:spLocks noChangeArrowheads="1"/>
          </p:cNvSpPr>
          <p:nvPr/>
        </p:nvSpPr>
        <p:spPr bwMode="auto">
          <a:xfrm>
            <a:off x="914400" y="6172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0753" name="TextBox 41">
            <a:extLst>
              <a:ext uri="{FF2B5EF4-FFF2-40B4-BE49-F238E27FC236}">
                <a16:creationId xmlns:a16="http://schemas.microsoft.com/office/drawing/2014/main" id="{0B5F7444-3490-4C22-92A3-A02D8ADC1349}"/>
              </a:ext>
            </a:extLst>
          </p:cNvPr>
          <p:cNvSpPr txBox="1">
            <a:spLocks noChangeArrowheads="1"/>
          </p:cNvSpPr>
          <p:nvPr/>
        </p:nvSpPr>
        <p:spPr bwMode="auto">
          <a:xfrm>
            <a:off x="8001000" y="6172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Freeform 37">
            <a:extLst>
              <a:ext uri="{FF2B5EF4-FFF2-40B4-BE49-F238E27FC236}">
                <a16:creationId xmlns:a16="http://schemas.microsoft.com/office/drawing/2014/main" id="{CAF4CC6A-6DF4-4BAD-A1B9-A9FD43DF08F3}"/>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46" name="Freeform 37">
            <a:extLst>
              <a:ext uri="{FF2B5EF4-FFF2-40B4-BE49-F238E27FC236}">
                <a16:creationId xmlns:a16="http://schemas.microsoft.com/office/drawing/2014/main" id="{44895ADB-8AF0-4FF2-8A9C-AE90C662517C}"/>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47" name="Freeform 37">
            <a:extLst>
              <a:ext uri="{FF2B5EF4-FFF2-40B4-BE49-F238E27FC236}">
                <a16:creationId xmlns:a16="http://schemas.microsoft.com/office/drawing/2014/main" id="{B2A03035-2C4A-4477-915D-908277445F0A}"/>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48" name="Freeform 37">
            <a:extLst>
              <a:ext uri="{FF2B5EF4-FFF2-40B4-BE49-F238E27FC236}">
                <a16:creationId xmlns:a16="http://schemas.microsoft.com/office/drawing/2014/main" id="{FC0D035C-9283-419B-B341-3C7427A6601A}"/>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49" name="Freeform 37">
            <a:extLst>
              <a:ext uri="{FF2B5EF4-FFF2-40B4-BE49-F238E27FC236}">
                <a16:creationId xmlns:a16="http://schemas.microsoft.com/office/drawing/2014/main" id="{220D5945-4204-4E32-8305-33FADC567244}"/>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50" name="Freeform 37">
            <a:extLst>
              <a:ext uri="{FF2B5EF4-FFF2-40B4-BE49-F238E27FC236}">
                <a16:creationId xmlns:a16="http://schemas.microsoft.com/office/drawing/2014/main" id="{F35E71A7-F357-4F7A-8627-2B95F2EE4054}"/>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51" name="Freeform 37">
            <a:extLst>
              <a:ext uri="{FF2B5EF4-FFF2-40B4-BE49-F238E27FC236}">
                <a16:creationId xmlns:a16="http://schemas.microsoft.com/office/drawing/2014/main" id="{12C20CC7-420E-4E9D-9F14-D298140CD51C}"/>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1752" name="Straight Arrow Connector 91">
            <a:extLst>
              <a:ext uri="{FF2B5EF4-FFF2-40B4-BE49-F238E27FC236}">
                <a16:creationId xmlns:a16="http://schemas.microsoft.com/office/drawing/2014/main" id="{48CE3AF3-719C-4736-ABCB-F5D3434A7A30}"/>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1753" name="Straight Arrow Connector 95">
            <a:extLst>
              <a:ext uri="{FF2B5EF4-FFF2-40B4-BE49-F238E27FC236}">
                <a16:creationId xmlns:a16="http://schemas.microsoft.com/office/drawing/2014/main" id="{123518CD-D25D-4E0A-9C15-545D306EC9C4}"/>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1754" name="TextBox 1">
            <a:extLst>
              <a:ext uri="{FF2B5EF4-FFF2-40B4-BE49-F238E27FC236}">
                <a16:creationId xmlns:a16="http://schemas.microsoft.com/office/drawing/2014/main" id="{61B2514A-C34A-4DE1-97F5-DA416C1271FC}"/>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1755" name="TextBox 27">
            <a:extLst>
              <a:ext uri="{FF2B5EF4-FFF2-40B4-BE49-F238E27FC236}">
                <a16:creationId xmlns:a16="http://schemas.microsoft.com/office/drawing/2014/main" id="{32F53185-EAE6-4652-8849-6F2CD1EEB318}"/>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1756" name="TextBox 29">
            <a:extLst>
              <a:ext uri="{FF2B5EF4-FFF2-40B4-BE49-F238E27FC236}">
                <a16:creationId xmlns:a16="http://schemas.microsoft.com/office/drawing/2014/main" id="{1D34FB7F-1491-4BDE-AAF5-541531ED3691}"/>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1757" name="TextBox 30">
            <a:extLst>
              <a:ext uri="{FF2B5EF4-FFF2-40B4-BE49-F238E27FC236}">
                <a16:creationId xmlns:a16="http://schemas.microsoft.com/office/drawing/2014/main" id="{26344780-905D-40DD-AB8F-F0484EF35B42}"/>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1758" name="TextBox 33">
            <a:extLst>
              <a:ext uri="{FF2B5EF4-FFF2-40B4-BE49-F238E27FC236}">
                <a16:creationId xmlns:a16="http://schemas.microsoft.com/office/drawing/2014/main" id="{C858EF61-646E-45DF-B76D-2C846203E815}"/>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1759" name="TextBox 35">
            <a:extLst>
              <a:ext uri="{FF2B5EF4-FFF2-40B4-BE49-F238E27FC236}">
                <a16:creationId xmlns:a16="http://schemas.microsoft.com/office/drawing/2014/main" id="{69E7973D-1B67-4BE3-812B-8CFBF7A17725}"/>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1760" name="TextBox 36">
            <a:extLst>
              <a:ext uri="{FF2B5EF4-FFF2-40B4-BE49-F238E27FC236}">
                <a16:creationId xmlns:a16="http://schemas.microsoft.com/office/drawing/2014/main" id="{702DA98E-CCAC-4786-998E-36EA5B19321D}"/>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cxnSp>
        <p:nvCxnSpPr>
          <p:cNvPr id="31761" name="Straight Arrow Connector 39">
            <a:extLst>
              <a:ext uri="{FF2B5EF4-FFF2-40B4-BE49-F238E27FC236}">
                <a16:creationId xmlns:a16="http://schemas.microsoft.com/office/drawing/2014/main" id="{109A012B-9D8A-4A85-A148-3B77D31DB2D4}"/>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1762" name="Rectangle 37">
            <a:extLst>
              <a:ext uri="{FF2B5EF4-FFF2-40B4-BE49-F238E27FC236}">
                <a16:creationId xmlns:a16="http://schemas.microsoft.com/office/drawing/2014/main" id="{3664C863-7022-43A8-8004-3BC462E255A8}"/>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63" name="Rectangle 38">
            <a:extLst>
              <a:ext uri="{FF2B5EF4-FFF2-40B4-BE49-F238E27FC236}">
                <a16:creationId xmlns:a16="http://schemas.microsoft.com/office/drawing/2014/main" id="{1C304B7F-8DB7-4685-9E40-9FCA559C5DE7}"/>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1764" name="Title 1">
            <a:extLst>
              <a:ext uri="{FF2B5EF4-FFF2-40B4-BE49-F238E27FC236}">
                <a16:creationId xmlns:a16="http://schemas.microsoft.com/office/drawing/2014/main" id="{EFE40D86-FAD1-4702-8AB0-BDDF0172015E}"/>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ABD)</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Freeform 37">
            <a:extLst>
              <a:ext uri="{FF2B5EF4-FFF2-40B4-BE49-F238E27FC236}">
                <a16:creationId xmlns:a16="http://schemas.microsoft.com/office/drawing/2014/main" id="{A89A68E9-20C8-4C4F-812A-718799E53C49}"/>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0" name="Freeform 37">
            <a:extLst>
              <a:ext uri="{FF2B5EF4-FFF2-40B4-BE49-F238E27FC236}">
                <a16:creationId xmlns:a16="http://schemas.microsoft.com/office/drawing/2014/main" id="{E49E1C82-3B40-43B0-9E8B-CAFE49BD1ED2}"/>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1" name="Freeform 37">
            <a:extLst>
              <a:ext uri="{FF2B5EF4-FFF2-40B4-BE49-F238E27FC236}">
                <a16:creationId xmlns:a16="http://schemas.microsoft.com/office/drawing/2014/main" id="{24AA4C17-495C-4A01-80EC-34EE96840D46}"/>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2" name="Freeform 37">
            <a:extLst>
              <a:ext uri="{FF2B5EF4-FFF2-40B4-BE49-F238E27FC236}">
                <a16:creationId xmlns:a16="http://schemas.microsoft.com/office/drawing/2014/main" id="{F312CE8D-4ACB-4096-B651-40FACCE89E2D}"/>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3" name="Freeform 37">
            <a:extLst>
              <a:ext uri="{FF2B5EF4-FFF2-40B4-BE49-F238E27FC236}">
                <a16:creationId xmlns:a16="http://schemas.microsoft.com/office/drawing/2014/main" id="{376BD004-675D-4322-8036-2C307B44A027}"/>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4" name="Freeform 37">
            <a:extLst>
              <a:ext uri="{FF2B5EF4-FFF2-40B4-BE49-F238E27FC236}">
                <a16:creationId xmlns:a16="http://schemas.microsoft.com/office/drawing/2014/main" id="{9BDFDDDC-F719-427E-A596-E49699B9FE38}"/>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75" name="Freeform 37">
            <a:extLst>
              <a:ext uri="{FF2B5EF4-FFF2-40B4-BE49-F238E27FC236}">
                <a16:creationId xmlns:a16="http://schemas.microsoft.com/office/drawing/2014/main" id="{8D5B7A72-E0D7-4C72-9841-DA172FB186E2}"/>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2776" name="Straight Arrow Connector 99">
            <a:extLst>
              <a:ext uri="{FF2B5EF4-FFF2-40B4-BE49-F238E27FC236}">
                <a16:creationId xmlns:a16="http://schemas.microsoft.com/office/drawing/2014/main" id="{DDEE6077-3C74-4F21-9639-97D027231885}"/>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2777" name="Straight Arrow Connector 18">
            <a:extLst>
              <a:ext uri="{FF2B5EF4-FFF2-40B4-BE49-F238E27FC236}">
                <a16:creationId xmlns:a16="http://schemas.microsoft.com/office/drawing/2014/main" id="{C628579B-A047-4026-8DE0-81D660E0ADD6}"/>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2778" name="Straight Arrow Connector 23">
            <a:extLst>
              <a:ext uri="{FF2B5EF4-FFF2-40B4-BE49-F238E27FC236}">
                <a16:creationId xmlns:a16="http://schemas.microsoft.com/office/drawing/2014/main" id="{A3885CFC-1BE3-4A59-B40F-A80221B40B36}"/>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2779" name="TextBox 1">
            <a:extLst>
              <a:ext uri="{FF2B5EF4-FFF2-40B4-BE49-F238E27FC236}">
                <a16:creationId xmlns:a16="http://schemas.microsoft.com/office/drawing/2014/main" id="{273D17CF-3509-40AB-A1B0-CABBBBC22E09}"/>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2780" name="TextBox 27">
            <a:extLst>
              <a:ext uri="{FF2B5EF4-FFF2-40B4-BE49-F238E27FC236}">
                <a16:creationId xmlns:a16="http://schemas.microsoft.com/office/drawing/2014/main" id="{27ED3FFA-31D5-467B-8FA2-693CCF9134EC}"/>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2781" name="TextBox 29">
            <a:extLst>
              <a:ext uri="{FF2B5EF4-FFF2-40B4-BE49-F238E27FC236}">
                <a16:creationId xmlns:a16="http://schemas.microsoft.com/office/drawing/2014/main" id="{06E6527B-5DAC-4675-B882-C13D5298ED78}"/>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2782" name="TextBox 30">
            <a:extLst>
              <a:ext uri="{FF2B5EF4-FFF2-40B4-BE49-F238E27FC236}">
                <a16:creationId xmlns:a16="http://schemas.microsoft.com/office/drawing/2014/main" id="{FF60C6A3-9925-4063-92DC-1BF135CCAA50}"/>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2783" name="TextBox 33">
            <a:extLst>
              <a:ext uri="{FF2B5EF4-FFF2-40B4-BE49-F238E27FC236}">
                <a16:creationId xmlns:a16="http://schemas.microsoft.com/office/drawing/2014/main" id="{D0396B39-E526-4C2C-8992-FBA9558DDED4}"/>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2784" name="TextBox 35">
            <a:extLst>
              <a:ext uri="{FF2B5EF4-FFF2-40B4-BE49-F238E27FC236}">
                <a16:creationId xmlns:a16="http://schemas.microsoft.com/office/drawing/2014/main" id="{BE37BB70-152F-4044-8F77-E03E0B4B9958}"/>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2785" name="TextBox 36">
            <a:extLst>
              <a:ext uri="{FF2B5EF4-FFF2-40B4-BE49-F238E27FC236}">
                <a16:creationId xmlns:a16="http://schemas.microsoft.com/office/drawing/2014/main" id="{C1EEFFE6-AF04-45AB-BEAA-6A05ADC32E8E}"/>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2786" name="Rectangle 37">
            <a:extLst>
              <a:ext uri="{FF2B5EF4-FFF2-40B4-BE49-F238E27FC236}">
                <a16:creationId xmlns:a16="http://schemas.microsoft.com/office/drawing/2014/main" id="{1249A160-6594-4781-91E5-ECEBD0DF6D33}"/>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87" name="Rectangle 38">
            <a:extLst>
              <a:ext uri="{FF2B5EF4-FFF2-40B4-BE49-F238E27FC236}">
                <a16:creationId xmlns:a16="http://schemas.microsoft.com/office/drawing/2014/main" id="{2F164858-0A1C-4C2A-9015-B399A31B5DE0}"/>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2788" name="Title 1">
            <a:extLst>
              <a:ext uri="{FF2B5EF4-FFF2-40B4-BE49-F238E27FC236}">
                <a16:creationId xmlns:a16="http://schemas.microsoft.com/office/drawing/2014/main" id="{8567C873-5AA6-4051-AA7E-271B50494097}"/>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ABD)</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Freeform 37">
            <a:extLst>
              <a:ext uri="{FF2B5EF4-FFF2-40B4-BE49-F238E27FC236}">
                <a16:creationId xmlns:a16="http://schemas.microsoft.com/office/drawing/2014/main" id="{CDB0CFAF-ED91-470D-B619-F9467102A106}"/>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4" name="Freeform 37">
            <a:extLst>
              <a:ext uri="{FF2B5EF4-FFF2-40B4-BE49-F238E27FC236}">
                <a16:creationId xmlns:a16="http://schemas.microsoft.com/office/drawing/2014/main" id="{ED25C20F-8EF6-47C9-A081-B1869ADF10D1}"/>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5" name="Freeform 37">
            <a:extLst>
              <a:ext uri="{FF2B5EF4-FFF2-40B4-BE49-F238E27FC236}">
                <a16:creationId xmlns:a16="http://schemas.microsoft.com/office/drawing/2014/main" id="{E5C5F522-199E-4BE8-84E2-37FA9F618E43}"/>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6" name="Freeform 37">
            <a:extLst>
              <a:ext uri="{FF2B5EF4-FFF2-40B4-BE49-F238E27FC236}">
                <a16:creationId xmlns:a16="http://schemas.microsoft.com/office/drawing/2014/main" id="{98C19D93-D2F5-4317-A980-71D9F9F606A2}"/>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7" name="Freeform 37">
            <a:extLst>
              <a:ext uri="{FF2B5EF4-FFF2-40B4-BE49-F238E27FC236}">
                <a16:creationId xmlns:a16="http://schemas.microsoft.com/office/drawing/2014/main" id="{2303166E-32B8-4865-87E3-C282EA8928D4}"/>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8" name="Freeform 37">
            <a:extLst>
              <a:ext uri="{FF2B5EF4-FFF2-40B4-BE49-F238E27FC236}">
                <a16:creationId xmlns:a16="http://schemas.microsoft.com/office/drawing/2014/main" id="{9C2AB1B5-A682-45EC-871C-751E7A77C24A}"/>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799" name="Freeform 37">
            <a:extLst>
              <a:ext uri="{FF2B5EF4-FFF2-40B4-BE49-F238E27FC236}">
                <a16:creationId xmlns:a16="http://schemas.microsoft.com/office/drawing/2014/main" id="{825C3A7F-F07C-4BA6-9708-521AEFA3237D}"/>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3800" name="Straight Arrow Connector 97">
            <a:extLst>
              <a:ext uri="{FF2B5EF4-FFF2-40B4-BE49-F238E27FC236}">
                <a16:creationId xmlns:a16="http://schemas.microsoft.com/office/drawing/2014/main" id="{558BBFD6-045F-45D7-8994-F67A20A1CDD9}"/>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3801" name="Straight Arrow Connector 105">
            <a:extLst>
              <a:ext uri="{FF2B5EF4-FFF2-40B4-BE49-F238E27FC236}">
                <a16:creationId xmlns:a16="http://schemas.microsoft.com/office/drawing/2014/main" id="{7912B744-06C2-4641-B6B3-0D867003BECC}"/>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3802" name="Straight Arrow Connector 107">
            <a:extLst>
              <a:ext uri="{FF2B5EF4-FFF2-40B4-BE49-F238E27FC236}">
                <a16:creationId xmlns:a16="http://schemas.microsoft.com/office/drawing/2014/main" id="{7B19317F-56C4-4D90-AE80-F95A0BB70CD6}"/>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3803" name="Straight Arrow Connector 112">
            <a:extLst>
              <a:ext uri="{FF2B5EF4-FFF2-40B4-BE49-F238E27FC236}">
                <a16:creationId xmlns:a16="http://schemas.microsoft.com/office/drawing/2014/main" id="{39EFE4A0-6804-4F2E-90D3-70A0EA4D008B}"/>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3804" name="TextBox 1">
            <a:extLst>
              <a:ext uri="{FF2B5EF4-FFF2-40B4-BE49-F238E27FC236}">
                <a16:creationId xmlns:a16="http://schemas.microsoft.com/office/drawing/2014/main" id="{0BD779D0-A8FF-4F00-A8CA-2BC472E3FDD3}"/>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3805" name="TextBox 27">
            <a:extLst>
              <a:ext uri="{FF2B5EF4-FFF2-40B4-BE49-F238E27FC236}">
                <a16:creationId xmlns:a16="http://schemas.microsoft.com/office/drawing/2014/main" id="{8C53ECAC-5A18-44C1-BC4C-AC8BD2944C21}"/>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3806" name="TextBox 29">
            <a:extLst>
              <a:ext uri="{FF2B5EF4-FFF2-40B4-BE49-F238E27FC236}">
                <a16:creationId xmlns:a16="http://schemas.microsoft.com/office/drawing/2014/main" id="{06458A18-49C4-428B-A9AE-364AA02A40C4}"/>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3807" name="TextBox 30">
            <a:extLst>
              <a:ext uri="{FF2B5EF4-FFF2-40B4-BE49-F238E27FC236}">
                <a16:creationId xmlns:a16="http://schemas.microsoft.com/office/drawing/2014/main" id="{01649099-1156-452A-9B7F-50027FB0CC24}"/>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3808" name="TextBox 33">
            <a:extLst>
              <a:ext uri="{FF2B5EF4-FFF2-40B4-BE49-F238E27FC236}">
                <a16:creationId xmlns:a16="http://schemas.microsoft.com/office/drawing/2014/main" id="{9FC9B10D-976F-4A8E-BA52-CFE7A48177FB}"/>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3809" name="TextBox 35">
            <a:extLst>
              <a:ext uri="{FF2B5EF4-FFF2-40B4-BE49-F238E27FC236}">
                <a16:creationId xmlns:a16="http://schemas.microsoft.com/office/drawing/2014/main" id="{F3C0E27B-0157-4AAF-A56F-FB384CE72A52}"/>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3810" name="TextBox 36">
            <a:extLst>
              <a:ext uri="{FF2B5EF4-FFF2-40B4-BE49-F238E27FC236}">
                <a16:creationId xmlns:a16="http://schemas.microsoft.com/office/drawing/2014/main" id="{F329EF03-546B-49A9-8AB0-D76304925E7E}"/>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3811" name="Rectangle 37">
            <a:extLst>
              <a:ext uri="{FF2B5EF4-FFF2-40B4-BE49-F238E27FC236}">
                <a16:creationId xmlns:a16="http://schemas.microsoft.com/office/drawing/2014/main" id="{FF0D36AD-3D4E-4482-81EC-23C0EA6F28DB}"/>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812" name="Rectangle 38">
            <a:extLst>
              <a:ext uri="{FF2B5EF4-FFF2-40B4-BE49-F238E27FC236}">
                <a16:creationId xmlns:a16="http://schemas.microsoft.com/office/drawing/2014/main" id="{6836633D-EE6F-4B08-96A0-20FC9B682DB6}"/>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3813" name="Title 1">
            <a:extLst>
              <a:ext uri="{FF2B5EF4-FFF2-40B4-BE49-F238E27FC236}">
                <a16:creationId xmlns:a16="http://schemas.microsoft.com/office/drawing/2014/main" id="{D26E913D-34AB-4B1E-B35A-51322BA2115E}"/>
              </a:ext>
            </a:extLst>
          </p:cNvPr>
          <p:cNvSpPr txBox="1">
            <a:spLocks/>
          </p:cNvSpPr>
          <p:nvPr/>
        </p:nvSpPr>
        <p:spPr bwMode="auto">
          <a:xfrm>
            <a:off x="0" y="-76200"/>
            <a:ext cx="9144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CEFG)</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17" name="Group 11">
            <a:extLst>
              <a:ext uri="{FF2B5EF4-FFF2-40B4-BE49-F238E27FC236}">
                <a16:creationId xmlns:a16="http://schemas.microsoft.com/office/drawing/2014/main" id="{84C03C5F-E547-4C98-B6E2-ACE5154E3792}"/>
              </a:ext>
            </a:extLst>
          </p:cNvPr>
          <p:cNvGrpSpPr>
            <a:grpSpLocks/>
          </p:cNvGrpSpPr>
          <p:nvPr/>
        </p:nvGrpSpPr>
        <p:grpSpPr bwMode="auto">
          <a:xfrm>
            <a:off x="7794625" y="3435350"/>
            <a:ext cx="896938" cy="815975"/>
            <a:chOff x="7637959" y="4419600"/>
            <a:chExt cx="896441" cy="815975"/>
          </a:xfrm>
        </p:grpSpPr>
        <p:sp>
          <p:nvSpPr>
            <p:cNvPr id="34838" name="Freeform 19">
              <a:extLst>
                <a:ext uri="{FF2B5EF4-FFF2-40B4-BE49-F238E27FC236}">
                  <a16:creationId xmlns:a16="http://schemas.microsoft.com/office/drawing/2014/main" id="{78FFCD42-5C95-44C9-AC91-DE149191A620}"/>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39" name="Freeform 19">
              <a:extLst>
                <a:ext uri="{FF2B5EF4-FFF2-40B4-BE49-F238E27FC236}">
                  <a16:creationId xmlns:a16="http://schemas.microsoft.com/office/drawing/2014/main" id="{7A671A8F-097A-4B90-9EFF-FCCA44EFE11A}"/>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34818" name="Freeform 37">
            <a:extLst>
              <a:ext uri="{FF2B5EF4-FFF2-40B4-BE49-F238E27FC236}">
                <a16:creationId xmlns:a16="http://schemas.microsoft.com/office/drawing/2014/main" id="{37E22043-E679-4040-AB6D-06A13A8A4CF4}"/>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19" name="Freeform 37">
            <a:extLst>
              <a:ext uri="{FF2B5EF4-FFF2-40B4-BE49-F238E27FC236}">
                <a16:creationId xmlns:a16="http://schemas.microsoft.com/office/drawing/2014/main" id="{BEF0C9FD-1A7A-41BA-A52A-200BB7B971E7}"/>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20" name="Freeform 37">
            <a:extLst>
              <a:ext uri="{FF2B5EF4-FFF2-40B4-BE49-F238E27FC236}">
                <a16:creationId xmlns:a16="http://schemas.microsoft.com/office/drawing/2014/main" id="{1DF33BA5-3C2B-469D-8CD9-44D1E73B7F9F}"/>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21" name="Freeform 37">
            <a:extLst>
              <a:ext uri="{FF2B5EF4-FFF2-40B4-BE49-F238E27FC236}">
                <a16:creationId xmlns:a16="http://schemas.microsoft.com/office/drawing/2014/main" id="{24B27D55-7681-4BF5-A799-D8E80DE935A3}"/>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22" name="Freeform 37">
            <a:extLst>
              <a:ext uri="{FF2B5EF4-FFF2-40B4-BE49-F238E27FC236}">
                <a16:creationId xmlns:a16="http://schemas.microsoft.com/office/drawing/2014/main" id="{811EA745-1EF8-489C-AE7F-6778F6E978CA}"/>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23" name="Freeform 37">
            <a:extLst>
              <a:ext uri="{FF2B5EF4-FFF2-40B4-BE49-F238E27FC236}">
                <a16:creationId xmlns:a16="http://schemas.microsoft.com/office/drawing/2014/main" id="{60D30C8D-B7EA-4870-B5A8-218F03FF1A21}"/>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24" name="Freeform 37">
            <a:extLst>
              <a:ext uri="{FF2B5EF4-FFF2-40B4-BE49-F238E27FC236}">
                <a16:creationId xmlns:a16="http://schemas.microsoft.com/office/drawing/2014/main" id="{C585A97C-645D-4B1B-A234-B97028E90643}"/>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4825" name="Straight Arrow Connector 20">
            <a:extLst>
              <a:ext uri="{FF2B5EF4-FFF2-40B4-BE49-F238E27FC236}">
                <a16:creationId xmlns:a16="http://schemas.microsoft.com/office/drawing/2014/main" id="{8994A275-01A7-498C-8C9A-B003162612B3}"/>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4826" name="Straight Arrow Connector 25">
            <a:extLst>
              <a:ext uri="{FF2B5EF4-FFF2-40B4-BE49-F238E27FC236}">
                <a16:creationId xmlns:a16="http://schemas.microsoft.com/office/drawing/2014/main" id="{B55CD705-637B-4E74-843D-60B0DC7E832B}"/>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4827" name="Straight Arrow Connector 28">
            <a:extLst>
              <a:ext uri="{FF2B5EF4-FFF2-40B4-BE49-F238E27FC236}">
                <a16:creationId xmlns:a16="http://schemas.microsoft.com/office/drawing/2014/main" id="{00687F7B-17BC-4573-85E9-09B7DB3BAD4F}"/>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4828" name="TextBox 1">
            <a:extLst>
              <a:ext uri="{FF2B5EF4-FFF2-40B4-BE49-F238E27FC236}">
                <a16:creationId xmlns:a16="http://schemas.microsoft.com/office/drawing/2014/main" id="{709E09F4-968C-4FD4-AECB-3E6B2955109F}"/>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4829" name="TextBox 27">
            <a:extLst>
              <a:ext uri="{FF2B5EF4-FFF2-40B4-BE49-F238E27FC236}">
                <a16:creationId xmlns:a16="http://schemas.microsoft.com/office/drawing/2014/main" id="{86144B7D-7C28-477C-B4B3-7DF93BE36AC3}"/>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4830" name="TextBox 29">
            <a:extLst>
              <a:ext uri="{FF2B5EF4-FFF2-40B4-BE49-F238E27FC236}">
                <a16:creationId xmlns:a16="http://schemas.microsoft.com/office/drawing/2014/main" id="{7FAE678F-2919-4AC2-B035-7AE929856C26}"/>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4831" name="TextBox 30">
            <a:extLst>
              <a:ext uri="{FF2B5EF4-FFF2-40B4-BE49-F238E27FC236}">
                <a16:creationId xmlns:a16="http://schemas.microsoft.com/office/drawing/2014/main" id="{FC94A609-0734-4436-9818-2213212EC38A}"/>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4832" name="TextBox 33">
            <a:extLst>
              <a:ext uri="{FF2B5EF4-FFF2-40B4-BE49-F238E27FC236}">
                <a16:creationId xmlns:a16="http://schemas.microsoft.com/office/drawing/2014/main" id="{27751132-EAE5-4FE9-88B1-6B9E44425D98}"/>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4833" name="TextBox 35">
            <a:extLst>
              <a:ext uri="{FF2B5EF4-FFF2-40B4-BE49-F238E27FC236}">
                <a16:creationId xmlns:a16="http://schemas.microsoft.com/office/drawing/2014/main" id="{5A912A9C-0EE0-4D8D-B28C-E15B391F9049}"/>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4834" name="TextBox 36">
            <a:extLst>
              <a:ext uri="{FF2B5EF4-FFF2-40B4-BE49-F238E27FC236}">
                <a16:creationId xmlns:a16="http://schemas.microsoft.com/office/drawing/2014/main" id="{9C31866D-D8F3-4BC2-9B24-D03C0E3A8C02}"/>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4835" name="Rectangle 37">
            <a:extLst>
              <a:ext uri="{FF2B5EF4-FFF2-40B4-BE49-F238E27FC236}">
                <a16:creationId xmlns:a16="http://schemas.microsoft.com/office/drawing/2014/main" id="{B84E3B08-A4F4-4E8C-BBE2-6C06F6B7252F}"/>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36" name="Rectangle 38">
            <a:extLst>
              <a:ext uri="{FF2B5EF4-FFF2-40B4-BE49-F238E27FC236}">
                <a16:creationId xmlns:a16="http://schemas.microsoft.com/office/drawing/2014/main" id="{4B4E6D23-FB63-4D33-B2C9-E56C1DDD06FC}"/>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4837" name="Title 1">
            <a:extLst>
              <a:ext uri="{FF2B5EF4-FFF2-40B4-BE49-F238E27FC236}">
                <a16:creationId xmlns:a16="http://schemas.microsoft.com/office/drawing/2014/main" id="{4C5EA295-0293-45AB-B08E-33951F010B94}"/>
              </a:ext>
            </a:extLst>
          </p:cNvPr>
          <p:cNvSpPr txBox="1">
            <a:spLocks/>
          </p:cNvSpPr>
          <p:nvPr/>
        </p:nvSpPr>
        <p:spPr bwMode="auto">
          <a:xfrm>
            <a:off x="0" y="-76200"/>
            <a:ext cx="9144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CEFG)</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841" name="Group 11">
            <a:extLst>
              <a:ext uri="{FF2B5EF4-FFF2-40B4-BE49-F238E27FC236}">
                <a16:creationId xmlns:a16="http://schemas.microsoft.com/office/drawing/2014/main" id="{DD253343-A872-4E57-ACB6-9556809929CA}"/>
              </a:ext>
            </a:extLst>
          </p:cNvPr>
          <p:cNvGrpSpPr>
            <a:grpSpLocks/>
          </p:cNvGrpSpPr>
          <p:nvPr/>
        </p:nvGrpSpPr>
        <p:grpSpPr bwMode="auto">
          <a:xfrm>
            <a:off x="7794625" y="3435350"/>
            <a:ext cx="896938" cy="815975"/>
            <a:chOff x="7637959" y="4419600"/>
            <a:chExt cx="896441" cy="815975"/>
          </a:xfrm>
        </p:grpSpPr>
        <p:sp>
          <p:nvSpPr>
            <p:cNvPr id="35864" name="Freeform 19">
              <a:extLst>
                <a:ext uri="{FF2B5EF4-FFF2-40B4-BE49-F238E27FC236}">
                  <a16:creationId xmlns:a16="http://schemas.microsoft.com/office/drawing/2014/main" id="{915E89E2-576E-4793-87FD-7C34B9B764CC}"/>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65" name="Freeform 19">
              <a:extLst>
                <a:ext uri="{FF2B5EF4-FFF2-40B4-BE49-F238E27FC236}">
                  <a16:creationId xmlns:a16="http://schemas.microsoft.com/office/drawing/2014/main" id="{C213B096-0D26-4372-8B70-C0ACEF8E2F90}"/>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35842" name="Freeform 37">
            <a:extLst>
              <a:ext uri="{FF2B5EF4-FFF2-40B4-BE49-F238E27FC236}">
                <a16:creationId xmlns:a16="http://schemas.microsoft.com/office/drawing/2014/main" id="{26C7DC03-D22E-40E7-B8C0-F953EE46DE35}"/>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3" name="Freeform 37">
            <a:extLst>
              <a:ext uri="{FF2B5EF4-FFF2-40B4-BE49-F238E27FC236}">
                <a16:creationId xmlns:a16="http://schemas.microsoft.com/office/drawing/2014/main" id="{28F015F9-7C4A-4808-9C9E-65E274AF7430}"/>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4" name="Freeform 37">
            <a:extLst>
              <a:ext uri="{FF2B5EF4-FFF2-40B4-BE49-F238E27FC236}">
                <a16:creationId xmlns:a16="http://schemas.microsoft.com/office/drawing/2014/main" id="{67336189-3C74-48A7-8E41-E5B56FD33AEC}"/>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5" name="Freeform 37">
            <a:extLst>
              <a:ext uri="{FF2B5EF4-FFF2-40B4-BE49-F238E27FC236}">
                <a16:creationId xmlns:a16="http://schemas.microsoft.com/office/drawing/2014/main" id="{0502C653-C117-4409-B89A-4549857001A1}"/>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6" name="Freeform 37">
            <a:extLst>
              <a:ext uri="{FF2B5EF4-FFF2-40B4-BE49-F238E27FC236}">
                <a16:creationId xmlns:a16="http://schemas.microsoft.com/office/drawing/2014/main" id="{0773F231-0BD9-4291-A58E-0F30ED25232B}"/>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7" name="Freeform 37">
            <a:extLst>
              <a:ext uri="{FF2B5EF4-FFF2-40B4-BE49-F238E27FC236}">
                <a16:creationId xmlns:a16="http://schemas.microsoft.com/office/drawing/2014/main" id="{C4E37E5E-3ED6-4923-BEE5-BC047C30A153}"/>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48" name="Freeform 37">
            <a:extLst>
              <a:ext uri="{FF2B5EF4-FFF2-40B4-BE49-F238E27FC236}">
                <a16:creationId xmlns:a16="http://schemas.microsoft.com/office/drawing/2014/main" id="{1068FFDD-C2D0-4B12-8359-466B0CB6E9F1}"/>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5849" name="Straight Arrow Connector 20">
            <a:extLst>
              <a:ext uri="{FF2B5EF4-FFF2-40B4-BE49-F238E27FC236}">
                <a16:creationId xmlns:a16="http://schemas.microsoft.com/office/drawing/2014/main" id="{5570F1F9-F20E-44B3-9997-AF26D3460D3C}"/>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5850" name="Straight Arrow Connector 25">
            <a:extLst>
              <a:ext uri="{FF2B5EF4-FFF2-40B4-BE49-F238E27FC236}">
                <a16:creationId xmlns:a16="http://schemas.microsoft.com/office/drawing/2014/main" id="{275C8CAE-9F30-481B-95A6-3D621B70D079}"/>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5851" name="Straight Arrow Connector 28">
            <a:extLst>
              <a:ext uri="{FF2B5EF4-FFF2-40B4-BE49-F238E27FC236}">
                <a16:creationId xmlns:a16="http://schemas.microsoft.com/office/drawing/2014/main" id="{AC4A0868-5CEB-4513-BEDD-8489D73766DC}"/>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5852" name="TextBox 1">
            <a:extLst>
              <a:ext uri="{FF2B5EF4-FFF2-40B4-BE49-F238E27FC236}">
                <a16:creationId xmlns:a16="http://schemas.microsoft.com/office/drawing/2014/main" id="{DD32702E-5564-40AB-92B9-50F2B68B6FDA}"/>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5853" name="TextBox 27">
            <a:extLst>
              <a:ext uri="{FF2B5EF4-FFF2-40B4-BE49-F238E27FC236}">
                <a16:creationId xmlns:a16="http://schemas.microsoft.com/office/drawing/2014/main" id="{25B2DAD3-A601-43B5-AF4A-8D635A486B1A}"/>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5854" name="TextBox 29">
            <a:extLst>
              <a:ext uri="{FF2B5EF4-FFF2-40B4-BE49-F238E27FC236}">
                <a16:creationId xmlns:a16="http://schemas.microsoft.com/office/drawing/2014/main" id="{5AE696A4-5D0E-4B1D-BF4A-723981C3F62B}"/>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5855" name="TextBox 30">
            <a:extLst>
              <a:ext uri="{FF2B5EF4-FFF2-40B4-BE49-F238E27FC236}">
                <a16:creationId xmlns:a16="http://schemas.microsoft.com/office/drawing/2014/main" id="{71391339-2DE1-4CA0-95DC-2FFE0BD2B956}"/>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5856" name="TextBox 33">
            <a:extLst>
              <a:ext uri="{FF2B5EF4-FFF2-40B4-BE49-F238E27FC236}">
                <a16:creationId xmlns:a16="http://schemas.microsoft.com/office/drawing/2014/main" id="{7E55AC38-5CF8-4AB9-8E1B-E62B7DAEC3FE}"/>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5857" name="TextBox 35">
            <a:extLst>
              <a:ext uri="{FF2B5EF4-FFF2-40B4-BE49-F238E27FC236}">
                <a16:creationId xmlns:a16="http://schemas.microsoft.com/office/drawing/2014/main" id="{25904654-0A9B-4A46-8A46-044D909A429D}"/>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5858" name="TextBox 36">
            <a:extLst>
              <a:ext uri="{FF2B5EF4-FFF2-40B4-BE49-F238E27FC236}">
                <a16:creationId xmlns:a16="http://schemas.microsoft.com/office/drawing/2014/main" id="{B2173D01-CFE2-4F76-9713-987A1D4AACE6}"/>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5859" name="Rectangle 37">
            <a:extLst>
              <a:ext uri="{FF2B5EF4-FFF2-40B4-BE49-F238E27FC236}">
                <a16:creationId xmlns:a16="http://schemas.microsoft.com/office/drawing/2014/main" id="{EBB596B4-339B-4C1E-AD84-0DC9FFD031A1}"/>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60" name="Rectangle 38">
            <a:extLst>
              <a:ext uri="{FF2B5EF4-FFF2-40B4-BE49-F238E27FC236}">
                <a16:creationId xmlns:a16="http://schemas.microsoft.com/office/drawing/2014/main" id="{486C7EB7-71AE-4215-8E65-49519FCF26C0}"/>
              </a:ext>
            </a:extLst>
          </p:cNvPr>
          <p:cNvSpPr>
            <a:spLocks noChangeArrowheads="1"/>
          </p:cNvSpPr>
          <p:nvPr/>
        </p:nvSpPr>
        <p:spPr bwMode="auto">
          <a:xfrm>
            <a:off x="4445000" y="1066800"/>
            <a:ext cx="4318000"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61" name="Title 1">
            <a:extLst>
              <a:ext uri="{FF2B5EF4-FFF2-40B4-BE49-F238E27FC236}">
                <a16:creationId xmlns:a16="http://schemas.microsoft.com/office/drawing/2014/main" id="{19DBE093-8784-4ABA-B5A6-610FBCCB26EC}"/>
              </a:ext>
            </a:extLst>
          </p:cNvPr>
          <p:cNvSpPr txBox="1">
            <a:spLocks/>
          </p:cNvSpPr>
          <p:nvPr/>
        </p:nvSpPr>
        <p:spPr bwMode="auto">
          <a:xfrm>
            <a:off x="0" y="-76200"/>
            <a:ext cx="9144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CEFG)</a:t>
            </a:r>
          </a:p>
        </p:txBody>
      </p:sp>
      <p:sp>
        <p:nvSpPr>
          <p:cNvPr id="35862" name="Oval 1">
            <a:extLst>
              <a:ext uri="{FF2B5EF4-FFF2-40B4-BE49-F238E27FC236}">
                <a16:creationId xmlns:a16="http://schemas.microsoft.com/office/drawing/2014/main" id="{6E06BF40-3753-484B-B472-8C29ED9E8681}"/>
              </a:ext>
            </a:extLst>
          </p:cNvPr>
          <p:cNvSpPr>
            <a:spLocks noChangeArrowheads="1"/>
          </p:cNvSpPr>
          <p:nvPr/>
        </p:nvSpPr>
        <p:spPr bwMode="auto">
          <a:xfrm>
            <a:off x="4648200" y="5029200"/>
            <a:ext cx="2393950" cy="1695450"/>
          </a:xfrm>
          <a:prstGeom prst="ellipse">
            <a:avLst/>
          </a:prstGeom>
          <a:solidFill>
            <a:schemeClr val="accent1">
              <a:alpha val="47842"/>
            </a:schemeClr>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5863" name="TextBox 2">
            <a:extLst>
              <a:ext uri="{FF2B5EF4-FFF2-40B4-BE49-F238E27FC236}">
                <a16:creationId xmlns:a16="http://schemas.microsoft.com/office/drawing/2014/main" id="{900DB40B-452D-4DCE-A592-B7ED7901BABF}"/>
              </a:ext>
            </a:extLst>
          </p:cNvPr>
          <p:cNvSpPr txBox="1">
            <a:spLocks noChangeArrowheads="1"/>
          </p:cNvSpPr>
          <p:nvPr/>
        </p:nvSpPr>
        <p:spPr bwMode="auto">
          <a:xfrm>
            <a:off x="4548188" y="4278313"/>
            <a:ext cx="219233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This needs to be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in a new block</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865" name="Group 11">
            <a:extLst>
              <a:ext uri="{FF2B5EF4-FFF2-40B4-BE49-F238E27FC236}">
                <a16:creationId xmlns:a16="http://schemas.microsoft.com/office/drawing/2014/main" id="{30DDCC0F-A85D-436F-9730-1A2889D50DBE}"/>
              </a:ext>
            </a:extLst>
          </p:cNvPr>
          <p:cNvGrpSpPr>
            <a:grpSpLocks/>
          </p:cNvGrpSpPr>
          <p:nvPr/>
        </p:nvGrpSpPr>
        <p:grpSpPr bwMode="auto">
          <a:xfrm>
            <a:off x="7794625" y="3435350"/>
            <a:ext cx="896938" cy="815975"/>
            <a:chOff x="7637959" y="4419600"/>
            <a:chExt cx="896441" cy="815975"/>
          </a:xfrm>
        </p:grpSpPr>
        <p:sp>
          <p:nvSpPr>
            <p:cNvPr id="36887" name="Freeform 19">
              <a:extLst>
                <a:ext uri="{FF2B5EF4-FFF2-40B4-BE49-F238E27FC236}">
                  <a16:creationId xmlns:a16="http://schemas.microsoft.com/office/drawing/2014/main" id="{6040B08F-5D8C-4790-A6CD-DB852B595BE0}"/>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88" name="Freeform 19">
              <a:extLst>
                <a:ext uri="{FF2B5EF4-FFF2-40B4-BE49-F238E27FC236}">
                  <a16:creationId xmlns:a16="http://schemas.microsoft.com/office/drawing/2014/main" id="{B9C62192-F82E-47BA-B547-9AA66EE946B6}"/>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36866" name="Freeform 37">
            <a:extLst>
              <a:ext uri="{FF2B5EF4-FFF2-40B4-BE49-F238E27FC236}">
                <a16:creationId xmlns:a16="http://schemas.microsoft.com/office/drawing/2014/main" id="{288C6A6B-423B-4AD1-807A-7AA8999A7A30}"/>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67" name="Freeform 37">
            <a:extLst>
              <a:ext uri="{FF2B5EF4-FFF2-40B4-BE49-F238E27FC236}">
                <a16:creationId xmlns:a16="http://schemas.microsoft.com/office/drawing/2014/main" id="{1CAB73BB-A30C-46C6-A6FE-3EC9EBDFDCAB}"/>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68" name="Freeform 37">
            <a:extLst>
              <a:ext uri="{FF2B5EF4-FFF2-40B4-BE49-F238E27FC236}">
                <a16:creationId xmlns:a16="http://schemas.microsoft.com/office/drawing/2014/main" id="{A51E64E9-892F-446A-B7D9-A237E719C88C}"/>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69" name="Freeform 37">
            <a:extLst>
              <a:ext uri="{FF2B5EF4-FFF2-40B4-BE49-F238E27FC236}">
                <a16:creationId xmlns:a16="http://schemas.microsoft.com/office/drawing/2014/main" id="{C082000A-4459-4C9E-9472-2E9EADB62058}"/>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70" name="Freeform 37">
            <a:extLst>
              <a:ext uri="{FF2B5EF4-FFF2-40B4-BE49-F238E27FC236}">
                <a16:creationId xmlns:a16="http://schemas.microsoft.com/office/drawing/2014/main" id="{60CF342A-2A93-4432-A96F-B5DE16B4C358}"/>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71" name="Freeform 37">
            <a:extLst>
              <a:ext uri="{FF2B5EF4-FFF2-40B4-BE49-F238E27FC236}">
                <a16:creationId xmlns:a16="http://schemas.microsoft.com/office/drawing/2014/main" id="{58542174-A216-4CB1-9662-191C67F9D2ED}"/>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72" name="Freeform 37">
            <a:extLst>
              <a:ext uri="{FF2B5EF4-FFF2-40B4-BE49-F238E27FC236}">
                <a16:creationId xmlns:a16="http://schemas.microsoft.com/office/drawing/2014/main" id="{E226A7C1-B32E-45F7-BA71-28632C32699B}"/>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6873" name="Straight Arrow Connector 20">
            <a:extLst>
              <a:ext uri="{FF2B5EF4-FFF2-40B4-BE49-F238E27FC236}">
                <a16:creationId xmlns:a16="http://schemas.microsoft.com/office/drawing/2014/main" id="{B3CB3C5A-4436-496E-A51B-E83FE0B7F709}"/>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6874" name="Straight Arrow Connector 25">
            <a:extLst>
              <a:ext uri="{FF2B5EF4-FFF2-40B4-BE49-F238E27FC236}">
                <a16:creationId xmlns:a16="http://schemas.microsoft.com/office/drawing/2014/main" id="{4F7F8FD9-63B3-43E9-A819-AE28260DE6D8}"/>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6875" name="Straight Arrow Connector 28">
            <a:extLst>
              <a:ext uri="{FF2B5EF4-FFF2-40B4-BE49-F238E27FC236}">
                <a16:creationId xmlns:a16="http://schemas.microsoft.com/office/drawing/2014/main" id="{782CED47-0EEA-4B93-BE0A-ABB216B72EF2}"/>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6876" name="TextBox 1">
            <a:extLst>
              <a:ext uri="{FF2B5EF4-FFF2-40B4-BE49-F238E27FC236}">
                <a16:creationId xmlns:a16="http://schemas.microsoft.com/office/drawing/2014/main" id="{AD6DAB6A-ADCF-4EBF-9609-4E0F53CA568B}"/>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6877" name="TextBox 27">
            <a:extLst>
              <a:ext uri="{FF2B5EF4-FFF2-40B4-BE49-F238E27FC236}">
                <a16:creationId xmlns:a16="http://schemas.microsoft.com/office/drawing/2014/main" id="{2A2EF6BC-140F-426D-B5E9-6DF9AEE9E621}"/>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6878" name="TextBox 29">
            <a:extLst>
              <a:ext uri="{FF2B5EF4-FFF2-40B4-BE49-F238E27FC236}">
                <a16:creationId xmlns:a16="http://schemas.microsoft.com/office/drawing/2014/main" id="{97762FCC-2024-4987-9789-9170B1DC5491}"/>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6879" name="TextBox 30">
            <a:extLst>
              <a:ext uri="{FF2B5EF4-FFF2-40B4-BE49-F238E27FC236}">
                <a16:creationId xmlns:a16="http://schemas.microsoft.com/office/drawing/2014/main" id="{2AA2E241-2570-4738-A462-78DCFD90CB03}"/>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6880" name="TextBox 33">
            <a:extLst>
              <a:ext uri="{FF2B5EF4-FFF2-40B4-BE49-F238E27FC236}">
                <a16:creationId xmlns:a16="http://schemas.microsoft.com/office/drawing/2014/main" id="{927E2865-025F-4063-AA00-DFDEC456E0D7}"/>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6881" name="TextBox 35">
            <a:extLst>
              <a:ext uri="{FF2B5EF4-FFF2-40B4-BE49-F238E27FC236}">
                <a16:creationId xmlns:a16="http://schemas.microsoft.com/office/drawing/2014/main" id="{ABF64F6D-58BA-41B0-9A9E-FC43565677AB}"/>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6882" name="TextBox 36">
            <a:extLst>
              <a:ext uri="{FF2B5EF4-FFF2-40B4-BE49-F238E27FC236}">
                <a16:creationId xmlns:a16="http://schemas.microsoft.com/office/drawing/2014/main" id="{906ACA97-2444-4652-94F1-FA593E43722C}"/>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6883" name="Rectangle 37">
            <a:extLst>
              <a:ext uri="{FF2B5EF4-FFF2-40B4-BE49-F238E27FC236}">
                <a16:creationId xmlns:a16="http://schemas.microsoft.com/office/drawing/2014/main" id="{FA915A5D-0D76-4E05-B782-C04236141A97}"/>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84" name="Title 1">
            <a:extLst>
              <a:ext uri="{FF2B5EF4-FFF2-40B4-BE49-F238E27FC236}">
                <a16:creationId xmlns:a16="http://schemas.microsoft.com/office/drawing/2014/main" id="{E166B499-3B9E-4B7C-8A0E-6387DE8DF654}"/>
              </a:ext>
            </a:extLst>
          </p:cNvPr>
          <p:cNvSpPr txBox="1">
            <a:spLocks/>
          </p:cNvSpPr>
          <p:nvPr/>
        </p:nvSpPr>
        <p:spPr bwMode="auto">
          <a:xfrm>
            <a:off x="0" y="-76200"/>
            <a:ext cx="9144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(ABD)(CEG)(F)</a:t>
            </a:r>
          </a:p>
        </p:txBody>
      </p:sp>
      <p:sp>
        <p:nvSpPr>
          <p:cNvPr id="36885" name="Rectangle 42">
            <a:extLst>
              <a:ext uri="{FF2B5EF4-FFF2-40B4-BE49-F238E27FC236}">
                <a16:creationId xmlns:a16="http://schemas.microsoft.com/office/drawing/2014/main" id="{920E70C0-14A9-438F-8271-4BCEB18AAF1A}"/>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6886" name="Rectangle 38">
            <a:extLst>
              <a:ext uri="{FF2B5EF4-FFF2-40B4-BE49-F238E27FC236}">
                <a16:creationId xmlns:a16="http://schemas.microsoft.com/office/drawing/2014/main" id="{789B5256-14DA-4CAF-B7BC-EDA700BE5E99}"/>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89" name="Group 11">
            <a:extLst>
              <a:ext uri="{FF2B5EF4-FFF2-40B4-BE49-F238E27FC236}">
                <a16:creationId xmlns:a16="http://schemas.microsoft.com/office/drawing/2014/main" id="{120D2DEE-C563-4177-933B-F7DFBE5D1901}"/>
              </a:ext>
            </a:extLst>
          </p:cNvPr>
          <p:cNvGrpSpPr>
            <a:grpSpLocks/>
          </p:cNvGrpSpPr>
          <p:nvPr/>
        </p:nvGrpSpPr>
        <p:grpSpPr bwMode="auto">
          <a:xfrm>
            <a:off x="7794625" y="3435350"/>
            <a:ext cx="896938" cy="815975"/>
            <a:chOff x="7637959" y="4419600"/>
            <a:chExt cx="896441" cy="815975"/>
          </a:xfrm>
        </p:grpSpPr>
        <p:sp>
          <p:nvSpPr>
            <p:cNvPr id="37921" name="Freeform 19">
              <a:extLst>
                <a:ext uri="{FF2B5EF4-FFF2-40B4-BE49-F238E27FC236}">
                  <a16:creationId xmlns:a16="http://schemas.microsoft.com/office/drawing/2014/main" id="{A7C8DD1F-C380-4EB0-A827-74D656CD5FA1}"/>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922" name="Freeform 19">
              <a:extLst>
                <a:ext uri="{FF2B5EF4-FFF2-40B4-BE49-F238E27FC236}">
                  <a16:creationId xmlns:a16="http://schemas.microsoft.com/office/drawing/2014/main" id="{E69BA4C4-59E7-4677-8DD2-44CD8A32F779}"/>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37890" name="Freeform 37">
            <a:extLst>
              <a:ext uri="{FF2B5EF4-FFF2-40B4-BE49-F238E27FC236}">
                <a16:creationId xmlns:a16="http://schemas.microsoft.com/office/drawing/2014/main" id="{AE64E847-1154-44DB-9D66-8BF85864DEDB}"/>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1" name="Freeform 37">
            <a:extLst>
              <a:ext uri="{FF2B5EF4-FFF2-40B4-BE49-F238E27FC236}">
                <a16:creationId xmlns:a16="http://schemas.microsoft.com/office/drawing/2014/main" id="{EDA77ED5-CA2A-4661-AFC2-8850BE1DDBF8}"/>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2" name="Freeform 37">
            <a:extLst>
              <a:ext uri="{FF2B5EF4-FFF2-40B4-BE49-F238E27FC236}">
                <a16:creationId xmlns:a16="http://schemas.microsoft.com/office/drawing/2014/main" id="{616A289B-2E1A-4AE0-B680-C2FF0870BAAE}"/>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3" name="Freeform 37">
            <a:extLst>
              <a:ext uri="{FF2B5EF4-FFF2-40B4-BE49-F238E27FC236}">
                <a16:creationId xmlns:a16="http://schemas.microsoft.com/office/drawing/2014/main" id="{6DBBC329-2879-43A8-9735-348451EA8A1A}"/>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4" name="Freeform 37">
            <a:extLst>
              <a:ext uri="{FF2B5EF4-FFF2-40B4-BE49-F238E27FC236}">
                <a16:creationId xmlns:a16="http://schemas.microsoft.com/office/drawing/2014/main" id="{472DE7DF-A58D-434C-90BD-8BA5C076A19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5" name="Freeform 37">
            <a:extLst>
              <a:ext uri="{FF2B5EF4-FFF2-40B4-BE49-F238E27FC236}">
                <a16:creationId xmlns:a16="http://schemas.microsoft.com/office/drawing/2014/main" id="{DBCB1409-8E14-4E6E-9FF0-FF50FBEA93EB}"/>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896" name="Freeform 37">
            <a:extLst>
              <a:ext uri="{FF2B5EF4-FFF2-40B4-BE49-F238E27FC236}">
                <a16:creationId xmlns:a16="http://schemas.microsoft.com/office/drawing/2014/main" id="{DE83E680-CF3B-4840-9574-564F7F5AD734}"/>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7897" name="Straight Arrow Connector 91">
            <a:extLst>
              <a:ext uri="{FF2B5EF4-FFF2-40B4-BE49-F238E27FC236}">
                <a16:creationId xmlns:a16="http://schemas.microsoft.com/office/drawing/2014/main" id="{89743196-42B0-43BC-87DB-836D6225DD3F}"/>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898" name="Straight Arrow Connector 95">
            <a:extLst>
              <a:ext uri="{FF2B5EF4-FFF2-40B4-BE49-F238E27FC236}">
                <a16:creationId xmlns:a16="http://schemas.microsoft.com/office/drawing/2014/main" id="{D2D11FE2-5FB0-4793-829F-CFA8F6434CDA}"/>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899" name="Straight Arrow Connector 97">
            <a:extLst>
              <a:ext uri="{FF2B5EF4-FFF2-40B4-BE49-F238E27FC236}">
                <a16:creationId xmlns:a16="http://schemas.microsoft.com/office/drawing/2014/main" id="{0075F61D-3F98-438A-8E24-692CA820D233}"/>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900" name="Straight Arrow Connector 99">
            <a:extLst>
              <a:ext uri="{FF2B5EF4-FFF2-40B4-BE49-F238E27FC236}">
                <a16:creationId xmlns:a16="http://schemas.microsoft.com/office/drawing/2014/main" id="{C284A410-6C6E-416B-BC43-1744CE0501C8}"/>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7901" name="Straight Arrow Connector 105">
            <a:extLst>
              <a:ext uri="{FF2B5EF4-FFF2-40B4-BE49-F238E27FC236}">
                <a16:creationId xmlns:a16="http://schemas.microsoft.com/office/drawing/2014/main" id="{EAF58EC1-D943-4B6A-83A5-086045BBEDE5}"/>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902" name="Straight Arrow Connector 107">
            <a:extLst>
              <a:ext uri="{FF2B5EF4-FFF2-40B4-BE49-F238E27FC236}">
                <a16:creationId xmlns:a16="http://schemas.microsoft.com/office/drawing/2014/main" id="{2ECC4561-77DD-408F-8E85-4D020E33CBBC}"/>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903" name="Straight Arrow Connector 112">
            <a:extLst>
              <a:ext uri="{FF2B5EF4-FFF2-40B4-BE49-F238E27FC236}">
                <a16:creationId xmlns:a16="http://schemas.microsoft.com/office/drawing/2014/main" id="{03DD6EB2-3E30-46EC-A84B-F07B192DD7F9}"/>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7904" name="Straight Arrow Connector 18">
            <a:extLst>
              <a:ext uri="{FF2B5EF4-FFF2-40B4-BE49-F238E27FC236}">
                <a16:creationId xmlns:a16="http://schemas.microsoft.com/office/drawing/2014/main" id="{EDB4EB2F-5FAF-4615-B61A-DB00486CFFE9}"/>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7905" name="Straight Arrow Connector 20">
            <a:extLst>
              <a:ext uri="{FF2B5EF4-FFF2-40B4-BE49-F238E27FC236}">
                <a16:creationId xmlns:a16="http://schemas.microsoft.com/office/drawing/2014/main" id="{70B6DC77-0BEE-4510-B6F3-F570C34E9574}"/>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7906" name="Straight Arrow Connector 23">
            <a:extLst>
              <a:ext uri="{FF2B5EF4-FFF2-40B4-BE49-F238E27FC236}">
                <a16:creationId xmlns:a16="http://schemas.microsoft.com/office/drawing/2014/main" id="{F825A227-331E-41FB-AA07-4129FC4906D6}"/>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7907" name="Straight Arrow Connector 25">
            <a:extLst>
              <a:ext uri="{FF2B5EF4-FFF2-40B4-BE49-F238E27FC236}">
                <a16:creationId xmlns:a16="http://schemas.microsoft.com/office/drawing/2014/main" id="{180B5AD1-6367-4B2D-8C0A-F7236876D00D}"/>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7908" name="Straight Arrow Connector 28">
            <a:extLst>
              <a:ext uri="{FF2B5EF4-FFF2-40B4-BE49-F238E27FC236}">
                <a16:creationId xmlns:a16="http://schemas.microsoft.com/office/drawing/2014/main" id="{679F6BF7-84CC-416C-B0B5-E6F730D3E514}"/>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7909" name="TextBox 1">
            <a:extLst>
              <a:ext uri="{FF2B5EF4-FFF2-40B4-BE49-F238E27FC236}">
                <a16:creationId xmlns:a16="http://schemas.microsoft.com/office/drawing/2014/main" id="{AD4F3207-1A6B-4EBA-88D6-316D179F4771}"/>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7910" name="TextBox 27">
            <a:extLst>
              <a:ext uri="{FF2B5EF4-FFF2-40B4-BE49-F238E27FC236}">
                <a16:creationId xmlns:a16="http://schemas.microsoft.com/office/drawing/2014/main" id="{4AA4C3A9-BAE8-497A-AF01-7C7A81965DA9}"/>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7911" name="TextBox 29">
            <a:extLst>
              <a:ext uri="{FF2B5EF4-FFF2-40B4-BE49-F238E27FC236}">
                <a16:creationId xmlns:a16="http://schemas.microsoft.com/office/drawing/2014/main" id="{D097A206-D020-47DE-AB45-F0AB376FF4BF}"/>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7912" name="TextBox 30">
            <a:extLst>
              <a:ext uri="{FF2B5EF4-FFF2-40B4-BE49-F238E27FC236}">
                <a16:creationId xmlns:a16="http://schemas.microsoft.com/office/drawing/2014/main" id="{313B7E0B-64BA-467F-9EAB-FAED47AA139D}"/>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7913" name="TextBox 33">
            <a:extLst>
              <a:ext uri="{FF2B5EF4-FFF2-40B4-BE49-F238E27FC236}">
                <a16:creationId xmlns:a16="http://schemas.microsoft.com/office/drawing/2014/main" id="{BF93CD36-0855-4C1F-B0A2-274860DA62A4}"/>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7914" name="TextBox 35">
            <a:extLst>
              <a:ext uri="{FF2B5EF4-FFF2-40B4-BE49-F238E27FC236}">
                <a16:creationId xmlns:a16="http://schemas.microsoft.com/office/drawing/2014/main" id="{6909440C-F2C2-4121-8CEF-07C49BE9D619}"/>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7915" name="TextBox 36">
            <a:extLst>
              <a:ext uri="{FF2B5EF4-FFF2-40B4-BE49-F238E27FC236}">
                <a16:creationId xmlns:a16="http://schemas.microsoft.com/office/drawing/2014/main" id="{0E865EB4-83C1-4ACE-89DA-D61C4B296228}"/>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7916" name="Rectangle 38">
            <a:extLst>
              <a:ext uri="{FF2B5EF4-FFF2-40B4-BE49-F238E27FC236}">
                <a16:creationId xmlns:a16="http://schemas.microsoft.com/office/drawing/2014/main" id="{74E3BC4D-259D-4610-A686-0B4C2A7E37FB}"/>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7917" name="Straight Arrow Connector 39">
            <a:extLst>
              <a:ext uri="{FF2B5EF4-FFF2-40B4-BE49-F238E27FC236}">
                <a16:creationId xmlns:a16="http://schemas.microsoft.com/office/drawing/2014/main" id="{9EC625FF-A14D-48D4-9443-A9A688A35796}"/>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7918" name="Rectangle 42">
            <a:extLst>
              <a:ext uri="{FF2B5EF4-FFF2-40B4-BE49-F238E27FC236}">
                <a16:creationId xmlns:a16="http://schemas.microsoft.com/office/drawing/2014/main" id="{AC8DF4A1-1010-417B-B315-D7309ABD9943}"/>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7919" name="Title 1">
            <a:extLst>
              <a:ext uri="{FF2B5EF4-FFF2-40B4-BE49-F238E27FC236}">
                <a16:creationId xmlns:a16="http://schemas.microsoft.com/office/drawing/2014/main" id="{498370DE-11DD-42FE-A53D-A1DCD020B884}"/>
              </a:ext>
            </a:extLst>
          </p:cNvPr>
          <p:cNvSpPr txBox="1">
            <a:spLocks/>
          </p:cNvSpPr>
          <p:nvPr/>
        </p:nvSpPr>
        <p:spPr bwMode="auto">
          <a:xfrm>
            <a:off x="0" y="-76200"/>
            <a:ext cx="9144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(ABD)(CEG)(F)</a:t>
            </a:r>
          </a:p>
        </p:txBody>
      </p:sp>
      <p:sp>
        <p:nvSpPr>
          <p:cNvPr id="37920" name="Rectangle 37">
            <a:extLst>
              <a:ext uri="{FF2B5EF4-FFF2-40B4-BE49-F238E27FC236}">
                <a16:creationId xmlns:a16="http://schemas.microsoft.com/office/drawing/2014/main" id="{F8B4E141-ACB6-4B50-9101-6F0429CD84AB}"/>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Freeform 37">
            <a:extLst>
              <a:ext uri="{FF2B5EF4-FFF2-40B4-BE49-F238E27FC236}">
                <a16:creationId xmlns:a16="http://schemas.microsoft.com/office/drawing/2014/main" id="{660DF2F1-9250-4D7B-B642-2FC08CABED6A}"/>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4" name="Freeform 37">
            <a:extLst>
              <a:ext uri="{FF2B5EF4-FFF2-40B4-BE49-F238E27FC236}">
                <a16:creationId xmlns:a16="http://schemas.microsoft.com/office/drawing/2014/main" id="{A3EE2C4A-608D-48F0-BE0F-527EC9003976}"/>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5" name="Freeform 37">
            <a:extLst>
              <a:ext uri="{FF2B5EF4-FFF2-40B4-BE49-F238E27FC236}">
                <a16:creationId xmlns:a16="http://schemas.microsoft.com/office/drawing/2014/main" id="{A930D6EF-2965-45F3-A1F4-1ADEAE361134}"/>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6" name="Freeform 37">
            <a:extLst>
              <a:ext uri="{FF2B5EF4-FFF2-40B4-BE49-F238E27FC236}">
                <a16:creationId xmlns:a16="http://schemas.microsoft.com/office/drawing/2014/main" id="{D1B2100C-186A-450E-99AA-175526DBC984}"/>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7" name="Freeform 37">
            <a:extLst>
              <a:ext uri="{FF2B5EF4-FFF2-40B4-BE49-F238E27FC236}">
                <a16:creationId xmlns:a16="http://schemas.microsoft.com/office/drawing/2014/main" id="{01F6BA6E-DB7D-49C2-9148-1E88E647073F}"/>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8" name="Freeform 37">
            <a:extLst>
              <a:ext uri="{FF2B5EF4-FFF2-40B4-BE49-F238E27FC236}">
                <a16:creationId xmlns:a16="http://schemas.microsoft.com/office/drawing/2014/main" id="{0A9CD054-ED7E-45F6-8307-DB2CF2F0314F}"/>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19" name="Freeform 37">
            <a:extLst>
              <a:ext uri="{FF2B5EF4-FFF2-40B4-BE49-F238E27FC236}">
                <a16:creationId xmlns:a16="http://schemas.microsoft.com/office/drawing/2014/main" id="{FF51ACB0-1306-4B14-B805-43EC44080010}"/>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8920" name="Straight Arrow Connector 91">
            <a:extLst>
              <a:ext uri="{FF2B5EF4-FFF2-40B4-BE49-F238E27FC236}">
                <a16:creationId xmlns:a16="http://schemas.microsoft.com/office/drawing/2014/main" id="{BCA8CB08-2EC1-48BA-AB9D-340FEA368341}"/>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38921" name="Straight Arrow Connector 95">
            <a:extLst>
              <a:ext uri="{FF2B5EF4-FFF2-40B4-BE49-F238E27FC236}">
                <a16:creationId xmlns:a16="http://schemas.microsoft.com/office/drawing/2014/main" id="{2D7986E0-3A73-44FB-9CE0-5FAE27FA44A4}"/>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8922" name="TextBox 1">
            <a:extLst>
              <a:ext uri="{FF2B5EF4-FFF2-40B4-BE49-F238E27FC236}">
                <a16:creationId xmlns:a16="http://schemas.microsoft.com/office/drawing/2014/main" id="{16086425-2E77-4CD2-8C9A-68C9D8BB7AAB}"/>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8923" name="TextBox 27">
            <a:extLst>
              <a:ext uri="{FF2B5EF4-FFF2-40B4-BE49-F238E27FC236}">
                <a16:creationId xmlns:a16="http://schemas.microsoft.com/office/drawing/2014/main" id="{53FF49FD-843C-4A2F-8397-FEA6BA4E4D16}"/>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8924" name="TextBox 29">
            <a:extLst>
              <a:ext uri="{FF2B5EF4-FFF2-40B4-BE49-F238E27FC236}">
                <a16:creationId xmlns:a16="http://schemas.microsoft.com/office/drawing/2014/main" id="{C8D95F17-C3E6-4919-86E4-76FF49896E49}"/>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8925" name="TextBox 30">
            <a:extLst>
              <a:ext uri="{FF2B5EF4-FFF2-40B4-BE49-F238E27FC236}">
                <a16:creationId xmlns:a16="http://schemas.microsoft.com/office/drawing/2014/main" id="{86C0EBB3-03B6-47BA-AAC4-C3F59E741DB6}"/>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8926" name="TextBox 33">
            <a:extLst>
              <a:ext uri="{FF2B5EF4-FFF2-40B4-BE49-F238E27FC236}">
                <a16:creationId xmlns:a16="http://schemas.microsoft.com/office/drawing/2014/main" id="{F0706E3F-6F7A-4B56-B8DB-D76D615AF3C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8927" name="TextBox 35">
            <a:extLst>
              <a:ext uri="{FF2B5EF4-FFF2-40B4-BE49-F238E27FC236}">
                <a16:creationId xmlns:a16="http://schemas.microsoft.com/office/drawing/2014/main" id="{720A05AB-8C07-4821-B53D-7317CC664F6B}"/>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8928" name="TextBox 36">
            <a:extLst>
              <a:ext uri="{FF2B5EF4-FFF2-40B4-BE49-F238E27FC236}">
                <a16:creationId xmlns:a16="http://schemas.microsoft.com/office/drawing/2014/main" id="{BF36E160-05C0-4408-BC3C-F68F2D9D84FC}"/>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8929" name="Rectangle 38">
            <a:extLst>
              <a:ext uri="{FF2B5EF4-FFF2-40B4-BE49-F238E27FC236}">
                <a16:creationId xmlns:a16="http://schemas.microsoft.com/office/drawing/2014/main" id="{42B33BE0-5D1A-4AD2-9B01-E59BFE65A8C3}"/>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8930" name="Straight Arrow Connector 39">
            <a:extLst>
              <a:ext uri="{FF2B5EF4-FFF2-40B4-BE49-F238E27FC236}">
                <a16:creationId xmlns:a16="http://schemas.microsoft.com/office/drawing/2014/main" id="{D8FED86C-3C97-457F-B612-994A9B4BE98F}"/>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38931" name="Rectangle 42">
            <a:extLst>
              <a:ext uri="{FF2B5EF4-FFF2-40B4-BE49-F238E27FC236}">
                <a16:creationId xmlns:a16="http://schemas.microsoft.com/office/drawing/2014/main" id="{D03E57D1-FCB2-400D-B886-13FEAE0A3E62}"/>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32" name="Rectangle 37">
            <a:extLst>
              <a:ext uri="{FF2B5EF4-FFF2-40B4-BE49-F238E27FC236}">
                <a16:creationId xmlns:a16="http://schemas.microsoft.com/office/drawing/2014/main" id="{1ACD44E9-0FAD-4111-9699-F43A7EA0AE36}"/>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8933" name="Title 1">
            <a:extLst>
              <a:ext uri="{FF2B5EF4-FFF2-40B4-BE49-F238E27FC236}">
                <a16:creationId xmlns:a16="http://schemas.microsoft.com/office/drawing/2014/main" id="{AEB3748A-FCC8-4B5C-867F-0BCC296A4F3B}"/>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#4.1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ABD)</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Freeform 37">
            <a:extLst>
              <a:ext uri="{FF2B5EF4-FFF2-40B4-BE49-F238E27FC236}">
                <a16:creationId xmlns:a16="http://schemas.microsoft.com/office/drawing/2014/main" id="{95C87D00-994A-4B52-975A-0060E73B66D1}"/>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38" name="Freeform 37">
            <a:extLst>
              <a:ext uri="{FF2B5EF4-FFF2-40B4-BE49-F238E27FC236}">
                <a16:creationId xmlns:a16="http://schemas.microsoft.com/office/drawing/2014/main" id="{6BA3AE9C-FF52-4351-A610-27AE9C13AD6F}"/>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39" name="Freeform 37">
            <a:extLst>
              <a:ext uri="{FF2B5EF4-FFF2-40B4-BE49-F238E27FC236}">
                <a16:creationId xmlns:a16="http://schemas.microsoft.com/office/drawing/2014/main" id="{2615FA9A-9F48-438E-A5CE-854D17539423}"/>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40" name="Freeform 37">
            <a:extLst>
              <a:ext uri="{FF2B5EF4-FFF2-40B4-BE49-F238E27FC236}">
                <a16:creationId xmlns:a16="http://schemas.microsoft.com/office/drawing/2014/main" id="{2BF5145D-852C-4706-8E0D-589B183BDFEE}"/>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41" name="Freeform 37">
            <a:extLst>
              <a:ext uri="{FF2B5EF4-FFF2-40B4-BE49-F238E27FC236}">
                <a16:creationId xmlns:a16="http://schemas.microsoft.com/office/drawing/2014/main" id="{6FFEEAC7-954A-487F-83E7-BE02B9AAD4BF}"/>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42" name="Freeform 37">
            <a:extLst>
              <a:ext uri="{FF2B5EF4-FFF2-40B4-BE49-F238E27FC236}">
                <a16:creationId xmlns:a16="http://schemas.microsoft.com/office/drawing/2014/main" id="{1537956F-AB24-4B83-906A-BAD947294999}"/>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43" name="Freeform 37">
            <a:extLst>
              <a:ext uri="{FF2B5EF4-FFF2-40B4-BE49-F238E27FC236}">
                <a16:creationId xmlns:a16="http://schemas.microsoft.com/office/drawing/2014/main" id="{5BD798F4-2263-475D-9B1B-BBF0F2099CB5}"/>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39944" name="Straight Arrow Connector 99">
            <a:extLst>
              <a:ext uri="{FF2B5EF4-FFF2-40B4-BE49-F238E27FC236}">
                <a16:creationId xmlns:a16="http://schemas.microsoft.com/office/drawing/2014/main" id="{F6338311-4601-48A1-A4FF-FDA5F157ED83}"/>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9945" name="Straight Arrow Connector 18">
            <a:extLst>
              <a:ext uri="{FF2B5EF4-FFF2-40B4-BE49-F238E27FC236}">
                <a16:creationId xmlns:a16="http://schemas.microsoft.com/office/drawing/2014/main" id="{617017DA-57DF-4A6F-8E13-F5425E2F8234}"/>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39946" name="Straight Arrow Connector 23">
            <a:extLst>
              <a:ext uri="{FF2B5EF4-FFF2-40B4-BE49-F238E27FC236}">
                <a16:creationId xmlns:a16="http://schemas.microsoft.com/office/drawing/2014/main" id="{7C2BDE18-C8DD-46EB-AD37-AE16738D9B49}"/>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39947" name="TextBox 1">
            <a:extLst>
              <a:ext uri="{FF2B5EF4-FFF2-40B4-BE49-F238E27FC236}">
                <a16:creationId xmlns:a16="http://schemas.microsoft.com/office/drawing/2014/main" id="{48075A17-750C-48CE-99FB-FD11F2F0193B}"/>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9948" name="TextBox 27">
            <a:extLst>
              <a:ext uri="{FF2B5EF4-FFF2-40B4-BE49-F238E27FC236}">
                <a16:creationId xmlns:a16="http://schemas.microsoft.com/office/drawing/2014/main" id="{07A49336-A6E3-4035-919D-58D86FC70782}"/>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9949" name="TextBox 29">
            <a:extLst>
              <a:ext uri="{FF2B5EF4-FFF2-40B4-BE49-F238E27FC236}">
                <a16:creationId xmlns:a16="http://schemas.microsoft.com/office/drawing/2014/main" id="{2CDC03D8-38D0-4604-BBC7-09A67C9C1FBA}"/>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39950" name="TextBox 30">
            <a:extLst>
              <a:ext uri="{FF2B5EF4-FFF2-40B4-BE49-F238E27FC236}">
                <a16:creationId xmlns:a16="http://schemas.microsoft.com/office/drawing/2014/main" id="{0F03BB95-D86B-4681-87AF-75342EE98C85}"/>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9951" name="TextBox 33">
            <a:extLst>
              <a:ext uri="{FF2B5EF4-FFF2-40B4-BE49-F238E27FC236}">
                <a16:creationId xmlns:a16="http://schemas.microsoft.com/office/drawing/2014/main" id="{98F0D2BA-1C54-4931-8797-8D36F65BAD33}"/>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9952" name="TextBox 35">
            <a:extLst>
              <a:ext uri="{FF2B5EF4-FFF2-40B4-BE49-F238E27FC236}">
                <a16:creationId xmlns:a16="http://schemas.microsoft.com/office/drawing/2014/main" id="{CC1302E6-978E-4802-A275-2F9DE3AFB5F5}"/>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9953" name="TextBox 36">
            <a:extLst>
              <a:ext uri="{FF2B5EF4-FFF2-40B4-BE49-F238E27FC236}">
                <a16:creationId xmlns:a16="http://schemas.microsoft.com/office/drawing/2014/main" id="{95CBC1E1-837B-42FA-9C99-A8ED2706B37B}"/>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39954" name="Rectangle 38">
            <a:extLst>
              <a:ext uri="{FF2B5EF4-FFF2-40B4-BE49-F238E27FC236}">
                <a16:creationId xmlns:a16="http://schemas.microsoft.com/office/drawing/2014/main" id="{C24D95FF-9B8C-49D7-9BD8-CA6329972EDE}"/>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55" name="Rectangle 42">
            <a:extLst>
              <a:ext uri="{FF2B5EF4-FFF2-40B4-BE49-F238E27FC236}">
                <a16:creationId xmlns:a16="http://schemas.microsoft.com/office/drawing/2014/main" id="{98E2783A-A2F1-47C9-A6E2-7B6249D412FF}"/>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56" name="Rectangle 37">
            <a:extLst>
              <a:ext uri="{FF2B5EF4-FFF2-40B4-BE49-F238E27FC236}">
                <a16:creationId xmlns:a16="http://schemas.microsoft.com/office/drawing/2014/main" id="{93012308-E2BD-44E8-9ECA-BB18BC44F90F}"/>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39957" name="Title 1">
            <a:extLst>
              <a:ext uri="{FF2B5EF4-FFF2-40B4-BE49-F238E27FC236}">
                <a16:creationId xmlns:a16="http://schemas.microsoft.com/office/drawing/2014/main" id="{3203A898-E9DF-4EDB-8EDF-B377458F9519}"/>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#4.1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ABD)</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Freeform 37">
            <a:extLst>
              <a:ext uri="{FF2B5EF4-FFF2-40B4-BE49-F238E27FC236}">
                <a16:creationId xmlns:a16="http://schemas.microsoft.com/office/drawing/2014/main" id="{7511DD49-B7A8-42F6-9012-3737191C288D}"/>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2" name="Freeform 37">
            <a:extLst>
              <a:ext uri="{FF2B5EF4-FFF2-40B4-BE49-F238E27FC236}">
                <a16:creationId xmlns:a16="http://schemas.microsoft.com/office/drawing/2014/main" id="{B64BC6F5-91F3-4D74-88C8-73F6669DB7B7}"/>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3" name="Freeform 37">
            <a:extLst>
              <a:ext uri="{FF2B5EF4-FFF2-40B4-BE49-F238E27FC236}">
                <a16:creationId xmlns:a16="http://schemas.microsoft.com/office/drawing/2014/main" id="{21CFD2F8-F1AC-4F89-B8AF-2D499AC417B6}"/>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4" name="Freeform 37">
            <a:extLst>
              <a:ext uri="{FF2B5EF4-FFF2-40B4-BE49-F238E27FC236}">
                <a16:creationId xmlns:a16="http://schemas.microsoft.com/office/drawing/2014/main" id="{B9037784-1832-46C7-973D-335FE2A1E8F5}"/>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5" name="Freeform 37">
            <a:extLst>
              <a:ext uri="{FF2B5EF4-FFF2-40B4-BE49-F238E27FC236}">
                <a16:creationId xmlns:a16="http://schemas.microsoft.com/office/drawing/2014/main" id="{0E20D688-7B0F-4C09-9E29-294A98FF80EA}"/>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6" name="Freeform 37">
            <a:extLst>
              <a:ext uri="{FF2B5EF4-FFF2-40B4-BE49-F238E27FC236}">
                <a16:creationId xmlns:a16="http://schemas.microsoft.com/office/drawing/2014/main" id="{D957A155-5B1B-412B-B742-90F6F5C45B93}"/>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67" name="Freeform 37">
            <a:extLst>
              <a:ext uri="{FF2B5EF4-FFF2-40B4-BE49-F238E27FC236}">
                <a16:creationId xmlns:a16="http://schemas.microsoft.com/office/drawing/2014/main" id="{C30CA016-A7DE-470B-9FCB-CC30450D8D08}"/>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0968" name="Straight Arrow Connector 99">
            <a:extLst>
              <a:ext uri="{FF2B5EF4-FFF2-40B4-BE49-F238E27FC236}">
                <a16:creationId xmlns:a16="http://schemas.microsoft.com/office/drawing/2014/main" id="{2CFFBF9C-4EA8-4F6E-844E-C43FF9E42CE9}"/>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0969" name="Straight Arrow Connector 18">
            <a:extLst>
              <a:ext uri="{FF2B5EF4-FFF2-40B4-BE49-F238E27FC236}">
                <a16:creationId xmlns:a16="http://schemas.microsoft.com/office/drawing/2014/main" id="{4776C70C-29DE-4AFD-8729-EF03CFD9FA92}"/>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0970" name="Straight Arrow Connector 23">
            <a:extLst>
              <a:ext uri="{FF2B5EF4-FFF2-40B4-BE49-F238E27FC236}">
                <a16:creationId xmlns:a16="http://schemas.microsoft.com/office/drawing/2014/main" id="{4DE84468-57B5-49F3-A1CB-7E6E20B7EA4B}"/>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40971" name="TextBox 1">
            <a:extLst>
              <a:ext uri="{FF2B5EF4-FFF2-40B4-BE49-F238E27FC236}">
                <a16:creationId xmlns:a16="http://schemas.microsoft.com/office/drawing/2014/main" id="{5A832B41-E58A-4B00-B622-FB350AA53FF3}"/>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0972" name="TextBox 27">
            <a:extLst>
              <a:ext uri="{FF2B5EF4-FFF2-40B4-BE49-F238E27FC236}">
                <a16:creationId xmlns:a16="http://schemas.microsoft.com/office/drawing/2014/main" id="{6B7ADD48-495A-4400-8911-2F214D4B49B0}"/>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0973" name="TextBox 29">
            <a:extLst>
              <a:ext uri="{FF2B5EF4-FFF2-40B4-BE49-F238E27FC236}">
                <a16:creationId xmlns:a16="http://schemas.microsoft.com/office/drawing/2014/main" id="{D344AEDE-936E-439F-8A1A-507944AB2598}"/>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0974" name="TextBox 30">
            <a:extLst>
              <a:ext uri="{FF2B5EF4-FFF2-40B4-BE49-F238E27FC236}">
                <a16:creationId xmlns:a16="http://schemas.microsoft.com/office/drawing/2014/main" id="{58708AAB-91A0-4D32-A40D-269B0D198CD2}"/>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0975" name="TextBox 33">
            <a:extLst>
              <a:ext uri="{FF2B5EF4-FFF2-40B4-BE49-F238E27FC236}">
                <a16:creationId xmlns:a16="http://schemas.microsoft.com/office/drawing/2014/main" id="{C16388CD-83AE-4C0D-BE06-EAC434ADE56A}"/>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0976" name="TextBox 35">
            <a:extLst>
              <a:ext uri="{FF2B5EF4-FFF2-40B4-BE49-F238E27FC236}">
                <a16:creationId xmlns:a16="http://schemas.microsoft.com/office/drawing/2014/main" id="{53C5FFE4-40D5-4A9F-AA87-F62275EE5AE2}"/>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0977" name="TextBox 36">
            <a:extLst>
              <a:ext uri="{FF2B5EF4-FFF2-40B4-BE49-F238E27FC236}">
                <a16:creationId xmlns:a16="http://schemas.microsoft.com/office/drawing/2014/main" id="{BC9CB1BA-EEFB-44E0-B170-F3A99584F38C}"/>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0978" name="Rectangle 38">
            <a:extLst>
              <a:ext uri="{FF2B5EF4-FFF2-40B4-BE49-F238E27FC236}">
                <a16:creationId xmlns:a16="http://schemas.microsoft.com/office/drawing/2014/main" id="{55426A0E-6F95-4BDF-925D-0B95BEDF660F}"/>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79" name="Rectangle 42">
            <a:extLst>
              <a:ext uri="{FF2B5EF4-FFF2-40B4-BE49-F238E27FC236}">
                <a16:creationId xmlns:a16="http://schemas.microsoft.com/office/drawing/2014/main" id="{F8BEF9D2-8020-4B7C-9F11-84688C0F5FB8}"/>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80" name="Rectangle 37">
            <a:extLst>
              <a:ext uri="{FF2B5EF4-FFF2-40B4-BE49-F238E27FC236}">
                <a16:creationId xmlns:a16="http://schemas.microsoft.com/office/drawing/2014/main" id="{8B23469B-1DD1-4DC6-B1B9-DC5856A55654}"/>
              </a:ext>
            </a:extLst>
          </p:cNvPr>
          <p:cNvSpPr>
            <a:spLocks noChangeArrowheads="1"/>
          </p:cNvSpPr>
          <p:nvPr/>
        </p:nvSpPr>
        <p:spPr bwMode="auto">
          <a:xfrm>
            <a:off x="868363" y="1066800"/>
            <a:ext cx="3452812" cy="54991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81" name="Title 1">
            <a:extLst>
              <a:ext uri="{FF2B5EF4-FFF2-40B4-BE49-F238E27FC236}">
                <a16:creationId xmlns:a16="http://schemas.microsoft.com/office/drawing/2014/main" id="{A783E201-12BA-40F5-B33F-9C2EEE5EFDCF}"/>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#4.1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ABD)</a:t>
            </a:r>
          </a:p>
        </p:txBody>
      </p:sp>
      <p:sp>
        <p:nvSpPr>
          <p:cNvPr id="40982" name="Oval 22">
            <a:extLst>
              <a:ext uri="{FF2B5EF4-FFF2-40B4-BE49-F238E27FC236}">
                <a16:creationId xmlns:a16="http://schemas.microsoft.com/office/drawing/2014/main" id="{77FD13A9-DD3D-415E-AF5E-76F77B3F1FC2}"/>
              </a:ext>
            </a:extLst>
          </p:cNvPr>
          <p:cNvSpPr>
            <a:spLocks noChangeArrowheads="1"/>
          </p:cNvSpPr>
          <p:nvPr/>
        </p:nvSpPr>
        <p:spPr bwMode="auto">
          <a:xfrm>
            <a:off x="2286000" y="914400"/>
            <a:ext cx="2393950" cy="1695450"/>
          </a:xfrm>
          <a:prstGeom prst="ellipse">
            <a:avLst/>
          </a:prstGeom>
          <a:solidFill>
            <a:schemeClr val="accent1">
              <a:alpha val="47842"/>
            </a:schemeClr>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0983" name="TextBox 24">
            <a:extLst>
              <a:ext uri="{FF2B5EF4-FFF2-40B4-BE49-F238E27FC236}">
                <a16:creationId xmlns:a16="http://schemas.microsoft.com/office/drawing/2014/main" id="{3001424D-0473-463E-B762-BB732B69D765}"/>
              </a:ext>
            </a:extLst>
          </p:cNvPr>
          <p:cNvSpPr txBox="1">
            <a:spLocks noChangeArrowheads="1"/>
          </p:cNvSpPr>
          <p:nvPr/>
        </p:nvSpPr>
        <p:spPr bwMode="auto">
          <a:xfrm>
            <a:off x="217488" y="1196975"/>
            <a:ext cx="21923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This needs to be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in a new block</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Freeform 37">
            <a:extLst>
              <a:ext uri="{FF2B5EF4-FFF2-40B4-BE49-F238E27FC236}">
                <a16:creationId xmlns:a16="http://schemas.microsoft.com/office/drawing/2014/main" id="{9D950769-BB20-4086-908D-DE268BFDED62}"/>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86" name="Freeform 37">
            <a:extLst>
              <a:ext uri="{FF2B5EF4-FFF2-40B4-BE49-F238E27FC236}">
                <a16:creationId xmlns:a16="http://schemas.microsoft.com/office/drawing/2014/main" id="{D1A01BF8-BAF9-4403-BFC2-92349D34809B}"/>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87" name="Freeform 37">
            <a:extLst>
              <a:ext uri="{FF2B5EF4-FFF2-40B4-BE49-F238E27FC236}">
                <a16:creationId xmlns:a16="http://schemas.microsoft.com/office/drawing/2014/main" id="{741F1C6C-6CA5-4661-B928-4E98B452342B}"/>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88" name="Freeform 37">
            <a:extLst>
              <a:ext uri="{FF2B5EF4-FFF2-40B4-BE49-F238E27FC236}">
                <a16:creationId xmlns:a16="http://schemas.microsoft.com/office/drawing/2014/main" id="{9FBBB520-3932-4E88-ADBB-C3B2E33F1691}"/>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89" name="Freeform 37">
            <a:extLst>
              <a:ext uri="{FF2B5EF4-FFF2-40B4-BE49-F238E27FC236}">
                <a16:creationId xmlns:a16="http://schemas.microsoft.com/office/drawing/2014/main" id="{E7667F5A-7313-4243-B275-9AFA56755EE8}"/>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90" name="Freeform 37">
            <a:extLst>
              <a:ext uri="{FF2B5EF4-FFF2-40B4-BE49-F238E27FC236}">
                <a16:creationId xmlns:a16="http://schemas.microsoft.com/office/drawing/2014/main" id="{57E2C0DB-5AB4-4435-B0DF-A6A466D3F547}"/>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1991" name="Freeform 37">
            <a:extLst>
              <a:ext uri="{FF2B5EF4-FFF2-40B4-BE49-F238E27FC236}">
                <a16:creationId xmlns:a16="http://schemas.microsoft.com/office/drawing/2014/main" id="{30F1EEE7-E8C6-44B3-A3CE-A9581BA2200D}"/>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1992" name="Straight Arrow Connector 99">
            <a:extLst>
              <a:ext uri="{FF2B5EF4-FFF2-40B4-BE49-F238E27FC236}">
                <a16:creationId xmlns:a16="http://schemas.microsoft.com/office/drawing/2014/main" id="{0BA2BF53-BBA2-41D0-A2C9-0DA56B29EC87}"/>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1993" name="Straight Arrow Connector 18">
            <a:extLst>
              <a:ext uri="{FF2B5EF4-FFF2-40B4-BE49-F238E27FC236}">
                <a16:creationId xmlns:a16="http://schemas.microsoft.com/office/drawing/2014/main" id="{E874B33B-A52B-4E16-B258-288A54A518FB}"/>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1994" name="Straight Arrow Connector 23">
            <a:extLst>
              <a:ext uri="{FF2B5EF4-FFF2-40B4-BE49-F238E27FC236}">
                <a16:creationId xmlns:a16="http://schemas.microsoft.com/office/drawing/2014/main" id="{445C0209-AB4A-4042-AA5D-C709ABF2A31A}"/>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41995" name="TextBox 1">
            <a:extLst>
              <a:ext uri="{FF2B5EF4-FFF2-40B4-BE49-F238E27FC236}">
                <a16:creationId xmlns:a16="http://schemas.microsoft.com/office/drawing/2014/main" id="{5293DD74-7121-4A92-8550-083BA3E83788}"/>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1996" name="TextBox 27">
            <a:extLst>
              <a:ext uri="{FF2B5EF4-FFF2-40B4-BE49-F238E27FC236}">
                <a16:creationId xmlns:a16="http://schemas.microsoft.com/office/drawing/2014/main" id="{15BE766F-3DB9-4977-A424-B1DD40A09D7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1997" name="TextBox 29">
            <a:extLst>
              <a:ext uri="{FF2B5EF4-FFF2-40B4-BE49-F238E27FC236}">
                <a16:creationId xmlns:a16="http://schemas.microsoft.com/office/drawing/2014/main" id="{471F8D6B-6B76-4A09-A5ED-04B764D689AB}"/>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1998" name="TextBox 30">
            <a:extLst>
              <a:ext uri="{FF2B5EF4-FFF2-40B4-BE49-F238E27FC236}">
                <a16:creationId xmlns:a16="http://schemas.microsoft.com/office/drawing/2014/main" id="{58AE1A34-79DC-453D-B6BC-AC584735967C}"/>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1999" name="TextBox 33">
            <a:extLst>
              <a:ext uri="{FF2B5EF4-FFF2-40B4-BE49-F238E27FC236}">
                <a16:creationId xmlns:a16="http://schemas.microsoft.com/office/drawing/2014/main" id="{6CD68B4F-CFAD-4DE0-88E2-56C30C1ADFF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2000" name="TextBox 35">
            <a:extLst>
              <a:ext uri="{FF2B5EF4-FFF2-40B4-BE49-F238E27FC236}">
                <a16:creationId xmlns:a16="http://schemas.microsoft.com/office/drawing/2014/main" id="{C3D0247D-B816-4A60-AA79-1FF64A0C7F19}"/>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2001" name="TextBox 36">
            <a:extLst>
              <a:ext uri="{FF2B5EF4-FFF2-40B4-BE49-F238E27FC236}">
                <a16:creationId xmlns:a16="http://schemas.microsoft.com/office/drawing/2014/main" id="{E657747F-4178-437D-B8E3-FF93D6D1C07E}"/>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2002" name="Rectangle 38">
            <a:extLst>
              <a:ext uri="{FF2B5EF4-FFF2-40B4-BE49-F238E27FC236}">
                <a16:creationId xmlns:a16="http://schemas.microsoft.com/office/drawing/2014/main" id="{6C1F7562-B2C8-4572-B254-FA084C8BCFCA}"/>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003" name="Rectangle 42">
            <a:extLst>
              <a:ext uri="{FF2B5EF4-FFF2-40B4-BE49-F238E27FC236}">
                <a16:creationId xmlns:a16="http://schemas.microsoft.com/office/drawing/2014/main" id="{789E7543-87B5-4659-9F53-AD6C67705193}"/>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004" name="Rectangle 37">
            <a:extLst>
              <a:ext uri="{FF2B5EF4-FFF2-40B4-BE49-F238E27FC236}">
                <a16:creationId xmlns:a16="http://schemas.microsoft.com/office/drawing/2014/main" id="{49EDD1BA-7FE4-479C-AB2B-36036047F2B3}"/>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005" name="Rectangle 42">
            <a:extLst>
              <a:ext uri="{FF2B5EF4-FFF2-40B4-BE49-F238E27FC236}">
                <a16:creationId xmlns:a16="http://schemas.microsoft.com/office/drawing/2014/main" id="{38661054-1B02-4115-A374-42FEF870B75E}"/>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2006" name="Title 1">
            <a:extLst>
              <a:ext uri="{FF2B5EF4-FFF2-40B4-BE49-F238E27FC236}">
                <a16:creationId xmlns:a16="http://schemas.microsoft.com/office/drawing/2014/main" id="{1731C6BF-ECD7-4740-B259-D6292BEC3AC2}"/>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(AD)(B)(CEG)(F)</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009" name="Group 11">
            <a:extLst>
              <a:ext uri="{FF2B5EF4-FFF2-40B4-BE49-F238E27FC236}">
                <a16:creationId xmlns:a16="http://schemas.microsoft.com/office/drawing/2014/main" id="{BF47B5D4-A4F8-4D76-92EE-CC9E132C0FC3}"/>
              </a:ext>
            </a:extLst>
          </p:cNvPr>
          <p:cNvGrpSpPr>
            <a:grpSpLocks/>
          </p:cNvGrpSpPr>
          <p:nvPr/>
        </p:nvGrpSpPr>
        <p:grpSpPr bwMode="auto">
          <a:xfrm>
            <a:off x="7794625" y="3435350"/>
            <a:ext cx="896938" cy="815975"/>
            <a:chOff x="7637959" y="4419600"/>
            <a:chExt cx="896441" cy="815975"/>
          </a:xfrm>
        </p:grpSpPr>
        <p:sp>
          <p:nvSpPr>
            <p:cNvPr id="43042" name="Freeform 19">
              <a:extLst>
                <a:ext uri="{FF2B5EF4-FFF2-40B4-BE49-F238E27FC236}">
                  <a16:creationId xmlns:a16="http://schemas.microsoft.com/office/drawing/2014/main" id="{9D0F361A-00D8-45BF-96A3-A87DEDD85E66}"/>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43" name="Freeform 19">
              <a:extLst>
                <a:ext uri="{FF2B5EF4-FFF2-40B4-BE49-F238E27FC236}">
                  <a16:creationId xmlns:a16="http://schemas.microsoft.com/office/drawing/2014/main" id="{043A8776-B98F-456E-B29A-5F9E4F4377A6}"/>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43010" name="Freeform 37">
            <a:extLst>
              <a:ext uri="{FF2B5EF4-FFF2-40B4-BE49-F238E27FC236}">
                <a16:creationId xmlns:a16="http://schemas.microsoft.com/office/drawing/2014/main" id="{DDFAD855-1FE1-4B27-9AF8-627F9E82204A}"/>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1" name="Freeform 37">
            <a:extLst>
              <a:ext uri="{FF2B5EF4-FFF2-40B4-BE49-F238E27FC236}">
                <a16:creationId xmlns:a16="http://schemas.microsoft.com/office/drawing/2014/main" id="{8C6A8433-FD70-43AB-9846-1CF0E74237F7}"/>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2" name="Freeform 37">
            <a:extLst>
              <a:ext uri="{FF2B5EF4-FFF2-40B4-BE49-F238E27FC236}">
                <a16:creationId xmlns:a16="http://schemas.microsoft.com/office/drawing/2014/main" id="{915A90F2-E66C-43DA-AF7B-B0F3897EA803}"/>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3" name="Freeform 37">
            <a:extLst>
              <a:ext uri="{FF2B5EF4-FFF2-40B4-BE49-F238E27FC236}">
                <a16:creationId xmlns:a16="http://schemas.microsoft.com/office/drawing/2014/main" id="{35239CD8-A71A-4224-B1DD-5F3315B67784}"/>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4" name="Freeform 37">
            <a:extLst>
              <a:ext uri="{FF2B5EF4-FFF2-40B4-BE49-F238E27FC236}">
                <a16:creationId xmlns:a16="http://schemas.microsoft.com/office/drawing/2014/main" id="{4FAC7C99-8268-4B09-B133-E59C7249DF8B}"/>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5" name="Freeform 37">
            <a:extLst>
              <a:ext uri="{FF2B5EF4-FFF2-40B4-BE49-F238E27FC236}">
                <a16:creationId xmlns:a16="http://schemas.microsoft.com/office/drawing/2014/main" id="{3596F3E9-2144-4120-A313-97186C4A32B2}"/>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16" name="Freeform 37">
            <a:extLst>
              <a:ext uri="{FF2B5EF4-FFF2-40B4-BE49-F238E27FC236}">
                <a16:creationId xmlns:a16="http://schemas.microsoft.com/office/drawing/2014/main" id="{986A5056-AD57-436C-8756-29BF9E4F61AA}"/>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3017" name="Straight Arrow Connector 91">
            <a:extLst>
              <a:ext uri="{FF2B5EF4-FFF2-40B4-BE49-F238E27FC236}">
                <a16:creationId xmlns:a16="http://schemas.microsoft.com/office/drawing/2014/main" id="{839FA4FA-E28F-4189-8B17-AA0A6026BA80}"/>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18" name="Straight Arrow Connector 95">
            <a:extLst>
              <a:ext uri="{FF2B5EF4-FFF2-40B4-BE49-F238E27FC236}">
                <a16:creationId xmlns:a16="http://schemas.microsoft.com/office/drawing/2014/main" id="{E4462167-4C03-4AE4-A689-0787D7773F79}"/>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19" name="Straight Arrow Connector 97">
            <a:extLst>
              <a:ext uri="{FF2B5EF4-FFF2-40B4-BE49-F238E27FC236}">
                <a16:creationId xmlns:a16="http://schemas.microsoft.com/office/drawing/2014/main" id="{49CF30D2-D111-45C2-882A-3F44778E9C20}"/>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20" name="Straight Arrow Connector 99">
            <a:extLst>
              <a:ext uri="{FF2B5EF4-FFF2-40B4-BE49-F238E27FC236}">
                <a16:creationId xmlns:a16="http://schemas.microsoft.com/office/drawing/2014/main" id="{2BEC42A7-7E54-457B-8B73-24FEE28590D0}"/>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3021" name="Straight Arrow Connector 105">
            <a:extLst>
              <a:ext uri="{FF2B5EF4-FFF2-40B4-BE49-F238E27FC236}">
                <a16:creationId xmlns:a16="http://schemas.microsoft.com/office/drawing/2014/main" id="{E9DAA169-7ACA-426B-B206-B8867354FD46}"/>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22" name="Straight Arrow Connector 107">
            <a:extLst>
              <a:ext uri="{FF2B5EF4-FFF2-40B4-BE49-F238E27FC236}">
                <a16:creationId xmlns:a16="http://schemas.microsoft.com/office/drawing/2014/main" id="{CB1BD6DD-329D-41E1-B653-AC658E7BB611}"/>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23" name="Straight Arrow Connector 112">
            <a:extLst>
              <a:ext uri="{FF2B5EF4-FFF2-40B4-BE49-F238E27FC236}">
                <a16:creationId xmlns:a16="http://schemas.microsoft.com/office/drawing/2014/main" id="{ECE84C0D-C0A8-46E0-86A7-77893CCE46E7}"/>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3024" name="Straight Arrow Connector 18">
            <a:extLst>
              <a:ext uri="{FF2B5EF4-FFF2-40B4-BE49-F238E27FC236}">
                <a16:creationId xmlns:a16="http://schemas.microsoft.com/office/drawing/2014/main" id="{84D6012B-4973-45AC-9E48-4204C4BC4A14}"/>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3025" name="Straight Arrow Connector 20">
            <a:extLst>
              <a:ext uri="{FF2B5EF4-FFF2-40B4-BE49-F238E27FC236}">
                <a16:creationId xmlns:a16="http://schemas.microsoft.com/office/drawing/2014/main" id="{6DB4F096-F547-438E-92EE-A1F575D870E3}"/>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3026" name="Straight Arrow Connector 23">
            <a:extLst>
              <a:ext uri="{FF2B5EF4-FFF2-40B4-BE49-F238E27FC236}">
                <a16:creationId xmlns:a16="http://schemas.microsoft.com/office/drawing/2014/main" id="{14E55DA2-294C-4823-9E03-459F71887DEB}"/>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3027" name="Straight Arrow Connector 25">
            <a:extLst>
              <a:ext uri="{FF2B5EF4-FFF2-40B4-BE49-F238E27FC236}">
                <a16:creationId xmlns:a16="http://schemas.microsoft.com/office/drawing/2014/main" id="{8FE704D5-0982-4274-B10D-7D230766FF00}"/>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3028" name="Straight Arrow Connector 28">
            <a:extLst>
              <a:ext uri="{FF2B5EF4-FFF2-40B4-BE49-F238E27FC236}">
                <a16:creationId xmlns:a16="http://schemas.microsoft.com/office/drawing/2014/main" id="{922D2B86-3F7D-4E02-A47D-3B820E675A4E}"/>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43029" name="TextBox 1">
            <a:extLst>
              <a:ext uri="{FF2B5EF4-FFF2-40B4-BE49-F238E27FC236}">
                <a16:creationId xmlns:a16="http://schemas.microsoft.com/office/drawing/2014/main" id="{57DDCD6F-E67F-4A5D-9ED1-EBEC7898E5D9}"/>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3030" name="TextBox 27">
            <a:extLst>
              <a:ext uri="{FF2B5EF4-FFF2-40B4-BE49-F238E27FC236}">
                <a16:creationId xmlns:a16="http://schemas.microsoft.com/office/drawing/2014/main" id="{689D2452-8B59-4284-AD57-E9103ACBB40F}"/>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3031" name="TextBox 29">
            <a:extLst>
              <a:ext uri="{FF2B5EF4-FFF2-40B4-BE49-F238E27FC236}">
                <a16:creationId xmlns:a16="http://schemas.microsoft.com/office/drawing/2014/main" id="{235B3F03-CF6A-4D97-BEDE-391135C6D76E}"/>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3032" name="TextBox 30">
            <a:extLst>
              <a:ext uri="{FF2B5EF4-FFF2-40B4-BE49-F238E27FC236}">
                <a16:creationId xmlns:a16="http://schemas.microsoft.com/office/drawing/2014/main" id="{E6A56793-6B9A-43D6-A0E0-20B4E4FE24DD}"/>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3033" name="TextBox 33">
            <a:extLst>
              <a:ext uri="{FF2B5EF4-FFF2-40B4-BE49-F238E27FC236}">
                <a16:creationId xmlns:a16="http://schemas.microsoft.com/office/drawing/2014/main" id="{03DC80DA-C56A-4BFB-879F-E80836431112}"/>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3034" name="TextBox 35">
            <a:extLst>
              <a:ext uri="{FF2B5EF4-FFF2-40B4-BE49-F238E27FC236}">
                <a16:creationId xmlns:a16="http://schemas.microsoft.com/office/drawing/2014/main" id="{E3A0267D-D145-4F3D-8344-63A1DA1ED2DA}"/>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3035" name="TextBox 36">
            <a:extLst>
              <a:ext uri="{FF2B5EF4-FFF2-40B4-BE49-F238E27FC236}">
                <a16:creationId xmlns:a16="http://schemas.microsoft.com/office/drawing/2014/main" id="{89F0430A-E446-427C-9C55-666E4BCAFCD4}"/>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3036" name="Rectangle 37">
            <a:extLst>
              <a:ext uri="{FF2B5EF4-FFF2-40B4-BE49-F238E27FC236}">
                <a16:creationId xmlns:a16="http://schemas.microsoft.com/office/drawing/2014/main" id="{8B2BC5CA-83B3-4F4A-B14E-248F61D04BA7}"/>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37" name="Rectangle 38">
            <a:extLst>
              <a:ext uri="{FF2B5EF4-FFF2-40B4-BE49-F238E27FC236}">
                <a16:creationId xmlns:a16="http://schemas.microsoft.com/office/drawing/2014/main" id="{02EE3946-C1DD-4789-93AD-9D0382A17501}"/>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3038" name="Straight Arrow Connector 39">
            <a:extLst>
              <a:ext uri="{FF2B5EF4-FFF2-40B4-BE49-F238E27FC236}">
                <a16:creationId xmlns:a16="http://schemas.microsoft.com/office/drawing/2014/main" id="{41B0749F-D1AE-464C-B0A5-07F63941F6C2}"/>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43039" name="Rectangle 42">
            <a:extLst>
              <a:ext uri="{FF2B5EF4-FFF2-40B4-BE49-F238E27FC236}">
                <a16:creationId xmlns:a16="http://schemas.microsoft.com/office/drawing/2014/main" id="{2E967B65-2C51-4F34-B81A-8153B8B43D37}"/>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40" name="Rectangle 42">
            <a:extLst>
              <a:ext uri="{FF2B5EF4-FFF2-40B4-BE49-F238E27FC236}">
                <a16:creationId xmlns:a16="http://schemas.microsoft.com/office/drawing/2014/main" id="{044243BA-8DE8-4117-9A71-A8134731E38D}"/>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3041" name="Title 1">
            <a:extLst>
              <a:ext uri="{FF2B5EF4-FFF2-40B4-BE49-F238E27FC236}">
                <a16:creationId xmlns:a16="http://schemas.microsoft.com/office/drawing/2014/main" id="{919FDD04-1889-42FE-A95F-CC546B973979}"/>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(AD)(B)(CEG)(F)</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Freeform 37">
            <a:extLst>
              <a:ext uri="{FF2B5EF4-FFF2-40B4-BE49-F238E27FC236}">
                <a16:creationId xmlns:a16="http://schemas.microsoft.com/office/drawing/2014/main" id="{FE894004-DAEE-4DB7-BB23-29EBD38605BB}"/>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4" name="Freeform 37">
            <a:extLst>
              <a:ext uri="{FF2B5EF4-FFF2-40B4-BE49-F238E27FC236}">
                <a16:creationId xmlns:a16="http://schemas.microsoft.com/office/drawing/2014/main" id="{B51CAAB1-C322-49E7-89DD-8977F16D836E}"/>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5" name="Freeform 37">
            <a:extLst>
              <a:ext uri="{FF2B5EF4-FFF2-40B4-BE49-F238E27FC236}">
                <a16:creationId xmlns:a16="http://schemas.microsoft.com/office/drawing/2014/main" id="{8A7A6604-8DE6-490E-8E05-5DB3A77F53E1}"/>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6" name="Freeform 37">
            <a:extLst>
              <a:ext uri="{FF2B5EF4-FFF2-40B4-BE49-F238E27FC236}">
                <a16:creationId xmlns:a16="http://schemas.microsoft.com/office/drawing/2014/main" id="{7F1F257D-5925-41BC-9108-E267813CE209}"/>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7" name="Freeform 37">
            <a:extLst>
              <a:ext uri="{FF2B5EF4-FFF2-40B4-BE49-F238E27FC236}">
                <a16:creationId xmlns:a16="http://schemas.microsoft.com/office/drawing/2014/main" id="{05F9E76B-D6E7-49F5-AB48-81AFDCDA7072}"/>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8" name="Freeform 37">
            <a:extLst>
              <a:ext uri="{FF2B5EF4-FFF2-40B4-BE49-F238E27FC236}">
                <a16:creationId xmlns:a16="http://schemas.microsoft.com/office/drawing/2014/main" id="{F4B4FE58-57EE-4C34-8783-00BC967E0E45}"/>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39" name="Freeform 37">
            <a:extLst>
              <a:ext uri="{FF2B5EF4-FFF2-40B4-BE49-F238E27FC236}">
                <a16:creationId xmlns:a16="http://schemas.microsoft.com/office/drawing/2014/main" id="{011B289B-80A6-47C7-AF4E-FCCC5E6491B6}"/>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4040" name="Straight Arrow Connector 91">
            <a:extLst>
              <a:ext uri="{FF2B5EF4-FFF2-40B4-BE49-F238E27FC236}">
                <a16:creationId xmlns:a16="http://schemas.microsoft.com/office/drawing/2014/main" id="{1DF83261-6BBB-4490-B14C-428B89D03DE4}"/>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44041" name="TextBox 1">
            <a:extLst>
              <a:ext uri="{FF2B5EF4-FFF2-40B4-BE49-F238E27FC236}">
                <a16:creationId xmlns:a16="http://schemas.microsoft.com/office/drawing/2014/main" id="{B4B69DB6-4D7E-494C-96C8-9A9B235096DE}"/>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4042" name="TextBox 27">
            <a:extLst>
              <a:ext uri="{FF2B5EF4-FFF2-40B4-BE49-F238E27FC236}">
                <a16:creationId xmlns:a16="http://schemas.microsoft.com/office/drawing/2014/main" id="{E759A8A4-6A3D-4997-85B3-A64C556B899C}"/>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4043" name="TextBox 29">
            <a:extLst>
              <a:ext uri="{FF2B5EF4-FFF2-40B4-BE49-F238E27FC236}">
                <a16:creationId xmlns:a16="http://schemas.microsoft.com/office/drawing/2014/main" id="{7A4E8234-77B0-4BA4-86E8-D757EADB3BA6}"/>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4044" name="TextBox 30">
            <a:extLst>
              <a:ext uri="{FF2B5EF4-FFF2-40B4-BE49-F238E27FC236}">
                <a16:creationId xmlns:a16="http://schemas.microsoft.com/office/drawing/2014/main" id="{317BD23F-7322-471E-8DF2-798D9A2D7ACF}"/>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4045" name="TextBox 33">
            <a:extLst>
              <a:ext uri="{FF2B5EF4-FFF2-40B4-BE49-F238E27FC236}">
                <a16:creationId xmlns:a16="http://schemas.microsoft.com/office/drawing/2014/main" id="{353D80BF-2B35-49D4-81F8-D43CAF576CB8}"/>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4046" name="TextBox 35">
            <a:extLst>
              <a:ext uri="{FF2B5EF4-FFF2-40B4-BE49-F238E27FC236}">
                <a16:creationId xmlns:a16="http://schemas.microsoft.com/office/drawing/2014/main" id="{53C750F1-BAB2-4E40-9780-4210F6F76B00}"/>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4047" name="TextBox 36">
            <a:extLst>
              <a:ext uri="{FF2B5EF4-FFF2-40B4-BE49-F238E27FC236}">
                <a16:creationId xmlns:a16="http://schemas.microsoft.com/office/drawing/2014/main" id="{27497F61-A6F4-4BE9-B36F-F2067ABD32E8}"/>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4048" name="Rectangle 37">
            <a:extLst>
              <a:ext uri="{FF2B5EF4-FFF2-40B4-BE49-F238E27FC236}">
                <a16:creationId xmlns:a16="http://schemas.microsoft.com/office/drawing/2014/main" id="{FFBB7F86-3031-4975-B5C3-48BE4055261D}"/>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49" name="Rectangle 38">
            <a:extLst>
              <a:ext uri="{FF2B5EF4-FFF2-40B4-BE49-F238E27FC236}">
                <a16:creationId xmlns:a16="http://schemas.microsoft.com/office/drawing/2014/main" id="{7692515C-22AC-4E59-8E65-47221B529B87}"/>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4050" name="Straight Arrow Connector 39">
            <a:extLst>
              <a:ext uri="{FF2B5EF4-FFF2-40B4-BE49-F238E27FC236}">
                <a16:creationId xmlns:a16="http://schemas.microsoft.com/office/drawing/2014/main" id="{713991AF-196D-4AC8-A209-773F1453A4EE}"/>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44051" name="Rectangle 42">
            <a:extLst>
              <a:ext uri="{FF2B5EF4-FFF2-40B4-BE49-F238E27FC236}">
                <a16:creationId xmlns:a16="http://schemas.microsoft.com/office/drawing/2014/main" id="{47D62AEF-64D5-47E5-92A3-7EFBE681DA71}"/>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52" name="Rectangle 42">
            <a:extLst>
              <a:ext uri="{FF2B5EF4-FFF2-40B4-BE49-F238E27FC236}">
                <a16:creationId xmlns:a16="http://schemas.microsoft.com/office/drawing/2014/main" id="{4125DD2C-3AB5-4D83-9934-61D4CFBB8D74}"/>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4053" name="Title 1">
            <a:extLst>
              <a:ext uri="{FF2B5EF4-FFF2-40B4-BE49-F238E27FC236}">
                <a16:creationId xmlns:a16="http://schemas.microsoft.com/office/drawing/2014/main" id="{5C1D5D69-B0DA-4367-A9BF-E977B70405BE}"/>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AD)</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Freeform 37">
            <a:extLst>
              <a:ext uri="{FF2B5EF4-FFF2-40B4-BE49-F238E27FC236}">
                <a16:creationId xmlns:a16="http://schemas.microsoft.com/office/drawing/2014/main" id="{F4520E88-8797-44EC-9A8A-515D2E142480}"/>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58" name="Freeform 37">
            <a:extLst>
              <a:ext uri="{FF2B5EF4-FFF2-40B4-BE49-F238E27FC236}">
                <a16:creationId xmlns:a16="http://schemas.microsoft.com/office/drawing/2014/main" id="{4985CCE6-F537-46DF-BD71-D48696457DDA}"/>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59" name="Freeform 37">
            <a:extLst>
              <a:ext uri="{FF2B5EF4-FFF2-40B4-BE49-F238E27FC236}">
                <a16:creationId xmlns:a16="http://schemas.microsoft.com/office/drawing/2014/main" id="{25C34E4E-878D-42B5-B58D-39903E7B193C}"/>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60" name="Freeform 37">
            <a:extLst>
              <a:ext uri="{FF2B5EF4-FFF2-40B4-BE49-F238E27FC236}">
                <a16:creationId xmlns:a16="http://schemas.microsoft.com/office/drawing/2014/main" id="{458D2888-1DA3-4051-A4F0-E1AAB7B81A2C}"/>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61" name="Freeform 37">
            <a:extLst>
              <a:ext uri="{FF2B5EF4-FFF2-40B4-BE49-F238E27FC236}">
                <a16:creationId xmlns:a16="http://schemas.microsoft.com/office/drawing/2014/main" id="{1D4DD4F0-4EDF-4245-98FE-261B9ECDC7BD}"/>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62" name="Freeform 37">
            <a:extLst>
              <a:ext uri="{FF2B5EF4-FFF2-40B4-BE49-F238E27FC236}">
                <a16:creationId xmlns:a16="http://schemas.microsoft.com/office/drawing/2014/main" id="{46F55FA5-9B40-4994-BD09-0C24AC01AA7A}"/>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63" name="Freeform 37">
            <a:extLst>
              <a:ext uri="{FF2B5EF4-FFF2-40B4-BE49-F238E27FC236}">
                <a16:creationId xmlns:a16="http://schemas.microsoft.com/office/drawing/2014/main" id="{67D2D01C-CB39-4A05-98E3-301A0204F658}"/>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5064" name="Straight Arrow Connector 99">
            <a:extLst>
              <a:ext uri="{FF2B5EF4-FFF2-40B4-BE49-F238E27FC236}">
                <a16:creationId xmlns:a16="http://schemas.microsoft.com/office/drawing/2014/main" id="{03A3D011-B829-4668-B657-40CE25590866}"/>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5065" name="Straight Arrow Connector 23">
            <a:extLst>
              <a:ext uri="{FF2B5EF4-FFF2-40B4-BE49-F238E27FC236}">
                <a16:creationId xmlns:a16="http://schemas.microsoft.com/office/drawing/2014/main" id="{7F2FDCB9-34F0-4526-8F83-A6CAEADA61D7}"/>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45066" name="TextBox 1">
            <a:extLst>
              <a:ext uri="{FF2B5EF4-FFF2-40B4-BE49-F238E27FC236}">
                <a16:creationId xmlns:a16="http://schemas.microsoft.com/office/drawing/2014/main" id="{9643767A-9BA5-4B54-9512-A77761B2348F}"/>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5067" name="TextBox 27">
            <a:extLst>
              <a:ext uri="{FF2B5EF4-FFF2-40B4-BE49-F238E27FC236}">
                <a16:creationId xmlns:a16="http://schemas.microsoft.com/office/drawing/2014/main" id="{EAE4492C-8162-4E9E-AC05-CC1E175747D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5068" name="TextBox 29">
            <a:extLst>
              <a:ext uri="{FF2B5EF4-FFF2-40B4-BE49-F238E27FC236}">
                <a16:creationId xmlns:a16="http://schemas.microsoft.com/office/drawing/2014/main" id="{64E723CC-FE7C-4692-A2AD-5C39DD493D7F}"/>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5069" name="TextBox 30">
            <a:extLst>
              <a:ext uri="{FF2B5EF4-FFF2-40B4-BE49-F238E27FC236}">
                <a16:creationId xmlns:a16="http://schemas.microsoft.com/office/drawing/2014/main" id="{26E946EA-D727-4D6C-BCB4-A50EDD65CE5C}"/>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5070" name="TextBox 33">
            <a:extLst>
              <a:ext uri="{FF2B5EF4-FFF2-40B4-BE49-F238E27FC236}">
                <a16:creationId xmlns:a16="http://schemas.microsoft.com/office/drawing/2014/main" id="{2299A7C8-ED51-4ECA-9FA9-9E63E6244F9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5071" name="TextBox 35">
            <a:extLst>
              <a:ext uri="{FF2B5EF4-FFF2-40B4-BE49-F238E27FC236}">
                <a16:creationId xmlns:a16="http://schemas.microsoft.com/office/drawing/2014/main" id="{2F32B7FF-802E-4B37-9DD7-82DB83B17C53}"/>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5072" name="TextBox 36">
            <a:extLst>
              <a:ext uri="{FF2B5EF4-FFF2-40B4-BE49-F238E27FC236}">
                <a16:creationId xmlns:a16="http://schemas.microsoft.com/office/drawing/2014/main" id="{EE910A95-9112-46F7-BE34-87A4C2295580}"/>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5073" name="Rectangle 37">
            <a:extLst>
              <a:ext uri="{FF2B5EF4-FFF2-40B4-BE49-F238E27FC236}">
                <a16:creationId xmlns:a16="http://schemas.microsoft.com/office/drawing/2014/main" id="{E3769859-3C46-42E4-9CC0-A7E4302362E1}"/>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74" name="Rectangle 38">
            <a:extLst>
              <a:ext uri="{FF2B5EF4-FFF2-40B4-BE49-F238E27FC236}">
                <a16:creationId xmlns:a16="http://schemas.microsoft.com/office/drawing/2014/main" id="{15586F50-EAF2-441B-B4F4-EEE853CD4C09}"/>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75" name="Rectangle 42">
            <a:extLst>
              <a:ext uri="{FF2B5EF4-FFF2-40B4-BE49-F238E27FC236}">
                <a16:creationId xmlns:a16="http://schemas.microsoft.com/office/drawing/2014/main" id="{A84A11B0-3350-4F71-B3AE-BEDED12051DF}"/>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76" name="Rectangle 42">
            <a:extLst>
              <a:ext uri="{FF2B5EF4-FFF2-40B4-BE49-F238E27FC236}">
                <a16:creationId xmlns:a16="http://schemas.microsoft.com/office/drawing/2014/main" id="{1672152F-5544-4675-95B0-12B24C5185C9}"/>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5077" name="Title 1">
            <a:extLst>
              <a:ext uri="{FF2B5EF4-FFF2-40B4-BE49-F238E27FC236}">
                <a16:creationId xmlns:a16="http://schemas.microsoft.com/office/drawing/2014/main" id="{D96DF19E-A13A-4681-8BAE-CE0F10BD262B}"/>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AD)</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Freeform 37">
            <a:extLst>
              <a:ext uri="{FF2B5EF4-FFF2-40B4-BE49-F238E27FC236}">
                <a16:creationId xmlns:a16="http://schemas.microsoft.com/office/drawing/2014/main" id="{0076B716-15A8-4F47-9945-425FE6261C27}"/>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2" name="Freeform 37">
            <a:extLst>
              <a:ext uri="{FF2B5EF4-FFF2-40B4-BE49-F238E27FC236}">
                <a16:creationId xmlns:a16="http://schemas.microsoft.com/office/drawing/2014/main" id="{45754E40-70DA-4CAC-B074-462099DC96D0}"/>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3" name="Freeform 37">
            <a:extLst>
              <a:ext uri="{FF2B5EF4-FFF2-40B4-BE49-F238E27FC236}">
                <a16:creationId xmlns:a16="http://schemas.microsoft.com/office/drawing/2014/main" id="{6C20E70E-F458-4003-A633-37D73A7E159C}"/>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4" name="Freeform 37">
            <a:extLst>
              <a:ext uri="{FF2B5EF4-FFF2-40B4-BE49-F238E27FC236}">
                <a16:creationId xmlns:a16="http://schemas.microsoft.com/office/drawing/2014/main" id="{2AA18275-F324-4CDB-8B1B-B853C7A015D2}"/>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5" name="Freeform 37">
            <a:extLst>
              <a:ext uri="{FF2B5EF4-FFF2-40B4-BE49-F238E27FC236}">
                <a16:creationId xmlns:a16="http://schemas.microsoft.com/office/drawing/2014/main" id="{FE73ACEB-697A-49CB-8FD4-5B09EFA012B6}"/>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6" name="Freeform 37">
            <a:extLst>
              <a:ext uri="{FF2B5EF4-FFF2-40B4-BE49-F238E27FC236}">
                <a16:creationId xmlns:a16="http://schemas.microsoft.com/office/drawing/2014/main" id="{0A42FA83-A6DB-4FC9-9A19-3E85071CE672}"/>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87" name="Freeform 37">
            <a:extLst>
              <a:ext uri="{FF2B5EF4-FFF2-40B4-BE49-F238E27FC236}">
                <a16:creationId xmlns:a16="http://schemas.microsoft.com/office/drawing/2014/main" id="{D74E4DD4-0F6F-476B-B5D8-2C28A52D1C1C}"/>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6088" name="Straight Arrow Connector 95">
            <a:extLst>
              <a:ext uri="{FF2B5EF4-FFF2-40B4-BE49-F238E27FC236}">
                <a16:creationId xmlns:a16="http://schemas.microsoft.com/office/drawing/2014/main" id="{5D1F3FB9-C61A-4F0E-8B19-0606603E531A}"/>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46089" name="TextBox 1">
            <a:extLst>
              <a:ext uri="{FF2B5EF4-FFF2-40B4-BE49-F238E27FC236}">
                <a16:creationId xmlns:a16="http://schemas.microsoft.com/office/drawing/2014/main" id="{87F6E87F-83E5-4AC6-BC39-7FB68BC92D56}"/>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6090" name="TextBox 27">
            <a:extLst>
              <a:ext uri="{FF2B5EF4-FFF2-40B4-BE49-F238E27FC236}">
                <a16:creationId xmlns:a16="http://schemas.microsoft.com/office/drawing/2014/main" id="{A5999315-17C0-4687-A86A-C043E26BDB22}"/>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6091" name="TextBox 29">
            <a:extLst>
              <a:ext uri="{FF2B5EF4-FFF2-40B4-BE49-F238E27FC236}">
                <a16:creationId xmlns:a16="http://schemas.microsoft.com/office/drawing/2014/main" id="{A4956F67-6990-4BF6-BFB3-D795295BDA64}"/>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6092" name="TextBox 30">
            <a:extLst>
              <a:ext uri="{FF2B5EF4-FFF2-40B4-BE49-F238E27FC236}">
                <a16:creationId xmlns:a16="http://schemas.microsoft.com/office/drawing/2014/main" id="{DA84F685-3DA2-4BAF-B173-8D50DA3ED223}"/>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6093" name="TextBox 33">
            <a:extLst>
              <a:ext uri="{FF2B5EF4-FFF2-40B4-BE49-F238E27FC236}">
                <a16:creationId xmlns:a16="http://schemas.microsoft.com/office/drawing/2014/main" id="{E3A05357-8599-40A5-B2C6-F0DB95EA758C}"/>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6094" name="TextBox 35">
            <a:extLst>
              <a:ext uri="{FF2B5EF4-FFF2-40B4-BE49-F238E27FC236}">
                <a16:creationId xmlns:a16="http://schemas.microsoft.com/office/drawing/2014/main" id="{265BA3E4-CF12-47F8-99F6-07341F674B86}"/>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6095" name="TextBox 36">
            <a:extLst>
              <a:ext uri="{FF2B5EF4-FFF2-40B4-BE49-F238E27FC236}">
                <a16:creationId xmlns:a16="http://schemas.microsoft.com/office/drawing/2014/main" id="{B5D9C0CC-454D-48CE-B965-86467EAA3098}"/>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6096" name="Rectangle 37">
            <a:extLst>
              <a:ext uri="{FF2B5EF4-FFF2-40B4-BE49-F238E27FC236}">
                <a16:creationId xmlns:a16="http://schemas.microsoft.com/office/drawing/2014/main" id="{734C47CD-BA9A-4D5C-9F4B-DFE987A13DA3}"/>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97" name="Rectangle 38">
            <a:extLst>
              <a:ext uri="{FF2B5EF4-FFF2-40B4-BE49-F238E27FC236}">
                <a16:creationId xmlns:a16="http://schemas.microsoft.com/office/drawing/2014/main" id="{4B16CAAC-C8E5-4FEF-A7DE-B7586BBEEE5E}"/>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98" name="Rectangle 42">
            <a:extLst>
              <a:ext uri="{FF2B5EF4-FFF2-40B4-BE49-F238E27FC236}">
                <a16:creationId xmlns:a16="http://schemas.microsoft.com/office/drawing/2014/main" id="{F41D3418-D319-4B36-B618-9DBD457D5413}"/>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099" name="Rectangle 42">
            <a:extLst>
              <a:ext uri="{FF2B5EF4-FFF2-40B4-BE49-F238E27FC236}">
                <a16:creationId xmlns:a16="http://schemas.microsoft.com/office/drawing/2014/main" id="{C2E3477D-1427-4301-8D7E-B9DC51093456}"/>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6100" name="Title 1">
            <a:extLst>
              <a:ext uri="{FF2B5EF4-FFF2-40B4-BE49-F238E27FC236}">
                <a16:creationId xmlns:a16="http://schemas.microsoft.com/office/drawing/2014/main" id="{BFC40FEF-5266-4106-B1FA-0838DE30F4C5}"/>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B)</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Freeform 37">
            <a:extLst>
              <a:ext uri="{FF2B5EF4-FFF2-40B4-BE49-F238E27FC236}">
                <a16:creationId xmlns:a16="http://schemas.microsoft.com/office/drawing/2014/main" id="{4CE79FC6-C7FF-4432-9A91-17E26741EB90}"/>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06" name="Freeform 37">
            <a:extLst>
              <a:ext uri="{FF2B5EF4-FFF2-40B4-BE49-F238E27FC236}">
                <a16:creationId xmlns:a16="http://schemas.microsoft.com/office/drawing/2014/main" id="{75A86404-347A-4F42-BCD8-146695818FAA}"/>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07" name="Freeform 37">
            <a:extLst>
              <a:ext uri="{FF2B5EF4-FFF2-40B4-BE49-F238E27FC236}">
                <a16:creationId xmlns:a16="http://schemas.microsoft.com/office/drawing/2014/main" id="{30EBC16A-0F3B-4887-B27D-E8BB860A0963}"/>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08" name="Freeform 37">
            <a:extLst>
              <a:ext uri="{FF2B5EF4-FFF2-40B4-BE49-F238E27FC236}">
                <a16:creationId xmlns:a16="http://schemas.microsoft.com/office/drawing/2014/main" id="{8C61DC1D-085E-41B1-9C68-09688B97B02A}"/>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09" name="Freeform 37">
            <a:extLst>
              <a:ext uri="{FF2B5EF4-FFF2-40B4-BE49-F238E27FC236}">
                <a16:creationId xmlns:a16="http://schemas.microsoft.com/office/drawing/2014/main" id="{45DBAB01-E385-4AD0-8687-7C146E777CD9}"/>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10" name="Freeform 37">
            <a:extLst>
              <a:ext uri="{FF2B5EF4-FFF2-40B4-BE49-F238E27FC236}">
                <a16:creationId xmlns:a16="http://schemas.microsoft.com/office/drawing/2014/main" id="{C6FC6C98-8C29-45ED-9F83-C7FBCF8DC1BC}"/>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11" name="Freeform 37">
            <a:extLst>
              <a:ext uri="{FF2B5EF4-FFF2-40B4-BE49-F238E27FC236}">
                <a16:creationId xmlns:a16="http://schemas.microsoft.com/office/drawing/2014/main" id="{60AEBC99-C1E9-45C6-A03C-F1E0F2B25811}"/>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12" name="TextBox 1">
            <a:extLst>
              <a:ext uri="{FF2B5EF4-FFF2-40B4-BE49-F238E27FC236}">
                <a16:creationId xmlns:a16="http://schemas.microsoft.com/office/drawing/2014/main" id="{D2561744-3184-4262-B5B4-9981D5299D82}"/>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7113" name="TextBox 27">
            <a:extLst>
              <a:ext uri="{FF2B5EF4-FFF2-40B4-BE49-F238E27FC236}">
                <a16:creationId xmlns:a16="http://schemas.microsoft.com/office/drawing/2014/main" id="{24C74E09-80EC-4EFC-801E-CE844560A7DE}"/>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7114" name="TextBox 29">
            <a:extLst>
              <a:ext uri="{FF2B5EF4-FFF2-40B4-BE49-F238E27FC236}">
                <a16:creationId xmlns:a16="http://schemas.microsoft.com/office/drawing/2014/main" id="{05BAA582-4CB1-4F27-B837-B717591F49B9}"/>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7115" name="TextBox 30">
            <a:extLst>
              <a:ext uri="{FF2B5EF4-FFF2-40B4-BE49-F238E27FC236}">
                <a16:creationId xmlns:a16="http://schemas.microsoft.com/office/drawing/2014/main" id="{AF135C8A-F8F6-4FCD-9CA5-23501329DE3F}"/>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7116" name="TextBox 33">
            <a:extLst>
              <a:ext uri="{FF2B5EF4-FFF2-40B4-BE49-F238E27FC236}">
                <a16:creationId xmlns:a16="http://schemas.microsoft.com/office/drawing/2014/main" id="{2FF815C2-C35F-4F68-8822-B4F5412378BC}"/>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7117" name="TextBox 35">
            <a:extLst>
              <a:ext uri="{FF2B5EF4-FFF2-40B4-BE49-F238E27FC236}">
                <a16:creationId xmlns:a16="http://schemas.microsoft.com/office/drawing/2014/main" id="{1E6C453D-9D52-41D1-8CE1-7BC6C2A9EA90}"/>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7118" name="TextBox 36">
            <a:extLst>
              <a:ext uri="{FF2B5EF4-FFF2-40B4-BE49-F238E27FC236}">
                <a16:creationId xmlns:a16="http://schemas.microsoft.com/office/drawing/2014/main" id="{EAF17C9C-A576-43BF-A89F-9C96D197C735}"/>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7119" name="Rectangle 37">
            <a:extLst>
              <a:ext uri="{FF2B5EF4-FFF2-40B4-BE49-F238E27FC236}">
                <a16:creationId xmlns:a16="http://schemas.microsoft.com/office/drawing/2014/main" id="{8BB66D19-1DD4-4923-AA85-C21F3F009198}"/>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20" name="Rectangle 38">
            <a:extLst>
              <a:ext uri="{FF2B5EF4-FFF2-40B4-BE49-F238E27FC236}">
                <a16:creationId xmlns:a16="http://schemas.microsoft.com/office/drawing/2014/main" id="{E525D20A-60F8-41C0-B464-3EDEB0CC8B99}"/>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21" name="Rectangle 42">
            <a:extLst>
              <a:ext uri="{FF2B5EF4-FFF2-40B4-BE49-F238E27FC236}">
                <a16:creationId xmlns:a16="http://schemas.microsoft.com/office/drawing/2014/main" id="{04E918AA-AD9B-40D2-9E0E-551BF3263E7B}"/>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22" name="Rectangle 42">
            <a:extLst>
              <a:ext uri="{FF2B5EF4-FFF2-40B4-BE49-F238E27FC236}">
                <a16:creationId xmlns:a16="http://schemas.microsoft.com/office/drawing/2014/main" id="{054754C0-8390-4FB4-9D5F-90B8E13B0AEE}"/>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7123" name="Title 1">
            <a:extLst>
              <a:ext uri="{FF2B5EF4-FFF2-40B4-BE49-F238E27FC236}">
                <a16:creationId xmlns:a16="http://schemas.microsoft.com/office/drawing/2014/main" id="{EAD3DDAD-143B-4BBD-87AD-3D02A7D64BC1}"/>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B)</a:t>
            </a:r>
          </a:p>
        </p:txBody>
      </p:sp>
      <p:cxnSp>
        <p:nvCxnSpPr>
          <p:cNvPr id="47124" name="Straight Arrow Connector 21">
            <a:extLst>
              <a:ext uri="{FF2B5EF4-FFF2-40B4-BE49-F238E27FC236}">
                <a16:creationId xmlns:a16="http://schemas.microsoft.com/office/drawing/2014/main" id="{24F70634-3574-46D3-9AEC-2E8A0524522C}"/>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Freeform 37">
            <a:extLst>
              <a:ext uri="{FF2B5EF4-FFF2-40B4-BE49-F238E27FC236}">
                <a16:creationId xmlns:a16="http://schemas.microsoft.com/office/drawing/2014/main" id="{65ACE199-1E62-4AA1-BDD9-CD5BBA2F1307}"/>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0" name="Freeform 37">
            <a:extLst>
              <a:ext uri="{FF2B5EF4-FFF2-40B4-BE49-F238E27FC236}">
                <a16:creationId xmlns:a16="http://schemas.microsoft.com/office/drawing/2014/main" id="{826B9451-B69E-4ECF-AEFB-576424E24162}"/>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1" name="Freeform 37">
            <a:extLst>
              <a:ext uri="{FF2B5EF4-FFF2-40B4-BE49-F238E27FC236}">
                <a16:creationId xmlns:a16="http://schemas.microsoft.com/office/drawing/2014/main" id="{6B68C19E-2989-4D49-8E9F-654E535FA3DB}"/>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2" name="Freeform 37">
            <a:extLst>
              <a:ext uri="{FF2B5EF4-FFF2-40B4-BE49-F238E27FC236}">
                <a16:creationId xmlns:a16="http://schemas.microsoft.com/office/drawing/2014/main" id="{9F41337D-9A89-42FA-9F8F-0EDAAA626DC5}"/>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3" name="Freeform 37">
            <a:extLst>
              <a:ext uri="{FF2B5EF4-FFF2-40B4-BE49-F238E27FC236}">
                <a16:creationId xmlns:a16="http://schemas.microsoft.com/office/drawing/2014/main" id="{333519C9-5FA1-4E19-8C3E-DA17213066B8}"/>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4" name="Freeform 37">
            <a:extLst>
              <a:ext uri="{FF2B5EF4-FFF2-40B4-BE49-F238E27FC236}">
                <a16:creationId xmlns:a16="http://schemas.microsoft.com/office/drawing/2014/main" id="{E674C276-B296-421E-B1B6-9D4428518595}"/>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35" name="Freeform 37">
            <a:extLst>
              <a:ext uri="{FF2B5EF4-FFF2-40B4-BE49-F238E27FC236}">
                <a16:creationId xmlns:a16="http://schemas.microsoft.com/office/drawing/2014/main" id="{FDECC945-096E-42B9-BE1F-C5CCB5DD6523}"/>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8136" name="Straight Arrow Connector 97">
            <a:extLst>
              <a:ext uri="{FF2B5EF4-FFF2-40B4-BE49-F238E27FC236}">
                <a16:creationId xmlns:a16="http://schemas.microsoft.com/office/drawing/2014/main" id="{E555D03F-DDF6-464D-B700-DAAE9E243014}"/>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8137" name="Straight Arrow Connector 105">
            <a:extLst>
              <a:ext uri="{FF2B5EF4-FFF2-40B4-BE49-F238E27FC236}">
                <a16:creationId xmlns:a16="http://schemas.microsoft.com/office/drawing/2014/main" id="{AD1EF158-D26C-49CF-A198-009BFF49FE75}"/>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48138" name="Straight Arrow Connector 112">
            <a:extLst>
              <a:ext uri="{FF2B5EF4-FFF2-40B4-BE49-F238E27FC236}">
                <a16:creationId xmlns:a16="http://schemas.microsoft.com/office/drawing/2014/main" id="{25A1E6FC-E576-4EE9-A749-5DA017C1DB62}"/>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48139" name="TextBox 1">
            <a:extLst>
              <a:ext uri="{FF2B5EF4-FFF2-40B4-BE49-F238E27FC236}">
                <a16:creationId xmlns:a16="http://schemas.microsoft.com/office/drawing/2014/main" id="{A542B6BA-2408-4095-9CDE-FF2E79DD4B37}"/>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8140" name="TextBox 27">
            <a:extLst>
              <a:ext uri="{FF2B5EF4-FFF2-40B4-BE49-F238E27FC236}">
                <a16:creationId xmlns:a16="http://schemas.microsoft.com/office/drawing/2014/main" id="{2AA54D2F-5D30-4599-A97B-A7E00A3076A0}"/>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8141" name="TextBox 29">
            <a:extLst>
              <a:ext uri="{FF2B5EF4-FFF2-40B4-BE49-F238E27FC236}">
                <a16:creationId xmlns:a16="http://schemas.microsoft.com/office/drawing/2014/main" id="{48F74494-5178-493B-B58A-F0D614ADB932}"/>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8142" name="TextBox 30">
            <a:extLst>
              <a:ext uri="{FF2B5EF4-FFF2-40B4-BE49-F238E27FC236}">
                <a16:creationId xmlns:a16="http://schemas.microsoft.com/office/drawing/2014/main" id="{36B256FE-A162-4858-813B-EDD62DD53823}"/>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8143" name="TextBox 33">
            <a:extLst>
              <a:ext uri="{FF2B5EF4-FFF2-40B4-BE49-F238E27FC236}">
                <a16:creationId xmlns:a16="http://schemas.microsoft.com/office/drawing/2014/main" id="{A0470DBC-F985-4239-B54F-28DAEA9D2DD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8144" name="TextBox 35">
            <a:extLst>
              <a:ext uri="{FF2B5EF4-FFF2-40B4-BE49-F238E27FC236}">
                <a16:creationId xmlns:a16="http://schemas.microsoft.com/office/drawing/2014/main" id="{CAFFDB5D-7DE3-4C6C-ADDA-A791BD0EA80B}"/>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8145" name="TextBox 36">
            <a:extLst>
              <a:ext uri="{FF2B5EF4-FFF2-40B4-BE49-F238E27FC236}">
                <a16:creationId xmlns:a16="http://schemas.microsoft.com/office/drawing/2014/main" id="{FB95C020-E770-4F6D-8E42-169311D06067}"/>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8146" name="Rectangle 37">
            <a:extLst>
              <a:ext uri="{FF2B5EF4-FFF2-40B4-BE49-F238E27FC236}">
                <a16:creationId xmlns:a16="http://schemas.microsoft.com/office/drawing/2014/main" id="{EEE0D4FD-256D-44D1-AFD0-A104F6A1E212}"/>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47" name="Rectangle 38">
            <a:extLst>
              <a:ext uri="{FF2B5EF4-FFF2-40B4-BE49-F238E27FC236}">
                <a16:creationId xmlns:a16="http://schemas.microsoft.com/office/drawing/2014/main" id="{E8DC203A-B53D-43EE-AE94-22C10752809C}"/>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48" name="Rectangle 42">
            <a:extLst>
              <a:ext uri="{FF2B5EF4-FFF2-40B4-BE49-F238E27FC236}">
                <a16:creationId xmlns:a16="http://schemas.microsoft.com/office/drawing/2014/main" id="{116F4E6F-39B7-4AAD-8C74-7B72238A48CE}"/>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49" name="Rectangle 42">
            <a:extLst>
              <a:ext uri="{FF2B5EF4-FFF2-40B4-BE49-F238E27FC236}">
                <a16:creationId xmlns:a16="http://schemas.microsoft.com/office/drawing/2014/main" id="{ADC6501E-08E8-421C-B239-FD1DC4C1BFED}"/>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8150" name="Title 1">
            <a:extLst>
              <a:ext uri="{FF2B5EF4-FFF2-40B4-BE49-F238E27FC236}">
                <a16:creationId xmlns:a16="http://schemas.microsoft.com/office/drawing/2014/main" id="{3E777205-33A7-42D3-8D82-A2CF3F72A95C}"/>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CEG)</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153" name="Group 11">
            <a:extLst>
              <a:ext uri="{FF2B5EF4-FFF2-40B4-BE49-F238E27FC236}">
                <a16:creationId xmlns:a16="http://schemas.microsoft.com/office/drawing/2014/main" id="{E5B5825E-A80D-410C-AF65-58BC6F154518}"/>
              </a:ext>
            </a:extLst>
          </p:cNvPr>
          <p:cNvGrpSpPr>
            <a:grpSpLocks/>
          </p:cNvGrpSpPr>
          <p:nvPr/>
        </p:nvGrpSpPr>
        <p:grpSpPr bwMode="auto">
          <a:xfrm>
            <a:off x="7794625" y="3435350"/>
            <a:ext cx="896938" cy="815975"/>
            <a:chOff x="7637959" y="4419600"/>
            <a:chExt cx="896441" cy="815975"/>
          </a:xfrm>
        </p:grpSpPr>
        <p:sp>
          <p:nvSpPr>
            <p:cNvPr id="49175" name="Freeform 19">
              <a:extLst>
                <a:ext uri="{FF2B5EF4-FFF2-40B4-BE49-F238E27FC236}">
                  <a16:creationId xmlns:a16="http://schemas.microsoft.com/office/drawing/2014/main" id="{13FDA82B-EA24-4072-A1FC-B4818A144210}"/>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76" name="Freeform 19">
              <a:extLst>
                <a:ext uri="{FF2B5EF4-FFF2-40B4-BE49-F238E27FC236}">
                  <a16:creationId xmlns:a16="http://schemas.microsoft.com/office/drawing/2014/main" id="{804E6232-568E-4183-B226-0961A217599D}"/>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49154" name="Freeform 37">
            <a:extLst>
              <a:ext uri="{FF2B5EF4-FFF2-40B4-BE49-F238E27FC236}">
                <a16:creationId xmlns:a16="http://schemas.microsoft.com/office/drawing/2014/main" id="{D671A95E-398A-4CD9-8A31-583178FA59B5}"/>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55" name="Freeform 37">
            <a:extLst>
              <a:ext uri="{FF2B5EF4-FFF2-40B4-BE49-F238E27FC236}">
                <a16:creationId xmlns:a16="http://schemas.microsoft.com/office/drawing/2014/main" id="{420AD252-30D4-490A-B5A3-9F2A6FF4BFA0}"/>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56" name="Freeform 37">
            <a:extLst>
              <a:ext uri="{FF2B5EF4-FFF2-40B4-BE49-F238E27FC236}">
                <a16:creationId xmlns:a16="http://schemas.microsoft.com/office/drawing/2014/main" id="{F06BB82C-0792-436B-8662-345EB33FA9D2}"/>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57" name="Freeform 37">
            <a:extLst>
              <a:ext uri="{FF2B5EF4-FFF2-40B4-BE49-F238E27FC236}">
                <a16:creationId xmlns:a16="http://schemas.microsoft.com/office/drawing/2014/main" id="{FB73C018-D69F-461F-8036-BB3A919F6F50}"/>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58" name="Freeform 37">
            <a:extLst>
              <a:ext uri="{FF2B5EF4-FFF2-40B4-BE49-F238E27FC236}">
                <a16:creationId xmlns:a16="http://schemas.microsoft.com/office/drawing/2014/main" id="{B0042572-B89E-49F8-9E07-BA25F1A667B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59" name="Freeform 37">
            <a:extLst>
              <a:ext uri="{FF2B5EF4-FFF2-40B4-BE49-F238E27FC236}">
                <a16:creationId xmlns:a16="http://schemas.microsoft.com/office/drawing/2014/main" id="{9D5D6D24-DC5F-486E-81EF-CA18CADEA3E3}"/>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60" name="Freeform 37">
            <a:extLst>
              <a:ext uri="{FF2B5EF4-FFF2-40B4-BE49-F238E27FC236}">
                <a16:creationId xmlns:a16="http://schemas.microsoft.com/office/drawing/2014/main" id="{3E588D7A-CB94-4CB7-BC1E-AC146F0DBC9C}"/>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49161" name="Straight Arrow Connector 20">
            <a:extLst>
              <a:ext uri="{FF2B5EF4-FFF2-40B4-BE49-F238E27FC236}">
                <a16:creationId xmlns:a16="http://schemas.microsoft.com/office/drawing/2014/main" id="{CB22ACE3-4A55-4622-AD89-74F748813A2E}"/>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49162" name="Straight Arrow Connector 25">
            <a:extLst>
              <a:ext uri="{FF2B5EF4-FFF2-40B4-BE49-F238E27FC236}">
                <a16:creationId xmlns:a16="http://schemas.microsoft.com/office/drawing/2014/main" id="{59E96F54-E053-47C2-8EE2-A4087EB98F17}"/>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49163" name="TextBox 1">
            <a:extLst>
              <a:ext uri="{FF2B5EF4-FFF2-40B4-BE49-F238E27FC236}">
                <a16:creationId xmlns:a16="http://schemas.microsoft.com/office/drawing/2014/main" id="{38216B0D-6769-4DE5-AF1C-11D7C56464F4}"/>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9164" name="TextBox 27">
            <a:extLst>
              <a:ext uri="{FF2B5EF4-FFF2-40B4-BE49-F238E27FC236}">
                <a16:creationId xmlns:a16="http://schemas.microsoft.com/office/drawing/2014/main" id="{04D9781D-A6DA-4AFC-967F-F1B85DE8C27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9165" name="TextBox 29">
            <a:extLst>
              <a:ext uri="{FF2B5EF4-FFF2-40B4-BE49-F238E27FC236}">
                <a16:creationId xmlns:a16="http://schemas.microsoft.com/office/drawing/2014/main" id="{A4BD643C-B555-47FC-9CCC-E90868CB0AA1}"/>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49166" name="TextBox 30">
            <a:extLst>
              <a:ext uri="{FF2B5EF4-FFF2-40B4-BE49-F238E27FC236}">
                <a16:creationId xmlns:a16="http://schemas.microsoft.com/office/drawing/2014/main" id="{83FA3BA9-029A-48F0-9BD5-3A07081F07AA}"/>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9167" name="TextBox 33">
            <a:extLst>
              <a:ext uri="{FF2B5EF4-FFF2-40B4-BE49-F238E27FC236}">
                <a16:creationId xmlns:a16="http://schemas.microsoft.com/office/drawing/2014/main" id="{7C00EE2E-23C1-4330-9CB2-90C1FEEA81E0}"/>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9168" name="TextBox 35">
            <a:extLst>
              <a:ext uri="{FF2B5EF4-FFF2-40B4-BE49-F238E27FC236}">
                <a16:creationId xmlns:a16="http://schemas.microsoft.com/office/drawing/2014/main" id="{4BE03076-41B9-4FB3-B990-A5B4C088562E}"/>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9169" name="TextBox 36">
            <a:extLst>
              <a:ext uri="{FF2B5EF4-FFF2-40B4-BE49-F238E27FC236}">
                <a16:creationId xmlns:a16="http://schemas.microsoft.com/office/drawing/2014/main" id="{8C7E06F2-4306-4570-9A1F-BB72F1B8E7F2}"/>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49170" name="Rectangle 37">
            <a:extLst>
              <a:ext uri="{FF2B5EF4-FFF2-40B4-BE49-F238E27FC236}">
                <a16:creationId xmlns:a16="http://schemas.microsoft.com/office/drawing/2014/main" id="{4DDF684F-A8F5-4D0D-8F0E-F2A424C511AA}"/>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71" name="Rectangle 38">
            <a:extLst>
              <a:ext uri="{FF2B5EF4-FFF2-40B4-BE49-F238E27FC236}">
                <a16:creationId xmlns:a16="http://schemas.microsoft.com/office/drawing/2014/main" id="{FCB03D2D-1541-4D13-A4A0-A0C72CBEF3D4}"/>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72" name="Rectangle 42">
            <a:extLst>
              <a:ext uri="{FF2B5EF4-FFF2-40B4-BE49-F238E27FC236}">
                <a16:creationId xmlns:a16="http://schemas.microsoft.com/office/drawing/2014/main" id="{7F1AE890-47CB-4AFE-9B65-5B05BF8EC2EA}"/>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73" name="Rectangle 42">
            <a:extLst>
              <a:ext uri="{FF2B5EF4-FFF2-40B4-BE49-F238E27FC236}">
                <a16:creationId xmlns:a16="http://schemas.microsoft.com/office/drawing/2014/main" id="{7175D767-6098-4996-A696-7683219E21E3}"/>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49174" name="Title 1">
            <a:extLst>
              <a:ext uri="{FF2B5EF4-FFF2-40B4-BE49-F238E27FC236}">
                <a16:creationId xmlns:a16="http://schemas.microsoft.com/office/drawing/2014/main" id="{60384242-80FB-42C6-A593-0B2BA5961859}"/>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CEG)</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Freeform 37">
            <a:extLst>
              <a:ext uri="{FF2B5EF4-FFF2-40B4-BE49-F238E27FC236}">
                <a16:creationId xmlns:a16="http://schemas.microsoft.com/office/drawing/2014/main" id="{510B148E-E125-4836-A75E-FD9845BDC7C1}"/>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78" name="Freeform 37">
            <a:extLst>
              <a:ext uri="{FF2B5EF4-FFF2-40B4-BE49-F238E27FC236}">
                <a16:creationId xmlns:a16="http://schemas.microsoft.com/office/drawing/2014/main" id="{62C42AA9-A1EC-4751-9C82-68F1B9DEC37D}"/>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79" name="Freeform 37">
            <a:extLst>
              <a:ext uri="{FF2B5EF4-FFF2-40B4-BE49-F238E27FC236}">
                <a16:creationId xmlns:a16="http://schemas.microsoft.com/office/drawing/2014/main" id="{4C518FA2-55E4-4E68-AFD1-11BDDC6F31D9}"/>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80" name="Freeform 37">
            <a:extLst>
              <a:ext uri="{FF2B5EF4-FFF2-40B4-BE49-F238E27FC236}">
                <a16:creationId xmlns:a16="http://schemas.microsoft.com/office/drawing/2014/main" id="{24D27F3B-8E57-470A-B386-94DDF4806493}"/>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81" name="Freeform 37">
            <a:extLst>
              <a:ext uri="{FF2B5EF4-FFF2-40B4-BE49-F238E27FC236}">
                <a16:creationId xmlns:a16="http://schemas.microsoft.com/office/drawing/2014/main" id="{95057508-C7C1-43AB-BD69-B201C44CAC4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82" name="Freeform 37">
            <a:extLst>
              <a:ext uri="{FF2B5EF4-FFF2-40B4-BE49-F238E27FC236}">
                <a16:creationId xmlns:a16="http://schemas.microsoft.com/office/drawing/2014/main" id="{674A8E31-3001-4935-B074-5A0CDC9BC319}"/>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83" name="Freeform 37">
            <a:extLst>
              <a:ext uri="{FF2B5EF4-FFF2-40B4-BE49-F238E27FC236}">
                <a16:creationId xmlns:a16="http://schemas.microsoft.com/office/drawing/2014/main" id="{FE96174A-9DE0-4A51-B87E-BBD40A67739B}"/>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84" name="TextBox 1">
            <a:extLst>
              <a:ext uri="{FF2B5EF4-FFF2-40B4-BE49-F238E27FC236}">
                <a16:creationId xmlns:a16="http://schemas.microsoft.com/office/drawing/2014/main" id="{5425832F-747A-4C81-85C9-6153AF21DEFA}"/>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0185" name="TextBox 27">
            <a:extLst>
              <a:ext uri="{FF2B5EF4-FFF2-40B4-BE49-F238E27FC236}">
                <a16:creationId xmlns:a16="http://schemas.microsoft.com/office/drawing/2014/main" id="{6E803F30-CD5D-4BAD-B39A-8B7AD5D36FE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0186" name="TextBox 29">
            <a:extLst>
              <a:ext uri="{FF2B5EF4-FFF2-40B4-BE49-F238E27FC236}">
                <a16:creationId xmlns:a16="http://schemas.microsoft.com/office/drawing/2014/main" id="{44AE31D4-6CE8-4212-B0DC-3821AF40499C}"/>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0187" name="TextBox 30">
            <a:extLst>
              <a:ext uri="{FF2B5EF4-FFF2-40B4-BE49-F238E27FC236}">
                <a16:creationId xmlns:a16="http://schemas.microsoft.com/office/drawing/2014/main" id="{0159E537-3C89-4D51-B943-3F255D53FE78}"/>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0188" name="TextBox 33">
            <a:extLst>
              <a:ext uri="{FF2B5EF4-FFF2-40B4-BE49-F238E27FC236}">
                <a16:creationId xmlns:a16="http://schemas.microsoft.com/office/drawing/2014/main" id="{FECBC744-B935-4AD3-859F-F9C5EBB65C8E}"/>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0189" name="TextBox 35">
            <a:extLst>
              <a:ext uri="{FF2B5EF4-FFF2-40B4-BE49-F238E27FC236}">
                <a16:creationId xmlns:a16="http://schemas.microsoft.com/office/drawing/2014/main" id="{BE2C389C-5C7F-4078-AEF5-8D0163FD6F63}"/>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0190" name="TextBox 36">
            <a:extLst>
              <a:ext uri="{FF2B5EF4-FFF2-40B4-BE49-F238E27FC236}">
                <a16:creationId xmlns:a16="http://schemas.microsoft.com/office/drawing/2014/main" id="{06B676A0-7EB5-44A8-847A-163E52BF5D3C}"/>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0191" name="Rectangle 37">
            <a:extLst>
              <a:ext uri="{FF2B5EF4-FFF2-40B4-BE49-F238E27FC236}">
                <a16:creationId xmlns:a16="http://schemas.microsoft.com/office/drawing/2014/main" id="{E0C48DCE-FEC5-4B17-BB17-54CC61381DE7}"/>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92" name="Rectangle 38">
            <a:extLst>
              <a:ext uri="{FF2B5EF4-FFF2-40B4-BE49-F238E27FC236}">
                <a16:creationId xmlns:a16="http://schemas.microsoft.com/office/drawing/2014/main" id="{521CFE82-452C-41AC-80BF-3D92F55B7483}"/>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93" name="Rectangle 42">
            <a:extLst>
              <a:ext uri="{FF2B5EF4-FFF2-40B4-BE49-F238E27FC236}">
                <a16:creationId xmlns:a16="http://schemas.microsoft.com/office/drawing/2014/main" id="{0C824A59-633B-4141-A767-D8AFA872449E}"/>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94" name="Rectangle 42">
            <a:extLst>
              <a:ext uri="{FF2B5EF4-FFF2-40B4-BE49-F238E27FC236}">
                <a16:creationId xmlns:a16="http://schemas.microsoft.com/office/drawing/2014/main" id="{E3CA7507-84FA-4976-9379-A5E5ADCD358F}"/>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0195" name="Title 1">
            <a:extLst>
              <a:ext uri="{FF2B5EF4-FFF2-40B4-BE49-F238E27FC236}">
                <a16:creationId xmlns:a16="http://schemas.microsoft.com/office/drawing/2014/main" id="{A8CFAEA4-D972-4A32-906F-203EF4C92AA7}"/>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0-successors of F)</a:t>
            </a:r>
          </a:p>
        </p:txBody>
      </p:sp>
      <p:cxnSp>
        <p:nvCxnSpPr>
          <p:cNvPr id="50196" name="Straight Arrow Connector 26">
            <a:extLst>
              <a:ext uri="{FF2B5EF4-FFF2-40B4-BE49-F238E27FC236}">
                <a16:creationId xmlns:a16="http://schemas.microsoft.com/office/drawing/2014/main" id="{39EC24FD-3148-4C9C-A105-D5C9F7DC6AB8}"/>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Freeform 37">
            <a:extLst>
              <a:ext uri="{FF2B5EF4-FFF2-40B4-BE49-F238E27FC236}">
                <a16:creationId xmlns:a16="http://schemas.microsoft.com/office/drawing/2014/main" id="{58F63DB5-A16B-4EC8-A296-7A20DCE1E344}"/>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2" name="Freeform 37">
            <a:extLst>
              <a:ext uri="{FF2B5EF4-FFF2-40B4-BE49-F238E27FC236}">
                <a16:creationId xmlns:a16="http://schemas.microsoft.com/office/drawing/2014/main" id="{E313E0F4-FBC5-44B5-A690-17F9E0A4C3DD}"/>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3" name="Freeform 37">
            <a:extLst>
              <a:ext uri="{FF2B5EF4-FFF2-40B4-BE49-F238E27FC236}">
                <a16:creationId xmlns:a16="http://schemas.microsoft.com/office/drawing/2014/main" id="{8316F0B0-185C-4B07-82D8-D8A4E20694C1}"/>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4" name="Freeform 37">
            <a:extLst>
              <a:ext uri="{FF2B5EF4-FFF2-40B4-BE49-F238E27FC236}">
                <a16:creationId xmlns:a16="http://schemas.microsoft.com/office/drawing/2014/main" id="{033F43BE-7EB2-4CAE-BEDC-C3E907FF29E9}"/>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5" name="Freeform 37">
            <a:extLst>
              <a:ext uri="{FF2B5EF4-FFF2-40B4-BE49-F238E27FC236}">
                <a16:creationId xmlns:a16="http://schemas.microsoft.com/office/drawing/2014/main" id="{1F6C268B-B212-4074-8829-63440584B5CB}"/>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6" name="Freeform 37">
            <a:extLst>
              <a:ext uri="{FF2B5EF4-FFF2-40B4-BE49-F238E27FC236}">
                <a16:creationId xmlns:a16="http://schemas.microsoft.com/office/drawing/2014/main" id="{EBA44CD2-3C9D-49DE-9C0B-77C69E3E64F6}"/>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7" name="Freeform 37">
            <a:extLst>
              <a:ext uri="{FF2B5EF4-FFF2-40B4-BE49-F238E27FC236}">
                <a16:creationId xmlns:a16="http://schemas.microsoft.com/office/drawing/2014/main" id="{6ACD5BAE-DE55-4B8C-89F9-E836D15A10EA}"/>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08" name="TextBox 1">
            <a:extLst>
              <a:ext uri="{FF2B5EF4-FFF2-40B4-BE49-F238E27FC236}">
                <a16:creationId xmlns:a16="http://schemas.microsoft.com/office/drawing/2014/main" id="{DEED47A7-EB64-4A3C-A7A1-77029AA5577E}"/>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1209" name="TextBox 27">
            <a:extLst>
              <a:ext uri="{FF2B5EF4-FFF2-40B4-BE49-F238E27FC236}">
                <a16:creationId xmlns:a16="http://schemas.microsoft.com/office/drawing/2014/main" id="{59C7A346-A3BA-4816-AB8B-175E1AEAC9E0}"/>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1210" name="TextBox 29">
            <a:extLst>
              <a:ext uri="{FF2B5EF4-FFF2-40B4-BE49-F238E27FC236}">
                <a16:creationId xmlns:a16="http://schemas.microsoft.com/office/drawing/2014/main" id="{B920DEE6-A3B1-4C21-9ED8-62C08140107B}"/>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1211" name="TextBox 30">
            <a:extLst>
              <a:ext uri="{FF2B5EF4-FFF2-40B4-BE49-F238E27FC236}">
                <a16:creationId xmlns:a16="http://schemas.microsoft.com/office/drawing/2014/main" id="{0EFEDE31-B2FE-473E-8C4D-EB50E9704758}"/>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1212" name="TextBox 33">
            <a:extLst>
              <a:ext uri="{FF2B5EF4-FFF2-40B4-BE49-F238E27FC236}">
                <a16:creationId xmlns:a16="http://schemas.microsoft.com/office/drawing/2014/main" id="{5D3167AF-D23C-43E4-8044-14218402D905}"/>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1213" name="TextBox 35">
            <a:extLst>
              <a:ext uri="{FF2B5EF4-FFF2-40B4-BE49-F238E27FC236}">
                <a16:creationId xmlns:a16="http://schemas.microsoft.com/office/drawing/2014/main" id="{3506EE52-DE71-49C8-A350-78840A6CFE62}"/>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1214" name="TextBox 36">
            <a:extLst>
              <a:ext uri="{FF2B5EF4-FFF2-40B4-BE49-F238E27FC236}">
                <a16:creationId xmlns:a16="http://schemas.microsoft.com/office/drawing/2014/main" id="{F6EDAD36-B1E2-40AE-BCCF-B482E6323DF4}"/>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1215" name="Rectangle 37">
            <a:extLst>
              <a:ext uri="{FF2B5EF4-FFF2-40B4-BE49-F238E27FC236}">
                <a16:creationId xmlns:a16="http://schemas.microsoft.com/office/drawing/2014/main" id="{5F0C1CE3-4F0E-43E1-91DD-FEA149B05531}"/>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16" name="Rectangle 38">
            <a:extLst>
              <a:ext uri="{FF2B5EF4-FFF2-40B4-BE49-F238E27FC236}">
                <a16:creationId xmlns:a16="http://schemas.microsoft.com/office/drawing/2014/main" id="{C59FFBCA-5EBF-4170-A1CF-0B0C0BBA517C}"/>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17" name="Rectangle 42">
            <a:extLst>
              <a:ext uri="{FF2B5EF4-FFF2-40B4-BE49-F238E27FC236}">
                <a16:creationId xmlns:a16="http://schemas.microsoft.com/office/drawing/2014/main" id="{257D2553-B425-46A7-A0B7-83F81E6149FB}"/>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18" name="Rectangle 42">
            <a:extLst>
              <a:ext uri="{FF2B5EF4-FFF2-40B4-BE49-F238E27FC236}">
                <a16:creationId xmlns:a16="http://schemas.microsoft.com/office/drawing/2014/main" id="{7FD586C3-6C0E-416E-AA80-87FD7B34D2F3}"/>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1219" name="Title 1">
            <a:extLst>
              <a:ext uri="{FF2B5EF4-FFF2-40B4-BE49-F238E27FC236}">
                <a16:creationId xmlns:a16="http://schemas.microsoft.com/office/drawing/2014/main" id="{D94BED50-E13A-4116-9AE8-090E7B0B4C16}"/>
              </a:ext>
            </a:extLst>
          </p:cNvPr>
          <p:cNvSpPr txBox="1">
            <a:spLocks/>
          </p:cNvSpPr>
          <p:nvPr/>
        </p:nvSpPr>
        <p:spPr bwMode="auto">
          <a:xfrm>
            <a:off x="0" y="-762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(Examine the 1-successors of F)</a:t>
            </a:r>
          </a:p>
        </p:txBody>
      </p:sp>
      <p:cxnSp>
        <p:nvCxnSpPr>
          <p:cNvPr id="51220" name="Straight Arrow Connector 21">
            <a:extLst>
              <a:ext uri="{FF2B5EF4-FFF2-40B4-BE49-F238E27FC236}">
                <a16:creationId xmlns:a16="http://schemas.microsoft.com/office/drawing/2014/main" id="{91CF083F-D3C3-4D2B-A279-86A32BFD5E7B}"/>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5" name="Group 11">
            <a:extLst>
              <a:ext uri="{FF2B5EF4-FFF2-40B4-BE49-F238E27FC236}">
                <a16:creationId xmlns:a16="http://schemas.microsoft.com/office/drawing/2014/main" id="{3E7A7F95-07F3-471A-919C-189E57F62804}"/>
              </a:ext>
            </a:extLst>
          </p:cNvPr>
          <p:cNvGrpSpPr>
            <a:grpSpLocks/>
          </p:cNvGrpSpPr>
          <p:nvPr/>
        </p:nvGrpSpPr>
        <p:grpSpPr bwMode="auto">
          <a:xfrm>
            <a:off x="7794625" y="3435350"/>
            <a:ext cx="896938" cy="815975"/>
            <a:chOff x="7637959" y="4419600"/>
            <a:chExt cx="896441" cy="815975"/>
          </a:xfrm>
        </p:grpSpPr>
        <p:sp>
          <p:nvSpPr>
            <p:cNvPr id="52258" name="Freeform 19">
              <a:extLst>
                <a:ext uri="{FF2B5EF4-FFF2-40B4-BE49-F238E27FC236}">
                  <a16:creationId xmlns:a16="http://schemas.microsoft.com/office/drawing/2014/main" id="{7ACAB1A2-288A-4466-9054-32AC74BB7811}"/>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59" name="Freeform 19">
              <a:extLst>
                <a:ext uri="{FF2B5EF4-FFF2-40B4-BE49-F238E27FC236}">
                  <a16:creationId xmlns:a16="http://schemas.microsoft.com/office/drawing/2014/main" id="{95761E76-8523-4B53-A2E8-F1DE62ACFFD2}"/>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2226" name="Title 1">
            <a:extLst>
              <a:ext uri="{FF2B5EF4-FFF2-40B4-BE49-F238E27FC236}">
                <a16:creationId xmlns:a16="http://schemas.microsoft.com/office/drawing/2014/main" id="{3C2D2A02-A5D6-436E-BB91-08D2D79F5953}"/>
              </a:ext>
            </a:extLst>
          </p:cNvPr>
          <p:cNvSpPr txBox="1">
            <a:spLocks/>
          </p:cNvSpPr>
          <p:nvPr/>
        </p:nvSpPr>
        <p:spPr bwMode="auto">
          <a:xfrm>
            <a:off x="0" y="-76200"/>
            <a:ext cx="9144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(AD)(B)(CEG)(F)</a:t>
            </a:r>
          </a:p>
        </p:txBody>
      </p:sp>
      <p:sp>
        <p:nvSpPr>
          <p:cNvPr id="52227" name="Freeform 37">
            <a:extLst>
              <a:ext uri="{FF2B5EF4-FFF2-40B4-BE49-F238E27FC236}">
                <a16:creationId xmlns:a16="http://schemas.microsoft.com/office/drawing/2014/main" id="{262D1DA4-0B23-47E1-9813-98222792D8E3}"/>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28" name="Freeform 37">
            <a:extLst>
              <a:ext uri="{FF2B5EF4-FFF2-40B4-BE49-F238E27FC236}">
                <a16:creationId xmlns:a16="http://schemas.microsoft.com/office/drawing/2014/main" id="{E2327C0B-839D-4D25-911A-10F7CAB7342F}"/>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29" name="Freeform 37">
            <a:extLst>
              <a:ext uri="{FF2B5EF4-FFF2-40B4-BE49-F238E27FC236}">
                <a16:creationId xmlns:a16="http://schemas.microsoft.com/office/drawing/2014/main" id="{40F1BA34-D479-45B6-BEBE-7C2C5226A2F6}"/>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30" name="Freeform 37">
            <a:extLst>
              <a:ext uri="{FF2B5EF4-FFF2-40B4-BE49-F238E27FC236}">
                <a16:creationId xmlns:a16="http://schemas.microsoft.com/office/drawing/2014/main" id="{15361929-70C8-4C58-8B3B-0FFBD94DA0A1}"/>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31" name="Freeform 37">
            <a:extLst>
              <a:ext uri="{FF2B5EF4-FFF2-40B4-BE49-F238E27FC236}">
                <a16:creationId xmlns:a16="http://schemas.microsoft.com/office/drawing/2014/main" id="{64B46948-D18F-4884-AE34-C7240CA2D3E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32" name="Freeform 37">
            <a:extLst>
              <a:ext uri="{FF2B5EF4-FFF2-40B4-BE49-F238E27FC236}">
                <a16:creationId xmlns:a16="http://schemas.microsoft.com/office/drawing/2014/main" id="{1E172C1E-BDC1-4C61-A84E-ADA5716099E6}"/>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33" name="Freeform 37">
            <a:extLst>
              <a:ext uri="{FF2B5EF4-FFF2-40B4-BE49-F238E27FC236}">
                <a16:creationId xmlns:a16="http://schemas.microsoft.com/office/drawing/2014/main" id="{D59813AC-D4E8-4AF9-A9F0-962A49753242}"/>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2234" name="Straight Arrow Connector 91">
            <a:extLst>
              <a:ext uri="{FF2B5EF4-FFF2-40B4-BE49-F238E27FC236}">
                <a16:creationId xmlns:a16="http://schemas.microsoft.com/office/drawing/2014/main" id="{FCF0BDD2-F5E5-4C82-BBF0-9DD7EBDC65FA}"/>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35" name="Straight Arrow Connector 95">
            <a:extLst>
              <a:ext uri="{FF2B5EF4-FFF2-40B4-BE49-F238E27FC236}">
                <a16:creationId xmlns:a16="http://schemas.microsoft.com/office/drawing/2014/main" id="{A134E25B-20C3-4E82-BF08-1701AE5B94D1}"/>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36" name="Straight Arrow Connector 97">
            <a:extLst>
              <a:ext uri="{FF2B5EF4-FFF2-40B4-BE49-F238E27FC236}">
                <a16:creationId xmlns:a16="http://schemas.microsoft.com/office/drawing/2014/main" id="{5E568FED-7DBB-41BD-A801-BEFD1447C7CE}"/>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37" name="Straight Arrow Connector 99">
            <a:extLst>
              <a:ext uri="{FF2B5EF4-FFF2-40B4-BE49-F238E27FC236}">
                <a16:creationId xmlns:a16="http://schemas.microsoft.com/office/drawing/2014/main" id="{17FDB10A-EEE7-4A53-92BC-35AD195D73E1}"/>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2238" name="Straight Arrow Connector 105">
            <a:extLst>
              <a:ext uri="{FF2B5EF4-FFF2-40B4-BE49-F238E27FC236}">
                <a16:creationId xmlns:a16="http://schemas.microsoft.com/office/drawing/2014/main" id="{106A1229-9605-4FD3-9F78-83022C3972D0}"/>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39" name="Straight Arrow Connector 107">
            <a:extLst>
              <a:ext uri="{FF2B5EF4-FFF2-40B4-BE49-F238E27FC236}">
                <a16:creationId xmlns:a16="http://schemas.microsoft.com/office/drawing/2014/main" id="{54CE14F4-E9FF-4EAE-8281-1BE02C5F3270}"/>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40" name="Straight Arrow Connector 112">
            <a:extLst>
              <a:ext uri="{FF2B5EF4-FFF2-40B4-BE49-F238E27FC236}">
                <a16:creationId xmlns:a16="http://schemas.microsoft.com/office/drawing/2014/main" id="{8144C7EE-109A-4FFA-84D8-C35086324815}"/>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2241" name="Straight Arrow Connector 18">
            <a:extLst>
              <a:ext uri="{FF2B5EF4-FFF2-40B4-BE49-F238E27FC236}">
                <a16:creationId xmlns:a16="http://schemas.microsoft.com/office/drawing/2014/main" id="{E0D861A8-F70F-4761-8F16-94418E274C78}"/>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2242" name="Straight Arrow Connector 20">
            <a:extLst>
              <a:ext uri="{FF2B5EF4-FFF2-40B4-BE49-F238E27FC236}">
                <a16:creationId xmlns:a16="http://schemas.microsoft.com/office/drawing/2014/main" id="{8C674C5F-D2DE-402A-A0D3-1788750A502A}"/>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2243" name="Straight Arrow Connector 23">
            <a:extLst>
              <a:ext uri="{FF2B5EF4-FFF2-40B4-BE49-F238E27FC236}">
                <a16:creationId xmlns:a16="http://schemas.microsoft.com/office/drawing/2014/main" id="{2C448A29-51F8-43BA-BB68-1C51A6E4B46C}"/>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2244" name="Straight Arrow Connector 25">
            <a:extLst>
              <a:ext uri="{FF2B5EF4-FFF2-40B4-BE49-F238E27FC236}">
                <a16:creationId xmlns:a16="http://schemas.microsoft.com/office/drawing/2014/main" id="{9A25E9CF-A722-4BD4-93B6-CE0BB40AC1F7}"/>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2245" name="Straight Arrow Connector 28">
            <a:extLst>
              <a:ext uri="{FF2B5EF4-FFF2-40B4-BE49-F238E27FC236}">
                <a16:creationId xmlns:a16="http://schemas.microsoft.com/office/drawing/2014/main" id="{B726175E-DB13-457F-A5EA-994EAD54163C}"/>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52246" name="TextBox 1">
            <a:extLst>
              <a:ext uri="{FF2B5EF4-FFF2-40B4-BE49-F238E27FC236}">
                <a16:creationId xmlns:a16="http://schemas.microsoft.com/office/drawing/2014/main" id="{F7077D0D-2451-4486-AF82-86EAA4D443AE}"/>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2247" name="TextBox 27">
            <a:extLst>
              <a:ext uri="{FF2B5EF4-FFF2-40B4-BE49-F238E27FC236}">
                <a16:creationId xmlns:a16="http://schemas.microsoft.com/office/drawing/2014/main" id="{BF955B87-DADD-4B69-A4D1-CB663E92FC33}"/>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2248" name="TextBox 29">
            <a:extLst>
              <a:ext uri="{FF2B5EF4-FFF2-40B4-BE49-F238E27FC236}">
                <a16:creationId xmlns:a16="http://schemas.microsoft.com/office/drawing/2014/main" id="{34AA078F-2C29-47CF-AE0C-6538B603452F}"/>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2249" name="TextBox 30">
            <a:extLst>
              <a:ext uri="{FF2B5EF4-FFF2-40B4-BE49-F238E27FC236}">
                <a16:creationId xmlns:a16="http://schemas.microsoft.com/office/drawing/2014/main" id="{292FAE66-4E13-4915-B02D-143A2C1C7A6E}"/>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2250" name="TextBox 33">
            <a:extLst>
              <a:ext uri="{FF2B5EF4-FFF2-40B4-BE49-F238E27FC236}">
                <a16:creationId xmlns:a16="http://schemas.microsoft.com/office/drawing/2014/main" id="{BD8A0CFD-59F8-4C0B-8A5B-DADE7FBCEEED}"/>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2251" name="TextBox 35">
            <a:extLst>
              <a:ext uri="{FF2B5EF4-FFF2-40B4-BE49-F238E27FC236}">
                <a16:creationId xmlns:a16="http://schemas.microsoft.com/office/drawing/2014/main" id="{541747A1-77F3-43D8-8642-0CD3A8F4A52E}"/>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2252" name="TextBox 36">
            <a:extLst>
              <a:ext uri="{FF2B5EF4-FFF2-40B4-BE49-F238E27FC236}">
                <a16:creationId xmlns:a16="http://schemas.microsoft.com/office/drawing/2014/main" id="{F9394CBC-58FA-46C3-957F-13446283D99E}"/>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2253" name="Rectangle 37">
            <a:extLst>
              <a:ext uri="{FF2B5EF4-FFF2-40B4-BE49-F238E27FC236}">
                <a16:creationId xmlns:a16="http://schemas.microsoft.com/office/drawing/2014/main" id="{B3CDA814-A437-4C7E-A897-3EFB4381FA82}"/>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54" name="Rectangle 38">
            <a:extLst>
              <a:ext uri="{FF2B5EF4-FFF2-40B4-BE49-F238E27FC236}">
                <a16:creationId xmlns:a16="http://schemas.microsoft.com/office/drawing/2014/main" id="{DDBE08A5-38F5-45A3-8BE7-056E6A4C3808}"/>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2255" name="Straight Arrow Connector 39">
            <a:extLst>
              <a:ext uri="{FF2B5EF4-FFF2-40B4-BE49-F238E27FC236}">
                <a16:creationId xmlns:a16="http://schemas.microsoft.com/office/drawing/2014/main" id="{0F0C0DEC-E0BE-472C-ABE9-1CDE285D2452}"/>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52256" name="Rectangle 42">
            <a:extLst>
              <a:ext uri="{FF2B5EF4-FFF2-40B4-BE49-F238E27FC236}">
                <a16:creationId xmlns:a16="http://schemas.microsoft.com/office/drawing/2014/main" id="{0D1CF4E2-0C24-4478-A29F-E6EF65DFD122}"/>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2257" name="Rectangle 42">
            <a:extLst>
              <a:ext uri="{FF2B5EF4-FFF2-40B4-BE49-F238E27FC236}">
                <a16:creationId xmlns:a16="http://schemas.microsoft.com/office/drawing/2014/main" id="{3C8CE233-F8EF-439B-A758-E331D352374D}"/>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249" name="Group 11">
            <a:extLst>
              <a:ext uri="{FF2B5EF4-FFF2-40B4-BE49-F238E27FC236}">
                <a16:creationId xmlns:a16="http://schemas.microsoft.com/office/drawing/2014/main" id="{9C7AC8EE-2990-4644-96ED-9E31E13B0F86}"/>
              </a:ext>
            </a:extLst>
          </p:cNvPr>
          <p:cNvGrpSpPr>
            <a:grpSpLocks/>
          </p:cNvGrpSpPr>
          <p:nvPr/>
        </p:nvGrpSpPr>
        <p:grpSpPr bwMode="auto">
          <a:xfrm>
            <a:off x="7794625" y="3435350"/>
            <a:ext cx="896938" cy="815975"/>
            <a:chOff x="7637959" y="4419600"/>
            <a:chExt cx="896441" cy="815975"/>
          </a:xfrm>
        </p:grpSpPr>
        <p:sp>
          <p:nvSpPr>
            <p:cNvPr id="53282" name="Freeform 19">
              <a:extLst>
                <a:ext uri="{FF2B5EF4-FFF2-40B4-BE49-F238E27FC236}">
                  <a16:creationId xmlns:a16="http://schemas.microsoft.com/office/drawing/2014/main" id="{52C9710C-B21C-4F58-9111-B87AA73E57D9}"/>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83" name="Freeform 19">
              <a:extLst>
                <a:ext uri="{FF2B5EF4-FFF2-40B4-BE49-F238E27FC236}">
                  <a16:creationId xmlns:a16="http://schemas.microsoft.com/office/drawing/2014/main" id="{48701719-D776-412E-81D2-A97FD42083E6}"/>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3250" name="Title 1">
            <a:extLst>
              <a:ext uri="{FF2B5EF4-FFF2-40B4-BE49-F238E27FC236}">
                <a16:creationId xmlns:a16="http://schemas.microsoft.com/office/drawing/2014/main" id="{CC6933B0-E1E9-4B3C-965C-C8E322FB3C12}"/>
              </a:ext>
            </a:extLst>
          </p:cNvPr>
          <p:cNvSpPr txBox="1">
            <a:spLocks/>
          </p:cNvSpPr>
          <p:nvPr/>
        </p:nvSpPr>
        <p:spPr bwMode="auto">
          <a:xfrm>
            <a:off x="0" y="-76200"/>
            <a:ext cx="9144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Partition #4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(AD)(B)(CEG)(F)</a:t>
            </a:r>
          </a:p>
        </p:txBody>
      </p:sp>
      <p:sp>
        <p:nvSpPr>
          <p:cNvPr id="53251" name="Freeform 37">
            <a:extLst>
              <a:ext uri="{FF2B5EF4-FFF2-40B4-BE49-F238E27FC236}">
                <a16:creationId xmlns:a16="http://schemas.microsoft.com/office/drawing/2014/main" id="{E69243E7-115E-4906-8C37-3F81FFB1682C}"/>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2" name="Freeform 37">
            <a:extLst>
              <a:ext uri="{FF2B5EF4-FFF2-40B4-BE49-F238E27FC236}">
                <a16:creationId xmlns:a16="http://schemas.microsoft.com/office/drawing/2014/main" id="{AA15AE3B-9173-436B-9789-AB54F9FEDF6E}"/>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3" name="Freeform 37">
            <a:extLst>
              <a:ext uri="{FF2B5EF4-FFF2-40B4-BE49-F238E27FC236}">
                <a16:creationId xmlns:a16="http://schemas.microsoft.com/office/drawing/2014/main" id="{83774FA0-0018-48CB-96A9-9F8C2B8EA0E8}"/>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4" name="Freeform 37">
            <a:extLst>
              <a:ext uri="{FF2B5EF4-FFF2-40B4-BE49-F238E27FC236}">
                <a16:creationId xmlns:a16="http://schemas.microsoft.com/office/drawing/2014/main" id="{E798C8E5-1C77-4589-88CA-06E00D435552}"/>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5" name="Freeform 37">
            <a:extLst>
              <a:ext uri="{FF2B5EF4-FFF2-40B4-BE49-F238E27FC236}">
                <a16:creationId xmlns:a16="http://schemas.microsoft.com/office/drawing/2014/main" id="{D5D2B994-E309-4EB0-92E2-46E2D57ECA9E}"/>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6" name="Freeform 37">
            <a:extLst>
              <a:ext uri="{FF2B5EF4-FFF2-40B4-BE49-F238E27FC236}">
                <a16:creationId xmlns:a16="http://schemas.microsoft.com/office/drawing/2014/main" id="{04A00DFC-20B3-4053-8D80-C2076BA30EF4}"/>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57" name="Freeform 37">
            <a:extLst>
              <a:ext uri="{FF2B5EF4-FFF2-40B4-BE49-F238E27FC236}">
                <a16:creationId xmlns:a16="http://schemas.microsoft.com/office/drawing/2014/main" id="{D5F91066-D9CF-4769-8AAA-4422120A7DA8}"/>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3258" name="Straight Arrow Connector 91">
            <a:extLst>
              <a:ext uri="{FF2B5EF4-FFF2-40B4-BE49-F238E27FC236}">
                <a16:creationId xmlns:a16="http://schemas.microsoft.com/office/drawing/2014/main" id="{26474987-DC1C-46B9-B88B-ABB5D232EB41}"/>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59" name="Straight Arrow Connector 95">
            <a:extLst>
              <a:ext uri="{FF2B5EF4-FFF2-40B4-BE49-F238E27FC236}">
                <a16:creationId xmlns:a16="http://schemas.microsoft.com/office/drawing/2014/main" id="{9AC3AB1A-CB5F-4477-93DC-FCB1AFB54585}"/>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60" name="Straight Arrow Connector 97">
            <a:extLst>
              <a:ext uri="{FF2B5EF4-FFF2-40B4-BE49-F238E27FC236}">
                <a16:creationId xmlns:a16="http://schemas.microsoft.com/office/drawing/2014/main" id="{D1A65F92-25C6-4D17-93DF-BDCAA1E7713E}"/>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61" name="Straight Arrow Connector 99">
            <a:extLst>
              <a:ext uri="{FF2B5EF4-FFF2-40B4-BE49-F238E27FC236}">
                <a16:creationId xmlns:a16="http://schemas.microsoft.com/office/drawing/2014/main" id="{035717C7-BEC3-4C7E-83DB-E8C36BA566C8}"/>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3262" name="Straight Arrow Connector 105">
            <a:extLst>
              <a:ext uri="{FF2B5EF4-FFF2-40B4-BE49-F238E27FC236}">
                <a16:creationId xmlns:a16="http://schemas.microsoft.com/office/drawing/2014/main" id="{D8CF35DA-88E6-4184-84CE-8021705CE5BD}"/>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63" name="Straight Arrow Connector 107">
            <a:extLst>
              <a:ext uri="{FF2B5EF4-FFF2-40B4-BE49-F238E27FC236}">
                <a16:creationId xmlns:a16="http://schemas.microsoft.com/office/drawing/2014/main" id="{97CA7EE4-F30C-4BFA-8B49-31ED558C3DA2}"/>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64" name="Straight Arrow Connector 112">
            <a:extLst>
              <a:ext uri="{FF2B5EF4-FFF2-40B4-BE49-F238E27FC236}">
                <a16:creationId xmlns:a16="http://schemas.microsoft.com/office/drawing/2014/main" id="{74460D32-BDA7-4F4B-8263-563A8CFE2382}"/>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3265" name="Straight Arrow Connector 18">
            <a:extLst>
              <a:ext uri="{FF2B5EF4-FFF2-40B4-BE49-F238E27FC236}">
                <a16:creationId xmlns:a16="http://schemas.microsoft.com/office/drawing/2014/main" id="{44957FA8-C4D4-41AF-8055-EA721E613D0C}"/>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3266" name="Straight Arrow Connector 20">
            <a:extLst>
              <a:ext uri="{FF2B5EF4-FFF2-40B4-BE49-F238E27FC236}">
                <a16:creationId xmlns:a16="http://schemas.microsoft.com/office/drawing/2014/main" id="{D80751A8-B956-4405-80A5-B2C03DD221E7}"/>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3267" name="Straight Arrow Connector 23">
            <a:extLst>
              <a:ext uri="{FF2B5EF4-FFF2-40B4-BE49-F238E27FC236}">
                <a16:creationId xmlns:a16="http://schemas.microsoft.com/office/drawing/2014/main" id="{D0D2838B-BAD3-49AA-BAA5-291D6BD7B84A}"/>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3268" name="Straight Arrow Connector 25">
            <a:extLst>
              <a:ext uri="{FF2B5EF4-FFF2-40B4-BE49-F238E27FC236}">
                <a16:creationId xmlns:a16="http://schemas.microsoft.com/office/drawing/2014/main" id="{5FF4D6C7-0E4B-4425-B8B3-9FBB4CD08505}"/>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3269" name="Straight Arrow Connector 28">
            <a:extLst>
              <a:ext uri="{FF2B5EF4-FFF2-40B4-BE49-F238E27FC236}">
                <a16:creationId xmlns:a16="http://schemas.microsoft.com/office/drawing/2014/main" id="{5C398D25-F210-4A34-8021-C8EC97266B50}"/>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53270" name="TextBox 1">
            <a:extLst>
              <a:ext uri="{FF2B5EF4-FFF2-40B4-BE49-F238E27FC236}">
                <a16:creationId xmlns:a16="http://schemas.microsoft.com/office/drawing/2014/main" id="{912754A2-3E3E-43D2-BE59-C8AFB7D5C086}"/>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3271" name="TextBox 27">
            <a:extLst>
              <a:ext uri="{FF2B5EF4-FFF2-40B4-BE49-F238E27FC236}">
                <a16:creationId xmlns:a16="http://schemas.microsoft.com/office/drawing/2014/main" id="{78AC54E5-D989-402D-B981-4D4E54F1ED4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3272" name="TextBox 29">
            <a:extLst>
              <a:ext uri="{FF2B5EF4-FFF2-40B4-BE49-F238E27FC236}">
                <a16:creationId xmlns:a16="http://schemas.microsoft.com/office/drawing/2014/main" id="{0EE053F2-B1C8-483F-84CA-D595A4B933BD}"/>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3273" name="TextBox 30">
            <a:extLst>
              <a:ext uri="{FF2B5EF4-FFF2-40B4-BE49-F238E27FC236}">
                <a16:creationId xmlns:a16="http://schemas.microsoft.com/office/drawing/2014/main" id="{C3DBF99E-A035-49BD-A528-BCB607A1FCAB}"/>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3274" name="TextBox 33">
            <a:extLst>
              <a:ext uri="{FF2B5EF4-FFF2-40B4-BE49-F238E27FC236}">
                <a16:creationId xmlns:a16="http://schemas.microsoft.com/office/drawing/2014/main" id="{43FA70F2-7C28-422C-BC33-6EFA47ADFCA6}"/>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3275" name="TextBox 35">
            <a:extLst>
              <a:ext uri="{FF2B5EF4-FFF2-40B4-BE49-F238E27FC236}">
                <a16:creationId xmlns:a16="http://schemas.microsoft.com/office/drawing/2014/main" id="{C61A0141-9CD7-4DCB-B7C9-105F58E6B929}"/>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3276" name="TextBox 36">
            <a:extLst>
              <a:ext uri="{FF2B5EF4-FFF2-40B4-BE49-F238E27FC236}">
                <a16:creationId xmlns:a16="http://schemas.microsoft.com/office/drawing/2014/main" id="{37297F34-5C44-4DBC-B60D-A142C7F3F541}"/>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3277" name="Rectangle 37">
            <a:extLst>
              <a:ext uri="{FF2B5EF4-FFF2-40B4-BE49-F238E27FC236}">
                <a16:creationId xmlns:a16="http://schemas.microsoft.com/office/drawing/2014/main" id="{47539050-8281-4F2B-A444-5164E868FEFB}"/>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78" name="Rectangle 38">
            <a:extLst>
              <a:ext uri="{FF2B5EF4-FFF2-40B4-BE49-F238E27FC236}">
                <a16:creationId xmlns:a16="http://schemas.microsoft.com/office/drawing/2014/main" id="{4EE15D06-BC59-4AE6-B123-ED3CC075F68B}"/>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3279" name="Straight Arrow Connector 39">
            <a:extLst>
              <a:ext uri="{FF2B5EF4-FFF2-40B4-BE49-F238E27FC236}">
                <a16:creationId xmlns:a16="http://schemas.microsoft.com/office/drawing/2014/main" id="{DB24D840-C085-41BE-A914-F37FCB31CCCF}"/>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53280" name="Rectangle 42">
            <a:extLst>
              <a:ext uri="{FF2B5EF4-FFF2-40B4-BE49-F238E27FC236}">
                <a16:creationId xmlns:a16="http://schemas.microsoft.com/office/drawing/2014/main" id="{35CE4635-4A9D-4434-B4F7-BE4F937FBB2C}"/>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3281" name="Rectangle 42">
            <a:extLst>
              <a:ext uri="{FF2B5EF4-FFF2-40B4-BE49-F238E27FC236}">
                <a16:creationId xmlns:a16="http://schemas.microsoft.com/office/drawing/2014/main" id="{427930FA-ACE0-4C67-B530-AB22051F6FC5}"/>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3" name="Group 11">
            <a:extLst>
              <a:ext uri="{FF2B5EF4-FFF2-40B4-BE49-F238E27FC236}">
                <a16:creationId xmlns:a16="http://schemas.microsoft.com/office/drawing/2014/main" id="{9B35F17D-46A3-4744-80DD-672C7FCB560D}"/>
              </a:ext>
            </a:extLst>
          </p:cNvPr>
          <p:cNvGrpSpPr>
            <a:grpSpLocks/>
          </p:cNvGrpSpPr>
          <p:nvPr/>
        </p:nvGrpSpPr>
        <p:grpSpPr bwMode="auto">
          <a:xfrm>
            <a:off x="7794625" y="3435350"/>
            <a:ext cx="896938" cy="815975"/>
            <a:chOff x="7637959" y="4419600"/>
            <a:chExt cx="896441" cy="815975"/>
          </a:xfrm>
        </p:grpSpPr>
        <p:sp>
          <p:nvSpPr>
            <p:cNvPr id="54306" name="Freeform 19">
              <a:extLst>
                <a:ext uri="{FF2B5EF4-FFF2-40B4-BE49-F238E27FC236}">
                  <a16:creationId xmlns:a16="http://schemas.microsoft.com/office/drawing/2014/main" id="{02A8661B-F425-4A58-B79C-C78678331B60}"/>
                </a:ext>
              </a:extLst>
            </p:cNvPr>
            <p:cNvSpPr>
              <a:spLocks/>
            </p:cNvSpPr>
            <p:nvPr/>
          </p:nvSpPr>
          <p:spPr bwMode="auto">
            <a:xfrm>
              <a:off x="7696200" y="4419600"/>
              <a:ext cx="838200" cy="8159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307" name="Freeform 19">
              <a:extLst>
                <a:ext uri="{FF2B5EF4-FFF2-40B4-BE49-F238E27FC236}">
                  <a16:creationId xmlns:a16="http://schemas.microsoft.com/office/drawing/2014/main" id="{B46B6654-813F-43B6-97B4-F3A0ECA9A83D}"/>
                </a:ext>
              </a:extLst>
            </p:cNvPr>
            <p:cNvSpPr>
              <a:spLocks/>
            </p:cNvSpPr>
            <p:nvPr/>
          </p:nvSpPr>
          <p:spPr bwMode="auto">
            <a:xfrm rot="-1680000">
              <a:off x="7637959" y="4742359"/>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FF0000"/>
            </a:solidFill>
            <a:ln w="44450">
              <a:solidFill>
                <a:srgbClr val="FF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54274" name="Title 1">
            <a:extLst>
              <a:ext uri="{FF2B5EF4-FFF2-40B4-BE49-F238E27FC236}">
                <a16:creationId xmlns:a16="http://schemas.microsoft.com/office/drawing/2014/main" id="{58613F2D-914F-4D73-82AA-7D1A5130989F}"/>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(This is the same as #4 so we can stop here)</a:t>
            </a:r>
          </a:p>
        </p:txBody>
      </p:sp>
      <p:sp>
        <p:nvSpPr>
          <p:cNvPr id="54275" name="Freeform 37">
            <a:extLst>
              <a:ext uri="{FF2B5EF4-FFF2-40B4-BE49-F238E27FC236}">
                <a16:creationId xmlns:a16="http://schemas.microsoft.com/office/drawing/2014/main" id="{EC980738-5F5F-4E61-9B4F-F86B3031CB89}"/>
              </a:ext>
            </a:extLst>
          </p:cNvPr>
          <p:cNvSpPr>
            <a:spLocks/>
          </p:cNvSpPr>
          <p:nvPr/>
        </p:nvSpPr>
        <p:spPr bwMode="auto">
          <a:xfrm>
            <a:off x="1219200" y="28956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76" name="Freeform 37">
            <a:extLst>
              <a:ext uri="{FF2B5EF4-FFF2-40B4-BE49-F238E27FC236}">
                <a16:creationId xmlns:a16="http://schemas.microsoft.com/office/drawing/2014/main" id="{0CCA262E-036B-4DE8-ADFB-1F04442A2098}"/>
              </a:ext>
            </a:extLst>
          </p:cNvPr>
          <p:cNvSpPr>
            <a:spLocks/>
          </p:cNvSpPr>
          <p:nvPr/>
        </p:nvSpPr>
        <p:spPr bwMode="auto">
          <a:xfrm>
            <a:off x="30480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77" name="Freeform 37">
            <a:extLst>
              <a:ext uri="{FF2B5EF4-FFF2-40B4-BE49-F238E27FC236}">
                <a16:creationId xmlns:a16="http://schemas.microsoft.com/office/drawing/2014/main" id="{491FC529-2F2D-4DE6-B38F-FDE84CA6A2AA}"/>
              </a:ext>
            </a:extLst>
          </p:cNvPr>
          <p:cNvSpPr>
            <a:spLocks/>
          </p:cNvSpPr>
          <p:nvPr/>
        </p:nvSpPr>
        <p:spPr bwMode="auto">
          <a:xfrm>
            <a:off x="5181600" y="11430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78" name="Freeform 37">
            <a:extLst>
              <a:ext uri="{FF2B5EF4-FFF2-40B4-BE49-F238E27FC236}">
                <a16:creationId xmlns:a16="http://schemas.microsoft.com/office/drawing/2014/main" id="{351103CB-848E-4CCF-8A54-F8A9C2E8AD91}"/>
              </a:ext>
            </a:extLst>
          </p:cNvPr>
          <p:cNvSpPr>
            <a:spLocks/>
          </p:cNvSpPr>
          <p:nvPr/>
        </p:nvSpPr>
        <p:spPr bwMode="auto">
          <a:xfrm>
            <a:off x="2133600" y="43434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79" name="Freeform 37">
            <a:extLst>
              <a:ext uri="{FF2B5EF4-FFF2-40B4-BE49-F238E27FC236}">
                <a16:creationId xmlns:a16="http://schemas.microsoft.com/office/drawing/2014/main" id="{7CAC9875-6EB2-4D1E-AB58-366B45950BD5}"/>
              </a:ext>
            </a:extLst>
          </p:cNvPr>
          <p:cNvSpPr>
            <a:spLocks/>
          </p:cNvSpPr>
          <p:nvPr/>
        </p:nvSpPr>
        <p:spPr bwMode="auto">
          <a:xfrm>
            <a:off x="7086600" y="182880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80" name="Freeform 37">
            <a:extLst>
              <a:ext uri="{FF2B5EF4-FFF2-40B4-BE49-F238E27FC236}">
                <a16:creationId xmlns:a16="http://schemas.microsoft.com/office/drawing/2014/main" id="{C5BC3A57-826A-4B5D-8C57-62E3706D21CB}"/>
              </a:ext>
            </a:extLst>
          </p:cNvPr>
          <p:cNvSpPr>
            <a:spLocks/>
          </p:cNvSpPr>
          <p:nvPr/>
        </p:nvSpPr>
        <p:spPr bwMode="auto">
          <a:xfrm>
            <a:off x="5181600" y="5378450"/>
            <a:ext cx="1219200"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281" name="Freeform 37">
            <a:extLst>
              <a:ext uri="{FF2B5EF4-FFF2-40B4-BE49-F238E27FC236}">
                <a16:creationId xmlns:a16="http://schemas.microsoft.com/office/drawing/2014/main" id="{31EDB121-37C9-4EA9-B8E1-F3B25785798F}"/>
              </a:ext>
            </a:extLst>
          </p:cNvPr>
          <p:cNvSpPr>
            <a:spLocks/>
          </p:cNvSpPr>
          <p:nvPr/>
        </p:nvSpPr>
        <p:spPr bwMode="auto">
          <a:xfrm>
            <a:off x="6780213" y="3676650"/>
            <a:ext cx="1239837" cy="1143000"/>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r>
              <a:rPr kumimoji="0" lang="en-US" altLang="en-US" sz="32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a:t>
            </a:r>
            <a:endParaRPr kumimoji="0" lang="en-US" altLang="en-US" sz="3200" b="0" i="0" u="none" strike="noStrike" kern="1200" cap="none" spc="0" normalizeH="0" baseline="-2500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4282" name="Straight Arrow Connector 91">
            <a:extLst>
              <a:ext uri="{FF2B5EF4-FFF2-40B4-BE49-F238E27FC236}">
                <a16:creationId xmlns:a16="http://schemas.microsoft.com/office/drawing/2014/main" id="{924622C1-3104-4F58-8180-3AF7392F73E8}"/>
              </a:ext>
            </a:extLst>
          </p:cNvPr>
          <p:cNvCxnSpPr>
            <a:cxnSpLocks noChangeShapeType="1"/>
          </p:cNvCxnSpPr>
          <p:nvPr/>
        </p:nvCxnSpPr>
        <p:spPr bwMode="auto">
          <a:xfrm flipV="1">
            <a:off x="2209800" y="2057400"/>
            <a:ext cx="990600" cy="9906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3" name="Straight Arrow Connector 95">
            <a:extLst>
              <a:ext uri="{FF2B5EF4-FFF2-40B4-BE49-F238E27FC236}">
                <a16:creationId xmlns:a16="http://schemas.microsoft.com/office/drawing/2014/main" id="{50DB9872-9C7E-4021-A4E9-9F6D793A273E}"/>
              </a:ext>
            </a:extLst>
          </p:cNvPr>
          <p:cNvCxnSpPr>
            <a:cxnSpLocks noChangeShapeType="1"/>
          </p:cNvCxnSpPr>
          <p:nvPr/>
        </p:nvCxnSpPr>
        <p:spPr bwMode="auto">
          <a:xfrm flipH="1">
            <a:off x="2914650" y="2286000"/>
            <a:ext cx="514350" cy="2090738"/>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4" name="Straight Arrow Connector 97">
            <a:extLst>
              <a:ext uri="{FF2B5EF4-FFF2-40B4-BE49-F238E27FC236}">
                <a16:creationId xmlns:a16="http://schemas.microsoft.com/office/drawing/2014/main" id="{7880BCB6-1A2B-476B-806E-48216E3FE710}"/>
              </a:ext>
            </a:extLst>
          </p:cNvPr>
          <p:cNvCxnSpPr>
            <a:cxnSpLocks noChangeShapeType="1"/>
          </p:cNvCxnSpPr>
          <p:nvPr/>
        </p:nvCxnSpPr>
        <p:spPr bwMode="auto">
          <a:xfrm flipH="1">
            <a:off x="5646738" y="2246313"/>
            <a:ext cx="19050" cy="3128962"/>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5" name="Straight Arrow Connector 99">
            <a:extLst>
              <a:ext uri="{FF2B5EF4-FFF2-40B4-BE49-F238E27FC236}">
                <a16:creationId xmlns:a16="http://schemas.microsoft.com/office/drawing/2014/main" id="{3729066C-1F02-4B14-A63B-FC25BF408AE2}"/>
              </a:ext>
            </a:extLst>
          </p:cNvPr>
          <p:cNvCxnSpPr>
            <a:cxnSpLocks noChangeShapeType="1"/>
          </p:cNvCxnSpPr>
          <p:nvPr/>
        </p:nvCxnSpPr>
        <p:spPr bwMode="auto">
          <a:xfrm flipV="1">
            <a:off x="2403475" y="2222500"/>
            <a:ext cx="3095625" cy="10287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4286" name="Straight Arrow Connector 105">
            <a:extLst>
              <a:ext uri="{FF2B5EF4-FFF2-40B4-BE49-F238E27FC236}">
                <a16:creationId xmlns:a16="http://schemas.microsoft.com/office/drawing/2014/main" id="{118511DE-322A-4AE0-B3A5-2F8158750C3E}"/>
              </a:ext>
            </a:extLst>
          </p:cNvPr>
          <p:cNvCxnSpPr>
            <a:cxnSpLocks noChangeShapeType="1"/>
          </p:cNvCxnSpPr>
          <p:nvPr/>
        </p:nvCxnSpPr>
        <p:spPr bwMode="auto">
          <a:xfrm flipH="1">
            <a:off x="5895975" y="2665413"/>
            <a:ext cx="1258888" cy="2732087"/>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7" name="Straight Arrow Connector 107">
            <a:extLst>
              <a:ext uri="{FF2B5EF4-FFF2-40B4-BE49-F238E27FC236}">
                <a16:creationId xmlns:a16="http://schemas.microsoft.com/office/drawing/2014/main" id="{52B955EA-FA50-4126-BA44-01BD6BAD565A}"/>
              </a:ext>
            </a:extLst>
          </p:cNvPr>
          <p:cNvCxnSpPr>
            <a:cxnSpLocks noChangeShapeType="1"/>
          </p:cNvCxnSpPr>
          <p:nvPr/>
        </p:nvCxnSpPr>
        <p:spPr bwMode="auto">
          <a:xfrm flipV="1">
            <a:off x="6100763" y="2819400"/>
            <a:ext cx="1214437" cy="25781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8" name="Straight Arrow Connector 112">
            <a:extLst>
              <a:ext uri="{FF2B5EF4-FFF2-40B4-BE49-F238E27FC236}">
                <a16:creationId xmlns:a16="http://schemas.microsoft.com/office/drawing/2014/main" id="{0A5BD1A5-2A3A-4FF5-9D98-F68502CE5048}"/>
              </a:ext>
            </a:extLst>
          </p:cNvPr>
          <p:cNvCxnSpPr>
            <a:cxnSpLocks noChangeShapeType="1"/>
          </p:cNvCxnSpPr>
          <p:nvPr/>
        </p:nvCxnSpPr>
        <p:spPr bwMode="auto">
          <a:xfrm flipH="1">
            <a:off x="6324600" y="4762500"/>
            <a:ext cx="762000" cy="952500"/>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cxnSp>
        <p:nvCxnSpPr>
          <p:cNvPr id="54289" name="Straight Arrow Connector 18">
            <a:extLst>
              <a:ext uri="{FF2B5EF4-FFF2-40B4-BE49-F238E27FC236}">
                <a16:creationId xmlns:a16="http://schemas.microsoft.com/office/drawing/2014/main" id="{38DFA52A-C559-4471-AC02-A5C52B4DD27B}"/>
              </a:ext>
            </a:extLst>
          </p:cNvPr>
          <p:cNvCxnSpPr>
            <a:cxnSpLocks noChangeShapeType="1"/>
          </p:cNvCxnSpPr>
          <p:nvPr/>
        </p:nvCxnSpPr>
        <p:spPr bwMode="auto">
          <a:xfrm>
            <a:off x="4162425" y="2052638"/>
            <a:ext cx="1292225" cy="34131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4290" name="Straight Arrow Connector 20">
            <a:extLst>
              <a:ext uri="{FF2B5EF4-FFF2-40B4-BE49-F238E27FC236}">
                <a16:creationId xmlns:a16="http://schemas.microsoft.com/office/drawing/2014/main" id="{FF63E328-B900-419E-A6D8-0CF038089279}"/>
              </a:ext>
            </a:extLst>
          </p:cNvPr>
          <p:cNvCxnSpPr>
            <a:cxnSpLocks noChangeShapeType="1"/>
          </p:cNvCxnSpPr>
          <p:nvPr/>
        </p:nvCxnSpPr>
        <p:spPr bwMode="auto">
          <a:xfrm>
            <a:off x="6361113" y="1893888"/>
            <a:ext cx="738187" cy="419100"/>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4291" name="Straight Arrow Connector 23">
            <a:extLst>
              <a:ext uri="{FF2B5EF4-FFF2-40B4-BE49-F238E27FC236}">
                <a16:creationId xmlns:a16="http://schemas.microsoft.com/office/drawing/2014/main" id="{0AD12163-9F08-49ED-B25A-4E1F7E8ADE0D}"/>
              </a:ext>
            </a:extLst>
          </p:cNvPr>
          <p:cNvCxnSpPr>
            <a:cxnSpLocks noChangeShapeType="1"/>
          </p:cNvCxnSpPr>
          <p:nvPr/>
        </p:nvCxnSpPr>
        <p:spPr bwMode="auto">
          <a:xfrm flipV="1">
            <a:off x="3367088" y="4513263"/>
            <a:ext cx="3470275" cy="328612"/>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4292" name="Straight Arrow Connector 25">
            <a:extLst>
              <a:ext uri="{FF2B5EF4-FFF2-40B4-BE49-F238E27FC236}">
                <a16:creationId xmlns:a16="http://schemas.microsoft.com/office/drawing/2014/main" id="{55C14EBF-4989-447D-8543-8A1872A951AF}"/>
              </a:ext>
            </a:extLst>
          </p:cNvPr>
          <p:cNvCxnSpPr>
            <a:cxnSpLocks noChangeShapeType="1"/>
          </p:cNvCxnSpPr>
          <p:nvPr/>
        </p:nvCxnSpPr>
        <p:spPr bwMode="auto">
          <a:xfrm flipH="1" flipV="1">
            <a:off x="6396038" y="1677988"/>
            <a:ext cx="790575" cy="415925"/>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cxnSp>
        <p:nvCxnSpPr>
          <p:cNvPr id="54293" name="Straight Arrow Connector 28">
            <a:extLst>
              <a:ext uri="{FF2B5EF4-FFF2-40B4-BE49-F238E27FC236}">
                <a16:creationId xmlns:a16="http://schemas.microsoft.com/office/drawing/2014/main" id="{6578CA5A-9E02-4759-A15E-5B10B2383A3E}"/>
              </a:ext>
            </a:extLst>
          </p:cNvPr>
          <p:cNvCxnSpPr>
            <a:cxnSpLocks noChangeShapeType="1"/>
          </p:cNvCxnSpPr>
          <p:nvPr/>
        </p:nvCxnSpPr>
        <p:spPr bwMode="auto">
          <a:xfrm flipH="1" flipV="1">
            <a:off x="3221038" y="5249863"/>
            <a:ext cx="1960562" cy="693737"/>
          </a:xfrm>
          <a:prstGeom prst="straightConnector1">
            <a:avLst/>
          </a:prstGeom>
          <a:noFill/>
          <a:ln w="47625">
            <a:solidFill>
              <a:srgbClr val="FF0000"/>
            </a:solidFill>
            <a:round/>
            <a:headEnd/>
            <a:tailEnd type="arrow" w="med" len="med"/>
          </a:ln>
          <a:extLst>
            <a:ext uri="{909E8E84-426E-40DD-AFC4-6F175D3DCCD1}">
              <a14:hiddenFill xmlns:a14="http://schemas.microsoft.com/office/drawing/2010/main">
                <a:noFill/>
              </a14:hiddenFill>
            </a:ext>
          </a:extLst>
        </p:spPr>
      </p:cxnSp>
      <p:sp>
        <p:nvSpPr>
          <p:cNvPr id="54294" name="TextBox 1">
            <a:extLst>
              <a:ext uri="{FF2B5EF4-FFF2-40B4-BE49-F238E27FC236}">
                <a16:creationId xmlns:a16="http://schemas.microsoft.com/office/drawing/2014/main" id="{499A384F-5167-4444-84B1-BE29CCBDE35D}"/>
              </a:ext>
            </a:extLst>
          </p:cNvPr>
          <p:cNvSpPr txBox="1">
            <a:spLocks noChangeArrowheads="1"/>
          </p:cNvSpPr>
          <p:nvPr/>
        </p:nvSpPr>
        <p:spPr bwMode="auto">
          <a:xfrm>
            <a:off x="1600200" y="36687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4295" name="TextBox 27">
            <a:extLst>
              <a:ext uri="{FF2B5EF4-FFF2-40B4-BE49-F238E27FC236}">
                <a16:creationId xmlns:a16="http://schemas.microsoft.com/office/drawing/2014/main" id="{22CB1711-95B3-4FE1-92AF-7CAB746DE184}"/>
              </a:ext>
            </a:extLst>
          </p:cNvPr>
          <p:cNvSpPr txBox="1">
            <a:spLocks noChangeArrowheads="1"/>
          </p:cNvSpPr>
          <p:nvPr/>
        </p:nvSpPr>
        <p:spPr bwMode="auto">
          <a:xfrm>
            <a:off x="3429000" y="19050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4296" name="TextBox 29">
            <a:extLst>
              <a:ext uri="{FF2B5EF4-FFF2-40B4-BE49-F238E27FC236}">
                <a16:creationId xmlns:a16="http://schemas.microsoft.com/office/drawing/2014/main" id="{27E70B90-E48D-498F-804A-842C5E582C04}"/>
              </a:ext>
            </a:extLst>
          </p:cNvPr>
          <p:cNvSpPr txBox="1">
            <a:spLocks noChangeArrowheads="1"/>
          </p:cNvSpPr>
          <p:nvPr/>
        </p:nvSpPr>
        <p:spPr bwMode="auto">
          <a:xfrm>
            <a:off x="2514600" y="50292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a:t>
            </a:r>
          </a:p>
        </p:txBody>
      </p:sp>
      <p:sp>
        <p:nvSpPr>
          <p:cNvPr id="54297" name="TextBox 30">
            <a:extLst>
              <a:ext uri="{FF2B5EF4-FFF2-40B4-BE49-F238E27FC236}">
                <a16:creationId xmlns:a16="http://schemas.microsoft.com/office/drawing/2014/main" id="{6D1C5FFC-4F4D-49A0-9897-AE4F32F8A722}"/>
              </a:ext>
            </a:extLst>
          </p:cNvPr>
          <p:cNvSpPr txBox="1">
            <a:spLocks noChangeArrowheads="1"/>
          </p:cNvSpPr>
          <p:nvPr/>
        </p:nvSpPr>
        <p:spPr bwMode="auto">
          <a:xfrm>
            <a:off x="5551488" y="1927225"/>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4298" name="TextBox 33">
            <a:extLst>
              <a:ext uri="{FF2B5EF4-FFF2-40B4-BE49-F238E27FC236}">
                <a16:creationId xmlns:a16="http://schemas.microsoft.com/office/drawing/2014/main" id="{69C6E326-EF7E-44D6-97E5-4E184EDE952D}"/>
              </a:ext>
            </a:extLst>
          </p:cNvPr>
          <p:cNvSpPr txBox="1">
            <a:spLocks noChangeArrowheads="1"/>
          </p:cNvSpPr>
          <p:nvPr/>
        </p:nvSpPr>
        <p:spPr bwMode="auto">
          <a:xfrm>
            <a:off x="5529263" y="610711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4299" name="TextBox 35">
            <a:extLst>
              <a:ext uri="{FF2B5EF4-FFF2-40B4-BE49-F238E27FC236}">
                <a16:creationId xmlns:a16="http://schemas.microsoft.com/office/drawing/2014/main" id="{FD924A30-33E3-4634-9780-2D32CE17131E}"/>
              </a:ext>
            </a:extLst>
          </p:cNvPr>
          <p:cNvSpPr txBox="1">
            <a:spLocks noChangeArrowheads="1"/>
          </p:cNvSpPr>
          <p:nvPr/>
        </p:nvSpPr>
        <p:spPr bwMode="auto">
          <a:xfrm>
            <a:off x="7431088" y="2590800"/>
            <a:ext cx="533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4300" name="TextBox 36">
            <a:extLst>
              <a:ext uri="{FF2B5EF4-FFF2-40B4-BE49-F238E27FC236}">
                <a16:creationId xmlns:a16="http://schemas.microsoft.com/office/drawing/2014/main" id="{4E49BCAB-DE10-4A8D-8074-B6C7A0B5F64F}"/>
              </a:ext>
            </a:extLst>
          </p:cNvPr>
          <p:cNvSpPr txBox="1">
            <a:spLocks noChangeArrowheads="1"/>
          </p:cNvSpPr>
          <p:nvPr/>
        </p:nvSpPr>
        <p:spPr bwMode="auto">
          <a:xfrm>
            <a:off x="7162800" y="4449763"/>
            <a:ext cx="533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a:t>
            </a:r>
            <a:r>
              <a:rPr kumimoji="0" lang="en-US" altLang="en-US" sz="1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a:t>
            </a:r>
          </a:p>
        </p:txBody>
      </p:sp>
      <p:sp>
        <p:nvSpPr>
          <p:cNvPr id="54301" name="Rectangle 37">
            <a:extLst>
              <a:ext uri="{FF2B5EF4-FFF2-40B4-BE49-F238E27FC236}">
                <a16:creationId xmlns:a16="http://schemas.microsoft.com/office/drawing/2014/main" id="{10715829-D36A-4E15-9D6E-1B7E019AF229}"/>
              </a:ext>
            </a:extLst>
          </p:cNvPr>
          <p:cNvSpPr>
            <a:spLocks noChangeArrowheads="1"/>
          </p:cNvSpPr>
          <p:nvPr/>
        </p:nvSpPr>
        <p:spPr bwMode="auto">
          <a:xfrm>
            <a:off x="868363" y="2743200"/>
            <a:ext cx="3452812" cy="38227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302" name="Rectangle 38">
            <a:extLst>
              <a:ext uri="{FF2B5EF4-FFF2-40B4-BE49-F238E27FC236}">
                <a16:creationId xmlns:a16="http://schemas.microsoft.com/office/drawing/2014/main" id="{18C8AFBC-B47F-4964-87F6-365847D2E8E1}"/>
              </a:ext>
            </a:extLst>
          </p:cNvPr>
          <p:cNvSpPr>
            <a:spLocks noChangeArrowheads="1"/>
          </p:cNvSpPr>
          <p:nvPr/>
        </p:nvSpPr>
        <p:spPr bwMode="auto">
          <a:xfrm>
            <a:off x="4445000" y="1066800"/>
            <a:ext cx="4318000" cy="3878263"/>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cxnSp>
        <p:nvCxnSpPr>
          <p:cNvPr id="54303" name="Straight Arrow Connector 39">
            <a:extLst>
              <a:ext uri="{FF2B5EF4-FFF2-40B4-BE49-F238E27FC236}">
                <a16:creationId xmlns:a16="http://schemas.microsoft.com/office/drawing/2014/main" id="{C570C6E2-0781-4115-88F7-BEA217BC4D88}"/>
              </a:ext>
            </a:extLst>
          </p:cNvPr>
          <p:cNvCxnSpPr>
            <a:cxnSpLocks noChangeShapeType="1"/>
          </p:cNvCxnSpPr>
          <p:nvPr/>
        </p:nvCxnSpPr>
        <p:spPr bwMode="auto">
          <a:xfrm flipV="1">
            <a:off x="3128963" y="2286000"/>
            <a:ext cx="561975" cy="2170113"/>
          </a:xfrm>
          <a:prstGeom prst="straightConnector1">
            <a:avLst/>
          </a:prstGeom>
          <a:noFill/>
          <a:ln w="47625">
            <a:solidFill>
              <a:srgbClr val="0000FF"/>
            </a:solidFill>
            <a:round/>
            <a:headEnd/>
            <a:tailEnd type="arrow" w="med" len="med"/>
          </a:ln>
          <a:extLst>
            <a:ext uri="{909E8E84-426E-40DD-AFC4-6F175D3DCCD1}">
              <a14:hiddenFill xmlns:a14="http://schemas.microsoft.com/office/drawing/2010/main">
                <a:noFill/>
              </a14:hiddenFill>
            </a:ext>
          </a:extLst>
        </p:spPr>
      </p:cxnSp>
      <p:sp>
        <p:nvSpPr>
          <p:cNvPr id="54304" name="Rectangle 42">
            <a:extLst>
              <a:ext uri="{FF2B5EF4-FFF2-40B4-BE49-F238E27FC236}">
                <a16:creationId xmlns:a16="http://schemas.microsoft.com/office/drawing/2014/main" id="{0367074E-2050-4BC1-958E-1323CAD73536}"/>
              </a:ext>
            </a:extLst>
          </p:cNvPr>
          <p:cNvSpPr>
            <a:spLocks noChangeArrowheads="1"/>
          </p:cNvSpPr>
          <p:nvPr/>
        </p:nvSpPr>
        <p:spPr bwMode="auto">
          <a:xfrm>
            <a:off x="4419600" y="5103813"/>
            <a:ext cx="4318000" cy="1457325"/>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4305" name="Rectangle 42">
            <a:extLst>
              <a:ext uri="{FF2B5EF4-FFF2-40B4-BE49-F238E27FC236}">
                <a16:creationId xmlns:a16="http://schemas.microsoft.com/office/drawing/2014/main" id="{B7775B68-6976-44F6-AD25-039D6D82922D}"/>
              </a:ext>
            </a:extLst>
          </p:cNvPr>
          <p:cNvSpPr>
            <a:spLocks noChangeArrowheads="1"/>
          </p:cNvSpPr>
          <p:nvPr/>
        </p:nvSpPr>
        <p:spPr bwMode="auto">
          <a:xfrm>
            <a:off x="838200" y="1066800"/>
            <a:ext cx="3497263" cy="1371600"/>
          </a:xfrm>
          <a:prstGeom prst="rect">
            <a:avLst/>
          </a:prstGeom>
          <a:noFill/>
          <a:ln w="444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4">
            <a:extLst>
              <a:ext uri="{FF2B5EF4-FFF2-40B4-BE49-F238E27FC236}">
                <a16:creationId xmlns:a16="http://schemas.microsoft.com/office/drawing/2014/main" id="{524D1C01-B3EE-4976-B724-CCFB159F9524}"/>
              </a:ext>
            </a:extLst>
          </p:cNvPr>
          <p:cNvSpPr>
            <a:spLocks noChangeArrowheads="1"/>
          </p:cNvSpPr>
          <p:nvPr/>
        </p:nvSpPr>
        <p:spPr bwMode="auto">
          <a:xfrm>
            <a:off x="4825412" y="2085975"/>
            <a:ext cx="4035425" cy="111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8" name="Rectangle 5">
            <a:extLst>
              <a:ext uri="{FF2B5EF4-FFF2-40B4-BE49-F238E27FC236}">
                <a16:creationId xmlns:a16="http://schemas.microsoft.com/office/drawing/2014/main" id="{5F54EF4E-9A3A-4F8A-85F4-49B4C6CD1A21}"/>
              </a:ext>
            </a:extLst>
          </p:cNvPr>
          <p:cNvSpPr>
            <a:spLocks noChangeArrowheads="1"/>
          </p:cNvSpPr>
          <p:nvPr/>
        </p:nvSpPr>
        <p:spPr bwMode="auto">
          <a:xfrm>
            <a:off x="4801599" y="2114550"/>
            <a:ext cx="11113"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9" name="Rectangle 6">
            <a:extLst>
              <a:ext uri="{FF2B5EF4-FFF2-40B4-BE49-F238E27FC236}">
                <a16:creationId xmlns:a16="http://schemas.microsoft.com/office/drawing/2014/main" id="{84AA85F3-F71C-4164-A2A8-B5293A8730DA}"/>
              </a:ext>
            </a:extLst>
          </p:cNvPr>
          <p:cNvSpPr>
            <a:spLocks noChangeArrowheads="1"/>
          </p:cNvSpPr>
          <p:nvPr/>
        </p:nvSpPr>
        <p:spPr bwMode="auto">
          <a:xfrm>
            <a:off x="5866812"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0" name="Rectangle 7">
            <a:extLst>
              <a:ext uri="{FF2B5EF4-FFF2-40B4-BE49-F238E27FC236}">
                <a16:creationId xmlns:a16="http://schemas.microsoft.com/office/drawing/2014/main" id="{693011D7-8535-44F6-9386-42F81CD7F5F1}"/>
              </a:ext>
            </a:extLst>
          </p:cNvPr>
          <p:cNvSpPr>
            <a:spLocks noChangeArrowheads="1"/>
          </p:cNvSpPr>
          <p:nvPr/>
        </p:nvSpPr>
        <p:spPr bwMode="auto">
          <a:xfrm>
            <a:off x="4966699" y="2305050"/>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1" name="Rectangle 8">
            <a:extLst>
              <a:ext uri="{FF2B5EF4-FFF2-40B4-BE49-F238E27FC236}">
                <a16:creationId xmlns:a16="http://schemas.microsoft.com/office/drawing/2014/main" id="{CD050CF9-C9E7-4291-8566-A0992DF299DD}"/>
              </a:ext>
            </a:extLst>
          </p:cNvPr>
          <p:cNvSpPr>
            <a:spLocks noChangeArrowheads="1"/>
          </p:cNvSpPr>
          <p:nvPr/>
        </p:nvSpPr>
        <p:spPr bwMode="auto">
          <a:xfrm>
            <a:off x="77733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2" name="Rectangle 9">
            <a:extLst>
              <a:ext uri="{FF2B5EF4-FFF2-40B4-BE49-F238E27FC236}">
                <a16:creationId xmlns:a16="http://schemas.microsoft.com/office/drawing/2014/main" id="{8C4B4A95-0796-4EEA-92DF-F563C421F875}"/>
              </a:ext>
            </a:extLst>
          </p:cNvPr>
          <p:cNvSpPr>
            <a:spLocks noChangeArrowheads="1"/>
          </p:cNvSpPr>
          <p:nvPr/>
        </p:nvSpPr>
        <p:spPr bwMode="auto">
          <a:xfrm>
            <a:off x="6311312" y="2212975"/>
            <a:ext cx="1020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3" name="Rectangle 10">
            <a:extLst>
              <a:ext uri="{FF2B5EF4-FFF2-40B4-BE49-F238E27FC236}">
                <a16:creationId xmlns:a16="http://schemas.microsoft.com/office/drawing/2014/main" id="{D5F82E23-1E59-41DB-8B0C-2FE8947E7051}"/>
              </a:ext>
            </a:extLst>
          </p:cNvPr>
          <p:cNvSpPr>
            <a:spLocks noChangeArrowheads="1"/>
          </p:cNvSpPr>
          <p:nvPr/>
        </p:nvSpPr>
        <p:spPr bwMode="auto">
          <a:xfrm>
            <a:off x="88401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4" name="Rectangle 11">
            <a:extLst>
              <a:ext uri="{FF2B5EF4-FFF2-40B4-BE49-F238E27FC236}">
                <a16:creationId xmlns:a16="http://schemas.microsoft.com/office/drawing/2014/main" id="{F74D8EC5-F38B-4DBE-9CA9-C37FB4BE25F0}"/>
              </a:ext>
            </a:extLst>
          </p:cNvPr>
          <p:cNvSpPr>
            <a:spLocks noChangeArrowheads="1"/>
          </p:cNvSpPr>
          <p:nvPr/>
        </p:nvSpPr>
        <p:spPr bwMode="auto">
          <a:xfrm>
            <a:off x="5866812" y="2566988"/>
            <a:ext cx="191611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5" name="Rectangle 12">
            <a:extLst>
              <a:ext uri="{FF2B5EF4-FFF2-40B4-BE49-F238E27FC236}">
                <a16:creationId xmlns:a16="http://schemas.microsoft.com/office/drawing/2014/main" id="{8312286B-603B-4C0F-9A53-2F49A43E0DC5}"/>
              </a:ext>
            </a:extLst>
          </p:cNvPr>
          <p:cNvSpPr>
            <a:spLocks noChangeArrowheads="1"/>
          </p:cNvSpPr>
          <p:nvPr/>
        </p:nvSpPr>
        <p:spPr bwMode="auto">
          <a:xfrm>
            <a:off x="4801599" y="257968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6" name="Rectangle 13">
            <a:extLst>
              <a:ext uri="{FF2B5EF4-FFF2-40B4-BE49-F238E27FC236}">
                <a16:creationId xmlns:a16="http://schemas.microsoft.com/office/drawing/2014/main" id="{945F08FF-E335-4148-8185-94B3095DFAA4}"/>
              </a:ext>
            </a:extLst>
          </p:cNvPr>
          <p:cNvSpPr>
            <a:spLocks noChangeArrowheads="1"/>
          </p:cNvSpPr>
          <p:nvPr/>
        </p:nvSpPr>
        <p:spPr bwMode="auto">
          <a:xfrm>
            <a:off x="7992474" y="2305050"/>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7" name="Rectangle 14">
            <a:extLst>
              <a:ext uri="{FF2B5EF4-FFF2-40B4-BE49-F238E27FC236}">
                <a16:creationId xmlns:a16="http://schemas.microsoft.com/office/drawing/2014/main" id="{FF921BC7-8809-4FF4-9819-C4D37467EEC1}"/>
              </a:ext>
            </a:extLst>
          </p:cNvPr>
          <p:cNvSpPr>
            <a:spLocks noChangeArrowheads="1"/>
          </p:cNvSpPr>
          <p:nvPr/>
        </p:nvSpPr>
        <p:spPr bwMode="auto">
          <a:xfrm>
            <a:off x="5866812"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8" name="Rectangle 15">
            <a:extLst>
              <a:ext uri="{FF2B5EF4-FFF2-40B4-BE49-F238E27FC236}">
                <a16:creationId xmlns:a16="http://schemas.microsoft.com/office/drawing/2014/main" id="{49DF07A4-54E0-437C-967B-160A59B5841E}"/>
              </a:ext>
            </a:extLst>
          </p:cNvPr>
          <p:cNvSpPr>
            <a:spLocks noChangeArrowheads="1"/>
          </p:cNvSpPr>
          <p:nvPr/>
        </p:nvSpPr>
        <p:spPr bwMode="auto">
          <a:xfrm>
            <a:off x="5106399" y="25860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9" name="Rectangle 16">
            <a:extLst>
              <a:ext uri="{FF2B5EF4-FFF2-40B4-BE49-F238E27FC236}">
                <a16:creationId xmlns:a16="http://schemas.microsoft.com/office/drawing/2014/main" id="{E2EC77F7-2EB7-4D4E-885A-1F469566FEA8}"/>
              </a:ext>
            </a:extLst>
          </p:cNvPr>
          <p:cNvSpPr>
            <a:spLocks noChangeArrowheads="1"/>
          </p:cNvSpPr>
          <p:nvPr/>
        </p:nvSpPr>
        <p:spPr bwMode="auto">
          <a:xfrm>
            <a:off x="6014449"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0" name="Rectangle 17">
            <a:extLst>
              <a:ext uri="{FF2B5EF4-FFF2-40B4-BE49-F238E27FC236}">
                <a16:creationId xmlns:a16="http://schemas.microsoft.com/office/drawing/2014/main" id="{CF825199-0701-4FB5-ADAF-A537921269DA}"/>
              </a:ext>
            </a:extLst>
          </p:cNvPr>
          <p:cNvSpPr>
            <a:spLocks noChangeArrowheads="1"/>
          </p:cNvSpPr>
          <p:nvPr/>
        </p:nvSpPr>
        <p:spPr bwMode="auto">
          <a:xfrm>
            <a:off x="62763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1" name="Rectangle 18">
            <a:extLst>
              <a:ext uri="{FF2B5EF4-FFF2-40B4-BE49-F238E27FC236}">
                <a16:creationId xmlns:a16="http://schemas.microsoft.com/office/drawing/2014/main" id="{C62B9FAB-D11E-47FC-92BB-6CE7C10B6289}"/>
              </a:ext>
            </a:extLst>
          </p:cNvPr>
          <p:cNvSpPr>
            <a:spLocks noChangeArrowheads="1"/>
          </p:cNvSpPr>
          <p:nvPr/>
        </p:nvSpPr>
        <p:spPr bwMode="auto">
          <a:xfrm>
            <a:off x="6539912"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2" name="Rectangle 19">
            <a:extLst>
              <a:ext uri="{FF2B5EF4-FFF2-40B4-BE49-F238E27FC236}">
                <a16:creationId xmlns:a16="http://schemas.microsoft.com/office/drawing/2014/main" id="{8607EA5E-9C12-40A5-B1E8-88C51A787DB7}"/>
              </a:ext>
            </a:extLst>
          </p:cNvPr>
          <p:cNvSpPr>
            <a:spLocks noChangeArrowheads="1"/>
          </p:cNvSpPr>
          <p:nvPr/>
        </p:nvSpPr>
        <p:spPr bwMode="auto">
          <a:xfrm>
            <a:off x="6968537"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3" name="Rectangle 20">
            <a:extLst>
              <a:ext uri="{FF2B5EF4-FFF2-40B4-BE49-F238E27FC236}">
                <a16:creationId xmlns:a16="http://schemas.microsoft.com/office/drawing/2014/main" id="{5D0CE83B-C5E3-4A2E-AF99-420976A50159}"/>
              </a:ext>
            </a:extLst>
          </p:cNvPr>
          <p:cNvSpPr>
            <a:spLocks noChangeArrowheads="1"/>
          </p:cNvSpPr>
          <p:nvPr/>
        </p:nvSpPr>
        <p:spPr bwMode="auto">
          <a:xfrm>
            <a:off x="72288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4" name="Rectangle 21">
            <a:extLst>
              <a:ext uri="{FF2B5EF4-FFF2-40B4-BE49-F238E27FC236}">
                <a16:creationId xmlns:a16="http://schemas.microsoft.com/office/drawing/2014/main" id="{2B234F0E-6B29-49D0-876D-0CC862825F26}"/>
              </a:ext>
            </a:extLst>
          </p:cNvPr>
          <p:cNvSpPr>
            <a:spLocks noChangeArrowheads="1"/>
          </p:cNvSpPr>
          <p:nvPr/>
        </p:nvSpPr>
        <p:spPr bwMode="auto">
          <a:xfrm>
            <a:off x="77733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5" name="Rectangle 22">
            <a:extLst>
              <a:ext uri="{FF2B5EF4-FFF2-40B4-BE49-F238E27FC236}">
                <a16:creationId xmlns:a16="http://schemas.microsoft.com/office/drawing/2014/main" id="{A7D5B839-E0A8-428E-A05B-1B444F7D2995}"/>
              </a:ext>
            </a:extLst>
          </p:cNvPr>
          <p:cNvSpPr>
            <a:spLocks noChangeArrowheads="1"/>
          </p:cNvSpPr>
          <p:nvPr/>
        </p:nvSpPr>
        <p:spPr bwMode="auto">
          <a:xfrm>
            <a:off x="7495587"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6" name="Rectangle 23">
            <a:extLst>
              <a:ext uri="{FF2B5EF4-FFF2-40B4-BE49-F238E27FC236}">
                <a16:creationId xmlns:a16="http://schemas.microsoft.com/office/drawing/2014/main" id="{ED552DEC-3393-48F8-8A9B-7E9B6DDDD79A}"/>
              </a:ext>
            </a:extLst>
          </p:cNvPr>
          <p:cNvSpPr>
            <a:spLocks noChangeArrowheads="1"/>
          </p:cNvSpPr>
          <p:nvPr/>
        </p:nvSpPr>
        <p:spPr bwMode="auto">
          <a:xfrm>
            <a:off x="88401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7" name="Rectangle 24">
            <a:extLst>
              <a:ext uri="{FF2B5EF4-FFF2-40B4-BE49-F238E27FC236}">
                <a16:creationId xmlns:a16="http://schemas.microsoft.com/office/drawing/2014/main" id="{565F61A3-FE18-42D2-9A1C-24145657D705}"/>
              </a:ext>
            </a:extLst>
          </p:cNvPr>
          <p:cNvSpPr>
            <a:spLocks noChangeArrowheads="1"/>
          </p:cNvSpPr>
          <p:nvPr/>
        </p:nvSpPr>
        <p:spPr bwMode="auto">
          <a:xfrm>
            <a:off x="4825412" y="3024188"/>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8" name="Rectangle 25">
            <a:extLst>
              <a:ext uri="{FF2B5EF4-FFF2-40B4-BE49-F238E27FC236}">
                <a16:creationId xmlns:a16="http://schemas.microsoft.com/office/drawing/2014/main" id="{CD9FC449-DF22-4F69-8695-897285DE1573}"/>
              </a:ext>
            </a:extLst>
          </p:cNvPr>
          <p:cNvSpPr>
            <a:spLocks noChangeArrowheads="1"/>
          </p:cNvSpPr>
          <p:nvPr/>
        </p:nvSpPr>
        <p:spPr bwMode="auto">
          <a:xfrm>
            <a:off x="4801599" y="3040063"/>
            <a:ext cx="11113"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9" name="Rectangle 26">
            <a:extLst>
              <a:ext uri="{FF2B5EF4-FFF2-40B4-BE49-F238E27FC236}">
                <a16:creationId xmlns:a16="http://schemas.microsoft.com/office/drawing/2014/main" id="{B4E972F8-8C41-4154-AD9D-F082C84A1035}"/>
              </a:ext>
            </a:extLst>
          </p:cNvPr>
          <p:cNvSpPr>
            <a:spLocks noChangeArrowheads="1"/>
          </p:cNvSpPr>
          <p:nvPr/>
        </p:nvSpPr>
        <p:spPr bwMode="auto">
          <a:xfrm>
            <a:off x="8244887" y="2584450"/>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0" name="Rectangle 27">
            <a:extLst>
              <a:ext uri="{FF2B5EF4-FFF2-40B4-BE49-F238E27FC236}">
                <a16:creationId xmlns:a16="http://schemas.microsoft.com/office/drawing/2014/main" id="{BFE6B1C6-6083-41D2-9F63-1CF6BD2DBC67}"/>
              </a:ext>
            </a:extLst>
          </p:cNvPr>
          <p:cNvSpPr>
            <a:spLocks noChangeArrowheads="1"/>
          </p:cNvSpPr>
          <p:nvPr/>
        </p:nvSpPr>
        <p:spPr bwMode="auto">
          <a:xfrm>
            <a:off x="5866812"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3" name="Rectangle 30">
            <a:extLst>
              <a:ext uri="{FF2B5EF4-FFF2-40B4-BE49-F238E27FC236}">
                <a16:creationId xmlns:a16="http://schemas.microsoft.com/office/drawing/2014/main" id="{D24C2A78-8183-4D67-B1EB-8A0D1A53F573}"/>
              </a:ext>
            </a:extLst>
          </p:cNvPr>
          <p:cNvSpPr>
            <a:spLocks noChangeArrowheads="1"/>
          </p:cNvSpPr>
          <p:nvPr/>
        </p:nvSpPr>
        <p:spPr bwMode="auto">
          <a:xfrm>
            <a:off x="77733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5" name="Rectangle 32">
            <a:extLst>
              <a:ext uri="{FF2B5EF4-FFF2-40B4-BE49-F238E27FC236}">
                <a16:creationId xmlns:a16="http://schemas.microsoft.com/office/drawing/2014/main" id="{8E60E31A-0CBC-4B8C-A8C5-7D0919487E50}"/>
              </a:ext>
            </a:extLst>
          </p:cNvPr>
          <p:cNvSpPr>
            <a:spLocks noChangeArrowheads="1"/>
          </p:cNvSpPr>
          <p:nvPr/>
        </p:nvSpPr>
        <p:spPr bwMode="auto">
          <a:xfrm>
            <a:off x="88401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6" name="Rectangle 33">
            <a:extLst>
              <a:ext uri="{FF2B5EF4-FFF2-40B4-BE49-F238E27FC236}">
                <a16:creationId xmlns:a16="http://schemas.microsoft.com/office/drawing/2014/main" id="{FEE0A556-A843-4E98-AE2E-63ABD0F92E77}"/>
              </a:ext>
            </a:extLst>
          </p:cNvPr>
          <p:cNvSpPr>
            <a:spLocks noChangeArrowheads="1"/>
          </p:cNvSpPr>
          <p:nvPr/>
        </p:nvSpPr>
        <p:spPr bwMode="auto">
          <a:xfrm>
            <a:off x="4801599" y="34417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8" name="Rectangle 35">
            <a:extLst>
              <a:ext uri="{FF2B5EF4-FFF2-40B4-BE49-F238E27FC236}">
                <a16:creationId xmlns:a16="http://schemas.microsoft.com/office/drawing/2014/main" id="{3F5A6868-2E4A-4091-876D-F5927E975BE3}"/>
              </a:ext>
            </a:extLst>
          </p:cNvPr>
          <p:cNvSpPr>
            <a:spLocks noChangeArrowheads="1"/>
          </p:cNvSpPr>
          <p:nvPr/>
        </p:nvSpPr>
        <p:spPr bwMode="auto">
          <a:xfrm>
            <a:off x="5866812"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1" name="Rectangle 38">
            <a:extLst>
              <a:ext uri="{FF2B5EF4-FFF2-40B4-BE49-F238E27FC236}">
                <a16:creationId xmlns:a16="http://schemas.microsoft.com/office/drawing/2014/main" id="{5FE7E3DA-D346-4838-85C2-7424A619DC6F}"/>
              </a:ext>
            </a:extLst>
          </p:cNvPr>
          <p:cNvSpPr>
            <a:spLocks noChangeArrowheads="1"/>
          </p:cNvSpPr>
          <p:nvPr/>
        </p:nvSpPr>
        <p:spPr bwMode="auto">
          <a:xfrm>
            <a:off x="77733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3" name="Rectangle 40">
            <a:extLst>
              <a:ext uri="{FF2B5EF4-FFF2-40B4-BE49-F238E27FC236}">
                <a16:creationId xmlns:a16="http://schemas.microsoft.com/office/drawing/2014/main" id="{4C1F64A3-9393-4622-86E7-337A631B12D1}"/>
              </a:ext>
            </a:extLst>
          </p:cNvPr>
          <p:cNvSpPr>
            <a:spLocks noChangeArrowheads="1"/>
          </p:cNvSpPr>
          <p:nvPr/>
        </p:nvSpPr>
        <p:spPr bwMode="auto">
          <a:xfrm>
            <a:off x="88401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4" name="Rectangle 41">
            <a:extLst>
              <a:ext uri="{FF2B5EF4-FFF2-40B4-BE49-F238E27FC236}">
                <a16:creationId xmlns:a16="http://schemas.microsoft.com/office/drawing/2014/main" id="{19C0351E-7D7E-4D1E-BF66-07D0B2A0A3C0}"/>
              </a:ext>
            </a:extLst>
          </p:cNvPr>
          <p:cNvSpPr>
            <a:spLocks noChangeArrowheads="1"/>
          </p:cNvSpPr>
          <p:nvPr/>
        </p:nvSpPr>
        <p:spPr bwMode="auto">
          <a:xfrm>
            <a:off x="4801599" y="37465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6" name="Rectangle 43">
            <a:extLst>
              <a:ext uri="{FF2B5EF4-FFF2-40B4-BE49-F238E27FC236}">
                <a16:creationId xmlns:a16="http://schemas.microsoft.com/office/drawing/2014/main" id="{09641F8E-1BD7-4F52-A5E4-306ED901182C}"/>
              </a:ext>
            </a:extLst>
          </p:cNvPr>
          <p:cNvSpPr>
            <a:spLocks noChangeArrowheads="1"/>
          </p:cNvSpPr>
          <p:nvPr/>
        </p:nvSpPr>
        <p:spPr bwMode="auto">
          <a:xfrm>
            <a:off x="5866812"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9" name="Rectangle 46">
            <a:extLst>
              <a:ext uri="{FF2B5EF4-FFF2-40B4-BE49-F238E27FC236}">
                <a16:creationId xmlns:a16="http://schemas.microsoft.com/office/drawing/2014/main" id="{91EF08F8-A73D-461F-82C0-5D8642985451}"/>
              </a:ext>
            </a:extLst>
          </p:cNvPr>
          <p:cNvSpPr>
            <a:spLocks noChangeArrowheads="1"/>
          </p:cNvSpPr>
          <p:nvPr/>
        </p:nvSpPr>
        <p:spPr bwMode="auto">
          <a:xfrm>
            <a:off x="77733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1" name="Rectangle 48">
            <a:extLst>
              <a:ext uri="{FF2B5EF4-FFF2-40B4-BE49-F238E27FC236}">
                <a16:creationId xmlns:a16="http://schemas.microsoft.com/office/drawing/2014/main" id="{A096E2A8-F4CD-4473-82C6-AFACB44D9318}"/>
              </a:ext>
            </a:extLst>
          </p:cNvPr>
          <p:cNvSpPr>
            <a:spLocks noChangeArrowheads="1"/>
          </p:cNvSpPr>
          <p:nvPr/>
        </p:nvSpPr>
        <p:spPr bwMode="auto">
          <a:xfrm>
            <a:off x="88401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2" name="Rectangle 49">
            <a:extLst>
              <a:ext uri="{FF2B5EF4-FFF2-40B4-BE49-F238E27FC236}">
                <a16:creationId xmlns:a16="http://schemas.microsoft.com/office/drawing/2014/main" id="{F630D6F2-00E0-40AB-88EF-CE6B0070468F}"/>
              </a:ext>
            </a:extLst>
          </p:cNvPr>
          <p:cNvSpPr>
            <a:spLocks noChangeArrowheads="1"/>
          </p:cNvSpPr>
          <p:nvPr/>
        </p:nvSpPr>
        <p:spPr bwMode="auto">
          <a:xfrm>
            <a:off x="4801599" y="4056063"/>
            <a:ext cx="11113"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4" name="Rectangle 51">
            <a:extLst>
              <a:ext uri="{FF2B5EF4-FFF2-40B4-BE49-F238E27FC236}">
                <a16:creationId xmlns:a16="http://schemas.microsoft.com/office/drawing/2014/main" id="{400541F4-D1B0-4FDC-B598-5E64A23AD52D}"/>
              </a:ext>
            </a:extLst>
          </p:cNvPr>
          <p:cNvSpPr>
            <a:spLocks noChangeArrowheads="1"/>
          </p:cNvSpPr>
          <p:nvPr/>
        </p:nvSpPr>
        <p:spPr bwMode="auto">
          <a:xfrm>
            <a:off x="5866812"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7" name="Rectangle 54">
            <a:extLst>
              <a:ext uri="{FF2B5EF4-FFF2-40B4-BE49-F238E27FC236}">
                <a16:creationId xmlns:a16="http://schemas.microsoft.com/office/drawing/2014/main" id="{7FAACB6C-1E54-4C67-B6EE-30DBDF068B42}"/>
              </a:ext>
            </a:extLst>
          </p:cNvPr>
          <p:cNvSpPr>
            <a:spLocks noChangeArrowheads="1"/>
          </p:cNvSpPr>
          <p:nvPr/>
        </p:nvSpPr>
        <p:spPr bwMode="auto">
          <a:xfrm>
            <a:off x="77733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9" name="Rectangle 56">
            <a:extLst>
              <a:ext uri="{FF2B5EF4-FFF2-40B4-BE49-F238E27FC236}">
                <a16:creationId xmlns:a16="http://schemas.microsoft.com/office/drawing/2014/main" id="{7E89A2CE-795F-4933-9C91-B909972A5D3E}"/>
              </a:ext>
            </a:extLst>
          </p:cNvPr>
          <p:cNvSpPr>
            <a:spLocks noChangeArrowheads="1"/>
          </p:cNvSpPr>
          <p:nvPr/>
        </p:nvSpPr>
        <p:spPr bwMode="auto">
          <a:xfrm>
            <a:off x="88401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0" name="Rectangle 57">
            <a:extLst>
              <a:ext uri="{FF2B5EF4-FFF2-40B4-BE49-F238E27FC236}">
                <a16:creationId xmlns:a16="http://schemas.microsoft.com/office/drawing/2014/main" id="{48B9E37B-30F5-4179-B3FC-4C1A1DA9B4C9}"/>
              </a:ext>
            </a:extLst>
          </p:cNvPr>
          <p:cNvSpPr>
            <a:spLocks noChangeArrowheads="1"/>
          </p:cNvSpPr>
          <p:nvPr/>
        </p:nvSpPr>
        <p:spPr bwMode="auto">
          <a:xfrm>
            <a:off x="4825412" y="4394200"/>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2" name="TextBox 125">
            <a:extLst>
              <a:ext uri="{FF2B5EF4-FFF2-40B4-BE49-F238E27FC236}">
                <a16:creationId xmlns:a16="http://schemas.microsoft.com/office/drawing/2014/main" id="{932C26FA-F08E-4716-8D4C-F89935226671}"/>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6.52 from the textbook ]</a:t>
            </a:r>
          </a:p>
        </p:txBody>
      </p:sp>
      <p:sp>
        <p:nvSpPr>
          <p:cNvPr id="55353" name="Title 1">
            <a:extLst>
              <a:ext uri="{FF2B5EF4-FFF2-40B4-BE49-F238E27FC236}">
                <a16:creationId xmlns:a16="http://schemas.microsoft.com/office/drawing/2014/main" id="{BADD29EE-E31B-4286-BF46-E3898157B491}"/>
              </a:ext>
            </a:extLst>
          </p:cNvPr>
          <p:cNvSpPr txBox="1">
            <a:spLocks/>
          </p:cNvSpPr>
          <p:nvPr/>
        </p:nvSpPr>
        <p:spPr bwMode="auto">
          <a:xfrm>
            <a:off x="0" y="119056"/>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Minimized state table </a:t>
            </a:r>
          </a:p>
        </p:txBody>
      </p:sp>
      <p:sp>
        <p:nvSpPr>
          <p:cNvPr id="59" name="Rectangle 4">
            <a:extLst>
              <a:ext uri="{FF2B5EF4-FFF2-40B4-BE49-F238E27FC236}">
                <a16:creationId xmlns:a16="http://schemas.microsoft.com/office/drawing/2014/main" id="{AB481291-955C-4B78-A716-01A258A28073}"/>
              </a:ext>
            </a:extLst>
          </p:cNvPr>
          <p:cNvSpPr>
            <a:spLocks noChangeArrowheads="1"/>
          </p:cNvSpPr>
          <p:nvPr/>
        </p:nvSpPr>
        <p:spPr bwMode="auto">
          <a:xfrm>
            <a:off x="96044" y="1778000"/>
            <a:ext cx="39624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 name="Rectangle 5">
            <a:extLst>
              <a:ext uri="{FF2B5EF4-FFF2-40B4-BE49-F238E27FC236}">
                <a16:creationId xmlns:a16="http://schemas.microsoft.com/office/drawing/2014/main" id="{A9F3A634-5877-4850-BDAF-43B5D223E851}"/>
              </a:ext>
            </a:extLst>
          </p:cNvPr>
          <p:cNvSpPr>
            <a:spLocks noChangeArrowheads="1"/>
          </p:cNvSpPr>
          <p:nvPr/>
        </p:nvSpPr>
        <p:spPr bwMode="auto">
          <a:xfrm>
            <a:off x="70644" y="1806575"/>
            <a:ext cx="11113"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 name="Rectangle 6">
            <a:extLst>
              <a:ext uri="{FF2B5EF4-FFF2-40B4-BE49-F238E27FC236}">
                <a16:creationId xmlns:a16="http://schemas.microsoft.com/office/drawing/2014/main" id="{6E556C9A-C647-4001-93A5-A63507A75EF5}"/>
              </a:ext>
            </a:extLst>
          </p:cNvPr>
          <p:cNvSpPr>
            <a:spLocks noChangeArrowheads="1"/>
          </p:cNvSpPr>
          <p:nvPr/>
        </p:nvSpPr>
        <p:spPr bwMode="auto">
          <a:xfrm>
            <a:off x="1134269"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 name="Rectangle 7">
            <a:extLst>
              <a:ext uri="{FF2B5EF4-FFF2-40B4-BE49-F238E27FC236}">
                <a16:creationId xmlns:a16="http://schemas.microsoft.com/office/drawing/2014/main" id="{D5CDC8BF-A2FD-41D9-BBC6-13088CB656BD}"/>
              </a:ext>
            </a:extLst>
          </p:cNvPr>
          <p:cNvSpPr>
            <a:spLocks noChangeArrowheads="1"/>
          </p:cNvSpPr>
          <p:nvPr/>
        </p:nvSpPr>
        <p:spPr bwMode="auto">
          <a:xfrm>
            <a:off x="240507" y="199707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8">
            <a:extLst>
              <a:ext uri="{FF2B5EF4-FFF2-40B4-BE49-F238E27FC236}">
                <a16:creationId xmlns:a16="http://schemas.microsoft.com/office/drawing/2014/main" id="{192D0A6D-398C-487D-9F41-203D4C8B0441}"/>
              </a:ext>
            </a:extLst>
          </p:cNvPr>
          <p:cNvSpPr>
            <a:spLocks noChangeArrowheads="1"/>
          </p:cNvSpPr>
          <p:nvPr/>
        </p:nvSpPr>
        <p:spPr bwMode="auto">
          <a:xfrm>
            <a:off x="3037682"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 name="Rectangle 9">
            <a:extLst>
              <a:ext uri="{FF2B5EF4-FFF2-40B4-BE49-F238E27FC236}">
                <a16:creationId xmlns:a16="http://schemas.microsoft.com/office/drawing/2014/main" id="{7A55B03A-F07F-4982-A227-3DC4345028B4}"/>
              </a:ext>
            </a:extLst>
          </p:cNvPr>
          <p:cNvSpPr>
            <a:spLocks noChangeArrowheads="1"/>
          </p:cNvSpPr>
          <p:nvPr/>
        </p:nvSpPr>
        <p:spPr bwMode="auto">
          <a:xfrm>
            <a:off x="1581944" y="1905000"/>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 name="Rectangle 10">
            <a:extLst>
              <a:ext uri="{FF2B5EF4-FFF2-40B4-BE49-F238E27FC236}">
                <a16:creationId xmlns:a16="http://schemas.microsoft.com/office/drawing/2014/main" id="{0AE6C1FF-6C33-49D1-8678-B0A9801722F3}"/>
              </a:ext>
            </a:extLst>
          </p:cNvPr>
          <p:cNvSpPr>
            <a:spLocks noChangeArrowheads="1"/>
          </p:cNvSpPr>
          <p:nvPr/>
        </p:nvSpPr>
        <p:spPr bwMode="auto">
          <a:xfrm>
            <a:off x="4052094"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 name="Rectangle 11">
            <a:extLst>
              <a:ext uri="{FF2B5EF4-FFF2-40B4-BE49-F238E27FC236}">
                <a16:creationId xmlns:a16="http://schemas.microsoft.com/office/drawing/2014/main" id="{51A82F9C-D03F-441D-84E1-A70695A27B83}"/>
              </a:ext>
            </a:extLst>
          </p:cNvPr>
          <p:cNvSpPr>
            <a:spLocks noChangeArrowheads="1"/>
          </p:cNvSpPr>
          <p:nvPr/>
        </p:nvSpPr>
        <p:spPr bwMode="auto">
          <a:xfrm>
            <a:off x="1134269" y="2259013"/>
            <a:ext cx="19129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 name="Rectangle 12">
            <a:extLst>
              <a:ext uri="{FF2B5EF4-FFF2-40B4-BE49-F238E27FC236}">
                <a16:creationId xmlns:a16="http://schemas.microsoft.com/office/drawing/2014/main" id="{2DC293BA-4264-4187-8ECA-140390DA986F}"/>
              </a:ext>
            </a:extLst>
          </p:cNvPr>
          <p:cNvSpPr>
            <a:spLocks noChangeArrowheads="1"/>
          </p:cNvSpPr>
          <p:nvPr/>
        </p:nvSpPr>
        <p:spPr bwMode="auto">
          <a:xfrm>
            <a:off x="70644" y="2271713"/>
            <a:ext cx="11113"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 name="Rectangle 13">
            <a:extLst>
              <a:ext uri="{FF2B5EF4-FFF2-40B4-BE49-F238E27FC236}">
                <a16:creationId xmlns:a16="http://schemas.microsoft.com/office/drawing/2014/main" id="{929317EF-7C6C-46CB-851B-DD75AEEFB5CA}"/>
              </a:ext>
            </a:extLst>
          </p:cNvPr>
          <p:cNvSpPr>
            <a:spLocks noChangeArrowheads="1"/>
          </p:cNvSpPr>
          <p:nvPr/>
        </p:nvSpPr>
        <p:spPr bwMode="auto">
          <a:xfrm>
            <a:off x="3196432" y="199707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 name="Rectangle 14">
            <a:extLst>
              <a:ext uri="{FF2B5EF4-FFF2-40B4-BE49-F238E27FC236}">
                <a16:creationId xmlns:a16="http://schemas.microsoft.com/office/drawing/2014/main" id="{2849E7B5-90E4-4D27-B370-B963542B7208}"/>
              </a:ext>
            </a:extLst>
          </p:cNvPr>
          <p:cNvSpPr>
            <a:spLocks noChangeArrowheads="1"/>
          </p:cNvSpPr>
          <p:nvPr/>
        </p:nvSpPr>
        <p:spPr bwMode="auto">
          <a:xfrm>
            <a:off x="1134269"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 name="Rectangle 15">
            <a:extLst>
              <a:ext uri="{FF2B5EF4-FFF2-40B4-BE49-F238E27FC236}">
                <a16:creationId xmlns:a16="http://schemas.microsoft.com/office/drawing/2014/main" id="{DA70FE95-2C8E-42D4-9E0A-D60C5CCFA852}"/>
              </a:ext>
            </a:extLst>
          </p:cNvPr>
          <p:cNvSpPr>
            <a:spLocks noChangeArrowheads="1"/>
          </p:cNvSpPr>
          <p:nvPr/>
        </p:nvSpPr>
        <p:spPr bwMode="auto">
          <a:xfrm>
            <a:off x="380207" y="2276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1" name="Rectangle 16">
            <a:extLst>
              <a:ext uri="{FF2B5EF4-FFF2-40B4-BE49-F238E27FC236}">
                <a16:creationId xmlns:a16="http://schemas.microsoft.com/office/drawing/2014/main" id="{F409702C-E832-4F7B-8A6D-B7776FC23E3A}"/>
              </a:ext>
            </a:extLst>
          </p:cNvPr>
          <p:cNvSpPr>
            <a:spLocks noChangeArrowheads="1"/>
          </p:cNvSpPr>
          <p:nvPr/>
        </p:nvSpPr>
        <p:spPr bwMode="auto">
          <a:xfrm>
            <a:off x="1286669"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 name="Rectangle 17">
            <a:extLst>
              <a:ext uri="{FF2B5EF4-FFF2-40B4-BE49-F238E27FC236}">
                <a16:creationId xmlns:a16="http://schemas.microsoft.com/office/drawing/2014/main" id="{39B2F526-2650-476B-88CE-19D7D21C1A79}"/>
              </a:ext>
            </a:extLst>
          </p:cNvPr>
          <p:cNvSpPr>
            <a:spLocks noChangeArrowheads="1"/>
          </p:cNvSpPr>
          <p:nvPr/>
        </p:nvSpPr>
        <p:spPr bwMode="auto">
          <a:xfrm>
            <a:off x="1548607"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8">
            <a:extLst>
              <a:ext uri="{FF2B5EF4-FFF2-40B4-BE49-F238E27FC236}">
                <a16:creationId xmlns:a16="http://schemas.microsoft.com/office/drawing/2014/main" id="{D53B6253-D6D0-4E03-96CE-47C4BC577F15}"/>
              </a:ext>
            </a:extLst>
          </p:cNvPr>
          <p:cNvSpPr>
            <a:spLocks noChangeArrowheads="1"/>
          </p:cNvSpPr>
          <p:nvPr/>
        </p:nvSpPr>
        <p:spPr bwMode="auto">
          <a:xfrm>
            <a:off x="1815307"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4" name="Rectangle 19">
            <a:extLst>
              <a:ext uri="{FF2B5EF4-FFF2-40B4-BE49-F238E27FC236}">
                <a16:creationId xmlns:a16="http://schemas.microsoft.com/office/drawing/2014/main" id="{B0E35A34-EF24-4718-A2B9-1571891C6947}"/>
              </a:ext>
            </a:extLst>
          </p:cNvPr>
          <p:cNvSpPr>
            <a:spLocks noChangeArrowheads="1"/>
          </p:cNvSpPr>
          <p:nvPr/>
        </p:nvSpPr>
        <p:spPr bwMode="auto">
          <a:xfrm>
            <a:off x="2242344"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Rectangle 20">
            <a:extLst>
              <a:ext uri="{FF2B5EF4-FFF2-40B4-BE49-F238E27FC236}">
                <a16:creationId xmlns:a16="http://schemas.microsoft.com/office/drawing/2014/main" id="{D99A1BE2-4A8E-4464-8E21-291D43078C8E}"/>
              </a:ext>
            </a:extLst>
          </p:cNvPr>
          <p:cNvSpPr>
            <a:spLocks noChangeArrowheads="1"/>
          </p:cNvSpPr>
          <p:nvPr/>
        </p:nvSpPr>
        <p:spPr bwMode="auto">
          <a:xfrm>
            <a:off x="2499519"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 name="Rectangle 21">
            <a:extLst>
              <a:ext uri="{FF2B5EF4-FFF2-40B4-BE49-F238E27FC236}">
                <a16:creationId xmlns:a16="http://schemas.microsoft.com/office/drawing/2014/main" id="{9CE188BD-8ADC-4DA1-8F12-FD21E7030013}"/>
              </a:ext>
            </a:extLst>
          </p:cNvPr>
          <p:cNvSpPr>
            <a:spLocks noChangeArrowheads="1"/>
          </p:cNvSpPr>
          <p:nvPr/>
        </p:nvSpPr>
        <p:spPr bwMode="auto">
          <a:xfrm>
            <a:off x="3037682"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7" name="Rectangle 22">
            <a:extLst>
              <a:ext uri="{FF2B5EF4-FFF2-40B4-BE49-F238E27FC236}">
                <a16:creationId xmlns:a16="http://schemas.microsoft.com/office/drawing/2014/main" id="{8B7269D3-BE4E-499C-B1BE-1C46E59C8F64}"/>
              </a:ext>
            </a:extLst>
          </p:cNvPr>
          <p:cNvSpPr>
            <a:spLocks noChangeArrowheads="1"/>
          </p:cNvSpPr>
          <p:nvPr/>
        </p:nvSpPr>
        <p:spPr bwMode="auto">
          <a:xfrm>
            <a:off x="2766219"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8" name="Rectangle 23">
            <a:extLst>
              <a:ext uri="{FF2B5EF4-FFF2-40B4-BE49-F238E27FC236}">
                <a16:creationId xmlns:a16="http://schemas.microsoft.com/office/drawing/2014/main" id="{8E6D0854-BF9E-4BFE-BA87-66A6014C2619}"/>
              </a:ext>
            </a:extLst>
          </p:cNvPr>
          <p:cNvSpPr>
            <a:spLocks noChangeArrowheads="1"/>
          </p:cNvSpPr>
          <p:nvPr/>
        </p:nvSpPr>
        <p:spPr bwMode="auto">
          <a:xfrm>
            <a:off x="4052094"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9" name="Rectangle 24">
            <a:extLst>
              <a:ext uri="{FF2B5EF4-FFF2-40B4-BE49-F238E27FC236}">
                <a16:creationId xmlns:a16="http://schemas.microsoft.com/office/drawing/2014/main" id="{A8E76C21-24F2-4932-9FD4-D1723A82C846}"/>
              </a:ext>
            </a:extLst>
          </p:cNvPr>
          <p:cNvSpPr>
            <a:spLocks noChangeArrowheads="1"/>
          </p:cNvSpPr>
          <p:nvPr/>
        </p:nvSpPr>
        <p:spPr bwMode="auto">
          <a:xfrm>
            <a:off x="96044" y="2714625"/>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0" name="Rectangle 25">
            <a:extLst>
              <a:ext uri="{FF2B5EF4-FFF2-40B4-BE49-F238E27FC236}">
                <a16:creationId xmlns:a16="http://schemas.microsoft.com/office/drawing/2014/main" id="{16E1B5E9-646C-4AEC-A907-4336F518EA6E}"/>
              </a:ext>
            </a:extLst>
          </p:cNvPr>
          <p:cNvSpPr>
            <a:spLocks noChangeArrowheads="1"/>
          </p:cNvSpPr>
          <p:nvPr/>
        </p:nvSpPr>
        <p:spPr bwMode="auto">
          <a:xfrm>
            <a:off x="70644" y="2732088"/>
            <a:ext cx="11113"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 name="Rectangle 26">
            <a:extLst>
              <a:ext uri="{FF2B5EF4-FFF2-40B4-BE49-F238E27FC236}">
                <a16:creationId xmlns:a16="http://schemas.microsoft.com/office/drawing/2014/main" id="{947075EB-873A-4A95-B482-CEA01CA99E08}"/>
              </a:ext>
            </a:extLst>
          </p:cNvPr>
          <p:cNvSpPr>
            <a:spLocks noChangeArrowheads="1"/>
          </p:cNvSpPr>
          <p:nvPr/>
        </p:nvSpPr>
        <p:spPr bwMode="auto">
          <a:xfrm>
            <a:off x="3482182" y="22748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 name="Rectangle 27">
            <a:extLst>
              <a:ext uri="{FF2B5EF4-FFF2-40B4-BE49-F238E27FC236}">
                <a16:creationId xmlns:a16="http://schemas.microsoft.com/office/drawing/2014/main" id="{5AA790A6-3C83-4419-81B1-2841108C38A9}"/>
              </a:ext>
            </a:extLst>
          </p:cNvPr>
          <p:cNvSpPr>
            <a:spLocks noChangeArrowheads="1"/>
          </p:cNvSpPr>
          <p:nvPr/>
        </p:nvSpPr>
        <p:spPr bwMode="auto">
          <a:xfrm>
            <a:off x="1134269"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28">
            <a:extLst>
              <a:ext uri="{FF2B5EF4-FFF2-40B4-BE49-F238E27FC236}">
                <a16:creationId xmlns:a16="http://schemas.microsoft.com/office/drawing/2014/main" id="{7B4E2875-E200-4AB4-A71C-FDAF229D6553}"/>
              </a:ext>
            </a:extLst>
          </p:cNvPr>
          <p:cNvSpPr>
            <a:spLocks noChangeArrowheads="1"/>
          </p:cNvSpPr>
          <p:nvPr/>
        </p:nvSpPr>
        <p:spPr bwMode="auto">
          <a:xfrm>
            <a:off x="521494" y="28289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4" name="Rectangle 29">
            <a:extLst>
              <a:ext uri="{FF2B5EF4-FFF2-40B4-BE49-F238E27FC236}">
                <a16:creationId xmlns:a16="http://schemas.microsoft.com/office/drawing/2014/main" id="{C81E54B2-487C-493B-A40C-029118E9C6EC}"/>
              </a:ext>
            </a:extLst>
          </p:cNvPr>
          <p:cNvSpPr>
            <a:spLocks noChangeArrowheads="1"/>
          </p:cNvSpPr>
          <p:nvPr/>
        </p:nvSpPr>
        <p:spPr bwMode="auto">
          <a:xfrm>
            <a:off x="1527969"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5" name="Rectangle 30">
            <a:extLst>
              <a:ext uri="{FF2B5EF4-FFF2-40B4-BE49-F238E27FC236}">
                <a16:creationId xmlns:a16="http://schemas.microsoft.com/office/drawing/2014/main" id="{E64AB531-D333-49C2-B8C1-6744217AEA12}"/>
              </a:ext>
            </a:extLst>
          </p:cNvPr>
          <p:cNvSpPr>
            <a:spLocks noChangeArrowheads="1"/>
          </p:cNvSpPr>
          <p:nvPr/>
        </p:nvSpPr>
        <p:spPr bwMode="auto">
          <a:xfrm>
            <a:off x="3037682"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 name="Rectangle 31">
            <a:extLst>
              <a:ext uri="{FF2B5EF4-FFF2-40B4-BE49-F238E27FC236}">
                <a16:creationId xmlns:a16="http://schemas.microsoft.com/office/drawing/2014/main" id="{5A72A7AC-804E-4609-ABCC-ACABF2076391}"/>
              </a:ext>
            </a:extLst>
          </p:cNvPr>
          <p:cNvSpPr>
            <a:spLocks noChangeArrowheads="1"/>
          </p:cNvSpPr>
          <p:nvPr/>
        </p:nvSpPr>
        <p:spPr bwMode="auto">
          <a:xfrm>
            <a:off x="2483644"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7" name="Rectangle 32">
            <a:extLst>
              <a:ext uri="{FF2B5EF4-FFF2-40B4-BE49-F238E27FC236}">
                <a16:creationId xmlns:a16="http://schemas.microsoft.com/office/drawing/2014/main" id="{884D811D-B67F-49FF-87E7-7CCFDF1A4975}"/>
              </a:ext>
            </a:extLst>
          </p:cNvPr>
          <p:cNvSpPr>
            <a:spLocks noChangeArrowheads="1"/>
          </p:cNvSpPr>
          <p:nvPr/>
        </p:nvSpPr>
        <p:spPr bwMode="auto">
          <a:xfrm>
            <a:off x="4052094"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 name="Rectangle 33">
            <a:extLst>
              <a:ext uri="{FF2B5EF4-FFF2-40B4-BE49-F238E27FC236}">
                <a16:creationId xmlns:a16="http://schemas.microsoft.com/office/drawing/2014/main" id="{FCB97568-BC67-4DB9-87C0-997568283CF7}"/>
              </a:ext>
            </a:extLst>
          </p:cNvPr>
          <p:cNvSpPr>
            <a:spLocks noChangeArrowheads="1"/>
          </p:cNvSpPr>
          <p:nvPr/>
        </p:nvSpPr>
        <p:spPr bwMode="auto">
          <a:xfrm>
            <a:off x="70644" y="3133725"/>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 name="Rectangle 34">
            <a:extLst>
              <a:ext uri="{FF2B5EF4-FFF2-40B4-BE49-F238E27FC236}">
                <a16:creationId xmlns:a16="http://schemas.microsoft.com/office/drawing/2014/main" id="{540D74E3-EFA6-4CB9-BE02-09EE46409EA5}"/>
              </a:ext>
            </a:extLst>
          </p:cNvPr>
          <p:cNvSpPr>
            <a:spLocks noChangeArrowheads="1"/>
          </p:cNvSpPr>
          <p:nvPr/>
        </p:nvSpPr>
        <p:spPr bwMode="auto">
          <a:xfrm>
            <a:off x="3486944" y="28289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35">
            <a:extLst>
              <a:ext uri="{FF2B5EF4-FFF2-40B4-BE49-F238E27FC236}">
                <a16:creationId xmlns:a16="http://schemas.microsoft.com/office/drawing/2014/main" id="{80FD1155-FCF6-4691-AF16-89FC02D460ED}"/>
              </a:ext>
            </a:extLst>
          </p:cNvPr>
          <p:cNvSpPr>
            <a:spLocks noChangeArrowheads="1"/>
          </p:cNvSpPr>
          <p:nvPr/>
        </p:nvSpPr>
        <p:spPr bwMode="auto">
          <a:xfrm>
            <a:off x="1134269"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1" name="Rectangle 36">
            <a:extLst>
              <a:ext uri="{FF2B5EF4-FFF2-40B4-BE49-F238E27FC236}">
                <a16:creationId xmlns:a16="http://schemas.microsoft.com/office/drawing/2014/main" id="{8495C3C6-7009-47EF-912E-0CFD9DC0B94A}"/>
              </a:ext>
            </a:extLst>
          </p:cNvPr>
          <p:cNvSpPr>
            <a:spLocks noChangeArrowheads="1"/>
          </p:cNvSpPr>
          <p:nvPr/>
        </p:nvSpPr>
        <p:spPr bwMode="auto">
          <a:xfrm>
            <a:off x="529432" y="31289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 name="Rectangle 37">
            <a:extLst>
              <a:ext uri="{FF2B5EF4-FFF2-40B4-BE49-F238E27FC236}">
                <a16:creationId xmlns:a16="http://schemas.microsoft.com/office/drawing/2014/main" id="{6DFB2DEA-B5D3-4F25-B959-D00EA24BCA53}"/>
              </a:ext>
            </a:extLst>
          </p:cNvPr>
          <p:cNvSpPr>
            <a:spLocks noChangeArrowheads="1"/>
          </p:cNvSpPr>
          <p:nvPr/>
        </p:nvSpPr>
        <p:spPr bwMode="auto">
          <a:xfrm>
            <a:off x="1523207" y="31289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 name="Rectangle 38">
            <a:extLst>
              <a:ext uri="{FF2B5EF4-FFF2-40B4-BE49-F238E27FC236}">
                <a16:creationId xmlns:a16="http://schemas.microsoft.com/office/drawing/2014/main" id="{69DEEB47-0A75-4836-8689-8F253EC10306}"/>
              </a:ext>
            </a:extLst>
          </p:cNvPr>
          <p:cNvSpPr>
            <a:spLocks noChangeArrowheads="1"/>
          </p:cNvSpPr>
          <p:nvPr/>
        </p:nvSpPr>
        <p:spPr bwMode="auto">
          <a:xfrm>
            <a:off x="3037682"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 name="Rectangle 39">
            <a:extLst>
              <a:ext uri="{FF2B5EF4-FFF2-40B4-BE49-F238E27FC236}">
                <a16:creationId xmlns:a16="http://schemas.microsoft.com/office/drawing/2014/main" id="{3F9C5FD8-46F9-40AF-A737-EBFE9DF7A7FD}"/>
              </a:ext>
            </a:extLst>
          </p:cNvPr>
          <p:cNvSpPr>
            <a:spLocks noChangeArrowheads="1"/>
          </p:cNvSpPr>
          <p:nvPr/>
        </p:nvSpPr>
        <p:spPr bwMode="auto">
          <a:xfrm>
            <a:off x="2499519" y="31289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 name="Rectangle 40">
            <a:extLst>
              <a:ext uri="{FF2B5EF4-FFF2-40B4-BE49-F238E27FC236}">
                <a16:creationId xmlns:a16="http://schemas.microsoft.com/office/drawing/2014/main" id="{2EDD3C7D-6162-44D4-A865-60C33F9A2E14}"/>
              </a:ext>
            </a:extLst>
          </p:cNvPr>
          <p:cNvSpPr>
            <a:spLocks noChangeArrowheads="1"/>
          </p:cNvSpPr>
          <p:nvPr/>
        </p:nvSpPr>
        <p:spPr bwMode="auto">
          <a:xfrm>
            <a:off x="4052094"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Rectangle 41">
            <a:extLst>
              <a:ext uri="{FF2B5EF4-FFF2-40B4-BE49-F238E27FC236}">
                <a16:creationId xmlns:a16="http://schemas.microsoft.com/office/drawing/2014/main" id="{A2B7D9CD-5EC6-43B7-AEEF-623C5D3DB0B1}"/>
              </a:ext>
            </a:extLst>
          </p:cNvPr>
          <p:cNvSpPr>
            <a:spLocks noChangeArrowheads="1"/>
          </p:cNvSpPr>
          <p:nvPr/>
        </p:nvSpPr>
        <p:spPr bwMode="auto">
          <a:xfrm>
            <a:off x="70644" y="3438525"/>
            <a:ext cx="11113"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Rectangle 42">
            <a:extLst>
              <a:ext uri="{FF2B5EF4-FFF2-40B4-BE49-F238E27FC236}">
                <a16:creationId xmlns:a16="http://schemas.microsoft.com/office/drawing/2014/main" id="{A3325CC1-CD17-468B-BC03-951D2F8DF285}"/>
              </a:ext>
            </a:extLst>
          </p:cNvPr>
          <p:cNvSpPr>
            <a:spLocks noChangeArrowheads="1"/>
          </p:cNvSpPr>
          <p:nvPr/>
        </p:nvSpPr>
        <p:spPr bwMode="auto">
          <a:xfrm>
            <a:off x="3486944" y="3128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 name="Rectangle 43">
            <a:extLst>
              <a:ext uri="{FF2B5EF4-FFF2-40B4-BE49-F238E27FC236}">
                <a16:creationId xmlns:a16="http://schemas.microsoft.com/office/drawing/2014/main" id="{D4C4F998-E6BB-4811-8C7C-42C3573BC54E}"/>
              </a:ext>
            </a:extLst>
          </p:cNvPr>
          <p:cNvSpPr>
            <a:spLocks noChangeArrowheads="1"/>
          </p:cNvSpPr>
          <p:nvPr/>
        </p:nvSpPr>
        <p:spPr bwMode="auto">
          <a:xfrm>
            <a:off x="1134269"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 name="Rectangle 44">
            <a:extLst>
              <a:ext uri="{FF2B5EF4-FFF2-40B4-BE49-F238E27FC236}">
                <a16:creationId xmlns:a16="http://schemas.microsoft.com/office/drawing/2014/main" id="{73115819-ED18-4012-BDE0-F924A266EB75}"/>
              </a:ext>
            </a:extLst>
          </p:cNvPr>
          <p:cNvSpPr>
            <a:spLocks noChangeArrowheads="1"/>
          </p:cNvSpPr>
          <p:nvPr/>
        </p:nvSpPr>
        <p:spPr bwMode="auto">
          <a:xfrm>
            <a:off x="529432" y="34337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 name="Rectangle 45">
            <a:extLst>
              <a:ext uri="{FF2B5EF4-FFF2-40B4-BE49-F238E27FC236}">
                <a16:creationId xmlns:a16="http://schemas.microsoft.com/office/drawing/2014/main" id="{C452CEB5-389F-4D53-A184-446EDA3A3EC5}"/>
              </a:ext>
            </a:extLst>
          </p:cNvPr>
          <p:cNvSpPr>
            <a:spLocks noChangeArrowheads="1"/>
          </p:cNvSpPr>
          <p:nvPr/>
        </p:nvSpPr>
        <p:spPr bwMode="auto">
          <a:xfrm>
            <a:off x="1543844" y="34337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 name="Rectangle 46">
            <a:extLst>
              <a:ext uri="{FF2B5EF4-FFF2-40B4-BE49-F238E27FC236}">
                <a16:creationId xmlns:a16="http://schemas.microsoft.com/office/drawing/2014/main" id="{972CF222-603B-485B-909A-DD612B24757F}"/>
              </a:ext>
            </a:extLst>
          </p:cNvPr>
          <p:cNvSpPr>
            <a:spLocks noChangeArrowheads="1"/>
          </p:cNvSpPr>
          <p:nvPr/>
        </p:nvSpPr>
        <p:spPr bwMode="auto">
          <a:xfrm>
            <a:off x="3037682"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Rectangle 47">
            <a:extLst>
              <a:ext uri="{FF2B5EF4-FFF2-40B4-BE49-F238E27FC236}">
                <a16:creationId xmlns:a16="http://schemas.microsoft.com/office/drawing/2014/main" id="{8AAC5E5E-55EE-40B4-A1B0-EEE6FC0D4FFB}"/>
              </a:ext>
            </a:extLst>
          </p:cNvPr>
          <p:cNvSpPr>
            <a:spLocks noChangeArrowheads="1"/>
          </p:cNvSpPr>
          <p:nvPr/>
        </p:nvSpPr>
        <p:spPr bwMode="auto">
          <a:xfrm>
            <a:off x="2491582" y="34337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Rectangle 48">
            <a:extLst>
              <a:ext uri="{FF2B5EF4-FFF2-40B4-BE49-F238E27FC236}">
                <a16:creationId xmlns:a16="http://schemas.microsoft.com/office/drawing/2014/main" id="{E86C3684-D920-45E6-B380-391DF8C9AE4B}"/>
              </a:ext>
            </a:extLst>
          </p:cNvPr>
          <p:cNvSpPr>
            <a:spLocks noChangeArrowheads="1"/>
          </p:cNvSpPr>
          <p:nvPr/>
        </p:nvSpPr>
        <p:spPr bwMode="auto">
          <a:xfrm>
            <a:off x="4052094"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 name="Rectangle 49">
            <a:extLst>
              <a:ext uri="{FF2B5EF4-FFF2-40B4-BE49-F238E27FC236}">
                <a16:creationId xmlns:a16="http://schemas.microsoft.com/office/drawing/2014/main" id="{4846DCE1-4088-413E-858D-886EC7EB6D93}"/>
              </a:ext>
            </a:extLst>
          </p:cNvPr>
          <p:cNvSpPr>
            <a:spLocks noChangeArrowheads="1"/>
          </p:cNvSpPr>
          <p:nvPr/>
        </p:nvSpPr>
        <p:spPr bwMode="auto">
          <a:xfrm>
            <a:off x="70644" y="37417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 name="Rectangle 50">
            <a:extLst>
              <a:ext uri="{FF2B5EF4-FFF2-40B4-BE49-F238E27FC236}">
                <a16:creationId xmlns:a16="http://schemas.microsoft.com/office/drawing/2014/main" id="{63D5ADB0-EE18-4765-A0C2-BACBFEE177F2}"/>
              </a:ext>
            </a:extLst>
          </p:cNvPr>
          <p:cNvSpPr>
            <a:spLocks noChangeArrowheads="1"/>
          </p:cNvSpPr>
          <p:nvPr/>
        </p:nvSpPr>
        <p:spPr bwMode="auto">
          <a:xfrm>
            <a:off x="3486944" y="3433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 name="Rectangle 51">
            <a:extLst>
              <a:ext uri="{FF2B5EF4-FFF2-40B4-BE49-F238E27FC236}">
                <a16:creationId xmlns:a16="http://schemas.microsoft.com/office/drawing/2014/main" id="{BBDA982A-CF07-4E1E-BF46-CBEECBD40752}"/>
              </a:ext>
            </a:extLst>
          </p:cNvPr>
          <p:cNvSpPr>
            <a:spLocks noChangeArrowheads="1"/>
          </p:cNvSpPr>
          <p:nvPr/>
        </p:nvSpPr>
        <p:spPr bwMode="auto">
          <a:xfrm>
            <a:off x="1134269"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 name="Rectangle 52">
            <a:extLst>
              <a:ext uri="{FF2B5EF4-FFF2-40B4-BE49-F238E27FC236}">
                <a16:creationId xmlns:a16="http://schemas.microsoft.com/office/drawing/2014/main" id="{53D6D52E-A4D2-4383-96E4-FDECEC3B8F99}"/>
              </a:ext>
            </a:extLst>
          </p:cNvPr>
          <p:cNvSpPr>
            <a:spLocks noChangeArrowheads="1"/>
          </p:cNvSpPr>
          <p:nvPr/>
        </p:nvSpPr>
        <p:spPr bwMode="auto">
          <a:xfrm>
            <a:off x="521494"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 name="Rectangle 53">
            <a:extLst>
              <a:ext uri="{FF2B5EF4-FFF2-40B4-BE49-F238E27FC236}">
                <a16:creationId xmlns:a16="http://schemas.microsoft.com/office/drawing/2014/main" id="{5C4C65B8-2699-40DE-9640-C97F14991532}"/>
              </a:ext>
            </a:extLst>
          </p:cNvPr>
          <p:cNvSpPr>
            <a:spLocks noChangeArrowheads="1"/>
          </p:cNvSpPr>
          <p:nvPr/>
        </p:nvSpPr>
        <p:spPr bwMode="auto">
          <a:xfrm>
            <a:off x="1527969" y="37369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 name="Rectangle 54">
            <a:extLst>
              <a:ext uri="{FF2B5EF4-FFF2-40B4-BE49-F238E27FC236}">
                <a16:creationId xmlns:a16="http://schemas.microsoft.com/office/drawing/2014/main" id="{1AACF2CF-937C-4D4F-8901-5A4D352BA72A}"/>
              </a:ext>
            </a:extLst>
          </p:cNvPr>
          <p:cNvSpPr>
            <a:spLocks noChangeArrowheads="1"/>
          </p:cNvSpPr>
          <p:nvPr/>
        </p:nvSpPr>
        <p:spPr bwMode="auto">
          <a:xfrm>
            <a:off x="3037682"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Rectangle 55">
            <a:extLst>
              <a:ext uri="{FF2B5EF4-FFF2-40B4-BE49-F238E27FC236}">
                <a16:creationId xmlns:a16="http://schemas.microsoft.com/office/drawing/2014/main" id="{367F9D36-D0C4-4B85-B438-3A1E45F258BE}"/>
              </a:ext>
            </a:extLst>
          </p:cNvPr>
          <p:cNvSpPr>
            <a:spLocks noChangeArrowheads="1"/>
          </p:cNvSpPr>
          <p:nvPr/>
        </p:nvSpPr>
        <p:spPr bwMode="auto">
          <a:xfrm>
            <a:off x="2478882"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Rectangle 56">
            <a:extLst>
              <a:ext uri="{FF2B5EF4-FFF2-40B4-BE49-F238E27FC236}">
                <a16:creationId xmlns:a16="http://schemas.microsoft.com/office/drawing/2014/main" id="{B5512452-356E-47C9-BF56-4A3EF7D358C3}"/>
              </a:ext>
            </a:extLst>
          </p:cNvPr>
          <p:cNvSpPr>
            <a:spLocks noChangeArrowheads="1"/>
          </p:cNvSpPr>
          <p:nvPr/>
        </p:nvSpPr>
        <p:spPr bwMode="auto">
          <a:xfrm>
            <a:off x="4052094"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Rectangle 57">
            <a:extLst>
              <a:ext uri="{FF2B5EF4-FFF2-40B4-BE49-F238E27FC236}">
                <a16:creationId xmlns:a16="http://schemas.microsoft.com/office/drawing/2014/main" id="{9932F918-ACB4-4C82-BE04-C57F23EFD5A3}"/>
              </a:ext>
            </a:extLst>
          </p:cNvPr>
          <p:cNvSpPr>
            <a:spLocks noChangeArrowheads="1"/>
          </p:cNvSpPr>
          <p:nvPr/>
        </p:nvSpPr>
        <p:spPr bwMode="auto">
          <a:xfrm>
            <a:off x="70644" y="40465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 name="Rectangle 58">
            <a:extLst>
              <a:ext uri="{FF2B5EF4-FFF2-40B4-BE49-F238E27FC236}">
                <a16:creationId xmlns:a16="http://schemas.microsoft.com/office/drawing/2014/main" id="{06EBB5C8-0A1B-4C90-8620-0B7427C4C3F0}"/>
              </a:ext>
            </a:extLst>
          </p:cNvPr>
          <p:cNvSpPr>
            <a:spLocks noChangeArrowheads="1"/>
          </p:cNvSpPr>
          <p:nvPr/>
        </p:nvSpPr>
        <p:spPr bwMode="auto">
          <a:xfrm>
            <a:off x="3486944" y="37369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Rectangle 59">
            <a:extLst>
              <a:ext uri="{FF2B5EF4-FFF2-40B4-BE49-F238E27FC236}">
                <a16:creationId xmlns:a16="http://schemas.microsoft.com/office/drawing/2014/main" id="{90C60927-E712-47AE-A4AC-7A80963ACE66}"/>
              </a:ext>
            </a:extLst>
          </p:cNvPr>
          <p:cNvSpPr>
            <a:spLocks noChangeArrowheads="1"/>
          </p:cNvSpPr>
          <p:nvPr/>
        </p:nvSpPr>
        <p:spPr bwMode="auto">
          <a:xfrm>
            <a:off x="1134269"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 name="Rectangle 60">
            <a:extLst>
              <a:ext uri="{FF2B5EF4-FFF2-40B4-BE49-F238E27FC236}">
                <a16:creationId xmlns:a16="http://schemas.microsoft.com/office/drawing/2014/main" id="{6972231B-7FF5-428A-ABCC-0137FF7ADA65}"/>
              </a:ext>
            </a:extLst>
          </p:cNvPr>
          <p:cNvSpPr>
            <a:spLocks noChangeArrowheads="1"/>
          </p:cNvSpPr>
          <p:nvPr/>
        </p:nvSpPr>
        <p:spPr bwMode="auto">
          <a:xfrm>
            <a:off x="535782" y="40401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 name="Rectangle 61">
            <a:extLst>
              <a:ext uri="{FF2B5EF4-FFF2-40B4-BE49-F238E27FC236}">
                <a16:creationId xmlns:a16="http://schemas.microsoft.com/office/drawing/2014/main" id="{B548C111-086F-412E-A3F7-E7F336D9B30D}"/>
              </a:ext>
            </a:extLst>
          </p:cNvPr>
          <p:cNvSpPr>
            <a:spLocks noChangeArrowheads="1"/>
          </p:cNvSpPr>
          <p:nvPr/>
        </p:nvSpPr>
        <p:spPr bwMode="auto">
          <a:xfrm>
            <a:off x="1542257" y="40401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 name="Rectangle 62">
            <a:extLst>
              <a:ext uri="{FF2B5EF4-FFF2-40B4-BE49-F238E27FC236}">
                <a16:creationId xmlns:a16="http://schemas.microsoft.com/office/drawing/2014/main" id="{90D705A7-7096-42D8-AA8E-7A236A5DBFFA}"/>
              </a:ext>
            </a:extLst>
          </p:cNvPr>
          <p:cNvSpPr>
            <a:spLocks noChangeArrowheads="1"/>
          </p:cNvSpPr>
          <p:nvPr/>
        </p:nvSpPr>
        <p:spPr bwMode="auto">
          <a:xfrm>
            <a:off x="3037682"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 name="Rectangle 63">
            <a:extLst>
              <a:ext uri="{FF2B5EF4-FFF2-40B4-BE49-F238E27FC236}">
                <a16:creationId xmlns:a16="http://schemas.microsoft.com/office/drawing/2014/main" id="{63D09A65-9215-4EB5-80DD-F820EA8B4FB0}"/>
              </a:ext>
            </a:extLst>
          </p:cNvPr>
          <p:cNvSpPr>
            <a:spLocks noChangeArrowheads="1"/>
          </p:cNvSpPr>
          <p:nvPr/>
        </p:nvSpPr>
        <p:spPr bwMode="auto">
          <a:xfrm>
            <a:off x="2483644" y="40401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 name="Rectangle 64">
            <a:extLst>
              <a:ext uri="{FF2B5EF4-FFF2-40B4-BE49-F238E27FC236}">
                <a16:creationId xmlns:a16="http://schemas.microsoft.com/office/drawing/2014/main" id="{07F3F397-2BEF-4434-9523-0BBFD6F02591}"/>
              </a:ext>
            </a:extLst>
          </p:cNvPr>
          <p:cNvSpPr>
            <a:spLocks noChangeArrowheads="1"/>
          </p:cNvSpPr>
          <p:nvPr/>
        </p:nvSpPr>
        <p:spPr bwMode="auto">
          <a:xfrm>
            <a:off x="4052094"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 name="Rectangle 65">
            <a:extLst>
              <a:ext uri="{FF2B5EF4-FFF2-40B4-BE49-F238E27FC236}">
                <a16:creationId xmlns:a16="http://schemas.microsoft.com/office/drawing/2014/main" id="{8605A2AE-2C66-4A1E-848A-039D93A95809}"/>
              </a:ext>
            </a:extLst>
          </p:cNvPr>
          <p:cNvSpPr>
            <a:spLocks noChangeArrowheads="1"/>
          </p:cNvSpPr>
          <p:nvPr/>
        </p:nvSpPr>
        <p:spPr bwMode="auto">
          <a:xfrm>
            <a:off x="70644" y="435133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 name="Rectangle 66">
            <a:extLst>
              <a:ext uri="{FF2B5EF4-FFF2-40B4-BE49-F238E27FC236}">
                <a16:creationId xmlns:a16="http://schemas.microsoft.com/office/drawing/2014/main" id="{9673DFB5-D7EE-4BDD-B8C6-CD2FEA04390D}"/>
              </a:ext>
            </a:extLst>
          </p:cNvPr>
          <p:cNvSpPr>
            <a:spLocks noChangeArrowheads="1"/>
          </p:cNvSpPr>
          <p:nvPr/>
        </p:nvSpPr>
        <p:spPr bwMode="auto">
          <a:xfrm>
            <a:off x="3486944" y="40401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 name="Rectangle 67">
            <a:extLst>
              <a:ext uri="{FF2B5EF4-FFF2-40B4-BE49-F238E27FC236}">
                <a16:creationId xmlns:a16="http://schemas.microsoft.com/office/drawing/2014/main" id="{D813A2A2-C9E6-42B4-9D13-CA28427DF8B6}"/>
              </a:ext>
            </a:extLst>
          </p:cNvPr>
          <p:cNvSpPr>
            <a:spLocks noChangeArrowheads="1"/>
          </p:cNvSpPr>
          <p:nvPr/>
        </p:nvSpPr>
        <p:spPr bwMode="auto">
          <a:xfrm>
            <a:off x="1134269"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 name="Rectangle 68">
            <a:extLst>
              <a:ext uri="{FF2B5EF4-FFF2-40B4-BE49-F238E27FC236}">
                <a16:creationId xmlns:a16="http://schemas.microsoft.com/office/drawing/2014/main" id="{1BA4EB3D-E15A-430B-8AE0-2A5BC5052916}"/>
              </a:ext>
            </a:extLst>
          </p:cNvPr>
          <p:cNvSpPr>
            <a:spLocks noChangeArrowheads="1"/>
          </p:cNvSpPr>
          <p:nvPr/>
        </p:nvSpPr>
        <p:spPr bwMode="auto">
          <a:xfrm>
            <a:off x="540544" y="43434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 name="Rectangle 69">
            <a:extLst>
              <a:ext uri="{FF2B5EF4-FFF2-40B4-BE49-F238E27FC236}">
                <a16:creationId xmlns:a16="http://schemas.microsoft.com/office/drawing/2014/main" id="{6E07E7B6-F0F2-47D9-A2E9-0663DF8901D1}"/>
              </a:ext>
            </a:extLst>
          </p:cNvPr>
          <p:cNvSpPr>
            <a:spLocks noChangeArrowheads="1"/>
          </p:cNvSpPr>
          <p:nvPr/>
        </p:nvSpPr>
        <p:spPr bwMode="auto">
          <a:xfrm>
            <a:off x="1537494" y="434340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Rectangle 70">
            <a:extLst>
              <a:ext uri="{FF2B5EF4-FFF2-40B4-BE49-F238E27FC236}">
                <a16:creationId xmlns:a16="http://schemas.microsoft.com/office/drawing/2014/main" id="{47198FFC-113E-4D46-9DDF-3D11C4DFA1DE}"/>
              </a:ext>
            </a:extLst>
          </p:cNvPr>
          <p:cNvSpPr>
            <a:spLocks noChangeArrowheads="1"/>
          </p:cNvSpPr>
          <p:nvPr/>
        </p:nvSpPr>
        <p:spPr bwMode="auto">
          <a:xfrm>
            <a:off x="3037682"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 name="Rectangle 71">
            <a:extLst>
              <a:ext uri="{FF2B5EF4-FFF2-40B4-BE49-F238E27FC236}">
                <a16:creationId xmlns:a16="http://schemas.microsoft.com/office/drawing/2014/main" id="{DC13B256-CE50-4FB5-A956-BE6D782538B9}"/>
              </a:ext>
            </a:extLst>
          </p:cNvPr>
          <p:cNvSpPr>
            <a:spLocks noChangeArrowheads="1"/>
          </p:cNvSpPr>
          <p:nvPr/>
        </p:nvSpPr>
        <p:spPr bwMode="auto">
          <a:xfrm>
            <a:off x="2477294" y="43434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7" name="Rectangle 72">
            <a:extLst>
              <a:ext uri="{FF2B5EF4-FFF2-40B4-BE49-F238E27FC236}">
                <a16:creationId xmlns:a16="http://schemas.microsoft.com/office/drawing/2014/main" id="{D1F24999-CC74-4FCB-989A-35E4A4D5D0DB}"/>
              </a:ext>
            </a:extLst>
          </p:cNvPr>
          <p:cNvSpPr>
            <a:spLocks noChangeArrowheads="1"/>
          </p:cNvSpPr>
          <p:nvPr/>
        </p:nvSpPr>
        <p:spPr bwMode="auto">
          <a:xfrm>
            <a:off x="4052094"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8" name="Rectangle 73">
            <a:extLst>
              <a:ext uri="{FF2B5EF4-FFF2-40B4-BE49-F238E27FC236}">
                <a16:creationId xmlns:a16="http://schemas.microsoft.com/office/drawing/2014/main" id="{469EDBC5-6F69-4368-9277-80F70309A964}"/>
              </a:ext>
            </a:extLst>
          </p:cNvPr>
          <p:cNvSpPr>
            <a:spLocks noChangeArrowheads="1"/>
          </p:cNvSpPr>
          <p:nvPr/>
        </p:nvSpPr>
        <p:spPr bwMode="auto">
          <a:xfrm>
            <a:off x="70644" y="4635500"/>
            <a:ext cx="11113"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9" name="Rectangle 74">
            <a:extLst>
              <a:ext uri="{FF2B5EF4-FFF2-40B4-BE49-F238E27FC236}">
                <a16:creationId xmlns:a16="http://schemas.microsoft.com/office/drawing/2014/main" id="{231A154B-64D3-4A1C-9D01-E4C188E7C136}"/>
              </a:ext>
            </a:extLst>
          </p:cNvPr>
          <p:cNvSpPr>
            <a:spLocks noChangeArrowheads="1"/>
          </p:cNvSpPr>
          <p:nvPr/>
        </p:nvSpPr>
        <p:spPr bwMode="auto">
          <a:xfrm>
            <a:off x="3485357" y="43434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75">
            <a:extLst>
              <a:ext uri="{FF2B5EF4-FFF2-40B4-BE49-F238E27FC236}">
                <a16:creationId xmlns:a16="http://schemas.microsoft.com/office/drawing/2014/main" id="{A215F6DA-8E33-4351-B51B-9A88C25D826F}"/>
              </a:ext>
            </a:extLst>
          </p:cNvPr>
          <p:cNvSpPr>
            <a:spLocks noChangeArrowheads="1"/>
          </p:cNvSpPr>
          <p:nvPr/>
        </p:nvSpPr>
        <p:spPr bwMode="auto">
          <a:xfrm>
            <a:off x="1134269"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1" name="Rectangle 76">
            <a:extLst>
              <a:ext uri="{FF2B5EF4-FFF2-40B4-BE49-F238E27FC236}">
                <a16:creationId xmlns:a16="http://schemas.microsoft.com/office/drawing/2014/main" id="{E565CA39-08AD-4EB0-A636-E18F581A9F62}"/>
              </a:ext>
            </a:extLst>
          </p:cNvPr>
          <p:cNvSpPr>
            <a:spLocks noChangeArrowheads="1"/>
          </p:cNvSpPr>
          <p:nvPr/>
        </p:nvSpPr>
        <p:spPr bwMode="auto">
          <a:xfrm>
            <a:off x="5214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2" name="Rectangle 77">
            <a:extLst>
              <a:ext uri="{FF2B5EF4-FFF2-40B4-BE49-F238E27FC236}">
                <a16:creationId xmlns:a16="http://schemas.microsoft.com/office/drawing/2014/main" id="{25A07392-E5E4-4A95-AF15-84ED385B73D9}"/>
              </a:ext>
            </a:extLst>
          </p:cNvPr>
          <p:cNvSpPr>
            <a:spLocks noChangeArrowheads="1"/>
          </p:cNvSpPr>
          <p:nvPr/>
        </p:nvSpPr>
        <p:spPr bwMode="auto">
          <a:xfrm>
            <a:off x="1543844" y="46482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Rectangle 78">
            <a:extLst>
              <a:ext uri="{FF2B5EF4-FFF2-40B4-BE49-F238E27FC236}">
                <a16:creationId xmlns:a16="http://schemas.microsoft.com/office/drawing/2014/main" id="{F23CF07F-4F0A-4777-8B6F-FAC0F61B40BA}"/>
              </a:ext>
            </a:extLst>
          </p:cNvPr>
          <p:cNvSpPr>
            <a:spLocks noChangeArrowheads="1"/>
          </p:cNvSpPr>
          <p:nvPr/>
        </p:nvSpPr>
        <p:spPr bwMode="auto">
          <a:xfrm>
            <a:off x="3037682"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79">
            <a:extLst>
              <a:ext uri="{FF2B5EF4-FFF2-40B4-BE49-F238E27FC236}">
                <a16:creationId xmlns:a16="http://schemas.microsoft.com/office/drawing/2014/main" id="{B49B7824-AC72-4019-AFD4-531DD4A8AEAA}"/>
              </a:ext>
            </a:extLst>
          </p:cNvPr>
          <p:cNvSpPr>
            <a:spLocks noChangeArrowheads="1"/>
          </p:cNvSpPr>
          <p:nvPr/>
        </p:nvSpPr>
        <p:spPr bwMode="auto">
          <a:xfrm>
            <a:off x="24772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80">
            <a:extLst>
              <a:ext uri="{FF2B5EF4-FFF2-40B4-BE49-F238E27FC236}">
                <a16:creationId xmlns:a16="http://schemas.microsoft.com/office/drawing/2014/main" id="{8F3E3F1C-48E2-4E69-ACDE-0F6BA9466559}"/>
              </a:ext>
            </a:extLst>
          </p:cNvPr>
          <p:cNvSpPr>
            <a:spLocks noChangeArrowheads="1"/>
          </p:cNvSpPr>
          <p:nvPr/>
        </p:nvSpPr>
        <p:spPr bwMode="auto">
          <a:xfrm>
            <a:off x="4052094"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81">
            <a:extLst>
              <a:ext uri="{FF2B5EF4-FFF2-40B4-BE49-F238E27FC236}">
                <a16:creationId xmlns:a16="http://schemas.microsoft.com/office/drawing/2014/main" id="{7E605450-2DEA-4FCD-8296-801220C816FB}"/>
              </a:ext>
            </a:extLst>
          </p:cNvPr>
          <p:cNvSpPr>
            <a:spLocks noChangeArrowheads="1"/>
          </p:cNvSpPr>
          <p:nvPr/>
        </p:nvSpPr>
        <p:spPr bwMode="auto">
          <a:xfrm>
            <a:off x="96044" y="4997450"/>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82">
            <a:extLst>
              <a:ext uri="{FF2B5EF4-FFF2-40B4-BE49-F238E27FC236}">
                <a16:creationId xmlns:a16="http://schemas.microsoft.com/office/drawing/2014/main" id="{43BB746B-897C-4874-AF82-698A1C2EE3CD}"/>
              </a:ext>
            </a:extLst>
          </p:cNvPr>
          <p:cNvSpPr>
            <a:spLocks noChangeArrowheads="1"/>
          </p:cNvSpPr>
          <p:nvPr/>
        </p:nvSpPr>
        <p:spPr bwMode="auto">
          <a:xfrm>
            <a:off x="3485357" y="46482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 name="Arrow: Right 1">
            <a:extLst>
              <a:ext uri="{FF2B5EF4-FFF2-40B4-BE49-F238E27FC236}">
                <a16:creationId xmlns:a16="http://schemas.microsoft.com/office/drawing/2014/main" id="{821B852E-85B4-4EB6-8976-812566066041}"/>
              </a:ext>
            </a:extLst>
          </p:cNvPr>
          <p:cNvSpPr/>
          <p:nvPr/>
        </p:nvSpPr>
        <p:spPr bwMode="auto">
          <a:xfrm>
            <a:off x="4150519" y="3240881"/>
            <a:ext cx="573881" cy="457200"/>
          </a:xfrm>
          <a:prstGeom prst="rightArrow">
            <a:avLst/>
          </a:prstGeom>
          <a:solidFill>
            <a:schemeClr val="tx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charset="0"/>
              <a:ea typeface="ＭＳ Ｐゴシック" charset="0"/>
              <a:cs typeface="+mn-cs"/>
            </a:endParaRPr>
          </a:p>
        </p:txBody>
      </p:sp>
      <p:sp>
        <p:nvSpPr>
          <p:cNvPr id="3" name="Rectangle 2">
            <a:extLst>
              <a:ext uri="{FF2B5EF4-FFF2-40B4-BE49-F238E27FC236}">
                <a16:creationId xmlns:a16="http://schemas.microsoft.com/office/drawing/2014/main" id="{4E844C8B-14A7-4CF3-B8B0-5544C3C354A5}"/>
              </a:ext>
            </a:extLst>
          </p:cNvPr>
          <p:cNvSpPr/>
          <p:nvPr/>
        </p:nvSpPr>
        <p:spPr>
          <a:xfrm>
            <a:off x="393783" y="5472967"/>
            <a:ext cx="6839888" cy="830997"/>
          </a:xfrm>
          <a:prstGeom prst="rect">
            <a:avLst/>
          </a:prstGeom>
        </p:spPr>
        <p:txBody>
          <a:bodyPr wrap="square">
            <a:spAutoFit/>
          </a:bodyPr>
          <a:lstStyle/>
          <a:p>
            <a:pPr marL="342900" indent="-342900">
              <a:buFont typeface="Arial" panose="020B0604020202020204" pitchFamily="34" charset="0"/>
              <a:buChar char="•"/>
            </a:pPr>
            <a:r>
              <a:rPr lang="en-US"/>
              <a:t>The symbol </a:t>
            </a:r>
            <a:r>
              <a:rPr lang="en-US" b="1"/>
              <a:t>A</a:t>
            </a:r>
            <a:r>
              <a:rPr lang="en-US"/>
              <a:t> represent both the states A and D </a:t>
            </a:r>
          </a:p>
          <a:p>
            <a:pPr marL="342900" indent="-342900">
              <a:buFont typeface="Arial" panose="020B0604020202020204" pitchFamily="34" charset="0"/>
              <a:buChar char="•"/>
            </a:pPr>
            <a:r>
              <a:rPr lang="en-US"/>
              <a:t>The symbol </a:t>
            </a:r>
            <a:r>
              <a:rPr lang="en-US" b="1"/>
              <a:t>C</a:t>
            </a:r>
            <a:r>
              <a:rPr lang="en-US"/>
              <a:t> represent the states C, E, and G</a:t>
            </a:r>
          </a:p>
        </p:txBody>
      </p:sp>
      <p:sp>
        <p:nvSpPr>
          <p:cNvPr id="138" name="TextBox 137">
            <a:extLst>
              <a:ext uri="{FF2B5EF4-FFF2-40B4-BE49-F238E27FC236}">
                <a16:creationId xmlns:a16="http://schemas.microsoft.com/office/drawing/2014/main" id="{8E5A5498-1CB9-4A5E-B9C2-865098BBEC2B}"/>
              </a:ext>
            </a:extLst>
          </p:cNvPr>
          <p:cNvSpPr txBox="1"/>
          <p:nvPr/>
        </p:nvSpPr>
        <p:spPr>
          <a:xfrm>
            <a:off x="4696825" y="739130"/>
            <a:ext cx="2519362" cy="461665"/>
          </a:xfrm>
          <a:prstGeom prst="rect">
            <a:avLst/>
          </a:prstGeom>
          <a:noFill/>
        </p:spPr>
        <p:txBody>
          <a:bodyPr wrap="square">
            <a:spAutoFit/>
          </a:bodyPr>
          <a:lstStyle/>
          <a:p>
            <a:r>
              <a:rPr lang="en-US" dirty="0"/>
              <a:t>(AD)(B)(CEG)(F)</a:t>
            </a: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DA148210-7819-496C-827B-2F0FECEC1618}"/>
                  </a:ext>
                </a:extLst>
              </p14:cNvPr>
              <p14:cNvContentPartPr/>
              <p14:nvPr/>
            </p14:nvContentPartPr>
            <p14:xfrm>
              <a:off x="3652920" y="1157400"/>
              <a:ext cx="4663800" cy="3397320"/>
            </p14:xfrm>
          </p:contentPart>
        </mc:Choice>
        <mc:Fallback>
          <p:pic>
            <p:nvPicPr>
              <p:cNvPr id="4" name="Ink 3">
                <a:extLst>
                  <a:ext uri="{FF2B5EF4-FFF2-40B4-BE49-F238E27FC236}">
                    <a16:creationId xmlns:a16="http://schemas.microsoft.com/office/drawing/2014/main" id="{DA148210-7819-496C-827B-2F0FECEC1618}"/>
                  </a:ext>
                </a:extLst>
              </p:cNvPr>
              <p:cNvPicPr/>
              <p:nvPr/>
            </p:nvPicPr>
            <p:blipFill>
              <a:blip r:embed="rId3"/>
              <a:stretch>
                <a:fillRect/>
              </a:stretch>
            </p:blipFill>
            <p:spPr>
              <a:xfrm>
                <a:off x="3643560" y="1148040"/>
                <a:ext cx="4682520" cy="3416040"/>
              </a:xfrm>
              <a:prstGeom prst="rect">
                <a:avLst/>
              </a:prstGeom>
            </p:spPr>
          </p:pic>
        </mc:Fallback>
      </mc:AlternateContent>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4">
            <a:extLst>
              <a:ext uri="{FF2B5EF4-FFF2-40B4-BE49-F238E27FC236}">
                <a16:creationId xmlns:a16="http://schemas.microsoft.com/office/drawing/2014/main" id="{524D1C01-B3EE-4976-B724-CCFB159F9524}"/>
              </a:ext>
            </a:extLst>
          </p:cNvPr>
          <p:cNvSpPr>
            <a:spLocks noChangeArrowheads="1"/>
          </p:cNvSpPr>
          <p:nvPr/>
        </p:nvSpPr>
        <p:spPr bwMode="auto">
          <a:xfrm>
            <a:off x="4825412" y="2085975"/>
            <a:ext cx="4035425" cy="111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8" name="Rectangle 5">
            <a:extLst>
              <a:ext uri="{FF2B5EF4-FFF2-40B4-BE49-F238E27FC236}">
                <a16:creationId xmlns:a16="http://schemas.microsoft.com/office/drawing/2014/main" id="{5F54EF4E-9A3A-4F8A-85F4-49B4C6CD1A21}"/>
              </a:ext>
            </a:extLst>
          </p:cNvPr>
          <p:cNvSpPr>
            <a:spLocks noChangeArrowheads="1"/>
          </p:cNvSpPr>
          <p:nvPr/>
        </p:nvSpPr>
        <p:spPr bwMode="auto">
          <a:xfrm>
            <a:off x="4801599" y="2114550"/>
            <a:ext cx="11113"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9" name="Rectangle 6">
            <a:extLst>
              <a:ext uri="{FF2B5EF4-FFF2-40B4-BE49-F238E27FC236}">
                <a16:creationId xmlns:a16="http://schemas.microsoft.com/office/drawing/2014/main" id="{84AA85F3-F71C-4164-A2A8-B5293A8730DA}"/>
              </a:ext>
            </a:extLst>
          </p:cNvPr>
          <p:cNvSpPr>
            <a:spLocks noChangeArrowheads="1"/>
          </p:cNvSpPr>
          <p:nvPr/>
        </p:nvSpPr>
        <p:spPr bwMode="auto">
          <a:xfrm>
            <a:off x="5866812"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0" name="Rectangle 7">
            <a:extLst>
              <a:ext uri="{FF2B5EF4-FFF2-40B4-BE49-F238E27FC236}">
                <a16:creationId xmlns:a16="http://schemas.microsoft.com/office/drawing/2014/main" id="{693011D7-8535-44F6-9386-42F81CD7F5F1}"/>
              </a:ext>
            </a:extLst>
          </p:cNvPr>
          <p:cNvSpPr>
            <a:spLocks noChangeArrowheads="1"/>
          </p:cNvSpPr>
          <p:nvPr/>
        </p:nvSpPr>
        <p:spPr bwMode="auto">
          <a:xfrm>
            <a:off x="4966699" y="2305050"/>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1" name="Rectangle 8">
            <a:extLst>
              <a:ext uri="{FF2B5EF4-FFF2-40B4-BE49-F238E27FC236}">
                <a16:creationId xmlns:a16="http://schemas.microsoft.com/office/drawing/2014/main" id="{CD050CF9-C9E7-4291-8566-A0992DF299DD}"/>
              </a:ext>
            </a:extLst>
          </p:cNvPr>
          <p:cNvSpPr>
            <a:spLocks noChangeArrowheads="1"/>
          </p:cNvSpPr>
          <p:nvPr/>
        </p:nvSpPr>
        <p:spPr bwMode="auto">
          <a:xfrm>
            <a:off x="77733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2" name="Rectangle 9">
            <a:extLst>
              <a:ext uri="{FF2B5EF4-FFF2-40B4-BE49-F238E27FC236}">
                <a16:creationId xmlns:a16="http://schemas.microsoft.com/office/drawing/2014/main" id="{8C4B4A95-0796-4EEA-92DF-F563C421F875}"/>
              </a:ext>
            </a:extLst>
          </p:cNvPr>
          <p:cNvSpPr>
            <a:spLocks noChangeArrowheads="1"/>
          </p:cNvSpPr>
          <p:nvPr/>
        </p:nvSpPr>
        <p:spPr bwMode="auto">
          <a:xfrm>
            <a:off x="6311312" y="2212975"/>
            <a:ext cx="1020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3" name="Rectangle 10">
            <a:extLst>
              <a:ext uri="{FF2B5EF4-FFF2-40B4-BE49-F238E27FC236}">
                <a16:creationId xmlns:a16="http://schemas.microsoft.com/office/drawing/2014/main" id="{D5F82E23-1E59-41DB-8B0C-2FE8947E7051}"/>
              </a:ext>
            </a:extLst>
          </p:cNvPr>
          <p:cNvSpPr>
            <a:spLocks noChangeArrowheads="1"/>
          </p:cNvSpPr>
          <p:nvPr/>
        </p:nvSpPr>
        <p:spPr bwMode="auto">
          <a:xfrm>
            <a:off x="88401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4" name="Rectangle 11">
            <a:extLst>
              <a:ext uri="{FF2B5EF4-FFF2-40B4-BE49-F238E27FC236}">
                <a16:creationId xmlns:a16="http://schemas.microsoft.com/office/drawing/2014/main" id="{F74D8EC5-F38B-4DBE-9CA9-C37FB4BE25F0}"/>
              </a:ext>
            </a:extLst>
          </p:cNvPr>
          <p:cNvSpPr>
            <a:spLocks noChangeArrowheads="1"/>
          </p:cNvSpPr>
          <p:nvPr/>
        </p:nvSpPr>
        <p:spPr bwMode="auto">
          <a:xfrm>
            <a:off x="5866812" y="2566988"/>
            <a:ext cx="191611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5" name="Rectangle 12">
            <a:extLst>
              <a:ext uri="{FF2B5EF4-FFF2-40B4-BE49-F238E27FC236}">
                <a16:creationId xmlns:a16="http://schemas.microsoft.com/office/drawing/2014/main" id="{8312286B-603B-4C0F-9A53-2F49A43E0DC5}"/>
              </a:ext>
            </a:extLst>
          </p:cNvPr>
          <p:cNvSpPr>
            <a:spLocks noChangeArrowheads="1"/>
          </p:cNvSpPr>
          <p:nvPr/>
        </p:nvSpPr>
        <p:spPr bwMode="auto">
          <a:xfrm>
            <a:off x="4801599" y="257968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6" name="Rectangle 13">
            <a:extLst>
              <a:ext uri="{FF2B5EF4-FFF2-40B4-BE49-F238E27FC236}">
                <a16:creationId xmlns:a16="http://schemas.microsoft.com/office/drawing/2014/main" id="{945F08FF-E335-4148-8185-94B3095DFAA4}"/>
              </a:ext>
            </a:extLst>
          </p:cNvPr>
          <p:cNvSpPr>
            <a:spLocks noChangeArrowheads="1"/>
          </p:cNvSpPr>
          <p:nvPr/>
        </p:nvSpPr>
        <p:spPr bwMode="auto">
          <a:xfrm>
            <a:off x="7992474" y="2305050"/>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7" name="Rectangle 14">
            <a:extLst>
              <a:ext uri="{FF2B5EF4-FFF2-40B4-BE49-F238E27FC236}">
                <a16:creationId xmlns:a16="http://schemas.microsoft.com/office/drawing/2014/main" id="{FF921BC7-8809-4FF4-9819-C4D37467EEC1}"/>
              </a:ext>
            </a:extLst>
          </p:cNvPr>
          <p:cNvSpPr>
            <a:spLocks noChangeArrowheads="1"/>
          </p:cNvSpPr>
          <p:nvPr/>
        </p:nvSpPr>
        <p:spPr bwMode="auto">
          <a:xfrm>
            <a:off x="5866812"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8" name="Rectangle 15">
            <a:extLst>
              <a:ext uri="{FF2B5EF4-FFF2-40B4-BE49-F238E27FC236}">
                <a16:creationId xmlns:a16="http://schemas.microsoft.com/office/drawing/2014/main" id="{49DF07A4-54E0-437C-967B-160A59B5841E}"/>
              </a:ext>
            </a:extLst>
          </p:cNvPr>
          <p:cNvSpPr>
            <a:spLocks noChangeArrowheads="1"/>
          </p:cNvSpPr>
          <p:nvPr/>
        </p:nvSpPr>
        <p:spPr bwMode="auto">
          <a:xfrm>
            <a:off x="5106399" y="25860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9" name="Rectangle 16">
            <a:extLst>
              <a:ext uri="{FF2B5EF4-FFF2-40B4-BE49-F238E27FC236}">
                <a16:creationId xmlns:a16="http://schemas.microsoft.com/office/drawing/2014/main" id="{E2EC77F7-2EB7-4D4E-885A-1F469566FEA8}"/>
              </a:ext>
            </a:extLst>
          </p:cNvPr>
          <p:cNvSpPr>
            <a:spLocks noChangeArrowheads="1"/>
          </p:cNvSpPr>
          <p:nvPr/>
        </p:nvSpPr>
        <p:spPr bwMode="auto">
          <a:xfrm>
            <a:off x="6014449"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0" name="Rectangle 17">
            <a:extLst>
              <a:ext uri="{FF2B5EF4-FFF2-40B4-BE49-F238E27FC236}">
                <a16:creationId xmlns:a16="http://schemas.microsoft.com/office/drawing/2014/main" id="{CF825199-0701-4FB5-ADAF-A537921269DA}"/>
              </a:ext>
            </a:extLst>
          </p:cNvPr>
          <p:cNvSpPr>
            <a:spLocks noChangeArrowheads="1"/>
          </p:cNvSpPr>
          <p:nvPr/>
        </p:nvSpPr>
        <p:spPr bwMode="auto">
          <a:xfrm>
            <a:off x="62763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1" name="Rectangle 18">
            <a:extLst>
              <a:ext uri="{FF2B5EF4-FFF2-40B4-BE49-F238E27FC236}">
                <a16:creationId xmlns:a16="http://schemas.microsoft.com/office/drawing/2014/main" id="{C62B9FAB-D11E-47FC-92BB-6CE7C10B6289}"/>
              </a:ext>
            </a:extLst>
          </p:cNvPr>
          <p:cNvSpPr>
            <a:spLocks noChangeArrowheads="1"/>
          </p:cNvSpPr>
          <p:nvPr/>
        </p:nvSpPr>
        <p:spPr bwMode="auto">
          <a:xfrm>
            <a:off x="6539912"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2" name="Rectangle 19">
            <a:extLst>
              <a:ext uri="{FF2B5EF4-FFF2-40B4-BE49-F238E27FC236}">
                <a16:creationId xmlns:a16="http://schemas.microsoft.com/office/drawing/2014/main" id="{8607EA5E-9C12-40A5-B1E8-88C51A787DB7}"/>
              </a:ext>
            </a:extLst>
          </p:cNvPr>
          <p:cNvSpPr>
            <a:spLocks noChangeArrowheads="1"/>
          </p:cNvSpPr>
          <p:nvPr/>
        </p:nvSpPr>
        <p:spPr bwMode="auto">
          <a:xfrm>
            <a:off x="6968537"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3" name="Rectangle 20">
            <a:extLst>
              <a:ext uri="{FF2B5EF4-FFF2-40B4-BE49-F238E27FC236}">
                <a16:creationId xmlns:a16="http://schemas.microsoft.com/office/drawing/2014/main" id="{5D0CE83B-C5E3-4A2E-AF99-420976A50159}"/>
              </a:ext>
            </a:extLst>
          </p:cNvPr>
          <p:cNvSpPr>
            <a:spLocks noChangeArrowheads="1"/>
          </p:cNvSpPr>
          <p:nvPr/>
        </p:nvSpPr>
        <p:spPr bwMode="auto">
          <a:xfrm>
            <a:off x="72288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4" name="Rectangle 21">
            <a:extLst>
              <a:ext uri="{FF2B5EF4-FFF2-40B4-BE49-F238E27FC236}">
                <a16:creationId xmlns:a16="http://schemas.microsoft.com/office/drawing/2014/main" id="{2B234F0E-6B29-49D0-876D-0CC862825F26}"/>
              </a:ext>
            </a:extLst>
          </p:cNvPr>
          <p:cNvSpPr>
            <a:spLocks noChangeArrowheads="1"/>
          </p:cNvSpPr>
          <p:nvPr/>
        </p:nvSpPr>
        <p:spPr bwMode="auto">
          <a:xfrm>
            <a:off x="77733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5" name="Rectangle 22">
            <a:extLst>
              <a:ext uri="{FF2B5EF4-FFF2-40B4-BE49-F238E27FC236}">
                <a16:creationId xmlns:a16="http://schemas.microsoft.com/office/drawing/2014/main" id="{A7D5B839-E0A8-428E-A05B-1B444F7D2995}"/>
              </a:ext>
            </a:extLst>
          </p:cNvPr>
          <p:cNvSpPr>
            <a:spLocks noChangeArrowheads="1"/>
          </p:cNvSpPr>
          <p:nvPr/>
        </p:nvSpPr>
        <p:spPr bwMode="auto">
          <a:xfrm>
            <a:off x="7495587"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6" name="Rectangle 23">
            <a:extLst>
              <a:ext uri="{FF2B5EF4-FFF2-40B4-BE49-F238E27FC236}">
                <a16:creationId xmlns:a16="http://schemas.microsoft.com/office/drawing/2014/main" id="{ED552DEC-3393-48F8-8A9B-7E9B6DDDD79A}"/>
              </a:ext>
            </a:extLst>
          </p:cNvPr>
          <p:cNvSpPr>
            <a:spLocks noChangeArrowheads="1"/>
          </p:cNvSpPr>
          <p:nvPr/>
        </p:nvSpPr>
        <p:spPr bwMode="auto">
          <a:xfrm>
            <a:off x="88401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7" name="Rectangle 24">
            <a:extLst>
              <a:ext uri="{FF2B5EF4-FFF2-40B4-BE49-F238E27FC236}">
                <a16:creationId xmlns:a16="http://schemas.microsoft.com/office/drawing/2014/main" id="{565F61A3-FE18-42D2-9A1C-24145657D705}"/>
              </a:ext>
            </a:extLst>
          </p:cNvPr>
          <p:cNvSpPr>
            <a:spLocks noChangeArrowheads="1"/>
          </p:cNvSpPr>
          <p:nvPr/>
        </p:nvSpPr>
        <p:spPr bwMode="auto">
          <a:xfrm>
            <a:off x="4825412" y="3024188"/>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8" name="Rectangle 25">
            <a:extLst>
              <a:ext uri="{FF2B5EF4-FFF2-40B4-BE49-F238E27FC236}">
                <a16:creationId xmlns:a16="http://schemas.microsoft.com/office/drawing/2014/main" id="{CD9FC449-DF22-4F69-8695-897285DE1573}"/>
              </a:ext>
            </a:extLst>
          </p:cNvPr>
          <p:cNvSpPr>
            <a:spLocks noChangeArrowheads="1"/>
          </p:cNvSpPr>
          <p:nvPr/>
        </p:nvSpPr>
        <p:spPr bwMode="auto">
          <a:xfrm>
            <a:off x="4801599" y="3040063"/>
            <a:ext cx="11113"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9" name="Rectangle 26">
            <a:extLst>
              <a:ext uri="{FF2B5EF4-FFF2-40B4-BE49-F238E27FC236}">
                <a16:creationId xmlns:a16="http://schemas.microsoft.com/office/drawing/2014/main" id="{B4E972F8-8C41-4154-AD9D-F082C84A1035}"/>
              </a:ext>
            </a:extLst>
          </p:cNvPr>
          <p:cNvSpPr>
            <a:spLocks noChangeArrowheads="1"/>
          </p:cNvSpPr>
          <p:nvPr/>
        </p:nvSpPr>
        <p:spPr bwMode="auto">
          <a:xfrm>
            <a:off x="8244887" y="2584450"/>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0" name="Rectangle 27">
            <a:extLst>
              <a:ext uri="{FF2B5EF4-FFF2-40B4-BE49-F238E27FC236}">
                <a16:creationId xmlns:a16="http://schemas.microsoft.com/office/drawing/2014/main" id="{BFE6B1C6-6083-41D2-9F63-1CF6BD2DBC67}"/>
              </a:ext>
            </a:extLst>
          </p:cNvPr>
          <p:cNvSpPr>
            <a:spLocks noChangeArrowheads="1"/>
          </p:cNvSpPr>
          <p:nvPr/>
        </p:nvSpPr>
        <p:spPr bwMode="auto">
          <a:xfrm>
            <a:off x="5866812"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1" name="Rectangle 28">
            <a:extLst>
              <a:ext uri="{FF2B5EF4-FFF2-40B4-BE49-F238E27FC236}">
                <a16:creationId xmlns:a16="http://schemas.microsoft.com/office/drawing/2014/main" id="{6E9556CA-3E78-4C55-9A44-78D3DD40092D}"/>
              </a:ext>
            </a:extLst>
          </p:cNvPr>
          <p:cNvSpPr>
            <a:spLocks noChangeArrowheads="1"/>
          </p:cNvSpPr>
          <p:nvPr/>
        </p:nvSpPr>
        <p:spPr bwMode="auto">
          <a:xfrm>
            <a:off x="5247687" y="31369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2" name="Rectangle 29">
            <a:extLst>
              <a:ext uri="{FF2B5EF4-FFF2-40B4-BE49-F238E27FC236}">
                <a16:creationId xmlns:a16="http://schemas.microsoft.com/office/drawing/2014/main" id="{230C11FC-C4EA-479B-916F-2CE9A5A001DB}"/>
              </a:ext>
            </a:extLst>
          </p:cNvPr>
          <p:cNvSpPr>
            <a:spLocks noChangeArrowheads="1"/>
          </p:cNvSpPr>
          <p:nvPr/>
        </p:nvSpPr>
        <p:spPr bwMode="auto">
          <a:xfrm>
            <a:off x="6255749" y="313690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3" name="Rectangle 30">
            <a:extLst>
              <a:ext uri="{FF2B5EF4-FFF2-40B4-BE49-F238E27FC236}">
                <a16:creationId xmlns:a16="http://schemas.microsoft.com/office/drawing/2014/main" id="{D24C2A78-8183-4D67-B1EB-8A0D1A53F573}"/>
              </a:ext>
            </a:extLst>
          </p:cNvPr>
          <p:cNvSpPr>
            <a:spLocks noChangeArrowheads="1"/>
          </p:cNvSpPr>
          <p:nvPr/>
        </p:nvSpPr>
        <p:spPr bwMode="auto">
          <a:xfrm>
            <a:off x="77733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4" name="Rectangle 31">
            <a:extLst>
              <a:ext uri="{FF2B5EF4-FFF2-40B4-BE49-F238E27FC236}">
                <a16:creationId xmlns:a16="http://schemas.microsoft.com/office/drawing/2014/main" id="{11DECFDE-8507-41DD-93C9-99F7A840862E}"/>
              </a:ext>
            </a:extLst>
          </p:cNvPr>
          <p:cNvSpPr>
            <a:spLocks noChangeArrowheads="1"/>
          </p:cNvSpPr>
          <p:nvPr/>
        </p:nvSpPr>
        <p:spPr bwMode="auto">
          <a:xfrm>
            <a:off x="7214599" y="313690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5" name="Rectangle 32">
            <a:extLst>
              <a:ext uri="{FF2B5EF4-FFF2-40B4-BE49-F238E27FC236}">
                <a16:creationId xmlns:a16="http://schemas.microsoft.com/office/drawing/2014/main" id="{8E60E31A-0CBC-4B8C-A8C5-7D0919487E50}"/>
              </a:ext>
            </a:extLst>
          </p:cNvPr>
          <p:cNvSpPr>
            <a:spLocks noChangeArrowheads="1"/>
          </p:cNvSpPr>
          <p:nvPr/>
        </p:nvSpPr>
        <p:spPr bwMode="auto">
          <a:xfrm>
            <a:off x="88401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6" name="Rectangle 33">
            <a:extLst>
              <a:ext uri="{FF2B5EF4-FFF2-40B4-BE49-F238E27FC236}">
                <a16:creationId xmlns:a16="http://schemas.microsoft.com/office/drawing/2014/main" id="{FEE0A556-A843-4E98-AE2E-63ABD0F92E77}"/>
              </a:ext>
            </a:extLst>
          </p:cNvPr>
          <p:cNvSpPr>
            <a:spLocks noChangeArrowheads="1"/>
          </p:cNvSpPr>
          <p:nvPr/>
        </p:nvSpPr>
        <p:spPr bwMode="auto">
          <a:xfrm>
            <a:off x="4801599" y="34417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7" name="Rectangle 34">
            <a:extLst>
              <a:ext uri="{FF2B5EF4-FFF2-40B4-BE49-F238E27FC236}">
                <a16:creationId xmlns:a16="http://schemas.microsoft.com/office/drawing/2014/main" id="{DFCE2D58-1B08-4CC1-B971-95D5FED9E319}"/>
              </a:ext>
            </a:extLst>
          </p:cNvPr>
          <p:cNvSpPr>
            <a:spLocks noChangeArrowheads="1"/>
          </p:cNvSpPr>
          <p:nvPr/>
        </p:nvSpPr>
        <p:spPr bwMode="auto">
          <a:xfrm>
            <a:off x="8249649" y="31369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8" name="Rectangle 35">
            <a:extLst>
              <a:ext uri="{FF2B5EF4-FFF2-40B4-BE49-F238E27FC236}">
                <a16:creationId xmlns:a16="http://schemas.microsoft.com/office/drawing/2014/main" id="{3F5A6868-2E4A-4091-876D-F5927E975BE3}"/>
              </a:ext>
            </a:extLst>
          </p:cNvPr>
          <p:cNvSpPr>
            <a:spLocks noChangeArrowheads="1"/>
          </p:cNvSpPr>
          <p:nvPr/>
        </p:nvSpPr>
        <p:spPr bwMode="auto">
          <a:xfrm>
            <a:off x="5866812"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9" name="Rectangle 36">
            <a:extLst>
              <a:ext uri="{FF2B5EF4-FFF2-40B4-BE49-F238E27FC236}">
                <a16:creationId xmlns:a16="http://schemas.microsoft.com/office/drawing/2014/main" id="{F3E57F08-08E2-4CB3-B7EB-5C50E3B6CE7B}"/>
              </a:ext>
            </a:extLst>
          </p:cNvPr>
          <p:cNvSpPr>
            <a:spLocks noChangeArrowheads="1"/>
          </p:cNvSpPr>
          <p:nvPr/>
        </p:nvSpPr>
        <p:spPr bwMode="auto">
          <a:xfrm>
            <a:off x="5252449" y="34385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0" name="Rectangle 37">
            <a:extLst>
              <a:ext uri="{FF2B5EF4-FFF2-40B4-BE49-F238E27FC236}">
                <a16:creationId xmlns:a16="http://schemas.microsoft.com/office/drawing/2014/main" id="{3030E7FD-08EA-4A31-889A-DCE61C73DE37}"/>
              </a:ext>
            </a:extLst>
          </p:cNvPr>
          <p:cNvSpPr>
            <a:spLocks noChangeArrowheads="1"/>
          </p:cNvSpPr>
          <p:nvPr/>
        </p:nvSpPr>
        <p:spPr bwMode="auto">
          <a:xfrm>
            <a:off x="6250987" y="3438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1" name="Rectangle 38">
            <a:extLst>
              <a:ext uri="{FF2B5EF4-FFF2-40B4-BE49-F238E27FC236}">
                <a16:creationId xmlns:a16="http://schemas.microsoft.com/office/drawing/2014/main" id="{5FE7E3DA-D346-4838-85C2-7424A619DC6F}"/>
              </a:ext>
            </a:extLst>
          </p:cNvPr>
          <p:cNvSpPr>
            <a:spLocks noChangeArrowheads="1"/>
          </p:cNvSpPr>
          <p:nvPr/>
        </p:nvSpPr>
        <p:spPr bwMode="auto">
          <a:xfrm>
            <a:off x="77733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2" name="Rectangle 39">
            <a:extLst>
              <a:ext uri="{FF2B5EF4-FFF2-40B4-BE49-F238E27FC236}">
                <a16:creationId xmlns:a16="http://schemas.microsoft.com/office/drawing/2014/main" id="{BEF1C1CB-6CCC-4AFC-861A-2B5F0F6A72CE}"/>
              </a:ext>
            </a:extLst>
          </p:cNvPr>
          <p:cNvSpPr>
            <a:spLocks noChangeArrowheads="1"/>
          </p:cNvSpPr>
          <p:nvPr/>
        </p:nvSpPr>
        <p:spPr bwMode="auto">
          <a:xfrm>
            <a:off x="7227299" y="34385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3" name="Rectangle 40">
            <a:extLst>
              <a:ext uri="{FF2B5EF4-FFF2-40B4-BE49-F238E27FC236}">
                <a16:creationId xmlns:a16="http://schemas.microsoft.com/office/drawing/2014/main" id="{4C1F64A3-9393-4622-86E7-337A631B12D1}"/>
              </a:ext>
            </a:extLst>
          </p:cNvPr>
          <p:cNvSpPr>
            <a:spLocks noChangeArrowheads="1"/>
          </p:cNvSpPr>
          <p:nvPr/>
        </p:nvSpPr>
        <p:spPr bwMode="auto">
          <a:xfrm>
            <a:off x="88401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4" name="Rectangle 41">
            <a:extLst>
              <a:ext uri="{FF2B5EF4-FFF2-40B4-BE49-F238E27FC236}">
                <a16:creationId xmlns:a16="http://schemas.microsoft.com/office/drawing/2014/main" id="{19C0351E-7D7E-4D1E-BF66-07D0B2A0A3C0}"/>
              </a:ext>
            </a:extLst>
          </p:cNvPr>
          <p:cNvSpPr>
            <a:spLocks noChangeArrowheads="1"/>
          </p:cNvSpPr>
          <p:nvPr/>
        </p:nvSpPr>
        <p:spPr bwMode="auto">
          <a:xfrm>
            <a:off x="4801599" y="37465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5" name="Rectangle 42">
            <a:extLst>
              <a:ext uri="{FF2B5EF4-FFF2-40B4-BE49-F238E27FC236}">
                <a16:creationId xmlns:a16="http://schemas.microsoft.com/office/drawing/2014/main" id="{B0FA0533-5CEA-40BC-835C-252B667093E6}"/>
              </a:ext>
            </a:extLst>
          </p:cNvPr>
          <p:cNvSpPr>
            <a:spLocks noChangeArrowheads="1"/>
          </p:cNvSpPr>
          <p:nvPr/>
        </p:nvSpPr>
        <p:spPr bwMode="auto">
          <a:xfrm>
            <a:off x="8248062" y="3438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6" name="Rectangle 43">
            <a:extLst>
              <a:ext uri="{FF2B5EF4-FFF2-40B4-BE49-F238E27FC236}">
                <a16:creationId xmlns:a16="http://schemas.microsoft.com/office/drawing/2014/main" id="{09641F8E-1BD7-4F52-A5E4-306ED901182C}"/>
              </a:ext>
            </a:extLst>
          </p:cNvPr>
          <p:cNvSpPr>
            <a:spLocks noChangeArrowheads="1"/>
          </p:cNvSpPr>
          <p:nvPr/>
        </p:nvSpPr>
        <p:spPr bwMode="auto">
          <a:xfrm>
            <a:off x="5866812"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7" name="Rectangle 44">
            <a:extLst>
              <a:ext uri="{FF2B5EF4-FFF2-40B4-BE49-F238E27FC236}">
                <a16:creationId xmlns:a16="http://schemas.microsoft.com/office/drawing/2014/main" id="{CEA60FFB-85C2-481C-B609-76B0629F245A}"/>
              </a:ext>
            </a:extLst>
          </p:cNvPr>
          <p:cNvSpPr>
            <a:spLocks noChangeArrowheads="1"/>
          </p:cNvSpPr>
          <p:nvPr/>
        </p:nvSpPr>
        <p:spPr bwMode="auto">
          <a:xfrm>
            <a:off x="5252449" y="37433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8" name="Rectangle 45">
            <a:extLst>
              <a:ext uri="{FF2B5EF4-FFF2-40B4-BE49-F238E27FC236}">
                <a16:creationId xmlns:a16="http://schemas.microsoft.com/office/drawing/2014/main" id="{937726F1-3860-4522-903A-0848D5595BCC}"/>
              </a:ext>
            </a:extLst>
          </p:cNvPr>
          <p:cNvSpPr>
            <a:spLocks noChangeArrowheads="1"/>
          </p:cNvSpPr>
          <p:nvPr/>
        </p:nvSpPr>
        <p:spPr bwMode="auto">
          <a:xfrm>
            <a:off x="6273212" y="37433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9" name="Rectangle 46">
            <a:extLst>
              <a:ext uri="{FF2B5EF4-FFF2-40B4-BE49-F238E27FC236}">
                <a16:creationId xmlns:a16="http://schemas.microsoft.com/office/drawing/2014/main" id="{91EF08F8-A73D-461F-82C0-5D8642985451}"/>
              </a:ext>
            </a:extLst>
          </p:cNvPr>
          <p:cNvSpPr>
            <a:spLocks noChangeArrowheads="1"/>
          </p:cNvSpPr>
          <p:nvPr/>
        </p:nvSpPr>
        <p:spPr bwMode="auto">
          <a:xfrm>
            <a:off x="77733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0" name="Rectangle 47">
            <a:extLst>
              <a:ext uri="{FF2B5EF4-FFF2-40B4-BE49-F238E27FC236}">
                <a16:creationId xmlns:a16="http://schemas.microsoft.com/office/drawing/2014/main" id="{8B56F834-5AC6-48E5-95E8-992B18097A8A}"/>
              </a:ext>
            </a:extLst>
          </p:cNvPr>
          <p:cNvSpPr>
            <a:spLocks noChangeArrowheads="1"/>
          </p:cNvSpPr>
          <p:nvPr/>
        </p:nvSpPr>
        <p:spPr bwMode="auto">
          <a:xfrm>
            <a:off x="7216187" y="374332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1" name="Rectangle 48">
            <a:extLst>
              <a:ext uri="{FF2B5EF4-FFF2-40B4-BE49-F238E27FC236}">
                <a16:creationId xmlns:a16="http://schemas.microsoft.com/office/drawing/2014/main" id="{A096E2A8-F4CD-4473-82C6-AFACB44D9318}"/>
              </a:ext>
            </a:extLst>
          </p:cNvPr>
          <p:cNvSpPr>
            <a:spLocks noChangeArrowheads="1"/>
          </p:cNvSpPr>
          <p:nvPr/>
        </p:nvSpPr>
        <p:spPr bwMode="auto">
          <a:xfrm>
            <a:off x="88401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2" name="Rectangle 49">
            <a:extLst>
              <a:ext uri="{FF2B5EF4-FFF2-40B4-BE49-F238E27FC236}">
                <a16:creationId xmlns:a16="http://schemas.microsoft.com/office/drawing/2014/main" id="{F630D6F2-00E0-40AB-88EF-CE6B0070468F}"/>
              </a:ext>
            </a:extLst>
          </p:cNvPr>
          <p:cNvSpPr>
            <a:spLocks noChangeArrowheads="1"/>
          </p:cNvSpPr>
          <p:nvPr/>
        </p:nvSpPr>
        <p:spPr bwMode="auto">
          <a:xfrm>
            <a:off x="4801599" y="4056063"/>
            <a:ext cx="11113"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3" name="Rectangle 50">
            <a:extLst>
              <a:ext uri="{FF2B5EF4-FFF2-40B4-BE49-F238E27FC236}">
                <a16:creationId xmlns:a16="http://schemas.microsoft.com/office/drawing/2014/main" id="{3E28E7C4-ACEB-4FF1-8D77-D06E9CA4A9E5}"/>
              </a:ext>
            </a:extLst>
          </p:cNvPr>
          <p:cNvSpPr>
            <a:spLocks noChangeArrowheads="1"/>
          </p:cNvSpPr>
          <p:nvPr/>
        </p:nvSpPr>
        <p:spPr bwMode="auto">
          <a:xfrm>
            <a:off x="8249649" y="3743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4" name="Rectangle 51">
            <a:extLst>
              <a:ext uri="{FF2B5EF4-FFF2-40B4-BE49-F238E27FC236}">
                <a16:creationId xmlns:a16="http://schemas.microsoft.com/office/drawing/2014/main" id="{400541F4-D1B0-4FDC-B598-5E64A23AD52D}"/>
              </a:ext>
            </a:extLst>
          </p:cNvPr>
          <p:cNvSpPr>
            <a:spLocks noChangeArrowheads="1"/>
          </p:cNvSpPr>
          <p:nvPr/>
        </p:nvSpPr>
        <p:spPr bwMode="auto">
          <a:xfrm>
            <a:off x="5866812"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5" name="Rectangle 52">
            <a:extLst>
              <a:ext uri="{FF2B5EF4-FFF2-40B4-BE49-F238E27FC236}">
                <a16:creationId xmlns:a16="http://schemas.microsoft.com/office/drawing/2014/main" id="{5A678070-692B-4E97-ADA7-E5A556F50A36}"/>
              </a:ext>
            </a:extLst>
          </p:cNvPr>
          <p:cNvSpPr>
            <a:spLocks noChangeArrowheads="1"/>
          </p:cNvSpPr>
          <p:nvPr/>
        </p:nvSpPr>
        <p:spPr bwMode="auto">
          <a:xfrm>
            <a:off x="5268324" y="404653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6" name="Rectangle 53">
            <a:extLst>
              <a:ext uri="{FF2B5EF4-FFF2-40B4-BE49-F238E27FC236}">
                <a16:creationId xmlns:a16="http://schemas.microsoft.com/office/drawing/2014/main" id="{2A14875B-0722-41BF-8508-F0C3E095191D}"/>
              </a:ext>
            </a:extLst>
          </p:cNvPr>
          <p:cNvSpPr>
            <a:spLocks noChangeArrowheads="1"/>
          </p:cNvSpPr>
          <p:nvPr/>
        </p:nvSpPr>
        <p:spPr bwMode="auto">
          <a:xfrm>
            <a:off x="6255749" y="404653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7" name="Rectangle 54">
            <a:extLst>
              <a:ext uri="{FF2B5EF4-FFF2-40B4-BE49-F238E27FC236}">
                <a16:creationId xmlns:a16="http://schemas.microsoft.com/office/drawing/2014/main" id="{7FAACB6C-1E54-4C67-B6EE-30DBDF068B42}"/>
              </a:ext>
            </a:extLst>
          </p:cNvPr>
          <p:cNvSpPr>
            <a:spLocks noChangeArrowheads="1"/>
          </p:cNvSpPr>
          <p:nvPr/>
        </p:nvSpPr>
        <p:spPr bwMode="auto">
          <a:xfrm>
            <a:off x="77733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8" name="Rectangle 55">
            <a:extLst>
              <a:ext uri="{FF2B5EF4-FFF2-40B4-BE49-F238E27FC236}">
                <a16:creationId xmlns:a16="http://schemas.microsoft.com/office/drawing/2014/main" id="{3E1ED478-7B94-4AF1-A459-010928CCE416}"/>
              </a:ext>
            </a:extLst>
          </p:cNvPr>
          <p:cNvSpPr>
            <a:spLocks noChangeArrowheads="1"/>
          </p:cNvSpPr>
          <p:nvPr/>
        </p:nvSpPr>
        <p:spPr bwMode="auto">
          <a:xfrm>
            <a:off x="7206662" y="40465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9" name="Rectangle 56">
            <a:extLst>
              <a:ext uri="{FF2B5EF4-FFF2-40B4-BE49-F238E27FC236}">
                <a16:creationId xmlns:a16="http://schemas.microsoft.com/office/drawing/2014/main" id="{7E89A2CE-795F-4933-9C91-B909972A5D3E}"/>
              </a:ext>
            </a:extLst>
          </p:cNvPr>
          <p:cNvSpPr>
            <a:spLocks noChangeArrowheads="1"/>
          </p:cNvSpPr>
          <p:nvPr/>
        </p:nvSpPr>
        <p:spPr bwMode="auto">
          <a:xfrm>
            <a:off x="88401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0" name="Rectangle 57">
            <a:extLst>
              <a:ext uri="{FF2B5EF4-FFF2-40B4-BE49-F238E27FC236}">
                <a16:creationId xmlns:a16="http://schemas.microsoft.com/office/drawing/2014/main" id="{48B9E37B-30F5-4179-B3FC-4C1A1DA9B4C9}"/>
              </a:ext>
            </a:extLst>
          </p:cNvPr>
          <p:cNvSpPr>
            <a:spLocks noChangeArrowheads="1"/>
          </p:cNvSpPr>
          <p:nvPr/>
        </p:nvSpPr>
        <p:spPr bwMode="auto">
          <a:xfrm>
            <a:off x="4825412" y="4394200"/>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1" name="Rectangle 58">
            <a:extLst>
              <a:ext uri="{FF2B5EF4-FFF2-40B4-BE49-F238E27FC236}">
                <a16:creationId xmlns:a16="http://schemas.microsoft.com/office/drawing/2014/main" id="{5B141902-590D-41B3-AB0C-7CF8698B99E5}"/>
              </a:ext>
            </a:extLst>
          </p:cNvPr>
          <p:cNvSpPr>
            <a:spLocks noChangeArrowheads="1"/>
          </p:cNvSpPr>
          <p:nvPr/>
        </p:nvSpPr>
        <p:spPr bwMode="auto">
          <a:xfrm>
            <a:off x="8248062" y="40465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2" name="TextBox 125">
            <a:extLst>
              <a:ext uri="{FF2B5EF4-FFF2-40B4-BE49-F238E27FC236}">
                <a16:creationId xmlns:a16="http://schemas.microsoft.com/office/drawing/2014/main" id="{932C26FA-F08E-4716-8D4C-F89935226671}"/>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6.52 from the textbook ]</a:t>
            </a:r>
          </a:p>
        </p:txBody>
      </p:sp>
      <p:sp>
        <p:nvSpPr>
          <p:cNvPr id="55353" name="Title 1">
            <a:extLst>
              <a:ext uri="{FF2B5EF4-FFF2-40B4-BE49-F238E27FC236}">
                <a16:creationId xmlns:a16="http://schemas.microsoft.com/office/drawing/2014/main" id="{BADD29EE-E31B-4286-BF46-E3898157B491}"/>
              </a:ext>
            </a:extLst>
          </p:cNvPr>
          <p:cNvSpPr txBox="1">
            <a:spLocks/>
          </p:cNvSpPr>
          <p:nvPr/>
        </p:nvSpPr>
        <p:spPr bwMode="auto">
          <a:xfrm>
            <a:off x="0" y="3048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Minimized state table </a:t>
            </a:r>
          </a:p>
        </p:txBody>
      </p:sp>
      <p:sp>
        <p:nvSpPr>
          <p:cNvPr id="59" name="Rectangle 4">
            <a:extLst>
              <a:ext uri="{FF2B5EF4-FFF2-40B4-BE49-F238E27FC236}">
                <a16:creationId xmlns:a16="http://schemas.microsoft.com/office/drawing/2014/main" id="{AB481291-955C-4B78-A716-01A258A28073}"/>
              </a:ext>
            </a:extLst>
          </p:cNvPr>
          <p:cNvSpPr>
            <a:spLocks noChangeArrowheads="1"/>
          </p:cNvSpPr>
          <p:nvPr/>
        </p:nvSpPr>
        <p:spPr bwMode="auto">
          <a:xfrm>
            <a:off x="96044" y="1778000"/>
            <a:ext cx="39624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 name="Rectangle 5">
            <a:extLst>
              <a:ext uri="{FF2B5EF4-FFF2-40B4-BE49-F238E27FC236}">
                <a16:creationId xmlns:a16="http://schemas.microsoft.com/office/drawing/2014/main" id="{A9F3A634-5877-4850-BDAF-43B5D223E851}"/>
              </a:ext>
            </a:extLst>
          </p:cNvPr>
          <p:cNvSpPr>
            <a:spLocks noChangeArrowheads="1"/>
          </p:cNvSpPr>
          <p:nvPr/>
        </p:nvSpPr>
        <p:spPr bwMode="auto">
          <a:xfrm>
            <a:off x="70644" y="1806575"/>
            <a:ext cx="11113"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 name="Rectangle 6">
            <a:extLst>
              <a:ext uri="{FF2B5EF4-FFF2-40B4-BE49-F238E27FC236}">
                <a16:creationId xmlns:a16="http://schemas.microsoft.com/office/drawing/2014/main" id="{6E556C9A-C647-4001-93A5-A63507A75EF5}"/>
              </a:ext>
            </a:extLst>
          </p:cNvPr>
          <p:cNvSpPr>
            <a:spLocks noChangeArrowheads="1"/>
          </p:cNvSpPr>
          <p:nvPr/>
        </p:nvSpPr>
        <p:spPr bwMode="auto">
          <a:xfrm>
            <a:off x="1134269"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 name="Rectangle 7">
            <a:extLst>
              <a:ext uri="{FF2B5EF4-FFF2-40B4-BE49-F238E27FC236}">
                <a16:creationId xmlns:a16="http://schemas.microsoft.com/office/drawing/2014/main" id="{D5CDC8BF-A2FD-41D9-BBC6-13088CB656BD}"/>
              </a:ext>
            </a:extLst>
          </p:cNvPr>
          <p:cNvSpPr>
            <a:spLocks noChangeArrowheads="1"/>
          </p:cNvSpPr>
          <p:nvPr/>
        </p:nvSpPr>
        <p:spPr bwMode="auto">
          <a:xfrm>
            <a:off x="240507" y="199707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8">
            <a:extLst>
              <a:ext uri="{FF2B5EF4-FFF2-40B4-BE49-F238E27FC236}">
                <a16:creationId xmlns:a16="http://schemas.microsoft.com/office/drawing/2014/main" id="{192D0A6D-398C-487D-9F41-203D4C8B0441}"/>
              </a:ext>
            </a:extLst>
          </p:cNvPr>
          <p:cNvSpPr>
            <a:spLocks noChangeArrowheads="1"/>
          </p:cNvSpPr>
          <p:nvPr/>
        </p:nvSpPr>
        <p:spPr bwMode="auto">
          <a:xfrm>
            <a:off x="3037682"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 name="Rectangle 9">
            <a:extLst>
              <a:ext uri="{FF2B5EF4-FFF2-40B4-BE49-F238E27FC236}">
                <a16:creationId xmlns:a16="http://schemas.microsoft.com/office/drawing/2014/main" id="{7A55B03A-F07F-4982-A227-3DC4345028B4}"/>
              </a:ext>
            </a:extLst>
          </p:cNvPr>
          <p:cNvSpPr>
            <a:spLocks noChangeArrowheads="1"/>
          </p:cNvSpPr>
          <p:nvPr/>
        </p:nvSpPr>
        <p:spPr bwMode="auto">
          <a:xfrm>
            <a:off x="1581944" y="1905000"/>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 name="Rectangle 10">
            <a:extLst>
              <a:ext uri="{FF2B5EF4-FFF2-40B4-BE49-F238E27FC236}">
                <a16:creationId xmlns:a16="http://schemas.microsoft.com/office/drawing/2014/main" id="{0AE6C1FF-6C33-49D1-8678-B0A9801722F3}"/>
              </a:ext>
            </a:extLst>
          </p:cNvPr>
          <p:cNvSpPr>
            <a:spLocks noChangeArrowheads="1"/>
          </p:cNvSpPr>
          <p:nvPr/>
        </p:nvSpPr>
        <p:spPr bwMode="auto">
          <a:xfrm>
            <a:off x="4052094"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 name="Rectangle 11">
            <a:extLst>
              <a:ext uri="{FF2B5EF4-FFF2-40B4-BE49-F238E27FC236}">
                <a16:creationId xmlns:a16="http://schemas.microsoft.com/office/drawing/2014/main" id="{51A82F9C-D03F-441D-84E1-A70695A27B83}"/>
              </a:ext>
            </a:extLst>
          </p:cNvPr>
          <p:cNvSpPr>
            <a:spLocks noChangeArrowheads="1"/>
          </p:cNvSpPr>
          <p:nvPr/>
        </p:nvSpPr>
        <p:spPr bwMode="auto">
          <a:xfrm>
            <a:off x="1134269" y="2259013"/>
            <a:ext cx="19129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 name="Rectangle 12">
            <a:extLst>
              <a:ext uri="{FF2B5EF4-FFF2-40B4-BE49-F238E27FC236}">
                <a16:creationId xmlns:a16="http://schemas.microsoft.com/office/drawing/2014/main" id="{2DC293BA-4264-4187-8ECA-140390DA986F}"/>
              </a:ext>
            </a:extLst>
          </p:cNvPr>
          <p:cNvSpPr>
            <a:spLocks noChangeArrowheads="1"/>
          </p:cNvSpPr>
          <p:nvPr/>
        </p:nvSpPr>
        <p:spPr bwMode="auto">
          <a:xfrm>
            <a:off x="70644" y="2271713"/>
            <a:ext cx="11113"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 name="Rectangle 13">
            <a:extLst>
              <a:ext uri="{FF2B5EF4-FFF2-40B4-BE49-F238E27FC236}">
                <a16:creationId xmlns:a16="http://schemas.microsoft.com/office/drawing/2014/main" id="{929317EF-7C6C-46CB-851B-DD75AEEFB5CA}"/>
              </a:ext>
            </a:extLst>
          </p:cNvPr>
          <p:cNvSpPr>
            <a:spLocks noChangeArrowheads="1"/>
          </p:cNvSpPr>
          <p:nvPr/>
        </p:nvSpPr>
        <p:spPr bwMode="auto">
          <a:xfrm>
            <a:off x="3196432" y="199707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 name="Rectangle 14">
            <a:extLst>
              <a:ext uri="{FF2B5EF4-FFF2-40B4-BE49-F238E27FC236}">
                <a16:creationId xmlns:a16="http://schemas.microsoft.com/office/drawing/2014/main" id="{2849E7B5-90E4-4D27-B370-B963542B7208}"/>
              </a:ext>
            </a:extLst>
          </p:cNvPr>
          <p:cNvSpPr>
            <a:spLocks noChangeArrowheads="1"/>
          </p:cNvSpPr>
          <p:nvPr/>
        </p:nvSpPr>
        <p:spPr bwMode="auto">
          <a:xfrm>
            <a:off x="1134269"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 name="Rectangle 15">
            <a:extLst>
              <a:ext uri="{FF2B5EF4-FFF2-40B4-BE49-F238E27FC236}">
                <a16:creationId xmlns:a16="http://schemas.microsoft.com/office/drawing/2014/main" id="{DA70FE95-2C8E-42D4-9E0A-D60C5CCFA852}"/>
              </a:ext>
            </a:extLst>
          </p:cNvPr>
          <p:cNvSpPr>
            <a:spLocks noChangeArrowheads="1"/>
          </p:cNvSpPr>
          <p:nvPr/>
        </p:nvSpPr>
        <p:spPr bwMode="auto">
          <a:xfrm>
            <a:off x="380207" y="2276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1" name="Rectangle 16">
            <a:extLst>
              <a:ext uri="{FF2B5EF4-FFF2-40B4-BE49-F238E27FC236}">
                <a16:creationId xmlns:a16="http://schemas.microsoft.com/office/drawing/2014/main" id="{F409702C-E832-4F7B-8A6D-B7776FC23E3A}"/>
              </a:ext>
            </a:extLst>
          </p:cNvPr>
          <p:cNvSpPr>
            <a:spLocks noChangeArrowheads="1"/>
          </p:cNvSpPr>
          <p:nvPr/>
        </p:nvSpPr>
        <p:spPr bwMode="auto">
          <a:xfrm>
            <a:off x="1286669"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 name="Rectangle 17">
            <a:extLst>
              <a:ext uri="{FF2B5EF4-FFF2-40B4-BE49-F238E27FC236}">
                <a16:creationId xmlns:a16="http://schemas.microsoft.com/office/drawing/2014/main" id="{39B2F526-2650-476B-88CE-19D7D21C1A79}"/>
              </a:ext>
            </a:extLst>
          </p:cNvPr>
          <p:cNvSpPr>
            <a:spLocks noChangeArrowheads="1"/>
          </p:cNvSpPr>
          <p:nvPr/>
        </p:nvSpPr>
        <p:spPr bwMode="auto">
          <a:xfrm>
            <a:off x="1548607"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8">
            <a:extLst>
              <a:ext uri="{FF2B5EF4-FFF2-40B4-BE49-F238E27FC236}">
                <a16:creationId xmlns:a16="http://schemas.microsoft.com/office/drawing/2014/main" id="{D53B6253-D6D0-4E03-96CE-47C4BC577F15}"/>
              </a:ext>
            </a:extLst>
          </p:cNvPr>
          <p:cNvSpPr>
            <a:spLocks noChangeArrowheads="1"/>
          </p:cNvSpPr>
          <p:nvPr/>
        </p:nvSpPr>
        <p:spPr bwMode="auto">
          <a:xfrm>
            <a:off x="1815307"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4" name="Rectangle 19">
            <a:extLst>
              <a:ext uri="{FF2B5EF4-FFF2-40B4-BE49-F238E27FC236}">
                <a16:creationId xmlns:a16="http://schemas.microsoft.com/office/drawing/2014/main" id="{B0E35A34-EF24-4718-A2B9-1571891C6947}"/>
              </a:ext>
            </a:extLst>
          </p:cNvPr>
          <p:cNvSpPr>
            <a:spLocks noChangeArrowheads="1"/>
          </p:cNvSpPr>
          <p:nvPr/>
        </p:nvSpPr>
        <p:spPr bwMode="auto">
          <a:xfrm>
            <a:off x="2242344"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Rectangle 20">
            <a:extLst>
              <a:ext uri="{FF2B5EF4-FFF2-40B4-BE49-F238E27FC236}">
                <a16:creationId xmlns:a16="http://schemas.microsoft.com/office/drawing/2014/main" id="{D99A1BE2-4A8E-4464-8E21-291D43078C8E}"/>
              </a:ext>
            </a:extLst>
          </p:cNvPr>
          <p:cNvSpPr>
            <a:spLocks noChangeArrowheads="1"/>
          </p:cNvSpPr>
          <p:nvPr/>
        </p:nvSpPr>
        <p:spPr bwMode="auto">
          <a:xfrm>
            <a:off x="2499519"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 name="Rectangle 21">
            <a:extLst>
              <a:ext uri="{FF2B5EF4-FFF2-40B4-BE49-F238E27FC236}">
                <a16:creationId xmlns:a16="http://schemas.microsoft.com/office/drawing/2014/main" id="{9CE188BD-8ADC-4DA1-8F12-FD21E7030013}"/>
              </a:ext>
            </a:extLst>
          </p:cNvPr>
          <p:cNvSpPr>
            <a:spLocks noChangeArrowheads="1"/>
          </p:cNvSpPr>
          <p:nvPr/>
        </p:nvSpPr>
        <p:spPr bwMode="auto">
          <a:xfrm>
            <a:off x="3037682"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7" name="Rectangle 22">
            <a:extLst>
              <a:ext uri="{FF2B5EF4-FFF2-40B4-BE49-F238E27FC236}">
                <a16:creationId xmlns:a16="http://schemas.microsoft.com/office/drawing/2014/main" id="{8B7269D3-BE4E-499C-B1BE-1C46E59C8F64}"/>
              </a:ext>
            </a:extLst>
          </p:cNvPr>
          <p:cNvSpPr>
            <a:spLocks noChangeArrowheads="1"/>
          </p:cNvSpPr>
          <p:nvPr/>
        </p:nvSpPr>
        <p:spPr bwMode="auto">
          <a:xfrm>
            <a:off x="2766219"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8" name="Rectangle 23">
            <a:extLst>
              <a:ext uri="{FF2B5EF4-FFF2-40B4-BE49-F238E27FC236}">
                <a16:creationId xmlns:a16="http://schemas.microsoft.com/office/drawing/2014/main" id="{8E6D0854-BF9E-4BFE-BA87-66A6014C2619}"/>
              </a:ext>
            </a:extLst>
          </p:cNvPr>
          <p:cNvSpPr>
            <a:spLocks noChangeArrowheads="1"/>
          </p:cNvSpPr>
          <p:nvPr/>
        </p:nvSpPr>
        <p:spPr bwMode="auto">
          <a:xfrm>
            <a:off x="4052094"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9" name="Rectangle 24">
            <a:extLst>
              <a:ext uri="{FF2B5EF4-FFF2-40B4-BE49-F238E27FC236}">
                <a16:creationId xmlns:a16="http://schemas.microsoft.com/office/drawing/2014/main" id="{A8E76C21-24F2-4932-9FD4-D1723A82C846}"/>
              </a:ext>
            </a:extLst>
          </p:cNvPr>
          <p:cNvSpPr>
            <a:spLocks noChangeArrowheads="1"/>
          </p:cNvSpPr>
          <p:nvPr/>
        </p:nvSpPr>
        <p:spPr bwMode="auto">
          <a:xfrm>
            <a:off x="96044" y="2714625"/>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0" name="Rectangle 25">
            <a:extLst>
              <a:ext uri="{FF2B5EF4-FFF2-40B4-BE49-F238E27FC236}">
                <a16:creationId xmlns:a16="http://schemas.microsoft.com/office/drawing/2014/main" id="{16E1B5E9-646C-4AEC-A907-4336F518EA6E}"/>
              </a:ext>
            </a:extLst>
          </p:cNvPr>
          <p:cNvSpPr>
            <a:spLocks noChangeArrowheads="1"/>
          </p:cNvSpPr>
          <p:nvPr/>
        </p:nvSpPr>
        <p:spPr bwMode="auto">
          <a:xfrm>
            <a:off x="70644" y="2732088"/>
            <a:ext cx="11113"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 name="Rectangle 26">
            <a:extLst>
              <a:ext uri="{FF2B5EF4-FFF2-40B4-BE49-F238E27FC236}">
                <a16:creationId xmlns:a16="http://schemas.microsoft.com/office/drawing/2014/main" id="{947075EB-873A-4A95-B482-CEA01CA99E08}"/>
              </a:ext>
            </a:extLst>
          </p:cNvPr>
          <p:cNvSpPr>
            <a:spLocks noChangeArrowheads="1"/>
          </p:cNvSpPr>
          <p:nvPr/>
        </p:nvSpPr>
        <p:spPr bwMode="auto">
          <a:xfrm>
            <a:off x="3482182" y="22748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 name="Rectangle 27">
            <a:extLst>
              <a:ext uri="{FF2B5EF4-FFF2-40B4-BE49-F238E27FC236}">
                <a16:creationId xmlns:a16="http://schemas.microsoft.com/office/drawing/2014/main" id="{5AA790A6-3C83-4419-81B1-2841108C38A9}"/>
              </a:ext>
            </a:extLst>
          </p:cNvPr>
          <p:cNvSpPr>
            <a:spLocks noChangeArrowheads="1"/>
          </p:cNvSpPr>
          <p:nvPr/>
        </p:nvSpPr>
        <p:spPr bwMode="auto">
          <a:xfrm>
            <a:off x="1134269"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28">
            <a:extLst>
              <a:ext uri="{FF2B5EF4-FFF2-40B4-BE49-F238E27FC236}">
                <a16:creationId xmlns:a16="http://schemas.microsoft.com/office/drawing/2014/main" id="{7B4E2875-E200-4AB4-A71C-FDAF229D6553}"/>
              </a:ext>
            </a:extLst>
          </p:cNvPr>
          <p:cNvSpPr>
            <a:spLocks noChangeArrowheads="1"/>
          </p:cNvSpPr>
          <p:nvPr/>
        </p:nvSpPr>
        <p:spPr bwMode="auto">
          <a:xfrm>
            <a:off x="521494" y="28289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4" name="Rectangle 29">
            <a:extLst>
              <a:ext uri="{FF2B5EF4-FFF2-40B4-BE49-F238E27FC236}">
                <a16:creationId xmlns:a16="http://schemas.microsoft.com/office/drawing/2014/main" id="{C81E54B2-487C-493B-A40C-029118E9C6EC}"/>
              </a:ext>
            </a:extLst>
          </p:cNvPr>
          <p:cNvSpPr>
            <a:spLocks noChangeArrowheads="1"/>
          </p:cNvSpPr>
          <p:nvPr/>
        </p:nvSpPr>
        <p:spPr bwMode="auto">
          <a:xfrm>
            <a:off x="1527969"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5" name="Rectangle 30">
            <a:extLst>
              <a:ext uri="{FF2B5EF4-FFF2-40B4-BE49-F238E27FC236}">
                <a16:creationId xmlns:a16="http://schemas.microsoft.com/office/drawing/2014/main" id="{E64AB531-D333-49C2-B8C1-6744217AEA12}"/>
              </a:ext>
            </a:extLst>
          </p:cNvPr>
          <p:cNvSpPr>
            <a:spLocks noChangeArrowheads="1"/>
          </p:cNvSpPr>
          <p:nvPr/>
        </p:nvSpPr>
        <p:spPr bwMode="auto">
          <a:xfrm>
            <a:off x="3037682"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 name="Rectangle 31">
            <a:extLst>
              <a:ext uri="{FF2B5EF4-FFF2-40B4-BE49-F238E27FC236}">
                <a16:creationId xmlns:a16="http://schemas.microsoft.com/office/drawing/2014/main" id="{5A72A7AC-804E-4609-ABCC-ACABF2076391}"/>
              </a:ext>
            </a:extLst>
          </p:cNvPr>
          <p:cNvSpPr>
            <a:spLocks noChangeArrowheads="1"/>
          </p:cNvSpPr>
          <p:nvPr/>
        </p:nvSpPr>
        <p:spPr bwMode="auto">
          <a:xfrm>
            <a:off x="2483644"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7" name="Rectangle 32">
            <a:extLst>
              <a:ext uri="{FF2B5EF4-FFF2-40B4-BE49-F238E27FC236}">
                <a16:creationId xmlns:a16="http://schemas.microsoft.com/office/drawing/2014/main" id="{884D811D-B67F-49FF-87E7-7CCFDF1A4975}"/>
              </a:ext>
            </a:extLst>
          </p:cNvPr>
          <p:cNvSpPr>
            <a:spLocks noChangeArrowheads="1"/>
          </p:cNvSpPr>
          <p:nvPr/>
        </p:nvSpPr>
        <p:spPr bwMode="auto">
          <a:xfrm>
            <a:off x="4052094"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 name="Rectangle 33">
            <a:extLst>
              <a:ext uri="{FF2B5EF4-FFF2-40B4-BE49-F238E27FC236}">
                <a16:creationId xmlns:a16="http://schemas.microsoft.com/office/drawing/2014/main" id="{FCB97568-BC67-4DB9-87C0-997568283CF7}"/>
              </a:ext>
            </a:extLst>
          </p:cNvPr>
          <p:cNvSpPr>
            <a:spLocks noChangeArrowheads="1"/>
          </p:cNvSpPr>
          <p:nvPr/>
        </p:nvSpPr>
        <p:spPr bwMode="auto">
          <a:xfrm>
            <a:off x="70644" y="3133725"/>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 name="Rectangle 34">
            <a:extLst>
              <a:ext uri="{FF2B5EF4-FFF2-40B4-BE49-F238E27FC236}">
                <a16:creationId xmlns:a16="http://schemas.microsoft.com/office/drawing/2014/main" id="{540D74E3-EFA6-4CB9-BE02-09EE46409EA5}"/>
              </a:ext>
            </a:extLst>
          </p:cNvPr>
          <p:cNvSpPr>
            <a:spLocks noChangeArrowheads="1"/>
          </p:cNvSpPr>
          <p:nvPr/>
        </p:nvSpPr>
        <p:spPr bwMode="auto">
          <a:xfrm>
            <a:off x="3486944" y="28289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35">
            <a:extLst>
              <a:ext uri="{FF2B5EF4-FFF2-40B4-BE49-F238E27FC236}">
                <a16:creationId xmlns:a16="http://schemas.microsoft.com/office/drawing/2014/main" id="{80FD1155-FCF6-4691-AF16-89FC02D460ED}"/>
              </a:ext>
            </a:extLst>
          </p:cNvPr>
          <p:cNvSpPr>
            <a:spLocks noChangeArrowheads="1"/>
          </p:cNvSpPr>
          <p:nvPr/>
        </p:nvSpPr>
        <p:spPr bwMode="auto">
          <a:xfrm>
            <a:off x="1134269"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1" name="Rectangle 36">
            <a:extLst>
              <a:ext uri="{FF2B5EF4-FFF2-40B4-BE49-F238E27FC236}">
                <a16:creationId xmlns:a16="http://schemas.microsoft.com/office/drawing/2014/main" id="{8495C3C6-7009-47EF-912E-0CFD9DC0B94A}"/>
              </a:ext>
            </a:extLst>
          </p:cNvPr>
          <p:cNvSpPr>
            <a:spLocks noChangeArrowheads="1"/>
          </p:cNvSpPr>
          <p:nvPr/>
        </p:nvSpPr>
        <p:spPr bwMode="auto">
          <a:xfrm>
            <a:off x="529432" y="31289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 name="Rectangle 37">
            <a:extLst>
              <a:ext uri="{FF2B5EF4-FFF2-40B4-BE49-F238E27FC236}">
                <a16:creationId xmlns:a16="http://schemas.microsoft.com/office/drawing/2014/main" id="{6DFB2DEA-B5D3-4F25-B959-D00EA24BCA53}"/>
              </a:ext>
            </a:extLst>
          </p:cNvPr>
          <p:cNvSpPr>
            <a:spLocks noChangeArrowheads="1"/>
          </p:cNvSpPr>
          <p:nvPr/>
        </p:nvSpPr>
        <p:spPr bwMode="auto">
          <a:xfrm>
            <a:off x="1523207" y="31289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 name="Rectangle 38">
            <a:extLst>
              <a:ext uri="{FF2B5EF4-FFF2-40B4-BE49-F238E27FC236}">
                <a16:creationId xmlns:a16="http://schemas.microsoft.com/office/drawing/2014/main" id="{69DEEB47-0A75-4836-8689-8F253EC10306}"/>
              </a:ext>
            </a:extLst>
          </p:cNvPr>
          <p:cNvSpPr>
            <a:spLocks noChangeArrowheads="1"/>
          </p:cNvSpPr>
          <p:nvPr/>
        </p:nvSpPr>
        <p:spPr bwMode="auto">
          <a:xfrm>
            <a:off x="3037682"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 name="Rectangle 39">
            <a:extLst>
              <a:ext uri="{FF2B5EF4-FFF2-40B4-BE49-F238E27FC236}">
                <a16:creationId xmlns:a16="http://schemas.microsoft.com/office/drawing/2014/main" id="{3F9C5FD8-46F9-40AF-A737-EBFE9DF7A7FD}"/>
              </a:ext>
            </a:extLst>
          </p:cNvPr>
          <p:cNvSpPr>
            <a:spLocks noChangeArrowheads="1"/>
          </p:cNvSpPr>
          <p:nvPr/>
        </p:nvSpPr>
        <p:spPr bwMode="auto">
          <a:xfrm>
            <a:off x="2499519" y="31289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 name="Rectangle 40">
            <a:extLst>
              <a:ext uri="{FF2B5EF4-FFF2-40B4-BE49-F238E27FC236}">
                <a16:creationId xmlns:a16="http://schemas.microsoft.com/office/drawing/2014/main" id="{2EDD3C7D-6162-44D4-A865-60C33F9A2E14}"/>
              </a:ext>
            </a:extLst>
          </p:cNvPr>
          <p:cNvSpPr>
            <a:spLocks noChangeArrowheads="1"/>
          </p:cNvSpPr>
          <p:nvPr/>
        </p:nvSpPr>
        <p:spPr bwMode="auto">
          <a:xfrm>
            <a:off x="4052094"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Rectangle 41">
            <a:extLst>
              <a:ext uri="{FF2B5EF4-FFF2-40B4-BE49-F238E27FC236}">
                <a16:creationId xmlns:a16="http://schemas.microsoft.com/office/drawing/2014/main" id="{A2B7D9CD-5EC6-43B7-AEEF-623C5D3DB0B1}"/>
              </a:ext>
            </a:extLst>
          </p:cNvPr>
          <p:cNvSpPr>
            <a:spLocks noChangeArrowheads="1"/>
          </p:cNvSpPr>
          <p:nvPr/>
        </p:nvSpPr>
        <p:spPr bwMode="auto">
          <a:xfrm>
            <a:off x="70644" y="3438525"/>
            <a:ext cx="11113"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Rectangle 42">
            <a:extLst>
              <a:ext uri="{FF2B5EF4-FFF2-40B4-BE49-F238E27FC236}">
                <a16:creationId xmlns:a16="http://schemas.microsoft.com/office/drawing/2014/main" id="{A3325CC1-CD17-468B-BC03-951D2F8DF285}"/>
              </a:ext>
            </a:extLst>
          </p:cNvPr>
          <p:cNvSpPr>
            <a:spLocks noChangeArrowheads="1"/>
          </p:cNvSpPr>
          <p:nvPr/>
        </p:nvSpPr>
        <p:spPr bwMode="auto">
          <a:xfrm>
            <a:off x="3486944" y="3128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 name="Rectangle 43">
            <a:extLst>
              <a:ext uri="{FF2B5EF4-FFF2-40B4-BE49-F238E27FC236}">
                <a16:creationId xmlns:a16="http://schemas.microsoft.com/office/drawing/2014/main" id="{D4C4F998-E6BB-4811-8C7C-42C3573BC54E}"/>
              </a:ext>
            </a:extLst>
          </p:cNvPr>
          <p:cNvSpPr>
            <a:spLocks noChangeArrowheads="1"/>
          </p:cNvSpPr>
          <p:nvPr/>
        </p:nvSpPr>
        <p:spPr bwMode="auto">
          <a:xfrm>
            <a:off x="1134269"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 name="Rectangle 44">
            <a:extLst>
              <a:ext uri="{FF2B5EF4-FFF2-40B4-BE49-F238E27FC236}">
                <a16:creationId xmlns:a16="http://schemas.microsoft.com/office/drawing/2014/main" id="{73115819-ED18-4012-BDE0-F924A266EB75}"/>
              </a:ext>
            </a:extLst>
          </p:cNvPr>
          <p:cNvSpPr>
            <a:spLocks noChangeArrowheads="1"/>
          </p:cNvSpPr>
          <p:nvPr/>
        </p:nvSpPr>
        <p:spPr bwMode="auto">
          <a:xfrm>
            <a:off x="529432" y="34337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 name="Rectangle 45">
            <a:extLst>
              <a:ext uri="{FF2B5EF4-FFF2-40B4-BE49-F238E27FC236}">
                <a16:creationId xmlns:a16="http://schemas.microsoft.com/office/drawing/2014/main" id="{C452CEB5-389F-4D53-A184-446EDA3A3EC5}"/>
              </a:ext>
            </a:extLst>
          </p:cNvPr>
          <p:cNvSpPr>
            <a:spLocks noChangeArrowheads="1"/>
          </p:cNvSpPr>
          <p:nvPr/>
        </p:nvSpPr>
        <p:spPr bwMode="auto">
          <a:xfrm>
            <a:off x="1543844" y="34337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 name="Rectangle 46">
            <a:extLst>
              <a:ext uri="{FF2B5EF4-FFF2-40B4-BE49-F238E27FC236}">
                <a16:creationId xmlns:a16="http://schemas.microsoft.com/office/drawing/2014/main" id="{972CF222-603B-485B-909A-DD612B24757F}"/>
              </a:ext>
            </a:extLst>
          </p:cNvPr>
          <p:cNvSpPr>
            <a:spLocks noChangeArrowheads="1"/>
          </p:cNvSpPr>
          <p:nvPr/>
        </p:nvSpPr>
        <p:spPr bwMode="auto">
          <a:xfrm>
            <a:off x="3037682"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Rectangle 47">
            <a:extLst>
              <a:ext uri="{FF2B5EF4-FFF2-40B4-BE49-F238E27FC236}">
                <a16:creationId xmlns:a16="http://schemas.microsoft.com/office/drawing/2014/main" id="{8AAC5E5E-55EE-40B4-A1B0-EEE6FC0D4FFB}"/>
              </a:ext>
            </a:extLst>
          </p:cNvPr>
          <p:cNvSpPr>
            <a:spLocks noChangeArrowheads="1"/>
          </p:cNvSpPr>
          <p:nvPr/>
        </p:nvSpPr>
        <p:spPr bwMode="auto">
          <a:xfrm>
            <a:off x="2491582" y="34337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Rectangle 48">
            <a:extLst>
              <a:ext uri="{FF2B5EF4-FFF2-40B4-BE49-F238E27FC236}">
                <a16:creationId xmlns:a16="http://schemas.microsoft.com/office/drawing/2014/main" id="{E86C3684-D920-45E6-B380-391DF8C9AE4B}"/>
              </a:ext>
            </a:extLst>
          </p:cNvPr>
          <p:cNvSpPr>
            <a:spLocks noChangeArrowheads="1"/>
          </p:cNvSpPr>
          <p:nvPr/>
        </p:nvSpPr>
        <p:spPr bwMode="auto">
          <a:xfrm>
            <a:off x="4052094"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 name="Rectangle 49">
            <a:extLst>
              <a:ext uri="{FF2B5EF4-FFF2-40B4-BE49-F238E27FC236}">
                <a16:creationId xmlns:a16="http://schemas.microsoft.com/office/drawing/2014/main" id="{4846DCE1-4088-413E-858D-886EC7EB6D93}"/>
              </a:ext>
            </a:extLst>
          </p:cNvPr>
          <p:cNvSpPr>
            <a:spLocks noChangeArrowheads="1"/>
          </p:cNvSpPr>
          <p:nvPr/>
        </p:nvSpPr>
        <p:spPr bwMode="auto">
          <a:xfrm>
            <a:off x="70644" y="37417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 name="Rectangle 50">
            <a:extLst>
              <a:ext uri="{FF2B5EF4-FFF2-40B4-BE49-F238E27FC236}">
                <a16:creationId xmlns:a16="http://schemas.microsoft.com/office/drawing/2014/main" id="{63D5ADB0-EE18-4765-A0C2-BACBFEE177F2}"/>
              </a:ext>
            </a:extLst>
          </p:cNvPr>
          <p:cNvSpPr>
            <a:spLocks noChangeArrowheads="1"/>
          </p:cNvSpPr>
          <p:nvPr/>
        </p:nvSpPr>
        <p:spPr bwMode="auto">
          <a:xfrm>
            <a:off x="3486944" y="3433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 name="Rectangle 51">
            <a:extLst>
              <a:ext uri="{FF2B5EF4-FFF2-40B4-BE49-F238E27FC236}">
                <a16:creationId xmlns:a16="http://schemas.microsoft.com/office/drawing/2014/main" id="{BBDA982A-CF07-4E1E-BF46-CBEECBD40752}"/>
              </a:ext>
            </a:extLst>
          </p:cNvPr>
          <p:cNvSpPr>
            <a:spLocks noChangeArrowheads="1"/>
          </p:cNvSpPr>
          <p:nvPr/>
        </p:nvSpPr>
        <p:spPr bwMode="auto">
          <a:xfrm>
            <a:off x="1134269"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 name="Rectangle 52">
            <a:extLst>
              <a:ext uri="{FF2B5EF4-FFF2-40B4-BE49-F238E27FC236}">
                <a16:creationId xmlns:a16="http://schemas.microsoft.com/office/drawing/2014/main" id="{53D6D52E-A4D2-4383-96E4-FDECEC3B8F99}"/>
              </a:ext>
            </a:extLst>
          </p:cNvPr>
          <p:cNvSpPr>
            <a:spLocks noChangeArrowheads="1"/>
          </p:cNvSpPr>
          <p:nvPr/>
        </p:nvSpPr>
        <p:spPr bwMode="auto">
          <a:xfrm>
            <a:off x="521494"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 name="Rectangle 53">
            <a:extLst>
              <a:ext uri="{FF2B5EF4-FFF2-40B4-BE49-F238E27FC236}">
                <a16:creationId xmlns:a16="http://schemas.microsoft.com/office/drawing/2014/main" id="{5C4C65B8-2699-40DE-9640-C97F14991532}"/>
              </a:ext>
            </a:extLst>
          </p:cNvPr>
          <p:cNvSpPr>
            <a:spLocks noChangeArrowheads="1"/>
          </p:cNvSpPr>
          <p:nvPr/>
        </p:nvSpPr>
        <p:spPr bwMode="auto">
          <a:xfrm>
            <a:off x="1527969" y="37369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 name="Rectangle 54">
            <a:extLst>
              <a:ext uri="{FF2B5EF4-FFF2-40B4-BE49-F238E27FC236}">
                <a16:creationId xmlns:a16="http://schemas.microsoft.com/office/drawing/2014/main" id="{1AACF2CF-937C-4D4F-8901-5A4D352BA72A}"/>
              </a:ext>
            </a:extLst>
          </p:cNvPr>
          <p:cNvSpPr>
            <a:spLocks noChangeArrowheads="1"/>
          </p:cNvSpPr>
          <p:nvPr/>
        </p:nvSpPr>
        <p:spPr bwMode="auto">
          <a:xfrm>
            <a:off x="3037682"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Rectangle 55">
            <a:extLst>
              <a:ext uri="{FF2B5EF4-FFF2-40B4-BE49-F238E27FC236}">
                <a16:creationId xmlns:a16="http://schemas.microsoft.com/office/drawing/2014/main" id="{367F9D36-D0C4-4B85-B438-3A1E45F258BE}"/>
              </a:ext>
            </a:extLst>
          </p:cNvPr>
          <p:cNvSpPr>
            <a:spLocks noChangeArrowheads="1"/>
          </p:cNvSpPr>
          <p:nvPr/>
        </p:nvSpPr>
        <p:spPr bwMode="auto">
          <a:xfrm>
            <a:off x="2478882"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Rectangle 56">
            <a:extLst>
              <a:ext uri="{FF2B5EF4-FFF2-40B4-BE49-F238E27FC236}">
                <a16:creationId xmlns:a16="http://schemas.microsoft.com/office/drawing/2014/main" id="{B5512452-356E-47C9-BF56-4A3EF7D358C3}"/>
              </a:ext>
            </a:extLst>
          </p:cNvPr>
          <p:cNvSpPr>
            <a:spLocks noChangeArrowheads="1"/>
          </p:cNvSpPr>
          <p:nvPr/>
        </p:nvSpPr>
        <p:spPr bwMode="auto">
          <a:xfrm>
            <a:off x="4052094"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Rectangle 57">
            <a:extLst>
              <a:ext uri="{FF2B5EF4-FFF2-40B4-BE49-F238E27FC236}">
                <a16:creationId xmlns:a16="http://schemas.microsoft.com/office/drawing/2014/main" id="{9932F918-ACB4-4C82-BE04-C57F23EFD5A3}"/>
              </a:ext>
            </a:extLst>
          </p:cNvPr>
          <p:cNvSpPr>
            <a:spLocks noChangeArrowheads="1"/>
          </p:cNvSpPr>
          <p:nvPr/>
        </p:nvSpPr>
        <p:spPr bwMode="auto">
          <a:xfrm>
            <a:off x="70644" y="40465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 name="Rectangle 58">
            <a:extLst>
              <a:ext uri="{FF2B5EF4-FFF2-40B4-BE49-F238E27FC236}">
                <a16:creationId xmlns:a16="http://schemas.microsoft.com/office/drawing/2014/main" id="{06EBB5C8-0A1B-4C90-8620-0B7427C4C3F0}"/>
              </a:ext>
            </a:extLst>
          </p:cNvPr>
          <p:cNvSpPr>
            <a:spLocks noChangeArrowheads="1"/>
          </p:cNvSpPr>
          <p:nvPr/>
        </p:nvSpPr>
        <p:spPr bwMode="auto">
          <a:xfrm>
            <a:off x="3486944" y="37369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Rectangle 59">
            <a:extLst>
              <a:ext uri="{FF2B5EF4-FFF2-40B4-BE49-F238E27FC236}">
                <a16:creationId xmlns:a16="http://schemas.microsoft.com/office/drawing/2014/main" id="{90C60927-E712-47AE-A4AC-7A80963ACE66}"/>
              </a:ext>
            </a:extLst>
          </p:cNvPr>
          <p:cNvSpPr>
            <a:spLocks noChangeArrowheads="1"/>
          </p:cNvSpPr>
          <p:nvPr/>
        </p:nvSpPr>
        <p:spPr bwMode="auto">
          <a:xfrm>
            <a:off x="1134269"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 name="Rectangle 60">
            <a:extLst>
              <a:ext uri="{FF2B5EF4-FFF2-40B4-BE49-F238E27FC236}">
                <a16:creationId xmlns:a16="http://schemas.microsoft.com/office/drawing/2014/main" id="{6972231B-7FF5-428A-ABCC-0137FF7ADA65}"/>
              </a:ext>
            </a:extLst>
          </p:cNvPr>
          <p:cNvSpPr>
            <a:spLocks noChangeArrowheads="1"/>
          </p:cNvSpPr>
          <p:nvPr/>
        </p:nvSpPr>
        <p:spPr bwMode="auto">
          <a:xfrm>
            <a:off x="535782" y="40401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 name="Rectangle 61">
            <a:extLst>
              <a:ext uri="{FF2B5EF4-FFF2-40B4-BE49-F238E27FC236}">
                <a16:creationId xmlns:a16="http://schemas.microsoft.com/office/drawing/2014/main" id="{B548C111-086F-412E-A3F7-E7F336D9B30D}"/>
              </a:ext>
            </a:extLst>
          </p:cNvPr>
          <p:cNvSpPr>
            <a:spLocks noChangeArrowheads="1"/>
          </p:cNvSpPr>
          <p:nvPr/>
        </p:nvSpPr>
        <p:spPr bwMode="auto">
          <a:xfrm>
            <a:off x="1542257" y="40401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 name="Rectangle 62">
            <a:extLst>
              <a:ext uri="{FF2B5EF4-FFF2-40B4-BE49-F238E27FC236}">
                <a16:creationId xmlns:a16="http://schemas.microsoft.com/office/drawing/2014/main" id="{90D705A7-7096-42D8-AA8E-7A236A5DBFFA}"/>
              </a:ext>
            </a:extLst>
          </p:cNvPr>
          <p:cNvSpPr>
            <a:spLocks noChangeArrowheads="1"/>
          </p:cNvSpPr>
          <p:nvPr/>
        </p:nvSpPr>
        <p:spPr bwMode="auto">
          <a:xfrm>
            <a:off x="3037682"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 name="Rectangle 63">
            <a:extLst>
              <a:ext uri="{FF2B5EF4-FFF2-40B4-BE49-F238E27FC236}">
                <a16:creationId xmlns:a16="http://schemas.microsoft.com/office/drawing/2014/main" id="{63D09A65-9215-4EB5-80DD-F820EA8B4FB0}"/>
              </a:ext>
            </a:extLst>
          </p:cNvPr>
          <p:cNvSpPr>
            <a:spLocks noChangeArrowheads="1"/>
          </p:cNvSpPr>
          <p:nvPr/>
        </p:nvSpPr>
        <p:spPr bwMode="auto">
          <a:xfrm>
            <a:off x="2483644" y="40401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 name="Rectangle 64">
            <a:extLst>
              <a:ext uri="{FF2B5EF4-FFF2-40B4-BE49-F238E27FC236}">
                <a16:creationId xmlns:a16="http://schemas.microsoft.com/office/drawing/2014/main" id="{07F3F397-2BEF-4434-9523-0BBFD6F02591}"/>
              </a:ext>
            </a:extLst>
          </p:cNvPr>
          <p:cNvSpPr>
            <a:spLocks noChangeArrowheads="1"/>
          </p:cNvSpPr>
          <p:nvPr/>
        </p:nvSpPr>
        <p:spPr bwMode="auto">
          <a:xfrm>
            <a:off x="4052094"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 name="Rectangle 65">
            <a:extLst>
              <a:ext uri="{FF2B5EF4-FFF2-40B4-BE49-F238E27FC236}">
                <a16:creationId xmlns:a16="http://schemas.microsoft.com/office/drawing/2014/main" id="{8605A2AE-2C66-4A1E-848A-039D93A95809}"/>
              </a:ext>
            </a:extLst>
          </p:cNvPr>
          <p:cNvSpPr>
            <a:spLocks noChangeArrowheads="1"/>
          </p:cNvSpPr>
          <p:nvPr/>
        </p:nvSpPr>
        <p:spPr bwMode="auto">
          <a:xfrm>
            <a:off x="70644" y="435133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 name="Rectangle 66">
            <a:extLst>
              <a:ext uri="{FF2B5EF4-FFF2-40B4-BE49-F238E27FC236}">
                <a16:creationId xmlns:a16="http://schemas.microsoft.com/office/drawing/2014/main" id="{9673DFB5-D7EE-4BDD-B8C6-CD2FEA04390D}"/>
              </a:ext>
            </a:extLst>
          </p:cNvPr>
          <p:cNvSpPr>
            <a:spLocks noChangeArrowheads="1"/>
          </p:cNvSpPr>
          <p:nvPr/>
        </p:nvSpPr>
        <p:spPr bwMode="auto">
          <a:xfrm>
            <a:off x="3486944" y="40401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 name="Rectangle 67">
            <a:extLst>
              <a:ext uri="{FF2B5EF4-FFF2-40B4-BE49-F238E27FC236}">
                <a16:creationId xmlns:a16="http://schemas.microsoft.com/office/drawing/2014/main" id="{D813A2A2-C9E6-42B4-9D13-CA28427DF8B6}"/>
              </a:ext>
            </a:extLst>
          </p:cNvPr>
          <p:cNvSpPr>
            <a:spLocks noChangeArrowheads="1"/>
          </p:cNvSpPr>
          <p:nvPr/>
        </p:nvSpPr>
        <p:spPr bwMode="auto">
          <a:xfrm>
            <a:off x="1134269"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 name="Rectangle 68">
            <a:extLst>
              <a:ext uri="{FF2B5EF4-FFF2-40B4-BE49-F238E27FC236}">
                <a16:creationId xmlns:a16="http://schemas.microsoft.com/office/drawing/2014/main" id="{1BA4EB3D-E15A-430B-8AE0-2A5BC5052916}"/>
              </a:ext>
            </a:extLst>
          </p:cNvPr>
          <p:cNvSpPr>
            <a:spLocks noChangeArrowheads="1"/>
          </p:cNvSpPr>
          <p:nvPr/>
        </p:nvSpPr>
        <p:spPr bwMode="auto">
          <a:xfrm>
            <a:off x="540544" y="43434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 name="Rectangle 69">
            <a:extLst>
              <a:ext uri="{FF2B5EF4-FFF2-40B4-BE49-F238E27FC236}">
                <a16:creationId xmlns:a16="http://schemas.microsoft.com/office/drawing/2014/main" id="{6E07E7B6-F0F2-47D9-A2E9-0663DF8901D1}"/>
              </a:ext>
            </a:extLst>
          </p:cNvPr>
          <p:cNvSpPr>
            <a:spLocks noChangeArrowheads="1"/>
          </p:cNvSpPr>
          <p:nvPr/>
        </p:nvSpPr>
        <p:spPr bwMode="auto">
          <a:xfrm>
            <a:off x="1537494" y="434340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Rectangle 70">
            <a:extLst>
              <a:ext uri="{FF2B5EF4-FFF2-40B4-BE49-F238E27FC236}">
                <a16:creationId xmlns:a16="http://schemas.microsoft.com/office/drawing/2014/main" id="{47198FFC-113E-4D46-9DDF-3D11C4DFA1DE}"/>
              </a:ext>
            </a:extLst>
          </p:cNvPr>
          <p:cNvSpPr>
            <a:spLocks noChangeArrowheads="1"/>
          </p:cNvSpPr>
          <p:nvPr/>
        </p:nvSpPr>
        <p:spPr bwMode="auto">
          <a:xfrm>
            <a:off x="3037682"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 name="Rectangle 71">
            <a:extLst>
              <a:ext uri="{FF2B5EF4-FFF2-40B4-BE49-F238E27FC236}">
                <a16:creationId xmlns:a16="http://schemas.microsoft.com/office/drawing/2014/main" id="{DC13B256-CE50-4FB5-A956-BE6D782538B9}"/>
              </a:ext>
            </a:extLst>
          </p:cNvPr>
          <p:cNvSpPr>
            <a:spLocks noChangeArrowheads="1"/>
          </p:cNvSpPr>
          <p:nvPr/>
        </p:nvSpPr>
        <p:spPr bwMode="auto">
          <a:xfrm>
            <a:off x="2477294" y="43434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7" name="Rectangle 72">
            <a:extLst>
              <a:ext uri="{FF2B5EF4-FFF2-40B4-BE49-F238E27FC236}">
                <a16:creationId xmlns:a16="http://schemas.microsoft.com/office/drawing/2014/main" id="{D1F24999-CC74-4FCB-989A-35E4A4D5D0DB}"/>
              </a:ext>
            </a:extLst>
          </p:cNvPr>
          <p:cNvSpPr>
            <a:spLocks noChangeArrowheads="1"/>
          </p:cNvSpPr>
          <p:nvPr/>
        </p:nvSpPr>
        <p:spPr bwMode="auto">
          <a:xfrm>
            <a:off x="4052094"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8" name="Rectangle 73">
            <a:extLst>
              <a:ext uri="{FF2B5EF4-FFF2-40B4-BE49-F238E27FC236}">
                <a16:creationId xmlns:a16="http://schemas.microsoft.com/office/drawing/2014/main" id="{469EDBC5-6F69-4368-9277-80F70309A964}"/>
              </a:ext>
            </a:extLst>
          </p:cNvPr>
          <p:cNvSpPr>
            <a:spLocks noChangeArrowheads="1"/>
          </p:cNvSpPr>
          <p:nvPr/>
        </p:nvSpPr>
        <p:spPr bwMode="auto">
          <a:xfrm>
            <a:off x="70644" y="4635500"/>
            <a:ext cx="11113"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9" name="Rectangle 74">
            <a:extLst>
              <a:ext uri="{FF2B5EF4-FFF2-40B4-BE49-F238E27FC236}">
                <a16:creationId xmlns:a16="http://schemas.microsoft.com/office/drawing/2014/main" id="{231A154B-64D3-4A1C-9D01-E4C188E7C136}"/>
              </a:ext>
            </a:extLst>
          </p:cNvPr>
          <p:cNvSpPr>
            <a:spLocks noChangeArrowheads="1"/>
          </p:cNvSpPr>
          <p:nvPr/>
        </p:nvSpPr>
        <p:spPr bwMode="auto">
          <a:xfrm>
            <a:off x="3485357" y="43434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75">
            <a:extLst>
              <a:ext uri="{FF2B5EF4-FFF2-40B4-BE49-F238E27FC236}">
                <a16:creationId xmlns:a16="http://schemas.microsoft.com/office/drawing/2014/main" id="{A215F6DA-8E33-4351-B51B-9A88C25D826F}"/>
              </a:ext>
            </a:extLst>
          </p:cNvPr>
          <p:cNvSpPr>
            <a:spLocks noChangeArrowheads="1"/>
          </p:cNvSpPr>
          <p:nvPr/>
        </p:nvSpPr>
        <p:spPr bwMode="auto">
          <a:xfrm>
            <a:off x="1134269"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1" name="Rectangle 76">
            <a:extLst>
              <a:ext uri="{FF2B5EF4-FFF2-40B4-BE49-F238E27FC236}">
                <a16:creationId xmlns:a16="http://schemas.microsoft.com/office/drawing/2014/main" id="{E565CA39-08AD-4EB0-A636-E18F581A9F62}"/>
              </a:ext>
            </a:extLst>
          </p:cNvPr>
          <p:cNvSpPr>
            <a:spLocks noChangeArrowheads="1"/>
          </p:cNvSpPr>
          <p:nvPr/>
        </p:nvSpPr>
        <p:spPr bwMode="auto">
          <a:xfrm>
            <a:off x="5214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2" name="Rectangle 77">
            <a:extLst>
              <a:ext uri="{FF2B5EF4-FFF2-40B4-BE49-F238E27FC236}">
                <a16:creationId xmlns:a16="http://schemas.microsoft.com/office/drawing/2014/main" id="{25A07392-E5E4-4A95-AF15-84ED385B73D9}"/>
              </a:ext>
            </a:extLst>
          </p:cNvPr>
          <p:cNvSpPr>
            <a:spLocks noChangeArrowheads="1"/>
          </p:cNvSpPr>
          <p:nvPr/>
        </p:nvSpPr>
        <p:spPr bwMode="auto">
          <a:xfrm>
            <a:off x="1543844" y="46482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Rectangle 78">
            <a:extLst>
              <a:ext uri="{FF2B5EF4-FFF2-40B4-BE49-F238E27FC236}">
                <a16:creationId xmlns:a16="http://schemas.microsoft.com/office/drawing/2014/main" id="{F23CF07F-4F0A-4777-8B6F-FAC0F61B40BA}"/>
              </a:ext>
            </a:extLst>
          </p:cNvPr>
          <p:cNvSpPr>
            <a:spLocks noChangeArrowheads="1"/>
          </p:cNvSpPr>
          <p:nvPr/>
        </p:nvSpPr>
        <p:spPr bwMode="auto">
          <a:xfrm>
            <a:off x="3037682"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79">
            <a:extLst>
              <a:ext uri="{FF2B5EF4-FFF2-40B4-BE49-F238E27FC236}">
                <a16:creationId xmlns:a16="http://schemas.microsoft.com/office/drawing/2014/main" id="{B49B7824-AC72-4019-AFD4-531DD4A8AEAA}"/>
              </a:ext>
            </a:extLst>
          </p:cNvPr>
          <p:cNvSpPr>
            <a:spLocks noChangeArrowheads="1"/>
          </p:cNvSpPr>
          <p:nvPr/>
        </p:nvSpPr>
        <p:spPr bwMode="auto">
          <a:xfrm>
            <a:off x="24772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80">
            <a:extLst>
              <a:ext uri="{FF2B5EF4-FFF2-40B4-BE49-F238E27FC236}">
                <a16:creationId xmlns:a16="http://schemas.microsoft.com/office/drawing/2014/main" id="{8F3E3F1C-48E2-4E69-ACDE-0F6BA9466559}"/>
              </a:ext>
            </a:extLst>
          </p:cNvPr>
          <p:cNvSpPr>
            <a:spLocks noChangeArrowheads="1"/>
          </p:cNvSpPr>
          <p:nvPr/>
        </p:nvSpPr>
        <p:spPr bwMode="auto">
          <a:xfrm>
            <a:off x="4052094"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81">
            <a:extLst>
              <a:ext uri="{FF2B5EF4-FFF2-40B4-BE49-F238E27FC236}">
                <a16:creationId xmlns:a16="http://schemas.microsoft.com/office/drawing/2014/main" id="{7E605450-2DEA-4FCD-8296-801220C816FB}"/>
              </a:ext>
            </a:extLst>
          </p:cNvPr>
          <p:cNvSpPr>
            <a:spLocks noChangeArrowheads="1"/>
          </p:cNvSpPr>
          <p:nvPr/>
        </p:nvSpPr>
        <p:spPr bwMode="auto">
          <a:xfrm>
            <a:off x="96044" y="4997450"/>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82">
            <a:extLst>
              <a:ext uri="{FF2B5EF4-FFF2-40B4-BE49-F238E27FC236}">
                <a16:creationId xmlns:a16="http://schemas.microsoft.com/office/drawing/2014/main" id="{43BB746B-897C-4874-AF82-698A1C2EE3CD}"/>
              </a:ext>
            </a:extLst>
          </p:cNvPr>
          <p:cNvSpPr>
            <a:spLocks noChangeArrowheads="1"/>
          </p:cNvSpPr>
          <p:nvPr/>
        </p:nvSpPr>
        <p:spPr bwMode="auto">
          <a:xfrm>
            <a:off x="3485357" y="46482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 name="Arrow: Right 1">
            <a:extLst>
              <a:ext uri="{FF2B5EF4-FFF2-40B4-BE49-F238E27FC236}">
                <a16:creationId xmlns:a16="http://schemas.microsoft.com/office/drawing/2014/main" id="{821B852E-85B4-4EB6-8976-812566066041}"/>
              </a:ext>
            </a:extLst>
          </p:cNvPr>
          <p:cNvSpPr/>
          <p:nvPr/>
        </p:nvSpPr>
        <p:spPr bwMode="auto">
          <a:xfrm>
            <a:off x="4150519" y="3240881"/>
            <a:ext cx="573881" cy="457200"/>
          </a:xfrm>
          <a:prstGeom prst="rightArrow">
            <a:avLst/>
          </a:prstGeom>
          <a:solidFill>
            <a:schemeClr val="tx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charset="0"/>
              <a:ea typeface="ＭＳ Ｐゴシック" charset="0"/>
              <a:cs typeface="+mn-cs"/>
            </a:endParaRPr>
          </a:p>
        </p:txBody>
      </p:sp>
      <p:sp>
        <p:nvSpPr>
          <p:cNvPr id="3" name="Rectangle 2">
            <a:extLst>
              <a:ext uri="{FF2B5EF4-FFF2-40B4-BE49-F238E27FC236}">
                <a16:creationId xmlns:a16="http://schemas.microsoft.com/office/drawing/2014/main" id="{4E844C8B-14A7-4CF3-B8B0-5544C3C354A5}"/>
              </a:ext>
            </a:extLst>
          </p:cNvPr>
          <p:cNvSpPr/>
          <p:nvPr/>
        </p:nvSpPr>
        <p:spPr>
          <a:xfrm>
            <a:off x="393783" y="5472967"/>
            <a:ext cx="6839888" cy="830997"/>
          </a:xfrm>
          <a:prstGeom prst="rect">
            <a:avLst/>
          </a:prstGeom>
        </p:spPr>
        <p:txBody>
          <a:bodyPr wrap="square">
            <a:spAutoFit/>
          </a:bodyPr>
          <a:lstStyle/>
          <a:p>
            <a:pPr marL="342900" indent="-342900">
              <a:buFont typeface="Arial" panose="020B0604020202020204" pitchFamily="34" charset="0"/>
              <a:buChar char="•"/>
            </a:pPr>
            <a:r>
              <a:rPr lang="en-US"/>
              <a:t>The symbol </a:t>
            </a:r>
            <a:r>
              <a:rPr lang="en-US" b="1"/>
              <a:t>A</a:t>
            </a:r>
            <a:r>
              <a:rPr lang="en-US"/>
              <a:t> represent both the states A and D </a:t>
            </a:r>
          </a:p>
          <a:p>
            <a:pPr marL="342900" indent="-342900">
              <a:buFont typeface="Arial" panose="020B0604020202020204" pitchFamily="34" charset="0"/>
              <a:buChar char="•"/>
            </a:pPr>
            <a:r>
              <a:rPr lang="en-US"/>
              <a:t>The symbol </a:t>
            </a:r>
            <a:r>
              <a:rPr lang="en-US" b="1"/>
              <a:t>C</a:t>
            </a:r>
            <a:r>
              <a:rPr lang="en-US"/>
              <a:t> represent the states C, E, and G</a:t>
            </a:r>
          </a:p>
        </p:txBody>
      </p:sp>
    </p:spTree>
    <p:extLst>
      <p:ext uri="{BB962C8B-B14F-4D97-AF65-F5344CB8AC3E}">
        <p14:creationId xmlns:p14="http://schemas.microsoft.com/office/powerpoint/2010/main" val="2184227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4">
            <a:extLst>
              <a:ext uri="{FF2B5EF4-FFF2-40B4-BE49-F238E27FC236}">
                <a16:creationId xmlns:a16="http://schemas.microsoft.com/office/drawing/2014/main" id="{524D1C01-B3EE-4976-B724-CCFB159F9524}"/>
              </a:ext>
            </a:extLst>
          </p:cNvPr>
          <p:cNvSpPr>
            <a:spLocks noChangeArrowheads="1"/>
          </p:cNvSpPr>
          <p:nvPr/>
        </p:nvSpPr>
        <p:spPr bwMode="auto">
          <a:xfrm>
            <a:off x="4825412" y="2085975"/>
            <a:ext cx="4035425" cy="11113"/>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8" name="Rectangle 5">
            <a:extLst>
              <a:ext uri="{FF2B5EF4-FFF2-40B4-BE49-F238E27FC236}">
                <a16:creationId xmlns:a16="http://schemas.microsoft.com/office/drawing/2014/main" id="{5F54EF4E-9A3A-4F8A-85F4-49B4C6CD1A21}"/>
              </a:ext>
            </a:extLst>
          </p:cNvPr>
          <p:cNvSpPr>
            <a:spLocks noChangeArrowheads="1"/>
          </p:cNvSpPr>
          <p:nvPr/>
        </p:nvSpPr>
        <p:spPr bwMode="auto">
          <a:xfrm>
            <a:off x="4801599" y="2114550"/>
            <a:ext cx="11113"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299" name="Rectangle 6">
            <a:extLst>
              <a:ext uri="{FF2B5EF4-FFF2-40B4-BE49-F238E27FC236}">
                <a16:creationId xmlns:a16="http://schemas.microsoft.com/office/drawing/2014/main" id="{84AA85F3-F71C-4164-A2A8-B5293A8730DA}"/>
              </a:ext>
            </a:extLst>
          </p:cNvPr>
          <p:cNvSpPr>
            <a:spLocks noChangeArrowheads="1"/>
          </p:cNvSpPr>
          <p:nvPr/>
        </p:nvSpPr>
        <p:spPr bwMode="auto">
          <a:xfrm>
            <a:off x="5866812"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0" name="Rectangle 7">
            <a:extLst>
              <a:ext uri="{FF2B5EF4-FFF2-40B4-BE49-F238E27FC236}">
                <a16:creationId xmlns:a16="http://schemas.microsoft.com/office/drawing/2014/main" id="{693011D7-8535-44F6-9386-42F81CD7F5F1}"/>
              </a:ext>
            </a:extLst>
          </p:cNvPr>
          <p:cNvSpPr>
            <a:spLocks noChangeArrowheads="1"/>
          </p:cNvSpPr>
          <p:nvPr/>
        </p:nvSpPr>
        <p:spPr bwMode="auto">
          <a:xfrm>
            <a:off x="4966699" y="2305050"/>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1" name="Rectangle 8">
            <a:extLst>
              <a:ext uri="{FF2B5EF4-FFF2-40B4-BE49-F238E27FC236}">
                <a16:creationId xmlns:a16="http://schemas.microsoft.com/office/drawing/2014/main" id="{CD050CF9-C9E7-4291-8566-A0992DF299DD}"/>
              </a:ext>
            </a:extLst>
          </p:cNvPr>
          <p:cNvSpPr>
            <a:spLocks noChangeArrowheads="1"/>
          </p:cNvSpPr>
          <p:nvPr/>
        </p:nvSpPr>
        <p:spPr bwMode="auto">
          <a:xfrm>
            <a:off x="77733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2" name="Rectangle 9">
            <a:extLst>
              <a:ext uri="{FF2B5EF4-FFF2-40B4-BE49-F238E27FC236}">
                <a16:creationId xmlns:a16="http://schemas.microsoft.com/office/drawing/2014/main" id="{8C4B4A95-0796-4EEA-92DF-F563C421F875}"/>
              </a:ext>
            </a:extLst>
          </p:cNvPr>
          <p:cNvSpPr>
            <a:spLocks noChangeArrowheads="1"/>
          </p:cNvSpPr>
          <p:nvPr/>
        </p:nvSpPr>
        <p:spPr bwMode="auto">
          <a:xfrm>
            <a:off x="6311312" y="2212975"/>
            <a:ext cx="1020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3" name="Rectangle 10">
            <a:extLst>
              <a:ext uri="{FF2B5EF4-FFF2-40B4-BE49-F238E27FC236}">
                <a16:creationId xmlns:a16="http://schemas.microsoft.com/office/drawing/2014/main" id="{D5F82E23-1E59-41DB-8B0C-2FE8947E7051}"/>
              </a:ext>
            </a:extLst>
          </p:cNvPr>
          <p:cNvSpPr>
            <a:spLocks noChangeArrowheads="1"/>
          </p:cNvSpPr>
          <p:nvPr/>
        </p:nvSpPr>
        <p:spPr bwMode="auto">
          <a:xfrm>
            <a:off x="8840199" y="2114550"/>
            <a:ext cx="12700" cy="4651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4" name="Rectangle 11">
            <a:extLst>
              <a:ext uri="{FF2B5EF4-FFF2-40B4-BE49-F238E27FC236}">
                <a16:creationId xmlns:a16="http://schemas.microsoft.com/office/drawing/2014/main" id="{F74D8EC5-F38B-4DBE-9CA9-C37FB4BE25F0}"/>
              </a:ext>
            </a:extLst>
          </p:cNvPr>
          <p:cNvSpPr>
            <a:spLocks noChangeArrowheads="1"/>
          </p:cNvSpPr>
          <p:nvPr/>
        </p:nvSpPr>
        <p:spPr bwMode="auto">
          <a:xfrm>
            <a:off x="5866812" y="2566988"/>
            <a:ext cx="191611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5" name="Rectangle 12">
            <a:extLst>
              <a:ext uri="{FF2B5EF4-FFF2-40B4-BE49-F238E27FC236}">
                <a16:creationId xmlns:a16="http://schemas.microsoft.com/office/drawing/2014/main" id="{8312286B-603B-4C0F-9A53-2F49A43E0DC5}"/>
              </a:ext>
            </a:extLst>
          </p:cNvPr>
          <p:cNvSpPr>
            <a:spLocks noChangeArrowheads="1"/>
          </p:cNvSpPr>
          <p:nvPr/>
        </p:nvSpPr>
        <p:spPr bwMode="auto">
          <a:xfrm>
            <a:off x="4801599" y="257968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6" name="Rectangle 13">
            <a:extLst>
              <a:ext uri="{FF2B5EF4-FFF2-40B4-BE49-F238E27FC236}">
                <a16:creationId xmlns:a16="http://schemas.microsoft.com/office/drawing/2014/main" id="{945F08FF-E335-4148-8185-94B3095DFAA4}"/>
              </a:ext>
            </a:extLst>
          </p:cNvPr>
          <p:cNvSpPr>
            <a:spLocks noChangeArrowheads="1"/>
          </p:cNvSpPr>
          <p:nvPr/>
        </p:nvSpPr>
        <p:spPr bwMode="auto">
          <a:xfrm>
            <a:off x="7992474" y="2305050"/>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7" name="Rectangle 14">
            <a:extLst>
              <a:ext uri="{FF2B5EF4-FFF2-40B4-BE49-F238E27FC236}">
                <a16:creationId xmlns:a16="http://schemas.microsoft.com/office/drawing/2014/main" id="{FF921BC7-8809-4FF4-9819-C4D37467EEC1}"/>
              </a:ext>
            </a:extLst>
          </p:cNvPr>
          <p:cNvSpPr>
            <a:spLocks noChangeArrowheads="1"/>
          </p:cNvSpPr>
          <p:nvPr/>
        </p:nvSpPr>
        <p:spPr bwMode="auto">
          <a:xfrm>
            <a:off x="5866812"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8" name="Rectangle 15">
            <a:extLst>
              <a:ext uri="{FF2B5EF4-FFF2-40B4-BE49-F238E27FC236}">
                <a16:creationId xmlns:a16="http://schemas.microsoft.com/office/drawing/2014/main" id="{49DF07A4-54E0-437C-967B-160A59B5841E}"/>
              </a:ext>
            </a:extLst>
          </p:cNvPr>
          <p:cNvSpPr>
            <a:spLocks noChangeArrowheads="1"/>
          </p:cNvSpPr>
          <p:nvPr/>
        </p:nvSpPr>
        <p:spPr bwMode="auto">
          <a:xfrm>
            <a:off x="5106399" y="258603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09" name="Rectangle 16">
            <a:extLst>
              <a:ext uri="{FF2B5EF4-FFF2-40B4-BE49-F238E27FC236}">
                <a16:creationId xmlns:a16="http://schemas.microsoft.com/office/drawing/2014/main" id="{E2EC77F7-2EB7-4D4E-885A-1F469566FEA8}"/>
              </a:ext>
            </a:extLst>
          </p:cNvPr>
          <p:cNvSpPr>
            <a:spLocks noChangeArrowheads="1"/>
          </p:cNvSpPr>
          <p:nvPr/>
        </p:nvSpPr>
        <p:spPr bwMode="auto">
          <a:xfrm>
            <a:off x="6014449"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0" name="Rectangle 17">
            <a:extLst>
              <a:ext uri="{FF2B5EF4-FFF2-40B4-BE49-F238E27FC236}">
                <a16:creationId xmlns:a16="http://schemas.microsoft.com/office/drawing/2014/main" id="{CF825199-0701-4FB5-ADAF-A537921269DA}"/>
              </a:ext>
            </a:extLst>
          </p:cNvPr>
          <p:cNvSpPr>
            <a:spLocks noChangeArrowheads="1"/>
          </p:cNvSpPr>
          <p:nvPr/>
        </p:nvSpPr>
        <p:spPr bwMode="auto">
          <a:xfrm>
            <a:off x="62763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1" name="Rectangle 18">
            <a:extLst>
              <a:ext uri="{FF2B5EF4-FFF2-40B4-BE49-F238E27FC236}">
                <a16:creationId xmlns:a16="http://schemas.microsoft.com/office/drawing/2014/main" id="{C62B9FAB-D11E-47FC-92BB-6CE7C10B6289}"/>
              </a:ext>
            </a:extLst>
          </p:cNvPr>
          <p:cNvSpPr>
            <a:spLocks noChangeArrowheads="1"/>
          </p:cNvSpPr>
          <p:nvPr/>
        </p:nvSpPr>
        <p:spPr bwMode="auto">
          <a:xfrm>
            <a:off x="6539912"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2" name="Rectangle 19">
            <a:extLst>
              <a:ext uri="{FF2B5EF4-FFF2-40B4-BE49-F238E27FC236}">
                <a16:creationId xmlns:a16="http://schemas.microsoft.com/office/drawing/2014/main" id="{8607EA5E-9C12-40A5-B1E8-88C51A787DB7}"/>
              </a:ext>
            </a:extLst>
          </p:cNvPr>
          <p:cNvSpPr>
            <a:spLocks noChangeArrowheads="1"/>
          </p:cNvSpPr>
          <p:nvPr/>
        </p:nvSpPr>
        <p:spPr bwMode="auto">
          <a:xfrm>
            <a:off x="6968537" y="26749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3" name="Rectangle 20">
            <a:extLst>
              <a:ext uri="{FF2B5EF4-FFF2-40B4-BE49-F238E27FC236}">
                <a16:creationId xmlns:a16="http://schemas.microsoft.com/office/drawing/2014/main" id="{5D0CE83B-C5E3-4A2E-AF99-420976A50159}"/>
              </a:ext>
            </a:extLst>
          </p:cNvPr>
          <p:cNvSpPr>
            <a:spLocks noChangeArrowheads="1"/>
          </p:cNvSpPr>
          <p:nvPr/>
        </p:nvSpPr>
        <p:spPr bwMode="auto">
          <a:xfrm>
            <a:off x="7228887" y="2674938"/>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4" name="Rectangle 21">
            <a:extLst>
              <a:ext uri="{FF2B5EF4-FFF2-40B4-BE49-F238E27FC236}">
                <a16:creationId xmlns:a16="http://schemas.microsoft.com/office/drawing/2014/main" id="{2B234F0E-6B29-49D0-876D-0CC862825F26}"/>
              </a:ext>
            </a:extLst>
          </p:cNvPr>
          <p:cNvSpPr>
            <a:spLocks noChangeArrowheads="1"/>
          </p:cNvSpPr>
          <p:nvPr/>
        </p:nvSpPr>
        <p:spPr bwMode="auto">
          <a:xfrm>
            <a:off x="77733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5" name="Rectangle 22">
            <a:extLst>
              <a:ext uri="{FF2B5EF4-FFF2-40B4-BE49-F238E27FC236}">
                <a16:creationId xmlns:a16="http://schemas.microsoft.com/office/drawing/2014/main" id="{A7D5B839-E0A8-428E-A05B-1B444F7D2995}"/>
              </a:ext>
            </a:extLst>
          </p:cNvPr>
          <p:cNvSpPr>
            <a:spLocks noChangeArrowheads="1"/>
          </p:cNvSpPr>
          <p:nvPr/>
        </p:nvSpPr>
        <p:spPr bwMode="auto">
          <a:xfrm>
            <a:off x="7495587" y="2674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6" name="Rectangle 23">
            <a:extLst>
              <a:ext uri="{FF2B5EF4-FFF2-40B4-BE49-F238E27FC236}">
                <a16:creationId xmlns:a16="http://schemas.microsoft.com/office/drawing/2014/main" id="{ED552DEC-3393-48F8-8A9B-7E9B6DDDD79A}"/>
              </a:ext>
            </a:extLst>
          </p:cNvPr>
          <p:cNvSpPr>
            <a:spLocks noChangeArrowheads="1"/>
          </p:cNvSpPr>
          <p:nvPr/>
        </p:nvSpPr>
        <p:spPr bwMode="auto">
          <a:xfrm>
            <a:off x="8840199" y="257968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7" name="Rectangle 24">
            <a:extLst>
              <a:ext uri="{FF2B5EF4-FFF2-40B4-BE49-F238E27FC236}">
                <a16:creationId xmlns:a16="http://schemas.microsoft.com/office/drawing/2014/main" id="{565F61A3-FE18-42D2-9A1C-24145657D705}"/>
              </a:ext>
            </a:extLst>
          </p:cNvPr>
          <p:cNvSpPr>
            <a:spLocks noChangeArrowheads="1"/>
          </p:cNvSpPr>
          <p:nvPr/>
        </p:nvSpPr>
        <p:spPr bwMode="auto">
          <a:xfrm>
            <a:off x="4825412" y="3024188"/>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8" name="Rectangle 25">
            <a:extLst>
              <a:ext uri="{FF2B5EF4-FFF2-40B4-BE49-F238E27FC236}">
                <a16:creationId xmlns:a16="http://schemas.microsoft.com/office/drawing/2014/main" id="{CD9FC449-DF22-4F69-8695-897285DE1573}"/>
              </a:ext>
            </a:extLst>
          </p:cNvPr>
          <p:cNvSpPr>
            <a:spLocks noChangeArrowheads="1"/>
          </p:cNvSpPr>
          <p:nvPr/>
        </p:nvSpPr>
        <p:spPr bwMode="auto">
          <a:xfrm>
            <a:off x="4801599" y="3040063"/>
            <a:ext cx="11113"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19" name="Rectangle 26">
            <a:extLst>
              <a:ext uri="{FF2B5EF4-FFF2-40B4-BE49-F238E27FC236}">
                <a16:creationId xmlns:a16="http://schemas.microsoft.com/office/drawing/2014/main" id="{B4E972F8-8C41-4154-AD9D-F082C84A1035}"/>
              </a:ext>
            </a:extLst>
          </p:cNvPr>
          <p:cNvSpPr>
            <a:spLocks noChangeArrowheads="1"/>
          </p:cNvSpPr>
          <p:nvPr/>
        </p:nvSpPr>
        <p:spPr bwMode="auto">
          <a:xfrm>
            <a:off x="8244887" y="2584450"/>
            <a:ext cx="1762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0" name="Rectangle 27">
            <a:extLst>
              <a:ext uri="{FF2B5EF4-FFF2-40B4-BE49-F238E27FC236}">
                <a16:creationId xmlns:a16="http://schemas.microsoft.com/office/drawing/2014/main" id="{BFE6B1C6-6083-41D2-9F63-1CF6BD2DBC67}"/>
              </a:ext>
            </a:extLst>
          </p:cNvPr>
          <p:cNvSpPr>
            <a:spLocks noChangeArrowheads="1"/>
          </p:cNvSpPr>
          <p:nvPr/>
        </p:nvSpPr>
        <p:spPr bwMode="auto">
          <a:xfrm>
            <a:off x="5866812"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1" name="Rectangle 28">
            <a:extLst>
              <a:ext uri="{FF2B5EF4-FFF2-40B4-BE49-F238E27FC236}">
                <a16:creationId xmlns:a16="http://schemas.microsoft.com/office/drawing/2014/main" id="{6E9556CA-3E78-4C55-9A44-78D3DD40092D}"/>
              </a:ext>
            </a:extLst>
          </p:cNvPr>
          <p:cNvSpPr>
            <a:spLocks noChangeArrowheads="1"/>
          </p:cNvSpPr>
          <p:nvPr/>
        </p:nvSpPr>
        <p:spPr bwMode="auto">
          <a:xfrm>
            <a:off x="5247687" y="31369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2" name="Rectangle 29">
            <a:extLst>
              <a:ext uri="{FF2B5EF4-FFF2-40B4-BE49-F238E27FC236}">
                <a16:creationId xmlns:a16="http://schemas.microsoft.com/office/drawing/2014/main" id="{230C11FC-C4EA-479B-916F-2CE9A5A001DB}"/>
              </a:ext>
            </a:extLst>
          </p:cNvPr>
          <p:cNvSpPr>
            <a:spLocks noChangeArrowheads="1"/>
          </p:cNvSpPr>
          <p:nvPr/>
        </p:nvSpPr>
        <p:spPr bwMode="auto">
          <a:xfrm>
            <a:off x="6255749" y="313690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3" name="Rectangle 30">
            <a:extLst>
              <a:ext uri="{FF2B5EF4-FFF2-40B4-BE49-F238E27FC236}">
                <a16:creationId xmlns:a16="http://schemas.microsoft.com/office/drawing/2014/main" id="{D24C2A78-8183-4D67-B1EB-8A0D1A53F573}"/>
              </a:ext>
            </a:extLst>
          </p:cNvPr>
          <p:cNvSpPr>
            <a:spLocks noChangeArrowheads="1"/>
          </p:cNvSpPr>
          <p:nvPr/>
        </p:nvSpPr>
        <p:spPr bwMode="auto">
          <a:xfrm>
            <a:off x="77733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4" name="Rectangle 31">
            <a:extLst>
              <a:ext uri="{FF2B5EF4-FFF2-40B4-BE49-F238E27FC236}">
                <a16:creationId xmlns:a16="http://schemas.microsoft.com/office/drawing/2014/main" id="{11DECFDE-8507-41DD-93C9-99F7A840862E}"/>
              </a:ext>
            </a:extLst>
          </p:cNvPr>
          <p:cNvSpPr>
            <a:spLocks noChangeArrowheads="1"/>
          </p:cNvSpPr>
          <p:nvPr/>
        </p:nvSpPr>
        <p:spPr bwMode="auto">
          <a:xfrm>
            <a:off x="7214599" y="313690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5" name="Rectangle 32">
            <a:extLst>
              <a:ext uri="{FF2B5EF4-FFF2-40B4-BE49-F238E27FC236}">
                <a16:creationId xmlns:a16="http://schemas.microsoft.com/office/drawing/2014/main" id="{8E60E31A-0CBC-4B8C-A8C5-7D0919487E50}"/>
              </a:ext>
            </a:extLst>
          </p:cNvPr>
          <p:cNvSpPr>
            <a:spLocks noChangeArrowheads="1"/>
          </p:cNvSpPr>
          <p:nvPr/>
        </p:nvSpPr>
        <p:spPr bwMode="auto">
          <a:xfrm>
            <a:off x="8840199" y="3040063"/>
            <a:ext cx="12700" cy="4016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6" name="Rectangle 33">
            <a:extLst>
              <a:ext uri="{FF2B5EF4-FFF2-40B4-BE49-F238E27FC236}">
                <a16:creationId xmlns:a16="http://schemas.microsoft.com/office/drawing/2014/main" id="{FEE0A556-A843-4E98-AE2E-63ABD0F92E77}"/>
              </a:ext>
            </a:extLst>
          </p:cNvPr>
          <p:cNvSpPr>
            <a:spLocks noChangeArrowheads="1"/>
          </p:cNvSpPr>
          <p:nvPr/>
        </p:nvSpPr>
        <p:spPr bwMode="auto">
          <a:xfrm>
            <a:off x="4801599" y="34417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7" name="Rectangle 34">
            <a:extLst>
              <a:ext uri="{FF2B5EF4-FFF2-40B4-BE49-F238E27FC236}">
                <a16:creationId xmlns:a16="http://schemas.microsoft.com/office/drawing/2014/main" id="{DFCE2D58-1B08-4CC1-B971-95D5FED9E319}"/>
              </a:ext>
            </a:extLst>
          </p:cNvPr>
          <p:cNvSpPr>
            <a:spLocks noChangeArrowheads="1"/>
          </p:cNvSpPr>
          <p:nvPr/>
        </p:nvSpPr>
        <p:spPr bwMode="auto">
          <a:xfrm>
            <a:off x="8249649" y="31369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8" name="Rectangle 35">
            <a:extLst>
              <a:ext uri="{FF2B5EF4-FFF2-40B4-BE49-F238E27FC236}">
                <a16:creationId xmlns:a16="http://schemas.microsoft.com/office/drawing/2014/main" id="{3F5A6868-2E4A-4091-876D-F5927E975BE3}"/>
              </a:ext>
            </a:extLst>
          </p:cNvPr>
          <p:cNvSpPr>
            <a:spLocks noChangeArrowheads="1"/>
          </p:cNvSpPr>
          <p:nvPr/>
        </p:nvSpPr>
        <p:spPr bwMode="auto">
          <a:xfrm>
            <a:off x="5866812"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29" name="Rectangle 36">
            <a:extLst>
              <a:ext uri="{FF2B5EF4-FFF2-40B4-BE49-F238E27FC236}">
                <a16:creationId xmlns:a16="http://schemas.microsoft.com/office/drawing/2014/main" id="{F3E57F08-08E2-4CB3-B7EB-5C50E3B6CE7B}"/>
              </a:ext>
            </a:extLst>
          </p:cNvPr>
          <p:cNvSpPr>
            <a:spLocks noChangeArrowheads="1"/>
          </p:cNvSpPr>
          <p:nvPr/>
        </p:nvSpPr>
        <p:spPr bwMode="auto">
          <a:xfrm>
            <a:off x="5252449" y="34385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0" name="Rectangle 37">
            <a:extLst>
              <a:ext uri="{FF2B5EF4-FFF2-40B4-BE49-F238E27FC236}">
                <a16:creationId xmlns:a16="http://schemas.microsoft.com/office/drawing/2014/main" id="{3030E7FD-08EA-4A31-889A-DCE61C73DE37}"/>
              </a:ext>
            </a:extLst>
          </p:cNvPr>
          <p:cNvSpPr>
            <a:spLocks noChangeArrowheads="1"/>
          </p:cNvSpPr>
          <p:nvPr/>
        </p:nvSpPr>
        <p:spPr bwMode="auto">
          <a:xfrm>
            <a:off x="6250987" y="3438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1" name="Rectangle 38">
            <a:extLst>
              <a:ext uri="{FF2B5EF4-FFF2-40B4-BE49-F238E27FC236}">
                <a16:creationId xmlns:a16="http://schemas.microsoft.com/office/drawing/2014/main" id="{5FE7E3DA-D346-4838-85C2-7424A619DC6F}"/>
              </a:ext>
            </a:extLst>
          </p:cNvPr>
          <p:cNvSpPr>
            <a:spLocks noChangeArrowheads="1"/>
          </p:cNvSpPr>
          <p:nvPr/>
        </p:nvSpPr>
        <p:spPr bwMode="auto">
          <a:xfrm>
            <a:off x="77733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2" name="Rectangle 39">
            <a:extLst>
              <a:ext uri="{FF2B5EF4-FFF2-40B4-BE49-F238E27FC236}">
                <a16:creationId xmlns:a16="http://schemas.microsoft.com/office/drawing/2014/main" id="{BEF1C1CB-6CCC-4AFC-861A-2B5F0F6A72CE}"/>
              </a:ext>
            </a:extLst>
          </p:cNvPr>
          <p:cNvSpPr>
            <a:spLocks noChangeArrowheads="1"/>
          </p:cNvSpPr>
          <p:nvPr/>
        </p:nvSpPr>
        <p:spPr bwMode="auto">
          <a:xfrm>
            <a:off x="7227299" y="34385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3" name="Rectangle 40">
            <a:extLst>
              <a:ext uri="{FF2B5EF4-FFF2-40B4-BE49-F238E27FC236}">
                <a16:creationId xmlns:a16="http://schemas.microsoft.com/office/drawing/2014/main" id="{4C1F64A3-9393-4622-86E7-337A631B12D1}"/>
              </a:ext>
            </a:extLst>
          </p:cNvPr>
          <p:cNvSpPr>
            <a:spLocks noChangeArrowheads="1"/>
          </p:cNvSpPr>
          <p:nvPr/>
        </p:nvSpPr>
        <p:spPr bwMode="auto">
          <a:xfrm>
            <a:off x="8840199" y="34417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4" name="Rectangle 41">
            <a:extLst>
              <a:ext uri="{FF2B5EF4-FFF2-40B4-BE49-F238E27FC236}">
                <a16:creationId xmlns:a16="http://schemas.microsoft.com/office/drawing/2014/main" id="{19C0351E-7D7E-4D1E-BF66-07D0B2A0A3C0}"/>
              </a:ext>
            </a:extLst>
          </p:cNvPr>
          <p:cNvSpPr>
            <a:spLocks noChangeArrowheads="1"/>
          </p:cNvSpPr>
          <p:nvPr/>
        </p:nvSpPr>
        <p:spPr bwMode="auto">
          <a:xfrm>
            <a:off x="4801599" y="3746500"/>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5" name="Rectangle 42">
            <a:extLst>
              <a:ext uri="{FF2B5EF4-FFF2-40B4-BE49-F238E27FC236}">
                <a16:creationId xmlns:a16="http://schemas.microsoft.com/office/drawing/2014/main" id="{B0FA0533-5CEA-40BC-835C-252B667093E6}"/>
              </a:ext>
            </a:extLst>
          </p:cNvPr>
          <p:cNvSpPr>
            <a:spLocks noChangeArrowheads="1"/>
          </p:cNvSpPr>
          <p:nvPr/>
        </p:nvSpPr>
        <p:spPr bwMode="auto">
          <a:xfrm>
            <a:off x="8248062" y="3438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6" name="Rectangle 43">
            <a:extLst>
              <a:ext uri="{FF2B5EF4-FFF2-40B4-BE49-F238E27FC236}">
                <a16:creationId xmlns:a16="http://schemas.microsoft.com/office/drawing/2014/main" id="{09641F8E-1BD7-4F52-A5E4-306ED901182C}"/>
              </a:ext>
            </a:extLst>
          </p:cNvPr>
          <p:cNvSpPr>
            <a:spLocks noChangeArrowheads="1"/>
          </p:cNvSpPr>
          <p:nvPr/>
        </p:nvSpPr>
        <p:spPr bwMode="auto">
          <a:xfrm>
            <a:off x="5866812"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7" name="Rectangle 44">
            <a:extLst>
              <a:ext uri="{FF2B5EF4-FFF2-40B4-BE49-F238E27FC236}">
                <a16:creationId xmlns:a16="http://schemas.microsoft.com/office/drawing/2014/main" id="{CEA60FFB-85C2-481C-B609-76B0629F245A}"/>
              </a:ext>
            </a:extLst>
          </p:cNvPr>
          <p:cNvSpPr>
            <a:spLocks noChangeArrowheads="1"/>
          </p:cNvSpPr>
          <p:nvPr/>
        </p:nvSpPr>
        <p:spPr bwMode="auto">
          <a:xfrm>
            <a:off x="5252449" y="37433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8" name="Rectangle 45">
            <a:extLst>
              <a:ext uri="{FF2B5EF4-FFF2-40B4-BE49-F238E27FC236}">
                <a16:creationId xmlns:a16="http://schemas.microsoft.com/office/drawing/2014/main" id="{937726F1-3860-4522-903A-0848D5595BCC}"/>
              </a:ext>
            </a:extLst>
          </p:cNvPr>
          <p:cNvSpPr>
            <a:spLocks noChangeArrowheads="1"/>
          </p:cNvSpPr>
          <p:nvPr/>
        </p:nvSpPr>
        <p:spPr bwMode="auto">
          <a:xfrm>
            <a:off x="6273212" y="37433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39" name="Rectangle 46">
            <a:extLst>
              <a:ext uri="{FF2B5EF4-FFF2-40B4-BE49-F238E27FC236}">
                <a16:creationId xmlns:a16="http://schemas.microsoft.com/office/drawing/2014/main" id="{91EF08F8-A73D-461F-82C0-5D8642985451}"/>
              </a:ext>
            </a:extLst>
          </p:cNvPr>
          <p:cNvSpPr>
            <a:spLocks noChangeArrowheads="1"/>
          </p:cNvSpPr>
          <p:nvPr/>
        </p:nvSpPr>
        <p:spPr bwMode="auto">
          <a:xfrm>
            <a:off x="77733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0" name="Rectangle 47">
            <a:extLst>
              <a:ext uri="{FF2B5EF4-FFF2-40B4-BE49-F238E27FC236}">
                <a16:creationId xmlns:a16="http://schemas.microsoft.com/office/drawing/2014/main" id="{8B56F834-5AC6-48E5-95E8-992B18097A8A}"/>
              </a:ext>
            </a:extLst>
          </p:cNvPr>
          <p:cNvSpPr>
            <a:spLocks noChangeArrowheads="1"/>
          </p:cNvSpPr>
          <p:nvPr/>
        </p:nvSpPr>
        <p:spPr bwMode="auto">
          <a:xfrm>
            <a:off x="7216187" y="3743325"/>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1" name="Rectangle 48">
            <a:extLst>
              <a:ext uri="{FF2B5EF4-FFF2-40B4-BE49-F238E27FC236}">
                <a16:creationId xmlns:a16="http://schemas.microsoft.com/office/drawing/2014/main" id="{A096E2A8-F4CD-4473-82C6-AFACB44D9318}"/>
              </a:ext>
            </a:extLst>
          </p:cNvPr>
          <p:cNvSpPr>
            <a:spLocks noChangeArrowheads="1"/>
          </p:cNvSpPr>
          <p:nvPr/>
        </p:nvSpPr>
        <p:spPr bwMode="auto">
          <a:xfrm>
            <a:off x="8840199" y="3746500"/>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2" name="Rectangle 49">
            <a:extLst>
              <a:ext uri="{FF2B5EF4-FFF2-40B4-BE49-F238E27FC236}">
                <a16:creationId xmlns:a16="http://schemas.microsoft.com/office/drawing/2014/main" id="{F630D6F2-00E0-40AB-88EF-CE6B0070468F}"/>
              </a:ext>
            </a:extLst>
          </p:cNvPr>
          <p:cNvSpPr>
            <a:spLocks noChangeArrowheads="1"/>
          </p:cNvSpPr>
          <p:nvPr/>
        </p:nvSpPr>
        <p:spPr bwMode="auto">
          <a:xfrm>
            <a:off x="4801599" y="4056063"/>
            <a:ext cx="11113"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3" name="Rectangle 50">
            <a:extLst>
              <a:ext uri="{FF2B5EF4-FFF2-40B4-BE49-F238E27FC236}">
                <a16:creationId xmlns:a16="http://schemas.microsoft.com/office/drawing/2014/main" id="{3E28E7C4-ACEB-4FF1-8D77-D06E9CA4A9E5}"/>
              </a:ext>
            </a:extLst>
          </p:cNvPr>
          <p:cNvSpPr>
            <a:spLocks noChangeArrowheads="1"/>
          </p:cNvSpPr>
          <p:nvPr/>
        </p:nvSpPr>
        <p:spPr bwMode="auto">
          <a:xfrm>
            <a:off x="8249649" y="3743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4" name="Rectangle 51">
            <a:extLst>
              <a:ext uri="{FF2B5EF4-FFF2-40B4-BE49-F238E27FC236}">
                <a16:creationId xmlns:a16="http://schemas.microsoft.com/office/drawing/2014/main" id="{400541F4-D1B0-4FDC-B598-5E64A23AD52D}"/>
              </a:ext>
            </a:extLst>
          </p:cNvPr>
          <p:cNvSpPr>
            <a:spLocks noChangeArrowheads="1"/>
          </p:cNvSpPr>
          <p:nvPr/>
        </p:nvSpPr>
        <p:spPr bwMode="auto">
          <a:xfrm>
            <a:off x="5866812"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5" name="Rectangle 52">
            <a:extLst>
              <a:ext uri="{FF2B5EF4-FFF2-40B4-BE49-F238E27FC236}">
                <a16:creationId xmlns:a16="http://schemas.microsoft.com/office/drawing/2014/main" id="{5A678070-692B-4E97-ADA7-E5A556F50A36}"/>
              </a:ext>
            </a:extLst>
          </p:cNvPr>
          <p:cNvSpPr>
            <a:spLocks noChangeArrowheads="1"/>
          </p:cNvSpPr>
          <p:nvPr/>
        </p:nvSpPr>
        <p:spPr bwMode="auto">
          <a:xfrm>
            <a:off x="5268324" y="4046538"/>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6" name="Rectangle 53">
            <a:extLst>
              <a:ext uri="{FF2B5EF4-FFF2-40B4-BE49-F238E27FC236}">
                <a16:creationId xmlns:a16="http://schemas.microsoft.com/office/drawing/2014/main" id="{2A14875B-0722-41BF-8508-F0C3E095191D}"/>
              </a:ext>
            </a:extLst>
          </p:cNvPr>
          <p:cNvSpPr>
            <a:spLocks noChangeArrowheads="1"/>
          </p:cNvSpPr>
          <p:nvPr/>
        </p:nvSpPr>
        <p:spPr bwMode="auto">
          <a:xfrm>
            <a:off x="6255749" y="404653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7" name="Rectangle 54">
            <a:extLst>
              <a:ext uri="{FF2B5EF4-FFF2-40B4-BE49-F238E27FC236}">
                <a16:creationId xmlns:a16="http://schemas.microsoft.com/office/drawing/2014/main" id="{7FAACB6C-1E54-4C67-B6EE-30DBDF068B42}"/>
              </a:ext>
            </a:extLst>
          </p:cNvPr>
          <p:cNvSpPr>
            <a:spLocks noChangeArrowheads="1"/>
          </p:cNvSpPr>
          <p:nvPr/>
        </p:nvSpPr>
        <p:spPr bwMode="auto">
          <a:xfrm>
            <a:off x="77733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8" name="Rectangle 55">
            <a:extLst>
              <a:ext uri="{FF2B5EF4-FFF2-40B4-BE49-F238E27FC236}">
                <a16:creationId xmlns:a16="http://schemas.microsoft.com/office/drawing/2014/main" id="{3E1ED478-7B94-4AF1-A459-010928CCE416}"/>
              </a:ext>
            </a:extLst>
          </p:cNvPr>
          <p:cNvSpPr>
            <a:spLocks noChangeArrowheads="1"/>
          </p:cNvSpPr>
          <p:nvPr/>
        </p:nvSpPr>
        <p:spPr bwMode="auto">
          <a:xfrm>
            <a:off x="7206662" y="404653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49" name="Rectangle 56">
            <a:extLst>
              <a:ext uri="{FF2B5EF4-FFF2-40B4-BE49-F238E27FC236}">
                <a16:creationId xmlns:a16="http://schemas.microsoft.com/office/drawing/2014/main" id="{7E89A2CE-795F-4933-9C91-B909972A5D3E}"/>
              </a:ext>
            </a:extLst>
          </p:cNvPr>
          <p:cNvSpPr>
            <a:spLocks noChangeArrowheads="1"/>
          </p:cNvSpPr>
          <p:nvPr/>
        </p:nvSpPr>
        <p:spPr bwMode="auto">
          <a:xfrm>
            <a:off x="8840199" y="4056063"/>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0" name="Rectangle 57">
            <a:extLst>
              <a:ext uri="{FF2B5EF4-FFF2-40B4-BE49-F238E27FC236}">
                <a16:creationId xmlns:a16="http://schemas.microsoft.com/office/drawing/2014/main" id="{48B9E37B-30F5-4179-B3FC-4C1A1DA9B4C9}"/>
              </a:ext>
            </a:extLst>
          </p:cNvPr>
          <p:cNvSpPr>
            <a:spLocks noChangeArrowheads="1"/>
          </p:cNvSpPr>
          <p:nvPr/>
        </p:nvSpPr>
        <p:spPr bwMode="auto">
          <a:xfrm>
            <a:off x="4825412" y="4394200"/>
            <a:ext cx="40354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1" name="Rectangle 58">
            <a:extLst>
              <a:ext uri="{FF2B5EF4-FFF2-40B4-BE49-F238E27FC236}">
                <a16:creationId xmlns:a16="http://schemas.microsoft.com/office/drawing/2014/main" id="{5B141902-590D-41B3-AB0C-7CF8698B99E5}"/>
              </a:ext>
            </a:extLst>
          </p:cNvPr>
          <p:cNvSpPr>
            <a:spLocks noChangeArrowheads="1"/>
          </p:cNvSpPr>
          <p:nvPr/>
        </p:nvSpPr>
        <p:spPr bwMode="auto">
          <a:xfrm>
            <a:off x="8248062" y="40465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5352" name="TextBox 125">
            <a:extLst>
              <a:ext uri="{FF2B5EF4-FFF2-40B4-BE49-F238E27FC236}">
                <a16:creationId xmlns:a16="http://schemas.microsoft.com/office/drawing/2014/main" id="{932C26FA-F08E-4716-8D4C-F89935226671}"/>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6.52 from the textbook ]</a:t>
            </a:r>
          </a:p>
        </p:txBody>
      </p:sp>
      <p:sp>
        <p:nvSpPr>
          <p:cNvPr id="55353" name="Title 1">
            <a:extLst>
              <a:ext uri="{FF2B5EF4-FFF2-40B4-BE49-F238E27FC236}">
                <a16:creationId xmlns:a16="http://schemas.microsoft.com/office/drawing/2014/main" id="{BADD29EE-E31B-4286-BF46-E3898157B491}"/>
              </a:ext>
            </a:extLst>
          </p:cNvPr>
          <p:cNvSpPr txBox="1">
            <a:spLocks/>
          </p:cNvSpPr>
          <p:nvPr/>
        </p:nvSpPr>
        <p:spPr bwMode="auto">
          <a:xfrm>
            <a:off x="0" y="3048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Minimized state table </a:t>
            </a:r>
          </a:p>
        </p:txBody>
      </p:sp>
      <p:sp>
        <p:nvSpPr>
          <p:cNvPr id="59" name="Rectangle 4">
            <a:extLst>
              <a:ext uri="{FF2B5EF4-FFF2-40B4-BE49-F238E27FC236}">
                <a16:creationId xmlns:a16="http://schemas.microsoft.com/office/drawing/2014/main" id="{AB481291-955C-4B78-A716-01A258A28073}"/>
              </a:ext>
            </a:extLst>
          </p:cNvPr>
          <p:cNvSpPr>
            <a:spLocks noChangeArrowheads="1"/>
          </p:cNvSpPr>
          <p:nvPr/>
        </p:nvSpPr>
        <p:spPr bwMode="auto">
          <a:xfrm>
            <a:off x="96044" y="1778000"/>
            <a:ext cx="39624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 name="Rectangle 5">
            <a:extLst>
              <a:ext uri="{FF2B5EF4-FFF2-40B4-BE49-F238E27FC236}">
                <a16:creationId xmlns:a16="http://schemas.microsoft.com/office/drawing/2014/main" id="{A9F3A634-5877-4850-BDAF-43B5D223E851}"/>
              </a:ext>
            </a:extLst>
          </p:cNvPr>
          <p:cNvSpPr>
            <a:spLocks noChangeArrowheads="1"/>
          </p:cNvSpPr>
          <p:nvPr/>
        </p:nvSpPr>
        <p:spPr bwMode="auto">
          <a:xfrm>
            <a:off x="70644" y="1806575"/>
            <a:ext cx="11113"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 name="Rectangle 6">
            <a:extLst>
              <a:ext uri="{FF2B5EF4-FFF2-40B4-BE49-F238E27FC236}">
                <a16:creationId xmlns:a16="http://schemas.microsoft.com/office/drawing/2014/main" id="{6E556C9A-C647-4001-93A5-A63507A75EF5}"/>
              </a:ext>
            </a:extLst>
          </p:cNvPr>
          <p:cNvSpPr>
            <a:spLocks noChangeArrowheads="1"/>
          </p:cNvSpPr>
          <p:nvPr/>
        </p:nvSpPr>
        <p:spPr bwMode="auto">
          <a:xfrm>
            <a:off x="1134269"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 name="Rectangle 7">
            <a:extLst>
              <a:ext uri="{FF2B5EF4-FFF2-40B4-BE49-F238E27FC236}">
                <a16:creationId xmlns:a16="http://schemas.microsoft.com/office/drawing/2014/main" id="{D5CDC8BF-A2FD-41D9-BBC6-13088CB656BD}"/>
              </a:ext>
            </a:extLst>
          </p:cNvPr>
          <p:cNvSpPr>
            <a:spLocks noChangeArrowheads="1"/>
          </p:cNvSpPr>
          <p:nvPr/>
        </p:nvSpPr>
        <p:spPr bwMode="auto">
          <a:xfrm>
            <a:off x="240507" y="199707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3" name="Rectangle 8">
            <a:extLst>
              <a:ext uri="{FF2B5EF4-FFF2-40B4-BE49-F238E27FC236}">
                <a16:creationId xmlns:a16="http://schemas.microsoft.com/office/drawing/2014/main" id="{192D0A6D-398C-487D-9F41-203D4C8B0441}"/>
              </a:ext>
            </a:extLst>
          </p:cNvPr>
          <p:cNvSpPr>
            <a:spLocks noChangeArrowheads="1"/>
          </p:cNvSpPr>
          <p:nvPr/>
        </p:nvSpPr>
        <p:spPr bwMode="auto">
          <a:xfrm>
            <a:off x="3037682"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4" name="Rectangle 9">
            <a:extLst>
              <a:ext uri="{FF2B5EF4-FFF2-40B4-BE49-F238E27FC236}">
                <a16:creationId xmlns:a16="http://schemas.microsoft.com/office/drawing/2014/main" id="{7A55B03A-F07F-4982-A227-3DC4345028B4}"/>
              </a:ext>
            </a:extLst>
          </p:cNvPr>
          <p:cNvSpPr>
            <a:spLocks noChangeArrowheads="1"/>
          </p:cNvSpPr>
          <p:nvPr/>
        </p:nvSpPr>
        <p:spPr bwMode="auto">
          <a:xfrm>
            <a:off x="1581944" y="1905000"/>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5" name="Rectangle 10">
            <a:extLst>
              <a:ext uri="{FF2B5EF4-FFF2-40B4-BE49-F238E27FC236}">
                <a16:creationId xmlns:a16="http://schemas.microsoft.com/office/drawing/2014/main" id="{0AE6C1FF-6C33-49D1-8678-B0A9801722F3}"/>
              </a:ext>
            </a:extLst>
          </p:cNvPr>
          <p:cNvSpPr>
            <a:spLocks noChangeArrowheads="1"/>
          </p:cNvSpPr>
          <p:nvPr/>
        </p:nvSpPr>
        <p:spPr bwMode="auto">
          <a:xfrm>
            <a:off x="4052094" y="18065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6" name="Rectangle 11">
            <a:extLst>
              <a:ext uri="{FF2B5EF4-FFF2-40B4-BE49-F238E27FC236}">
                <a16:creationId xmlns:a16="http://schemas.microsoft.com/office/drawing/2014/main" id="{51A82F9C-D03F-441D-84E1-A70695A27B83}"/>
              </a:ext>
            </a:extLst>
          </p:cNvPr>
          <p:cNvSpPr>
            <a:spLocks noChangeArrowheads="1"/>
          </p:cNvSpPr>
          <p:nvPr/>
        </p:nvSpPr>
        <p:spPr bwMode="auto">
          <a:xfrm>
            <a:off x="1134269" y="2259013"/>
            <a:ext cx="19129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7" name="Rectangle 12">
            <a:extLst>
              <a:ext uri="{FF2B5EF4-FFF2-40B4-BE49-F238E27FC236}">
                <a16:creationId xmlns:a16="http://schemas.microsoft.com/office/drawing/2014/main" id="{2DC293BA-4264-4187-8ECA-140390DA986F}"/>
              </a:ext>
            </a:extLst>
          </p:cNvPr>
          <p:cNvSpPr>
            <a:spLocks noChangeArrowheads="1"/>
          </p:cNvSpPr>
          <p:nvPr/>
        </p:nvSpPr>
        <p:spPr bwMode="auto">
          <a:xfrm>
            <a:off x="70644" y="2271713"/>
            <a:ext cx="11113"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 name="Rectangle 13">
            <a:extLst>
              <a:ext uri="{FF2B5EF4-FFF2-40B4-BE49-F238E27FC236}">
                <a16:creationId xmlns:a16="http://schemas.microsoft.com/office/drawing/2014/main" id="{929317EF-7C6C-46CB-851B-DD75AEEFB5CA}"/>
              </a:ext>
            </a:extLst>
          </p:cNvPr>
          <p:cNvSpPr>
            <a:spLocks noChangeArrowheads="1"/>
          </p:cNvSpPr>
          <p:nvPr/>
        </p:nvSpPr>
        <p:spPr bwMode="auto">
          <a:xfrm>
            <a:off x="3196432" y="199707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 name="Rectangle 14">
            <a:extLst>
              <a:ext uri="{FF2B5EF4-FFF2-40B4-BE49-F238E27FC236}">
                <a16:creationId xmlns:a16="http://schemas.microsoft.com/office/drawing/2014/main" id="{2849E7B5-90E4-4D27-B370-B963542B7208}"/>
              </a:ext>
            </a:extLst>
          </p:cNvPr>
          <p:cNvSpPr>
            <a:spLocks noChangeArrowheads="1"/>
          </p:cNvSpPr>
          <p:nvPr/>
        </p:nvSpPr>
        <p:spPr bwMode="auto">
          <a:xfrm>
            <a:off x="1134269"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 name="Rectangle 15">
            <a:extLst>
              <a:ext uri="{FF2B5EF4-FFF2-40B4-BE49-F238E27FC236}">
                <a16:creationId xmlns:a16="http://schemas.microsoft.com/office/drawing/2014/main" id="{DA70FE95-2C8E-42D4-9E0A-D60C5CCFA852}"/>
              </a:ext>
            </a:extLst>
          </p:cNvPr>
          <p:cNvSpPr>
            <a:spLocks noChangeArrowheads="1"/>
          </p:cNvSpPr>
          <p:nvPr/>
        </p:nvSpPr>
        <p:spPr bwMode="auto">
          <a:xfrm>
            <a:off x="380207" y="22764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1" name="Rectangle 16">
            <a:extLst>
              <a:ext uri="{FF2B5EF4-FFF2-40B4-BE49-F238E27FC236}">
                <a16:creationId xmlns:a16="http://schemas.microsoft.com/office/drawing/2014/main" id="{F409702C-E832-4F7B-8A6D-B7776FC23E3A}"/>
              </a:ext>
            </a:extLst>
          </p:cNvPr>
          <p:cNvSpPr>
            <a:spLocks noChangeArrowheads="1"/>
          </p:cNvSpPr>
          <p:nvPr/>
        </p:nvSpPr>
        <p:spPr bwMode="auto">
          <a:xfrm>
            <a:off x="1286669"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 name="Rectangle 17">
            <a:extLst>
              <a:ext uri="{FF2B5EF4-FFF2-40B4-BE49-F238E27FC236}">
                <a16:creationId xmlns:a16="http://schemas.microsoft.com/office/drawing/2014/main" id="{39B2F526-2650-476B-88CE-19D7D21C1A79}"/>
              </a:ext>
            </a:extLst>
          </p:cNvPr>
          <p:cNvSpPr>
            <a:spLocks noChangeArrowheads="1"/>
          </p:cNvSpPr>
          <p:nvPr/>
        </p:nvSpPr>
        <p:spPr bwMode="auto">
          <a:xfrm>
            <a:off x="1548607"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3" name="Rectangle 18">
            <a:extLst>
              <a:ext uri="{FF2B5EF4-FFF2-40B4-BE49-F238E27FC236}">
                <a16:creationId xmlns:a16="http://schemas.microsoft.com/office/drawing/2014/main" id="{D53B6253-D6D0-4E03-96CE-47C4BC577F15}"/>
              </a:ext>
            </a:extLst>
          </p:cNvPr>
          <p:cNvSpPr>
            <a:spLocks noChangeArrowheads="1"/>
          </p:cNvSpPr>
          <p:nvPr/>
        </p:nvSpPr>
        <p:spPr bwMode="auto">
          <a:xfrm>
            <a:off x="1815307"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4" name="Rectangle 19">
            <a:extLst>
              <a:ext uri="{FF2B5EF4-FFF2-40B4-BE49-F238E27FC236}">
                <a16:creationId xmlns:a16="http://schemas.microsoft.com/office/drawing/2014/main" id="{B0E35A34-EF24-4718-A2B9-1571891C6947}"/>
              </a:ext>
            </a:extLst>
          </p:cNvPr>
          <p:cNvSpPr>
            <a:spLocks noChangeArrowheads="1"/>
          </p:cNvSpPr>
          <p:nvPr/>
        </p:nvSpPr>
        <p:spPr bwMode="auto">
          <a:xfrm>
            <a:off x="2242344" y="23669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Rectangle 20">
            <a:extLst>
              <a:ext uri="{FF2B5EF4-FFF2-40B4-BE49-F238E27FC236}">
                <a16:creationId xmlns:a16="http://schemas.microsoft.com/office/drawing/2014/main" id="{D99A1BE2-4A8E-4464-8E21-291D43078C8E}"/>
              </a:ext>
            </a:extLst>
          </p:cNvPr>
          <p:cNvSpPr>
            <a:spLocks noChangeArrowheads="1"/>
          </p:cNvSpPr>
          <p:nvPr/>
        </p:nvSpPr>
        <p:spPr bwMode="auto">
          <a:xfrm>
            <a:off x="2499519" y="23669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 name="Rectangle 21">
            <a:extLst>
              <a:ext uri="{FF2B5EF4-FFF2-40B4-BE49-F238E27FC236}">
                <a16:creationId xmlns:a16="http://schemas.microsoft.com/office/drawing/2014/main" id="{9CE188BD-8ADC-4DA1-8F12-FD21E7030013}"/>
              </a:ext>
            </a:extLst>
          </p:cNvPr>
          <p:cNvSpPr>
            <a:spLocks noChangeArrowheads="1"/>
          </p:cNvSpPr>
          <p:nvPr/>
        </p:nvSpPr>
        <p:spPr bwMode="auto">
          <a:xfrm>
            <a:off x="3037682"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7" name="Rectangle 22">
            <a:extLst>
              <a:ext uri="{FF2B5EF4-FFF2-40B4-BE49-F238E27FC236}">
                <a16:creationId xmlns:a16="http://schemas.microsoft.com/office/drawing/2014/main" id="{8B7269D3-BE4E-499C-B1BE-1C46E59C8F64}"/>
              </a:ext>
            </a:extLst>
          </p:cNvPr>
          <p:cNvSpPr>
            <a:spLocks noChangeArrowheads="1"/>
          </p:cNvSpPr>
          <p:nvPr/>
        </p:nvSpPr>
        <p:spPr bwMode="auto">
          <a:xfrm>
            <a:off x="2766219" y="2366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8" name="Rectangle 23">
            <a:extLst>
              <a:ext uri="{FF2B5EF4-FFF2-40B4-BE49-F238E27FC236}">
                <a16:creationId xmlns:a16="http://schemas.microsoft.com/office/drawing/2014/main" id="{8E6D0854-BF9E-4BFE-BA87-66A6014C2619}"/>
              </a:ext>
            </a:extLst>
          </p:cNvPr>
          <p:cNvSpPr>
            <a:spLocks noChangeArrowheads="1"/>
          </p:cNvSpPr>
          <p:nvPr/>
        </p:nvSpPr>
        <p:spPr bwMode="auto">
          <a:xfrm>
            <a:off x="4052094" y="22717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9" name="Rectangle 24">
            <a:extLst>
              <a:ext uri="{FF2B5EF4-FFF2-40B4-BE49-F238E27FC236}">
                <a16:creationId xmlns:a16="http://schemas.microsoft.com/office/drawing/2014/main" id="{A8E76C21-24F2-4932-9FD4-D1723A82C846}"/>
              </a:ext>
            </a:extLst>
          </p:cNvPr>
          <p:cNvSpPr>
            <a:spLocks noChangeArrowheads="1"/>
          </p:cNvSpPr>
          <p:nvPr/>
        </p:nvSpPr>
        <p:spPr bwMode="auto">
          <a:xfrm>
            <a:off x="96044" y="2714625"/>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0" name="Rectangle 25">
            <a:extLst>
              <a:ext uri="{FF2B5EF4-FFF2-40B4-BE49-F238E27FC236}">
                <a16:creationId xmlns:a16="http://schemas.microsoft.com/office/drawing/2014/main" id="{16E1B5E9-646C-4AEC-A907-4336F518EA6E}"/>
              </a:ext>
            </a:extLst>
          </p:cNvPr>
          <p:cNvSpPr>
            <a:spLocks noChangeArrowheads="1"/>
          </p:cNvSpPr>
          <p:nvPr/>
        </p:nvSpPr>
        <p:spPr bwMode="auto">
          <a:xfrm>
            <a:off x="70644" y="2732088"/>
            <a:ext cx="11113"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 name="Rectangle 26">
            <a:extLst>
              <a:ext uri="{FF2B5EF4-FFF2-40B4-BE49-F238E27FC236}">
                <a16:creationId xmlns:a16="http://schemas.microsoft.com/office/drawing/2014/main" id="{947075EB-873A-4A95-B482-CEA01CA99E08}"/>
              </a:ext>
            </a:extLst>
          </p:cNvPr>
          <p:cNvSpPr>
            <a:spLocks noChangeArrowheads="1"/>
          </p:cNvSpPr>
          <p:nvPr/>
        </p:nvSpPr>
        <p:spPr bwMode="auto">
          <a:xfrm>
            <a:off x="3482182" y="22748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 name="Rectangle 27">
            <a:extLst>
              <a:ext uri="{FF2B5EF4-FFF2-40B4-BE49-F238E27FC236}">
                <a16:creationId xmlns:a16="http://schemas.microsoft.com/office/drawing/2014/main" id="{5AA790A6-3C83-4419-81B1-2841108C38A9}"/>
              </a:ext>
            </a:extLst>
          </p:cNvPr>
          <p:cNvSpPr>
            <a:spLocks noChangeArrowheads="1"/>
          </p:cNvSpPr>
          <p:nvPr/>
        </p:nvSpPr>
        <p:spPr bwMode="auto">
          <a:xfrm>
            <a:off x="1134269"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28">
            <a:extLst>
              <a:ext uri="{FF2B5EF4-FFF2-40B4-BE49-F238E27FC236}">
                <a16:creationId xmlns:a16="http://schemas.microsoft.com/office/drawing/2014/main" id="{7B4E2875-E200-4AB4-A71C-FDAF229D6553}"/>
              </a:ext>
            </a:extLst>
          </p:cNvPr>
          <p:cNvSpPr>
            <a:spLocks noChangeArrowheads="1"/>
          </p:cNvSpPr>
          <p:nvPr/>
        </p:nvSpPr>
        <p:spPr bwMode="auto">
          <a:xfrm>
            <a:off x="521494" y="28289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4" name="Rectangle 29">
            <a:extLst>
              <a:ext uri="{FF2B5EF4-FFF2-40B4-BE49-F238E27FC236}">
                <a16:creationId xmlns:a16="http://schemas.microsoft.com/office/drawing/2014/main" id="{C81E54B2-487C-493B-A40C-029118E9C6EC}"/>
              </a:ext>
            </a:extLst>
          </p:cNvPr>
          <p:cNvSpPr>
            <a:spLocks noChangeArrowheads="1"/>
          </p:cNvSpPr>
          <p:nvPr/>
        </p:nvSpPr>
        <p:spPr bwMode="auto">
          <a:xfrm>
            <a:off x="1527969"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5" name="Rectangle 30">
            <a:extLst>
              <a:ext uri="{FF2B5EF4-FFF2-40B4-BE49-F238E27FC236}">
                <a16:creationId xmlns:a16="http://schemas.microsoft.com/office/drawing/2014/main" id="{E64AB531-D333-49C2-B8C1-6744217AEA12}"/>
              </a:ext>
            </a:extLst>
          </p:cNvPr>
          <p:cNvSpPr>
            <a:spLocks noChangeArrowheads="1"/>
          </p:cNvSpPr>
          <p:nvPr/>
        </p:nvSpPr>
        <p:spPr bwMode="auto">
          <a:xfrm>
            <a:off x="3037682"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 name="Rectangle 31">
            <a:extLst>
              <a:ext uri="{FF2B5EF4-FFF2-40B4-BE49-F238E27FC236}">
                <a16:creationId xmlns:a16="http://schemas.microsoft.com/office/drawing/2014/main" id="{5A72A7AC-804E-4609-ABCC-ACABF2076391}"/>
              </a:ext>
            </a:extLst>
          </p:cNvPr>
          <p:cNvSpPr>
            <a:spLocks noChangeArrowheads="1"/>
          </p:cNvSpPr>
          <p:nvPr/>
        </p:nvSpPr>
        <p:spPr bwMode="auto">
          <a:xfrm>
            <a:off x="2483644" y="28289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7" name="Rectangle 32">
            <a:extLst>
              <a:ext uri="{FF2B5EF4-FFF2-40B4-BE49-F238E27FC236}">
                <a16:creationId xmlns:a16="http://schemas.microsoft.com/office/drawing/2014/main" id="{884D811D-B67F-49FF-87E7-7CCFDF1A4975}"/>
              </a:ext>
            </a:extLst>
          </p:cNvPr>
          <p:cNvSpPr>
            <a:spLocks noChangeArrowheads="1"/>
          </p:cNvSpPr>
          <p:nvPr/>
        </p:nvSpPr>
        <p:spPr bwMode="auto">
          <a:xfrm>
            <a:off x="4052094" y="27320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 name="Rectangle 33">
            <a:extLst>
              <a:ext uri="{FF2B5EF4-FFF2-40B4-BE49-F238E27FC236}">
                <a16:creationId xmlns:a16="http://schemas.microsoft.com/office/drawing/2014/main" id="{FCB97568-BC67-4DB9-87C0-997568283CF7}"/>
              </a:ext>
            </a:extLst>
          </p:cNvPr>
          <p:cNvSpPr>
            <a:spLocks noChangeArrowheads="1"/>
          </p:cNvSpPr>
          <p:nvPr/>
        </p:nvSpPr>
        <p:spPr bwMode="auto">
          <a:xfrm>
            <a:off x="70644" y="3133725"/>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 name="Rectangle 34">
            <a:extLst>
              <a:ext uri="{FF2B5EF4-FFF2-40B4-BE49-F238E27FC236}">
                <a16:creationId xmlns:a16="http://schemas.microsoft.com/office/drawing/2014/main" id="{540D74E3-EFA6-4CB9-BE02-09EE46409EA5}"/>
              </a:ext>
            </a:extLst>
          </p:cNvPr>
          <p:cNvSpPr>
            <a:spLocks noChangeArrowheads="1"/>
          </p:cNvSpPr>
          <p:nvPr/>
        </p:nvSpPr>
        <p:spPr bwMode="auto">
          <a:xfrm>
            <a:off x="3486944" y="28289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35">
            <a:extLst>
              <a:ext uri="{FF2B5EF4-FFF2-40B4-BE49-F238E27FC236}">
                <a16:creationId xmlns:a16="http://schemas.microsoft.com/office/drawing/2014/main" id="{80FD1155-FCF6-4691-AF16-89FC02D460ED}"/>
              </a:ext>
            </a:extLst>
          </p:cNvPr>
          <p:cNvSpPr>
            <a:spLocks noChangeArrowheads="1"/>
          </p:cNvSpPr>
          <p:nvPr/>
        </p:nvSpPr>
        <p:spPr bwMode="auto">
          <a:xfrm>
            <a:off x="1134269"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1" name="Rectangle 36">
            <a:extLst>
              <a:ext uri="{FF2B5EF4-FFF2-40B4-BE49-F238E27FC236}">
                <a16:creationId xmlns:a16="http://schemas.microsoft.com/office/drawing/2014/main" id="{8495C3C6-7009-47EF-912E-0CFD9DC0B94A}"/>
              </a:ext>
            </a:extLst>
          </p:cNvPr>
          <p:cNvSpPr>
            <a:spLocks noChangeArrowheads="1"/>
          </p:cNvSpPr>
          <p:nvPr/>
        </p:nvSpPr>
        <p:spPr bwMode="auto">
          <a:xfrm>
            <a:off x="529432" y="31289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 name="Rectangle 37">
            <a:extLst>
              <a:ext uri="{FF2B5EF4-FFF2-40B4-BE49-F238E27FC236}">
                <a16:creationId xmlns:a16="http://schemas.microsoft.com/office/drawing/2014/main" id="{6DFB2DEA-B5D3-4F25-B959-D00EA24BCA53}"/>
              </a:ext>
            </a:extLst>
          </p:cNvPr>
          <p:cNvSpPr>
            <a:spLocks noChangeArrowheads="1"/>
          </p:cNvSpPr>
          <p:nvPr/>
        </p:nvSpPr>
        <p:spPr bwMode="auto">
          <a:xfrm>
            <a:off x="1523207" y="31289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 name="Rectangle 38">
            <a:extLst>
              <a:ext uri="{FF2B5EF4-FFF2-40B4-BE49-F238E27FC236}">
                <a16:creationId xmlns:a16="http://schemas.microsoft.com/office/drawing/2014/main" id="{69DEEB47-0A75-4836-8689-8F253EC10306}"/>
              </a:ext>
            </a:extLst>
          </p:cNvPr>
          <p:cNvSpPr>
            <a:spLocks noChangeArrowheads="1"/>
          </p:cNvSpPr>
          <p:nvPr/>
        </p:nvSpPr>
        <p:spPr bwMode="auto">
          <a:xfrm>
            <a:off x="3037682"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 name="Rectangle 39">
            <a:extLst>
              <a:ext uri="{FF2B5EF4-FFF2-40B4-BE49-F238E27FC236}">
                <a16:creationId xmlns:a16="http://schemas.microsoft.com/office/drawing/2014/main" id="{3F9C5FD8-46F9-40AF-A737-EBFE9DF7A7FD}"/>
              </a:ext>
            </a:extLst>
          </p:cNvPr>
          <p:cNvSpPr>
            <a:spLocks noChangeArrowheads="1"/>
          </p:cNvSpPr>
          <p:nvPr/>
        </p:nvSpPr>
        <p:spPr bwMode="auto">
          <a:xfrm>
            <a:off x="2499519" y="31289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 name="Rectangle 40">
            <a:extLst>
              <a:ext uri="{FF2B5EF4-FFF2-40B4-BE49-F238E27FC236}">
                <a16:creationId xmlns:a16="http://schemas.microsoft.com/office/drawing/2014/main" id="{2EDD3C7D-6162-44D4-A865-60C33F9A2E14}"/>
              </a:ext>
            </a:extLst>
          </p:cNvPr>
          <p:cNvSpPr>
            <a:spLocks noChangeArrowheads="1"/>
          </p:cNvSpPr>
          <p:nvPr/>
        </p:nvSpPr>
        <p:spPr bwMode="auto">
          <a:xfrm>
            <a:off x="4052094" y="31337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Rectangle 41">
            <a:extLst>
              <a:ext uri="{FF2B5EF4-FFF2-40B4-BE49-F238E27FC236}">
                <a16:creationId xmlns:a16="http://schemas.microsoft.com/office/drawing/2014/main" id="{A2B7D9CD-5EC6-43B7-AEEF-623C5D3DB0B1}"/>
              </a:ext>
            </a:extLst>
          </p:cNvPr>
          <p:cNvSpPr>
            <a:spLocks noChangeArrowheads="1"/>
          </p:cNvSpPr>
          <p:nvPr/>
        </p:nvSpPr>
        <p:spPr bwMode="auto">
          <a:xfrm>
            <a:off x="70644" y="3438525"/>
            <a:ext cx="11113"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Rectangle 42">
            <a:extLst>
              <a:ext uri="{FF2B5EF4-FFF2-40B4-BE49-F238E27FC236}">
                <a16:creationId xmlns:a16="http://schemas.microsoft.com/office/drawing/2014/main" id="{A3325CC1-CD17-468B-BC03-951D2F8DF285}"/>
              </a:ext>
            </a:extLst>
          </p:cNvPr>
          <p:cNvSpPr>
            <a:spLocks noChangeArrowheads="1"/>
          </p:cNvSpPr>
          <p:nvPr/>
        </p:nvSpPr>
        <p:spPr bwMode="auto">
          <a:xfrm>
            <a:off x="3486944" y="31289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 name="Rectangle 43">
            <a:extLst>
              <a:ext uri="{FF2B5EF4-FFF2-40B4-BE49-F238E27FC236}">
                <a16:creationId xmlns:a16="http://schemas.microsoft.com/office/drawing/2014/main" id="{D4C4F998-E6BB-4811-8C7C-42C3573BC54E}"/>
              </a:ext>
            </a:extLst>
          </p:cNvPr>
          <p:cNvSpPr>
            <a:spLocks noChangeArrowheads="1"/>
          </p:cNvSpPr>
          <p:nvPr/>
        </p:nvSpPr>
        <p:spPr bwMode="auto">
          <a:xfrm>
            <a:off x="1134269"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9" name="Rectangle 44">
            <a:extLst>
              <a:ext uri="{FF2B5EF4-FFF2-40B4-BE49-F238E27FC236}">
                <a16:creationId xmlns:a16="http://schemas.microsoft.com/office/drawing/2014/main" id="{73115819-ED18-4012-BDE0-F924A266EB75}"/>
              </a:ext>
            </a:extLst>
          </p:cNvPr>
          <p:cNvSpPr>
            <a:spLocks noChangeArrowheads="1"/>
          </p:cNvSpPr>
          <p:nvPr/>
        </p:nvSpPr>
        <p:spPr bwMode="auto">
          <a:xfrm>
            <a:off x="529432" y="34337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0" name="Rectangle 45">
            <a:extLst>
              <a:ext uri="{FF2B5EF4-FFF2-40B4-BE49-F238E27FC236}">
                <a16:creationId xmlns:a16="http://schemas.microsoft.com/office/drawing/2014/main" id="{C452CEB5-389F-4D53-A184-446EDA3A3EC5}"/>
              </a:ext>
            </a:extLst>
          </p:cNvPr>
          <p:cNvSpPr>
            <a:spLocks noChangeArrowheads="1"/>
          </p:cNvSpPr>
          <p:nvPr/>
        </p:nvSpPr>
        <p:spPr bwMode="auto">
          <a:xfrm>
            <a:off x="1543844" y="34337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 name="Rectangle 46">
            <a:extLst>
              <a:ext uri="{FF2B5EF4-FFF2-40B4-BE49-F238E27FC236}">
                <a16:creationId xmlns:a16="http://schemas.microsoft.com/office/drawing/2014/main" id="{972CF222-603B-485B-909A-DD612B24757F}"/>
              </a:ext>
            </a:extLst>
          </p:cNvPr>
          <p:cNvSpPr>
            <a:spLocks noChangeArrowheads="1"/>
          </p:cNvSpPr>
          <p:nvPr/>
        </p:nvSpPr>
        <p:spPr bwMode="auto">
          <a:xfrm>
            <a:off x="3037682"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Rectangle 47">
            <a:extLst>
              <a:ext uri="{FF2B5EF4-FFF2-40B4-BE49-F238E27FC236}">
                <a16:creationId xmlns:a16="http://schemas.microsoft.com/office/drawing/2014/main" id="{8AAC5E5E-55EE-40B4-A1B0-EEE6FC0D4FFB}"/>
              </a:ext>
            </a:extLst>
          </p:cNvPr>
          <p:cNvSpPr>
            <a:spLocks noChangeArrowheads="1"/>
          </p:cNvSpPr>
          <p:nvPr/>
        </p:nvSpPr>
        <p:spPr bwMode="auto">
          <a:xfrm>
            <a:off x="2491582" y="34337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Rectangle 48">
            <a:extLst>
              <a:ext uri="{FF2B5EF4-FFF2-40B4-BE49-F238E27FC236}">
                <a16:creationId xmlns:a16="http://schemas.microsoft.com/office/drawing/2014/main" id="{E86C3684-D920-45E6-B380-391DF8C9AE4B}"/>
              </a:ext>
            </a:extLst>
          </p:cNvPr>
          <p:cNvSpPr>
            <a:spLocks noChangeArrowheads="1"/>
          </p:cNvSpPr>
          <p:nvPr/>
        </p:nvSpPr>
        <p:spPr bwMode="auto">
          <a:xfrm>
            <a:off x="4052094" y="34385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 name="Rectangle 49">
            <a:extLst>
              <a:ext uri="{FF2B5EF4-FFF2-40B4-BE49-F238E27FC236}">
                <a16:creationId xmlns:a16="http://schemas.microsoft.com/office/drawing/2014/main" id="{4846DCE1-4088-413E-858D-886EC7EB6D93}"/>
              </a:ext>
            </a:extLst>
          </p:cNvPr>
          <p:cNvSpPr>
            <a:spLocks noChangeArrowheads="1"/>
          </p:cNvSpPr>
          <p:nvPr/>
        </p:nvSpPr>
        <p:spPr bwMode="auto">
          <a:xfrm>
            <a:off x="70644" y="37417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 name="Rectangle 50">
            <a:extLst>
              <a:ext uri="{FF2B5EF4-FFF2-40B4-BE49-F238E27FC236}">
                <a16:creationId xmlns:a16="http://schemas.microsoft.com/office/drawing/2014/main" id="{63D5ADB0-EE18-4765-A0C2-BACBFEE177F2}"/>
              </a:ext>
            </a:extLst>
          </p:cNvPr>
          <p:cNvSpPr>
            <a:spLocks noChangeArrowheads="1"/>
          </p:cNvSpPr>
          <p:nvPr/>
        </p:nvSpPr>
        <p:spPr bwMode="auto">
          <a:xfrm>
            <a:off x="3486944" y="34337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6" name="Rectangle 51">
            <a:extLst>
              <a:ext uri="{FF2B5EF4-FFF2-40B4-BE49-F238E27FC236}">
                <a16:creationId xmlns:a16="http://schemas.microsoft.com/office/drawing/2014/main" id="{BBDA982A-CF07-4E1E-BF46-CBEECBD40752}"/>
              </a:ext>
            </a:extLst>
          </p:cNvPr>
          <p:cNvSpPr>
            <a:spLocks noChangeArrowheads="1"/>
          </p:cNvSpPr>
          <p:nvPr/>
        </p:nvSpPr>
        <p:spPr bwMode="auto">
          <a:xfrm>
            <a:off x="1134269"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7" name="Rectangle 52">
            <a:extLst>
              <a:ext uri="{FF2B5EF4-FFF2-40B4-BE49-F238E27FC236}">
                <a16:creationId xmlns:a16="http://schemas.microsoft.com/office/drawing/2014/main" id="{53D6D52E-A4D2-4383-96E4-FDECEC3B8F99}"/>
              </a:ext>
            </a:extLst>
          </p:cNvPr>
          <p:cNvSpPr>
            <a:spLocks noChangeArrowheads="1"/>
          </p:cNvSpPr>
          <p:nvPr/>
        </p:nvSpPr>
        <p:spPr bwMode="auto">
          <a:xfrm>
            <a:off x="521494"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8" name="Rectangle 53">
            <a:extLst>
              <a:ext uri="{FF2B5EF4-FFF2-40B4-BE49-F238E27FC236}">
                <a16:creationId xmlns:a16="http://schemas.microsoft.com/office/drawing/2014/main" id="{5C4C65B8-2699-40DE-9640-C97F14991532}"/>
              </a:ext>
            </a:extLst>
          </p:cNvPr>
          <p:cNvSpPr>
            <a:spLocks noChangeArrowheads="1"/>
          </p:cNvSpPr>
          <p:nvPr/>
        </p:nvSpPr>
        <p:spPr bwMode="auto">
          <a:xfrm>
            <a:off x="1527969" y="37369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9" name="Rectangle 54">
            <a:extLst>
              <a:ext uri="{FF2B5EF4-FFF2-40B4-BE49-F238E27FC236}">
                <a16:creationId xmlns:a16="http://schemas.microsoft.com/office/drawing/2014/main" id="{1AACF2CF-937C-4D4F-8901-5A4D352BA72A}"/>
              </a:ext>
            </a:extLst>
          </p:cNvPr>
          <p:cNvSpPr>
            <a:spLocks noChangeArrowheads="1"/>
          </p:cNvSpPr>
          <p:nvPr/>
        </p:nvSpPr>
        <p:spPr bwMode="auto">
          <a:xfrm>
            <a:off x="3037682"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Rectangle 55">
            <a:extLst>
              <a:ext uri="{FF2B5EF4-FFF2-40B4-BE49-F238E27FC236}">
                <a16:creationId xmlns:a16="http://schemas.microsoft.com/office/drawing/2014/main" id="{367F9D36-D0C4-4B85-B438-3A1E45F258BE}"/>
              </a:ext>
            </a:extLst>
          </p:cNvPr>
          <p:cNvSpPr>
            <a:spLocks noChangeArrowheads="1"/>
          </p:cNvSpPr>
          <p:nvPr/>
        </p:nvSpPr>
        <p:spPr bwMode="auto">
          <a:xfrm>
            <a:off x="2478882" y="37369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Rectangle 56">
            <a:extLst>
              <a:ext uri="{FF2B5EF4-FFF2-40B4-BE49-F238E27FC236}">
                <a16:creationId xmlns:a16="http://schemas.microsoft.com/office/drawing/2014/main" id="{B5512452-356E-47C9-BF56-4A3EF7D358C3}"/>
              </a:ext>
            </a:extLst>
          </p:cNvPr>
          <p:cNvSpPr>
            <a:spLocks noChangeArrowheads="1"/>
          </p:cNvSpPr>
          <p:nvPr/>
        </p:nvSpPr>
        <p:spPr bwMode="auto">
          <a:xfrm>
            <a:off x="4052094" y="3741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Rectangle 57">
            <a:extLst>
              <a:ext uri="{FF2B5EF4-FFF2-40B4-BE49-F238E27FC236}">
                <a16:creationId xmlns:a16="http://schemas.microsoft.com/office/drawing/2014/main" id="{9932F918-ACB4-4C82-BE04-C57F23EFD5A3}"/>
              </a:ext>
            </a:extLst>
          </p:cNvPr>
          <p:cNvSpPr>
            <a:spLocks noChangeArrowheads="1"/>
          </p:cNvSpPr>
          <p:nvPr/>
        </p:nvSpPr>
        <p:spPr bwMode="auto">
          <a:xfrm>
            <a:off x="70644" y="40465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3" name="Rectangle 58">
            <a:extLst>
              <a:ext uri="{FF2B5EF4-FFF2-40B4-BE49-F238E27FC236}">
                <a16:creationId xmlns:a16="http://schemas.microsoft.com/office/drawing/2014/main" id="{06EBB5C8-0A1B-4C90-8620-0B7427C4C3F0}"/>
              </a:ext>
            </a:extLst>
          </p:cNvPr>
          <p:cNvSpPr>
            <a:spLocks noChangeArrowheads="1"/>
          </p:cNvSpPr>
          <p:nvPr/>
        </p:nvSpPr>
        <p:spPr bwMode="auto">
          <a:xfrm>
            <a:off x="3486944" y="37369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Rectangle 59">
            <a:extLst>
              <a:ext uri="{FF2B5EF4-FFF2-40B4-BE49-F238E27FC236}">
                <a16:creationId xmlns:a16="http://schemas.microsoft.com/office/drawing/2014/main" id="{90C60927-E712-47AE-A4AC-7A80963ACE66}"/>
              </a:ext>
            </a:extLst>
          </p:cNvPr>
          <p:cNvSpPr>
            <a:spLocks noChangeArrowheads="1"/>
          </p:cNvSpPr>
          <p:nvPr/>
        </p:nvSpPr>
        <p:spPr bwMode="auto">
          <a:xfrm>
            <a:off x="1134269"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5" name="Rectangle 60">
            <a:extLst>
              <a:ext uri="{FF2B5EF4-FFF2-40B4-BE49-F238E27FC236}">
                <a16:creationId xmlns:a16="http://schemas.microsoft.com/office/drawing/2014/main" id="{6972231B-7FF5-428A-ABCC-0137FF7ADA65}"/>
              </a:ext>
            </a:extLst>
          </p:cNvPr>
          <p:cNvSpPr>
            <a:spLocks noChangeArrowheads="1"/>
          </p:cNvSpPr>
          <p:nvPr/>
        </p:nvSpPr>
        <p:spPr bwMode="auto">
          <a:xfrm>
            <a:off x="535782" y="40401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6" name="Rectangle 61">
            <a:extLst>
              <a:ext uri="{FF2B5EF4-FFF2-40B4-BE49-F238E27FC236}">
                <a16:creationId xmlns:a16="http://schemas.microsoft.com/office/drawing/2014/main" id="{B548C111-086F-412E-A3F7-E7F336D9B30D}"/>
              </a:ext>
            </a:extLst>
          </p:cNvPr>
          <p:cNvSpPr>
            <a:spLocks noChangeArrowheads="1"/>
          </p:cNvSpPr>
          <p:nvPr/>
        </p:nvSpPr>
        <p:spPr bwMode="auto">
          <a:xfrm>
            <a:off x="1542257" y="40401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7" name="Rectangle 62">
            <a:extLst>
              <a:ext uri="{FF2B5EF4-FFF2-40B4-BE49-F238E27FC236}">
                <a16:creationId xmlns:a16="http://schemas.microsoft.com/office/drawing/2014/main" id="{90D705A7-7096-42D8-AA8E-7A236A5DBFFA}"/>
              </a:ext>
            </a:extLst>
          </p:cNvPr>
          <p:cNvSpPr>
            <a:spLocks noChangeArrowheads="1"/>
          </p:cNvSpPr>
          <p:nvPr/>
        </p:nvSpPr>
        <p:spPr bwMode="auto">
          <a:xfrm>
            <a:off x="3037682"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8" name="Rectangle 63">
            <a:extLst>
              <a:ext uri="{FF2B5EF4-FFF2-40B4-BE49-F238E27FC236}">
                <a16:creationId xmlns:a16="http://schemas.microsoft.com/office/drawing/2014/main" id="{63D09A65-9215-4EB5-80DD-F820EA8B4FB0}"/>
              </a:ext>
            </a:extLst>
          </p:cNvPr>
          <p:cNvSpPr>
            <a:spLocks noChangeArrowheads="1"/>
          </p:cNvSpPr>
          <p:nvPr/>
        </p:nvSpPr>
        <p:spPr bwMode="auto">
          <a:xfrm>
            <a:off x="2483644" y="40401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 name="Rectangle 64">
            <a:extLst>
              <a:ext uri="{FF2B5EF4-FFF2-40B4-BE49-F238E27FC236}">
                <a16:creationId xmlns:a16="http://schemas.microsoft.com/office/drawing/2014/main" id="{07F3F397-2BEF-4434-9523-0BBFD6F02591}"/>
              </a:ext>
            </a:extLst>
          </p:cNvPr>
          <p:cNvSpPr>
            <a:spLocks noChangeArrowheads="1"/>
          </p:cNvSpPr>
          <p:nvPr/>
        </p:nvSpPr>
        <p:spPr bwMode="auto">
          <a:xfrm>
            <a:off x="4052094" y="404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 name="Rectangle 65">
            <a:extLst>
              <a:ext uri="{FF2B5EF4-FFF2-40B4-BE49-F238E27FC236}">
                <a16:creationId xmlns:a16="http://schemas.microsoft.com/office/drawing/2014/main" id="{8605A2AE-2C66-4A1E-848A-039D93A95809}"/>
              </a:ext>
            </a:extLst>
          </p:cNvPr>
          <p:cNvSpPr>
            <a:spLocks noChangeArrowheads="1"/>
          </p:cNvSpPr>
          <p:nvPr/>
        </p:nvSpPr>
        <p:spPr bwMode="auto">
          <a:xfrm>
            <a:off x="70644" y="435133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 name="Rectangle 66">
            <a:extLst>
              <a:ext uri="{FF2B5EF4-FFF2-40B4-BE49-F238E27FC236}">
                <a16:creationId xmlns:a16="http://schemas.microsoft.com/office/drawing/2014/main" id="{9673DFB5-D7EE-4BDD-B8C6-CD2FEA04390D}"/>
              </a:ext>
            </a:extLst>
          </p:cNvPr>
          <p:cNvSpPr>
            <a:spLocks noChangeArrowheads="1"/>
          </p:cNvSpPr>
          <p:nvPr/>
        </p:nvSpPr>
        <p:spPr bwMode="auto">
          <a:xfrm>
            <a:off x="3486944" y="40401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2" name="Rectangle 67">
            <a:extLst>
              <a:ext uri="{FF2B5EF4-FFF2-40B4-BE49-F238E27FC236}">
                <a16:creationId xmlns:a16="http://schemas.microsoft.com/office/drawing/2014/main" id="{D813A2A2-C9E6-42B4-9D13-CA28427DF8B6}"/>
              </a:ext>
            </a:extLst>
          </p:cNvPr>
          <p:cNvSpPr>
            <a:spLocks noChangeArrowheads="1"/>
          </p:cNvSpPr>
          <p:nvPr/>
        </p:nvSpPr>
        <p:spPr bwMode="auto">
          <a:xfrm>
            <a:off x="1134269"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 name="Rectangle 68">
            <a:extLst>
              <a:ext uri="{FF2B5EF4-FFF2-40B4-BE49-F238E27FC236}">
                <a16:creationId xmlns:a16="http://schemas.microsoft.com/office/drawing/2014/main" id="{1BA4EB3D-E15A-430B-8AE0-2A5BC5052916}"/>
              </a:ext>
            </a:extLst>
          </p:cNvPr>
          <p:cNvSpPr>
            <a:spLocks noChangeArrowheads="1"/>
          </p:cNvSpPr>
          <p:nvPr/>
        </p:nvSpPr>
        <p:spPr bwMode="auto">
          <a:xfrm>
            <a:off x="540544" y="43434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4" name="Rectangle 69">
            <a:extLst>
              <a:ext uri="{FF2B5EF4-FFF2-40B4-BE49-F238E27FC236}">
                <a16:creationId xmlns:a16="http://schemas.microsoft.com/office/drawing/2014/main" id="{6E07E7B6-F0F2-47D9-A2E9-0663DF8901D1}"/>
              </a:ext>
            </a:extLst>
          </p:cNvPr>
          <p:cNvSpPr>
            <a:spLocks noChangeArrowheads="1"/>
          </p:cNvSpPr>
          <p:nvPr/>
        </p:nvSpPr>
        <p:spPr bwMode="auto">
          <a:xfrm>
            <a:off x="1537494" y="434340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Rectangle 70">
            <a:extLst>
              <a:ext uri="{FF2B5EF4-FFF2-40B4-BE49-F238E27FC236}">
                <a16:creationId xmlns:a16="http://schemas.microsoft.com/office/drawing/2014/main" id="{47198FFC-113E-4D46-9DDF-3D11C4DFA1DE}"/>
              </a:ext>
            </a:extLst>
          </p:cNvPr>
          <p:cNvSpPr>
            <a:spLocks noChangeArrowheads="1"/>
          </p:cNvSpPr>
          <p:nvPr/>
        </p:nvSpPr>
        <p:spPr bwMode="auto">
          <a:xfrm>
            <a:off x="3037682"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 name="Rectangle 71">
            <a:extLst>
              <a:ext uri="{FF2B5EF4-FFF2-40B4-BE49-F238E27FC236}">
                <a16:creationId xmlns:a16="http://schemas.microsoft.com/office/drawing/2014/main" id="{DC13B256-CE50-4FB5-A956-BE6D782538B9}"/>
              </a:ext>
            </a:extLst>
          </p:cNvPr>
          <p:cNvSpPr>
            <a:spLocks noChangeArrowheads="1"/>
          </p:cNvSpPr>
          <p:nvPr/>
        </p:nvSpPr>
        <p:spPr bwMode="auto">
          <a:xfrm>
            <a:off x="2477294" y="43434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7" name="Rectangle 72">
            <a:extLst>
              <a:ext uri="{FF2B5EF4-FFF2-40B4-BE49-F238E27FC236}">
                <a16:creationId xmlns:a16="http://schemas.microsoft.com/office/drawing/2014/main" id="{D1F24999-CC74-4FCB-989A-35E4A4D5D0DB}"/>
              </a:ext>
            </a:extLst>
          </p:cNvPr>
          <p:cNvSpPr>
            <a:spLocks noChangeArrowheads="1"/>
          </p:cNvSpPr>
          <p:nvPr/>
        </p:nvSpPr>
        <p:spPr bwMode="auto">
          <a:xfrm>
            <a:off x="4052094" y="43513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8" name="Rectangle 73">
            <a:extLst>
              <a:ext uri="{FF2B5EF4-FFF2-40B4-BE49-F238E27FC236}">
                <a16:creationId xmlns:a16="http://schemas.microsoft.com/office/drawing/2014/main" id="{469EDBC5-6F69-4368-9277-80F70309A964}"/>
              </a:ext>
            </a:extLst>
          </p:cNvPr>
          <p:cNvSpPr>
            <a:spLocks noChangeArrowheads="1"/>
          </p:cNvSpPr>
          <p:nvPr/>
        </p:nvSpPr>
        <p:spPr bwMode="auto">
          <a:xfrm>
            <a:off x="70644" y="4635500"/>
            <a:ext cx="11113"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9" name="Rectangle 74">
            <a:extLst>
              <a:ext uri="{FF2B5EF4-FFF2-40B4-BE49-F238E27FC236}">
                <a16:creationId xmlns:a16="http://schemas.microsoft.com/office/drawing/2014/main" id="{231A154B-64D3-4A1C-9D01-E4C188E7C136}"/>
              </a:ext>
            </a:extLst>
          </p:cNvPr>
          <p:cNvSpPr>
            <a:spLocks noChangeArrowheads="1"/>
          </p:cNvSpPr>
          <p:nvPr/>
        </p:nvSpPr>
        <p:spPr bwMode="auto">
          <a:xfrm>
            <a:off x="3485357" y="43434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75">
            <a:extLst>
              <a:ext uri="{FF2B5EF4-FFF2-40B4-BE49-F238E27FC236}">
                <a16:creationId xmlns:a16="http://schemas.microsoft.com/office/drawing/2014/main" id="{A215F6DA-8E33-4351-B51B-9A88C25D826F}"/>
              </a:ext>
            </a:extLst>
          </p:cNvPr>
          <p:cNvSpPr>
            <a:spLocks noChangeArrowheads="1"/>
          </p:cNvSpPr>
          <p:nvPr/>
        </p:nvSpPr>
        <p:spPr bwMode="auto">
          <a:xfrm>
            <a:off x="1134269"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1" name="Rectangle 76">
            <a:extLst>
              <a:ext uri="{FF2B5EF4-FFF2-40B4-BE49-F238E27FC236}">
                <a16:creationId xmlns:a16="http://schemas.microsoft.com/office/drawing/2014/main" id="{E565CA39-08AD-4EB0-A636-E18F581A9F62}"/>
              </a:ext>
            </a:extLst>
          </p:cNvPr>
          <p:cNvSpPr>
            <a:spLocks noChangeArrowheads="1"/>
          </p:cNvSpPr>
          <p:nvPr/>
        </p:nvSpPr>
        <p:spPr bwMode="auto">
          <a:xfrm>
            <a:off x="5214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2" name="Rectangle 77">
            <a:extLst>
              <a:ext uri="{FF2B5EF4-FFF2-40B4-BE49-F238E27FC236}">
                <a16:creationId xmlns:a16="http://schemas.microsoft.com/office/drawing/2014/main" id="{25A07392-E5E4-4A95-AF15-84ED385B73D9}"/>
              </a:ext>
            </a:extLst>
          </p:cNvPr>
          <p:cNvSpPr>
            <a:spLocks noChangeArrowheads="1"/>
          </p:cNvSpPr>
          <p:nvPr/>
        </p:nvSpPr>
        <p:spPr bwMode="auto">
          <a:xfrm>
            <a:off x="1543844" y="46482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Rectangle 78">
            <a:extLst>
              <a:ext uri="{FF2B5EF4-FFF2-40B4-BE49-F238E27FC236}">
                <a16:creationId xmlns:a16="http://schemas.microsoft.com/office/drawing/2014/main" id="{F23CF07F-4F0A-4777-8B6F-FAC0F61B40BA}"/>
              </a:ext>
            </a:extLst>
          </p:cNvPr>
          <p:cNvSpPr>
            <a:spLocks noChangeArrowheads="1"/>
          </p:cNvSpPr>
          <p:nvPr/>
        </p:nvSpPr>
        <p:spPr bwMode="auto">
          <a:xfrm>
            <a:off x="3037682"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79">
            <a:extLst>
              <a:ext uri="{FF2B5EF4-FFF2-40B4-BE49-F238E27FC236}">
                <a16:creationId xmlns:a16="http://schemas.microsoft.com/office/drawing/2014/main" id="{B49B7824-AC72-4019-AFD4-531DD4A8AEAA}"/>
              </a:ext>
            </a:extLst>
          </p:cNvPr>
          <p:cNvSpPr>
            <a:spLocks noChangeArrowheads="1"/>
          </p:cNvSpPr>
          <p:nvPr/>
        </p:nvSpPr>
        <p:spPr bwMode="auto">
          <a:xfrm>
            <a:off x="2477294" y="46482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80">
            <a:extLst>
              <a:ext uri="{FF2B5EF4-FFF2-40B4-BE49-F238E27FC236}">
                <a16:creationId xmlns:a16="http://schemas.microsoft.com/office/drawing/2014/main" id="{8F3E3F1C-48E2-4E69-ACDE-0F6BA9466559}"/>
              </a:ext>
            </a:extLst>
          </p:cNvPr>
          <p:cNvSpPr>
            <a:spLocks noChangeArrowheads="1"/>
          </p:cNvSpPr>
          <p:nvPr/>
        </p:nvSpPr>
        <p:spPr bwMode="auto">
          <a:xfrm>
            <a:off x="4052094" y="46355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6" name="Rectangle 81">
            <a:extLst>
              <a:ext uri="{FF2B5EF4-FFF2-40B4-BE49-F238E27FC236}">
                <a16:creationId xmlns:a16="http://schemas.microsoft.com/office/drawing/2014/main" id="{7E605450-2DEA-4FCD-8296-801220C816FB}"/>
              </a:ext>
            </a:extLst>
          </p:cNvPr>
          <p:cNvSpPr>
            <a:spLocks noChangeArrowheads="1"/>
          </p:cNvSpPr>
          <p:nvPr/>
        </p:nvSpPr>
        <p:spPr bwMode="auto">
          <a:xfrm>
            <a:off x="96044" y="4997450"/>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82">
            <a:extLst>
              <a:ext uri="{FF2B5EF4-FFF2-40B4-BE49-F238E27FC236}">
                <a16:creationId xmlns:a16="http://schemas.microsoft.com/office/drawing/2014/main" id="{43BB746B-897C-4874-AF82-698A1C2EE3CD}"/>
              </a:ext>
            </a:extLst>
          </p:cNvPr>
          <p:cNvSpPr>
            <a:spLocks noChangeArrowheads="1"/>
          </p:cNvSpPr>
          <p:nvPr/>
        </p:nvSpPr>
        <p:spPr bwMode="auto">
          <a:xfrm>
            <a:off x="3485357" y="46482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 name="Arrow: Right 1">
            <a:extLst>
              <a:ext uri="{FF2B5EF4-FFF2-40B4-BE49-F238E27FC236}">
                <a16:creationId xmlns:a16="http://schemas.microsoft.com/office/drawing/2014/main" id="{821B852E-85B4-4EB6-8976-812566066041}"/>
              </a:ext>
            </a:extLst>
          </p:cNvPr>
          <p:cNvSpPr/>
          <p:nvPr/>
        </p:nvSpPr>
        <p:spPr bwMode="auto">
          <a:xfrm>
            <a:off x="4150519" y="3240881"/>
            <a:ext cx="573881" cy="457200"/>
          </a:xfrm>
          <a:prstGeom prst="rightArrow">
            <a:avLst/>
          </a:prstGeom>
          <a:solidFill>
            <a:schemeClr val="tx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charset="0"/>
              <a:ea typeface="ＭＳ Ｐゴシック" charset="0"/>
              <a:cs typeface="+mn-cs"/>
            </a:endParaRPr>
          </a:p>
        </p:txBody>
      </p:sp>
      <p:sp>
        <p:nvSpPr>
          <p:cNvPr id="3" name="Rectangle 2">
            <a:extLst>
              <a:ext uri="{FF2B5EF4-FFF2-40B4-BE49-F238E27FC236}">
                <a16:creationId xmlns:a16="http://schemas.microsoft.com/office/drawing/2014/main" id="{4E844C8B-14A7-4CF3-B8B0-5544C3C354A5}"/>
              </a:ext>
            </a:extLst>
          </p:cNvPr>
          <p:cNvSpPr/>
          <p:nvPr/>
        </p:nvSpPr>
        <p:spPr>
          <a:xfrm>
            <a:off x="393783" y="5472967"/>
            <a:ext cx="6839888" cy="830997"/>
          </a:xfrm>
          <a:prstGeom prst="rect">
            <a:avLst/>
          </a:prstGeom>
        </p:spPr>
        <p:txBody>
          <a:bodyPr wrap="square">
            <a:spAutoFit/>
          </a:bodyPr>
          <a:lstStyle/>
          <a:p>
            <a:pPr marL="342900" indent="-342900">
              <a:buFont typeface="Arial" panose="020B0604020202020204" pitchFamily="34" charset="0"/>
              <a:buChar char="•"/>
            </a:pPr>
            <a:r>
              <a:rPr lang="en-US"/>
              <a:t>The symbol </a:t>
            </a:r>
            <a:r>
              <a:rPr lang="en-US" b="1"/>
              <a:t>A</a:t>
            </a:r>
            <a:r>
              <a:rPr lang="en-US"/>
              <a:t> represent both the states A and D </a:t>
            </a:r>
          </a:p>
          <a:p>
            <a:pPr marL="342900" indent="-342900">
              <a:buFont typeface="Arial" panose="020B0604020202020204" pitchFamily="34" charset="0"/>
              <a:buChar char="•"/>
            </a:pPr>
            <a:r>
              <a:rPr lang="en-US"/>
              <a:t>The symbol </a:t>
            </a:r>
            <a:r>
              <a:rPr lang="en-US" b="1"/>
              <a:t>C</a:t>
            </a:r>
            <a:r>
              <a:rPr lang="en-US"/>
              <a:t> represent the states C, E, and G</a:t>
            </a:r>
          </a:p>
        </p:txBody>
      </p:sp>
      <p:sp>
        <p:nvSpPr>
          <p:cNvPr id="4" name="Rectangle 3">
            <a:extLst>
              <a:ext uri="{FF2B5EF4-FFF2-40B4-BE49-F238E27FC236}">
                <a16:creationId xmlns:a16="http://schemas.microsoft.com/office/drawing/2014/main" id="{DA0927DB-D4EB-408E-8B28-872743E83930}"/>
              </a:ext>
            </a:extLst>
          </p:cNvPr>
          <p:cNvSpPr/>
          <p:nvPr/>
        </p:nvSpPr>
        <p:spPr bwMode="auto">
          <a:xfrm>
            <a:off x="457200" y="2889250"/>
            <a:ext cx="3189288" cy="801688"/>
          </a:xfrm>
          <a:prstGeom prst="rect">
            <a:avLst/>
          </a:prstGeom>
          <a:no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sp>
        <p:nvSpPr>
          <p:cNvPr id="141" name="Rectangle 140">
            <a:extLst>
              <a:ext uri="{FF2B5EF4-FFF2-40B4-BE49-F238E27FC236}">
                <a16:creationId xmlns:a16="http://schemas.microsoft.com/office/drawing/2014/main" id="{83B88A50-5A7C-4997-8799-5C3F47BDC58A}"/>
              </a:ext>
            </a:extLst>
          </p:cNvPr>
          <p:cNvSpPr/>
          <p:nvPr/>
        </p:nvSpPr>
        <p:spPr bwMode="auto">
          <a:xfrm>
            <a:off x="468312" y="4364037"/>
            <a:ext cx="3189288" cy="276043"/>
          </a:xfrm>
          <a:prstGeom prst="rect">
            <a:avLst/>
          </a:prstGeom>
          <a:noFill/>
          <a:ln w="38100" cap="flat" cmpd="sng" algn="ctr">
            <a:solidFill>
              <a:srgbClr val="FF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spTree>
    <p:extLst>
      <p:ext uri="{BB962C8B-B14F-4D97-AF65-F5344CB8AC3E}">
        <p14:creationId xmlns:p14="http://schemas.microsoft.com/office/powerpoint/2010/main" val="226649221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4">
            <a:extLst>
              <a:ext uri="{FF2B5EF4-FFF2-40B4-BE49-F238E27FC236}">
                <a16:creationId xmlns:a16="http://schemas.microsoft.com/office/drawing/2014/main" id="{F5BAA7D6-CA46-4E54-8232-A6B822BDAE6D}"/>
              </a:ext>
            </a:extLst>
          </p:cNvPr>
          <p:cNvSpPr>
            <a:spLocks noChangeArrowheads="1"/>
          </p:cNvSpPr>
          <p:nvPr/>
        </p:nvSpPr>
        <p:spPr bwMode="auto">
          <a:xfrm>
            <a:off x="1822450" y="990600"/>
            <a:ext cx="3962400" cy="111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0" name="Rectangle 5">
            <a:extLst>
              <a:ext uri="{FF2B5EF4-FFF2-40B4-BE49-F238E27FC236}">
                <a16:creationId xmlns:a16="http://schemas.microsoft.com/office/drawing/2014/main" id="{024E35E4-1B18-421E-9ED0-40CAF9C9DF56}"/>
              </a:ext>
            </a:extLst>
          </p:cNvPr>
          <p:cNvSpPr>
            <a:spLocks noChangeArrowheads="1"/>
          </p:cNvSpPr>
          <p:nvPr/>
        </p:nvSpPr>
        <p:spPr bwMode="auto">
          <a:xfrm>
            <a:off x="1797050" y="1019175"/>
            <a:ext cx="11113"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1" name="Rectangle 6">
            <a:extLst>
              <a:ext uri="{FF2B5EF4-FFF2-40B4-BE49-F238E27FC236}">
                <a16:creationId xmlns:a16="http://schemas.microsoft.com/office/drawing/2014/main" id="{B01ED318-3DCE-44C3-8AC7-DA0612EC502A}"/>
              </a:ext>
            </a:extLst>
          </p:cNvPr>
          <p:cNvSpPr>
            <a:spLocks noChangeArrowheads="1"/>
          </p:cNvSpPr>
          <p:nvPr/>
        </p:nvSpPr>
        <p:spPr bwMode="auto">
          <a:xfrm>
            <a:off x="2860675" y="10191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2" name="Rectangle 7">
            <a:extLst>
              <a:ext uri="{FF2B5EF4-FFF2-40B4-BE49-F238E27FC236}">
                <a16:creationId xmlns:a16="http://schemas.microsoft.com/office/drawing/2014/main" id="{2DECB1C7-9E53-40C6-BC43-29291D43D8E3}"/>
              </a:ext>
            </a:extLst>
          </p:cNvPr>
          <p:cNvSpPr>
            <a:spLocks noChangeArrowheads="1"/>
          </p:cNvSpPr>
          <p:nvPr/>
        </p:nvSpPr>
        <p:spPr bwMode="auto">
          <a:xfrm>
            <a:off x="1966913" y="120967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3" name="Rectangle 8">
            <a:extLst>
              <a:ext uri="{FF2B5EF4-FFF2-40B4-BE49-F238E27FC236}">
                <a16:creationId xmlns:a16="http://schemas.microsoft.com/office/drawing/2014/main" id="{A96B1FD7-EF48-4509-B398-5EFCF05B3544}"/>
              </a:ext>
            </a:extLst>
          </p:cNvPr>
          <p:cNvSpPr>
            <a:spLocks noChangeArrowheads="1"/>
          </p:cNvSpPr>
          <p:nvPr/>
        </p:nvSpPr>
        <p:spPr bwMode="auto">
          <a:xfrm>
            <a:off x="4764088" y="10191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4" name="Rectangle 9">
            <a:extLst>
              <a:ext uri="{FF2B5EF4-FFF2-40B4-BE49-F238E27FC236}">
                <a16:creationId xmlns:a16="http://schemas.microsoft.com/office/drawing/2014/main" id="{FCB2B08D-B674-4DA5-A7E5-1C03E4FB47E5}"/>
              </a:ext>
            </a:extLst>
          </p:cNvPr>
          <p:cNvSpPr>
            <a:spLocks noChangeArrowheads="1"/>
          </p:cNvSpPr>
          <p:nvPr/>
        </p:nvSpPr>
        <p:spPr bwMode="auto">
          <a:xfrm>
            <a:off x="3308350" y="1117600"/>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5" name="Rectangle 10">
            <a:extLst>
              <a:ext uri="{FF2B5EF4-FFF2-40B4-BE49-F238E27FC236}">
                <a16:creationId xmlns:a16="http://schemas.microsoft.com/office/drawing/2014/main" id="{2A1B9AD5-B479-458C-BB18-AC10C551E3F0}"/>
              </a:ext>
            </a:extLst>
          </p:cNvPr>
          <p:cNvSpPr>
            <a:spLocks noChangeArrowheads="1"/>
          </p:cNvSpPr>
          <p:nvPr/>
        </p:nvSpPr>
        <p:spPr bwMode="auto">
          <a:xfrm>
            <a:off x="5778500" y="1019175"/>
            <a:ext cx="12700" cy="4651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6" name="Rectangle 11">
            <a:extLst>
              <a:ext uri="{FF2B5EF4-FFF2-40B4-BE49-F238E27FC236}">
                <a16:creationId xmlns:a16="http://schemas.microsoft.com/office/drawing/2014/main" id="{3B97B046-352D-4B0C-98DA-018DCF13E539}"/>
              </a:ext>
            </a:extLst>
          </p:cNvPr>
          <p:cNvSpPr>
            <a:spLocks noChangeArrowheads="1"/>
          </p:cNvSpPr>
          <p:nvPr/>
        </p:nvSpPr>
        <p:spPr bwMode="auto">
          <a:xfrm>
            <a:off x="2860675" y="1471613"/>
            <a:ext cx="19129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7" name="Rectangle 12">
            <a:extLst>
              <a:ext uri="{FF2B5EF4-FFF2-40B4-BE49-F238E27FC236}">
                <a16:creationId xmlns:a16="http://schemas.microsoft.com/office/drawing/2014/main" id="{05700E4C-F785-4DB2-9415-B4C6BB172C4D}"/>
              </a:ext>
            </a:extLst>
          </p:cNvPr>
          <p:cNvSpPr>
            <a:spLocks noChangeArrowheads="1"/>
          </p:cNvSpPr>
          <p:nvPr/>
        </p:nvSpPr>
        <p:spPr bwMode="auto">
          <a:xfrm>
            <a:off x="1797050" y="1484313"/>
            <a:ext cx="11113"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8" name="Rectangle 13">
            <a:extLst>
              <a:ext uri="{FF2B5EF4-FFF2-40B4-BE49-F238E27FC236}">
                <a16:creationId xmlns:a16="http://schemas.microsoft.com/office/drawing/2014/main" id="{C45F2319-487B-4AFF-BCEA-B1882E54F822}"/>
              </a:ext>
            </a:extLst>
          </p:cNvPr>
          <p:cNvSpPr>
            <a:spLocks noChangeArrowheads="1"/>
          </p:cNvSpPr>
          <p:nvPr/>
        </p:nvSpPr>
        <p:spPr bwMode="auto">
          <a:xfrm>
            <a:off x="4922838" y="120967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39" name="Rectangle 14">
            <a:extLst>
              <a:ext uri="{FF2B5EF4-FFF2-40B4-BE49-F238E27FC236}">
                <a16:creationId xmlns:a16="http://schemas.microsoft.com/office/drawing/2014/main" id="{B27AAB4D-280A-4FCB-A5FD-F8859C12117F}"/>
              </a:ext>
            </a:extLst>
          </p:cNvPr>
          <p:cNvSpPr>
            <a:spLocks noChangeArrowheads="1"/>
          </p:cNvSpPr>
          <p:nvPr/>
        </p:nvSpPr>
        <p:spPr bwMode="auto">
          <a:xfrm>
            <a:off x="2860675" y="14843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0" name="Rectangle 15">
            <a:extLst>
              <a:ext uri="{FF2B5EF4-FFF2-40B4-BE49-F238E27FC236}">
                <a16:creationId xmlns:a16="http://schemas.microsoft.com/office/drawing/2014/main" id="{DE22D505-9AEC-4343-AAD1-15010534F1F9}"/>
              </a:ext>
            </a:extLst>
          </p:cNvPr>
          <p:cNvSpPr>
            <a:spLocks noChangeArrowheads="1"/>
          </p:cNvSpPr>
          <p:nvPr/>
        </p:nvSpPr>
        <p:spPr bwMode="auto">
          <a:xfrm>
            <a:off x="2106613" y="1489075"/>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1" name="Rectangle 16">
            <a:extLst>
              <a:ext uri="{FF2B5EF4-FFF2-40B4-BE49-F238E27FC236}">
                <a16:creationId xmlns:a16="http://schemas.microsoft.com/office/drawing/2014/main" id="{94A067D1-2E93-4536-8B8B-7FAC9475899A}"/>
              </a:ext>
            </a:extLst>
          </p:cNvPr>
          <p:cNvSpPr>
            <a:spLocks noChangeArrowheads="1"/>
          </p:cNvSpPr>
          <p:nvPr/>
        </p:nvSpPr>
        <p:spPr bwMode="auto">
          <a:xfrm>
            <a:off x="3013075" y="15795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2" name="Rectangle 17">
            <a:extLst>
              <a:ext uri="{FF2B5EF4-FFF2-40B4-BE49-F238E27FC236}">
                <a16:creationId xmlns:a16="http://schemas.microsoft.com/office/drawing/2014/main" id="{639B965C-0D47-4795-948D-D22DB11EC26D}"/>
              </a:ext>
            </a:extLst>
          </p:cNvPr>
          <p:cNvSpPr>
            <a:spLocks noChangeArrowheads="1"/>
          </p:cNvSpPr>
          <p:nvPr/>
        </p:nvSpPr>
        <p:spPr bwMode="auto">
          <a:xfrm>
            <a:off x="3275013" y="15795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3" name="Rectangle 18">
            <a:extLst>
              <a:ext uri="{FF2B5EF4-FFF2-40B4-BE49-F238E27FC236}">
                <a16:creationId xmlns:a16="http://schemas.microsoft.com/office/drawing/2014/main" id="{5B94543B-F021-497F-AD83-EB2D36AE6049}"/>
              </a:ext>
            </a:extLst>
          </p:cNvPr>
          <p:cNvSpPr>
            <a:spLocks noChangeArrowheads="1"/>
          </p:cNvSpPr>
          <p:nvPr/>
        </p:nvSpPr>
        <p:spPr bwMode="auto">
          <a:xfrm>
            <a:off x="3541713" y="1579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4" name="Rectangle 19">
            <a:extLst>
              <a:ext uri="{FF2B5EF4-FFF2-40B4-BE49-F238E27FC236}">
                <a16:creationId xmlns:a16="http://schemas.microsoft.com/office/drawing/2014/main" id="{F9B45D2D-7DF6-4F9D-95A4-B9C1124E105C}"/>
              </a:ext>
            </a:extLst>
          </p:cNvPr>
          <p:cNvSpPr>
            <a:spLocks noChangeArrowheads="1"/>
          </p:cNvSpPr>
          <p:nvPr/>
        </p:nvSpPr>
        <p:spPr bwMode="auto">
          <a:xfrm>
            <a:off x="3968750" y="157956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5" name="Rectangle 20">
            <a:extLst>
              <a:ext uri="{FF2B5EF4-FFF2-40B4-BE49-F238E27FC236}">
                <a16:creationId xmlns:a16="http://schemas.microsoft.com/office/drawing/2014/main" id="{090D2663-3537-4284-AC9B-4FCF01A08CC3}"/>
              </a:ext>
            </a:extLst>
          </p:cNvPr>
          <p:cNvSpPr>
            <a:spLocks noChangeArrowheads="1"/>
          </p:cNvSpPr>
          <p:nvPr/>
        </p:nvSpPr>
        <p:spPr bwMode="auto">
          <a:xfrm>
            <a:off x="4225925" y="1579563"/>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6" name="Rectangle 21">
            <a:extLst>
              <a:ext uri="{FF2B5EF4-FFF2-40B4-BE49-F238E27FC236}">
                <a16:creationId xmlns:a16="http://schemas.microsoft.com/office/drawing/2014/main" id="{527B73DC-E102-4C1A-A371-D2A19A969B8B}"/>
              </a:ext>
            </a:extLst>
          </p:cNvPr>
          <p:cNvSpPr>
            <a:spLocks noChangeArrowheads="1"/>
          </p:cNvSpPr>
          <p:nvPr/>
        </p:nvSpPr>
        <p:spPr bwMode="auto">
          <a:xfrm>
            <a:off x="4764088" y="14843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7" name="Rectangle 22">
            <a:extLst>
              <a:ext uri="{FF2B5EF4-FFF2-40B4-BE49-F238E27FC236}">
                <a16:creationId xmlns:a16="http://schemas.microsoft.com/office/drawing/2014/main" id="{33CAF03F-CB15-4ED6-9755-012CA02C1AE5}"/>
              </a:ext>
            </a:extLst>
          </p:cNvPr>
          <p:cNvSpPr>
            <a:spLocks noChangeArrowheads="1"/>
          </p:cNvSpPr>
          <p:nvPr/>
        </p:nvSpPr>
        <p:spPr bwMode="auto">
          <a:xfrm>
            <a:off x="4492625" y="1579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8" name="Rectangle 23">
            <a:extLst>
              <a:ext uri="{FF2B5EF4-FFF2-40B4-BE49-F238E27FC236}">
                <a16:creationId xmlns:a16="http://schemas.microsoft.com/office/drawing/2014/main" id="{B00CD645-3B7A-4192-8D7D-DE6ECB9B11F0}"/>
              </a:ext>
            </a:extLst>
          </p:cNvPr>
          <p:cNvSpPr>
            <a:spLocks noChangeArrowheads="1"/>
          </p:cNvSpPr>
          <p:nvPr/>
        </p:nvSpPr>
        <p:spPr bwMode="auto">
          <a:xfrm>
            <a:off x="5778500" y="1484313"/>
            <a:ext cx="12700" cy="4556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49" name="Rectangle 24">
            <a:extLst>
              <a:ext uri="{FF2B5EF4-FFF2-40B4-BE49-F238E27FC236}">
                <a16:creationId xmlns:a16="http://schemas.microsoft.com/office/drawing/2014/main" id="{10D76FF6-3F0B-44EB-9F00-35C7D2652EEC}"/>
              </a:ext>
            </a:extLst>
          </p:cNvPr>
          <p:cNvSpPr>
            <a:spLocks noChangeArrowheads="1"/>
          </p:cNvSpPr>
          <p:nvPr/>
        </p:nvSpPr>
        <p:spPr bwMode="auto">
          <a:xfrm>
            <a:off x="1822450" y="1927225"/>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0" name="Rectangle 25">
            <a:extLst>
              <a:ext uri="{FF2B5EF4-FFF2-40B4-BE49-F238E27FC236}">
                <a16:creationId xmlns:a16="http://schemas.microsoft.com/office/drawing/2014/main" id="{BDFAE5B4-05DA-4F8B-88A7-E0AF8057D654}"/>
              </a:ext>
            </a:extLst>
          </p:cNvPr>
          <p:cNvSpPr>
            <a:spLocks noChangeArrowheads="1"/>
          </p:cNvSpPr>
          <p:nvPr/>
        </p:nvSpPr>
        <p:spPr bwMode="auto">
          <a:xfrm>
            <a:off x="1797050" y="1944688"/>
            <a:ext cx="11113"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1" name="Rectangle 26">
            <a:extLst>
              <a:ext uri="{FF2B5EF4-FFF2-40B4-BE49-F238E27FC236}">
                <a16:creationId xmlns:a16="http://schemas.microsoft.com/office/drawing/2014/main" id="{0EF5B3A0-8C94-44FB-A0C7-57435E1AEB74}"/>
              </a:ext>
            </a:extLst>
          </p:cNvPr>
          <p:cNvSpPr>
            <a:spLocks noChangeArrowheads="1"/>
          </p:cNvSpPr>
          <p:nvPr/>
        </p:nvSpPr>
        <p:spPr bwMode="auto">
          <a:xfrm>
            <a:off x="5208588" y="14874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2" name="Rectangle 27">
            <a:extLst>
              <a:ext uri="{FF2B5EF4-FFF2-40B4-BE49-F238E27FC236}">
                <a16:creationId xmlns:a16="http://schemas.microsoft.com/office/drawing/2014/main" id="{A37F8FD4-48E6-4FF6-BB98-16FB67BBA511}"/>
              </a:ext>
            </a:extLst>
          </p:cNvPr>
          <p:cNvSpPr>
            <a:spLocks noChangeArrowheads="1"/>
          </p:cNvSpPr>
          <p:nvPr/>
        </p:nvSpPr>
        <p:spPr bwMode="auto">
          <a:xfrm>
            <a:off x="2860675" y="19446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3" name="Rectangle 28">
            <a:extLst>
              <a:ext uri="{FF2B5EF4-FFF2-40B4-BE49-F238E27FC236}">
                <a16:creationId xmlns:a16="http://schemas.microsoft.com/office/drawing/2014/main" id="{047A8ADB-45FE-4240-A4C4-CCE981767788}"/>
              </a:ext>
            </a:extLst>
          </p:cNvPr>
          <p:cNvSpPr>
            <a:spLocks noChangeArrowheads="1"/>
          </p:cNvSpPr>
          <p:nvPr/>
        </p:nvSpPr>
        <p:spPr bwMode="auto">
          <a:xfrm>
            <a:off x="2247900" y="2041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4" name="Rectangle 29">
            <a:extLst>
              <a:ext uri="{FF2B5EF4-FFF2-40B4-BE49-F238E27FC236}">
                <a16:creationId xmlns:a16="http://schemas.microsoft.com/office/drawing/2014/main" id="{CD551C75-51B2-40DB-B241-B5CDD180D359}"/>
              </a:ext>
            </a:extLst>
          </p:cNvPr>
          <p:cNvSpPr>
            <a:spLocks noChangeArrowheads="1"/>
          </p:cNvSpPr>
          <p:nvPr/>
        </p:nvSpPr>
        <p:spPr bwMode="auto">
          <a:xfrm>
            <a:off x="3254375" y="20415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5" name="Rectangle 30">
            <a:extLst>
              <a:ext uri="{FF2B5EF4-FFF2-40B4-BE49-F238E27FC236}">
                <a16:creationId xmlns:a16="http://schemas.microsoft.com/office/drawing/2014/main" id="{EB0D54F4-1A85-4736-82B8-F32C7527F527}"/>
              </a:ext>
            </a:extLst>
          </p:cNvPr>
          <p:cNvSpPr>
            <a:spLocks noChangeArrowheads="1"/>
          </p:cNvSpPr>
          <p:nvPr/>
        </p:nvSpPr>
        <p:spPr bwMode="auto">
          <a:xfrm>
            <a:off x="4764088" y="19446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6" name="Rectangle 31">
            <a:extLst>
              <a:ext uri="{FF2B5EF4-FFF2-40B4-BE49-F238E27FC236}">
                <a16:creationId xmlns:a16="http://schemas.microsoft.com/office/drawing/2014/main" id="{317AA31A-669E-4B9A-A794-8BE8192D848F}"/>
              </a:ext>
            </a:extLst>
          </p:cNvPr>
          <p:cNvSpPr>
            <a:spLocks noChangeArrowheads="1"/>
          </p:cNvSpPr>
          <p:nvPr/>
        </p:nvSpPr>
        <p:spPr bwMode="auto">
          <a:xfrm>
            <a:off x="4210050" y="20415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7" name="Rectangle 32">
            <a:extLst>
              <a:ext uri="{FF2B5EF4-FFF2-40B4-BE49-F238E27FC236}">
                <a16:creationId xmlns:a16="http://schemas.microsoft.com/office/drawing/2014/main" id="{B60C4250-282F-4F1A-A935-7D7860A65DEC}"/>
              </a:ext>
            </a:extLst>
          </p:cNvPr>
          <p:cNvSpPr>
            <a:spLocks noChangeArrowheads="1"/>
          </p:cNvSpPr>
          <p:nvPr/>
        </p:nvSpPr>
        <p:spPr bwMode="auto">
          <a:xfrm>
            <a:off x="5778500" y="1944688"/>
            <a:ext cx="12700" cy="4016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8" name="Rectangle 33">
            <a:extLst>
              <a:ext uri="{FF2B5EF4-FFF2-40B4-BE49-F238E27FC236}">
                <a16:creationId xmlns:a16="http://schemas.microsoft.com/office/drawing/2014/main" id="{C2C824A9-B179-490D-8000-E9735521B595}"/>
              </a:ext>
            </a:extLst>
          </p:cNvPr>
          <p:cNvSpPr>
            <a:spLocks noChangeArrowheads="1"/>
          </p:cNvSpPr>
          <p:nvPr/>
        </p:nvSpPr>
        <p:spPr bwMode="auto">
          <a:xfrm>
            <a:off x="1797050" y="2346325"/>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59" name="Rectangle 34">
            <a:extLst>
              <a:ext uri="{FF2B5EF4-FFF2-40B4-BE49-F238E27FC236}">
                <a16:creationId xmlns:a16="http://schemas.microsoft.com/office/drawing/2014/main" id="{E6A35413-4E17-4C19-94B2-4B65F0619656}"/>
              </a:ext>
            </a:extLst>
          </p:cNvPr>
          <p:cNvSpPr>
            <a:spLocks noChangeArrowheads="1"/>
          </p:cNvSpPr>
          <p:nvPr/>
        </p:nvSpPr>
        <p:spPr bwMode="auto">
          <a:xfrm>
            <a:off x="5213350" y="2041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0" name="Rectangle 35">
            <a:extLst>
              <a:ext uri="{FF2B5EF4-FFF2-40B4-BE49-F238E27FC236}">
                <a16:creationId xmlns:a16="http://schemas.microsoft.com/office/drawing/2014/main" id="{A25B9842-1937-4D65-8FEF-D6B2BC76B7AB}"/>
              </a:ext>
            </a:extLst>
          </p:cNvPr>
          <p:cNvSpPr>
            <a:spLocks noChangeArrowheads="1"/>
          </p:cNvSpPr>
          <p:nvPr/>
        </p:nvSpPr>
        <p:spPr bwMode="auto">
          <a:xfrm>
            <a:off x="2860675" y="23463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1" name="Rectangle 36">
            <a:extLst>
              <a:ext uri="{FF2B5EF4-FFF2-40B4-BE49-F238E27FC236}">
                <a16:creationId xmlns:a16="http://schemas.microsoft.com/office/drawing/2014/main" id="{17CDAA54-3376-47A0-84A8-6866E7659473}"/>
              </a:ext>
            </a:extLst>
          </p:cNvPr>
          <p:cNvSpPr>
            <a:spLocks noChangeArrowheads="1"/>
          </p:cNvSpPr>
          <p:nvPr/>
        </p:nvSpPr>
        <p:spPr bwMode="auto">
          <a:xfrm>
            <a:off x="2255838" y="23415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2" name="Rectangle 37">
            <a:extLst>
              <a:ext uri="{FF2B5EF4-FFF2-40B4-BE49-F238E27FC236}">
                <a16:creationId xmlns:a16="http://schemas.microsoft.com/office/drawing/2014/main" id="{B2FE8407-4880-4D20-9265-3A8E4C5DB549}"/>
              </a:ext>
            </a:extLst>
          </p:cNvPr>
          <p:cNvSpPr>
            <a:spLocks noChangeArrowheads="1"/>
          </p:cNvSpPr>
          <p:nvPr/>
        </p:nvSpPr>
        <p:spPr bwMode="auto">
          <a:xfrm>
            <a:off x="3249613" y="234156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3" name="Rectangle 38">
            <a:extLst>
              <a:ext uri="{FF2B5EF4-FFF2-40B4-BE49-F238E27FC236}">
                <a16:creationId xmlns:a16="http://schemas.microsoft.com/office/drawing/2014/main" id="{4A61413A-5942-4D10-8EDD-9B08246F0FCA}"/>
              </a:ext>
            </a:extLst>
          </p:cNvPr>
          <p:cNvSpPr>
            <a:spLocks noChangeArrowheads="1"/>
          </p:cNvSpPr>
          <p:nvPr/>
        </p:nvSpPr>
        <p:spPr bwMode="auto">
          <a:xfrm>
            <a:off x="4764088" y="23463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4" name="Rectangle 39">
            <a:extLst>
              <a:ext uri="{FF2B5EF4-FFF2-40B4-BE49-F238E27FC236}">
                <a16:creationId xmlns:a16="http://schemas.microsoft.com/office/drawing/2014/main" id="{949174FA-54EA-41EB-AD5E-87167771591C}"/>
              </a:ext>
            </a:extLst>
          </p:cNvPr>
          <p:cNvSpPr>
            <a:spLocks noChangeArrowheads="1"/>
          </p:cNvSpPr>
          <p:nvPr/>
        </p:nvSpPr>
        <p:spPr bwMode="auto">
          <a:xfrm>
            <a:off x="4225925" y="23415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5" name="Rectangle 40">
            <a:extLst>
              <a:ext uri="{FF2B5EF4-FFF2-40B4-BE49-F238E27FC236}">
                <a16:creationId xmlns:a16="http://schemas.microsoft.com/office/drawing/2014/main" id="{069073A5-4B06-4A8F-B254-2A66771D7114}"/>
              </a:ext>
            </a:extLst>
          </p:cNvPr>
          <p:cNvSpPr>
            <a:spLocks noChangeArrowheads="1"/>
          </p:cNvSpPr>
          <p:nvPr/>
        </p:nvSpPr>
        <p:spPr bwMode="auto">
          <a:xfrm>
            <a:off x="5778500" y="2346325"/>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6" name="Rectangle 41">
            <a:extLst>
              <a:ext uri="{FF2B5EF4-FFF2-40B4-BE49-F238E27FC236}">
                <a16:creationId xmlns:a16="http://schemas.microsoft.com/office/drawing/2014/main" id="{97A34FEA-F0E8-4AB8-9A75-83A0689AD484}"/>
              </a:ext>
            </a:extLst>
          </p:cNvPr>
          <p:cNvSpPr>
            <a:spLocks noChangeArrowheads="1"/>
          </p:cNvSpPr>
          <p:nvPr/>
        </p:nvSpPr>
        <p:spPr bwMode="auto">
          <a:xfrm>
            <a:off x="1797050" y="2651125"/>
            <a:ext cx="11113"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7" name="Rectangle 42">
            <a:extLst>
              <a:ext uri="{FF2B5EF4-FFF2-40B4-BE49-F238E27FC236}">
                <a16:creationId xmlns:a16="http://schemas.microsoft.com/office/drawing/2014/main" id="{EC7DAC37-2A93-4EAC-8C74-D08949B8AA45}"/>
              </a:ext>
            </a:extLst>
          </p:cNvPr>
          <p:cNvSpPr>
            <a:spLocks noChangeArrowheads="1"/>
          </p:cNvSpPr>
          <p:nvPr/>
        </p:nvSpPr>
        <p:spPr bwMode="auto">
          <a:xfrm>
            <a:off x="5213350" y="23415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8" name="Rectangle 43">
            <a:extLst>
              <a:ext uri="{FF2B5EF4-FFF2-40B4-BE49-F238E27FC236}">
                <a16:creationId xmlns:a16="http://schemas.microsoft.com/office/drawing/2014/main" id="{D06375B0-6418-4138-A01D-4C357CD71C82}"/>
              </a:ext>
            </a:extLst>
          </p:cNvPr>
          <p:cNvSpPr>
            <a:spLocks noChangeArrowheads="1"/>
          </p:cNvSpPr>
          <p:nvPr/>
        </p:nvSpPr>
        <p:spPr bwMode="auto">
          <a:xfrm>
            <a:off x="2860675" y="26511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69" name="Rectangle 44">
            <a:extLst>
              <a:ext uri="{FF2B5EF4-FFF2-40B4-BE49-F238E27FC236}">
                <a16:creationId xmlns:a16="http://schemas.microsoft.com/office/drawing/2014/main" id="{BD9D3004-B8C0-49A9-80DC-1D70C45ABE4A}"/>
              </a:ext>
            </a:extLst>
          </p:cNvPr>
          <p:cNvSpPr>
            <a:spLocks noChangeArrowheads="1"/>
          </p:cNvSpPr>
          <p:nvPr/>
        </p:nvSpPr>
        <p:spPr bwMode="auto">
          <a:xfrm>
            <a:off x="2255838" y="264636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0" name="Rectangle 45">
            <a:extLst>
              <a:ext uri="{FF2B5EF4-FFF2-40B4-BE49-F238E27FC236}">
                <a16:creationId xmlns:a16="http://schemas.microsoft.com/office/drawing/2014/main" id="{DD34AD04-9D41-4B3B-844C-351D631F97D1}"/>
              </a:ext>
            </a:extLst>
          </p:cNvPr>
          <p:cNvSpPr>
            <a:spLocks noChangeArrowheads="1"/>
          </p:cNvSpPr>
          <p:nvPr/>
        </p:nvSpPr>
        <p:spPr bwMode="auto">
          <a:xfrm>
            <a:off x="3270250" y="2646363"/>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1" name="Rectangle 46">
            <a:extLst>
              <a:ext uri="{FF2B5EF4-FFF2-40B4-BE49-F238E27FC236}">
                <a16:creationId xmlns:a16="http://schemas.microsoft.com/office/drawing/2014/main" id="{E88A7091-B92D-461E-92BC-75BC5227516F}"/>
              </a:ext>
            </a:extLst>
          </p:cNvPr>
          <p:cNvSpPr>
            <a:spLocks noChangeArrowheads="1"/>
          </p:cNvSpPr>
          <p:nvPr/>
        </p:nvSpPr>
        <p:spPr bwMode="auto">
          <a:xfrm>
            <a:off x="4764088" y="26511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2" name="Rectangle 47">
            <a:extLst>
              <a:ext uri="{FF2B5EF4-FFF2-40B4-BE49-F238E27FC236}">
                <a16:creationId xmlns:a16="http://schemas.microsoft.com/office/drawing/2014/main" id="{3C4DC995-CB21-4C77-897A-1C086245D3A9}"/>
              </a:ext>
            </a:extLst>
          </p:cNvPr>
          <p:cNvSpPr>
            <a:spLocks noChangeArrowheads="1"/>
          </p:cNvSpPr>
          <p:nvPr/>
        </p:nvSpPr>
        <p:spPr bwMode="auto">
          <a:xfrm>
            <a:off x="4217988" y="264636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3" name="Rectangle 48">
            <a:extLst>
              <a:ext uri="{FF2B5EF4-FFF2-40B4-BE49-F238E27FC236}">
                <a16:creationId xmlns:a16="http://schemas.microsoft.com/office/drawing/2014/main" id="{8A824438-6B08-4912-809C-90EA3C68EB66}"/>
              </a:ext>
            </a:extLst>
          </p:cNvPr>
          <p:cNvSpPr>
            <a:spLocks noChangeArrowheads="1"/>
          </p:cNvSpPr>
          <p:nvPr/>
        </p:nvSpPr>
        <p:spPr bwMode="auto">
          <a:xfrm>
            <a:off x="5778500" y="2651125"/>
            <a:ext cx="12700" cy="303213"/>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4" name="Rectangle 49">
            <a:extLst>
              <a:ext uri="{FF2B5EF4-FFF2-40B4-BE49-F238E27FC236}">
                <a16:creationId xmlns:a16="http://schemas.microsoft.com/office/drawing/2014/main" id="{915D94CE-B68B-4012-A899-A0DD925C3E80}"/>
              </a:ext>
            </a:extLst>
          </p:cNvPr>
          <p:cNvSpPr>
            <a:spLocks noChangeArrowheads="1"/>
          </p:cNvSpPr>
          <p:nvPr/>
        </p:nvSpPr>
        <p:spPr bwMode="auto">
          <a:xfrm>
            <a:off x="1797050" y="29543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5" name="Rectangle 50">
            <a:extLst>
              <a:ext uri="{FF2B5EF4-FFF2-40B4-BE49-F238E27FC236}">
                <a16:creationId xmlns:a16="http://schemas.microsoft.com/office/drawing/2014/main" id="{831A4626-3AA4-4A52-A8C3-6117A7EBB030}"/>
              </a:ext>
            </a:extLst>
          </p:cNvPr>
          <p:cNvSpPr>
            <a:spLocks noChangeArrowheads="1"/>
          </p:cNvSpPr>
          <p:nvPr/>
        </p:nvSpPr>
        <p:spPr bwMode="auto">
          <a:xfrm>
            <a:off x="5213350" y="26463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6" name="Rectangle 51">
            <a:extLst>
              <a:ext uri="{FF2B5EF4-FFF2-40B4-BE49-F238E27FC236}">
                <a16:creationId xmlns:a16="http://schemas.microsoft.com/office/drawing/2014/main" id="{8DC72D6B-5457-416B-BB10-3CEA8DCAB660}"/>
              </a:ext>
            </a:extLst>
          </p:cNvPr>
          <p:cNvSpPr>
            <a:spLocks noChangeArrowheads="1"/>
          </p:cNvSpPr>
          <p:nvPr/>
        </p:nvSpPr>
        <p:spPr bwMode="auto">
          <a:xfrm>
            <a:off x="2860675" y="2954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7" name="Rectangle 52">
            <a:extLst>
              <a:ext uri="{FF2B5EF4-FFF2-40B4-BE49-F238E27FC236}">
                <a16:creationId xmlns:a16="http://schemas.microsoft.com/office/drawing/2014/main" id="{32CB95E0-2DF3-4BD8-8A32-61CB36544DB4}"/>
              </a:ext>
            </a:extLst>
          </p:cNvPr>
          <p:cNvSpPr>
            <a:spLocks noChangeArrowheads="1"/>
          </p:cNvSpPr>
          <p:nvPr/>
        </p:nvSpPr>
        <p:spPr bwMode="auto">
          <a:xfrm>
            <a:off x="2247900" y="2949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8" name="Rectangle 53">
            <a:extLst>
              <a:ext uri="{FF2B5EF4-FFF2-40B4-BE49-F238E27FC236}">
                <a16:creationId xmlns:a16="http://schemas.microsoft.com/office/drawing/2014/main" id="{08B6C284-0F64-46FF-9793-7DA02FA162AD}"/>
              </a:ext>
            </a:extLst>
          </p:cNvPr>
          <p:cNvSpPr>
            <a:spLocks noChangeArrowheads="1"/>
          </p:cNvSpPr>
          <p:nvPr/>
        </p:nvSpPr>
        <p:spPr bwMode="auto">
          <a:xfrm>
            <a:off x="3254375" y="294957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79" name="Rectangle 54">
            <a:extLst>
              <a:ext uri="{FF2B5EF4-FFF2-40B4-BE49-F238E27FC236}">
                <a16:creationId xmlns:a16="http://schemas.microsoft.com/office/drawing/2014/main" id="{BA9EFA4E-8AFF-4B8C-953F-A5075F8D11D0}"/>
              </a:ext>
            </a:extLst>
          </p:cNvPr>
          <p:cNvSpPr>
            <a:spLocks noChangeArrowheads="1"/>
          </p:cNvSpPr>
          <p:nvPr/>
        </p:nvSpPr>
        <p:spPr bwMode="auto">
          <a:xfrm>
            <a:off x="4764088" y="2954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0" name="Rectangle 55">
            <a:extLst>
              <a:ext uri="{FF2B5EF4-FFF2-40B4-BE49-F238E27FC236}">
                <a16:creationId xmlns:a16="http://schemas.microsoft.com/office/drawing/2014/main" id="{3CFD67B3-B041-4595-9D87-4C5B569D3167}"/>
              </a:ext>
            </a:extLst>
          </p:cNvPr>
          <p:cNvSpPr>
            <a:spLocks noChangeArrowheads="1"/>
          </p:cNvSpPr>
          <p:nvPr/>
        </p:nvSpPr>
        <p:spPr bwMode="auto">
          <a:xfrm>
            <a:off x="4205288" y="294957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1" name="Rectangle 56">
            <a:extLst>
              <a:ext uri="{FF2B5EF4-FFF2-40B4-BE49-F238E27FC236}">
                <a16:creationId xmlns:a16="http://schemas.microsoft.com/office/drawing/2014/main" id="{6081EE4D-2286-4D20-973F-468CF986F857}"/>
              </a:ext>
            </a:extLst>
          </p:cNvPr>
          <p:cNvSpPr>
            <a:spLocks noChangeArrowheads="1"/>
          </p:cNvSpPr>
          <p:nvPr/>
        </p:nvSpPr>
        <p:spPr bwMode="auto">
          <a:xfrm>
            <a:off x="5778500" y="2954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2" name="Rectangle 57">
            <a:extLst>
              <a:ext uri="{FF2B5EF4-FFF2-40B4-BE49-F238E27FC236}">
                <a16:creationId xmlns:a16="http://schemas.microsoft.com/office/drawing/2014/main" id="{8721F69F-FACB-4AB7-92DD-6E30781187A9}"/>
              </a:ext>
            </a:extLst>
          </p:cNvPr>
          <p:cNvSpPr>
            <a:spLocks noChangeArrowheads="1"/>
          </p:cNvSpPr>
          <p:nvPr/>
        </p:nvSpPr>
        <p:spPr bwMode="auto">
          <a:xfrm>
            <a:off x="1797050" y="32591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3" name="Rectangle 58">
            <a:extLst>
              <a:ext uri="{FF2B5EF4-FFF2-40B4-BE49-F238E27FC236}">
                <a16:creationId xmlns:a16="http://schemas.microsoft.com/office/drawing/2014/main" id="{A50E0C90-DAB5-43AB-B33F-00BB5A2C2EBE}"/>
              </a:ext>
            </a:extLst>
          </p:cNvPr>
          <p:cNvSpPr>
            <a:spLocks noChangeArrowheads="1"/>
          </p:cNvSpPr>
          <p:nvPr/>
        </p:nvSpPr>
        <p:spPr bwMode="auto">
          <a:xfrm>
            <a:off x="5213350" y="29495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4" name="Rectangle 59">
            <a:extLst>
              <a:ext uri="{FF2B5EF4-FFF2-40B4-BE49-F238E27FC236}">
                <a16:creationId xmlns:a16="http://schemas.microsoft.com/office/drawing/2014/main" id="{330BCC61-2288-4143-98C7-8547E8886C2E}"/>
              </a:ext>
            </a:extLst>
          </p:cNvPr>
          <p:cNvSpPr>
            <a:spLocks noChangeArrowheads="1"/>
          </p:cNvSpPr>
          <p:nvPr/>
        </p:nvSpPr>
        <p:spPr bwMode="auto">
          <a:xfrm>
            <a:off x="2860675" y="3259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5" name="Rectangle 60">
            <a:extLst>
              <a:ext uri="{FF2B5EF4-FFF2-40B4-BE49-F238E27FC236}">
                <a16:creationId xmlns:a16="http://schemas.microsoft.com/office/drawing/2014/main" id="{936F0137-21D7-4F45-84DA-621A24794FC9}"/>
              </a:ext>
            </a:extLst>
          </p:cNvPr>
          <p:cNvSpPr>
            <a:spLocks noChangeArrowheads="1"/>
          </p:cNvSpPr>
          <p:nvPr/>
        </p:nvSpPr>
        <p:spPr bwMode="auto">
          <a:xfrm>
            <a:off x="2262188" y="3252788"/>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6" name="Rectangle 61">
            <a:extLst>
              <a:ext uri="{FF2B5EF4-FFF2-40B4-BE49-F238E27FC236}">
                <a16:creationId xmlns:a16="http://schemas.microsoft.com/office/drawing/2014/main" id="{2C20798F-11D1-4BB2-8B2D-8F3E559F0C50}"/>
              </a:ext>
            </a:extLst>
          </p:cNvPr>
          <p:cNvSpPr>
            <a:spLocks noChangeArrowheads="1"/>
          </p:cNvSpPr>
          <p:nvPr/>
        </p:nvSpPr>
        <p:spPr bwMode="auto">
          <a:xfrm>
            <a:off x="3268663" y="3252788"/>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7" name="Rectangle 62">
            <a:extLst>
              <a:ext uri="{FF2B5EF4-FFF2-40B4-BE49-F238E27FC236}">
                <a16:creationId xmlns:a16="http://schemas.microsoft.com/office/drawing/2014/main" id="{7818BD3D-8E47-4522-8FC9-554C289A2761}"/>
              </a:ext>
            </a:extLst>
          </p:cNvPr>
          <p:cNvSpPr>
            <a:spLocks noChangeArrowheads="1"/>
          </p:cNvSpPr>
          <p:nvPr/>
        </p:nvSpPr>
        <p:spPr bwMode="auto">
          <a:xfrm>
            <a:off x="4764088" y="3259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8" name="Rectangle 63">
            <a:extLst>
              <a:ext uri="{FF2B5EF4-FFF2-40B4-BE49-F238E27FC236}">
                <a16:creationId xmlns:a16="http://schemas.microsoft.com/office/drawing/2014/main" id="{28F5E508-221D-4AF8-87B3-63A36CC37EFA}"/>
              </a:ext>
            </a:extLst>
          </p:cNvPr>
          <p:cNvSpPr>
            <a:spLocks noChangeArrowheads="1"/>
          </p:cNvSpPr>
          <p:nvPr/>
        </p:nvSpPr>
        <p:spPr bwMode="auto">
          <a:xfrm>
            <a:off x="4210050" y="32527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89" name="Rectangle 64">
            <a:extLst>
              <a:ext uri="{FF2B5EF4-FFF2-40B4-BE49-F238E27FC236}">
                <a16:creationId xmlns:a16="http://schemas.microsoft.com/office/drawing/2014/main" id="{CCB91BA0-DD91-4383-A4FA-E5B98B6CE831}"/>
              </a:ext>
            </a:extLst>
          </p:cNvPr>
          <p:cNvSpPr>
            <a:spLocks noChangeArrowheads="1"/>
          </p:cNvSpPr>
          <p:nvPr/>
        </p:nvSpPr>
        <p:spPr bwMode="auto">
          <a:xfrm>
            <a:off x="5778500" y="3259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0" name="Rectangle 65">
            <a:extLst>
              <a:ext uri="{FF2B5EF4-FFF2-40B4-BE49-F238E27FC236}">
                <a16:creationId xmlns:a16="http://schemas.microsoft.com/office/drawing/2014/main" id="{C7E28CA0-BEE9-40CA-B6BA-C4184785D59C}"/>
              </a:ext>
            </a:extLst>
          </p:cNvPr>
          <p:cNvSpPr>
            <a:spLocks noChangeArrowheads="1"/>
          </p:cNvSpPr>
          <p:nvPr/>
        </p:nvSpPr>
        <p:spPr bwMode="auto">
          <a:xfrm>
            <a:off x="1797050" y="3563938"/>
            <a:ext cx="11113"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1" name="Rectangle 66">
            <a:extLst>
              <a:ext uri="{FF2B5EF4-FFF2-40B4-BE49-F238E27FC236}">
                <a16:creationId xmlns:a16="http://schemas.microsoft.com/office/drawing/2014/main" id="{81856F20-794D-4306-BB44-39851E6C35D5}"/>
              </a:ext>
            </a:extLst>
          </p:cNvPr>
          <p:cNvSpPr>
            <a:spLocks noChangeArrowheads="1"/>
          </p:cNvSpPr>
          <p:nvPr/>
        </p:nvSpPr>
        <p:spPr bwMode="auto">
          <a:xfrm>
            <a:off x="5213350" y="32527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2" name="Rectangle 67">
            <a:extLst>
              <a:ext uri="{FF2B5EF4-FFF2-40B4-BE49-F238E27FC236}">
                <a16:creationId xmlns:a16="http://schemas.microsoft.com/office/drawing/2014/main" id="{3B86F9C4-5615-4458-9816-1F6F644CA66D}"/>
              </a:ext>
            </a:extLst>
          </p:cNvPr>
          <p:cNvSpPr>
            <a:spLocks noChangeArrowheads="1"/>
          </p:cNvSpPr>
          <p:nvPr/>
        </p:nvSpPr>
        <p:spPr bwMode="auto">
          <a:xfrm>
            <a:off x="2860675" y="35639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3" name="Rectangle 68">
            <a:extLst>
              <a:ext uri="{FF2B5EF4-FFF2-40B4-BE49-F238E27FC236}">
                <a16:creationId xmlns:a16="http://schemas.microsoft.com/office/drawing/2014/main" id="{D4FFE002-9B5D-48E9-A3D0-2C9FFBB6B88A}"/>
              </a:ext>
            </a:extLst>
          </p:cNvPr>
          <p:cNvSpPr>
            <a:spLocks noChangeArrowheads="1"/>
          </p:cNvSpPr>
          <p:nvPr/>
        </p:nvSpPr>
        <p:spPr bwMode="auto">
          <a:xfrm>
            <a:off x="2266950" y="35560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4" name="Rectangle 69">
            <a:extLst>
              <a:ext uri="{FF2B5EF4-FFF2-40B4-BE49-F238E27FC236}">
                <a16:creationId xmlns:a16="http://schemas.microsoft.com/office/drawing/2014/main" id="{616EEA58-CF9C-4699-93BD-521592C4B913}"/>
              </a:ext>
            </a:extLst>
          </p:cNvPr>
          <p:cNvSpPr>
            <a:spLocks noChangeArrowheads="1"/>
          </p:cNvSpPr>
          <p:nvPr/>
        </p:nvSpPr>
        <p:spPr bwMode="auto">
          <a:xfrm>
            <a:off x="3263900" y="3556000"/>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5" name="Rectangle 70">
            <a:extLst>
              <a:ext uri="{FF2B5EF4-FFF2-40B4-BE49-F238E27FC236}">
                <a16:creationId xmlns:a16="http://schemas.microsoft.com/office/drawing/2014/main" id="{C85DE52E-A0C6-426C-B0DA-1DE58DDA8D75}"/>
              </a:ext>
            </a:extLst>
          </p:cNvPr>
          <p:cNvSpPr>
            <a:spLocks noChangeArrowheads="1"/>
          </p:cNvSpPr>
          <p:nvPr/>
        </p:nvSpPr>
        <p:spPr bwMode="auto">
          <a:xfrm>
            <a:off x="4764088" y="35639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6" name="Rectangle 71">
            <a:extLst>
              <a:ext uri="{FF2B5EF4-FFF2-40B4-BE49-F238E27FC236}">
                <a16:creationId xmlns:a16="http://schemas.microsoft.com/office/drawing/2014/main" id="{0F06CF80-A4F2-497F-A775-A828CA75424B}"/>
              </a:ext>
            </a:extLst>
          </p:cNvPr>
          <p:cNvSpPr>
            <a:spLocks noChangeArrowheads="1"/>
          </p:cNvSpPr>
          <p:nvPr/>
        </p:nvSpPr>
        <p:spPr bwMode="auto">
          <a:xfrm>
            <a:off x="4203700" y="35560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7" name="Rectangle 72">
            <a:extLst>
              <a:ext uri="{FF2B5EF4-FFF2-40B4-BE49-F238E27FC236}">
                <a16:creationId xmlns:a16="http://schemas.microsoft.com/office/drawing/2014/main" id="{DEFE9BEF-C644-413A-AC47-A7933B95ECE8}"/>
              </a:ext>
            </a:extLst>
          </p:cNvPr>
          <p:cNvSpPr>
            <a:spLocks noChangeArrowheads="1"/>
          </p:cNvSpPr>
          <p:nvPr/>
        </p:nvSpPr>
        <p:spPr bwMode="auto">
          <a:xfrm>
            <a:off x="5778500" y="3563938"/>
            <a:ext cx="12700" cy="3032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8" name="Rectangle 73">
            <a:extLst>
              <a:ext uri="{FF2B5EF4-FFF2-40B4-BE49-F238E27FC236}">
                <a16:creationId xmlns:a16="http://schemas.microsoft.com/office/drawing/2014/main" id="{B4F9593F-4C76-4B2D-8B15-81C197D02A4C}"/>
              </a:ext>
            </a:extLst>
          </p:cNvPr>
          <p:cNvSpPr>
            <a:spLocks noChangeArrowheads="1"/>
          </p:cNvSpPr>
          <p:nvPr/>
        </p:nvSpPr>
        <p:spPr bwMode="auto">
          <a:xfrm>
            <a:off x="1797050" y="3848100"/>
            <a:ext cx="11113"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599" name="Rectangle 74">
            <a:extLst>
              <a:ext uri="{FF2B5EF4-FFF2-40B4-BE49-F238E27FC236}">
                <a16:creationId xmlns:a16="http://schemas.microsoft.com/office/drawing/2014/main" id="{56215475-D2D8-4510-A8C5-34B83824F30E}"/>
              </a:ext>
            </a:extLst>
          </p:cNvPr>
          <p:cNvSpPr>
            <a:spLocks noChangeArrowheads="1"/>
          </p:cNvSpPr>
          <p:nvPr/>
        </p:nvSpPr>
        <p:spPr bwMode="auto">
          <a:xfrm>
            <a:off x="5211763" y="35560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0" name="Rectangle 75">
            <a:extLst>
              <a:ext uri="{FF2B5EF4-FFF2-40B4-BE49-F238E27FC236}">
                <a16:creationId xmlns:a16="http://schemas.microsoft.com/office/drawing/2014/main" id="{D74B32C1-6953-4627-933F-F1AA1A7A0401}"/>
              </a:ext>
            </a:extLst>
          </p:cNvPr>
          <p:cNvSpPr>
            <a:spLocks noChangeArrowheads="1"/>
          </p:cNvSpPr>
          <p:nvPr/>
        </p:nvSpPr>
        <p:spPr bwMode="auto">
          <a:xfrm>
            <a:off x="2860675" y="38481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1" name="Rectangle 76">
            <a:extLst>
              <a:ext uri="{FF2B5EF4-FFF2-40B4-BE49-F238E27FC236}">
                <a16:creationId xmlns:a16="http://schemas.microsoft.com/office/drawing/2014/main" id="{DA7C746E-E091-49E3-8C89-6169DFBBBD69}"/>
              </a:ext>
            </a:extLst>
          </p:cNvPr>
          <p:cNvSpPr>
            <a:spLocks noChangeArrowheads="1"/>
          </p:cNvSpPr>
          <p:nvPr/>
        </p:nvSpPr>
        <p:spPr bwMode="auto">
          <a:xfrm>
            <a:off x="2247900" y="3860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2" name="Rectangle 77">
            <a:extLst>
              <a:ext uri="{FF2B5EF4-FFF2-40B4-BE49-F238E27FC236}">
                <a16:creationId xmlns:a16="http://schemas.microsoft.com/office/drawing/2014/main" id="{4CF8DE62-E8C3-4227-9C76-345806D93251}"/>
              </a:ext>
            </a:extLst>
          </p:cNvPr>
          <p:cNvSpPr>
            <a:spLocks noChangeArrowheads="1"/>
          </p:cNvSpPr>
          <p:nvPr/>
        </p:nvSpPr>
        <p:spPr bwMode="auto">
          <a:xfrm>
            <a:off x="3270250" y="3860800"/>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3" name="Rectangle 78">
            <a:extLst>
              <a:ext uri="{FF2B5EF4-FFF2-40B4-BE49-F238E27FC236}">
                <a16:creationId xmlns:a16="http://schemas.microsoft.com/office/drawing/2014/main" id="{C5CA47E4-650C-4AB9-BC9E-BDE444D64F93}"/>
              </a:ext>
            </a:extLst>
          </p:cNvPr>
          <p:cNvSpPr>
            <a:spLocks noChangeArrowheads="1"/>
          </p:cNvSpPr>
          <p:nvPr/>
        </p:nvSpPr>
        <p:spPr bwMode="auto">
          <a:xfrm>
            <a:off x="4764088" y="38481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4" name="Rectangle 79">
            <a:extLst>
              <a:ext uri="{FF2B5EF4-FFF2-40B4-BE49-F238E27FC236}">
                <a16:creationId xmlns:a16="http://schemas.microsoft.com/office/drawing/2014/main" id="{4AF70689-B17D-4F4F-B4FD-EDF09FE873F5}"/>
              </a:ext>
            </a:extLst>
          </p:cNvPr>
          <p:cNvSpPr>
            <a:spLocks noChangeArrowheads="1"/>
          </p:cNvSpPr>
          <p:nvPr/>
        </p:nvSpPr>
        <p:spPr bwMode="auto">
          <a:xfrm>
            <a:off x="4203700" y="386080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5" name="Rectangle 80">
            <a:extLst>
              <a:ext uri="{FF2B5EF4-FFF2-40B4-BE49-F238E27FC236}">
                <a16:creationId xmlns:a16="http://schemas.microsoft.com/office/drawing/2014/main" id="{B0C6B822-08ED-4610-910D-C409BE3A4A35}"/>
              </a:ext>
            </a:extLst>
          </p:cNvPr>
          <p:cNvSpPr>
            <a:spLocks noChangeArrowheads="1"/>
          </p:cNvSpPr>
          <p:nvPr/>
        </p:nvSpPr>
        <p:spPr bwMode="auto">
          <a:xfrm>
            <a:off x="5778500" y="3848100"/>
            <a:ext cx="12700" cy="34925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6" name="Rectangle 81">
            <a:extLst>
              <a:ext uri="{FF2B5EF4-FFF2-40B4-BE49-F238E27FC236}">
                <a16:creationId xmlns:a16="http://schemas.microsoft.com/office/drawing/2014/main" id="{F53B4F1D-D8D8-4CAC-8FD8-5F74AE76037F}"/>
              </a:ext>
            </a:extLst>
          </p:cNvPr>
          <p:cNvSpPr>
            <a:spLocks noChangeArrowheads="1"/>
          </p:cNvSpPr>
          <p:nvPr/>
        </p:nvSpPr>
        <p:spPr bwMode="auto">
          <a:xfrm>
            <a:off x="1822450" y="4210050"/>
            <a:ext cx="3962400"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7" name="Rectangle 82">
            <a:extLst>
              <a:ext uri="{FF2B5EF4-FFF2-40B4-BE49-F238E27FC236}">
                <a16:creationId xmlns:a16="http://schemas.microsoft.com/office/drawing/2014/main" id="{35DAF631-45EF-4381-BEF0-5BD5700EE1FD}"/>
              </a:ext>
            </a:extLst>
          </p:cNvPr>
          <p:cNvSpPr>
            <a:spLocks noChangeArrowheads="1"/>
          </p:cNvSpPr>
          <p:nvPr/>
        </p:nvSpPr>
        <p:spPr bwMode="auto">
          <a:xfrm>
            <a:off x="5211763" y="386080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22608" name="Title 1">
            <a:extLst>
              <a:ext uri="{FF2B5EF4-FFF2-40B4-BE49-F238E27FC236}">
                <a16:creationId xmlns:a16="http://schemas.microsoft.com/office/drawing/2014/main" id="{94EA1C97-EBBB-4703-840F-D42BCDE09A67}"/>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State Table for This Example</a:t>
            </a:r>
          </a:p>
        </p:txBody>
      </p:sp>
      <p:sp>
        <p:nvSpPr>
          <p:cNvPr id="22609" name="TextBox 125">
            <a:extLst>
              <a:ext uri="{FF2B5EF4-FFF2-40B4-BE49-F238E27FC236}">
                <a16:creationId xmlns:a16="http://schemas.microsoft.com/office/drawing/2014/main" id="{29DFDBE5-EDE1-4858-9E18-6F1CB345D8F8}"/>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6.51 from the textbook ]</a:t>
            </a:r>
          </a:p>
        </p:txBody>
      </p:sp>
      <p:sp>
        <p:nvSpPr>
          <p:cNvPr id="2" name="TextBox 1">
            <a:extLst>
              <a:ext uri="{FF2B5EF4-FFF2-40B4-BE49-F238E27FC236}">
                <a16:creationId xmlns:a16="http://schemas.microsoft.com/office/drawing/2014/main" id="{483FD6AB-887D-4329-9772-FC42AF313D5A}"/>
              </a:ext>
            </a:extLst>
          </p:cNvPr>
          <p:cNvSpPr txBox="1"/>
          <p:nvPr/>
        </p:nvSpPr>
        <p:spPr>
          <a:xfrm>
            <a:off x="5885969" y="1755239"/>
            <a:ext cx="3181831" cy="2554545"/>
          </a:xfrm>
          <a:prstGeom prst="rect">
            <a:avLst/>
          </a:prstGeom>
          <a:noFill/>
        </p:spPr>
        <p:txBody>
          <a:bodyPr wrap="square" rtlCol="0">
            <a:spAutoFit/>
          </a:bodyPr>
          <a:lstStyle/>
          <a:p>
            <a:pPr marL="0" marR="0" lvl="0" indent="0" algn="l" defTabSz="914400" rtl="0" eaLnBrk="0" fontAlgn="base" latinLnBrk="0" hangingPunct="0">
              <a:lnSpc>
                <a:spcPct val="100000"/>
              </a:lnSpc>
              <a:spcBef>
                <a:spcPts val="600"/>
              </a:spcBef>
              <a:spcAft>
                <a:spcPts val="6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P1: (ABCDEFG)</a:t>
            </a:r>
          </a:p>
          <a:p>
            <a:pPr marL="0" marR="0" lvl="0" indent="0" algn="l" defTabSz="914400" rtl="0" eaLnBrk="0" fontAlgn="base" latinLnBrk="0" hangingPunct="0">
              <a:lnSpc>
                <a:spcPct val="100000"/>
              </a:lnSpc>
              <a:spcBef>
                <a:spcPts val="600"/>
              </a:spcBef>
              <a:spcAft>
                <a:spcPts val="6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P2: (ABD) (</a:t>
            </a:r>
            <a:r>
              <a:rPr kumimoji="0" lang="en-US" sz="2400" b="0" i="0" u="none" strike="noStrike" kern="1200" cap="none" spc="0" normalizeH="0" baseline="0" noProof="0" dirty="0">
                <a:ln>
                  <a:noFill/>
                </a:ln>
                <a:solidFill>
                  <a:srgbClr val="FF0000"/>
                </a:solidFill>
                <a:effectLst/>
                <a:uLnTx/>
                <a:uFillTx/>
                <a:latin typeface="Times" panose="02020603050405020304" pitchFamily="18" charset="0"/>
                <a:ea typeface="MS PGothic" panose="020B0600070205080204" pitchFamily="34" charset="-128"/>
                <a:cs typeface="+mn-cs"/>
              </a:rPr>
              <a:t>CEGF</a:t>
            </a: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a:t>
            </a:r>
          </a:p>
          <a:p>
            <a:pPr marL="0" marR="0" lvl="0" indent="0" algn="l" defTabSz="914400" rtl="0" eaLnBrk="0" fontAlgn="base" latinLnBrk="0" hangingPunct="0">
              <a:lnSpc>
                <a:spcPct val="100000"/>
              </a:lnSpc>
              <a:spcBef>
                <a:spcPts val="600"/>
              </a:spcBef>
              <a:spcAft>
                <a:spcPts val="6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P3: (ABD) (CEG) (F)</a:t>
            </a:r>
          </a:p>
          <a:p>
            <a:pPr marL="0" marR="0" lvl="0" indent="0" algn="l" defTabSz="914400" rtl="0" eaLnBrk="0" fontAlgn="base" latinLnBrk="0" hangingPunct="0">
              <a:lnSpc>
                <a:spcPct val="100000"/>
              </a:lnSpc>
              <a:spcBef>
                <a:spcPts val="600"/>
              </a:spcBef>
              <a:spcAft>
                <a:spcPts val="6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P4: (B) (AD) (CEG) (F)</a:t>
            </a:r>
          </a:p>
          <a:p>
            <a:pPr marL="0" marR="0" lvl="0" indent="0" algn="l" defTabSz="914400" rtl="0" eaLnBrk="0" fontAlgn="base" latinLnBrk="0" hangingPunct="0">
              <a:lnSpc>
                <a:spcPct val="100000"/>
              </a:lnSpc>
              <a:spcBef>
                <a:spcPts val="600"/>
              </a:spcBef>
              <a:spcAft>
                <a:spcPts val="6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panose="02020603050405020304" pitchFamily="18" charset="0"/>
                <a:ea typeface="MS PGothic" panose="020B0600070205080204" pitchFamily="34" charset="-128"/>
                <a:cs typeface="+mn-cs"/>
              </a:rPr>
              <a:t>P5: (B) (AD) (CEG) (F)</a:t>
            </a:r>
          </a:p>
        </p:txBody>
      </p:sp>
      <p:sp>
        <p:nvSpPr>
          <p:cNvPr id="3" name="Rectangle 2">
            <a:extLst>
              <a:ext uri="{FF2B5EF4-FFF2-40B4-BE49-F238E27FC236}">
                <a16:creationId xmlns:a16="http://schemas.microsoft.com/office/drawing/2014/main" id="{5D7F545E-251B-4AD7-AF6E-153B855C7935}"/>
              </a:ext>
            </a:extLst>
          </p:cNvPr>
          <p:cNvSpPr/>
          <p:nvPr/>
        </p:nvSpPr>
        <p:spPr>
          <a:xfrm>
            <a:off x="5885969" y="1018936"/>
            <a:ext cx="1952779"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3333CC"/>
                </a:solidFill>
                <a:effectLst/>
                <a:uLnTx/>
                <a:uFillTx/>
                <a:latin typeface="Times" panose="02020603050405020304" pitchFamily="18" charset="0"/>
                <a:ea typeface="MS PGothic" panose="020B0600070205080204" pitchFamily="34" charset="-128"/>
                <a:cs typeface="+mn-cs"/>
              </a:rPr>
              <a:t>Partitioning: </a:t>
            </a: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BCCFBC3D-9C20-46D3-BB14-F94238EB9F26}"/>
                  </a:ext>
                </a:extLst>
              </p14:cNvPr>
              <p14:cNvContentPartPr/>
              <p14:nvPr/>
            </p14:nvContentPartPr>
            <p14:xfrm>
              <a:off x="3207960" y="2057400"/>
              <a:ext cx="1474920" cy="1232280"/>
            </p14:xfrm>
          </p:contentPart>
        </mc:Choice>
        <mc:Fallback>
          <p:pic>
            <p:nvPicPr>
              <p:cNvPr id="4" name="Ink 3">
                <a:extLst>
                  <a:ext uri="{FF2B5EF4-FFF2-40B4-BE49-F238E27FC236}">
                    <a16:creationId xmlns:a16="http://schemas.microsoft.com/office/drawing/2014/main" id="{BCCFBC3D-9C20-46D3-BB14-F94238EB9F26}"/>
                  </a:ext>
                </a:extLst>
              </p:cNvPr>
              <p:cNvPicPr/>
              <p:nvPr/>
            </p:nvPicPr>
            <p:blipFill>
              <a:blip r:embed="rId3"/>
              <a:stretch>
                <a:fillRect/>
              </a:stretch>
            </p:blipFill>
            <p:spPr>
              <a:xfrm>
                <a:off x="3198600" y="2048040"/>
                <a:ext cx="1493640" cy="1251000"/>
              </a:xfrm>
              <a:prstGeom prst="rect">
                <a:avLst/>
              </a:prstGeom>
            </p:spPr>
          </p:pic>
        </mc:Fallback>
      </mc:AlternateContent>
    </p:spTree>
    <p:extLst>
      <p:ext uri="{BB962C8B-B14F-4D97-AF65-F5344CB8AC3E}">
        <p14:creationId xmlns:p14="http://schemas.microsoft.com/office/powerpoint/2010/main" val="220069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819C2CEE-1270-394F-9909-960389D4B0B9}"/>
              </a:ext>
            </a:extLst>
          </p:cNvPr>
          <p:cNvSpPr>
            <a:spLocks noGrp="1" noChangeArrowheads="1"/>
          </p:cNvSpPr>
          <p:nvPr>
            <p:ph type="title"/>
          </p:nvPr>
        </p:nvSpPr>
        <p:spPr>
          <a:xfrm>
            <a:off x="0" y="3048000"/>
            <a:ext cx="9144000" cy="685800"/>
          </a:xfrm>
        </p:spPr>
        <p:txBody>
          <a:bodyPr/>
          <a:lstStyle/>
          <a:p>
            <a:pPr eaLnBrk="1" hangingPunct="1">
              <a:defRPr/>
            </a:pPr>
            <a:r>
              <a:rPr lang="en-US">
                <a:ea typeface="+mj-ea"/>
                <a:cs typeface="+mj-cs"/>
              </a:rPr>
              <a:t>Vending Machine Example</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38C84945-6C53-C64B-9773-AC3CFBDF4463}"/>
              </a:ext>
            </a:extLst>
          </p:cNvPr>
          <p:cNvSpPr>
            <a:spLocks noGrp="1" noChangeArrowheads="1"/>
          </p:cNvSpPr>
          <p:nvPr>
            <p:ph type="title"/>
          </p:nvPr>
        </p:nvSpPr>
        <p:spPr>
          <a:xfrm>
            <a:off x="0" y="0"/>
            <a:ext cx="9144000" cy="990600"/>
          </a:xfrm>
        </p:spPr>
        <p:txBody>
          <a:bodyPr/>
          <a:lstStyle/>
          <a:p>
            <a:pPr eaLnBrk="1" hangingPunct="1">
              <a:defRPr/>
            </a:pPr>
            <a:r>
              <a:rPr lang="en-US">
                <a:ea typeface="+mj-ea"/>
                <a:cs typeface="+mj-cs"/>
              </a:rPr>
              <a:t>Vending Machine Example</a:t>
            </a:r>
          </a:p>
        </p:txBody>
      </p:sp>
      <p:sp>
        <p:nvSpPr>
          <p:cNvPr id="57346" name="Rectangle 2">
            <a:extLst>
              <a:ext uri="{FF2B5EF4-FFF2-40B4-BE49-F238E27FC236}">
                <a16:creationId xmlns:a16="http://schemas.microsoft.com/office/drawing/2014/main" id="{22EE7766-38A2-4763-8FE9-6763BCFD6144}"/>
              </a:ext>
            </a:extLst>
          </p:cNvPr>
          <p:cNvSpPr txBox="1">
            <a:spLocks noChangeArrowheads="1"/>
          </p:cNvSpPr>
          <p:nvPr/>
        </p:nvSpPr>
        <p:spPr bwMode="auto">
          <a:xfrm>
            <a:off x="304800" y="1219200"/>
            <a:ext cx="8534400" cy="342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457200" indent="-457200">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The machine accepts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nickels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and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dimes</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It takes </a:t>
            </a:r>
            <a:r>
              <a:rPr kumimoji="0" lang="en-US" altLang="en-US" sz="24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mn-cs"/>
              </a:rPr>
              <a:t>15 cents for a piece of candy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to be released from the machine</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If </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20 cents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is deposited, the machine will not return the change, but it will </a:t>
            </a:r>
            <a:r>
              <a:rPr kumimoji="0" lang="en-US" altLang="en-US" sz="2400" b="0" i="0" u="none" strike="noStrike" kern="1200" cap="none" spc="0" normalizeH="0" baseline="0" noProof="0" dirty="0">
                <a:ln>
                  <a:noFill/>
                </a:ln>
                <a:solidFill>
                  <a:srgbClr val="0000FF"/>
                </a:solidFill>
                <a:effectLst/>
                <a:uLnTx/>
                <a:uFillTx/>
                <a:latin typeface="Arial" panose="020B0604020202020204" pitchFamily="34" charset="0"/>
                <a:ea typeface="MS PGothic" panose="020B0600070205080204" pitchFamily="34" charset="-128"/>
                <a:cs typeface="+mn-cs"/>
              </a:rPr>
              <a:t>credit</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 the buyer with </a:t>
            </a:r>
            <a:r>
              <a:rPr kumimoji="0" lang="en-US" altLang="en-US" sz="2400" b="0" i="0" u="none" strike="noStrike" kern="1200" cap="none" spc="0" normalizeH="0" baseline="0" noProof="0" dirty="0">
                <a:ln>
                  <a:noFill/>
                </a:ln>
                <a:solidFill>
                  <a:srgbClr val="0000FF"/>
                </a:solidFill>
                <a:effectLst/>
                <a:uLnTx/>
                <a:uFillTx/>
                <a:latin typeface="Arial" panose="020B0604020202020204" pitchFamily="34" charset="0"/>
                <a:ea typeface="MS PGothic" panose="020B0600070205080204" pitchFamily="34" charset="-128"/>
                <a:cs typeface="+mn-cs"/>
              </a:rPr>
              <a:t>5 cents </a:t>
            </a: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rPr>
              <a:t>and wait for the buyer to make a second purchase.</a:t>
            </a:r>
          </a:p>
          <a:p>
            <a:pPr marL="457200" marR="0" lvl="0" indent="-4572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4">
            <a:extLst>
              <a:ext uri="{FF2B5EF4-FFF2-40B4-BE49-F238E27FC236}">
                <a16:creationId xmlns:a16="http://schemas.microsoft.com/office/drawing/2014/main" id="{C2941366-FDAC-4DB2-8D56-D3FF4E5C9096}"/>
              </a:ext>
            </a:extLst>
          </p:cNvPr>
          <p:cNvSpPr>
            <a:spLocks noChangeArrowheads="1"/>
          </p:cNvSpPr>
          <p:nvPr/>
        </p:nvSpPr>
        <p:spPr bwMode="auto">
          <a:xfrm>
            <a:off x="3035300" y="4816475"/>
            <a:ext cx="590550" cy="963613"/>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0" name="Rectangle 5">
            <a:extLst>
              <a:ext uri="{FF2B5EF4-FFF2-40B4-BE49-F238E27FC236}">
                <a16:creationId xmlns:a16="http://schemas.microsoft.com/office/drawing/2014/main" id="{26A4B8DF-B149-4BE3-B0FC-C5E13B0A3B93}"/>
              </a:ext>
            </a:extLst>
          </p:cNvPr>
          <p:cNvSpPr>
            <a:spLocks noChangeArrowheads="1"/>
          </p:cNvSpPr>
          <p:nvPr/>
        </p:nvSpPr>
        <p:spPr bwMode="auto">
          <a:xfrm>
            <a:off x="3087688" y="4979988"/>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1" name="Rectangle 6">
            <a:extLst>
              <a:ext uri="{FF2B5EF4-FFF2-40B4-BE49-F238E27FC236}">
                <a16:creationId xmlns:a16="http://schemas.microsoft.com/office/drawing/2014/main" id="{9E6025FD-6217-45BC-8EFA-A6180FB1838B}"/>
              </a:ext>
            </a:extLst>
          </p:cNvPr>
          <p:cNvSpPr>
            <a:spLocks noChangeArrowheads="1"/>
          </p:cNvSpPr>
          <p:nvPr/>
        </p:nvSpPr>
        <p:spPr bwMode="auto">
          <a:xfrm>
            <a:off x="3438525" y="4973638"/>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2" name="Line 7">
            <a:extLst>
              <a:ext uri="{FF2B5EF4-FFF2-40B4-BE49-F238E27FC236}">
                <a16:creationId xmlns:a16="http://schemas.microsoft.com/office/drawing/2014/main" id="{1CD8FC3F-B991-4B44-AABC-7096F092121C}"/>
              </a:ext>
            </a:extLst>
          </p:cNvPr>
          <p:cNvSpPr>
            <a:spLocks noChangeShapeType="1"/>
          </p:cNvSpPr>
          <p:nvPr/>
        </p:nvSpPr>
        <p:spPr bwMode="auto">
          <a:xfrm flipH="1">
            <a:off x="3457575" y="5441950"/>
            <a:ext cx="84138"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3" name="Freeform 8">
            <a:extLst>
              <a:ext uri="{FF2B5EF4-FFF2-40B4-BE49-F238E27FC236}">
                <a16:creationId xmlns:a16="http://schemas.microsoft.com/office/drawing/2014/main" id="{C237A40C-DEB9-4E85-8FCA-08BAB1681564}"/>
              </a:ext>
            </a:extLst>
          </p:cNvPr>
          <p:cNvSpPr>
            <a:spLocks/>
          </p:cNvSpPr>
          <p:nvPr/>
        </p:nvSpPr>
        <p:spPr bwMode="auto">
          <a:xfrm>
            <a:off x="3035300" y="5475288"/>
            <a:ext cx="117475" cy="119062"/>
          </a:xfrm>
          <a:custGeom>
            <a:avLst/>
            <a:gdLst>
              <a:gd name="T0" fmla="*/ 0 w 149"/>
              <a:gd name="T1" fmla="*/ 2147483646 h 149"/>
              <a:gd name="T2" fmla="*/ 2147483646 w 149"/>
              <a:gd name="T3" fmla="*/ 2147483646 h 149"/>
              <a:gd name="T4" fmla="*/ 0 w 149"/>
              <a:gd name="T5" fmla="*/ 0 h 149"/>
              <a:gd name="T6" fmla="*/ 0 60000 65536"/>
              <a:gd name="T7" fmla="*/ 0 60000 65536"/>
              <a:gd name="T8" fmla="*/ 0 60000 65536"/>
              <a:gd name="T9" fmla="*/ 0 w 149"/>
              <a:gd name="T10" fmla="*/ 0 h 149"/>
              <a:gd name="T11" fmla="*/ 149 w 149"/>
              <a:gd name="T12" fmla="*/ 149 h 149"/>
            </a:gdLst>
            <a:ahLst/>
            <a:cxnLst>
              <a:cxn ang="T6">
                <a:pos x="T0" y="T1"/>
              </a:cxn>
              <a:cxn ang="T7">
                <a:pos x="T2" y="T3"/>
              </a:cxn>
              <a:cxn ang="T8">
                <a:pos x="T4" y="T5"/>
              </a:cxn>
            </a:cxnLst>
            <a:rect l="T9" t="T10" r="T11" b="T12"/>
            <a:pathLst>
              <a:path w="149" h="149">
                <a:moveTo>
                  <a:pt x="0" y="149"/>
                </a:moveTo>
                <a:lnTo>
                  <a:pt x="149" y="85"/>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4" name="Line 13">
            <a:extLst>
              <a:ext uri="{FF2B5EF4-FFF2-40B4-BE49-F238E27FC236}">
                <a16:creationId xmlns:a16="http://schemas.microsoft.com/office/drawing/2014/main" id="{E2D37375-4022-45B3-9473-BCB9D5FC7AD8}"/>
              </a:ext>
            </a:extLst>
          </p:cNvPr>
          <p:cNvSpPr>
            <a:spLocks noChangeShapeType="1"/>
          </p:cNvSpPr>
          <p:nvPr/>
        </p:nvSpPr>
        <p:spPr bwMode="auto">
          <a:xfrm flipH="1">
            <a:off x="5416550" y="4579938"/>
            <a:ext cx="254000"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5" name="Line 14">
            <a:extLst>
              <a:ext uri="{FF2B5EF4-FFF2-40B4-BE49-F238E27FC236}">
                <a16:creationId xmlns:a16="http://schemas.microsoft.com/office/drawing/2014/main" id="{20928F7A-BE4F-45AB-B760-69FE6894E685}"/>
              </a:ext>
            </a:extLst>
          </p:cNvPr>
          <p:cNvSpPr>
            <a:spLocks noChangeShapeType="1"/>
          </p:cNvSpPr>
          <p:nvPr/>
        </p:nvSpPr>
        <p:spPr bwMode="auto">
          <a:xfrm flipH="1">
            <a:off x="5416550" y="4816475"/>
            <a:ext cx="254000" cy="15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6" name="Freeform 16">
            <a:extLst>
              <a:ext uri="{FF2B5EF4-FFF2-40B4-BE49-F238E27FC236}">
                <a16:creationId xmlns:a16="http://schemas.microsoft.com/office/drawing/2014/main" id="{B445AA78-4D8A-4CCA-AAF7-81BEE9B4C381}"/>
              </a:ext>
            </a:extLst>
          </p:cNvPr>
          <p:cNvSpPr>
            <a:spLocks/>
          </p:cNvSpPr>
          <p:nvPr/>
        </p:nvSpPr>
        <p:spPr bwMode="auto">
          <a:xfrm>
            <a:off x="2763838" y="5519738"/>
            <a:ext cx="50800" cy="50800"/>
          </a:xfrm>
          <a:custGeom>
            <a:avLst/>
            <a:gdLst>
              <a:gd name="T0" fmla="*/ 0 w 63"/>
              <a:gd name="T1" fmla="*/ 2147483646 h 63"/>
              <a:gd name="T2" fmla="*/ 0 w 63"/>
              <a:gd name="T3" fmla="*/ 2147483646 h 63"/>
              <a:gd name="T4" fmla="*/ 2147483646 w 63"/>
              <a:gd name="T5" fmla="*/ 2147483646 h 63"/>
              <a:gd name="T6" fmla="*/ 2147483646 w 63"/>
              <a:gd name="T7" fmla="*/ 2147483646 h 63"/>
              <a:gd name="T8" fmla="*/ 2147483646 w 63"/>
              <a:gd name="T9" fmla="*/ 2147483646 h 63"/>
              <a:gd name="T10" fmla="*/ 2147483646 w 63"/>
              <a:gd name="T11" fmla="*/ 2147483646 h 63"/>
              <a:gd name="T12" fmla="*/ 2147483646 w 63"/>
              <a:gd name="T13" fmla="*/ 2147483646 h 63"/>
              <a:gd name="T14" fmla="*/ 2147483646 w 63"/>
              <a:gd name="T15" fmla="*/ 2147483646 h 63"/>
              <a:gd name="T16" fmla="*/ 2147483646 w 63"/>
              <a:gd name="T17" fmla="*/ 2147483646 h 63"/>
              <a:gd name="T18" fmla="*/ 2147483646 w 63"/>
              <a:gd name="T19" fmla="*/ 2147483646 h 63"/>
              <a:gd name="T20" fmla="*/ 2147483646 w 63"/>
              <a:gd name="T21" fmla="*/ 2147483646 h 63"/>
              <a:gd name="T22" fmla="*/ 2147483646 w 63"/>
              <a:gd name="T23" fmla="*/ 0 h 63"/>
              <a:gd name="T24" fmla="*/ 2147483646 w 63"/>
              <a:gd name="T25" fmla="*/ 2147483646 h 63"/>
              <a:gd name="T26" fmla="*/ 2147483646 w 63"/>
              <a:gd name="T27" fmla="*/ 2147483646 h 63"/>
              <a:gd name="T28" fmla="*/ 2147483646 w 63"/>
              <a:gd name="T29" fmla="*/ 2147483646 h 63"/>
              <a:gd name="T30" fmla="*/ 2147483646 w 63"/>
              <a:gd name="T31" fmla="*/ 2147483646 h 63"/>
              <a:gd name="T32" fmla="*/ 2147483646 w 63"/>
              <a:gd name="T33" fmla="*/ 2147483646 h 63"/>
              <a:gd name="T34" fmla="*/ 2147483646 w 63"/>
              <a:gd name="T35" fmla="*/ 2147483646 h 63"/>
              <a:gd name="T36" fmla="*/ 2147483646 w 63"/>
              <a:gd name="T37" fmla="*/ 2147483646 h 63"/>
              <a:gd name="T38" fmla="*/ 2147483646 w 63"/>
              <a:gd name="T39" fmla="*/ 2147483646 h 63"/>
              <a:gd name="T40" fmla="*/ 2147483646 w 63"/>
              <a:gd name="T41" fmla="*/ 2147483646 h 63"/>
              <a:gd name="T42" fmla="*/ 2147483646 w 63"/>
              <a:gd name="T43" fmla="*/ 2147483646 h 63"/>
              <a:gd name="T44" fmla="*/ 2147483646 w 63"/>
              <a:gd name="T45" fmla="*/ 2147483646 h 63"/>
              <a:gd name="T46" fmla="*/ 2147483646 w 63"/>
              <a:gd name="T47" fmla="*/ 2147483646 h 63"/>
              <a:gd name="T48" fmla="*/ 2147483646 w 63"/>
              <a:gd name="T49" fmla="*/ 2147483646 h 63"/>
              <a:gd name="T50" fmla="*/ 2147483646 w 63"/>
              <a:gd name="T51" fmla="*/ 2147483646 h 63"/>
              <a:gd name="T52" fmla="*/ 2147483646 w 63"/>
              <a:gd name="T53" fmla="*/ 2147483646 h 63"/>
              <a:gd name="T54" fmla="*/ 2147483646 w 63"/>
              <a:gd name="T55" fmla="*/ 2147483646 h 63"/>
              <a:gd name="T56" fmla="*/ 2147483646 w 63"/>
              <a:gd name="T57" fmla="*/ 2147483646 h 63"/>
              <a:gd name="T58" fmla="*/ 2147483646 w 63"/>
              <a:gd name="T59" fmla="*/ 2147483646 h 63"/>
              <a:gd name="T60" fmla="*/ 2147483646 w 63"/>
              <a:gd name="T61" fmla="*/ 2147483646 h 63"/>
              <a:gd name="T62" fmla="*/ 2147483646 w 63"/>
              <a:gd name="T63" fmla="*/ 2147483646 h 63"/>
              <a:gd name="T64" fmla="*/ 2147483646 w 63"/>
              <a:gd name="T65" fmla="*/ 2147483646 h 63"/>
              <a:gd name="T66" fmla="*/ 2147483646 w 63"/>
              <a:gd name="T67" fmla="*/ 2147483646 h 63"/>
              <a:gd name="T68" fmla="*/ 2147483646 w 63"/>
              <a:gd name="T69" fmla="*/ 2147483646 h 63"/>
              <a:gd name="T70" fmla="*/ 2147483646 w 63"/>
              <a:gd name="T71" fmla="*/ 2147483646 h 63"/>
              <a:gd name="T72" fmla="*/ 2147483646 w 63"/>
              <a:gd name="T73" fmla="*/ 2147483646 h 63"/>
              <a:gd name="T74" fmla="*/ 2147483646 w 63"/>
              <a:gd name="T75" fmla="*/ 2147483646 h 63"/>
              <a:gd name="T76" fmla="*/ 2147483646 w 63"/>
              <a:gd name="T77" fmla="*/ 2147483646 h 63"/>
              <a:gd name="T78" fmla="*/ 2147483646 w 63"/>
              <a:gd name="T79" fmla="*/ 2147483646 h 63"/>
              <a:gd name="T80" fmla="*/ 2147483646 w 63"/>
              <a:gd name="T81" fmla="*/ 2147483646 h 63"/>
              <a:gd name="T82" fmla="*/ 2147483646 w 63"/>
              <a:gd name="T83" fmla="*/ 2147483646 h 63"/>
              <a:gd name="T84" fmla="*/ 2147483646 w 63"/>
              <a:gd name="T85" fmla="*/ 2147483646 h 63"/>
              <a:gd name="T86" fmla="*/ 2147483646 w 63"/>
              <a:gd name="T87" fmla="*/ 2147483646 h 63"/>
              <a:gd name="T88" fmla="*/ 2147483646 w 63"/>
              <a:gd name="T89" fmla="*/ 2147483646 h 63"/>
              <a:gd name="T90" fmla="*/ 2147483646 w 63"/>
              <a:gd name="T91" fmla="*/ 2147483646 h 63"/>
              <a:gd name="T92" fmla="*/ 2147483646 w 63"/>
              <a:gd name="T93" fmla="*/ 2147483646 h 63"/>
              <a:gd name="T94" fmla="*/ 2147483646 w 63"/>
              <a:gd name="T95" fmla="*/ 2147483646 h 63"/>
              <a:gd name="T96" fmla="*/ 2147483646 w 63"/>
              <a:gd name="T97" fmla="*/ 2147483646 h 63"/>
              <a:gd name="T98" fmla="*/ 2147483646 w 63"/>
              <a:gd name="T99" fmla="*/ 2147483646 h 63"/>
              <a:gd name="T100" fmla="*/ 2147483646 w 63"/>
              <a:gd name="T101" fmla="*/ 2147483646 h 63"/>
              <a:gd name="T102" fmla="*/ 2147483646 w 63"/>
              <a:gd name="T103" fmla="*/ 2147483646 h 63"/>
              <a:gd name="T104" fmla="*/ 2147483646 w 63"/>
              <a:gd name="T105" fmla="*/ 2147483646 h 63"/>
              <a:gd name="T106" fmla="*/ 2147483646 w 63"/>
              <a:gd name="T107" fmla="*/ 2147483646 h 63"/>
              <a:gd name="T108" fmla="*/ 0 w 63"/>
              <a:gd name="T109" fmla="*/ 2147483646 h 63"/>
              <a:gd name="T110" fmla="*/ 0 w 63"/>
              <a:gd name="T111" fmla="*/ 2147483646 h 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
              <a:gd name="T169" fmla="*/ 0 h 63"/>
              <a:gd name="T170" fmla="*/ 63 w 63"/>
              <a:gd name="T171" fmla="*/ 63 h 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 h="63">
                <a:moveTo>
                  <a:pt x="0" y="38"/>
                </a:moveTo>
                <a:lnTo>
                  <a:pt x="0" y="26"/>
                </a:lnTo>
                <a:lnTo>
                  <a:pt x="0" y="24"/>
                </a:lnTo>
                <a:lnTo>
                  <a:pt x="0" y="23"/>
                </a:lnTo>
                <a:lnTo>
                  <a:pt x="0" y="22"/>
                </a:lnTo>
                <a:lnTo>
                  <a:pt x="0" y="21"/>
                </a:lnTo>
                <a:lnTo>
                  <a:pt x="1" y="20"/>
                </a:lnTo>
                <a:lnTo>
                  <a:pt x="1" y="18"/>
                </a:lnTo>
                <a:lnTo>
                  <a:pt x="1" y="17"/>
                </a:lnTo>
                <a:lnTo>
                  <a:pt x="2" y="15"/>
                </a:lnTo>
                <a:lnTo>
                  <a:pt x="2" y="14"/>
                </a:lnTo>
                <a:lnTo>
                  <a:pt x="3" y="13"/>
                </a:lnTo>
                <a:lnTo>
                  <a:pt x="3" y="12"/>
                </a:lnTo>
                <a:lnTo>
                  <a:pt x="4" y="11"/>
                </a:lnTo>
                <a:lnTo>
                  <a:pt x="5" y="10"/>
                </a:lnTo>
                <a:lnTo>
                  <a:pt x="5" y="9"/>
                </a:lnTo>
                <a:lnTo>
                  <a:pt x="6" y="8"/>
                </a:lnTo>
                <a:lnTo>
                  <a:pt x="7" y="8"/>
                </a:lnTo>
                <a:lnTo>
                  <a:pt x="8" y="7"/>
                </a:lnTo>
                <a:lnTo>
                  <a:pt x="9" y="6"/>
                </a:lnTo>
                <a:lnTo>
                  <a:pt x="10" y="5"/>
                </a:lnTo>
                <a:lnTo>
                  <a:pt x="11" y="5"/>
                </a:lnTo>
                <a:lnTo>
                  <a:pt x="12" y="4"/>
                </a:lnTo>
                <a:lnTo>
                  <a:pt x="13" y="3"/>
                </a:lnTo>
                <a:lnTo>
                  <a:pt x="14" y="3"/>
                </a:lnTo>
                <a:lnTo>
                  <a:pt x="15" y="2"/>
                </a:lnTo>
                <a:lnTo>
                  <a:pt x="17" y="2"/>
                </a:lnTo>
                <a:lnTo>
                  <a:pt x="18" y="2"/>
                </a:lnTo>
                <a:lnTo>
                  <a:pt x="19" y="1"/>
                </a:lnTo>
                <a:lnTo>
                  <a:pt x="20" y="1"/>
                </a:lnTo>
                <a:lnTo>
                  <a:pt x="21" y="1"/>
                </a:lnTo>
                <a:lnTo>
                  <a:pt x="23" y="1"/>
                </a:lnTo>
                <a:lnTo>
                  <a:pt x="24" y="1"/>
                </a:lnTo>
                <a:lnTo>
                  <a:pt x="25" y="0"/>
                </a:lnTo>
                <a:lnTo>
                  <a:pt x="38" y="0"/>
                </a:lnTo>
                <a:lnTo>
                  <a:pt x="39" y="1"/>
                </a:lnTo>
                <a:lnTo>
                  <a:pt x="40" y="1"/>
                </a:lnTo>
                <a:lnTo>
                  <a:pt x="41" y="1"/>
                </a:lnTo>
                <a:lnTo>
                  <a:pt x="43" y="1"/>
                </a:lnTo>
                <a:lnTo>
                  <a:pt x="44" y="1"/>
                </a:lnTo>
                <a:lnTo>
                  <a:pt x="45" y="2"/>
                </a:lnTo>
                <a:lnTo>
                  <a:pt x="46" y="2"/>
                </a:lnTo>
                <a:lnTo>
                  <a:pt x="47" y="2"/>
                </a:lnTo>
                <a:lnTo>
                  <a:pt x="48" y="3"/>
                </a:lnTo>
                <a:lnTo>
                  <a:pt x="50" y="3"/>
                </a:lnTo>
                <a:lnTo>
                  <a:pt x="51" y="4"/>
                </a:lnTo>
                <a:lnTo>
                  <a:pt x="52" y="5"/>
                </a:lnTo>
                <a:lnTo>
                  <a:pt x="53" y="5"/>
                </a:lnTo>
                <a:lnTo>
                  <a:pt x="54" y="6"/>
                </a:lnTo>
                <a:lnTo>
                  <a:pt x="55" y="7"/>
                </a:lnTo>
                <a:lnTo>
                  <a:pt x="56" y="8"/>
                </a:lnTo>
                <a:lnTo>
                  <a:pt x="57" y="8"/>
                </a:lnTo>
                <a:lnTo>
                  <a:pt x="57" y="9"/>
                </a:lnTo>
                <a:lnTo>
                  <a:pt x="58" y="10"/>
                </a:lnTo>
                <a:lnTo>
                  <a:pt x="59" y="11"/>
                </a:lnTo>
                <a:lnTo>
                  <a:pt x="59" y="12"/>
                </a:lnTo>
                <a:lnTo>
                  <a:pt x="60" y="13"/>
                </a:lnTo>
                <a:lnTo>
                  <a:pt x="61" y="14"/>
                </a:lnTo>
                <a:lnTo>
                  <a:pt x="61" y="15"/>
                </a:lnTo>
                <a:lnTo>
                  <a:pt x="61" y="17"/>
                </a:lnTo>
                <a:lnTo>
                  <a:pt x="62" y="18"/>
                </a:lnTo>
                <a:lnTo>
                  <a:pt x="62" y="20"/>
                </a:lnTo>
                <a:lnTo>
                  <a:pt x="62" y="21"/>
                </a:lnTo>
                <a:lnTo>
                  <a:pt x="63" y="22"/>
                </a:lnTo>
                <a:lnTo>
                  <a:pt x="63" y="23"/>
                </a:lnTo>
                <a:lnTo>
                  <a:pt x="63" y="24"/>
                </a:lnTo>
                <a:lnTo>
                  <a:pt x="63" y="26"/>
                </a:lnTo>
                <a:lnTo>
                  <a:pt x="63" y="38"/>
                </a:lnTo>
                <a:lnTo>
                  <a:pt x="63" y="40"/>
                </a:lnTo>
                <a:lnTo>
                  <a:pt x="63" y="41"/>
                </a:lnTo>
                <a:lnTo>
                  <a:pt x="63" y="42"/>
                </a:lnTo>
                <a:lnTo>
                  <a:pt x="62" y="43"/>
                </a:lnTo>
                <a:lnTo>
                  <a:pt x="62" y="44"/>
                </a:lnTo>
                <a:lnTo>
                  <a:pt x="62" y="45"/>
                </a:lnTo>
                <a:lnTo>
                  <a:pt x="61" y="47"/>
                </a:lnTo>
                <a:lnTo>
                  <a:pt x="61" y="48"/>
                </a:lnTo>
                <a:lnTo>
                  <a:pt x="61" y="50"/>
                </a:lnTo>
                <a:lnTo>
                  <a:pt x="60" y="51"/>
                </a:lnTo>
                <a:lnTo>
                  <a:pt x="59" y="52"/>
                </a:lnTo>
                <a:lnTo>
                  <a:pt x="59" y="53"/>
                </a:lnTo>
                <a:lnTo>
                  <a:pt x="58" y="54"/>
                </a:lnTo>
                <a:lnTo>
                  <a:pt x="57" y="55"/>
                </a:lnTo>
                <a:lnTo>
                  <a:pt x="57" y="56"/>
                </a:lnTo>
                <a:lnTo>
                  <a:pt x="56" y="56"/>
                </a:lnTo>
                <a:lnTo>
                  <a:pt x="55" y="57"/>
                </a:lnTo>
                <a:lnTo>
                  <a:pt x="54" y="58"/>
                </a:lnTo>
                <a:lnTo>
                  <a:pt x="53" y="59"/>
                </a:lnTo>
                <a:lnTo>
                  <a:pt x="52" y="59"/>
                </a:lnTo>
                <a:lnTo>
                  <a:pt x="51" y="60"/>
                </a:lnTo>
                <a:lnTo>
                  <a:pt x="50" y="61"/>
                </a:lnTo>
                <a:lnTo>
                  <a:pt x="48" y="61"/>
                </a:lnTo>
                <a:lnTo>
                  <a:pt x="47" y="62"/>
                </a:lnTo>
                <a:lnTo>
                  <a:pt x="46" y="62"/>
                </a:lnTo>
                <a:lnTo>
                  <a:pt x="45" y="62"/>
                </a:lnTo>
                <a:lnTo>
                  <a:pt x="44" y="63"/>
                </a:lnTo>
                <a:lnTo>
                  <a:pt x="43" y="63"/>
                </a:lnTo>
                <a:lnTo>
                  <a:pt x="41" y="63"/>
                </a:lnTo>
                <a:lnTo>
                  <a:pt x="40" y="63"/>
                </a:lnTo>
                <a:lnTo>
                  <a:pt x="39" y="63"/>
                </a:lnTo>
                <a:lnTo>
                  <a:pt x="38" y="63"/>
                </a:lnTo>
                <a:lnTo>
                  <a:pt x="25" y="63"/>
                </a:lnTo>
                <a:lnTo>
                  <a:pt x="24" y="63"/>
                </a:lnTo>
                <a:lnTo>
                  <a:pt x="23" y="63"/>
                </a:lnTo>
                <a:lnTo>
                  <a:pt x="21" y="63"/>
                </a:lnTo>
                <a:lnTo>
                  <a:pt x="20" y="63"/>
                </a:lnTo>
                <a:lnTo>
                  <a:pt x="19" y="63"/>
                </a:lnTo>
                <a:lnTo>
                  <a:pt x="18" y="62"/>
                </a:lnTo>
                <a:lnTo>
                  <a:pt x="17" y="62"/>
                </a:lnTo>
                <a:lnTo>
                  <a:pt x="15" y="62"/>
                </a:lnTo>
                <a:lnTo>
                  <a:pt x="14" y="61"/>
                </a:lnTo>
                <a:lnTo>
                  <a:pt x="13" y="61"/>
                </a:lnTo>
                <a:lnTo>
                  <a:pt x="12" y="60"/>
                </a:lnTo>
                <a:lnTo>
                  <a:pt x="11" y="59"/>
                </a:lnTo>
                <a:lnTo>
                  <a:pt x="10" y="59"/>
                </a:lnTo>
                <a:lnTo>
                  <a:pt x="9" y="58"/>
                </a:lnTo>
                <a:lnTo>
                  <a:pt x="8" y="57"/>
                </a:lnTo>
                <a:lnTo>
                  <a:pt x="7" y="56"/>
                </a:lnTo>
                <a:lnTo>
                  <a:pt x="6" y="56"/>
                </a:lnTo>
                <a:lnTo>
                  <a:pt x="5" y="55"/>
                </a:lnTo>
                <a:lnTo>
                  <a:pt x="5" y="54"/>
                </a:lnTo>
                <a:lnTo>
                  <a:pt x="4" y="53"/>
                </a:lnTo>
                <a:lnTo>
                  <a:pt x="3" y="52"/>
                </a:lnTo>
                <a:lnTo>
                  <a:pt x="3" y="51"/>
                </a:lnTo>
                <a:lnTo>
                  <a:pt x="2" y="50"/>
                </a:lnTo>
                <a:lnTo>
                  <a:pt x="2" y="48"/>
                </a:lnTo>
                <a:lnTo>
                  <a:pt x="1" y="47"/>
                </a:lnTo>
                <a:lnTo>
                  <a:pt x="1" y="45"/>
                </a:lnTo>
                <a:lnTo>
                  <a:pt x="1" y="44"/>
                </a:lnTo>
                <a:lnTo>
                  <a:pt x="0" y="43"/>
                </a:lnTo>
                <a:lnTo>
                  <a:pt x="0" y="42"/>
                </a:lnTo>
                <a:lnTo>
                  <a:pt x="0" y="41"/>
                </a:lnTo>
                <a:lnTo>
                  <a:pt x="0" y="40"/>
                </a:lnTo>
                <a:lnTo>
                  <a:pt x="0" y="38"/>
                </a:lnTo>
                <a:close/>
              </a:path>
            </a:pathLst>
          </a:custGeom>
          <a:solidFill>
            <a:srgbClr val="000000"/>
          </a:solidFill>
          <a:ln w="190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7" name="Rectangle 17">
            <a:extLst>
              <a:ext uri="{FF2B5EF4-FFF2-40B4-BE49-F238E27FC236}">
                <a16:creationId xmlns:a16="http://schemas.microsoft.com/office/drawing/2014/main" id="{A02EABE3-F76A-4ECA-A7E8-52A1FA308E4E}"/>
              </a:ext>
            </a:extLst>
          </p:cNvPr>
          <p:cNvSpPr>
            <a:spLocks noChangeArrowheads="1"/>
          </p:cNvSpPr>
          <p:nvPr/>
        </p:nvSpPr>
        <p:spPr bwMode="auto">
          <a:xfrm>
            <a:off x="3440113" y="5457825"/>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8" name="Rectangle 18">
            <a:extLst>
              <a:ext uri="{FF2B5EF4-FFF2-40B4-BE49-F238E27FC236}">
                <a16:creationId xmlns:a16="http://schemas.microsoft.com/office/drawing/2014/main" id="{39B51251-18B8-4654-8436-4D95BB9689B6}"/>
              </a:ext>
            </a:extLst>
          </p:cNvPr>
          <p:cNvSpPr>
            <a:spLocks noChangeArrowheads="1"/>
          </p:cNvSpPr>
          <p:nvPr/>
        </p:nvSpPr>
        <p:spPr bwMode="auto">
          <a:xfrm>
            <a:off x="1981200" y="4929188"/>
            <a:ext cx="4318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sense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79" name="Rectangle 19">
            <a:extLst>
              <a:ext uri="{FF2B5EF4-FFF2-40B4-BE49-F238E27FC236}">
                <a16:creationId xmlns:a16="http://schemas.microsoft.com/office/drawing/2014/main" id="{4010BBE4-EE89-4CC5-8F24-690E2262F167}"/>
              </a:ext>
            </a:extLst>
          </p:cNvPr>
          <p:cNvSpPr>
            <a:spLocks noChangeArrowheads="1"/>
          </p:cNvSpPr>
          <p:nvPr/>
        </p:nvSpPr>
        <p:spPr bwMode="auto">
          <a:xfrm>
            <a:off x="4352925" y="4816475"/>
            <a:ext cx="590550" cy="963613"/>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0" name="Rectangle 20">
            <a:extLst>
              <a:ext uri="{FF2B5EF4-FFF2-40B4-BE49-F238E27FC236}">
                <a16:creationId xmlns:a16="http://schemas.microsoft.com/office/drawing/2014/main" id="{1EA34B1A-5527-4EE7-8BE0-4FD24D23D4A7}"/>
              </a:ext>
            </a:extLst>
          </p:cNvPr>
          <p:cNvSpPr>
            <a:spLocks noChangeArrowheads="1"/>
          </p:cNvSpPr>
          <p:nvPr/>
        </p:nvSpPr>
        <p:spPr bwMode="auto">
          <a:xfrm>
            <a:off x="2416175" y="5024438"/>
            <a:ext cx="1397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1" name="Rectangle 21">
            <a:extLst>
              <a:ext uri="{FF2B5EF4-FFF2-40B4-BE49-F238E27FC236}">
                <a16:creationId xmlns:a16="http://schemas.microsoft.com/office/drawing/2014/main" id="{9D410BAB-C075-4284-A595-BB931BE2A622}"/>
              </a:ext>
            </a:extLst>
          </p:cNvPr>
          <p:cNvSpPr>
            <a:spLocks noChangeArrowheads="1"/>
          </p:cNvSpPr>
          <p:nvPr/>
        </p:nvSpPr>
        <p:spPr bwMode="auto">
          <a:xfrm>
            <a:off x="4405313" y="4979988"/>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2" name="Rectangle 22">
            <a:extLst>
              <a:ext uri="{FF2B5EF4-FFF2-40B4-BE49-F238E27FC236}">
                <a16:creationId xmlns:a16="http://schemas.microsoft.com/office/drawing/2014/main" id="{D78073E8-B0D5-4686-BF05-E7F7E0B71F57}"/>
              </a:ext>
            </a:extLst>
          </p:cNvPr>
          <p:cNvSpPr>
            <a:spLocks noChangeArrowheads="1"/>
          </p:cNvSpPr>
          <p:nvPr/>
        </p:nvSpPr>
        <p:spPr bwMode="auto">
          <a:xfrm>
            <a:off x="4756150" y="4973638"/>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3" name="Line 23">
            <a:extLst>
              <a:ext uri="{FF2B5EF4-FFF2-40B4-BE49-F238E27FC236}">
                <a16:creationId xmlns:a16="http://schemas.microsoft.com/office/drawing/2014/main" id="{F520FB59-6109-4761-97D3-F89189C464E2}"/>
              </a:ext>
            </a:extLst>
          </p:cNvPr>
          <p:cNvSpPr>
            <a:spLocks noChangeShapeType="1"/>
          </p:cNvSpPr>
          <p:nvPr/>
        </p:nvSpPr>
        <p:spPr bwMode="auto">
          <a:xfrm flipH="1">
            <a:off x="4775200" y="5441950"/>
            <a:ext cx="84138"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4" name="Freeform 24">
            <a:extLst>
              <a:ext uri="{FF2B5EF4-FFF2-40B4-BE49-F238E27FC236}">
                <a16:creationId xmlns:a16="http://schemas.microsoft.com/office/drawing/2014/main" id="{1615B027-4502-4D66-AD3C-4F4A5BC7D6B2}"/>
              </a:ext>
            </a:extLst>
          </p:cNvPr>
          <p:cNvSpPr>
            <a:spLocks/>
          </p:cNvSpPr>
          <p:nvPr/>
        </p:nvSpPr>
        <p:spPr bwMode="auto">
          <a:xfrm>
            <a:off x="4352925" y="5475288"/>
            <a:ext cx="117475" cy="119062"/>
          </a:xfrm>
          <a:custGeom>
            <a:avLst/>
            <a:gdLst>
              <a:gd name="T0" fmla="*/ 0 w 149"/>
              <a:gd name="T1" fmla="*/ 2147483646 h 149"/>
              <a:gd name="T2" fmla="*/ 2147483646 w 149"/>
              <a:gd name="T3" fmla="*/ 2147483646 h 149"/>
              <a:gd name="T4" fmla="*/ 0 w 149"/>
              <a:gd name="T5" fmla="*/ 0 h 149"/>
              <a:gd name="T6" fmla="*/ 0 60000 65536"/>
              <a:gd name="T7" fmla="*/ 0 60000 65536"/>
              <a:gd name="T8" fmla="*/ 0 60000 65536"/>
              <a:gd name="T9" fmla="*/ 0 w 149"/>
              <a:gd name="T10" fmla="*/ 0 h 149"/>
              <a:gd name="T11" fmla="*/ 149 w 149"/>
              <a:gd name="T12" fmla="*/ 149 h 149"/>
            </a:gdLst>
            <a:ahLst/>
            <a:cxnLst>
              <a:cxn ang="T6">
                <a:pos x="T0" y="T1"/>
              </a:cxn>
              <a:cxn ang="T7">
                <a:pos x="T2" y="T3"/>
              </a:cxn>
              <a:cxn ang="T8">
                <a:pos x="T4" y="T5"/>
              </a:cxn>
            </a:cxnLst>
            <a:rect l="T9" t="T10" r="T11" b="T12"/>
            <a:pathLst>
              <a:path w="149" h="149">
                <a:moveTo>
                  <a:pt x="0" y="149"/>
                </a:moveTo>
                <a:lnTo>
                  <a:pt x="149" y="85"/>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5" name="Line 25">
            <a:extLst>
              <a:ext uri="{FF2B5EF4-FFF2-40B4-BE49-F238E27FC236}">
                <a16:creationId xmlns:a16="http://schemas.microsoft.com/office/drawing/2014/main" id="{DCE7064E-5CAA-412D-AA91-5E02CF65E142}"/>
              </a:ext>
            </a:extLst>
          </p:cNvPr>
          <p:cNvSpPr>
            <a:spLocks noChangeShapeType="1"/>
          </p:cNvSpPr>
          <p:nvPr/>
        </p:nvSpPr>
        <p:spPr bwMode="auto">
          <a:xfrm>
            <a:off x="2544763" y="5053013"/>
            <a:ext cx="490537"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6" name="Line 26">
            <a:extLst>
              <a:ext uri="{FF2B5EF4-FFF2-40B4-BE49-F238E27FC236}">
                <a16:creationId xmlns:a16="http://schemas.microsoft.com/office/drawing/2014/main" id="{DAF5DCBE-1457-45D5-A047-3BBD23215E06}"/>
              </a:ext>
            </a:extLst>
          </p:cNvPr>
          <p:cNvSpPr>
            <a:spLocks noChangeShapeType="1"/>
          </p:cNvSpPr>
          <p:nvPr/>
        </p:nvSpPr>
        <p:spPr bwMode="auto">
          <a:xfrm>
            <a:off x="2544763" y="5543550"/>
            <a:ext cx="490537" cy="15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7" name="Freeform 27">
            <a:extLst>
              <a:ext uri="{FF2B5EF4-FFF2-40B4-BE49-F238E27FC236}">
                <a16:creationId xmlns:a16="http://schemas.microsoft.com/office/drawing/2014/main" id="{118EE9C0-CDD1-467A-8145-78B8B2D401AC}"/>
              </a:ext>
            </a:extLst>
          </p:cNvPr>
          <p:cNvSpPr>
            <a:spLocks/>
          </p:cNvSpPr>
          <p:nvPr/>
        </p:nvSpPr>
        <p:spPr bwMode="auto">
          <a:xfrm>
            <a:off x="2781300" y="5543550"/>
            <a:ext cx="1571625" cy="473075"/>
          </a:xfrm>
          <a:custGeom>
            <a:avLst/>
            <a:gdLst>
              <a:gd name="T0" fmla="*/ 0 w 1980"/>
              <a:gd name="T1" fmla="*/ 0 h 596"/>
              <a:gd name="T2" fmla="*/ 0 w 1980"/>
              <a:gd name="T3" fmla="*/ 2147483646 h 596"/>
              <a:gd name="T4" fmla="*/ 2147483646 w 1980"/>
              <a:gd name="T5" fmla="*/ 2147483646 h 596"/>
              <a:gd name="T6" fmla="*/ 2147483646 w 1980"/>
              <a:gd name="T7" fmla="*/ 0 h 596"/>
              <a:gd name="T8" fmla="*/ 2147483646 w 1980"/>
              <a:gd name="T9" fmla="*/ 0 h 596"/>
              <a:gd name="T10" fmla="*/ 0 60000 65536"/>
              <a:gd name="T11" fmla="*/ 0 60000 65536"/>
              <a:gd name="T12" fmla="*/ 0 60000 65536"/>
              <a:gd name="T13" fmla="*/ 0 60000 65536"/>
              <a:gd name="T14" fmla="*/ 0 60000 65536"/>
              <a:gd name="T15" fmla="*/ 0 w 1980"/>
              <a:gd name="T16" fmla="*/ 0 h 596"/>
              <a:gd name="T17" fmla="*/ 1980 w 1980"/>
              <a:gd name="T18" fmla="*/ 596 h 596"/>
            </a:gdLst>
            <a:ahLst/>
            <a:cxnLst>
              <a:cxn ang="T10">
                <a:pos x="T0" y="T1"/>
              </a:cxn>
              <a:cxn ang="T11">
                <a:pos x="T2" y="T3"/>
              </a:cxn>
              <a:cxn ang="T12">
                <a:pos x="T4" y="T5"/>
              </a:cxn>
              <a:cxn ang="T13">
                <a:pos x="T6" y="T7"/>
              </a:cxn>
              <a:cxn ang="T14">
                <a:pos x="T8" y="T9"/>
              </a:cxn>
            </a:cxnLst>
            <a:rect l="T15" t="T16" r="T17" b="T18"/>
            <a:pathLst>
              <a:path w="1980" h="596">
                <a:moveTo>
                  <a:pt x="0" y="0"/>
                </a:moveTo>
                <a:lnTo>
                  <a:pt x="0" y="596"/>
                </a:lnTo>
                <a:lnTo>
                  <a:pt x="1511" y="596"/>
                </a:lnTo>
                <a:lnTo>
                  <a:pt x="1511" y="0"/>
                </a:lnTo>
                <a:lnTo>
                  <a:pt x="1980"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8" name="Freeform 28">
            <a:extLst>
              <a:ext uri="{FF2B5EF4-FFF2-40B4-BE49-F238E27FC236}">
                <a16:creationId xmlns:a16="http://schemas.microsoft.com/office/drawing/2014/main" id="{3D5E046E-B71A-4A32-B353-C1E16C3A96A2}"/>
              </a:ext>
            </a:extLst>
          </p:cNvPr>
          <p:cNvSpPr>
            <a:spLocks/>
          </p:cNvSpPr>
          <p:nvPr/>
        </p:nvSpPr>
        <p:spPr bwMode="auto">
          <a:xfrm>
            <a:off x="4943475" y="4816475"/>
            <a:ext cx="473075" cy="727075"/>
          </a:xfrm>
          <a:custGeom>
            <a:avLst/>
            <a:gdLst>
              <a:gd name="T0" fmla="*/ 2147483646 w 596"/>
              <a:gd name="T1" fmla="*/ 0 h 915"/>
              <a:gd name="T2" fmla="*/ 2147483646 w 596"/>
              <a:gd name="T3" fmla="*/ 0 h 915"/>
              <a:gd name="T4" fmla="*/ 2147483646 w 596"/>
              <a:gd name="T5" fmla="*/ 2147483646 h 915"/>
              <a:gd name="T6" fmla="*/ 0 w 596"/>
              <a:gd name="T7" fmla="*/ 2147483646 h 915"/>
              <a:gd name="T8" fmla="*/ 0 60000 65536"/>
              <a:gd name="T9" fmla="*/ 0 60000 65536"/>
              <a:gd name="T10" fmla="*/ 0 60000 65536"/>
              <a:gd name="T11" fmla="*/ 0 60000 65536"/>
              <a:gd name="T12" fmla="*/ 0 w 596"/>
              <a:gd name="T13" fmla="*/ 0 h 915"/>
              <a:gd name="T14" fmla="*/ 596 w 596"/>
              <a:gd name="T15" fmla="*/ 915 h 915"/>
            </a:gdLst>
            <a:ahLst/>
            <a:cxnLst>
              <a:cxn ang="T8">
                <a:pos x="T0" y="T1"/>
              </a:cxn>
              <a:cxn ang="T9">
                <a:pos x="T2" y="T3"/>
              </a:cxn>
              <a:cxn ang="T10">
                <a:pos x="T4" y="T5"/>
              </a:cxn>
              <a:cxn ang="T11">
                <a:pos x="T6" y="T7"/>
              </a:cxn>
            </a:cxnLst>
            <a:rect l="T12" t="T13" r="T14" b="T15"/>
            <a:pathLst>
              <a:path w="596" h="915">
                <a:moveTo>
                  <a:pt x="596" y="0"/>
                </a:moveTo>
                <a:lnTo>
                  <a:pt x="447" y="0"/>
                </a:lnTo>
                <a:lnTo>
                  <a:pt x="447" y="915"/>
                </a:lnTo>
                <a:lnTo>
                  <a:pt x="0" y="915"/>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89" name="Line 29">
            <a:extLst>
              <a:ext uri="{FF2B5EF4-FFF2-40B4-BE49-F238E27FC236}">
                <a16:creationId xmlns:a16="http://schemas.microsoft.com/office/drawing/2014/main" id="{F95A8E3C-5D86-4697-8AA2-21CCD68C5AC1}"/>
              </a:ext>
            </a:extLst>
          </p:cNvPr>
          <p:cNvSpPr>
            <a:spLocks noChangeShapeType="1"/>
          </p:cNvSpPr>
          <p:nvPr/>
        </p:nvSpPr>
        <p:spPr bwMode="auto">
          <a:xfrm flipH="1">
            <a:off x="3625850" y="5053013"/>
            <a:ext cx="727075"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0" name="Freeform 30">
            <a:extLst>
              <a:ext uri="{FF2B5EF4-FFF2-40B4-BE49-F238E27FC236}">
                <a16:creationId xmlns:a16="http://schemas.microsoft.com/office/drawing/2014/main" id="{2D8C0309-4665-46D2-ADFD-8807DEA615ED}"/>
              </a:ext>
            </a:extLst>
          </p:cNvPr>
          <p:cNvSpPr>
            <a:spLocks/>
          </p:cNvSpPr>
          <p:nvPr/>
        </p:nvSpPr>
        <p:spPr bwMode="auto">
          <a:xfrm>
            <a:off x="3981450" y="4579938"/>
            <a:ext cx="1435100" cy="473075"/>
          </a:xfrm>
          <a:custGeom>
            <a:avLst/>
            <a:gdLst>
              <a:gd name="T0" fmla="*/ 2147483646 w 1810"/>
              <a:gd name="T1" fmla="*/ 0 h 596"/>
              <a:gd name="T2" fmla="*/ 0 w 1810"/>
              <a:gd name="T3" fmla="*/ 0 h 596"/>
              <a:gd name="T4" fmla="*/ 0 w 1810"/>
              <a:gd name="T5" fmla="*/ 2147483646 h 596"/>
              <a:gd name="T6" fmla="*/ 0 60000 65536"/>
              <a:gd name="T7" fmla="*/ 0 60000 65536"/>
              <a:gd name="T8" fmla="*/ 0 60000 65536"/>
              <a:gd name="T9" fmla="*/ 0 w 1810"/>
              <a:gd name="T10" fmla="*/ 0 h 596"/>
              <a:gd name="T11" fmla="*/ 1810 w 1810"/>
              <a:gd name="T12" fmla="*/ 596 h 596"/>
            </a:gdLst>
            <a:ahLst/>
            <a:cxnLst>
              <a:cxn ang="T6">
                <a:pos x="T0" y="T1"/>
              </a:cxn>
              <a:cxn ang="T7">
                <a:pos x="T2" y="T3"/>
              </a:cxn>
              <a:cxn ang="T8">
                <a:pos x="T4" y="T5"/>
              </a:cxn>
            </a:cxnLst>
            <a:rect l="T9" t="T10" r="T11" b="T12"/>
            <a:pathLst>
              <a:path w="1810" h="596">
                <a:moveTo>
                  <a:pt x="1810" y="0"/>
                </a:moveTo>
                <a:lnTo>
                  <a:pt x="0" y="0"/>
                </a:lnTo>
                <a:lnTo>
                  <a:pt x="0" y="596"/>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1" name="Line 31">
            <a:extLst>
              <a:ext uri="{FF2B5EF4-FFF2-40B4-BE49-F238E27FC236}">
                <a16:creationId xmlns:a16="http://schemas.microsoft.com/office/drawing/2014/main" id="{5A3C9AD7-4C58-43D1-8A78-A67F77F5B6CA}"/>
              </a:ext>
            </a:extLst>
          </p:cNvPr>
          <p:cNvSpPr>
            <a:spLocks noChangeShapeType="1"/>
          </p:cNvSpPr>
          <p:nvPr/>
        </p:nvSpPr>
        <p:spPr bwMode="auto">
          <a:xfrm flipH="1">
            <a:off x="6135688" y="4694238"/>
            <a:ext cx="481012"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2" name="Freeform 32">
            <a:extLst>
              <a:ext uri="{FF2B5EF4-FFF2-40B4-BE49-F238E27FC236}">
                <a16:creationId xmlns:a16="http://schemas.microsoft.com/office/drawing/2014/main" id="{D8C0F9C8-BB45-44DA-858C-FFCFCE9FC8F1}"/>
              </a:ext>
            </a:extLst>
          </p:cNvPr>
          <p:cNvSpPr>
            <a:spLocks/>
          </p:cNvSpPr>
          <p:nvPr/>
        </p:nvSpPr>
        <p:spPr bwMode="auto">
          <a:xfrm>
            <a:off x="3963988" y="5037138"/>
            <a:ext cx="33337" cy="33337"/>
          </a:xfrm>
          <a:custGeom>
            <a:avLst/>
            <a:gdLst>
              <a:gd name="T0" fmla="*/ 0 w 42"/>
              <a:gd name="T1" fmla="*/ 2147483646 h 43"/>
              <a:gd name="T2" fmla="*/ 0 w 42"/>
              <a:gd name="T3" fmla="*/ 2147483646 h 43"/>
              <a:gd name="T4" fmla="*/ 2147483646 w 42"/>
              <a:gd name="T5" fmla="*/ 2147483646 h 43"/>
              <a:gd name="T6" fmla="*/ 2147483646 w 42"/>
              <a:gd name="T7" fmla="*/ 2147483646 h 43"/>
              <a:gd name="T8" fmla="*/ 2147483646 w 42"/>
              <a:gd name="T9" fmla="*/ 2147483646 h 43"/>
              <a:gd name="T10" fmla="*/ 2147483646 w 42"/>
              <a:gd name="T11" fmla="*/ 2147483646 h 43"/>
              <a:gd name="T12" fmla="*/ 2147483646 w 42"/>
              <a:gd name="T13" fmla="*/ 2147483646 h 43"/>
              <a:gd name="T14" fmla="*/ 2147483646 w 42"/>
              <a:gd name="T15" fmla="*/ 2147483646 h 43"/>
              <a:gd name="T16" fmla="*/ 2147483646 w 42"/>
              <a:gd name="T17" fmla="*/ 2147483646 h 43"/>
              <a:gd name="T18" fmla="*/ 2147483646 w 42"/>
              <a:gd name="T19" fmla="*/ 2147483646 h 43"/>
              <a:gd name="T20" fmla="*/ 2147483646 w 42"/>
              <a:gd name="T21" fmla="*/ 2147483646 h 43"/>
              <a:gd name="T22" fmla="*/ 2147483646 w 42"/>
              <a:gd name="T23" fmla="*/ 0 h 43"/>
              <a:gd name="T24" fmla="*/ 2147483646 w 42"/>
              <a:gd name="T25" fmla="*/ 2147483646 h 43"/>
              <a:gd name="T26" fmla="*/ 2147483646 w 42"/>
              <a:gd name="T27" fmla="*/ 2147483646 h 43"/>
              <a:gd name="T28" fmla="*/ 2147483646 w 42"/>
              <a:gd name="T29" fmla="*/ 2147483646 h 43"/>
              <a:gd name="T30" fmla="*/ 2147483646 w 42"/>
              <a:gd name="T31" fmla="*/ 2147483646 h 43"/>
              <a:gd name="T32" fmla="*/ 2147483646 w 42"/>
              <a:gd name="T33" fmla="*/ 2147483646 h 43"/>
              <a:gd name="T34" fmla="*/ 2147483646 w 42"/>
              <a:gd name="T35" fmla="*/ 2147483646 h 43"/>
              <a:gd name="T36" fmla="*/ 2147483646 w 42"/>
              <a:gd name="T37" fmla="*/ 2147483646 h 43"/>
              <a:gd name="T38" fmla="*/ 2147483646 w 42"/>
              <a:gd name="T39" fmla="*/ 2147483646 h 43"/>
              <a:gd name="T40" fmla="*/ 2147483646 w 42"/>
              <a:gd name="T41" fmla="*/ 2147483646 h 43"/>
              <a:gd name="T42" fmla="*/ 2147483646 w 42"/>
              <a:gd name="T43" fmla="*/ 2147483646 h 43"/>
              <a:gd name="T44" fmla="*/ 2147483646 w 42"/>
              <a:gd name="T45" fmla="*/ 2147483646 h 43"/>
              <a:gd name="T46" fmla="*/ 2147483646 w 42"/>
              <a:gd name="T47" fmla="*/ 2147483646 h 43"/>
              <a:gd name="T48" fmla="*/ 2147483646 w 42"/>
              <a:gd name="T49" fmla="*/ 2147483646 h 43"/>
              <a:gd name="T50" fmla="*/ 2147483646 w 42"/>
              <a:gd name="T51" fmla="*/ 2147483646 h 43"/>
              <a:gd name="T52" fmla="*/ 2147483646 w 42"/>
              <a:gd name="T53" fmla="*/ 2147483646 h 43"/>
              <a:gd name="T54" fmla="*/ 2147483646 w 42"/>
              <a:gd name="T55" fmla="*/ 2147483646 h 43"/>
              <a:gd name="T56" fmla="*/ 2147483646 w 42"/>
              <a:gd name="T57" fmla="*/ 2147483646 h 43"/>
              <a:gd name="T58" fmla="*/ 2147483646 w 42"/>
              <a:gd name="T59" fmla="*/ 2147483646 h 43"/>
              <a:gd name="T60" fmla="*/ 2147483646 w 42"/>
              <a:gd name="T61" fmla="*/ 2147483646 h 43"/>
              <a:gd name="T62" fmla="*/ 2147483646 w 42"/>
              <a:gd name="T63" fmla="*/ 2147483646 h 43"/>
              <a:gd name="T64" fmla="*/ 2147483646 w 42"/>
              <a:gd name="T65" fmla="*/ 2147483646 h 43"/>
              <a:gd name="T66" fmla="*/ 2147483646 w 42"/>
              <a:gd name="T67" fmla="*/ 2147483646 h 43"/>
              <a:gd name="T68" fmla="*/ 2147483646 w 42"/>
              <a:gd name="T69" fmla="*/ 2147483646 h 43"/>
              <a:gd name="T70" fmla="*/ 2147483646 w 42"/>
              <a:gd name="T71" fmla="*/ 2147483646 h 43"/>
              <a:gd name="T72" fmla="*/ 2147483646 w 42"/>
              <a:gd name="T73" fmla="*/ 2147483646 h 43"/>
              <a:gd name="T74" fmla="*/ 2147483646 w 42"/>
              <a:gd name="T75" fmla="*/ 2147483646 h 43"/>
              <a:gd name="T76" fmla="*/ 2147483646 w 42"/>
              <a:gd name="T77" fmla="*/ 2147483646 h 43"/>
              <a:gd name="T78" fmla="*/ 2147483646 w 42"/>
              <a:gd name="T79" fmla="*/ 2147483646 h 43"/>
              <a:gd name="T80" fmla="*/ 2147483646 w 42"/>
              <a:gd name="T81" fmla="*/ 2147483646 h 43"/>
              <a:gd name="T82" fmla="*/ 2147483646 w 42"/>
              <a:gd name="T83" fmla="*/ 2147483646 h 43"/>
              <a:gd name="T84" fmla="*/ 2147483646 w 42"/>
              <a:gd name="T85" fmla="*/ 2147483646 h 43"/>
              <a:gd name="T86" fmla="*/ 2147483646 w 42"/>
              <a:gd name="T87" fmla="*/ 2147483646 h 43"/>
              <a:gd name="T88" fmla="*/ 2147483646 w 42"/>
              <a:gd name="T89" fmla="*/ 2147483646 h 43"/>
              <a:gd name="T90" fmla="*/ 2147483646 w 42"/>
              <a:gd name="T91" fmla="*/ 2147483646 h 43"/>
              <a:gd name="T92" fmla="*/ 2147483646 w 42"/>
              <a:gd name="T93" fmla="*/ 2147483646 h 43"/>
              <a:gd name="T94" fmla="*/ 2147483646 w 42"/>
              <a:gd name="T95" fmla="*/ 2147483646 h 43"/>
              <a:gd name="T96" fmla="*/ 2147483646 w 42"/>
              <a:gd name="T97" fmla="*/ 2147483646 h 43"/>
              <a:gd name="T98" fmla="*/ 2147483646 w 42"/>
              <a:gd name="T99" fmla="*/ 2147483646 h 43"/>
              <a:gd name="T100" fmla="*/ 2147483646 w 42"/>
              <a:gd name="T101" fmla="*/ 2147483646 h 43"/>
              <a:gd name="T102" fmla="*/ 2147483646 w 42"/>
              <a:gd name="T103" fmla="*/ 2147483646 h 43"/>
              <a:gd name="T104" fmla="*/ 2147483646 w 42"/>
              <a:gd name="T105" fmla="*/ 2147483646 h 43"/>
              <a:gd name="T106" fmla="*/ 2147483646 w 42"/>
              <a:gd name="T107" fmla="*/ 2147483646 h 43"/>
              <a:gd name="T108" fmla="*/ 0 w 42"/>
              <a:gd name="T109" fmla="*/ 2147483646 h 43"/>
              <a:gd name="T110" fmla="*/ 0 w 42"/>
              <a:gd name="T111" fmla="*/ 2147483646 h 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
              <a:gd name="T169" fmla="*/ 0 h 43"/>
              <a:gd name="T170" fmla="*/ 42 w 42"/>
              <a:gd name="T171" fmla="*/ 43 h 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 h="43">
                <a:moveTo>
                  <a:pt x="0" y="17"/>
                </a:moveTo>
                <a:lnTo>
                  <a:pt x="0" y="27"/>
                </a:lnTo>
                <a:lnTo>
                  <a:pt x="0" y="25"/>
                </a:lnTo>
                <a:lnTo>
                  <a:pt x="0" y="24"/>
                </a:lnTo>
                <a:lnTo>
                  <a:pt x="0" y="23"/>
                </a:lnTo>
                <a:lnTo>
                  <a:pt x="0" y="22"/>
                </a:lnTo>
                <a:lnTo>
                  <a:pt x="1" y="21"/>
                </a:lnTo>
                <a:lnTo>
                  <a:pt x="1" y="18"/>
                </a:lnTo>
                <a:lnTo>
                  <a:pt x="1" y="17"/>
                </a:lnTo>
                <a:lnTo>
                  <a:pt x="2" y="16"/>
                </a:lnTo>
                <a:lnTo>
                  <a:pt x="2" y="15"/>
                </a:lnTo>
                <a:lnTo>
                  <a:pt x="3" y="14"/>
                </a:lnTo>
                <a:lnTo>
                  <a:pt x="3" y="13"/>
                </a:lnTo>
                <a:lnTo>
                  <a:pt x="4" y="12"/>
                </a:lnTo>
                <a:lnTo>
                  <a:pt x="5" y="11"/>
                </a:lnTo>
                <a:lnTo>
                  <a:pt x="5" y="10"/>
                </a:lnTo>
                <a:lnTo>
                  <a:pt x="6" y="9"/>
                </a:lnTo>
                <a:lnTo>
                  <a:pt x="7" y="9"/>
                </a:lnTo>
                <a:lnTo>
                  <a:pt x="8" y="8"/>
                </a:lnTo>
                <a:lnTo>
                  <a:pt x="9" y="7"/>
                </a:lnTo>
                <a:lnTo>
                  <a:pt x="11" y="6"/>
                </a:lnTo>
                <a:lnTo>
                  <a:pt x="12" y="6"/>
                </a:lnTo>
                <a:lnTo>
                  <a:pt x="13" y="5"/>
                </a:lnTo>
                <a:lnTo>
                  <a:pt x="14" y="4"/>
                </a:lnTo>
                <a:lnTo>
                  <a:pt x="15" y="4"/>
                </a:lnTo>
                <a:lnTo>
                  <a:pt x="16" y="2"/>
                </a:lnTo>
                <a:lnTo>
                  <a:pt x="17" y="2"/>
                </a:lnTo>
                <a:lnTo>
                  <a:pt x="18" y="2"/>
                </a:lnTo>
                <a:lnTo>
                  <a:pt x="19" y="1"/>
                </a:lnTo>
                <a:lnTo>
                  <a:pt x="20" y="1"/>
                </a:lnTo>
                <a:lnTo>
                  <a:pt x="21" y="1"/>
                </a:lnTo>
                <a:lnTo>
                  <a:pt x="23" y="1"/>
                </a:lnTo>
                <a:lnTo>
                  <a:pt x="24" y="1"/>
                </a:lnTo>
                <a:lnTo>
                  <a:pt x="25" y="0"/>
                </a:lnTo>
                <a:lnTo>
                  <a:pt x="17" y="0"/>
                </a:lnTo>
                <a:lnTo>
                  <a:pt x="18" y="1"/>
                </a:lnTo>
                <a:lnTo>
                  <a:pt x="19" y="1"/>
                </a:lnTo>
                <a:lnTo>
                  <a:pt x="20" y="1"/>
                </a:lnTo>
                <a:lnTo>
                  <a:pt x="22" y="1"/>
                </a:lnTo>
                <a:lnTo>
                  <a:pt x="23" y="1"/>
                </a:lnTo>
                <a:lnTo>
                  <a:pt x="24" y="2"/>
                </a:lnTo>
                <a:lnTo>
                  <a:pt x="25" y="2"/>
                </a:lnTo>
                <a:lnTo>
                  <a:pt x="27" y="2"/>
                </a:lnTo>
                <a:lnTo>
                  <a:pt x="28" y="4"/>
                </a:lnTo>
                <a:lnTo>
                  <a:pt x="29" y="4"/>
                </a:lnTo>
                <a:lnTo>
                  <a:pt x="30" y="5"/>
                </a:lnTo>
                <a:lnTo>
                  <a:pt x="31" y="6"/>
                </a:lnTo>
                <a:lnTo>
                  <a:pt x="32" y="6"/>
                </a:lnTo>
                <a:lnTo>
                  <a:pt x="33" y="7"/>
                </a:lnTo>
                <a:lnTo>
                  <a:pt x="34" y="8"/>
                </a:lnTo>
                <a:lnTo>
                  <a:pt x="35" y="9"/>
                </a:lnTo>
                <a:lnTo>
                  <a:pt x="36" y="9"/>
                </a:lnTo>
                <a:lnTo>
                  <a:pt x="36" y="10"/>
                </a:lnTo>
                <a:lnTo>
                  <a:pt x="37" y="11"/>
                </a:lnTo>
                <a:lnTo>
                  <a:pt x="38" y="12"/>
                </a:lnTo>
                <a:lnTo>
                  <a:pt x="38" y="13"/>
                </a:lnTo>
                <a:lnTo>
                  <a:pt x="39" y="14"/>
                </a:lnTo>
                <a:lnTo>
                  <a:pt x="40" y="15"/>
                </a:lnTo>
                <a:lnTo>
                  <a:pt x="40" y="16"/>
                </a:lnTo>
                <a:lnTo>
                  <a:pt x="40" y="17"/>
                </a:lnTo>
                <a:lnTo>
                  <a:pt x="41" y="18"/>
                </a:lnTo>
                <a:lnTo>
                  <a:pt x="41" y="21"/>
                </a:lnTo>
                <a:lnTo>
                  <a:pt x="41" y="22"/>
                </a:lnTo>
                <a:lnTo>
                  <a:pt x="42" y="23"/>
                </a:lnTo>
                <a:lnTo>
                  <a:pt x="42" y="24"/>
                </a:lnTo>
                <a:lnTo>
                  <a:pt x="42" y="25"/>
                </a:lnTo>
                <a:lnTo>
                  <a:pt x="42" y="27"/>
                </a:lnTo>
                <a:lnTo>
                  <a:pt x="42" y="17"/>
                </a:lnTo>
                <a:lnTo>
                  <a:pt x="42" y="20"/>
                </a:lnTo>
                <a:lnTo>
                  <a:pt x="42" y="21"/>
                </a:lnTo>
                <a:lnTo>
                  <a:pt x="42" y="22"/>
                </a:lnTo>
                <a:lnTo>
                  <a:pt x="41" y="23"/>
                </a:lnTo>
                <a:lnTo>
                  <a:pt x="41" y="24"/>
                </a:lnTo>
                <a:lnTo>
                  <a:pt x="41" y="25"/>
                </a:lnTo>
                <a:lnTo>
                  <a:pt x="40" y="27"/>
                </a:lnTo>
                <a:lnTo>
                  <a:pt x="40" y="28"/>
                </a:lnTo>
                <a:lnTo>
                  <a:pt x="40" y="29"/>
                </a:lnTo>
                <a:lnTo>
                  <a:pt x="39" y="30"/>
                </a:lnTo>
                <a:lnTo>
                  <a:pt x="38" y="31"/>
                </a:lnTo>
                <a:lnTo>
                  <a:pt x="38" y="32"/>
                </a:lnTo>
                <a:lnTo>
                  <a:pt x="37" y="33"/>
                </a:lnTo>
                <a:lnTo>
                  <a:pt x="36" y="34"/>
                </a:lnTo>
                <a:lnTo>
                  <a:pt x="36" y="35"/>
                </a:lnTo>
                <a:lnTo>
                  <a:pt x="35" y="35"/>
                </a:lnTo>
                <a:lnTo>
                  <a:pt x="34" y="37"/>
                </a:lnTo>
                <a:lnTo>
                  <a:pt x="33" y="38"/>
                </a:lnTo>
                <a:lnTo>
                  <a:pt x="32" y="39"/>
                </a:lnTo>
                <a:lnTo>
                  <a:pt x="31" y="39"/>
                </a:lnTo>
                <a:lnTo>
                  <a:pt x="30" y="40"/>
                </a:lnTo>
                <a:lnTo>
                  <a:pt x="29" y="41"/>
                </a:lnTo>
                <a:lnTo>
                  <a:pt x="28" y="41"/>
                </a:lnTo>
                <a:lnTo>
                  <a:pt x="27" y="42"/>
                </a:lnTo>
                <a:lnTo>
                  <a:pt x="25" y="42"/>
                </a:lnTo>
                <a:lnTo>
                  <a:pt x="24" y="42"/>
                </a:lnTo>
                <a:lnTo>
                  <a:pt x="23" y="43"/>
                </a:lnTo>
                <a:lnTo>
                  <a:pt x="22" y="43"/>
                </a:lnTo>
                <a:lnTo>
                  <a:pt x="20" y="43"/>
                </a:lnTo>
                <a:lnTo>
                  <a:pt x="19" y="43"/>
                </a:lnTo>
                <a:lnTo>
                  <a:pt x="18" y="43"/>
                </a:lnTo>
                <a:lnTo>
                  <a:pt x="17" y="43"/>
                </a:lnTo>
                <a:lnTo>
                  <a:pt x="25" y="43"/>
                </a:lnTo>
                <a:lnTo>
                  <a:pt x="24" y="43"/>
                </a:lnTo>
                <a:lnTo>
                  <a:pt x="23" y="43"/>
                </a:lnTo>
                <a:lnTo>
                  <a:pt x="21" y="43"/>
                </a:lnTo>
                <a:lnTo>
                  <a:pt x="20" y="43"/>
                </a:lnTo>
                <a:lnTo>
                  <a:pt x="19" y="43"/>
                </a:lnTo>
                <a:lnTo>
                  <a:pt x="18" y="42"/>
                </a:lnTo>
                <a:lnTo>
                  <a:pt x="17" y="42"/>
                </a:lnTo>
                <a:lnTo>
                  <a:pt x="16" y="42"/>
                </a:lnTo>
                <a:lnTo>
                  <a:pt x="15" y="41"/>
                </a:lnTo>
                <a:lnTo>
                  <a:pt x="14" y="41"/>
                </a:lnTo>
                <a:lnTo>
                  <a:pt x="13" y="40"/>
                </a:lnTo>
                <a:lnTo>
                  <a:pt x="12" y="39"/>
                </a:lnTo>
                <a:lnTo>
                  <a:pt x="11" y="39"/>
                </a:lnTo>
                <a:lnTo>
                  <a:pt x="9" y="38"/>
                </a:lnTo>
                <a:lnTo>
                  <a:pt x="8" y="37"/>
                </a:lnTo>
                <a:lnTo>
                  <a:pt x="7" y="35"/>
                </a:lnTo>
                <a:lnTo>
                  <a:pt x="6" y="35"/>
                </a:lnTo>
                <a:lnTo>
                  <a:pt x="5" y="34"/>
                </a:lnTo>
                <a:lnTo>
                  <a:pt x="5" y="33"/>
                </a:lnTo>
                <a:lnTo>
                  <a:pt x="4" y="32"/>
                </a:lnTo>
                <a:lnTo>
                  <a:pt x="3" y="31"/>
                </a:lnTo>
                <a:lnTo>
                  <a:pt x="3" y="30"/>
                </a:lnTo>
                <a:lnTo>
                  <a:pt x="2" y="29"/>
                </a:lnTo>
                <a:lnTo>
                  <a:pt x="2" y="28"/>
                </a:lnTo>
                <a:lnTo>
                  <a:pt x="1" y="27"/>
                </a:lnTo>
                <a:lnTo>
                  <a:pt x="1" y="25"/>
                </a:lnTo>
                <a:lnTo>
                  <a:pt x="1" y="24"/>
                </a:lnTo>
                <a:lnTo>
                  <a:pt x="0" y="23"/>
                </a:lnTo>
                <a:lnTo>
                  <a:pt x="0" y="22"/>
                </a:lnTo>
                <a:lnTo>
                  <a:pt x="0" y="21"/>
                </a:lnTo>
                <a:lnTo>
                  <a:pt x="0" y="20"/>
                </a:lnTo>
                <a:lnTo>
                  <a:pt x="0" y="17"/>
                </a:lnTo>
                <a:close/>
              </a:path>
            </a:pathLst>
          </a:custGeom>
          <a:solidFill>
            <a:srgbClr val="000000"/>
          </a:solidFill>
          <a:ln w="158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3" name="Rectangle 33">
            <a:extLst>
              <a:ext uri="{FF2B5EF4-FFF2-40B4-BE49-F238E27FC236}">
                <a16:creationId xmlns:a16="http://schemas.microsoft.com/office/drawing/2014/main" id="{5FAB67DB-0F0B-4F1D-87B2-34CD61FF82EF}"/>
              </a:ext>
            </a:extLst>
          </p:cNvPr>
          <p:cNvSpPr>
            <a:spLocks noChangeArrowheads="1"/>
          </p:cNvSpPr>
          <p:nvPr/>
        </p:nvSpPr>
        <p:spPr bwMode="auto">
          <a:xfrm>
            <a:off x="4757738" y="5457825"/>
            <a:ext cx="173037"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Q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4" name="Rectangle 34">
            <a:extLst>
              <a:ext uri="{FF2B5EF4-FFF2-40B4-BE49-F238E27FC236}">
                <a16:creationId xmlns:a16="http://schemas.microsoft.com/office/drawing/2014/main" id="{21E36DF7-EBAD-4EE9-B79B-D4D68035C391}"/>
              </a:ext>
            </a:extLst>
          </p:cNvPr>
          <p:cNvSpPr>
            <a:spLocks noChangeArrowheads="1"/>
          </p:cNvSpPr>
          <p:nvPr/>
        </p:nvSpPr>
        <p:spPr bwMode="auto">
          <a:xfrm>
            <a:off x="2078038" y="5418138"/>
            <a:ext cx="4603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5" name="Freeform 35">
            <a:extLst>
              <a:ext uri="{FF2B5EF4-FFF2-40B4-BE49-F238E27FC236}">
                <a16:creationId xmlns:a16="http://schemas.microsoft.com/office/drawing/2014/main" id="{C8C20EE5-6955-49D1-B929-902471788B0F}"/>
              </a:ext>
            </a:extLst>
          </p:cNvPr>
          <p:cNvSpPr>
            <a:spLocks/>
          </p:cNvSpPr>
          <p:nvPr/>
        </p:nvSpPr>
        <p:spPr bwMode="auto">
          <a:xfrm>
            <a:off x="1835150" y="1219200"/>
            <a:ext cx="1436688" cy="287338"/>
          </a:xfrm>
          <a:custGeom>
            <a:avLst/>
            <a:gdLst>
              <a:gd name="T0" fmla="*/ 2147483646 w 1809"/>
              <a:gd name="T1" fmla="*/ 2147483646 h 362"/>
              <a:gd name="T2" fmla="*/ 2147483646 w 1809"/>
              <a:gd name="T3" fmla="*/ 0 h 362"/>
              <a:gd name="T4" fmla="*/ 2147483646 w 1809"/>
              <a:gd name="T5" fmla="*/ 0 h 362"/>
              <a:gd name="T6" fmla="*/ 2147483646 w 1809"/>
              <a:gd name="T7" fmla="*/ 2147483646 h 362"/>
              <a:gd name="T8" fmla="*/ 2147483646 w 1809"/>
              <a:gd name="T9" fmla="*/ 2147483646 h 362"/>
              <a:gd name="T10" fmla="*/ 2147483646 w 1809"/>
              <a:gd name="T11" fmla="*/ 0 h 362"/>
              <a:gd name="T12" fmla="*/ 2147483646 w 1809"/>
              <a:gd name="T13" fmla="*/ 0 h 362"/>
              <a:gd name="T14" fmla="*/ 2147483646 w 1809"/>
              <a:gd name="T15" fmla="*/ 2147483646 h 362"/>
              <a:gd name="T16" fmla="*/ 2147483646 w 1809"/>
              <a:gd name="T17" fmla="*/ 2147483646 h 362"/>
              <a:gd name="T18" fmla="*/ 2147483646 w 1809"/>
              <a:gd name="T19" fmla="*/ 0 h 362"/>
              <a:gd name="T20" fmla="*/ 2147483646 w 1809"/>
              <a:gd name="T21" fmla="*/ 0 h 362"/>
              <a:gd name="T22" fmla="*/ 2147483646 w 1809"/>
              <a:gd name="T23" fmla="*/ 2147483646 h 362"/>
              <a:gd name="T24" fmla="*/ 0 w 1809"/>
              <a:gd name="T25" fmla="*/ 2147483646 h 3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09"/>
              <a:gd name="T40" fmla="*/ 0 h 362"/>
              <a:gd name="T41" fmla="*/ 1809 w 1809"/>
              <a:gd name="T42" fmla="*/ 362 h 3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09" h="362">
                <a:moveTo>
                  <a:pt x="1809" y="362"/>
                </a:moveTo>
                <a:lnTo>
                  <a:pt x="1809" y="0"/>
                </a:lnTo>
                <a:lnTo>
                  <a:pt x="1511" y="0"/>
                </a:lnTo>
                <a:lnTo>
                  <a:pt x="1511" y="362"/>
                </a:lnTo>
                <a:lnTo>
                  <a:pt x="1192" y="362"/>
                </a:lnTo>
                <a:lnTo>
                  <a:pt x="1192" y="0"/>
                </a:lnTo>
                <a:lnTo>
                  <a:pt x="894" y="0"/>
                </a:lnTo>
                <a:lnTo>
                  <a:pt x="894" y="362"/>
                </a:lnTo>
                <a:lnTo>
                  <a:pt x="596" y="362"/>
                </a:lnTo>
                <a:lnTo>
                  <a:pt x="596" y="0"/>
                </a:lnTo>
                <a:lnTo>
                  <a:pt x="298" y="0"/>
                </a:lnTo>
                <a:lnTo>
                  <a:pt x="298" y="362"/>
                </a:lnTo>
                <a:lnTo>
                  <a:pt x="0" y="362"/>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6" name="Line 36">
            <a:extLst>
              <a:ext uri="{FF2B5EF4-FFF2-40B4-BE49-F238E27FC236}">
                <a16:creationId xmlns:a16="http://schemas.microsoft.com/office/drawing/2014/main" id="{454B7261-6650-4EDC-ADB4-4DF2AC68CBB1}"/>
              </a:ext>
            </a:extLst>
          </p:cNvPr>
          <p:cNvSpPr>
            <a:spLocks noChangeShapeType="1"/>
          </p:cNvSpPr>
          <p:nvPr/>
        </p:nvSpPr>
        <p:spPr bwMode="auto">
          <a:xfrm flipV="1">
            <a:off x="3440113" y="1455738"/>
            <a:ext cx="68262"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7" name="Line 37">
            <a:extLst>
              <a:ext uri="{FF2B5EF4-FFF2-40B4-BE49-F238E27FC236}">
                <a16:creationId xmlns:a16="http://schemas.microsoft.com/office/drawing/2014/main" id="{7BECC2EC-8832-4987-8C7F-BE2CB1542975}"/>
              </a:ext>
            </a:extLst>
          </p:cNvPr>
          <p:cNvSpPr>
            <a:spLocks noChangeShapeType="1"/>
          </p:cNvSpPr>
          <p:nvPr/>
        </p:nvSpPr>
        <p:spPr bwMode="auto">
          <a:xfrm flipV="1">
            <a:off x="3508375" y="1455738"/>
            <a:ext cx="50800"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8" name="Line 38">
            <a:extLst>
              <a:ext uri="{FF2B5EF4-FFF2-40B4-BE49-F238E27FC236}">
                <a16:creationId xmlns:a16="http://schemas.microsoft.com/office/drawing/2014/main" id="{5D08694E-8C84-4DBC-98BF-8613795EED7E}"/>
              </a:ext>
            </a:extLst>
          </p:cNvPr>
          <p:cNvSpPr>
            <a:spLocks noChangeShapeType="1"/>
          </p:cNvSpPr>
          <p:nvPr/>
        </p:nvSpPr>
        <p:spPr bwMode="auto">
          <a:xfrm flipH="1">
            <a:off x="3271838" y="1506538"/>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399" name="Line 39">
            <a:extLst>
              <a:ext uri="{FF2B5EF4-FFF2-40B4-BE49-F238E27FC236}">
                <a16:creationId xmlns:a16="http://schemas.microsoft.com/office/drawing/2014/main" id="{5E90DAD4-C44A-4884-99CF-D8066E2E713B}"/>
              </a:ext>
            </a:extLst>
          </p:cNvPr>
          <p:cNvSpPr>
            <a:spLocks noChangeShapeType="1"/>
          </p:cNvSpPr>
          <p:nvPr/>
        </p:nvSpPr>
        <p:spPr bwMode="auto">
          <a:xfrm>
            <a:off x="3541713" y="1506538"/>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0" name="Freeform 40">
            <a:extLst>
              <a:ext uri="{FF2B5EF4-FFF2-40B4-BE49-F238E27FC236}">
                <a16:creationId xmlns:a16="http://schemas.microsoft.com/office/drawing/2014/main" id="{FDC4A948-DD17-42D2-BD7A-B6B3269F9221}"/>
              </a:ext>
            </a:extLst>
          </p:cNvPr>
          <p:cNvSpPr>
            <a:spLocks/>
          </p:cNvSpPr>
          <p:nvPr/>
        </p:nvSpPr>
        <p:spPr bwMode="auto">
          <a:xfrm>
            <a:off x="3744913" y="1219200"/>
            <a:ext cx="725487" cy="287338"/>
          </a:xfrm>
          <a:custGeom>
            <a:avLst/>
            <a:gdLst>
              <a:gd name="T0" fmla="*/ 2147483646 w 916"/>
              <a:gd name="T1" fmla="*/ 2147483646 h 362"/>
              <a:gd name="T2" fmla="*/ 2147483646 w 916"/>
              <a:gd name="T3" fmla="*/ 0 h 362"/>
              <a:gd name="T4" fmla="*/ 2147483646 w 916"/>
              <a:gd name="T5" fmla="*/ 0 h 362"/>
              <a:gd name="T6" fmla="*/ 2147483646 w 916"/>
              <a:gd name="T7" fmla="*/ 2147483646 h 362"/>
              <a:gd name="T8" fmla="*/ 2147483646 w 916"/>
              <a:gd name="T9" fmla="*/ 2147483646 h 362"/>
              <a:gd name="T10" fmla="*/ 2147483646 w 916"/>
              <a:gd name="T11" fmla="*/ 0 h 362"/>
              <a:gd name="T12" fmla="*/ 0 w 916"/>
              <a:gd name="T13" fmla="*/ 0 h 362"/>
              <a:gd name="T14" fmla="*/ 0 w 916"/>
              <a:gd name="T15" fmla="*/ 2147483646 h 362"/>
              <a:gd name="T16" fmla="*/ 0 60000 65536"/>
              <a:gd name="T17" fmla="*/ 0 60000 65536"/>
              <a:gd name="T18" fmla="*/ 0 60000 65536"/>
              <a:gd name="T19" fmla="*/ 0 60000 65536"/>
              <a:gd name="T20" fmla="*/ 0 60000 65536"/>
              <a:gd name="T21" fmla="*/ 0 60000 65536"/>
              <a:gd name="T22" fmla="*/ 0 60000 65536"/>
              <a:gd name="T23" fmla="*/ 0 60000 65536"/>
              <a:gd name="T24" fmla="*/ 0 w 916"/>
              <a:gd name="T25" fmla="*/ 0 h 362"/>
              <a:gd name="T26" fmla="*/ 916 w 916"/>
              <a:gd name="T27" fmla="*/ 362 h 3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6" h="362">
                <a:moveTo>
                  <a:pt x="916" y="362"/>
                </a:moveTo>
                <a:lnTo>
                  <a:pt x="916" y="0"/>
                </a:lnTo>
                <a:lnTo>
                  <a:pt x="596" y="0"/>
                </a:lnTo>
                <a:lnTo>
                  <a:pt x="596" y="362"/>
                </a:lnTo>
                <a:lnTo>
                  <a:pt x="298" y="362"/>
                </a:lnTo>
                <a:lnTo>
                  <a:pt x="298" y="0"/>
                </a:lnTo>
                <a:lnTo>
                  <a:pt x="0" y="0"/>
                </a:lnTo>
                <a:lnTo>
                  <a:pt x="0" y="362"/>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1" name="Line 41">
            <a:extLst>
              <a:ext uri="{FF2B5EF4-FFF2-40B4-BE49-F238E27FC236}">
                <a16:creationId xmlns:a16="http://schemas.microsoft.com/office/drawing/2014/main" id="{C38EAB42-CA26-47EB-9A42-D051F6A78DDE}"/>
              </a:ext>
            </a:extLst>
          </p:cNvPr>
          <p:cNvSpPr>
            <a:spLocks noChangeShapeType="1"/>
          </p:cNvSpPr>
          <p:nvPr/>
        </p:nvSpPr>
        <p:spPr bwMode="auto">
          <a:xfrm flipV="1">
            <a:off x="4640263" y="1455738"/>
            <a:ext cx="66675"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2" name="Line 42">
            <a:extLst>
              <a:ext uri="{FF2B5EF4-FFF2-40B4-BE49-F238E27FC236}">
                <a16:creationId xmlns:a16="http://schemas.microsoft.com/office/drawing/2014/main" id="{A8E7882A-159F-45F1-B80C-5A6FA660B0A2}"/>
              </a:ext>
            </a:extLst>
          </p:cNvPr>
          <p:cNvSpPr>
            <a:spLocks noChangeShapeType="1"/>
          </p:cNvSpPr>
          <p:nvPr/>
        </p:nvSpPr>
        <p:spPr bwMode="auto">
          <a:xfrm flipV="1">
            <a:off x="4706938" y="1455738"/>
            <a:ext cx="50800"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3" name="Line 43">
            <a:extLst>
              <a:ext uri="{FF2B5EF4-FFF2-40B4-BE49-F238E27FC236}">
                <a16:creationId xmlns:a16="http://schemas.microsoft.com/office/drawing/2014/main" id="{79EA8FBD-C5EC-4A3E-B720-0656A545D978}"/>
              </a:ext>
            </a:extLst>
          </p:cNvPr>
          <p:cNvSpPr>
            <a:spLocks noChangeShapeType="1"/>
          </p:cNvSpPr>
          <p:nvPr/>
        </p:nvSpPr>
        <p:spPr bwMode="auto">
          <a:xfrm flipH="1">
            <a:off x="4470400" y="1506538"/>
            <a:ext cx="18573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4" name="Line 44">
            <a:extLst>
              <a:ext uri="{FF2B5EF4-FFF2-40B4-BE49-F238E27FC236}">
                <a16:creationId xmlns:a16="http://schemas.microsoft.com/office/drawing/2014/main" id="{1987BA6E-F65D-4573-9E05-D414B174362F}"/>
              </a:ext>
            </a:extLst>
          </p:cNvPr>
          <p:cNvSpPr>
            <a:spLocks noChangeShapeType="1"/>
          </p:cNvSpPr>
          <p:nvPr/>
        </p:nvSpPr>
        <p:spPr bwMode="auto">
          <a:xfrm>
            <a:off x="4741863" y="1506538"/>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5" name="Freeform 45">
            <a:extLst>
              <a:ext uri="{FF2B5EF4-FFF2-40B4-BE49-F238E27FC236}">
                <a16:creationId xmlns:a16="http://schemas.microsoft.com/office/drawing/2014/main" id="{A554B05F-11D3-42BA-9686-9D5656218D5A}"/>
              </a:ext>
            </a:extLst>
          </p:cNvPr>
          <p:cNvSpPr>
            <a:spLocks/>
          </p:cNvSpPr>
          <p:nvPr/>
        </p:nvSpPr>
        <p:spPr bwMode="auto">
          <a:xfrm>
            <a:off x="4943475" y="1219200"/>
            <a:ext cx="1200150" cy="287338"/>
          </a:xfrm>
          <a:custGeom>
            <a:avLst/>
            <a:gdLst>
              <a:gd name="T0" fmla="*/ 2147483646 w 1511"/>
              <a:gd name="T1" fmla="*/ 2147483646 h 362"/>
              <a:gd name="T2" fmla="*/ 2147483646 w 1511"/>
              <a:gd name="T3" fmla="*/ 0 h 362"/>
              <a:gd name="T4" fmla="*/ 2147483646 w 1511"/>
              <a:gd name="T5" fmla="*/ 0 h 362"/>
              <a:gd name="T6" fmla="*/ 2147483646 w 1511"/>
              <a:gd name="T7" fmla="*/ 2147483646 h 362"/>
              <a:gd name="T8" fmla="*/ 2147483646 w 1511"/>
              <a:gd name="T9" fmla="*/ 2147483646 h 362"/>
              <a:gd name="T10" fmla="*/ 2147483646 w 1511"/>
              <a:gd name="T11" fmla="*/ 0 h 362"/>
              <a:gd name="T12" fmla="*/ 2147483646 w 1511"/>
              <a:gd name="T13" fmla="*/ 0 h 362"/>
              <a:gd name="T14" fmla="*/ 2147483646 w 1511"/>
              <a:gd name="T15" fmla="*/ 2147483646 h 362"/>
              <a:gd name="T16" fmla="*/ 2147483646 w 1511"/>
              <a:gd name="T17" fmla="*/ 2147483646 h 362"/>
              <a:gd name="T18" fmla="*/ 2147483646 w 1511"/>
              <a:gd name="T19" fmla="*/ 0 h 362"/>
              <a:gd name="T20" fmla="*/ 0 w 1511"/>
              <a:gd name="T21" fmla="*/ 0 h 362"/>
              <a:gd name="T22" fmla="*/ 0 w 1511"/>
              <a:gd name="T23" fmla="*/ 2147483646 h 3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11"/>
              <a:gd name="T37" fmla="*/ 0 h 362"/>
              <a:gd name="T38" fmla="*/ 1511 w 1511"/>
              <a:gd name="T39" fmla="*/ 362 h 3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11" h="362">
                <a:moveTo>
                  <a:pt x="1511" y="362"/>
                </a:moveTo>
                <a:lnTo>
                  <a:pt x="1511" y="0"/>
                </a:lnTo>
                <a:lnTo>
                  <a:pt x="1213" y="0"/>
                </a:lnTo>
                <a:lnTo>
                  <a:pt x="1213" y="362"/>
                </a:lnTo>
                <a:lnTo>
                  <a:pt x="915" y="362"/>
                </a:lnTo>
                <a:lnTo>
                  <a:pt x="915" y="0"/>
                </a:lnTo>
                <a:lnTo>
                  <a:pt x="596" y="0"/>
                </a:lnTo>
                <a:lnTo>
                  <a:pt x="596" y="362"/>
                </a:lnTo>
                <a:lnTo>
                  <a:pt x="298" y="362"/>
                </a:lnTo>
                <a:lnTo>
                  <a:pt x="298" y="0"/>
                </a:lnTo>
                <a:lnTo>
                  <a:pt x="0" y="0"/>
                </a:lnTo>
                <a:lnTo>
                  <a:pt x="0" y="362"/>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6" name="Line 46">
            <a:extLst>
              <a:ext uri="{FF2B5EF4-FFF2-40B4-BE49-F238E27FC236}">
                <a16:creationId xmlns:a16="http://schemas.microsoft.com/office/drawing/2014/main" id="{361BFF30-0CC6-47BA-B7F9-2DB401F607AB}"/>
              </a:ext>
            </a:extLst>
          </p:cNvPr>
          <p:cNvSpPr>
            <a:spLocks noChangeShapeType="1"/>
          </p:cNvSpPr>
          <p:nvPr/>
        </p:nvSpPr>
        <p:spPr bwMode="auto">
          <a:xfrm flipV="1">
            <a:off x="6311900" y="1455738"/>
            <a:ext cx="68263"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7" name="Line 47">
            <a:extLst>
              <a:ext uri="{FF2B5EF4-FFF2-40B4-BE49-F238E27FC236}">
                <a16:creationId xmlns:a16="http://schemas.microsoft.com/office/drawing/2014/main" id="{E8053AEF-9D62-49FC-B56D-5F7179ACC595}"/>
              </a:ext>
            </a:extLst>
          </p:cNvPr>
          <p:cNvSpPr>
            <a:spLocks noChangeShapeType="1"/>
          </p:cNvSpPr>
          <p:nvPr/>
        </p:nvSpPr>
        <p:spPr bwMode="auto">
          <a:xfrm flipV="1">
            <a:off x="6380163" y="1455738"/>
            <a:ext cx="68262"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8" name="Line 48">
            <a:extLst>
              <a:ext uri="{FF2B5EF4-FFF2-40B4-BE49-F238E27FC236}">
                <a16:creationId xmlns:a16="http://schemas.microsoft.com/office/drawing/2014/main" id="{70859FE7-559C-4AFF-AD45-594D0AA97D12}"/>
              </a:ext>
            </a:extLst>
          </p:cNvPr>
          <p:cNvSpPr>
            <a:spLocks noChangeShapeType="1"/>
          </p:cNvSpPr>
          <p:nvPr/>
        </p:nvSpPr>
        <p:spPr bwMode="auto">
          <a:xfrm flipH="1">
            <a:off x="6143625" y="1506538"/>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09" name="Line 49">
            <a:extLst>
              <a:ext uri="{FF2B5EF4-FFF2-40B4-BE49-F238E27FC236}">
                <a16:creationId xmlns:a16="http://schemas.microsoft.com/office/drawing/2014/main" id="{4DD69D4C-ECC5-4C6D-8C12-D0030C311A88}"/>
              </a:ext>
            </a:extLst>
          </p:cNvPr>
          <p:cNvSpPr>
            <a:spLocks noChangeShapeType="1"/>
          </p:cNvSpPr>
          <p:nvPr/>
        </p:nvSpPr>
        <p:spPr bwMode="auto">
          <a:xfrm>
            <a:off x="6413500" y="1506538"/>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0" name="Freeform 50">
            <a:extLst>
              <a:ext uri="{FF2B5EF4-FFF2-40B4-BE49-F238E27FC236}">
                <a16:creationId xmlns:a16="http://schemas.microsoft.com/office/drawing/2014/main" id="{8976E9F4-FC59-4D35-A38D-BD5FD50F486F}"/>
              </a:ext>
            </a:extLst>
          </p:cNvPr>
          <p:cNvSpPr>
            <a:spLocks/>
          </p:cNvSpPr>
          <p:nvPr/>
        </p:nvSpPr>
        <p:spPr bwMode="auto">
          <a:xfrm>
            <a:off x="6616700" y="1219200"/>
            <a:ext cx="727075" cy="287338"/>
          </a:xfrm>
          <a:custGeom>
            <a:avLst/>
            <a:gdLst>
              <a:gd name="T0" fmla="*/ 2147483646 w 915"/>
              <a:gd name="T1" fmla="*/ 2147483646 h 362"/>
              <a:gd name="T2" fmla="*/ 2147483646 w 915"/>
              <a:gd name="T3" fmla="*/ 0 h 362"/>
              <a:gd name="T4" fmla="*/ 2147483646 w 915"/>
              <a:gd name="T5" fmla="*/ 0 h 362"/>
              <a:gd name="T6" fmla="*/ 2147483646 w 915"/>
              <a:gd name="T7" fmla="*/ 2147483646 h 362"/>
              <a:gd name="T8" fmla="*/ 2147483646 w 915"/>
              <a:gd name="T9" fmla="*/ 2147483646 h 362"/>
              <a:gd name="T10" fmla="*/ 2147483646 w 915"/>
              <a:gd name="T11" fmla="*/ 0 h 362"/>
              <a:gd name="T12" fmla="*/ 0 w 915"/>
              <a:gd name="T13" fmla="*/ 0 h 362"/>
              <a:gd name="T14" fmla="*/ 0 w 915"/>
              <a:gd name="T15" fmla="*/ 2147483646 h 362"/>
              <a:gd name="T16" fmla="*/ 0 60000 65536"/>
              <a:gd name="T17" fmla="*/ 0 60000 65536"/>
              <a:gd name="T18" fmla="*/ 0 60000 65536"/>
              <a:gd name="T19" fmla="*/ 0 60000 65536"/>
              <a:gd name="T20" fmla="*/ 0 60000 65536"/>
              <a:gd name="T21" fmla="*/ 0 60000 65536"/>
              <a:gd name="T22" fmla="*/ 0 60000 65536"/>
              <a:gd name="T23" fmla="*/ 0 60000 65536"/>
              <a:gd name="T24" fmla="*/ 0 w 915"/>
              <a:gd name="T25" fmla="*/ 0 h 362"/>
              <a:gd name="T26" fmla="*/ 915 w 915"/>
              <a:gd name="T27" fmla="*/ 362 h 3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5" h="362">
                <a:moveTo>
                  <a:pt x="915" y="362"/>
                </a:moveTo>
                <a:lnTo>
                  <a:pt x="915" y="0"/>
                </a:lnTo>
                <a:lnTo>
                  <a:pt x="617" y="0"/>
                </a:lnTo>
                <a:lnTo>
                  <a:pt x="617" y="362"/>
                </a:lnTo>
                <a:lnTo>
                  <a:pt x="298" y="362"/>
                </a:lnTo>
                <a:lnTo>
                  <a:pt x="298" y="0"/>
                </a:lnTo>
                <a:lnTo>
                  <a:pt x="0" y="0"/>
                </a:lnTo>
                <a:lnTo>
                  <a:pt x="0" y="362"/>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1" name="Line 51">
            <a:extLst>
              <a:ext uri="{FF2B5EF4-FFF2-40B4-BE49-F238E27FC236}">
                <a16:creationId xmlns:a16="http://schemas.microsoft.com/office/drawing/2014/main" id="{8A1AFE55-761C-48ED-87AE-DFB4639272F3}"/>
              </a:ext>
            </a:extLst>
          </p:cNvPr>
          <p:cNvSpPr>
            <a:spLocks noChangeShapeType="1"/>
          </p:cNvSpPr>
          <p:nvPr/>
        </p:nvSpPr>
        <p:spPr bwMode="auto">
          <a:xfrm flipH="1">
            <a:off x="7343775" y="1506538"/>
            <a:ext cx="23653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2" name="Freeform 52">
            <a:extLst>
              <a:ext uri="{FF2B5EF4-FFF2-40B4-BE49-F238E27FC236}">
                <a16:creationId xmlns:a16="http://schemas.microsoft.com/office/drawing/2014/main" id="{10C7D076-CA8A-43C1-8589-96BE0D107113}"/>
              </a:ext>
            </a:extLst>
          </p:cNvPr>
          <p:cNvSpPr>
            <a:spLocks/>
          </p:cNvSpPr>
          <p:nvPr/>
        </p:nvSpPr>
        <p:spPr bwMode="auto">
          <a:xfrm>
            <a:off x="1835150" y="1758950"/>
            <a:ext cx="1436688" cy="287338"/>
          </a:xfrm>
          <a:custGeom>
            <a:avLst/>
            <a:gdLst>
              <a:gd name="T0" fmla="*/ 2147483646 w 1809"/>
              <a:gd name="T1" fmla="*/ 0 h 362"/>
              <a:gd name="T2" fmla="*/ 2147483646 w 1809"/>
              <a:gd name="T3" fmla="*/ 0 h 362"/>
              <a:gd name="T4" fmla="*/ 2147483646 w 1809"/>
              <a:gd name="T5" fmla="*/ 2147483646 h 362"/>
              <a:gd name="T6" fmla="*/ 0 w 1809"/>
              <a:gd name="T7" fmla="*/ 2147483646 h 362"/>
              <a:gd name="T8" fmla="*/ 0 60000 65536"/>
              <a:gd name="T9" fmla="*/ 0 60000 65536"/>
              <a:gd name="T10" fmla="*/ 0 60000 65536"/>
              <a:gd name="T11" fmla="*/ 0 60000 65536"/>
              <a:gd name="T12" fmla="*/ 0 w 1809"/>
              <a:gd name="T13" fmla="*/ 0 h 362"/>
              <a:gd name="T14" fmla="*/ 1809 w 1809"/>
              <a:gd name="T15" fmla="*/ 362 h 362"/>
            </a:gdLst>
            <a:ahLst/>
            <a:cxnLst>
              <a:cxn ang="T8">
                <a:pos x="T0" y="T1"/>
              </a:cxn>
              <a:cxn ang="T9">
                <a:pos x="T2" y="T3"/>
              </a:cxn>
              <a:cxn ang="T10">
                <a:pos x="T4" y="T5"/>
              </a:cxn>
              <a:cxn ang="T11">
                <a:pos x="T6" y="T7"/>
              </a:cxn>
            </a:cxnLst>
            <a:rect l="T12" t="T13" r="T14" b="T15"/>
            <a:pathLst>
              <a:path w="1809" h="362">
                <a:moveTo>
                  <a:pt x="1809" y="0"/>
                </a:moveTo>
                <a:lnTo>
                  <a:pt x="362" y="0"/>
                </a:lnTo>
                <a:lnTo>
                  <a:pt x="362" y="362"/>
                </a:lnTo>
                <a:lnTo>
                  <a:pt x="0" y="362"/>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3" name="Line 53">
            <a:extLst>
              <a:ext uri="{FF2B5EF4-FFF2-40B4-BE49-F238E27FC236}">
                <a16:creationId xmlns:a16="http://schemas.microsoft.com/office/drawing/2014/main" id="{E062D64C-10C9-49C3-8521-4F8A5987479D}"/>
              </a:ext>
            </a:extLst>
          </p:cNvPr>
          <p:cNvSpPr>
            <a:spLocks noChangeShapeType="1"/>
          </p:cNvSpPr>
          <p:nvPr/>
        </p:nvSpPr>
        <p:spPr bwMode="auto">
          <a:xfrm flipV="1">
            <a:off x="3440113" y="1692275"/>
            <a:ext cx="68262"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4" name="Line 54">
            <a:extLst>
              <a:ext uri="{FF2B5EF4-FFF2-40B4-BE49-F238E27FC236}">
                <a16:creationId xmlns:a16="http://schemas.microsoft.com/office/drawing/2014/main" id="{0799E20F-1C8D-4527-B9B0-AF0347F69B39}"/>
              </a:ext>
            </a:extLst>
          </p:cNvPr>
          <p:cNvSpPr>
            <a:spLocks noChangeShapeType="1"/>
          </p:cNvSpPr>
          <p:nvPr/>
        </p:nvSpPr>
        <p:spPr bwMode="auto">
          <a:xfrm flipV="1">
            <a:off x="3508375" y="1692275"/>
            <a:ext cx="50800"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5" name="Line 55">
            <a:extLst>
              <a:ext uri="{FF2B5EF4-FFF2-40B4-BE49-F238E27FC236}">
                <a16:creationId xmlns:a16="http://schemas.microsoft.com/office/drawing/2014/main" id="{656E72AF-63BF-4A61-B6D6-1BFD2721364C}"/>
              </a:ext>
            </a:extLst>
          </p:cNvPr>
          <p:cNvSpPr>
            <a:spLocks noChangeShapeType="1"/>
          </p:cNvSpPr>
          <p:nvPr/>
        </p:nvSpPr>
        <p:spPr bwMode="auto">
          <a:xfrm flipH="1">
            <a:off x="3271838" y="1758950"/>
            <a:ext cx="201612"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6" name="Line 56">
            <a:extLst>
              <a:ext uri="{FF2B5EF4-FFF2-40B4-BE49-F238E27FC236}">
                <a16:creationId xmlns:a16="http://schemas.microsoft.com/office/drawing/2014/main" id="{DA12DCB4-2827-46A3-AE9E-29CCDC783CBA}"/>
              </a:ext>
            </a:extLst>
          </p:cNvPr>
          <p:cNvSpPr>
            <a:spLocks noChangeShapeType="1"/>
          </p:cNvSpPr>
          <p:nvPr/>
        </p:nvSpPr>
        <p:spPr bwMode="auto">
          <a:xfrm>
            <a:off x="3541713" y="1758950"/>
            <a:ext cx="203200"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7" name="Freeform 57">
            <a:extLst>
              <a:ext uri="{FF2B5EF4-FFF2-40B4-BE49-F238E27FC236}">
                <a16:creationId xmlns:a16="http://schemas.microsoft.com/office/drawing/2014/main" id="{B64F697B-CB45-4B0D-ADA4-E92FA2304429}"/>
              </a:ext>
            </a:extLst>
          </p:cNvPr>
          <p:cNvSpPr>
            <a:spLocks/>
          </p:cNvSpPr>
          <p:nvPr/>
        </p:nvSpPr>
        <p:spPr bwMode="auto">
          <a:xfrm>
            <a:off x="3744913" y="1758950"/>
            <a:ext cx="725487" cy="287338"/>
          </a:xfrm>
          <a:custGeom>
            <a:avLst/>
            <a:gdLst>
              <a:gd name="T0" fmla="*/ 2147483646 w 916"/>
              <a:gd name="T1" fmla="*/ 2147483646 h 362"/>
              <a:gd name="T2" fmla="*/ 2147483646 w 916"/>
              <a:gd name="T3" fmla="*/ 2147483646 h 362"/>
              <a:gd name="T4" fmla="*/ 2147483646 w 916"/>
              <a:gd name="T5" fmla="*/ 0 h 362"/>
              <a:gd name="T6" fmla="*/ 0 w 916"/>
              <a:gd name="T7" fmla="*/ 0 h 362"/>
              <a:gd name="T8" fmla="*/ 0 60000 65536"/>
              <a:gd name="T9" fmla="*/ 0 60000 65536"/>
              <a:gd name="T10" fmla="*/ 0 60000 65536"/>
              <a:gd name="T11" fmla="*/ 0 60000 65536"/>
              <a:gd name="T12" fmla="*/ 0 w 916"/>
              <a:gd name="T13" fmla="*/ 0 h 362"/>
              <a:gd name="T14" fmla="*/ 916 w 916"/>
              <a:gd name="T15" fmla="*/ 362 h 362"/>
            </a:gdLst>
            <a:ahLst/>
            <a:cxnLst>
              <a:cxn ang="T8">
                <a:pos x="T0" y="T1"/>
              </a:cxn>
              <a:cxn ang="T9">
                <a:pos x="T2" y="T3"/>
              </a:cxn>
              <a:cxn ang="T10">
                <a:pos x="T4" y="T5"/>
              </a:cxn>
              <a:cxn ang="T11">
                <a:pos x="T6" y="T7"/>
              </a:cxn>
            </a:cxnLst>
            <a:rect l="T12" t="T13" r="T14" b="T15"/>
            <a:pathLst>
              <a:path w="916" h="362">
                <a:moveTo>
                  <a:pt x="916" y="362"/>
                </a:moveTo>
                <a:lnTo>
                  <a:pt x="85" y="362"/>
                </a:lnTo>
                <a:lnTo>
                  <a:pt x="85" y="0"/>
                </a:lnTo>
                <a:lnTo>
                  <a:pt x="0" y="0"/>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8" name="Line 58">
            <a:extLst>
              <a:ext uri="{FF2B5EF4-FFF2-40B4-BE49-F238E27FC236}">
                <a16:creationId xmlns:a16="http://schemas.microsoft.com/office/drawing/2014/main" id="{C8CE377A-FA35-4251-95CF-4CD68B4E489B}"/>
              </a:ext>
            </a:extLst>
          </p:cNvPr>
          <p:cNvSpPr>
            <a:spLocks noChangeShapeType="1"/>
          </p:cNvSpPr>
          <p:nvPr/>
        </p:nvSpPr>
        <p:spPr bwMode="auto">
          <a:xfrm flipV="1">
            <a:off x="4640263" y="1995488"/>
            <a:ext cx="66675" cy="119062"/>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19" name="Line 59">
            <a:extLst>
              <a:ext uri="{FF2B5EF4-FFF2-40B4-BE49-F238E27FC236}">
                <a16:creationId xmlns:a16="http://schemas.microsoft.com/office/drawing/2014/main" id="{42561750-D6A9-43F6-A9C2-73F658DB2313}"/>
              </a:ext>
            </a:extLst>
          </p:cNvPr>
          <p:cNvSpPr>
            <a:spLocks noChangeShapeType="1"/>
          </p:cNvSpPr>
          <p:nvPr/>
        </p:nvSpPr>
        <p:spPr bwMode="auto">
          <a:xfrm flipV="1">
            <a:off x="4706938" y="1995488"/>
            <a:ext cx="50800" cy="119062"/>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0" name="Line 60">
            <a:extLst>
              <a:ext uri="{FF2B5EF4-FFF2-40B4-BE49-F238E27FC236}">
                <a16:creationId xmlns:a16="http://schemas.microsoft.com/office/drawing/2014/main" id="{9100DB59-2846-4B10-91CD-A00F691DCC54}"/>
              </a:ext>
            </a:extLst>
          </p:cNvPr>
          <p:cNvSpPr>
            <a:spLocks noChangeShapeType="1"/>
          </p:cNvSpPr>
          <p:nvPr/>
        </p:nvSpPr>
        <p:spPr bwMode="auto">
          <a:xfrm flipH="1">
            <a:off x="4470400" y="2046288"/>
            <a:ext cx="18573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1" name="Line 61">
            <a:extLst>
              <a:ext uri="{FF2B5EF4-FFF2-40B4-BE49-F238E27FC236}">
                <a16:creationId xmlns:a16="http://schemas.microsoft.com/office/drawing/2014/main" id="{ADB06030-BED7-4F6F-AC75-846EDFED6064}"/>
              </a:ext>
            </a:extLst>
          </p:cNvPr>
          <p:cNvSpPr>
            <a:spLocks noChangeShapeType="1"/>
          </p:cNvSpPr>
          <p:nvPr/>
        </p:nvSpPr>
        <p:spPr bwMode="auto">
          <a:xfrm>
            <a:off x="4741863" y="2046288"/>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2" name="Line 62">
            <a:extLst>
              <a:ext uri="{FF2B5EF4-FFF2-40B4-BE49-F238E27FC236}">
                <a16:creationId xmlns:a16="http://schemas.microsoft.com/office/drawing/2014/main" id="{46F763D4-5159-446E-B4DE-DB05B6F80FCB}"/>
              </a:ext>
            </a:extLst>
          </p:cNvPr>
          <p:cNvSpPr>
            <a:spLocks noChangeShapeType="1"/>
          </p:cNvSpPr>
          <p:nvPr/>
        </p:nvSpPr>
        <p:spPr bwMode="auto">
          <a:xfrm flipH="1">
            <a:off x="4943475" y="2046288"/>
            <a:ext cx="120015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3" name="Line 63">
            <a:extLst>
              <a:ext uri="{FF2B5EF4-FFF2-40B4-BE49-F238E27FC236}">
                <a16:creationId xmlns:a16="http://schemas.microsoft.com/office/drawing/2014/main" id="{3D0F4F17-7DDD-4E63-ADBF-E125DED3C9B9}"/>
              </a:ext>
            </a:extLst>
          </p:cNvPr>
          <p:cNvSpPr>
            <a:spLocks noChangeShapeType="1"/>
          </p:cNvSpPr>
          <p:nvPr/>
        </p:nvSpPr>
        <p:spPr bwMode="auto">
          <a:xfrm flipV="1">
            <a:off x="6311900" y="1995488"/>
            <a:ext cx="68263" cy="119062"/>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4" name="Line 64">
            <a:extLst>
              <a:ext uri="{FF2B5EF4-FFF2-40B4-BE49-F238E27FC236}">
                <a16:creationId xmlns:a16="http://schemas.microsoft.com/office/drawing/2014/main" id="{F83F45B2-1836-46D0-9F3D-ADA36890A222}"/>
              </a:ext>
            </a:extLst>
          </p:cNvPr>
          <p:cNvSpPr>
            <a:spLocks noChangeShapeType="1"/>
          </p:cNvSpPr>
          <p:nvPr/>
        </p:nvSpPr>
        <p:spPr bwMode="auto">
          <a:xfrm flipV="1">
            <a:off x="6380163" y="1995488"/>
            <a:ext cx="68262" cy="119062"/>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5" name="Line 65">
            <a:extLst>
              <a:ext uri="{FF2B5EF4-FFF2-40B4-BE49-F238E27FC236}">
                <a16:creationId xmlns:a16="http://schemas.microsoft.com/office/drawing/2014/main" id="{9D605777-21D4-4359-926F-B190AC6A1189}"/>
              </a:ext>
            </a:extLst>
          </p:cNvPr>
          <p:cNvSpPr>
            <a:spLocks noChangeShapeType="1"/>
          </p:cNvSpPr>
          <p:nvPr/>
        </p:nvSpPr>
        <p:spPr bwMode="auto">
          <a:xfrm flipH="1">
            <a:off x="6143625" y="2046288"/>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6" name="Line 66">
            <a:extLst>
              <a:ext uri="{FF2B5EF4-FFF2-40B4-BE49-F238E27FC236}">
                <a16:creationId xmlns:a16="http://schemas.microsoft.com/office/drawing/2014/main" id="{5884BF13-F8A1-43AB-8B33-68FF57152AD4}"/>
              </a:ext>
            </a:extLst>
          </p:cNvPr>
          <p:cNvSpPr>
            <a:spLocks noChangeShapeType="1"/>
          </p:cNvSpPr>
          <p:nvPr/>
        </p:nvSpPr>
        <p:spPr bwMode="auto">
          <a:xfrm>
            <a:off x="6413500" y="2046288"/>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7" name="Line 67">
            <a:extLst>
              <a:ext uri="{FF2B5EF4-FFF2-40B4-BE49-F238E27FC236}">
                <a16:creationId xmlns:a16="http://schemas.microsoft.com/office/drawing/2014/main" id="{95C32FEA-D97B-4DE8-B1B6-8C2EE1CDAEB3}"/>
              </a:ext>
            </a:extLst>
          </p:cNvPr>
          <p:cNvSpPr>
            <a:spLocks noChangeShapeType="1"/>
          </p:cNvSpPr>
          <p:nvPr/>
        </p:nvSpPr>
        <p:spPr bwMode="auto">
          <a:xfrm flipH="1">
            <a:off x="6616700" y="2046288"/>
            <a:ext cx="963613"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8" name="Line 68">
            <a:extLst>
              <a:ext uri="{FF2B5EF4-FFF2-40B4-BE49-F238E27FC236}">
                <a16:creationId xmlns:a16="http://schemas.microsoft.com/office/drawing/2014/main" id="{6D80A445-5B38-4A35-8B20-FC596D21BF95}"/>
              </a:ext>
            </a:extLst>
          </p:cNvPr>
          <p:cNvSpPr>
            <a:spLocks noChangeShapeType="1"/>
          </p:cNvSpPr>
          <p:nvPr/>
        </p:nvSpPr>
        <p:spPr bwMode="auto">
          <a:xfrm flipH="1">
            <a:off x="1835150" y="2587625"/>
            <a:ext cx="1436688"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29" name="Line 69">
            <a:extLst>
              <a:ext uri="{FF2B5EF4-FFF2-40B4-BE49-F238E27FC236}">
                <a16:creationId xmlns:a16="http://schemas.microsoft.com/office/drawing/2014/main" id="{CC72EE2B-747E-4668-A855-27F9A5884DA5}"/>
              </a:ext>
            </a:extLst>
          </p:cNvPr>
          <p:cNvSpPr>
            <a:spLocks noChangeShapeType="1"/>
          </p:cNvSpPr>
          <p:nvPr/>
        </p:nvSpPr>
        <p:spPr bwMode="auto">
          <a:xfrm flipV="1">
            <a:off x="3440113" y="2536825"/>
            <a:ext cx="68262" cy="119063"/>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0" name="Line 70">
            <a:extLst>
              <a:ext uri="{FF2B5EF4-FFF2-40B4-BE49-F238E27FC236}">
                <a16:creationId xmlns:a16="http://schemas.microsoft.com/office/drawing/2014/main" id="{73FE84D5-411A-44B4-A45C-B9235B4C8113}"/>
              </a:ext>
            </a:extLst>
          </p:cNvPr>
          <p:cNvSpPr>
            <a:spLocks noChangeShapeType="1"/>
          </p:cNvSpPr>
          <p:nvPr/>
        </p:nvSpPr>
        <p:spPr bwMode="auto">
          <a:xfrm flipV="1">
            <a:off x="3508375" y="2536825"/>
            <a:ext cx="50800" cy="119063"/>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1" name="Line 71">
            <a:extLst>
              <a:ext uri="{FF2B5EF4-FFF2-40B4-BE49-F238E27FC236}">
                <a16:creationId xmlns:a16="http://schemas.microsoft.com/office/drawing/2014/main" id="{8166A0AD-73AA-4652-8E36-C084FFF3138C}"/>
              </a:ext>
            </a:extLst>
          </p:cNvPr>
          <p:cNvSpPr>
            <a:spLocks noChangeShapeType="1"/>
          </p:cNvSpPr>
          <p:nvPr/>
        </p:nvSpPr>
        <p:spPr bwMode="auto">
          <a:xfrm flipH="1">
            <a:off x="3271838" y="2587625"/>
            <a:ext cx="201612"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2" name="Line 72">
            <a:extLst>
              <a:ext uri="{FF2B5EF4-FFF2-40B4-BE49-F238E27FC236}">
                <a16:creationId xmlns:a16="http://schemas.microsoft.com/office/drawing/2014/main" id="{5FA09C92-4BE5-48D6-ABA7-366BE2F6A9A4}"/>
              </a:ext>
            </a:extLst>
          </p:cNvPr>
          <p:cNvSpPr>
            <a:spLocks noChangeShapeType="1"/>
          </p:cNvSpPr>
          <p:nvPr/>
        </p:nvSpPr>
        <p:spPr bwMode="auto">
          <a:xfrm>
            <a:off x="3541713" y="2587625"/>
            <a:ext cx="203200"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3" name="Line 73">
            <a:extLst>
              <a:ext uri="{FF2B5EF4-FFF2-40B4-BE49-F238E27FC236}">
                <a16:creationId xmlns:a16="http://schemas.microsoft.com/office/drawing/2014/main" id="{939F225D-F613-47E0-964C-2A7AF45C07E4}"/>
              </a:ext>
            </a:extLst>
          </p:cNvPr>
          <p:cNvSpPr>
            <a:spLocks noChangeShapeType="1"/>
          </p:cNvSpPr>
          <p:nvPr/>
        </p:nvSpPr>
        <p:spPr bwMode="auto">
          <a:xfrm flipH="1">
            <a:off x="3744913" y="2587625"/>
            <a:ext cx="725487"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4" name="Line 74">
            <a:extLst>
              <a:ext uri="{FF2B5EF4-FFF2-40B4-BE49-F238E27FC236}">
                <a16:creationId xmlns:a16="http://schemas.microsoft.com/office/drawing/2014/main" id="{771F75CC-D28D-4D3A-9FF3-F532E739BB99}"/>
              </a:ext>
            </a:extLst>
          </p:cNvPr>
          <p:cNvSpPr>
            <a:spLocks noChangeShapeType="1"/>
          </p:cNvSpPr>
          <p:nvPr/>
        </p:nvSpPr>
        <p:spPr bwMode="auto">
          <a:xfrm flipV="1">
            <a:off x="4640263" y="2536825"/>
            <a:ext cx="66675" cy="119063"/>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5" name="Line 75">
            <a:extLst>
              <a:ext uri="{FF2B5EF4-FFF2-40B4-BE49-F238E27FC236}">
                <a16:creationId xmlns:a16="http://schemas.microsoft.com/office/drawing/2014/main" id="{ED98D46C-65D7-43B7-AE84-3422D97128CB}"/>
              </a:ext>
            </a:extLst>
          </p:cNvPr>
          <p:cNvSpPr>
            <a:spLocks noChangeShapeType="1"/>
          </p:cNvSpPr>
          <p:nvPr/>
        </p:nvSpPr>
        <p:spPr bwMode="auto">
          <a:xfrm flipV="1">
            <a:off x="4706938" y="2536825"/>
            <a:ext cx="50800" cy="119063"/>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6" name="Line 76">
            <a:extLst>
              <a:ext uri="{FF2B5EF4-FFF2-40B4-BE49-F238E27FC236}">
                <a16:creationId xmlns:a16="http://schemas.microsoft.com/office/drawing/2014/main" id="{11CF94C2-05BD-40B9-9958-20137FEB48C2}"/>
              </a:ext>
            </a:extLst>
          </p:cNvPr>
          <p:cNvSpPr>
            <a:spLocks noChangeShapeType="1"/>
          </p:cNvSpPr>
          <p:nvPr/>
        </p:nvSpPr>
        <p:spPr bwMode="auto">
          <a:xfrm flipH="1">
            <a:off x="4470400" y="2587625"/>
            <a:ext cx="185738"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7" name="Line 77">
            <a:extLst>
              <a:ext uri="{FF2B5EF4-FFF2-40B4-BE49-F238E27FC236}">
                <a16:creationId xmlns:a16="http://schemas.microsoft.com/office/drawing/2014/main" id="{9F6F3E91-1B7A-4B50-9AAE-AF037FF69B76}"/>
              </a:ext>
            </a:extLst>
          </p:cNvPr>
          <p:cNvSpPr>
            <a:spLocks noChangeShapeType="1"/>
          </p:cNvSpPr>
          <p:nvPr/>
        </p:nvSpPr>
        <p:spPr bwMode="auto">
          <a:xfrm>
            <a:off x="4741863" y="2587625"/>
            <a:ext cx="201612"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8" name="Line 78">
            <a:extLst>
              <a:ext uri="{FF2B5EF4-FFF2-40B4-BE49-F238E27FC236}">
                <a16:creationId xmlns:a16="http://schemas.microsoft.com/office/drawing/2014/main" id="{1A8E576A-A109-4562-A5FC-DC0D39767EDD}"/>
              </a:ext>
            </a:extLst>
          </p:cNvPr>
          <p:cNvSpPr>
            <a:spLocks noChangeShapeType="1"/>
          </p:cNvSpPr>
          <p:nvPr/>
        </p:nvSpPr>
        <p:spPr bwMode="auto">
          <a:xfrm flipV="1">
            <a:off x="6311900" y="2233613"/>
            <a:ext cx="68263"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39" name="Line 79">
            <a:extLst>
              <a:ext uri="{FF2B5EF4-FFF2-40B4-BE49-F238E27FC236}">
                <a16:creationId xmlns:a16="http://schemas.microsoft.com/office/drawing/2014/main" id="{7747B477-F6CA-4FDD-AF2A-82176E26FFE0}"/>
              </a:ext>
            </a:extLst>
          </p:cNvPr>
          <p:cNvSpPr>
            <a:spLocks noChangeShapeType="1"/>
          </p:cNvSpPr>
          <p:nvPr/>
        </p:nvSpPr>
        <p:spPr bwMode="auto">
          <a:xfrm flipV="1">
            <a:off x="6380163" y="2233613"/>
            <a:ext cx="68262"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0" name="Line 80">
            <a:extLst>
              <a:ext uri="{FF2B5EF4-FFF2-40B4-BE49-F238E27FC236}">
                <a16:creationId xmlns:a16="http://schemas.microsoft.com/office/drawing/2014/main" id="{871CCF36-5851-48E8-86E7-8160EE08E223}"/>
              </a:ext>
            </a:extLst>
          </p:cNvPr>
          <p:cNvSpPr>
            <a:spLocks noChangeShapeType="1"/>
          </p:cNvSpPr>
          <p:nvPr/>
        </p:nvSpPr>
        <p:spPr bwMode="auto">
          <a:xfrm flipH="1">
            <a:off x="6143625" y="2282825"/>
            <a:ext cx="203200"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1" name="Line 81">
            <a:extLst>
              <a:ext uri="{FF2B5EF4-FFF2-40B4-BE49-F238E27FC236}">
                <a16:creationId xmlns:a16="http://schemas.microsoft.com/office/drawing/2014/main" id="{16A59790-84A5-45FA-94C4-12A0D5EFBA31}"/>
              </a:ext>
            </a:extLst>
          </p:cNvPr>
          <p:cNvSpPr>
            <a:spLocks noChangeShapeType="1"/>
          </p:cNvSpPr>
          <p:nvPr/>
        </p:nvSpPr>
        <p:spPr bwMode="auto">
          <a:xfrm>
            <a:off x="6413500" y="2282825"/>
            <a:ext cx="203200"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2" name="Freeform 82">
            <a:extLst>
              <a:ext uri="{FF2B5EF4-FFF2-40B4-BE49-F238E27FC236}">
                <a16:creationId xmlns:a16="http://schemas.microsoft.com/office/drawing/2014/main" id="{D097724E-3948-494F-9192-B0ECDEDEFF17}"/>
              </a:ext>
            </a:extLst>
          </p:cNvPr>
          <p:cNvSpPr>
            <a:spLocks/>
          </p:cNvSpPr>
          <p:nvPr/>
        </p:nvSpPr>
        <p:spPr bwMode="auto">
          <a:xfrm>
            <a:off x="5011738" y="2282825"/>
            <a:ext cx="1131887" cy="304800"/>
          </a:xfrm>
          <a:custGeom>
            <a:avLst/>
            <a:gdLst>
              <a:gd name="T0" fmla="*/ 2147483646 w 1426"/>
              <a:gd name="T1" fmla="*/ 0 h 383"/>
              <a:gd name="T2" fmla="*/ 0 w 1426"/>
              <a:gd name="T3" fmla="*/ 0 h 383"/>
              <a:gd name="T4" fmla="*/ 0 w 1426"/>
              <a:gd name="T5" fmla="*/ 2147483646 h 383"/>
              <a:gd name="T6" fmla="*/ 0 60000 65536"/>
              <a:gd name="T7" fmla="*/ 0 60000 65536"/>
              <a:gd name="T8" fmla="*/ 0 60000 65536"/>
              <a:gd name="T9" fmla="*/ 0 w 1426"/>
              <a:gd name="T10" fmla="*/ 0 h 383"/>
              <a:gd name="T11" fmla="*/ 1426 w 1426"/>
              <a:gd name="T12" fmla="*/ 383 h 383"/>
            </a:gdLst>
            <a:ahLst/>
            <a:cxnLst>
              <a:cxn ang="T6">
                <a:pos x="T0" y="T1"/>
              </a:cxn>
              <a:cxn ang="T7">
                <a:pos x="T2" y="T3"/>
              </a:cxn>
              <a:cxn ang="T8">
                <a:pos x="T4" y="T5"/>
              </a:cxn>
            </a:cxnLst>
            <a:rect l="T9" t="T10" r="T11" b="T12"/>
            <a:pathLst>
              <a:path w="1426" h="383">
                <a:moveTo>
                  <a:pt x="1426" y="0"/>
                </a:moveTo>
                <a:lnTo>
                  <a:pt x="0" y="0"/>
                </a:lnTo>
                <a:lnTo>
                  <a:pt x="0" y="383"/>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3" name="Freeform 83">
            <a:extLst>
              <a:ext uri="{FF2B5EF4-FFF2-40B4-BE49-F238E27FC236}">
                <a16:creationId xmlns:a16="http://schemas.microsoft.com/office/drawing/2014/main" id="{63A027A5-50B1-4068-9404-511C5393DA09}"/>
              </a:ext>
            </a:extLst>
          </p:cNvPr>
          <p:cNvSpPr>
            <a:spLocks/>
          </p:cNvSpPr>
          <p:nvPr/>
        </p:nvSpPr>
        <p:spPr bwMode="auto">
          <a:xfrm>
            <a:off x="6616700" y="2282825"/>
            <a:ext cx="963613" cy="304800"/>
          </a:xfrm>
          <a:custGeom>
            <a:avLst/>
            <a:gdLst>
              <a:gd name="T0" fmla="*/ 2147483646 w 1213"/>
              <a:gd name="T1" fmla="*/ 2147483646 h 383"/>
              <a:gd name="T2" fmla="*/ 2147483646 w 1213"/>
              <a:gd name="T3" fmla="*/ 2147483646 h 383"/>
              <a:gd name="T4" fmla="*/ 2147483646 w 1213"/>
              <a:gd name="T5" fmla="*/ 0 h 383"/>
              <a:gd name="T6" fmla="*/ 0 w 1213"/>
              <a:gd name="T7" fmla="*/ 0 h 383"/>
              <a:gd name="T8" fmla="*/ 0 60000 65536"/>
              <a:gd name="T9" fmla="*/ 0 60000 65536"/>
              <a:gd name="T10" fmla="*/ 0 60000 65536"/>
              <a:gd name="T11" fmla="*/ 0 60000 65536"/>
              <a:gd name="T12" fmla="*/ 0 w 1213"/>
              <a:gd name="T13" fmla="*/ 0 h 383"/>
              <a:gd name="T14" fmla="*/ 1213 w 1213"/>
              <a:gd name="T15" fmla="*/ 383 h 383"/>
            </a:gdLst>
            <a:ahLst/>
            <a:cxnLst>
              <a:cxn ang="T8">
                <a:pos x="T0" y="T1"/>
              </a:cxn>
              <a:cxn ang="T9">
                <a:pos x="T2" y="T3"/>
              </a:cxn>
              <a:cxn ang="T10">
                <a:pos x="T4" y="T5"/>
              </a:cxn>
              <a:cxn ang="T11">
                <a:pos x="T6" y="T7"/>
              </a:cxn>
            </a:cxnLst>
            <a:rect l="T12" t="T13" r="T14" b="T15"/>
            <a:pathLst>
              <a:path w="1213" h="383">
                <a:moveTo>
                  <a:pt x="1213" y="383"/>
                </a:moveTo>
                <a:lnTo>
                  <a:pt x="85" y="383"/>
                </a:lnTo>
                <a:lnTo>
                  <a:pt x="85" y="0"/>
                </a:lnTo>
                <a:lnTo>
                  <a:pt x="0" y="0"/>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4" name="Freeform 84">
            <a:extLst>
              <a:ext uri="{FF2B5EF4-FFF2-40B4-BE49-F238E27FC236}">
                <a16:creationId xmlns:a16="http://schemas.microsoft.com/office/drawing/2014/main" id="{83912ADC-60B9-4E97-8CE2-9B4E853E215D}"/>
              </a:ext>
            </a:extLst>
          </p:cNvPr>
          <p:cNvSpPr>
            <a:spLocks/>
          </p:cNvSpPr>
          <p:nvPr/>
        </p:nvSpPr>
        <p:spPr bwMode="auto">
          <a:xfrm>
            <a:off x="1835150" y="2824163"/>
            <a:ext cx="2635250" cy="304800"/>
          </a:xfrm>
          <a:custGeom>
            <a:avLst/>
            <a:gdLst>
              <a:gd name="T0" fmla="*/ 2147483646 w 3321"/>
              <a:gd name="T1" fmla="*/ 2147483646 h 383"/>
              <a:gd name="T2" fmla="*/ 2147483646 w 3321"/>
              <a:gd name="T3" fmla="*/ 2147483646 h 383"/>
              <a:gd name="T4" fmla="*/ 2147483646 w 3321"/>
              <a:gd name="T5" fmla="*/ 0 h 383"/>
              <a:gd name="T6" fmla="*/ 2147483646 w 3321"/>
              <a:gd name="T7" fmla="*/ 0 h 383"/>
              <a:gd name="T8" fmla="*/ 2147483646 w 3321"/>
              <a:gd name="T9" fmla="*/ 2147483646 h 383"/>
              <a:gd name="T10" fmla="*/ 0 w 3321"/>
              <a:gd name="T11" fmla="*/ 2147483646 h 383"/>
              <a:gd name="T12" fmla="*/ 0 60000 65536"/>
              <a:gd name="T13" fmla="*/ 0 60000 65536"/>
              <a:gd name="T14" fmla="*/ 0 60000 65536"/>
              <a:gd name="T15" fmla="*/ 0 60000 65536"/>
              <a:gd name="T16" fmla="*/ 0 60000 65536"/>
              <a:gd name="T17" fmla="*/ 0 60000 65536"/>
              <a:gd name="T18" fmla="*/ 0 w 3321"/>
              <a:gd name="T19" fmla="*/ 0 h 383"/>
              <a:gd name="T20" fmla="*/ 3321 w 3321"/>
              <a:gd name="T21" fmla="*/ 383 h 383"/>
            </a:gdLst>
            <a:ahLst/>
            <a:cxnLst>
              <a:cxn ang="T12">
                <a:pos x="T0" y="T1"/>
              </a:cxn>
              <a:cxn ang="T13">
                <a:pos x="T2" y="T3"/>
              </a:cxn>
              <a:cxn ang="T14">
                <a:pos x="T4" y="T5"/>
              </a:cxn>
              <a:cxn ang="T15">
                <a:pos x="T6" y="T7"/>
              </a:cxn>
              <a:cxn ang="T16">
                <a:pos x="T8" y="T9"/>
              </a:cxn>
              <a:cxn ang="T17">
                <a:pos x="T10" y="T11"/>
              </a:cxn>
            </a:cxnLst>
            <a:rect l="T18" t="T19" r="T20" b="T21"/>
            <a:pathLst>
              <a:path w="3321" h="383">
                <a:moveTo>
                  <a:pt x="3321" y="383"/>
                </a:moveTo>
                <a:lnTo>
                  <a:pt x="1575" y="383"/>
                </a:lnTo>
                <a:lnTo>
                  <a:pt x="1575" y="0"/>
                </a:lnTo>
                <a:lnTo>
                  <a:pt x="979" y="0"/>
                </a:lnTo>
                <a:lnTo>
                  <a:pt x="979" y="383"/>
                </a:lnTo>
                <a:lnTo>
                  <a:pt x="0" y="383"/>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5" name="Line 85">
            <a:extLst>
              <a:ext uri="{FF2B5EF4-FFF2-40B4-BE49-F238E27FC236}">
                <a16:creationId xmlns:a16="http://schemas.microsoft.com/office/drawing/2014/main" id="{A2D4FB21-1A21-45C9-90A4-1543DA83C22E}"/>
              </a:ext>
            </a:extLst>
          </p:cNvPr>
          <p:cNvSpPr>
            <a:spLocks noChangeShapeType="1"/>
          </p:cNvSpPr>
          <p:nvPr/>
        </p:nvSpPr>
        <p:spPr bwMode="auto">
          <a:xfrm flipV="1">
            <a:off x="4640263" y="3078163"/>
            <a:ext cx="66675"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6" name="Line 86">
            <a:extLst>
              <a:ext uri="{FF2B5EF4-FFF2-40B4-BE49-F238E27FC236}">
                <a16:creationId xmlns:a16="http://schemas.microsoft.com/office/drawing/2014/main" id="{FEE1B01B-4CB0-4EFD-88E8-6B20182F331B}"/>
              </a:ext>
            </a:extLst>
          </p:cNvPr>
          <p:cNvSpPr>
            <a:spLocks noChangeShapeType="1"/>
          </p:cNvSpPr>
          <p:nvPr/>
        </p:nvSpPr>
        <p:spPr bwMode="auto">
          <a:xfrm flipV="1">
            <a:off x="4706938" y="3078163"/>
            <a:ext cx="50800"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7" name="Line 87">
            <a:extLst>
              <a:ext uri="{FF2B5EF4-FFF2-40B4-BE49-F238E27FC236}">
                <a16:creationId xmlns:a16="http://schemas.microsoft.com/office/drawing/2014/main" id="{CEFE9D23-0839-4EAD-9558-26E10D5F6EE2}"/>
              </a:ext>
            </a:extLst>
          </p:cNvPr>
          <p:cNvSpPr>
            <a:spLocks noChangeShapeType="1"/>
          </p:cNvSpPr>
          <p:nvPr/>
        </p:nvSpPr>
        <p:spPr bwMode="auto">
          <a:xfrm flipH="1">
            <a:off x="4470400" y="3128963"/>
            <a:ext cx="18573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8" name="Line 88">
            <a:extLst>
              <a:ext uri="{FF2B5EF4-FFF2-40B4-BE49-F238E27FC236}">
                <a16:creationId xmlns:a16="http://schemas.microsoft.com/office/drawing/2014/main" id="{A88603B1-D8E3-4CC4-B5C1-2359EB06884C}"/>
              </a:ext>
            </a:extLst>
          </p:cNvPr>
          <p:cNvSpPr>
            <a:spLocks noChangeShapeType="1"/>
          </p:cNvSpPr>
          <p:nvPr/>
        </p:nvSpPr>
        <p:spPr bwMode="auto">
          <a:xfrm>
            <a:off x="4741863" y="3128963"/>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49" name="Line 89">
            <a:extLst>
              <a:ext uri="{FF2B5EF4-FFF2-40B4-BE49-F238E27FC236}">
                <a16:creationId xmlns:a16="http://schemas.microsoft.com/office/drawing/2014/main" id="{15920D4C-ACFB-4653-A949-309375534402}"/>
              </a:ext>
            </a:extLst>
          </p:cNvPr>
          <p:cNvSpPr>
            <a:spLocks noChangeShapeType="1"/>
          </p:cNvSpPr>
          <p:nvPr/>
        </p:nvSpPr>
        <p:spPr bwMode="auto">
          <a:xfrm flipV="1">
            <a:off x="6311900" y="3078163"/>
            <a:ext cx="68263"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0" name="Line 90">
            <a:extLst>
              <a:ext uri="{FF2B5EF4-FFF2-40B4-BE49-F238E27FC236}">
                <a16:creationId xmlns:a16="http://schemas.microsoft.com/office/drawing/2014/main" id="{1CA6FDD0-0757-401D-8389-43BCD6D2B237}"/>
              </a:ext>
            </a:extLst>
          </p:cNvPr>
          <p:cNvSpPr>
            <a:spLocks noChangeShapeType="1"/>
          </p:cNvSpPr>
          <p:nvPr/>
        </p:nvSpPr>
        <p:spPr bwMode="auto">
          <a:xfrm flipV="1">
            <a:off x="6380163" y="3078163"/>
            <a:ext cx="68262" cy="117475"/>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1" name="Line 91">
            <a:extLst>
              <a:ext uri="{FF2B5EF4-FFF2-40B4-BE49-F238E27FC236}">
                <a16:creationId xmlns:a16="http://schemas.microsoft.com/office/drawing/2014/main" id="{7E17EBC5-2C83-4A38-8F54-9470D200F917}"/>
              </a:ext>
            </a:extLst>
          </p:cNvPr>
          <p:cNvSpPr>
            <a:spLocks noChangeShapeType="1"/>
          </p:cNvSpPr>
          <p:nvPr/>
        </p:nvSpPr>
        <p:spPr bwMode="auto">
          <a:xfrm flipH="1">
            <a:off x="6143625" y="3128963"/>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2" name="Line 92">
            <a:extLst>
              <a:ext uri="{FF2B5EF4-FFF2-40B4-BE49-F238E27FC236}">
                <a16:creationId xmlns:a16="http://schemas.microsoft.com/office/drawing/2014/main" id="{2F766534-7562-4140-ACF8-5A36A84CF160}"/>
              </a:ext>
            </a:extLst>
          </p:cNvPr>
          <p:cNvSpPr>
            <a:spLocks noChangeShapeType="1"/>
          </p:cNvSpPr>
          <p:nvPr/>
        </p:nvSpPr>
        <p:spPr bwMode="auto">
          <a:xfrm>
            <a:off x="6413500" y="3128963"/>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3" name="Line 93">
            <a:extLst>
              <a:ext uri="{FF2B5EF4-FFF2-40B4-BE49-F238E27FC236}">
                <a16:creationId xmlns:a16="http://schemas.microsoft.com/office/drawing/2014/main" id="{4D4D7CAA-D404-4A59-8F32-8622D84502B6}"/>
              </a:ext>
            </a:extLst>
          </p:cNvPr>
          <p:cNvSpPr>
            <a:spLocks noChangeShapeType="1"/>
          </p:cNvSpPr>
          <p:nvPr/>
        </p:nvSpPr>
        <p:spPr bwMode="auto">
          <a:xfrm flipH="1">
            <a:off x="4943475" y="3128963"/>
            <a:ext cx="120015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4" name="Line 94">
            <a:extLst>
              <a:ext uri="{FF2B5EF4-FFF2-40B4-BE49-F238E27FC236}">
                <a16:creationId xmlns:a16="http://schemas.microsoft.com/office/drawing/2014/main" id="{B5940746-D75F-4F17-8ABD-2B0D835C1D3D}"/>
              </a:ext>
            </a:extLst>
          </p:cNvPr>
          <p:cNvSpPr>
            <a:spLocks noChangeShapeType="1"/>
          </p:cNvSpPr>
          <p:nvPr/>
        </p:nvSpPr>
        <p:spPr bwMode="auto">
          <a:xfrm flipH="1">
            <a:off x="6616700" y="3128963"/>
            <a:ext cx="963613"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5" name="Line 95">
            <a:extLst>
              <a:ext uri="{FF2B5EF4-FFF2-40B4-BE49-F238E27FC236}">
                <a16:creationId xmlns:a16="http://schemas.microsoft.com/office/drawing/2014/main" id="{9E18A4EB-1F13-4A51-9B72-AC9F8A7BBF6C}"/>
              </a:ext>
            </a:extLst>
          </p:cNvPr>
          <p:cNvSpPr>
            <a:spLocks noChangeShapeType="1"/>
          </p:cNvSpPr>
          <p:nvPr/>
        </p:nvSpPr>
        <p:spPr bwMode="auto">
          <a:xfrm flipH="1">
            <a:off x="1835150" y="3668713"/>
            <a:ext cx="143668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6" name="Line 96">
            <a:extLst>
              <a:ext uri="{FF2B5EF4-FFF2-40B4-BE49-F238E27FC236}">
                <a16:creationId xmlns:a16="http://schemas.microsoft.com/office/drawing/2014/main" id="{83C82314-A232-45B7-8EB9-89A9B8F5F1FA}"/>
              </a:ext>
            </a:extLst>
          </p:cNvPr>
          <p:cNvSpPr>
            <a:spLocks noChangeShapeType="1"/>
          </p:cNvSpPr>
          <p:nvPr/>
        </p:nvSpPr>
        <p:spPr bwMode="auto">
          <a:xfrm flipV="1">
            <a:off x="3440113" y="3602038"/>
            <a:ext cx="68262"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7" name="Line 97">
            <a:extLst>
              <a:ext uri="{FF2B5EF4-FFF2-40B4-BE49-F238E27FC236}">
                <a16:creationId xmlns:a16="http://schemas.microsoft.com/office/drawing/2014/main" id="{4F5A6785-6996-41FB-A3F5-A093B6EC3BD7}"/>
              </a:ext>
            </a:extLst>
          </p:cNvPr>
          <p:cNvSpPr>
            <a:spLocks noChangeShapeType="1"/>
          </p:cNvSpPr>
          <p:nvPr/>
        </p:nvSpPr>
        <p:spPr bwMode="auto">
          <a:xfrm flipV="1">
            <a:off x="3508375" y="3602038"/>
            <a:ext cx="50800"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8" name="Line 98">
            <a:extLst>
              <a:ext uri="{FF2B5EF4-FFF2-40B4-BE49-F238E27FC236}">
                <a16:creationId xmlns:a16="http://schemas.microsoft.com/office/drawing/2014/main" id="{FB07F747-23F9-457D-AEAC-291E17E9E1DD}"/>
              </a:ext>
            </a:extLst>
          </p:cNvPr>
          <p:cNvSpPr>
            <a:spLocks noChangeShapeType="1"/>
          </p:cNvSpPr>
          <p:nvPr/>
        </p:nvSpPr>
        <p:spPr bwMode="auto">
          <a:xfrm flipH="1">
            <a:off x="3271838" y="3668713"/>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59" name="Line 99">
            <a:extLst>
              <a:ext uri="{FF2B5EF4-FFF2-40B4-BE49-F238E27FC236}">
                <a16:creationId xmlns:a16="http://schemas.microsoft.com/office/drawing/2014/main" id="{966A93C1-2C15-4138-BECA-6B1B5B9D1FEE}"/>
              </a:ext>
            </a:extLst>
          </p:cNvPr>
          <p:cNvSpPr>
            <a:spLocks noChangeShapeType="1"/>
          </p:cNvSpPr>
          <p:nvPr/>
        </p:nvSpPr>
        <p:spPr bwMode="auto">
          <a:xfrm>
            <a:off x="3541713" y="3668713"/>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0" name="Line 100">
            <a:extLst>
              <a:ext uri="{FF2B5EF4-FFF2-40B4-BE49-F238E27FC236}">
                <a16:creationId xmlns:a16="http://schemas.microsoft.com/office/drawing/2014/main" id="{559EF8DE-8BE4-49D4-8511-2155B81E30D6}"/>
              </a:ext>
            </a:extLst>
          </p:cNvPr>
          <p:cNvSpPr>
            <a:spLocks noChangeShapeType="1"/>
          </p:cNvSpPr>
          <p:nvPr/>
        </p:nvSpPr>
        <p:spPr bwMode="auto">
          <a:xfrm flipH="1">
            <a:off x="3744913" y="3668713"/>
            <a:ext cx="725487"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1" name="Line 101">
            <a:extLst>
              <a:ext uri="{FF2B5EF4-FFF2-40B4-BE49-F238E27FC236}">
                <a16:creationId xmlns:a16="http://schemas.microsoft.com/office/drawing/2014/main" id="{83F36ED2-9008-4866-9B34-EFA23344183D}"/>
              </a:ext>
            </a:extLst>
          </p:cNvPr>
          <p:cNvSpPr>
            <a:spLocks noChangeShapeType="1"/>
          </p:cNvSpPr>
          <p:nvPr/>
        </p:nvSpPr>
        <p:spPr bwMode="auto">
          <a:xfrm flipV="1">
            <a:off x="4640263" y="3602038"/>
            <a:ext cx="66675"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2" name="Line 102">
            <a:extLst>
              <a:ext uri="{FF2B5EF4-FFF2-40B4-BE49-F238E27FC236}">
                <a16:creationId xmlns:a16="http://schemas.microsoft.com/office/drawing/2014/main" id="{8FCF37F2-257E-4B02-892C-4E7B324DE8D1}"/>
              </a:ext>
            </a:extLst>
          </p:cNvPr>
          <p:cNvSpPr>
            <a:spLocks noChangeShapeType="1"/>
          </p:cNvSpPr>
          <p:nvPr/>
        </p:nvSpPr>
        <p:spPr bwMode="auto">
          <a:xfrm flipV="1">
            <a:off x="4706938" y="3602038"/>
            <a:ext cx="50800"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3" name="Line 103">
            <a:extLst>
              <a:ext uri="{FF2B5EF4-FFF2-40B4-BE49-F238E27FC236}">
                <a16:creationId xmlns:a16="http://schemas.microsoft.com/office/drawing/2014/main" id="{4EEF5546-57AE-4AC9-B7B2-AED9142379F4}"/>
              </a:ext>
            </a:extLst>
          </p:cNvPr>
          <p:cNvSpPr>
            <a:spLocks noChangeShapeType="1"/>
          </p:cNvSpPr>
          <p:nvPr/>
        </p:nvSpPr>
        <p:spPr bwMode="auto">
          <a:xfrm flipH="1">
            <a:off x="4470400" y="3668713"/>
            <a:ext cx="185738"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4" name="Line 104">
            <a:extLst>
              <a:ext uri="{FF2B5EF4-FFF2-40B4-BE49-F238E27FC236}">
                <a16:creationId xmlns:a16="http://schemas.microsoft.com/office/drawing/2014/main" id="{B9F66538-8B88-46D7-A671-C5858AA0050B}"/>
              </a:ext>
            </a:extLst>
          </p:cNvPr>
          <p:cNvSpPr>
            <a:spLocks noChangeShapeType="1"/>
          </p:cNvSpPr>
          <p:nvPr/>
        </p:nvSpPr>
        <p:spPr bwMode="auto">
          <a:xfrm>
            <a:off x="4741863" y="3668713"/>
            <a:ext cx="201612"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5" name="Freeform 105">
            <a:extLst>
              <a:ext uri="{FF2B5EF4-FFF2-40B4-BE49-F238E27FC236}">
                <a16:creationId xmlns:a16="http://schemas.microsoft.com/office/drawing/2014/main" id="{16634418-377E-4B92-956E-A3BDB557F2A0}"/>
              </a:ext>
            </a:extLst>
          </p:cNvPr>
          <p:cNvSpPr>
            <a:spLocks/>
          </p:cNvSpPr>
          <p:nvPr/>
        </p:nvSpPr>
        <p:spPr bwMode="auto">
          <a:xfrm>
            <a:off x="4943475" y="3365500"/>
            <a:ext cx="1200150" cy="303213"/>
          </a:xfrm>
          <a:custGeom>
            <a:avLst/>
            <a:gdLst>
              <a:gd name="T0" fmla="*/ 2147483646 w 1511"/>
              <a:gd name="T1" fmla="*/ 2147483646 h 383"/>
              <a:gd name="T2" fmla="*/ 2147483646 w 1511"/>
              <a:gd name="T3" fmla="*/ 2147483646 h 383"/>
              <a:gd name="T4" fmla="*/ 2147483646 w 1511"/>
              <a:gd name="T5" fmla="*/ 0 h 383"/>
              <a:gd name="T6" fmla="*/ 2147483646 w 1511"/>
              <a:gd name="T7" fmla="*/ 0 h 383"/>
              <a:gd name="T8" fmla="*/ 2147483646 w 1511"/>
              <a:gd name="T9" fmla="*/ 2147483646 h 383"/>
              <a:gd name="T10" fmla="*/ 0 w 1511"/>
              <a:gd name="T11" fmla="*/ 2147483646 h 383"/>
              <a:gd name="T12" fmla="*/ 0 60000 65536"/>
              <a:gd name="T13" fmla="*/ 0 60000 65536"/>
              <a:gd name="T14" fmla="*/ 0 60000 65536"/>
              <a:gd name="T15" fmla="*/ 0 60000 65536"/>
              <a:gd name="T16" fmla="*/ 0 60000 65536"/>
              <a:gd name="T17" fmla="*/ 0 60000 65536"/>
              <a:gd name="T18" fmla="*/ 0 w 1511"/>
              <a:gd name="T19" fmla="*/ 0 h 383"/>
              <a:gd name="T20" fmla="*/ 1511 w 1511"/>
              <a:gd name="T21" fmla="*/ 383 h 383"/>
            </a:gdLst>
            <a:ahLst/>
            <a:cxnLst>
              <a:cxn ang="T12">
                <a:pos x="T0" y="T1"/>
              </a:cxn>
              <a:cxn ang="T13">
                <a:pos x="T2" y="T3"/>
              </a:cxn>
              <a:cxn ang="T14">
                <a:pos x="T4" y="T5"/>
              </a:cxn>
              <a:cxn ang="T15">
                <a:pos x="T6" y="T7"/>
              </a:cxn>
              <a:cxn ang="T16">
                <a:pos x="T8" y="T9"/>
              </a:cxn>
              <a:cxn ang="T17">
                <a:pos x="T10" y="T11"/>
              </a:cxn>
            </a:cxnLst>
            <a:rect l="T18" t="T19" r="T20" b="T21"/>
            <a:pathLst>
              <a:path w="1511" h="383">
                <a:moveTo>
                  <a:pt x="1511" y="383"/>
                </a:moveTo>
                <a:lnTo>
                  <a:pt x="1277" y="383"/>
                </a:lnTo>
                <a:lnTo>
                  <a:pt x="1277" y="0"/>
                </a:lnTo>
                <a:lnTo>
                  <a:pt x="681" y="0"/>
                </a:lnTo>
                <a:lnTo>
                  <a:pt x="681" y="383"/>
                </a:lnTo>
                <a:lnTo>
                  <a:pt x="0" y="383"/>
                </a:lnTo>
              </a:path>
            </a:pathLst>
          </a:custGeom>
          <a:noFill/>
          <a:ln w="2857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6" name="Line 106">
            <a:extLst>
              <a:ext uri="{FF2B5EF4-FFF2-40B4-BE49-F238E27FC236}">
                <a16:creationId xmlns:a16="http://schemas.microsoft.com/office/drawing/2014/main" id="{926B1C6E-E976-4706-88E6-7BC8D3644BE4}"/>
              </a:ext>
            </a:extLst>
          </p:cNvPr>
          <p:cNvSpPr>
            <a:spLocks noChangeShapeType="1"/>
          </p:cNvSpPr>
          <p:nvPr/>
        </p:nvSpPr>
        <p:spPr bwMode="auto">
          <a:xfrm flipV="1">
            <a:off x="6311900" y="3602038"/>
            <a:ext cx="68263"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7" name="Line 107">
            <a:extLst>
              <a:ext uri="{FF2B5EF4-FFF2-40B4-BE49-F238E27FC236}">
                <a16:creationId xmlns:a16="http://schemas.microsoft.com/office/drawing/2014/main" id="{4F268B4B-DEEE-4482-99E6-C2B079D05734}"/>
              </a:ext>
            </a:extLst>
          </p:cNvPr>
          <p:cNvSpPr>
            <a:spLocks noChangeShapeType="1"/>
          </p:cNvSpPr>
          <p:nvPr/>
        </p:nvSpPr>
        <p:spPr bwMode="auto">
          <a:xfrm flipV="1">
            <a:off x="6380163" y="3602038"/>
            <a:ext cx="68262" cy="13493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8" name="Line 108">
            <a:extLst>
              <a:ext uri="{FF2B5EF4-FFF2-40B4-BE49-F238E27FC236}">
                <a16:creationId xmlns:a16="http://schemas.microsoft.com/office/drawing/2014/main" id="{148B499D-117E-489A-992B-068042715CC7}"/>
              </a:ext>
            </a:extLst>
          </p:cNvPr>
          <p:cNvSpPr>
            <a:spLocks noChangeShapeType="1"/>
          </p:cNvSpPr>
          <p:nvPr/>
        </p:nvSpPr>
        <p:spPr bwMode="auto">
          <a:xfrm flipH="1">
            <a:off x="6143625" y="3668713"/>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69" name="Line 109">
            <a:extLst>
              <a:ext uri="{FF2B5EF4-FFF2-40B4-BE49-F238E27FC236}">
                <a16:creationId xmlns:a16="http://schemas.microsoft.com/office/drawing/2014/main" id="{6CAFCD2E-E882-4F10-91DC-CAC0C451DEE9}"/>
              </a:ext>
            </a:extLst>
          </p:cNvPr>
          <p:cNvSpPr>
            <a:spLocks noChangeShapeType="1"/>
          </p:cNvSpPr>
          <p:nvPr/>
        </p:nvSpPr>
        <p:spPr bwMode="auto">
          <a:xfrm>
            <a:off x="6413500" y="3668713"/>
            <a:ext cx="203200"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0" name="Line 110">
            <a:extLst>
              <a:ext uri="{FF2B5EF4-FFF2-40B4-BE49-F238E27FC236}">
                <a16:creationId xmlns:a16="http://schemas.microsoft.com/office/drawing/2014/main" id="{0CE89E00-7FA9-4599-912E-6755B1B14FA7}"/>
              </a:ext>
            </a:extLst>
          </p:cNvPr>
          <p:cNvSpPr>
            <a:spLocks noChangeShapeType="1"/>
          </p:cNvSpPr>
          <p:nvPr/>
        </p:nvSpPr>
        <p:spPr bwMode="auto">
          <a:xfrm flipH="1">
            <a:off x="6616700" y="3668713"/>
            <a:ext cx="963613" cy="1587"/>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1" name="Freeform 111">
            <a:extLst>
              <a:ext uri="{FF2B5EF4-FFF2-40B4-BE49-F238E27FC236}">
                <a16:creationId xmlns:a16="http://schemas.microsoft.com/office/drawing/2014/main" id="{351165DF-8571-4B4D-AB5B-6614BA67F9E3}"/>
              </a:ext>
            </a:extLst>
          </p:cNvPr>
          <p:cNvSpPr>
            <a:spLocks/>
          </p:cNvSpPr>
          <p:nvPr/>
        </p:nvSpPr>
        <p:spPr bwMode="auto">
          <a:xfrm>
            <a:off x="2071688"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2" name="Line 112">
            <a:extLst>
              <a:ext uri="{FF2B5EF4-FFF2-40B4-BE49-F238E27FC236}">
                <a16:creationId xmlns:a16="http://schemas.microsoft.com/office/drawing/2014/main" id="{A25CD895-0C83-4EFB-99D9-DFC152E3ABD9}"/>
              </a:ext>
            </a:extLst>
          </p:cNvPr>
          <p:cNvSpPr>
            <a:spLocks noChangeShapeType="1"/>
          </p:cNvSpPr>
          <p:nvPr/>
        </p:nvSpPr>
        <p:spPr bwMode="auto">
          <a:xfrm flipV="1">
            <a:off x="2071688"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3" name="Freeform 113">
            <a:extLst>
              <a:ext uri="{FF2B5EF4-FFF2-40B4-BE49-F238E27FC236}">
                <a16:creationId xmlns:a16="http://schemas.microsoft.com/office/drawing/2014/main" id="{B39227ED-524D-47A2-A073-9409F98EBAAC}"/>
              </a:ext>
            </a:extLst>
          </p:cNvPr>
          <p:cNvSpPr>
            <a:spLocks/>
          </p:cNvSpPr>
          <p:nvPr/>
        </p:nvSpPr>
        <p:spPr bwMode="auto">
          <a:xfrm>
            <a:off x="2544763"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4" name="Line 114">
            <a:extLst>
              <a:ext uri="{FF2B5EF4-FFF2-40B4-BE49-F238E27FC236}">
                <a16:creationId xmlns:a16="http://schemas.microsoft.com/office/drawing/2014/main" id="{9C8EAD71-A388-4257-9111-04C7ED88B93A}"/>
              </a:ext>
            </a:extLst>
          </p:cNvPr>
          <p:cNvSpPr>
            <a:spLocks noChangeShapeType="1"/>
          </p:cNvSpPr>
          <p:nvPr/>
        </p:nvSpPr>
        <p:spPr bwMode="auto">
          <a:xfrm flipV="1">
            <a:off x="2544763"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5" name="Freeform 115">
            <a:extLst>
              <a:ext uri="{FF2B5EF4-FFF2-40B4-BE49-F238E27FC236}">
                <a16:creationId xmlns:a16="http://schemas.microsoft.com/office/drawing/2014/main" id="{B6B14659-B6EA-4D20-83BD-39DE73A46EB9}"/>
              </a:ext>
            </a:extLst>
          </p:cNvPr>
          <p:cNvSpPr>
            <a:spLocks/>
          </p:cNvSpPr>
          <p:nvPr/>
        </p:nvSpPr>
        <p:spPr bwMode="auto">
          <a:xfrm>
            <a:off x="3035300" y="1573213"/>
            <a:ext cx="1588" cy="2332037"/>
          </a:xfrm>
          <a:custGeom>
            <a:avLst/>
            <a:gdLst>
              <a:gd name="T0" fmla="*/ 0 w 1588"/>
              <a:gd name="T1" fmla="*/ 2147483646 h 2938"/>
              <a:gd name="T2" fmla="*/ 0 w 1588"/>
              <a:gd name="T3" fmla="*/ 0 h 2938"/>
              <a:gd name="T4" fmla="*/ 0 w 1588"/>
              <a:gd name="T5" fmla="*/ 2147483646 h 2938"/>
              <a:gd name="T6" fmla="*/ 0 60000 65536"/>
              <a:gd name="T7" fmla="*/ 0 60000 65536"/>
              <a:gd name="T8" fmla="*/ 0 60000 65536"/>
              <a:gd name="T9" fmla="*/ 0 w 1588"/>
              <a:gd name="T10" fmla="*/ 0 h 2938"/>
              <a:gd name="T11" fmla="*/ 1588 w 1588"/>
              <a:gd name="T12" fmla="*/ 2938 h 2938"/>
            </a:gdLst>
            <a:ahLst/>
            <a:cxnLst>
              <a:cxn ang="T6">
                <a:pos x="T0" y="T1"/>
              </a:cxn>
              <a:cxn ang="T7">
                <a:pos x="T2" y="T3"/>
              </a:cxn>
              <a:cxn ang="T8">
                <a:pos x="T4" y="T5"/>
              </a:cxn>
            </a:cxnLst>
            <a:rect l="T9" t="T10" r="T11" b="T12"/>
            <a:pathLst>
              <a:path w="1588"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6" name="Line 116">
            <a:extLst>
              <a:ext uri="{FF2B5EF4-FFF2-40B4-BE49-F238E27FC236}">
                <a16:creationId xmlns:a16="http://schemas.microsoft.com/office/drawing/2014/main" id="{F5B3C085-3BCC-4CD1-94FA-BECF3C36A628}"/>
              </a:ext>
            </a:extLst>
          </p:cNvPr>
          <p:cNvSpPr>
            <a:spLocks noChangeShapeType="1"/>
          </p:cNvSpPr>
          <p:nvPr/>
        </p:nvSpPr>
        <p:spPr bwMode="auto">
          <a:xfrm flipV="1">
            <a:off x="3035300" y="1573213"/>
            <a:ext cx="1588"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7" name="Freeform 117">
            <a:extLst>
              <a:ext uri="{FF2B5EF4-FFF2-40B4-BE49-F238E27FC236}">
                <a16:creationId xmlns:a16="http://schemas.microsoft.com/office/drawing/2014/main" id="{A54EDA48-9913-4A32-AA6F-8539ED48D78D}"/>
              </a:ext>
            </a:extLst>
          </p:cNvPr>
          <p:cNvSpPr>
            <a:spLocks/>
          </p:cNvSpPr>
          <p:nvPr/>
        </p:nvSpPr>
        <p:spPr bwMode="auto">
          <a:xfrm>
            <a:off x="3744913"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8" name="Line 118">
            <a:extLst>
              <a:ext uri="{FF2B5EF4-FFF2-40B4-BE49-F238E27FC236}">
                <a16:creationId xmlns:a16="http://schemas.microsoft.com/office/drawing/2014/main" id="{FD77E829-09C1-4ED0-8583-1CE7D33CF582}"/>
              </a:ext>
            </a:extLst>
          </p:cNvPr>
          <p:cNvSpPr>
            <a:spLocks noChangeShapeType="1"/>
          </p:cNvSpPr>
          <p:nvPr/>
        </p:nvSpPr>
        <p:spPr bwMode="auto">
          <a:xfrm flipV="1">
            <a:off x="3744913"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79" name="Freeform 119">
            <a:extLst>
              <a:ext uri="{FF2B5EF4-FFF2-40B4-BE49-F238E27FC236}">
                <a16:creationId xmlns:a16="http://schemas.microsoft.com/office/drawing/2014/main" id="{3854257E-91F0-47DC-9101-79EE2348B5D2}"/>
              </a:ext>
            </a:extLst>
          </p:cNvPr>
          <p:cNvSpPr>
            <a:spLocks/>
          </p:cNvSpPr>
          <p:nvPr/>
        </p:nvSpPr>
        <p:spPr bwMode="auto">
          <a:xfrm>
            <a:off x="4217988"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0" name="Line 120">
            <a:extLst>
              <a:ext uri="{FF2B5EF4-FFF2-40B4-BE49-F238E27FC236}">
                <a16:creationId xmlns:a16="http://schemas.microsoft.com/office/drawing/2014/main" id="{8DCC39D9-E6E1-4864-BA40-0705B62DFFCE}"/>
              </a:ext>
            </a:extLst>
          </p:cNvPr>
          <p:cNvSpPr>
            <a:spLocks noChangeShapeType="1"/>
          </p:cNvSpPr>
          <p:nvPr/>
        </p:nvSpPr>
        <p:spPr bwMode="auto">
          <a:xfrm flipV="1">
            <a:off x="4217988"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1" name="Freeform 121">
            <a:extLst>
              <a:ext uri="{FF2B5EF4-FFF2-40B4-BE49-F238E27FC236}">
                <a16:creationId xmlns:a16="http://schemas.microsoft.com/office/drawing/2014/main" id="{CDDE3694-5BA3-4EB4-BB49-158C14D1402D}"/>
              </a:ext>
            </a:extLst>
          </p:cNvPr>
          <p:cNvSpPr>
            <a:spLocks/>
          </p:cNvSpPr>
          <p:nvPr/>
        </p:nvSpPr>
        <p:spPr bwMode="auto">
          <a:xfrm>
            <a:off x="4943475" y="1573213"/>
            <a:ext cx="1588" cy="2332037"/>
          </a:xfrm>
          <a:custGeom>
            <a:avLst/>
            <a:gdLst>
              <a:gd name="T0" fmla="*/ 0 w 1588"/>
              <a:gd name="T1" fmla="*/ 2147483646 h 2938"/>
              <a:gd name="T2" fmla="*/ 0 w 1588"/>
              <a:gd name="T3" fmla="*/ 0 h 2938"/>
              <a:gd name="T4" fmla="*/ 0 w 1588"/>
              <a:gd name="T5" fmla="*/ 2147483646 h 2938"/>
              <a:gd name="T6" fmla="*/ 0 60000 65536"/>
              <a:gd name="T7" fmla="*/ 0 60000 65536"/>
              <a:gd name="T8" fmla="*/ 0 60000 65536"/>
              <a:gd name="T9" fmla="*/ 0 w 1588"/>
              <a:gd name="T10" fmla="*/ 0 h 2938"/>
              <a:gd name="T11" fmla="*/ 1588 w 1588"/>
              <a:gd name="T12" fmla="*/ 2938 h 2938"/>
            </a:gdLst>
            <a:ahLst/>
            <a:cxnLst>
              <a:cxn ang="T6">
                <a:pos x="T0" y="T1"/>
              </a:cxn>
              <a:cxn ang="T7">
                <a:pos x="T2" y="T3"/>
              </a:cxn>
              <a:cxn ang="T8">
                <a:pos x="T4" y="T5"/>
              </a:cxn>
            </a:cxnLst>
            <a:rect l="T9" t="T10" r="T11" b="T12"/>
            <a:pathLst>
              <a:path w="1588"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2" name="Line 122">
            <a:extLst>
              <a:ext uri="{FF2B5EF4-FFF2-40B4-BE49-F238E27FC236}">
                <a16:creationId xmlns:a16="http://schemas.microsoft.com/office/drawing/2014/main" id="{C3F24F79-03B5-46D9-8FAC-C79A4FF27568}"/>
              </a:ext>
            </a:extLst>
          </p:cNvPr>
          <p:cNvSpPr>
            <a:spLocks noChangeShapeType="1"/>
          </p:cNvSpPr>
          <p:nvPr/>
        </p:nvSpPr>
        <p:spPr bwMode="auto">
          <a:xfrm flipV="1">
            <a:off x="4943475" y="1573213"/>
            <a:ext cx="1588"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3" name="Freeform 123">
            <a:extLst>
              <a:ext uri="{FF2B5EF4-FFF2-40B4-BE49-F238E27FC236}">
                <a16:creationId xmlns:a16="http://schemas.microsoft.com/office/drawing/2014/main" id="{024C41D8-4F5E-4E01-B606-3E340DB7ACF1}"/>
              </a:ext>
            </a:extLst>
          </p:cNvPr>
          <p:cNvSpPr>
            <a:spLocks/>
          </p:cNvSpPr>
          <p:nvPr/>
        </p:nvSpPr>
        <p:spPr bwMode="auto">
          <a:xfrm>
            <a:off x="5416550" y="1573213"/>
            <a:ext cx="1588" cy="2332037"/>
          </a:xfrm>
          <a:custGeom>
            <a:avLst/>
            <a:gdLst>
              <a:gd name="T0" fmla="*/ 0 w 1588"/>
              <a:gd name="T1" fmla="*/ 2147483646 h 2938"/>
              <a:gd name="T2" fmla="*/ 0 w 1588"/>
              <a:gd name="T3" fmla="*/ 0 h 2938"/>
              <a:gd name="T4" fmla="*/ 0 w 1588"/>
              <a:gd name="T5" fmla="*/ 2147483646 h 2938"/>
              <a:gd name="T6" fmla="*/ 0 60000 65536"/>
              <a:gd name="T7" fmla="*/ 0 60000 65536"/>
              <a:gd name="T8" fmla="*/ 0 60000 65536"/>
              <a:gd name="T9" fmla="*/ 0 w 1588"/>
              <a:gd name="T10" fmla="*/ 0 h 2938"/>
              <a:gd name="T11" fmla="*/ 1588 w 1588"/>
              <a:gd name="T12" fmla="*/ 2938 h 2938"/>
            </a:gdLst>
            <a:ahLst/>
            <a:cxnLst>
              <a:cxn ang="T6">
                <a:pos x="T0" y="T1"/>
              </a:cxn>
              <a:cxn ang="T7">
                <a:pos x="T2" y="T3"/>
              </a:cxn>
              <a:cxn ang="T8">
                <a:pos x="T4" y="T5"/>
              </a:cxn>
            </a:cxnLst>
            <a:rect l="T9" t="T10" r="T11" b="T12"/>
            <a:pathLst>
              <a:path w="1588"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4" name="Line 124">
            <a:extLst>
              <a:ext uri="{FF2B5EF4-FFF2-40B4-BE49-F238E27FC236}">
                <a16:creationId xmlns:a16="http://schemas.microsoft.com/office/drawing/2014/main" id="{C813D597-54E5-4FE3-A2E6-ABDEDF214F8B}"/>
              </a:ext>
            </a:extLst>
          </p:cNvPr>
          <p:cNvSpPr>
            <a:spLocks noChangeShapeType="1"/>
          </p:cNvSpPr>
          <p:nvPr/>
        </p:nvSpPr>
        <p:spPr bwMode="auto">
          <a:xfrm flipV="1">
            <a:off x="5416550" y="1573213"/>
            <a:ext cx="1588"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5" name="Freeform 125">
            <a:extLst>
              <a:ext uri="{FF2B5EF4-FFF2-40B4-BE49-F238E27FC236}">
                <a16:creationId xmlns:a16="http://schemas.microsoft.com/office/drawing/2014/main" id="{DCF913A0-611E-490B-ADA7-85A1C531C50E}"/>
              </a:ext>
            </a:extLst>
          </p:cNvPr>
          <p:cNvSpPr>
            <a:spLocks/>
          </p:cNvSpPr>
          <p:nvPr/>
        </p:nvSpPr>
        <p:spPr bwMode="auto">
          <a:xfrm>
            <a:off x="5907088"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6" name="Line 126">
            <a:extLst>
              <a:ext uri="{FF2B5EF4-FFF2-40B4-BE49-F238E27FC236}">
                <a16:creationId xmlns:a16="http://schemas.microsoft.com/office/drawing/2014/main" id="{C5E62B0F-A92E-436A-94D4-57E628EB3E6C}"/>
              </a:ext>
            </a:extLst>
          </p:cNvPr>
          <p:cNvSpPr>
            <a:spLocks noChangeShapeType="1"/>
          </p:cNvSpPr>
          <p:nvPr/>
        </p:nvSpPr>
        <p:spPr bwMode="auto">
          <a:xfrm flipV="1">
            <a:off x="5907088"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7" name="Freeform 127">
            <a:extLst>
              <a:ext uri="{FF2B5EF4-FFF2-40B4-BE49-F238E27FC236}">
                <a16:creationId xmlns:a16="http://schemas.microsoft.com/office/drawing/2014/main" id="{85D59529-A099-4503-89E0-066924838B7C}"/>
              </a:ext>
            </a:extLst>
          </p:cNvPr>
          <p:cNvSpPr>
            <a:spLocks/>
          </p:cNvSpPr>
          <p:nvPr/>
        </p:nvSpPr>
        <p:spPr bwMode="auto">
          <a:xfrm>
            <a:off x="6616700" y="1573213"/>
            <a:ext cx="1588" cy="2332037"/>
          </a:xfrm>
          <a:custGeom>
            <a:avLst/>
            <a:gdLst>
              <a:gd name="T0" fmla="*/ 0 w 1588"/>
              <a:gd name="T1" fmla="*/ 2147483646 h 2938"/>
              <a:gd name="T2" fmla="*/ 0 w 1588"/>
              <a:gd name="T3" fmla="*/ 0 h 2938"/>
              <a:gd name="T4" fmla="*/ 0 w 1588"/>
              <a:gd name="T5" fmla="*/ 2147483646 h 2938"/>
              <a:gd name="T6" fmla="*/ 0 60000 65536"/>
              <a:gd name="T7" fmla="*/ 0 60000 65536"/>
              <a:gd name="T8" fmla="*/ 0 60000 65536"/>
              <a:gd name="T9" fmla="*/ 0 w 1588"/>
              <a:gd name="T10" fmla="*/ 0 h 2938"/>
              <a:gd name="T11" fmla="*/ 1588 w 1588"/>
              <a:gd name="T12" fmla="*/ 2938 h 2938"/>
            </a:gdLst>
            <a:ahLst/>
            <a:cxnLst>
              <a:cxn ang="T6">
                <a:pos x="T0" y="T1"/>
              </a:cxn>
              <a:cxn ang="T7">
                <a:pos x="T2" y="T3"/>
              </a:cxn>
              <a:cxn ang="T8">
                <a:pos x="T4" y="T5"/>
              </a:cxn>
            </a:cxnLst>
            <a:rect l="T9" t="T10" r="T11" b="T12"/>
            <a:pathLst>
              <a:path w="1588"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8" name="Line 128">
            <a:extLst>
              <a:ext uri="{FF2B5EF4-FFF2-40B4-BE49-F238E27FC236}">
                <a16:creationId xmlns:a16="http://schemas.microsoft.com/office/drawing/2014/main" id="{DF11C7AC-6720-4842-9617-52AB6229A648}"/>
              </a:ext>
            </a:extLst>
          </p:cNvPr>
          <p:cNvSpPr>
            <a:spLocks noChangeShapeType="1"/>
          </p:cNvSpPr>
          <p:nvPr/>
        </p:nvSpPr>
        <p:spPr bwMode="auto">
          <a:xfrm flipV="1">
            <a:off x="6616700" y="1573213"/>
            <a:ext cx="1588"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89" name="Freeform 129">
            <a:extLst>
              <a:ext uri="{FF2B5EF4-FFF2-40B4-BE49-F238E27FC236}">
                <a16:creationId xmlns:a16="http://schemas.microsoft.com/office/drawing/2014/main" id="{DD242C68-2135-4F03-AF3C-129E6236F6F3}"/>
              </a:ext>
            </a:extLst>
          </p:cNvPr>
          <p:cNvSpPr>
            <a:spLocks/>
          </p:cNvSpPr>
          <p:nvPr/>
        </p:nvSpPr>
        <p:spPr bwMode="auto">
          <a:xfrm>
            <a:off x="7107238" y="1573213"/>
            <a:ext cx="1587" cy="2332037"/>
          </a:xfrm>
          <a:custGeom>
            <a:avLst/>
            <a:gdLst>
              <a:gd name="T0" fmla="*/ 0 w 1587"/>
              <a:gd name="T1" fmla="*/ 2147483646 h 2938"/>
              <a:gd name="T2" fmla="*/ 0 w 1587"/>
              <a:gd name="T3" fmla="*/ 0 h 2938"/>
              <a:gd name="T4" fmla="*/ 0 w 1587"/>
              <a:gd name="T5" fmla="*/ 2147483646 h 2938"/>
              <a:gd name="T6" fmla="*/ 0 60000 65536"/>
              <a:gd name="T7" fmla="*/ 0 60000 65536"/>
              <a:gd name="T8" fmla="*/ 0 60000 65536"/>
              <a:gd name="T9" fmla="*/ 0 w 1587"/>
              <a:gd name="T10" fmla="*/ 0 h 2938"/>
              <a:gd name="T11" fmla="*/ 1587 w 1587"/>
              <a:gd name="T12" fmla="*/ 2938 h 2938"/>
            </a:gdLst>
            <a:ahLst/>
            <a:cxnLst>
              <a:cxn ang="T6">
                <a:pos x="T0" y="T1"/>
              </a:cxn>
              <a:cxn ang="T7">
                <a:pos x="T2" y="T3"/>
              </a:cxn>
              <a:cxn ang="T8">
                <a:pos x="T4" y="T5"/>
              </a:cxn>
            </a:cxnLst>
            <a:rect l="T9" t="T10" r="T11" b="T12"/>
            <a:pathLst>
              <a:path w="1587" h="2938">
                <a:moveTo>
                  <a:pt x="0" y="2938"/>
                </a:moveTo>
                <a:lnTo>
                  <a:pt x="0" y="0"/>
                </a:lnTo>
                <a:lnTo>
                  <a:pt x="0" y="29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0" name="Line 130">
            <a:extLst>
              <a:ext uri="{FF2B5EF4-FFF2-40B4-BE49-F238E27FC236}">
                <a16:creationId xmlns:a16="http://schemas.microsoft.com/office/drawing/2014/main" id="{AE49585B-728F-4F9C-ADFB-69BA3A3F1E94}"/>
              </a:ext>
            </a:extLst>
          </p:cNvPr>
          <p:cNvSpPr>
            <a:spLocks noChangeShapeType="1"/>
          </p:cNvSpPr>
          <p:nvPr/>
        </p:nvSpPr>
        <p:spPr bwMode="auto">
          <a:xfrm flipV="1">
            <a:off x="7107238" y="1573213"/>
            <a:ext cx="1587" cy="2332037"/>
          </a:xfrm>
          <a:prstGeom prst="line">
            <a:avLst/>
          </a:prstGeom>
          <a:noFill/>
          <a:ln w="15875">
            <a:solidFill>
              <a:srgbClr val="7F7F7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1" name="Freeform 131">
            <a:extLst>
              <a:ext uri="{FF2B5EF4-FFF2-40B4-BE49-F238E27FC236}">
                <a16:creationId xmlns:a16="http://schemas.microsoft.com/office/drawing/2014/main" id="{7758E2DC-9988-456D-A29D-6CF7D2A49AE5}"/>
              </a:ext>
            </a:extLst>
          </p:cNvPr>
          <p:cNvSpPr>
            <a:spLocks/>
          </p:cNvSpPr>
          <p:nvPr/>
        </p:nvSpPr>
        <p:spPr bwMode="auto">
          <a:xfrm>
            <a:off x="4978400" y="2419350"/>
            <a:ext cx="49213" cy="33338"/>
          </a:xfrm>
          <a:custGeom>
            <a:avLst/>
            <a:gdLst>
              <a:gd name="T0" fmla="*/ 0 w 64"/>
              <a:gd name="T1" fmla="*/ 2147483646 h 43"/>
              <a:gd name="T2" fmla="*/ 0 w 64"/>
              <a:gd name="T3" fmla="*/ 2147483646 h 43"/>
              <a:gd name="T4" fmla="*/ 2147483646 w 64"/>
              <a:gd name="T5" fmla="*/ 2147483646 h 43"/>
              <a:gd name="T6" fmla="*/ 2147483646 w 64"/>
              <a:gd name="T7" fmla="*/ 2147483646 h 43"/>
              <a:gd name="T8" fmla="*/ 2147483646 w 64"/>
              <a:gd name="T9" fmla="*/ 2147483646 h 43"/>
              <a:gd name="T10" fmla="*/ 2147483646 w 64"/>
              <a:gd name="T11" fmla="*/ 2147483646 h 43"/>
              <a:gd name="T12" fmla="*/ 2147483646 w 64"/>
              <a:gd name="T13" fmla="*/ 2147483646 h 43"/>
              <a:gd name="T14" fmla="*/ 2147483646 w 64"/>
              <a:gd name="T15" fmla="*/ 2147483646 h 43"/>
              <a:gd name="T16" fmla="*/ 2147483646 w 64"/>
              <a:gd name="T17" fmla="*/ 2147483646 h 43"/>
              <a:gd name="T18" fmla="*/ 2147483646 w 64"/>
              <a:gd name="T19" fmla="*/ 2147483646 h 43"/>
              <a:gd name="T20" fmla="*/ 2147483646 w 64"/>
              <a:gd name="T21" fmla="*/ 2147483646 h 43"/>
              <a:gd name="T22" fmla="*/ 2147483646 w 64"/>
              <a:gd name="T23" fmla="*/ 0 h 43"/>
              <a:gd name="T24" fmla="*/ 2147483646 w 64"/>
              <a:gd name="T25" fmla="*/ 2147483646 h 43"/>
              <a:gd name="T26" fmla="*/ 2147483646 w 64"/>
              <a:gd name="T27" fmla="*/ 2147483646 h 43"/>
              <a:gd name="T28" fmla="*/ 2147483646 w 64"/>
              <a:gd name="T29" fmla="*/ 2147483646 h 43"/>
              <a:gd name="T30" fmla="*/ 2147483646 w 64"/>
              <a:gd name="T31" fmla="*/ 2147483646 h 43"/>
              <a:gd name="T32" fmla="*/ 2147483646 w 64"/>
              <a:gd name="T33" fmla="*/ 2147483646 h 43"/>
              <a:gd name="T34" fmla="*/ 2147483646 w 64"/>
              <a:gd name="T35" fmla="*/ 2147483646 h 43"/>
              <a:gd name="T36" fmla="*/ 2147483646 w 64"/>
              <a:gd name="T37" fmla="*/ 2147483646 h 43"/>
              <a:gd name="T38" fmla="*/ 2147483646 w 64"/>
              <a:gd name="T39" fmla="*/ 2147483646 h 43"/>
              <a:gd name="T40" fmla="*/ 2147483646 w 64"/>
              <a:gd name="T41" fmla="*/ 2147483646 h 43"/>
              <a:gd name="T42" fmla="*/ 2147483646 w 64"/>
              <a:gd name="T43" fmla="*/ 2147483646 h 43"/>
              <a:gd name="T44" fmla="*/ 2147483646 w 64"/>
              <a:gd name="T45" fmla="*/ 2147483646 h 43"/>
              <a:gd name="T46" fmla="*/ 2147483646 w 64"/>
              <a:gd name="T47" fmla="*/ 2147483646 h 43"/>
              <a:gd name="T48" fmla="*/ 2147483646 w 64"/>
              <a:gd name="T49" fmla="*/ 2147483646 h 43"/>
              <a:gd name="T50" fmla="*/ 2147483646 w 64"/>
              <a:gd name="T51" fmla="*/ 2147483646 h 43"/>
              <a:gd name="T52" fmla="*/ 2147483646 w 64"/>
              <a:gd name="T53" fmla="*/ 2147483646 h 43"/>
              <a:gd name="T54" fmla="*/ 2147483646 w 64"/>
              <a:gd name="T55" fmla="*/ 2147483646 h 43"/>
              <a:gd name="T56" fmla="*/ 2147483646 w 64"/>
              <a:gd name="T57" fmla="*/ 2147483646 h 43"/>
              <a:gd name="T58" fmla="*/ 2147483646 w 64"/>
              <a:gd name="T59" fmla="*/ 2147483646 h 43"/>
              <a:gd name="T60" fmla="*/ 2147483646 w 64"/>
              <a:gd name="T61" fmla="*/ 2147483646 h 43"/>
              <a:gd name="T62" fmla="*/ 2147483646 w 64"/>
              <a:gd name="T63" fmla="*/ 2147483646 h 43"/>
              <a:gd name="T64" fmla="*/ 2147483646 w 64"/>
              <a:gd name="T65" fmla="*/ 2147483646 h 43"/>
              <a:gd name="T66" fmla="*/ 2147483646 w 64"/>
              <a:gd name="T67" fmla="*/ 2147483646 h 43"/>
              <a:gd name="T68" fmla="*/ 2147483646 w 64"/>
              <a:gd name="T69" fmla="*/ 2147483646 h 43"/>
              <a:gd name="T70" fmla="*/ 2147483646 w 64"/>
              <a:gd name="T71" fmla="*/ 2147483646 h 43"/>
              <a:gd name="T72" fmla="*/ 2147483646 w 64"/>
              <a:gd name="T73" fmla="*/ 2147483646 h 43"/>
              <a:gd name="T74" fmla="*/ 2147483646 w 64"/>
              <a:gd name="T75" fmla="*/ 2147483646 h 43"/>
              <a:gd name="T76" fmla="*/ 2147483646 w 64"/>
              <a:gd name="T77" fmla="*/ 2147483646 h 43"/>
              <a:gd name="T78" fmla="*/ 2147483646 w 64"/>
              <a:gd name="T79" fmla="*/ 2147483646 h 43"/>
              <a:gd name="T80" fmla="*/ 2147483646 w 64"/>
              <a:gd name="T81" fmla="*/ 2147483646 h 43"/>
              <a:gd name="T82" fmla="*/ 2147483646 w 64"/>
              <a:gd name="T83" fmla="*/ 2147483646 h 43"/>
              <a:gd name="T84" fmla="*/ 2147483646 w 64"/>
              <a:gd name="T85" fmla="*/ 2147483646 h 43"/>
              <a:gd name="T86" fmla="*/ 2147483646 w 64"/>
              <a:gd name="T87" fmla="*/ 2147483646 h 43"/>
              <a:gd name="T88" fmla="*/ 2147483646 w 64"/>
              <a:gd name="T89" fmla="*/ 2147483646 h 43"/>
              <a:gd name="T90" fmla="*/ 2147483646 w 64"/>
              <a:gd name="T91" fmla="*/ 2147483646 h 43"/>
              <a:gd name="T92" fmla="*/ 2147483646 w 64"/>
              <a:gd name="T93" fmla="*/ 2147483646 h 43"/>
              <a:gd name="T94" fmla="*/ 2147483646 w 64"/>
              <a:gd name="T95" fmla="*/ 2147483646 h 43"/>
              <a:gd name="T96" fmla="*/ 2147483646 w 64"/>
              <a:gd name="T97" fmla="*/ 2147483646 h 43"/>
              <a:gd name="T98" fmla="*/ 2147483646 w 64"/>
              <a:gd name="T99" fmla="*/ 2147483646 h 43"/>
              <a:gd name="T100" fmla="*/ 2147483646 w 64"/>
              <a:gd name="T101" fmla="*/ 2147483646 h 43"/>
              <a:gd name="T102" fmla="*/ 2147483646 w 64"/>
              <a:gd name="T103" fmla="*/ 2147483646 h 43"/>
              <a:gd name="T104" fmla="*/ 2147483646 w 64"/>
              <a:gd name="T105" fmla="*/ 2147483646 h 43"/>
              <a:gd name="T106" fmla="*/ 2147483646 w 64"/>
              <a:gd name="T107" fmla="*/ 2147483646 h 43"/>
              <a:gd name="T108" fmla="*/ 0 w 64"/>
              <a:gd name="T109" fmla="*/ 2147483646 h 43"/>
              <a:gd name="T110" fmla="*/ 0 w 64"/>
              <a:gd name="T111" fmla="*/ 2147483646 h 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
              <a:gd name="T169" fmla="*/ 0 h 43"/>
              <a:gd name="T170" fmla="*/ 64 w 64"/>
              <a:gd name="T171" fmla="*/ 43 h 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 h="43">
                <a:moveTo>
                  <a:pt x="0" y="17"/>
                </a:moveTo>
                <a:lnTo>
                  <a:pt x="0" y="27"/>
                </a:lnTo>
                <a:lnTo>
                  <a:pt x="0" y="25"/>
                </a:lnTo>
                <a:lnTo>
                  <a:pt x="0" y="24"/>
                </a:lnTo>
                <a:lnTo>
                  <a:pt x="0" y="23"/>
                </a:lnTo>
                <a:lnTo>
                  <a:pt x="0" y="22"/>
                </a:lnTo>
                <a:lnTo>
                  <a:pt x="1" y="20"/>
                </a:lnTo>
                <a:lnTo>
                  <a:pt x="1" y="19"/>
                </a:lnTo>
                <a:lnTo>
                  <a:pt x="1" y="17"/>
                </a:lnTo>
                <a:lnTo>
                  <a:pt x="2" y="16"/>
                </a:lnTo>
                <a:lnTo>
                  <a:pt x="2" y="15"/>
                </a:lnTo>
                <a:lnTo>
                  <a:pt x="3" y="14"/>
                </a:lnTo>
                <a:lnTo>
                  <a:pt x="3" y="13"/>
                </a:lnTo>
                <a:lnTo>
                  <a:pt x="4" y="12"/>
                </a:lnTo>
                <a:lnTo>
                  <a:pt x="5" y="11"/>
                </a:lnTo>
                <a:lnTo>
                  <a:pt x="5" y="10"/>
                </a:lnTo>
                <a:lnTo>
                  <a:pt x="7" y="9"/>
                </a:lnTo>
                <a:lnTo>
                  <a:pt x="8" y="9"/>
                </a:lnTo>
                <a:lnTo>
                  <a:pt x="9" y="8"/>
                </a:lnTo>
                <a:lnTo>
                  <a:pt x="10" y="7"/>
                </a:lnTo>
                <a:lnTo>
                  <a:pt x="11" y="6"/>
                </a:lnTo>
                <a:lnTo>
                  <a:pt x="12" y="6"/>
                </a:lnTo>
                <a:lnTo>
                  <a:pt x="13" y="5"/>
                </a:lnTo>
                <a:lnTo>
                  <a:pt x="14" y="3"/>
                </a:lnTo>
                <a:lnTo>
                  <a:pt x="15" y="3"/>
                </a:lnTo>
                <a:lnTo>
                  <a:pt x="16" y="2"/>
                </a:lnTo>
                <a:lnTo>
                  <a:pt x="17" y="2"/>
                </a:lnTo>
                <a:lnTo>
                  <a:pt x="18" y="2"/>
                </a:lnTo>
                <a:lnTo>
                  <a:pt x="19" y="1"/>
                </a:lnTo>
                <a:lnTo>
                  <a:pt x="20" y="1"/>
                </a:lnTo>
                <a:lnTo>
                  <a:pt x="21" y="1"/>
                </a:lnTo>
                <a:lnTo>
                  <a:pt x="24" y="1"/>
                </a:lnTo>
                <a:lnTo>
                  <a:pt x="25" y="1"/>
                </a:lnTo>
                <a:lnTo>
                  <a:pt x="26" y="0"/>
                </a:lnTo>
                <a:lnTo>
                  <a:pt x="38" y="0"/>
                </a:lnTo>
                <a:lnTo>
                  <a:pt x="40" y="1"/>
                </a:lnTo>
                <a:lnTo>
                  <a:pt x="41" y="1"/>
                </a:lnTo>
                <a:lnTo>
                  <a:pt x="42" y="1"/>
                </a:lnTo>
                <a:lnTo>
                  <a:pt x="44" y="1"/>
                </a:lnTo>
                <a:lnTo>
                  <a:pt x="45" y="1"/>
                </a:lnTo>
                <a:lnTo>
                  <a:pt x="46" y="2"/>
                </a:lnTo>
                <a:lnTo>
                  <a:pt x="47" y="2"/>
                </a:lnTo>
                <a:lnTo>
                  <a:pt x="48" y="2"/>
                </a:lnTo>
                <a:lnTo>
                  <a:pt x="49" y="3"/>
                </a:lnTo>
                <a:lnTo>
                  <a:pt x="50" y="3"/>
                </a:lnTo>
                <a:lnTo>
                  <a:pt x="51" y="5"/>
                </a:lnTo>
                <a:lnTo>
                  <a:pt x="52" y="6"/>
                </a:lnTo>
                <a:lnTo>
                  <a:pt x="53" y="6"/>
                </a:lnTo>
                <a:lnTo>
                  <a:pt x="54" y="7"/>
                </a:lnTo>
                <a:lnTo>
                  <a:pt x="55" y="8"/>
                </a:lnTo>
                <a:lnTo>
                  <a:pt x="57" y="9"/>
                </a:lnTo>
                <a:lnTo>
                  <a:pt x="58" y="9"/>
                </a:lnTo>
                <a:lnTo>
                  <a:pt x="58" y="10"/>
                </a:lnTo>
                <a:lnTo>
                  <a:pt x="59" y="11"/>
                </a:lnTo>
                <a:lnTo>
                  <a:pt x="60" y="12"/>
                </a:lnTo>
                <a:lnTo>
                  <a:pt x="60" y="13"/>
                </a:lnTo>
                <a:lnTo>
                  <a:pt x="61" y="14"/>
                </a:lnTo>
                <a:lnTo>
                  <a:pt x="61" y="15"/>
                </a:lnTo>
                <a:lnTo>
                  <a:pt x="62" y="16"/>
                </a:lnTo>
                <a:lnTo>
                  <a:pt x="62" y="17"/>
                </a:lnTo>
                <a:lnTo>
                  <a:pt x="63" y="19"/>
                </a:lnTo>
                <a:lnTo>
                  <a:pt x="63" y="20"/>
                </a:lnTo>
                <a:lnTo>
                  <a:pt x="63" y="22"/>
                </a:lnTo>
                <a:lnTo>
                  <a:pt x="64" y="23"/>
                </a:lnTo>
                <a:lnTo>
                  <a:pt x="64" y="24"/>
                </a:lnTo>
                <a:lnTo>
                  <a:pt x="64" y="25"/>
                </a:lnTo>
                <a:lnTo>
                  <a:pt x="64" y="27"/>
                </a:lnTo>
                <a:lnTo>
                  <a:pt x="64" y="17"/>
                </a:lnTo>
                <a:lnTo>
                  <a:pt x="64" y="19"/>
                </a:lnTo>
                <a:lnTo>
                  <a:pt x="64" y="20"/>
                </a:lnTo>
                <a:lnTo>
                  <a:pt x="64" y="22"/>
                </a:lnTo>
                <a:lnTo>
                  <a:pt x="63" y="23"/>
                </a:lnTo>
                <a:lnTo>
                  <a:pt x="63" y="24"/>
                </a:lnTo>
                <a:lnTo>
                  <a:pt x="63" y="25"/>
                </a:lnTo>
                <a:lnTo>
                  <a:pt x="62" y="27"/>
                </a:lnTo>
                <a:lnTo>
                  <a:pt x="62" y="28"/>
                </a:lnTo>
                <a:lnTo>
                  <a:pt x="61" y="29"/>
                </a:lnTo>
                <a:lnTo>
                  <a:pt x="61" y="30"/>
                </a:lnTo>
                <a:lnTo>
                  <a:pt x="60" y="31"/>
                </a:lnTo>
                <a:lnTo>
                  <a:pt x="60" y="32"/>
                </a:lnTo>
                <a:lnTo>
                  <a:pt x="59" y="33"/>
                </a:lnTo>
                <a:lnTo>
                  <a:pt x="58" y="34"/>
                </a:lnTo>
                <a:lnTo>
                  <a:pt x="58" y="35"/>
                </a:lnTo>
                <a:lnTo>
                  <a:pt x="57" y="35"/>
                </a:lnTo>
                <a:lnTo>
                  <a:pt x="55" y="36"/>
                </a:lnTo>
                <a:lnTo>
                  <a:pt x="54" y="38"/>
                </a:lnTo>
                <a:lnTo>
                  <a:pt x="53" y="39"/>
                </a:lnTo>
                <a:lnTo>
                  <a:pt x="52" y="39"/>
                </a:lnTo>
                <a:lnTo>
                  <a:pt x="51" y="40"/>
                </a:lnTo>
                <a:lnTo>
                  <a:pt x="50" y="41"/>
                </a:lnTo>
                <a:lnTo>
                  <a:pt x="49" y="41"/>
                </a:lnTo>
                <a:lnTo>
                  <a:pt x="48" y="42"/>
                </a:lnTo>
                <a:lnTo>
                  <a:pt x="47" y="42"/>
                </a:lnTo>
                <a:lnTo>
                  <a:pt x="46" y="42"/>
                </a:lnTo>
                <a:lnTo>
                  <a:pt x="45" y="43"/>
                </a:lnTo>
                <a:lnTo>
                  <a:pt x="44" y="43"/>
                </a:lnTo>
                <a:lnTo>
                  <a:pt x="42" y="43"/>
                </a:lnTo>
                <a:lnTo>
                  <a:pt x="41" y="43"/>
                </a:lnTo>
                <a:lnTo>
                  <a:pt x="40" y="43"/>
                </a:lnTo>
                <a:lnTo>
                  <a:pt x="38" y="43"/>
                </a:lnTo>
                <a:lnTo>
                  <a:pt x="26" y="43"/>
                </a:lnTo>
                <a:lnTo>
                  <a:pt x="25" y="43"/>
                </a:lnTo>
                <a:lnTo>
                  <a:pt x="24" y="43"/>
                </a:lnTo>
                <a:lnTo>
                  <a:pt x="21" y="43"/>
                </a:lnTo>
                <a:lnTo>
                  <a:pt x="20" y="43"/>
                </a:lnTo>
                <a:lnTo>
                  <a:pt x="19" y="43"/>
                </a:lnTo>
                <a:lnTo>
                  <a:pt x="18" y="42"/>
                </a:lnTo>
                <a:lnTo>
                  <a:pt x="17" y="42"/>
                </a:lnTo>
                <a:lnTo>
                  <a:pt x="16" y="42"/>
                </a:lnTo>
                <a:lnTo>
                  <a:pt x="15" y="41"/>
                </a:lnTo>
                <a:lnTo>
                  <a:pt x="14" y="41"/>
                </a:lnTo>
                <a:lnTo>
                  <a:pt x="13" y="40"/>
                </a:lnTo>
                <a:lnTo>
                  <a:pt x="12" y="39"/>
                </a:lnTo>
                <a:lnTo>
                  <a:pt x="11" y="39"/>
                </a:lnTo>
                <a:lnTo>
                  <a:pt x="10" y="38"/>
                </a:lnTo>
                <a:lnTo>
                  <a:pt x="9" y="36"/>
                </a:lnTo>
                <a:lnTo>
                  <a:pt x="8" y="35"/>
                </a:lnTo>
                <a:lnTo>
                  <a:pt x="7" y="35"/>
                </a:lnTo>
                <a:lnTo>
                  <a:pt x="5" y="34"/>
                </a:lnTo>
                <a:lnTo>
                  <a:pt x="5" y="33"/>
                </a:lnTo>
                <a:lnTo>
                  <a:pt x="4" y="32"/>
                </a:lnTo>
                <a:lnTo>
                  <a:pt x="3" y="31"/>
                </a:lnTo>
                <a:lnTo>
                  <a:pt x="3" y="30"/>
                </a:lnTo>
                <a:lnTo>
                  <a:pt x="2" y="29"/>
                </a:lnTo>
                <a:lnTo>
                  <a:pt x="2" y="28"/>
                </a:lnTo>
                <a:lnTo>
                  <a:pt x="1" y="27"/>
                </a:lnTo>
                <a:lnTo>
                  <a:pt x="1" y="25"/>
                </a:lnTo>
                <a:lnTo>
                  <a:pt x="1" y="24"/>
                </a:lnTo>
                <a:lnTo>
                  <a:pt x="0" y="23"/>
                </a:lnTo>
                <a:lnTo>
                  <a:pt x="0" y="22"/>
                </a:lnTo>
                <a:lnTo>
                  <a:pt x="0" y="20"/>
                </a:lnTo>
                <a:lnTo>
                  <a:pt x="0" y="19"/>
                </a:lnTo>
                <a:lnTo>
                  <a:pt x="0" y="17"/>
                </a:lnTo>
                <a:close/>
              </a:path>
            </a:pathLst>
          </a:custGeom>
          <a:solidFill>
            <a:srgbClr val="000000"/>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2" name="Line 132">
            <a:extLst>
              <a:ext uri="{FF2B5EF4-FFF2-40B4-BE49-F238E27FC236}">
                <a16:creationId xmlns:a16="http://schemas.microsoft.com/office/drawing/2014/main" id="{9424F80B-A520-42AA-B7CC-94F7E7A58BFD}"/>
              </a:ext>
            </a:extLst>
          </p:cNvPr>
          <p:cNvSpPr>
            <a:spLocks noChangeShapeType="1"/>
          </p:cNvSpPr>
          <p:nvPr/>
        </p:nvSpPr>
        <p:spPr bwMode="auto">
          <a:xfrm flipH="1">
            <a:off x="4826000" y="2587625"/>
            <a:ext cx="185738" cy="1588"/>
          </a:xfrm>
          <a:prstGeom prst="line">
            <a:avLst/>
          </a:prstGeom>
          <a:noFill/>
          <a:ln w="28575">
            <a:solidFill>
              <a:srgbClr val="00FFFF"/>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3" name="Rectangle 133">
            <a:extLst>
              <a:ext uri="{FF2B5EF4-FFF2-40B4-BE49-F238E27FC236}">
                <a16:creationId xmlns:a16="http://schemas.microsoft.com/office/drawing/2014/main" id="{977F517F-E105-4B93-888A-B5D107F8A675}"/>
              </a:ext>
            </a:extLst>
          </p:cNvPr>
          <p:cNvSpPr>
            <a:spLocks noChangeArrowheads="1"/>
          </p:cNvSpPr>
          <p:nvPr/>
        </p:nvSpPr>
        <p:spPr bwMode="auto">
          <a:xfrm>
            <a:off x="6731000" y="4587875"/>
            <a:ext cx="16351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4" name="Rectangle 134">
            <a:extLst>
              <a:ext uri="{FF2B5EF4-FFF2-40B4-BE49-F238E27FC236}">
                <a16:creationId xmlns:a16="http://schemas.microsoft.com/office/drawing/2014/main" id="{054A0D72-D184-4A3A-B8BC-4D4CDC8A92D6}"/>
              </a:ext>
            </a:extLst>
          </p:cNvPr>
          <p:cNvSpPr>
            <a:spLocks noChangeArrowheads="1"/>
          </p:cNvSpPr>
          <p:nvPr/>
        </p:nvSpPr>
        <p:spPr bwMode="auto">
          <a:xfrm>
            <a:off x="1173163" y="1784350"/>
            <a:ext cx="4318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sense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5" name="Rectangle 135">
            <a:extLst>
              <a:ext uri="{FF2B5EF4-FFF2-40B4-BE49-F238E27FC236}">
                <a16:creationId xmlns:a16="http://schemas.microsoft.com/office/drawing/2014/main" id="{9AC80DB2-08D9-4CCD-97F9-50665B7FD561}"/>
              </a:ext>
            </a:extLst>
          </p:cNvPr>
          <p:cNvSpPr>
            <a:spLocks noChangeArrowheads="1"/>
          </p:cNvSpPr>
          <p:nvPr/>
        </p:nvSpPr>
        <p:spPr bwMode="auto">
          <a:xfrm>
            <a:off x="1608138" y="1879600"/>
            <a:ext cx="13970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6" name="Rectangle 136">
            <a:extLst>
              <a:ext uri="{FF2B5EF4-FFF2-40B4-BE49-F238E27FC236}">
                <a16:creationId xmlns:a16="http://schemas.microsoft.com/office/drawing/2014/main" id="{BACCB970-878A-49A9-999D-BB67D9EF8C4E}"/>
              </a:ext>
            </a:extLst>
          </p:cNvPr>
          <p:cNvSpPr>
            <a:spLocks noChangeArrowheads="1"/>
          </p:cNvSpPr>
          <p:nvPr/>
        </p:nvSpPr>
        <p:spPr bwMode="auto">
          <a:xfrm>
            <a:off x="1174750" y="2344738"/>
            <a:ext cx="4318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sense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7" name="Rectangle 137">
            <a:extLst>
              <a:ext uri="{FF2B5EF4-FFF2-40B4-BE49-F238E27FC236}">
                <a16:creationId xmlns:a16="http://schemas.microsoft.com/office/drawing/2014/main" id="{57EEB171-B87B-45C6-A73F-427FF70A2DEC}"/>
              </a:ext>
            </a:extLst>
          </p:cNvPr>
          <p:cNvSpPr>
            <a:spLocks noChangeArrowheads="1"/>
          </p:cNvSpPr>
          <p:nvPr/>
        </p:nvSpPr>
        <p:spPr bwMode="auto">
          <a:xfrm>
            <a:off x="1617663" y="2432050"/>
            <a:ext cx="147637"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8" name="Rectangle 138">
            <a:extLst>
              <a:ext uri="{FF2B5EF4-FFF2-40B4-BE49-F238E27FC236}">
                <a16:creationId xmlns:a16="http://schemas.microsoft.com/office/drawing/2014/main" id="{2E2BE8DA-4E36-452E-9FC1-6EDDB027FF25}"/>
              </a:ext>
            </a:extLst>
          </p:cNvPr>
          <p:cNvSpPr>
            <a:spLocks noChangeArrowheads="1"/>
          </p:cNvSpPr>
          <p:nvPr/>
        </p:nvSpPr>
        <p:spPr bwMode="auto">
          <a:xfrm>
            <a:off x="1285875" y="1301750"/>
            <a:ext cx="4603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Clock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499" name="Rectangle 139">
            <a:extLst>
              <a:ext uri="{FF2B5EF4-FFF2-40B4-BE49-F238E27FC236}">
                <a16:creationId xmlns:a16="http://schemas.microsoft.com/office/drawing/2014/main" id="{AC2A2848-4E9E-4B06-B46E-46648314D724}"/>
              </a:ext>
            </a:extLst>
          </p:cNvPr>
          <p:cNvSpPr>
            <a:spLocks noChangeArrowheads="1"/>
          </p:cNvSpPr>
          <p:nvPr/>
        </p:nvSpPr>
        <p:spPr bwMode="auto">
          <a:xfrm>
            <a:off x="1539875" y="2906713"/>
            <a:ext cx="16351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0" name="Rectangle 140">
            <a:extLst>
              <a:ext uri="{FF2B5EF4-FFF2-40B4-BE49-F238E27FC236}">
                <a16:creationId xmlns:a16="http://schemas.microsoft.com/office/drawing/2014/main" id="{4EA1911B-E483-49F4-B345-8034C9346ACC}"/>
              </a:ext>
            </a:extLst>
          </p:cNvPr>
          <p:cNvSpPr>
            <a:spLocks noChangeArrowheads="1"/>
          </p:cNvSpPr>
          <p:nvPr/>
        </p:nvSpPr>
        <p:spPr bwMode="auto">
          <a:xfrm>
            <a:off x="1530350" y="3444875"/>
            <a:ext cx="17303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1" name="Rectangle 141">
            <a:extLst>
              <a:ext uri="{FF2B5EF4-FFF2-40B4-BE49-F238E27FC236}">
                <a16:creationId xmlns:a16="http://schemas.microsoft.com/office/drawing/2014/main" id="{8B040AB6-C00B-4DC4-8493-BA99B8B670D9}"/>
              </a:ext>
            </a:extLst>
          </p:cNvPr>
          <p:cNvSpPr>
            <a:spLocks noChangeArrowheads="1"/>
          </p:cNvSpPr>
          <p:nvPr/>
        </p:nvSpPr>
        <p:spPr bwMode="auto">
          <a:xfrm>
            <a:off x="3668713" y="4119563"/>
            <a:ext cx="17049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(a) Timing diagram</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2" name="Rectangle 142">
            <a:extLst>
              <a:ext uri="{FF2B5EF4-FFF2-40B4-BE49-F238E27FC236}">
                <a16:creationId xmlns:a16="http://schemas.microsoft.com/office/drawing/2014/main" id="{8695F5E0-2F72-43D3-9C18-D23AB9CB9506}"/>
              </a:ext>
            </a:extLst>
          </p:cNvPr>
          <p:cNvSpPr>
            <a:spLocks noChangeArrowheads="1"/>
          </p:cNvSpPr>
          <p:nvPr/>
        </p:nvSpPr>
        <p:spPr bwMode="auto">
          <a:xfrm>
            <a:off x="3362325" y="6254750"/>
            <a:ext cx="223837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(b) Circuit that generates</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3" name="Freeform 143">
            <a:extLst>
              <a:ext uri="{FF2B5EF4-FFF2-40B4-BE49-F238E27FC236}">
                <a16:creationId xmlns:a16="http://schemas.microsoft.com/office/drawing/2014/main" id="{DFABA8DB-FB50-43CA-A86C-21559583A1FF}"/>
              </a:ext>
            </a:extLst>
          </p:cNvPr>
          <p:cNvSpPr>
            <a:spLocks/>
          </p:cNvSpPr>
          <p:nvPr/>
        </p:nvSpPr>
        <p:spPr bwMode="auto">
          <a:xfrm>
            <a:off x="5349875" y="3432175"/>
            <a:ext cx="101600" cy="68263"/>
          </a:xfrm>
          <a:custGeom>
            <a:avLst/>
            <a:gdLst>
              <a:gd name="T0" fmla="*/ 0 w 128"/>
              <a:gd name="T1" fmla="*/ 2147483646 h 85"/>
              <a:gd name="T2" fmla="*/ 2147483646 w 128"/>
              <a:gd name="T3" fmla="*/ 2147483646 h 85"/>
              <a:gd name="T4" fmla="*/ 2147483646 w 128"/>
              <a:gd name="T5" fmla="*/ 0 h 85"/>
              <a:gd name="T6" fmla="*/ 2147483646 w 128"/>
              <a:gd name="T7" fmla="*/ 2147483646 h 85"/>
              <a:gd name="T8" fmla="*/ 0 w 128"/>
              <a:gd name="T9" fmla="*/ 2147483646 h 85"/>
              <a:gd name="T10" fmla="*/ 0 60000 65536"/>
              <a:gd name="T11" fmla="*/ 0 60000 65536"/>
              <a:gd name="T12" fmla="*/ 0 60000 65536"/>
              <a:gd name="T13" fmla="*/ 0 60000 65536"/>
              <a:gd name="T14" fmla="*/ 0 60000 65536"/>
              <a:gd name="T15" fmla="*/ 0 w 128"/>
              <a:gd name="T16" fmla="*/ 0 h 85"/>
              <a:gd name="T17" fmla="*/ 128 w 128"/>
              <a:gd name="T18" fmla="*/ 85 h 85"/>
            </a:gdLst>
            <a:ahLst/>
            <a:cxnLst>
              <a:cxn ang="T10">
                <a:pos x="T0" y="T1"/>
              </a:cxn>
              <a:cxn ang="T11">
                <a:pos x="T2" y="T3"/>
              </a:cxn>
              <a:cxn ang="T12">
                <a:pos x="T4" y="T5"/>
              </a:cxn>
              <a:cxn ang="T13">
                <a:pos x="T6" y="T7"/>
              </a:cxn>
              <a:cxn ang="T14">
                <a:pos x="T8" y="T9"/>
              </a:cxn>
            </a:cxnLst>
            <a:rect l="T15" t="T16" r="T17" b="T18"/>
            <a:pathLst>
              <a:path w="128" h="85">
                <a:moveTo>
                  <a:pt x="0" y="42"/>
                </a:moveTo>
                <a:lnTo>
                  <a:pt x="128" y="85"/>
                </a:lnTo>
                <a:lnTo>
                  <a:pt x="43" y="0"/>
                </a:lnTo>
                <a:lnTo>
                  <a:pt x="22" y="21"/>
                </a:lnTo>
                <a:lnTo>
                  <a:pt x="0" y="42"/>
                </a:lnTo>
                <a:close/>
              </a:path>
            </a:pathLst>
          </a:custGeom>
          <a:solidFill>
            <a:srgbClr val="000000"/>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4" name="Freeform 144">
            <a:extLst>
              <a:ext uri="{FF2B5EF4-FFF2-40B4-BE49-F238E27FC236}">
                <a16:creationId xmlns:a16="http://schemas.microsoft.com/office/drawing/2014/main" id="{5551D1ED-AACF-491B-AA0B-568A6FEE44BA}"/>
              </a:ext>
            </a:extLst>
          </p:cNvPr>
          <p:cNvSpPr>
            <a:spLocks/>
          </p:cNvSpPr>
          <p:nvPr/>
        </p:nvSpPr>
        <p:spPr bwMode="auto">
          <a:xfrm>
            <a:off x="5000625" y="2439988"/>
            <a:ext cx="361950" cy="1012825"/>
          </a:xfrm>
          <a:custGeom>
            <a:avLst/>
            <a:gdLst>
              <a:gd name="T0" fmla="*/ 2147483646 w 455"/>
              <a:gd name="T1" fmla="*/ 2147483646 h 1275"/>
              <a:gd name="T2" fmla="*/ 2147483646 w 455"/>
              <a:gd name="T3" fmla="*/ 2147483646 h 1275"/>
              <a:gd name="T4" fmla="*/ 2147483646 w 455"/>
              <a:gd name="T5" fmla="*/ 2147483646 h 1275"/>
              <a:gd name="T6" fmla="*/ 2147483646 w 455"/>
              <a:gd name="T7" fmla="*/ 2147483646 h 1275"/>
              <a:gd name="T8" fmla="*/ 2147483646 w 455"/>
              <a:gd name="T9" fmla="*/ 2147483646 h 1275"/>
              <a:gd name="T10" fmla="*/ 2147483646 w 455"/>
              <a:gd name="T11" fmla="*/ 2147483646 h 1275"/>
              <a:gd name="T12" fmla="*/ 2147483646 w 455"/>
              <a:gd name="T13" fmla="*/ 2147483646 h 1275"/>
              <a:gd name="T14" fmla="*/ 2147483646 w 455"/>
              <a:gd name="T15" fmla="*/ 2147483646 h 1275"/>
              <a:gd name="T16" fmla="*/ 2147483646 w 455"/>
              <a:gd name="T17" fmla="*/ 2147483646 h 1275"/>
              <a:gd name="T18" fmla="*/ 2147483646 w 455"/>
              <a:gd name="T19" fmla="*/ 2147483646 h 1275"/>
              <a:gd name="T20" fmla="*/ 2147483646 w 455"/>
              <a:gd name="T21" fmla="*/ 2147483646 h 1275"/>
              <a:gd name="T22" fmla="*/ 2147483646 w 455"/>
              <a:gd name="T23" fmla="*/ 2147483646 h 1275"/>
              <a:gd name="T24" fmla="*/ 2147483646 w 455"/>
              <a:gd name="T25" fmla="*/ 2147483646 h 1275"/>
              <a:gd name="T26" fmla="*/ 2147483646 w 455"/>
              <a:gd name="T27" fmla="*/ 2147483646 h 1275"/>
              <a:gd name="T28" fmla="*/ 2147483646 w 455"/>
              <a:gd name="T29" fmla="*/ 2147483646 h 1275"/>
              <a:gd name="T30" fmla="*/ 2147483646 w 455"/>
              <a:gd name="T31" fmla="*/ 2147483646 h 1275"/>
              <a:gd name="T32" fmla="*/ 2147483646 w 455"/>
              <a:gd name="T33" fmla="*/ 2147483646 h 1275"/>
              <a:gd name="T34" fmla="*/ 2147483646 w 455"/>
              <a:gd name="T35" fmla="*/ 2147483646 h 1275"/>
              <a:gd name="T36" fmla="*/ 2147483646 w 455"/>
              <a:gd name="T37" fmla="*/ 2147483646 h 1275"/>
              <a:gd name="T38" fmla="*/ 2147483646 w 455"/>
              <a:gd name="T39" fmla="*/ 2147483646 h 1275"/>
              <a:gd name="T40" fmla="*/ 2147483646 w 455"/>
              <a:gd name="T41" fmla="*/ 2147483646 h 1275"/>
              <a:gd name="T42" fmla="*/ 2147483646 w 455"/>
              <a:gd name="T43" fmla="*/ 2147483646 h 1275"/>
              <a:gd name="T44" fmla="*/ 2147483646 w 455"/>
              <a:gd name="T45" fmla="*/ 2147483646 h 1275"/>
              <a:gd name="T46" fmla="*/ 2147483646 w 455"/>
              <a:gd name="T47" fmla="*/ 2147483646 h 1275"/>
              <a:gd name="T48" fmla="*/ 2147483646 w 455"/>
              <a:gd name="T49" fmla="*/ 2147483646 h 1275"/>
              <a:gd name="T50" fmla="*/ 2147483646 w 455"/>
              <a:gd name="T51" fmla="*/ 2147483646 h 1275"/>
              <a:gd name="T52" fmla="*/ 2147483646 w 455"/>
              <a:gd name="T53" fmla="*/ 2147483646 h 1275"/>
              <a:gd name="T54" fmla="*/ 2147483646 w 455"/>
              <a:gd name="T55" fmla="*/ 2147483646 h 1275"/>
              <a:gd name="T56" fmla="*/ 2147483646 w 455"/>
              <a:gd name="T57" fmla="*/ 2147483646 h 1275"/>
              <a:gd name="T58" fmla="*/ 2147483646 w 455"/>
              <a:gd name="T59" fmla="*/ 2147483646 h 1275"/>
              <a:gd name="T60" fmla="*/ 2147483646 w 455"/>
              <a:gd name="T61" fmla="*/ 2147483646 h 1275"/>
              <a:gd name="T62" fmla="*/ 2147483646 w 455"/>
              <a:gd name="T63" fmla="*/ 2147483646 h 1275"/>
              <a:gd name="T64" fmla="*/ 2147483646 w 455"/>
              <a:gd name="T65" fmla="*/ 2147483646 h 12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5"/>
              <a:gd name="T100" fmla="*/ 0 h 1275"/>
              <a:gd name="T101" fmla="*/ 455 w 455"/>
              <a:gd name="T102" fmla="*/ 1275 h 12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5" h="1275">
                <a:moveTo>
                  <a:pt x="0" y="0"/>
                </a:moveTo>
                <a:lnTo>
                  <a:pt x="35" y="28"/>
                </a:lnTo>
                <a:lnTo>
                  <a:pt x="67" y="53"/>
                </a:lnTo>
                <a:lnTo>
                  <a:pt x="97" y="78"/>
                </a:lnTo>
                <a:lnTo>
                  <a:pt x="124" y="102"/>
                </a:lnTo>
                <a:lnTo>
                  <a:pt x="151" y="124"/>
                </a:lnTo>
                <a:lnTo>
                  <a:pt x="174" y="146"/>
                </a:lnTo>
                <a:lnTo>
                  <a:pt x="197" y="166"/>
                </a:lnTo>
                <a:lnTo>
                  <a:pt x="217" y="186"/>
                </a:lnTo>
                <a:lnTo>
                  <a:pt x="235" y="205"/>
                </a:lnTo>
                <a:lnTo>
                  <a:pt x="252" y="224"/>
                </a:lnTo>
                <a:lnTo>
                  <a:pt x="267" y="243"/>
                </a:lnTo>
                <a:lnTo>
                  <a:pt x="280" y="260"/>
                </a:lnTo>
                <a:lnTo>
                  <a:pt x="292" y="278"/>
                </a:lnTo>
                <a:lnTo>
                  <a:pt x="302" y="295"/>
                </a:lnTo>
                <a:lnTo>
                  <a:pt x="311" y="313"/>
                </a:lnTo>
                <a:lnTo>
                  <a:pt x="317" y="331"/>
                </a:lnTo>
                <a:lnTo>
                  <a:pt x="322" y="348"/>
                </a:lnTo>
                <a:lnTo>
                  <a:pt x="327" y="367"/>
                </a:lnTo>
                <a:lnTo>
                  <a:pt x="330" y="385"/>
                </a:lnTo>
                <a:lnTo>
                  <a:pt x="331" y="404"/>
                </a:lnTo>
                <a:lnTo>
                  <a:pt x="332" y="425"/>
                </a:lnTo>
                <a:lnTo>
                  <a:pt x="331" y="445"/>
                </a:lnTo>
                <a:lnTo>
                  <a:pt x="329" y="466"/>
                </a:lnTo>
                <a:lnTo>
                  <a:pt x="326" y="490"/>
                </a:lnTo>
                <a:lnTo>
                  <a:pt x="321" y="513"/>
                </a:lnTo>
                <a:lnTo>
                  <a:pt x="316" y="538"/>
                </a:lnTo>
                <a:lnTo>
                  <a:pt x="310" y="564"/>
                </a:lnTo>
                <a:lnTo>
                  <a:pt x="303" y="592"/>
                </a:lnTo>
                <a:lnTo>
                  <a:pt x="295" y="621"/>
                </a:lnTo>
                <a:lnTo>
                  <a:pt x="286" y="651"/>
                </a:lnTo>
                <a:lnTo>
                  <a:pt x="277" y="683"/>
                </a:lnTo>
                <a:lnTo>
                  <a:pt x="266" y="719"/>
                </a:lnTo>
                <a:lnTo>
                  <a:pt x="258" y="748"/>
                </a:lnTo>
                <a:lnTo>
                  <a:pt x="249" y="777"/>
                </a:lnTo>
                <a:lnTo>
                  <a:pt x="240" y="805"/>
                </a:lnTo>
                <a:lnTo>
                  <a:pt x="234" y="830"/>
                </a:lnTo>
                <a:lnTo>
                  <a:pt x="227" y="855"/>
                </a:lnTo>
                <a:lnTo>
                  <a:pt x="221" y="879"/>
                </a:lnTo>
                <a:lnTo>
                  <a:pt x="216" y="902"/>
                </a:lnTo>
                <a:lnTo>
                  <a:pt x="212" y="923"/>
                </a:lnTo>
                <a:lnTo>
                  <a:pt x="207" y="943"/>
                </a:lnTo>
                <a:lnTo>
                  <a:pt x="205" y="962"/>
                </a:lnTo>
                <a:lnTo>
                  <a:pt x="203" y="980"/>
                </a:lnTo>
                <a:lnTo>
                  <a:pt x="202" y="999"/>
                </a:lnTo>
                <a:lnTo>
                  <a:pt x="202" y="1016"/>
                </a:lnTo>
                <a:lnTo>
                  <a:pt x="203" y="1032"/>
                </a:lnTo>
                <a:lnTo>
                  <a:pt x="205" y="1046"/>
                </a:lnTo>
                <a:lnTo>
                  <a:pt x="210" y="1061"/>
                </a:lnTo>
                <a:lnTo>
                  <a:pt x="214" y="1076"/>
                </a:lnTo>
                <a:lnTo>
                  <a:pt x="220" y="1090"/>
                </a:lnTo>
                <a:lnTo>
                  <a:pt x="227" y="1104"/>
                </a:lnTo>
                <a:lnTo>
                  <a:pt x="235" y="1117"/>
                </a:lnTo>
                <a:lnTo>
                  <a:pt x="245" y="1131"/>
                </a:lnTo>
                <a:lnTo>
                  <a:pt x="256" y="1143"/>
                </a:lnTo>
                <a:lnTo>
                  <a:pt x="269" y="1156"/>
                </a:lnTo>
                <a:lnTo>
                  <a:pt x="283" y="1169"/>
                </a:lnTo>
                <a:lnTo>
                  <a:pt x="299" y="1182"/>
                </a:lnTo>
                <a:lnTo>
                  <a:pt x="316" y="1193"/>
                </a:lnTo>
                <a:lnTo>
                  <a:pt x="335" y="1207"/>
                </a:lnTo>
                <a:lnTo>
                  <a:pt x="355" y="1220"/>
                </a:lnTo>
                <a:lnTo>
                  <a:pt x="378" y="1233"/>
                </a:lnTo>
                <a:lnTo>
                  <a:pt x="402" y="1247"/>
                </a:lnTo>
                <a:lnTo>
                  <a:pt x="428" y="1260"/>
                </a:lnTo>
                <a:lnTo>
                  <a:pt x="455" y="1275"/>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5" name="Freeform 145">
            <a:extLst>
              <a:ext uri="{FF2B5EF4-FFF2-40B4-BE49-F238E27FC236}">
                <a16:creationId xmlns:a16="http://schemas.microsoft.com/office/drawing/2014/main" id="{CBD2C2AE-4E6B-410D-B873-D061AE781273}"/>
              </a:ext>
            </a:extLst>
          </p:cNvPr>
          <p:cNvSpPr>
            <a:spLocks/>
          </p:cNvSpPr>
          <p:nvPr/>
        </p:nvSpPr>
        <p:spPr bwMode="auto">
          <a:xfrm>
            <a:off x="2105025" y="1878013"/>
            <a:ext cx="50800" cy="50800"/>
          </a:xfrm>
          <a:custGeom>
            <a:avLst/>
            <a:gdLst>
              <a:gd name="T0" fmla="*/ 0 w 64"/>
              <a:gd name="T1" fmla="*/ 2147483646 h 64"/>
              <a:gd name="T2" fmla="*/ 0 w 64"/>
              <a:gd name="T3" fmla="*/ 2147483646 h 64"/>
              <a:gd name="T4" fmla="*/ 2147483646 w 64"/>
              <a:gd name="T5" fmla="*/ 2147483646 h 64"/>
              <a:gd name="T6" fmla="*/ 2147483646 w 64"/>
              <a:gd name="T7" fmla="*/ 2147483646 h 64"/>
              <a:gd name="T8" fmla="*/ 2147483646 w 64"/>
              <a:gd name="T9" fmla="*/ 2147483646 h 64"/>
              <a:gd name="T10" fmla="*/ 2147483646 w 64"/>
              <a:gd name="T11" fmla="*/ 2147483646 h 64"/>
              <a:gd name="T12" fmla="*/ 2147483646 w 64"/>
              <a:gd name="T13" fmla="*/ 2147483646 h 64"/>
              <a:gd name="T14" fmla="*/ 2147483646 w 64"/>
              <a:gd name="T15" fmla="*/ 2147483646 h 64"/>
              <a:gd name="T16" fmla="*/ 2147483646 w 64"/>
              <a:gd name="T17" fmla="*/ 2147483646 h 64"/>
              <a:gd name="T18" fmla="*/ 2147483646 w 64"/>
              <a:gd name="T19" fmla="*/ 2147483646 h 64"/>
              <a:gd name="T20" fmla="*/ 2147483646 w 64"/>
              <a:gd name="T21" fmla="*/ 2147483646 h 64"/>
              <a:gd name="T22" fmla="*/ 2147483646 w 64"/>
              <a:gd name="T23" fmla="*/ 0 h 64"/>
              <a:gd name="T24" fmla="*/ 2147483646 w 64"/>
              <a:gd name="T25" fmla="*/ 2147483646 h 64"/>
              <a:gd name="T26" fmla="*/ 2147483646 w 64"/>
              <a:gd name="T27" fmla="*/ 2147483646 h 64"/>
              <a:gd name="T28" fmla="*/ 2147483646 w 64"/>
              <a:gd name="T29" fmla="*/ 2147483646 h 64"/>
              <a:gd name="T30" fmla="*/ 2147483646 w 64"/>
              <a:gd name="T31" fmla="*/ 2147483646 h 64"/>
              <a:gd name="T32" fmla="*/ 2147483646 w 64"/>
              <a:gd name="T33" fmla="*/ 2147483646 h 64"/>
              <a:gd name="T34" fmla="*/ 2147483646 w 64"/>
              <a:gd name="T35" fmla="*/ 2147483646 h 64"/>
              <a:gd name="T36" fmla="*/ 2147483646 w 64"/>
              <a:gd name="T37" fmla="*/ 2147483646 h 64"/>
              <a:gd name="T38" fmla="*/ 2147483646 w 64"/>
              <a:gd name="T39" fmla="*/ 2147483646 h 64"/>
              <a:gd name="T40" fmla="*/ 2147483646 w 64"/>
              <a:gd name="T41" fmla="*/ 2147483646 h 64"/>
              <a:gd name="T42" fmla="*/ 2147483646 w 64"/>
              <a:gd name="T43" fmla="*/ 2147483646 h 64"/>
              <a:gd name="T44" fmla="*/ 2147483646 w 64"/>
              <a:gd name="T45" fmla="*/ 2147483646 h 64"/>
              <a:gd name="T46" fmla="*/ 2147483646 w 64"/>
              <a:gd name="T47" fmla="*/ 2147483646 h 64"/>
              <a:gd name="T48" fmla="*/ 2147483646 w 64"/>
              <a:gd name="T49" fmla="*/ 2147483646 h 64"/>
              <a:gd name="T50" fmla="*/ 2147483646 w 64"/>
              <a:gd name="T51" fmla="*/ 2147483646 h 64"/>
              <a:gd name="T52" fmla="*/ 2147483646 w 64"/>
              <a:gd name="T53" fmla="*/ 2147483646 h 64"/>
              <a:gd name="T54" fmla="*/ 2147483646 w 64"/>
              <a:gd name="T55" fmla="*/ 2147483646 h 64"/>
              <a:gd name="T56" fmla="*/ 2147483646 w 64"/>
              <a:gd name="T57" fmla="*/ 2147483646 h 64"/>
              <a:gd name="T58" fmla="*/ 2147483646 w 64"/>
              <a:gd name="T59" fmla="*/ 2147483646 h 64"/>
              <a:gd name="T60" fmla="*/ 2147483646 w 64"/>
              <a:gd name="T61" fmla="*/ 2147483646 h 64"/>
              <a:gd name="T62" fmla="*/ 2147483646 w 64"/>
              <a:gd name="T63" fmla="*/ 2147483646 h 64"/>
              <a:gd name="T64" fmla="*/ 2147483646 w 64"/>
              <a:gd name="T65" fmla="*/ 2147483646 h 64"/>
              <a:gd name="T66" fmla="*/ 2147483646 w 64"/>
              <a:gd name="T67" fmla="*/ 2147483646 h 64"/>
              <a:gd name="T68" fmla="*/ 2147483646 w 64"/>
              <a:gd name="T69" fmla="*/ 2147483646 h 64"/>
              <a:gd name="T70" fmla="*/ 2147483646 w 64"/>
              <a:gd name="T71" fmla="*/ 2147483646 h 64"/>
              <a:gd name="T72" fmla="*/ 2147483646 w 64"/>
              <a:gd name="T73" fmla="*/ 2147483646 h 64"/>
              <a:gd name="T74" fmla="*/ 2147483646 w 64"/>
              <a:gd name="T75" fmla="*/ 2147483646 h 64"/>
              <a:gd name="T76" fmla="*/ 2147483646 w 64"/>
              <a:gd name="T77" fmla="*/ 2147483646 h 64"/>
              <a:gd name="T78" fmla="*/ 2147483646 w 64"/>
              <a:gd name="T79" fmla="*/ 2147483646 h 64"/>
              <a:gd name="T80" fmla="*/ 2147483646 w 64"/>
              <a:gd name="T81" fmla="*/ 2147483646 h 64"/>
              <a:gd name="T82" fmla="*/ 2147483646 w 64"/>
              <a:gd name="T83" fmla="*/ 2147483646 h 64"/>
              <a:gd name="T84" fmla="*/ 2147483646 w 64"/>
              <a:gd name="T85" fmla="*/ 2147483646 h 64"/>
              <a:gd name="T86" fmla="*/ 2147483646 w 64"/>
              <a:gd name="T87" fmla="*/ 2147483646 h 64"/>
              <a:gd name="T88" fmla="*/ 2147483646 w 64"/>
              <a:gd name="T89" fmla="*/ 2147483646 h 64"/>
              <a:gd name="T90" fmla="*/ 2147483646 w 64"/>
              <a:gd name="T91" fmla="*/ 2147483646 h 64"/>
              <a:gd name="T92" fmla="*/ 2147483646 w 64"/>
              <a:gd name="T93" fmla="*/ 2147483646 h 64"/>
              <a:gd name="T94" fmla="*/ 2147483646 w 64"/>
              <a:gd name="T95" fmla="*/ 2147483646 h 64"/>
              <a:gd name="T96" fmla="*/ 2147483646 w 64"/>
              <a:gd name="T97" fmla="*/ 2147483646 h 64"/>
              <a:gd name="T98" fmla="*/ 2147483646 w 64"/>
              <a:gd name="T99" fmla="*/ 2147483646 h 64"/>
              <a:gd name="T100" fmla="*/ 2147483646 w 64"/>
              <a:gd name="T101" fmla="*/ 2147483646 h 64"/>
              <a:gd name="T102" fmla="*/ 2147483646 w 64"/>
              <a:gd name="T103" fmla="*/ 2147483646 h 64"/>
              <a:gd name="T104" fmla="*/ 2147483646 w 64"/>
              <a:gd name="T105" fmla="*/ 2147483646 h 64"/>
              <a:gd name="T106" fmla="*/ 2147483646 w 64"/>
              <a:gd name="T107" fmla="*/ 2147483646 h 64"/>
              <a:gd name="T108" fmla="*/ 0 w 64"/>
              <a:gd name="T109" fmla="*/ 2147483646 h 64"/>
              <a:gd name="T110" fmla="*/ 0 w 64"/>
              <a:gd name="T111" fmla="*/ 2147483646 h 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
              <a:gd name="T169" fmla="*/ 0 h 64"/>
              <a:gd name="T170" fmla="*/ 64 w 64"/>
              <a:gd name="T171" fmla="*/ 64 h 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 h="64">
                <a:moveTo>
                  <a:pt x="0" y="38"/>
                </a:moveTo>
                <a:lnTo>
                  <a:pt x="0" y="27"/>
                </a:lnTo>
                <a:lnTo>
                  <a:pt x="0" y="24"/>
                </a:lnTo>
                <a:lnTo>
                  <a:pt x="0" y="23"/>
                </a:lnTo>
                <a:lnTo>
                  <a:pt x="0" y="22"/>
                </a:lnTo>
                <a:lnTo>
                  <a:pt x="0" y="21"/>
                </a:lnTo>
                <a:lnTo>
                  <a:pt x="1" y="20"/>
                </a:lnTo>
                <a:lnTo>
                  <a:pt x="1" y="19"/>
                </a:lnTo>
                <a:lnTo>
                  <a:pt x="1" y="17"/>
                </a:lnTo>
                <a:lnTo>
                  <a:pt x="2" y="16"/>
                </a:lnTo>
                <a:lnTo>
                  <a:pt x="2" y="15"/>
                </a:lnTo>
                <a:lnTo>
                  <a:pt x="3" y="14"/>
                </a:lnTo>
                <a:lnTo>
                  <a:pt x="3" y="13"/>
                </a:lnTo>
                <a:lnTo>
                  <a:pt x="5" y="12"/>
                </a:lnTo>
                <a:lnTo>
                  <a:pt x="6" y="11"/>
                </a:lnTo>
                <a:lnTo>
                  <a:pt x="6" y="10"/>
                </a:lnTo>
                <a:lnTo>
                  <a:pt x="7" y="8"/>
                </a:lnTo>
                <a:lnTo>
                  <a:pt x="8" y="8"/>
                </a:lnTo>
                <a:lnTo>
                  <a:pt x="9" y="7"/>
                </a:lnTo>
                <a:lnTo>
                  <a:pt x="10" y="6"/>
                </a:lnTo>
                <a:lnTo>
                  <a:pt x="11" y="5"/>
                </a:lnTo>
                <a:lnTo>
                  <a:pt x="12" y="5"/>
                </a:lnTo>
                <a:lnTo>
                  <a:pt x="13" y="4"/>
                </a:lnTo>
                <a:lnTo>
                  <a:pt x="14" y="3"/>
                </a:lnTo>
                <a:lnTo>
                  <a:pt x="15" y="3"/>
                </a:lnTo>
                <a:lnTo>
                  <a:pt x="16" y="2"/>
                </a:lnTo>
                <a:lnTo>
                  <a:pt x="17" y="2"/>
                </a:lnTo>
                <a:lnTo>
                  <a:pt x="18" y="2"/>
                </a:lnTo>
                <a:lnTo>
                  <a:pt x="19" y="1"/>
                </a:lnTo>
                <a:lnTo>
                  <a:pt x="21" y="1"/>
                </a:lnTo>
                <a:lnTo>
                  <a:pt x="22" y="1"/>
                </a:lnTo>
                <a:lnTo>
                  <a:pt x="24" y="1"/>
                </a:lnTo>
                <a:lnTo>
                  <a:pt x="25" y="1"/>
                </a:lnTo>
                <a:lnTo>
                  <a:pt x="26" y="0"/>
                </a:lnTo>
                <a:lnTo>
                  <a:pt x="39" y="0"/>
                </a:lnTo>
                <a:lnTo>
                  <a:pt x="40" y="1"/>
                </a:lnTo>
                <a:lnTo>
                  <a:pt x="41" y="1"/>
                </a:lnTo>
                <a:lnTo>
                  <a:pt x="42" y="1"/>
                </a:lnTo>
                <a:lnTo>
                  <a:pt x="44" y="1"/>
                </a:lnTo>
                <a:lnTo>
                  <a:pt x="45" y="1"/>
                </a:lnTo>
                <a:lnTo>
                  <a:pt x="46" y="2"/>
                </a:lnTo>
                <a:lnTo>
                  <a:pt x="47" y="2"/>
                </a:lnTo>
                <a:lnTo>
                  <a:pt x="48" y="2"/>
                </a:lnTo>
                <a:lnTo>
                  <a:pt x="49" y="3"/>
                </a:lnTo>
                <a:lnTo>
                  <a:pt x="50" y="3"/>
                </a:lnTo>
                <a:lnTo>
                  <a:pt x="51" y="4"/>
                </a:lnTo>
                <a:lnTo>
                  <a:pt x="52" y="5"/>
                </a:lnTo>
                <a:lnTo>
                  <a:pt x="54" y="5"/>
                </a:lnTo>
                <a:lnTo>
                  <a:pt x="55" y="6"/>
                </a:lnTo>
                <a:lnTo>
                  <a:pt x="56" y="7"/>
                </a:lnTo>
                <a:lnTo>
                  <a:pt x="57" y="8"/>
                </a:lnTo>
                <a:lnTo>
                  <a:pt x="58" y="8"/>
                </a:lnTo>
                <a:lnTo>
                  <a:pt x="58" y="10"/>
                </a:lnTo>
                <a:lnTo>
                  <a:pt x="59" y="11"/>
                </a:lnTo>
                <a:lnTo>
                  <a:pt x="60" y="12"/>
                </a:lnTo>
                <a:lnTo>
                  <a:pt x="60" y="13"/>
                </a:lnTo>
                <a:lnTo>
                  <a:pt x="61" y="14"/>
                </a:lnTo>
                <a:lnTo>
                  <a:pt x="62" y="15"/>
                </a:lnTo>
                <a:lnTo>
                  <a:pt x="62" y="16"/>
                </a:lnTo>
                <a:lnTo>
                  <a:pt x="62" y="17"/>
                </a:lnTo>
                <a:lnTo>
                  <a:pt x="63" y="19"/>
                </a:lnTo>
                <a:lnTo>
                  <a:pt x="63" y="20"/>
                </a:lnTo>
                <a:lnTo>
                  <a:pt x="63" y="21"/>
                </a:lnTo>
                <a:lnTo>
                  <a:pt x="64" y="22"/>
                </a:lnTo>
                <a:lnTo>
                  <a:pt x="64" y="23"/>
                </a:lnTo>
                <a:lnTo>
                  <a:pt x="64" y="24"/>
                </a:lnTo>
                <a:lnTo>
                  <a:pt x="64" y="27"/>
                </a:lnTo>
                <a:lnTo>
                  <a:pt x="64" y="38"/>
                </a:lnTo>
                <a:lnTo>
                  <a:pt x="64" y="40"/>
                </a:lnTo>
                <a:lnTo>
                  <a:pt x="64" y="41"/>
                </a:lnTo>
                <a:lnTo>
                  <a:pt x="64" y="43"/>
                </a:lnTo>
                <a:lnTo>
                  <a:pt x="63" y="44"/>
                </a:lnTo>
                <a:lnTo>
                  <a:pt x="63" y="45"/>
                </a:lnTo>
                <a:lnTo>
                  <a:pt x="63" y="46"/>
                </a:lnTo>
                <a:lnTo>
                  <a:pt x="62" y="48"/>
                </a:lnTo>
                <a:lnTo>
                  <a:pt x="62" y="49"/>
                </a:lnTo>
                <a:lnTo>
                  <a:pt x="62" y="50"/>
                </a:lnTo>
                <a:lnTo>
                  <a:pt x="61" y="51"/>
                </a:lnTo>
                <a:lnTo>
                  <a:pt x="60" y="52"/>
                </a:lnTo>
                <a:lnTo>
                  <a:pt x="60" y="53"/>
                </a:lnTo>
                <a:lnTo>
                  <a:pt x="59" y="54"/>
                </a:lnTo>
                <a:lnTo>
                  <a:pt x="58" y="55"/>
                </a:lnTo>
                <a:lnTo>
                  <a:pt x="58" y="56"/>
                </a:lnTo>
                <a:lnTo>
                  <a:pt x="57" y="56"/>
                </a:lnTo>
                <a:lnTo>
                  <a:pt x="56" y="57"/>
                </a:lnTo>
                <a:lnTo>
                  <a:pt x="55" y="58"/>
                </a:lnTo>
                <a:lnTo>
                  <a:pt x="54" y="60"/>
                </a:lnTo>
                <a:lnTo>
                  <a:pt x="52" y="60"/>
                </a:lnTo>
                <a:lnTo>
                  <a:pt x="51" y="61"/>
                </a:lnTo>
                <a:lnTo>
                  <a:pt x="50" y="62"/>
                </a:lnTo>
                <a:lnTo>
                  <a:pt x="49" y="62"/>
                </a:lnTo>
                <a:lnTo>
                  <a:pt x="48" y="63"/>
                </a:lnTo>
                <a:lnTo>
                  <a:pt x="47" y="63"/>
                </a:lnTo>
                <a:lnTo>
                  <a:pt x="46" y="63"/>
                </a:lnTo>
                <a:lnTo>
                  <a:pt x="45" y="64"/>
                </a:lnTo>
                <a:lnTo>
                  <a:pt x="44" y="64"/>
                </a:lnTo>
                <a:lnTo>
                  <a:pt x="42" y="64"/>
                </a:lnTo>
                <a:lnTo>
                  <a:pt x="41" y="64"/>
                </a:lnTo>
                <a:lnTo>
                  <a:pt x="40" y="64"/>
                </a:lnTo>
                <a:lnTo>
                  <a:pt x="39" y="64"/>
                </a:lnTo>
                <a:lnTo>
                  <a:pt x="26" y="64"/>
                </a:lnTo>
                <a:lnTo>
                  <a:pt x="25" y="64"/>
                </a:lnTo>
                <a:lnTo>
                  <a:pt x="24" y="64"/>
                </a:lnTo>
                <a:lnTo>
                  <a:pt x="22" y="64"/>
                </a:lnTo>
                <a:lnTo>
                  <a:pt x="21" y="64"/>
                </a:lnTo>
                <a:lnTo>
                  <a:pt x="19" y="64"/>
                </a:lnTo>
                <a:lnTo>
                  <a:pt x="18" y="63"/>
                </a:lnTo>
                <a:lnTo>
                  <a:pt x="17" y="63"/>
                </a:lnTo>
                <a:lnTo>
                  <a:pt x="16" y="63"/>
                </a:lnTo>
                <a:lnTo>
                  <a:pt x="15" y="62"/>
                </a:lnTo>
                <a:lnTo>
                  <a:pt x="14" y="62"/>
                </a:lnTo>
                <a:lnTo>
                  <a:pt x="13" y="61"/>
                </a:lnTo>
                <a:lnTo>
                  <a:pt x="12" y="60"/>
                </a:lnTo>
                <a:lnTo>
                  <a:pt x="11" y="60"/>
                </a:lnTo>
                <a:lnTo>
                  <a:pt x="10" y="58"/>
                </a:lnTo>
                <a:lnTo>
                  <a:pt x="9" y="57"/>
                </a:lnTo>
                <a:lnTo>
                  <a:pt x="8" y="56"/>
                </a:lnTo>
                <a:lnTo>
                  <a:pt x="7" y="56"/>
                </a:lnTo>
                <a:lnTo>
                  <a:pt x="6" y="55"/>
                </a:lnTo>
                <a:lnTo>
                  <a:pt x="6" y="54"/>
                </a:lnTo>
                <a:lnTo>
                  <a:pt x="5" y="53"/>
                </a:lnTo>
                <a:lnTo>
                  <a:pt x="3" y="52"/>
                </a:lnTo>
                <a:lnTo>
                  <a:pt x="3" y="51"/>
                </a:lnTo>
                <a:lnTo>
                  <a:pt x="2" y="50"/>
                </a:lnTo>
                <a:lnTo>
                  <a:pt x="2" y="49"/>
                </a:lnTo>
                <a:lnTo>
                  <a:pt x="1" y="48"/>
                </a:lnTo>
                <a:lnTo>
                  <a:pt x="1" y="46"/>
                </a:lnTo>
                <a:lnTo>
                  <a:pt x="1" y="45"/>
                </a:lnTo>
                <a:lnTo>
                  <a:pt x="0" y="44"/>
                </a:lnTo>
                <a:lnTo>
                  <a:pt x="0" y="43"/>
                </a:lnTo>
                <a:lnTo>
                  <a:pt x="0" y="41"/>
                </a:lnTo>
                <a:lnTo>
                  <a:pt x="0" y="40"/>
                </a:lnTo>
                <a:lnTo>
                  <a:pt x="0" y="38"/>
                </a:lnTo>
                <a:close/>
              </a:path>
            </a:pathLst>
          </a:custGeom>
          <a:solidFill>
            <a:srgbClr val="000000"/>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6" name="Freeform 146">
            <a:extLst>
              <a:ext uri="{FF2B5EF4-FFF2-40B4-BE49-F238E27FC236}">
                <a16:creationId xmlns:a16="http://schemas.microsoft.com/office/drawing/2014/main" id="{B7A08FDD-26AF-41B7-A77B-8EB8AF433B34}"/>
              </a:ext>
            </a:extLst>
          </p:cNvPr>
          <p:cNvSpPr>
            <a:spLocks/>
          </p:cNvSpPr>
          <p:nvPr/>
        </p:nvSpPr>
        <p:spPr bwMode="auto">
          <a:xfrm>
            <a:off x="2476500" y="2892425"/>
            <a:ext cx="101600" cy="66675"/>
          </a:xfrm>
          <a:custGeom>
            <a:avLst/>
            <a:gdLst>
              <a:gd name="T0" fmla="*/ 0 w 127"/>
              <a:gd name="T1" fmla="*/ 2147483646 h 86"/>
              <a:gd name="T2" fmla="*/ 2147483646 w 127"/>
              <a:gd name="T3" fmla="*/ 2147483646 h 86"/>
              <a:gd name="T4" fmla="*/ 2147483646 w 127"/>
              <a:gd name="T5" fmla="*/ 0 h 86"/>
              <a:gd name="T6" fmla="*/ 2147483646 w 127"/>
              <a:gd name="T7" fmla="*/ 2147483646 h 86"/>
              <a:gd name="T8" fmla="*/ 0 w 127"/>
              <a:gd name="T9" fmla="*/ 2147483646 h 86"/>
              <a:gd name="T10" fmla="*/ 0 60000 65536"/>
              <a:gd name="T11" fmla="*/ 0 60000 65536"/>
              <a:gd name="T12" fmla="*/ 0 60000 65536"/>
              <a:gd name="T13" fmla="*/ 0 60000 65536"/>
              <a:gd name="T14" fmla="*/ 0 60000 65536"/>
              <a:gd name="T15" fmla="*/ 0 w 127"/>
              <a:gd name="T16" fmla="*/ 0 h 86"/>
              <a:gd name="T17" fmla="*/ 127 w 127"/>
              <a:gd name="T18" fmla="*/ 86 h 86"/>
            </a:gdLst>
            <a:ahLst/>
            <a:cxnLst>
              <a:cxn ang="T10">
                <a:pos x="T0" y="T1"/>
              </a:cxn>
              <a:cxn ang="T11">
                <a:pos x="T2" y="T3"/>
              </a:cxn>
              <a:cxn ang="T12">
                <a:pos x="T4" y="T5"/>
              </a:cxn>
              <a:cxn ang="T13">
                <a:pos x="T6" y="T7"/>
              </a:cxn>
              <a:cxn ang="T14">
                <a:pos x="T8" y="T9"/>
              </a:cxn>
            </a:cxnLst>
            <a:rect l="T15" t="T16" r="T17" b="T18"/>
            <a:pathLst>
              <a:path w="127" h="86">
                <a:moveTo>
                  <a:pt x="0" y="64"/>
                </a:moveTo>
                <a:lnTo>
                  <a:pt x="127" y="86"/>
                </a:lnTo>
                <a:lnTo>
                  <a:pt x="42" y="0"/>
                </a:lnTo>
                <a:lnTo>
                  <a:pt x="21" y="22"/>
                </a:lnTo>
                <a:lnTo>
                  <a:pt x="0" y="64"/>
                </a:lnTo>
                <a:close/>
              </a:path>
            </a:pathLst>
          </a:custGeom>
          <a:solidFill>
            <a:srgbClr val="000000"/>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7" name="Freeform 147">
            <a:extLst>
              <a:ext uri="{FF2B5EF4-FFF2-40B4-BE49-F238E27FC236}">
                <a16:creationId xmlns:a16="http://schemas.microsoft.com/office/drawing/2014/main" id="{F69F9481-2FC8-4170-9123-9C07D3B5AF2C}"/>
              </a:ext>
            </a:extLst>
          </p:cNvPr>
          <p:cNvSpPr>
            <a:spLocks/>
          </p:cNvSpPr>
          <p:nvPr/>
        </p:nvSpPr>
        <p:spPr bwMode="auto">
          <a:xfrm>
            <a:off x="2128838" y="1901825"/>
            <a:ext cx="360362" cy="1012825"/>
          </a:xfrm>
          <a:custGeom>
            <a:avLst/>
            <a:gdLst>
              <a:gd name="T0" fmla="*/ 2147483646 w 455"/>
              <a:gd name="T1" fmla="*/ 2147483646 h 1275"/>
              <a:gd name="T2" fmla="*/ 2147483646 w 455"/>
              <a:gd name="T3" fmla="*/ 2147483646 h 1275"/>
              <a:gd name="T4" fmla="*/ 2147483646 w 455"/>
              <a:gd name="T5" fmla="*/ 2147483646 h 1275"/>
              <a:gd name="T6" fmla="*/ 2147483646 w 455"/>
              <a:gd name="T7" fmla="*/ 2147483646 h 1275"/>
              <a:gd name="T8" fmla="*/ 2147483646 w 455"/>
              <a:gd name="T9" fmla="*/ 2147483646 h 1275"/>
              <a:gd name="T10" fmla="*/ 2147483646 w 455"/>
              <a:gd name="T11" fmla="*/ 2147483646 h 1275"/>
              <a:gd name="T12" fmla="*/ 2147483646 w 455"/>
              <a:gd name="T13" fmla="*/ 2147483646 h 1275"/>
              <a:gd name="T14" fmla="*/ 2147483646 w 455"/>
              <a:gd name="T15" fmla="*/ 2147483646 h 1275"/>
              <a:gd name="T16" fmla="*/ 2147483646 w 455"/>
              <a:gd name="T17" fmla="*/ 2147483646 h 1275"/>
              <a:gd name="T18" fmla="*/ 2147483646 w 455"/>
              <a:gd name="T19" fmla="*/ 2147483646 h 1275"/>
              <a:gd name="T20" fmla="*/ 2147483646 w 455"/>
              <a:gd name="T21" fmla="*/ 2147483646 h 1275"/>
              <a:gd name="T22" fmla="*/ 2147483646 w 455"/>
              <a:gd name="T23" fmla="*/ 2147483646 h 1275"/>
              <a:gd name="T24" fmla="*/ 2147483646 w 455"/>
              <a:gd name="T25" fmla="*/ 2147483646 h 1275"/>
              <a:gd name="T26" fmla="*/ 2147483646 w 455"/>
              <a:gd name="T27" fmla="*/ 2147483646 h 1275"/>
              <a:gd name="T28" fmla="*/ 2147483646 w 455"/>
              <a:gd name="T29" fmla="*/ 2147483646 h 1275"/>
              <a:gd name="T30" fmla="*/ 2147483646 w 455"/>
              <a:gd name="T31" fmla="*/ 2147483646 h 1275"/>
              <a:gd name="T32" fmla="*/ 2147483646 w 455"/>
              <a:gd name="T33" fmla="*/ 2147483646 h 1275"/>
              <a:gd name="T34" fmla="*/ 2147483646 w 455"/>
              <a:gd name="T35" fmla="*/ 2147483646 h 1275"/>
              <a:gd name="T36" fmla="*/ 2147483646 w 455"/>
              <a:gd name="T37" fmla="*/ 2147483646 h 1275"/>
              <a:gd name="T38" fmla="*/ 2147483646 w 455"/>
              <a:gd name="T39" fmla="*/ 2147483646 h 1275"/>
              <a:gd name="T40" fmla="*/ 2147483646 w 455"/>
              <a:gd name="T41" fmla="*/ 2147483646 h 1275"/>
              <a:gd name="T42" fmla="*/ 2147483646 w 455"/>
              <a:gd name="T43" fmla="*/ 2147483646 h 1275"/>
              <a:gd name="T44" fmla="*/ 2147483646 w 455"/>
              <a:gd name="T45" fmla="*/ 2147483646 h 1275"/>
              <a:gd name="T46" fmla="*/ 2147483646 w 455"/>
              <a:gd name="T47" fmla="*/ 2147483646 h 1275"/>
              <a:gd name="T48" fmla="*/ 2147483646 w 455"/>
              <a:gd name="T49" fmla="*/ 2147483646 h 1275"/>
              <a:gd name="T50" fmla="*/ 2147483646 w 455"/>
              <a:gd name="T51" fmla="*/ 2147483646 h 1275"/>
              <a:gd name="T52" fmla="*/ 2147483646 w 455"/>
              <a:gd name="T53" fmla="*/ 2147483646 h 1275"/>
              <a:gd name="T54" fmla="*/ 2147483646 w 455"/>
              <a:gd name="T55" fmla="*/ 2147483646 h 1275"/>
              <a:gd name="T56" fmla="*/ 2147483646 w 455"/>
              <a:gd name="T57" fmla="*/ 2147483646 h 1275"/>
              <a:gd name="T58" fmla="*/ 2147483646 w 455"/>
              <a:gd name="T59" fmla="*/ 2147483646 h 1275"/>
              <a:gd name="T60" fmla="*/ 2147483646 w 455"/>
              <a:gd name="T61" fmla="*/ 2147483646 h 1275"/>
              <a:gd name="T62" fmla="*/ 2147483646 w 455"/>
              <a:gd name="T63" fmla="*/ 2147483646 h 1275"/>
              <a:gd name="T64" fmla="*/ 2147483646 w 455"/>
              <a:gd name="T65" fmla="*/ 2147483646 h 12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5"/>
              <a:gd name="T100" fmla="*/ 0 h 1275"/>
              <a:gd name="T101" fmla="*/ 455 w 455"/>
              <a:gd name="T102" fmla="*/ 1275 h 12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5" h="1275">
                <a:moveTo>
                  <a:pt x="0" y="0"/>
                </a:moveTo>
                <a:lnTo>
                  <a:pt x="34" y="27"/>
                </a:lnTo>
                <a:lnTo>
                  <a:pt x="66" y="53"/>
                </a:lnTo>
                <a:lnTo>
                  <a:pt x="96" y="79"/>
                </a:lnTo>
                <a:lnTo>
                  <a:pt x="125" y="102"/>
                </a:lnTo>
                <a:lnTo>
                  <a:pt x="150" y="124"/>
                </a:lnTo>
                <a:lnTo>
                  <a:pt x="175" y="146"/>
                </a:lnTo>
                <a:lnTo>
                  <a:pt x="196" y="166"/>
                </a:lnTo>
                <a:lnTo>
                  <a:pt x="216" y="186"/>
                </a:lnTo>
                <a:lnTo>
                  <a:pt x="235" y="205"/>
                </a:lnTo>
                <a:lnTo>
                  <a:pt x="251" y="224"/>
                </a:lnTo>
                <a:lnTo>
                  <a:pt x="266" y="242"/>
                </a:lnTo>
                <a:lnTo>
                  <a:pt x="280" y="261"/>
                </a:lnTo>
                <a:lnTo>
                  <a:pt x="292" y="278"/>
                </a:lnTo>
                <a:lnTo>
                  <a:pt x="301" y="296"/>
                </a:lnTo>
                <a:lnTo>
                  <a:pt x="310" y="313"/>
                </a:lnTo>
                <a:lnTo>
                  <a:pt x="317" y="331"/>
                </a:lnTo>
                <a:lnTo>
                  <a:pt x="323" y="349"/>
                </a:lnTo>
                <a:lnTo>
                  <a:pt x="327" y="367"/>
                </a:lnTo>
                <a:lnTo>
                  <a:pt x="329" y="385"/>
                </a:lnTo>
                <a:lnTo>
                  <a:pt x="331" y="404"/>
                </a:lnTo>
                <a:lnTo>
                  <a:pt x="331" y="425"/>
                </a:lnTo>
                <a:lnTo>
                  <a:pt x="330" y="445"/>
                </a:lnTo>
                <a:lnTo>
                  <a:pt x="328" y="467"/>
                </a:lnTo>
                <a:lnTo>
                  <a:pt x="325" y="489"/>
                </a:lnTo>
                <a:lnTo>
                  <a:pt x="321" y="513"/>
                </a:lnTo>
                <a:lnTo>
                  <a:pt x="316" y="537"/>
                </a:lnTo>
                <a:lnTo>
                  <a:pt x="310" y="564"/>
                </a:lnTo>
                <a:lnTo>
                  <a:pt x="302" y="592"/>
                </a:lnTo>
                <a:lnTo>
                  <a:pt x="295" y="620"/>
                </a:lnTo>
                <a:lnTo>
                  <a:pt x="285" y="651"/>
                </a:lnTo>
                <a:lnTo>
                  <a:pt x="277" y="684"/>
                </a:lnTo>
                <a:lnTo>
                  <a:pt x="266" y="718"/>
                </a:lnTo>
                <a:lnTo>
                  <a:pt x="257" y="748"/>
                </a:lnTo>
                <a:lnTo>
                  <a:pt x="248" y="777"/>
                </a:lnTo>
                <a:lnTo>
                  <a:pt x="241" y="805"/>
                </a:lnTo>
                <a:lnTo>
                  <a:pt x="233" y="830"/>
                </a:lnTo>
                <a:lnTo>
                  <a:pt x="227" y="856"/>
                </a:lnTo>
                <a:lnTo>
                  <a:pt x="220" y="879"/>
                </a:lnTo>
                <a:lnTo>
                  <a:pt x="215" y="901"/>
                </a:lnTo>
                <a:lnTo>
                  <a:pt x="211" y="923"/>
                </a:lnTo>
                <a:lnTo>
                  <a:pt x="208" y="943"/>
                </a:lnTo>
                <a:lnTo>
                  <a:pt x="204" y="962"/>
                </a:lnTo>
                <a:lnTo>
                  <a:pt x="202" y="980"/>
                </a:lnTo>
                <a:lnTo>
                  <a:pt x="201" y="998"/>
                </a:lnTo>
                <a:lnTo>
                  <a:pt x="202" y="1015"/>
                </a:lnTo>
                <a:lnTo>
                  <a:pt x="203" y="1031"/>
                </a:lnTo>
                <a:lnTo>
                  <a:pt x="205" y="1047"/>
                </a:lnTo>
                <a:lnTo>
                  <a:pt x="209" y="1062"/>
                </a:lnTo>
                <a:lnTo>
                  <a:pt x="213" y="1076"/>
                </a:lnTo>
                <a:lnTo>
                  <a:pt x="219" y="1090"/>
                </a:lnTo>
                <a:lnTo>
                  <a:pt x="227" y="1104"/>
                </a:lnTo>
                <a:lnTo>
                  <a:pt x="235" y="1118"/>
                </a:lnTo>
                <a:lnTo>
                  <a:pt x="245" y="1130"/>
                </a:lnTo>
                <a:lnTo>
                  <a:pt x="255" y="1143"/>
                </a:lnTo>
                <a:lnTo>
                  <a:pt x="268" y="1156"/>
                </a:lnTo>
                <a:lnTo>
                  <a:pt x="282" y="1169"/>
                </a:lnTo>
                <a:lnTo>
                  <a:pt x="298" y="1181"/>
                </a:lnTo>
                <a:lnTo>
                  <a:pt x="315" y="1194"/>
                </a:lnTo>
                <a:lnTo>
                  <a:pt x="334" y="1207"/>
                </a:lnTo>
                <a:lnTo>
                  <a:pt x="356" y="1220"/>
                </a:lnTo>
                <a:lnTo>
                  <a:pt x="377" y="1234"/>
                </a:lnTo>
                <a:lnTo>
                  <a:pt x="401" y="1246"/>
                </a:lnTo>
                <a:lnTo>
                  <a:pt x="427" y="1261"/>
                </a:lnTo>
                <a:lnTo>
                  <a:pt x="455" y="1275"/>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8" name="Rectangle 148">
            <a:extLst>
              <a:ext uri="{FF2B5EF4-FFF2-40B4-BE49-F238E27FC236}">
                <a16:creationId xmlns:a16="http://schemas.microsoft.com/office/drawing/2014/main" id="{3BE0F6D0-1888-4103-A13B-C39C6668A21B}"/>
              </a:ext>
            </a:extLst>
          </p:cNvPr>
          <p:cNvSpPr>
            <a:spLocks noChangeArrowheads="1"/>
          </p:cNvSpPr>
          <p:nvPr/>
        </p:nvSpPr>
        <p:spPr bwMode="auto">
          <a:xfrm>
            <a:off x="5649913" y="6240463"/>
            <a:ext cx="2889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Helvetica" panose="020B0604020202020204" pitchFamily="34" charset="0"/>
                <a:ea typeface="MS PGothic" panose="020B0600070205080204" pitchFamily="34" charset="-128"/>
                <a:cs typeface="+mn-cs"/>
              </a:rPr>
              <a:t> N </a:t>
            </a:r>
            <a:endParaRPr kumimoji="0" lang="en-US" altLang="en-US" sz="28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09" name="AutoShape 150">
            <a:extLst>
              <a:ext uri="{FF2B5EF4-FFF2-40B4-BE49-F238E27FC236}">
                <a16:creationId xmlns:a16="http://schemas.microsoft.com/office/drawing/2014/main" id="{8CFF52F5-0DEB-4638-92E6-0DE7104A0929}"/>
              </a:ext>
            </a:extLst>
          </p:cNvPr>
          <p:cNvSpPr>
            <a:spLocks noChangeArrowheads="1"/>
          </p:cNvSpPr>
          <p:nvPr/>
        </p:nvSpPr>
        <p:spPr bwMode="auto">
          <a:xfrm>
            <a:off x="5670550" y="4495800"/>
            <a:ext cx="465138" cy="398463"/>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58510" name="TextBox 125">
            <a:extLst>
              <a:ext uri="{FF2B5EF4-FFF2-40B4-BE49-F238E27FC236}">
                <a16:creationId xmlns:a16="http://schemas.microsoft.com/office/drawing/2014/main" id="{1FDE49BE-6057-42E4-AF63-F9F5FFFEC11D}"/>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6.53 from the textbook ]</a:t>
            </a:r>
          </a:p>
        </p:txBody>
      </p:sp>
      <p:sp>
        <p:nvSpPr>
          <p:cNvPr id="58511" name="Title 1">
            <a:extLst>
              <a:ext uri="{FF2B5EF4-FFF2-40B4-BE49-F238E27FC236}">
                <a16:creationId xmlns:a16="http://schemas.microsoft.com/office/drawing/2014/main" id="{5761C0C6-7652-4F86-AA0C-C1423726C7CC}"/>
              </a:ext>
            </a:extLst>
          </p:cNvPr>
          <p:cNvSpPr txBox="1">
            <a:spLocks/>
          </p:cNvSpPr>
          <p:nvPr/>
        </p:nvSpPr>
        <p:spPr bwMode="auto">
          <a:xfrm>
            <a:off x="0" y="77788"/>
            <a:ext cx="9144000" cy="60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Signals for the vending machine</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AAA6B136-B2BE-4D5B-A71A-BD643B92DAFF}"/>
                  </a:ext>
                </a:extLst>
              </p14:cNvPr>
              <p14:cNvContentPartPr/>
              <p14:nvPr/>
            </p14:nvContentPartPr>
            <p14:xfrm>
              <a:off x="2517840" y="1462320"/>
              <a:ext cx="20880" cy="87840"/>
            </p14:xfrm>
          </p:contentPart>
        </mc:Choice>
        <mc:Fallback xmlns="">
          <p:pic>
            <p:nvPicPr>
              <p:cNvPr id="2" name="Ink 1">
                <a:extLst>
                  <a:ext uri="{FF2B5EF4-FFF2-40B4-BE49-F238E27FC236}">
                    <a16:creationId xmlns:a16="http://schemas.microsoft.com/office/drawing/2014/main" id="{AAA6B136-B2BE-4D5B-A71A-BD643B92DAFF}"/>
                  </a:ext>
                </a:extLst>
              </p:cNvPr>
              <p:cNvPicPr/>
              <p:nvPr/>
            </p:nvPicPr>
            <p:blipFill>
              <a:blip r:embed="rId3"/>
              <a:stretch>
                <a:fillRect/>
              </a:stretch>
            </p:blipFill>
            <p:spPr>
              <a:xfrm>
                <a:off x="2508480" y="1452960"/>
                <a:ext cx="39600" cy="106560"/>
              </a:xfrm>
              <a:prstGeom prst="rect">
                <a:avLst/>
              </a:prstGeom>
            </p:spPr>
          </p:pic>
        </mc:Fallback>
      </mc:AlternateContent>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TextBox 125">
            <a:extLst>
              <a:ext uri="{FF2B5EF4-FFF2-40B4-BE49-F238E27FC236}">
                <a16:creationId xmlns:a16="http://schemas.microsoft.com/office/drawing/2014/main" id="{D57EA9F0-3025-486E-8A2F-37AD28F8D0BD}"/>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6.54 from the textbook ]</a:t>
            </a:r>
          </a:p>
        </p:txBody>
      </p:sp>
      <p:sp>
        <p:nvSpPr>
          <p:cNvPr id="59395" name="Title 1">
            <a:extLst>
              <a:ext uri="{FF2B5EF4-FFF2-40B4-BE49-F238E27FC236}">
                <a16:creationId xmlns:a16="http://schemas.microsoft.com/office/drawing/2014/main" id="{5766E819-66AF-447A-BFEA-A82843F5B339}"/>
              </a:ext>
            </a:extLst>
          </p:cNvPr>
          <p:cNvSpPr txBox="1">
            <a:spLocks/>
          </p:cNvSpPr>
          <p:nvPr/>
        </p:nvSpPr>
        <p:spPr bwMode="auto">
          <a:xfrm>
            <a:off x="0" y="76200"/>
            <a:ext cx="9144000" cy="5730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vending machine</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3FDE2B0F-227B-40F5-84B9-F59771F3DB24}"/>
                  </a:ext>
                </a:extLst>
              </p14:cNvPr>
              <p14:cNvContentPartPr/>
              <p14:nvPr/>
            </p14:nvContentPartPr>
            <p14:xfrm>
              <a:off x="2608200" y="527760"/>
              <a:ext cx="6307560" cy="3904920"/>
            </p14:xfrm>
          </p:contentPart>
        </mc:Choice>
        <mc:Fallback>
          <p:pic>
            <p:nvPicPr>
              <p:cNvPr id="2" name="Ink 1">
                <a:extLst>
                  <a:ext uri="{FF2B5EF4-FFF2-40B4-BE49-F238E27FC236}">
                    <a16:creationId xmlns:a16="http://schemas.microsoft.com/office/drawing/2014/main" id="{3FDE2B0F-227B-40F5-84B9-F59771F3DB24}"/>
                  </a:ext>
                </a:extLst>
              </p:cNvPr>
              <p:cNvPicPr/>
              <p:nvPr/>
            </p:nvPicPr>
            <p:blipFill>
              <a:blip r:embed="rId3"/>
              <a:stretch>
                <a:fillRect/>
              </a:stretch>
            </p:blipFill>
            <p:spPr>
              <a:xfrm>
                <a:off x="2598840" y="518400"/>
                <a:ext cx="6326280" cy="3923640"/>
              </a:xfrm>
              <a:prstGeom prst="rect">
                <a:avLst/>
              </a:prstGeom>
            </p:spPr>
          </p:pic>
        </mc:Fallback>
      </mc:AlternateContent>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7" name="Group 1">
            <a:extLst>
              <a:ext uri="{FF2B5EF4-FFF2-40B4-BE49-F238E27FC236}">
                <a16:creationId xmlns:a16="http://schemas.microsoft.com/office/drawing/2014/main" id="{2628E171-75DF-4B2B-93B5-9B7231DFAEA3}"/>
              </a:ext>
            </a:extLst>
          </p:cNvPr>
          <p:cNvGrpSpPr>
            <a:grpSpLocks/>
          </p:cNvGrpSpPr>
          <p:nvPr/>
        </p:nvGrpSpPr>
        <p:grpSpPr bwMode="auto">
          <a:xfrm>
            <a:off x="998538" y="969963"/>
            <a:ext cx="7031037" cy="5354637"/>
            <a:chOff x="998538" y="342900"/>
            <a:chExt cx="7031037" cy="5354638"/>
          </a:xfrm>
        </p:grpSpPr>
        <p:sp>
          <p:nvSpPr>
            <p:cNvPr id="60429" name="Freeform 4">
              <a:extLst>
                <a:ext uri="{FF2B5EF4-FFF2-40B4-BE49-F238E27FC236}">
                  <a16:creationId xmlns:a16="http://schemas.microsoft.com/office/drawing/2014/main" id="{C7AFE0CF-6795-4722-B451-CDF6C71FFF5D}"/>
                </a:ext>
              </a:extLst>
            </p:cNvPr>
            <p:cNvSpPr>
              <a:spLocks/>
            </p:cNvSpPr>
            <p:nvPr/>
          </p:nvSpPr>
          <p:spPr bwMode="auto">
            <a:xfrm>
              <a:off x="3394075" y="2376488"/>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7" y="0"/>
                  </a:moveTo>
                  <a:lnTo>
                    <a:pt x="0" y="144"/>
                  </a:lnTo>
                  <a:lnTo>
                    <a:pt x="144" y="58"/>
                  </a:lnTo>
                  <a:lnTo>
                    <a:pt x="115" y="29"/>
                  </a:lnTo>
                  <a:lnTo>
                    <a:pt x="87" y="0"/>
                  </a:lnTo>
                  <a:close/>
                </a:path>
              </a:pathLst>
            </a:custGeom>
            <a:solidFill>
              <a:schemeClr val="tx1"/>
            </a:solidFill>
            <a:ln w="0">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0" name="Freeform 6">
              <a:extLst>
                <a:ext uri="{FF2B5EF4-FFF2-40B4-BE49-F238E27FC236}">
                  <a16:creationId xmlns:a16="http://schemas.microsoft.com/office/drawing/2014/main" id="{AA439A7E-FB27-4FBF-A397-5C0FD4F07DCF}"/>
                </a:ext>
              </a:extLst>
            </p:cNvPr>
            <p:cNvSpPr>
              <a:spLocks/>
            </p:cNvSpPr>
            <p:nvPr/>
          </p:nvSpPr>
          <p:spPr bwMode="auto">
            <a:xfrm>
              <a:off x="3462338" y="2239963"/>
              <a:ext cx="182562" cy="182562"/>
            </a:xfrm>
            <a:custGeom>
              <a:avLst/>
              <a:gdLst>
                <a:gd name="T0" fmla="*/ 2147483646 w 230"/>
                <a:gd name="T1" fmla="*/ 2147483646 h 231"/>
                <a:gd name="T2" fmla="*/ 2147483646 w 230"/>
                <a:gd name="T3" fmla="*/ 2147483646 h 231"/>
                <a:gd name="T4" fmla="*/ 2147483646 w 230"/>
                <a:gd name="T5" fmla="*/ 0 h 231"/>
                <a:gd name="T6" fmla="*/ 0 w 230"/>
                <a:gd name="T7" fmla="*/ 2147483646 h 231"/>
                <a:gd name="T8" fmla="*/ 2147483646 w 230"/>
                <a:gd name="T9" fmla="*/ 2147483646 h 231"/>
                <a:gd name="T10" fmla="*/ 0 60000 65536"/>
                <a:gd name="T11" fmla="*/ 0 60000 65536"/>
                <a:gd name="T12" fmla="*/ 0 60000 65536"/>
                <a:gd name="T13" fmla="*/ 0 60000 65536"/>
                <a:gd name="T14" fmla="*/ 0 60000 65536"/>
                <a:gd name="T15" fmla="*/ 0 w 230"/>
                <a:gd name="T16" fmla="*/ 0 h 231"/>
                <a:gd name="T17" fmla="*/ 230 w 230"/>
                <a:gd name="T18" fmla="*/ 231 h 231"/>
              </a:gdLst>
              <a:ahLst/>
              <a:cxnLst>
                <a:cxn ang="T10">
                  <a:pos x="T0" y="T1"/>
                </a:cxn>
                <a:cxn ang="T11">
                  <a:pos x="T2" y="T3"/>
                </a:cxn>
                <a:cxn ang="T12">
                  <a:pos x="T4" y="T5"/>
                </a:cxn>
                <a:cxn ang="T13">
                  <a:pos x="T6" y="T7"/>
                </a:cxn>
                <a:cxn ang="T14">
                  <a:pos x="T8" y="T9"/>
                </a:cxn>
              </a:cxnLst>
              <a:rect l="T15" t="T16" r="T17" b="T18"/>
              <a:pathLst>
                <a:path w="230" h="231">
                  <a:moveTo>
                    <a:pt x="143" y="231"/>
                  </a:moveTo>
                  <a:lnTo>
                    <a:pt x="230" y="144"/>
                  </a:lnTo>
                  <a:lnTo>
                    <a:pt x="86" y="0"/>
                  </a:lnTo>
                  <a:lnTo>
                    <a:pt x="0" y="87"/>
                  </a:lnTo>
                  <a:lnTo>
                    <a:pt x="143" y="2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1" name="Freeform 7">
              <a:extLst>
                <a:ext uri="{FF2B5EF4-FFF2-40B4-BE49-F238E27FC236}">
                  <a16:creationId xmlns:a16="http://schemas.microsoft.com/office/drawing/2014/main" id="{2BF91C35-B359-413F-BE13-03D5FF2B12DC}"/>
                </a:ext>
              </a:extLst>
            </p:cNvPr>
            <p:cNvSpPr>
              <a:spLocks/>
            </p:cNvSpPr>
            <p:nvPr/>
          </p:nvSpPr>
          <p:spPr bwMode="auto">
            <a:xfrm>
              <a:off x="2890838" y="1897063"/>
              <a:ext cx="639762" cy="639762"/>
            </a:xfrm>
            <a:custGeom>
              <a:avLst/>
              <a:gdLst>
                <a:gd name="T0" fmla="*/ 0 w 806"/>
                <a:gd name="T1" fmla="*/ 2147483646 h 806"/>
                <a:gd name="T2" fmla="*/ 2147483646 w 806"/>
                <a:gd name="T3" fmla="*/ 2147483646 h 806"/>
                <a:gd name="T4" fmla="*/ 2147483646 w 806"/>
                <a:gd name="T5" fmla="*/ 2147483646 h 806"/>
                <a:gd name="T6" fmla="*/ 2147483646 w 806"/>
                <a:gd name="T7" fmla="*/ 2147483646 h 806"/>
                <a:gd name="T8" fmla="*/ 2147483646 w 806"/>
                <a:gd name="T9" fmla="*/ 2147483646 h 806"/>
                <a:gd name="T10" fmla="*/ 2147483646 w 806"/>
                <a:gd name="T11" fmla="*/ 2147483646 h 806"/>
                <a:gd name="T12" fmla="*/ 2147483646 w 806"/>
                <a:gd name="T13" fmla="*/ 2147483646 h 806"/>
                <a:gd name="T14" fmla="*/ 2147483646 w 806"/>
                <a:gd name="T15" fmla="*/ 2147483646 h 806"/>
                <a:gd name="T16" fmla="*/ 2147483646 w 806"/>
                <a:gd name="T17" fmla="*/ 2147483646 h 806"/>
                <a:gd name="T18" fmla="*/ 2147483646 w 806"/>
                <a:gd name="T19" fmla="*/ 2147483646 h 806"/>
                <a:gd name="T20" fmla="*/ 2147483646 w 806"/>
                <a:gd name="T21" fmla="*/ 2147483646 h 806"/>
                <a:gd name="T22" fmla="*/ 2147483646 w 806"/>
                <a:gd name="T23" fmla="*/ 0 h 806"/>
                <a:gd name="T24" fmla="*/ 2147483646 w 806"/>
                <a:gd name="T25" fmla="*/ 2147483646 h 806"/>
                <a:gd name="T26" fmla="*/ 2147483646 w 806"/>
                <a:gd name="T27" fmla="*/ 2147483646 h 806"/>
                <a:gd name="T28" fmla="*/ 2147483646 w 806"/>
                <a:gd name="T29" fmla="*/ 2147483646 h 806"/>
                <a:gd name="T30" fmla="*/ 2147483646 w 806"/>
                <a:gd name="T31" fmla="*/ 2147483646 h 806"/>
                <a:gd name="T32" fmla="*/ 2147483646 w 806"/>
                <a:gd name="T33" fmla="*/ 2147483646 h 806"/>
                <a:gd name="T34" fmla="*/ 2147483646 w 806"/>
                <a:gd name="T35" fmla="*/ 2147483646 h 806"/>
                <a:gd name="T36" fmla="*/ 2147483646 w 806"/>
                <a:gd name="T37" fmla="*/ 2147483646 h 806"/>
                <a:gd name="T38" fmla="*/ 2147483646 w 806"/>
                <a:gd name="T39" fmla="*/ 2147483646 h 806"/>
                <a:gd name="T40" fmla="*/ 2147483646 w 806"/>
                <a:gd name="T41" fmla="*/ 2147483646 h 806"/>
                <a:gd name="T42" fmla="*/ 2147483646 w 806"/>
                <a:gd name="T43" fmla="*/ 2147483646 h 806"/>
                <a:gd name="T44" fmla="*/ 2147483646 w 806"/>
                <a:gd name="T45" fmla="*/ 2147483646 h 806"/>
                <a:gd name="T46" fmla="*/ 2147483646 w 806"/>
                <a:gd name="T47" fmla="*/ 2147483646 h 806"/>
                <a:gd name="T48" fmla="*/ 2147483646 w 806"/>
                <a:gd name="T49" fmla="*/ 2147483646 h 806"/>
                <a:gd name="T50" fmla="*/ 2147483646 w 806"/>
                <a:gd name="T51" fmla="*/ 2147483646 h 806"/>
                <a:gd name="T52" fmla="*/ 2147483646 w 806"/>
                <a:gd name="T53" fmla="*/ 2147483646 h 806"/>
                <a:gd name="T54" fmla="*/ 2147483646 w 806"/>
                <a:gd name="T55" fmla="*/ 2147483646 h 806"/>
                <a:gd name="T56" fmla="*/ 2147483646 w 806"/>
                <a:gd name="T57" fmla="*/ 2147483646 h 806"/>
                <a:gd name="T58" fmla="*/ 2147483646 w 806"/>
                <a:gd name="T59" fmla="*/ 2147483646 h 806"/>
                <a:gd name="T60" fmla="*/ 2147483646 w 806"/>
                <a:gd name="T61" fmla="*/ 2147483646 h 806"/>
                <a:gd name="T62" fmla="*/ 2147483646 w 806"/>
                <a:gd name="T63" fmla="*/ 2147483646 h 806"/>
                <a:gd name="T64" fmla="*/ 2147483646 w 806"/>
                <a:gd name="T65" fmla="*/ 2147483646 h 806"/>
                <a:gd name="T66" fmla="*/ 2147483646 w 806"/>
                <a:gd name="T67" fmla="*/ 2147483646 h 806"/>
                <a:gd name="T68" fmla="*/ 2147483646 w 806"/>
                <a:gd name="T69" fmla="*/ 2147483646 h 806"/>
                <a:gd name="T70" fmla="*/ 2147483646 w 806"/>
                <a:gd name="T71" fmla="*/ 2147483646 h 806"/>
                <a:gd name="T72" fmla="*/ 2147483646 w 806"/>
                <a:gd name="T73" fmla="*/ 2147483646 h 806"/>
                <a:gd name="T74" fmla="*/ 2147483646 w 806"/>
                <a:gd name="T75" fmla="*/ 2147483646 h 806"/>
                <a:gd name="T76" fmla="*/ 2147483646 w 806"/>
                <a:gd name="T77" fmla="*/ 2147483646 h 806"/>
                <a:gd name="T78" fmla="*/ 2147483646 w 806"/>
                <a:gd name="T79" fmla="*/ 2147483646 h 806"/>
                <a:gd name="T80" fmla="*/ 2147483646 w 806"/>
                <a:gd name="T81" fmla="*/ 2147483646 h 806"/>
                <a:gd name="T82" fmla="*/ 2147483646 w 806"/>
                <a:gd name="T83" fmla="*/ 2147483646 h 806"/>
                <a:gd name="T84" fmla="*/ 2147483646 w 806"/>
                <a:gd name="T85" fmla="*/ 2147483646 h 806"/>
                <a:gd name="T86" fmla="*/ 2147483646 w 806"/>
                <a:gd name="T87" fmla="*/ 2147483646 h 806"/>
                <a:gd name="T88" fmla="*/ 2147483646 w 806"/>
                <a:gd name="T89" fmla="*/ 2147483646 h 806"/>
                <a:gd name="T90" fmla="*/ 2147483646 w 806"/>
                <a:gd name="T91" fmla="*/ 2147483646 h 806"/>
                <a:gd name="T92" fmla="*/ 2147483646 w 806"/>
                <a:gd name="T93" fmla="*/ 2147483646 h 806"/>
                <a:gd name="T94" fmla="*/ 2147483646 w 806"/>
                <a:gd name="T95" fmla="*/ 2147483646 h 806"/>
                <a:gd name="T96" fmla="*/ 2147483646 w 806"/>
                <a:gd name="T97" fmla="*/ 2147483646 h 806"/>
                <a:gd name="T98" fmla="*/ 2147483646 w 806"/>
                <a:gd name="T99" fmla="*/ 2147483646 h 806"/>
                <a:gd name="T100" fmla="*/ 2147483646 w 806"/>
                <a:gd name="T101" fmla="*/ 2147483646 h 806"/>
                <a:gd name="T102" fmla="*/ 2147483646 w 806"/>
                <a:gd name="T103" fmla="*/ 2147483646 h 806"/>
                <a:gd name="T104" fmla="*/ 2147483646 w 806"/>
                <a:gd name="T105" fmla="*/ 2147483646 h 806"/>
                <a:gd name="T106" fmla="*/ 2147483646 w 806"/>
                <a:gd name="T107" fmla="*/ 2147483646 h 806"/>
                <a:gd name="T108" fmla="*/ 2147483646 w 806"/>
                <a:gd name="T109" fmla="*/ 2147483646 h 806"/>
                <a:gd name="T110" fmla="*/ 0 w 806"/>
                <a:gd name="T111" fmla="*/ 2147483646 h 8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6"/>
                <a:gd name="T169" fmla="*/ 0 h 806"/>
                <a:gd name="T170" fmla="*/ 806 w 806"/>
                <a:gd name="T171" fmla="*/ 806 h 80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6" h="806">
                  <a:moveTo>
                    <a:pt x="0" y="399"/>
                  </a:moveTo>
                  <a:lnTo>
                    <a:pt x="0" y="409"/>
                  </a:lnTo>
                  <a:lnTo>
                    <a:pt x="0" y="388"/>
                  </a:lnTo>
                  <a:lnTo>
                    <a:pt x="1" y="367"/>
                  </a:lnTo>
                  <a:lnTo>
                    <a:pt x="4" y="347"/>
                  </a:lnTo>
                  <a:lnTo>
                    <a:pt x="7" y="327"/>
                  </a:lnTo>
                  <a:lnTo>
                    <a:pt x="13" y="307"/>
                  </a:lnTo>
                  <a:lnTo>
                    <a:pt x="17" y="288"/>
                  </a:lnTo>
                  <a:lnTo>
                    <a:pt x="24" y="268"/>
                  </a:lnTo>
                  <a:lnTo>
                    <a:pt x="32" y="251"/>
                  </a:lnTo>
                  <a:lnTo>
                    <a:pt x="40" y="232"/>
                  </a:lnTo>
                  <a:lnTo>
                    <a:pt x="49" y="215"/>
                  </a:lnTo>
                  <a:lnTo>
                    <a:pt x="59" y="198"/>
                  </a:lnTo>
                  <a:lnTo>
                    <a:pt x="69" y="180"/>
                  </a:lnTo>
                  <a:lnTo>
                    <a:pt x="80" y="165"/>
                  </a:lnTo>
                  <a:lnTo>
                    <a:pt x="92" y="150"/>
                  </a:lnTo>
                  <a:lnTo>
                    <a:pt x="105" y="134"/>
                  </a:lnTo>
                  <a:lnTo>
                    <a:pt x="119" y="121"/>
                  </a:lnTo>
                  <a:lnTo>
                    <a:pt x="134" y="107"/>
                  </a:lnTo>
                  <a:lnTo>
                    <a:pt x="148" y="94"/>
                  </a:lnTo>
                  <a:lnTo>
                    <a:pt x="164" y="82"/>
                  </a:lnTo>
                  <a:lnTo>
                    <a:pt x="180" y="71"/>
                  </a:lnTo>
                  <a:lnTo>
                    <a:pt x="196" y="61"/>
                  </a:lnTo>
                  <a:lnTo>
                    <a:pt x="213" y="51"/>
                  </a:lnTo>
                  <a:lnTo>
                    <a:pt x="230" y="41"/>
                  </a:lnTo>
                  <a:lnTo>
                    <a:pt x="249" y="34"/>
                  </a:lnTo>
                  <a:lnTo>
                    <a:pt x="268" y="26"/>
                  </a:lnTo>
                  <a:lnTo>
                    <a:pt x="286" y="19"/>
                  </a:lnTo>
                  <a:lnTo>
                    <a:pt x="305" y="13"/>
                  </a:lnTo>
                  <a:lnTo>
                    <a:pt x="325" y="9"/>
                  </a:lnTo>
                  <a:lnTo>
                    <a:pt x="345" y="6"/>
                  </a:lnTo>
                  <a:lnTo>
                    <a:pt x="365" y="3"/>
                  </a:lnTo>
                  <a:lnTo>
                    <a:pt x="387" y="2"/>
                  </a:lnTo>
                  <a:lnTo>
                    <a:pt x="407" y="0"/>
                  </a:lnTo>
                  <a:lnTo>
                    <a:pt x="397" y="0"/>
                  </a:lnTo>
                  <a:lnTo>
                    <a:pt x="419" y="2"/>
                  </a:lnTo>
                  <a:lnTo>
                    <a:pt x="439" y="3"/>
                  </a:lnTo>
                  <a:lnTo>
                    <a:pt x="459" y="6"/>
                  </a:lnTo>
                  <a:lnTo>
                    <a:pt x="479" y="9"/>
                  </a:lnTo>
                  <a:lnTo>
                    <a:pt x="499" y="13"/>
                  </a:lnTo>
                  <a:lnTo>
                    <a:pt x="519" y="19"/>
                  </a:lnTo>
                  <a:lnTo>
                    <a:pt x="538" y="26"/>
                  </a:lnTo>
                  <a:lnTo>
                    <a:pt x="557" y="34"/>
                  </a:lnTo>
                  <a:lnTo>
                    <a:pt x="574" y="41"/>
                  </a:lnTo>
                  <a:lnTo>
                    <a:pt x="591" y="51"/>
                  </a:lnTo>
                  <a:lnTo>
                    <a:pt x="609" y="61"/>
                  </a:lnTo>
                  <a:lnTo>
                    <a:pt x="626" y="71"/>
                  </a:lnTo>
                  <a:lnTo>
                    <a:pt x="642" y="82"/>
                  </a:lnTo>
                  <a:lnTo>
                    <a:pt x="658" y="94"/>
                  </a:lnTo>
                  <a:lnTo>
                    <a:pt x="672" y="107"/>
                  </a:lnTo>
                  <a:lnTo>
                    <a:pt x="686" y="121"/>
                  </a:lnTo>
                  <a:lnTo>
                    <a:pt x="699" y="134"/>
                  </a:lnTo>
                  <a:lnTo>
                    <a:pt x="712" y="150"/>
                  </a:lnTo>
                  <a:lnTo>
                    <a:pt x="724" y="165"/>
                  </a:lnTo>
                  <a:lnTo>
                    <a:pt x="735" y="180"/>
                  </a:lnTo>
                  <a:lnTo>
                    <a:pt x="747" y="198"/>
                  </a:lnTo>
                  <a:lnTo>
                    <a:pt x="755" y="215"/>
                  </a:lnTo>
                  <a:lnTo>
                    <a:pt x="766" y="232"/>
                  </a:lnTo>
                  <a:lnTo>
                    <a:pt x="773" y="251"/>
                  </a:lnTo>
                  <a:lnTo>
                    <a:pt x="780" y="268"/>
                  </a:lnTo>
                  <a:lnTo>
                    <a:pt x="787" y="288"/>
                  </a:lnTo>
                  <a:lnTo>
                    <a:pt x="793" y="307"/>
                  </a:lnTo>
                  <a:lnTo>
                    <a:pt x="797" y="327"/>
                  </a:lnTo>
                  <a:lnTo>
                    <a:pt x="800" y="347"/>
                  </a:lnTo>
                  <a:lnTo>
                    <a:pt x="803" y="367"/>
                  </a:lnTo>
                  <a:lnTo>
                    <a:pt x="804" y="388"/>
                  </a:lnTo>
                  <a:lnTo>
                    <a:pt x="806" y="409"/>
                  </a:lnTo>
                  <a:lnTo>
                    <a:pt x="806" y="399"/>
                  </a:lnTo>
                  <a:lnTo>
                    <a:pt x="804" y="421"/>
                  </a:lnTo>
                  <a:lnTo>
                    <a:pt x="803" y="441"/>
                  </a:lnTo>
                  <a:lnTo>
                    <a:pt x="800" y="461"/>
                  </a:lnTo>
                  <a:lnTo>
                    <a:pt x="797" y="481"/>
                  </a:lnTo>
                  <a:lnTo>
                    <a:pt x="793" y="501"/>
                  </a:lnTo>
                  <a:lnTo>
                    <a:pt x="787" y="520"/>
                  </a:lnTo>
                  <a:lnTo>
                    <a:pt x="780" y="540"/>
                  </a:lnTo>
                  <a:lnTo>
                    <a:pt x="773" y="557"/>
                  </a:lnTo>
                  <a:lnTo>
                    <a:pt x="766" y="576"/>
                  </a:lnTo>
                  <a:lnTo>
                    <a:pt x="755" y="593"/>
                  </a:lnTo>
                  <a:lnTo>
                    <a:pt x="747" y="611"/>
                  </a:lnTo>
                  <a:lnTo>
                    <a:pt x="735" y="628"/>
                  </a:lnTo>
                  <a:lnTo>
                    <a:pt x="724" y="644"/>
                  </a:lnTo>
                  <a:lnTo>
                    <a:pt x="712" y="658"/>
                  </a:lnTo>
                  <a:lnTo>
                    <a:pt x="699" y="674"/>
                  </a:lnTo>
                  <a:lnTo>
                    <a:pt x="686" y="687"/>
                  </a:lnTo>
                  <a:lnTo>
                    <a:pt x="672" y="701"/>
                  </a:lnTo>
                  <a:lnTo>
                    <a:pt x="658" y="714"/>
                  </a:lnTo>
                  <a:lnTo>
                    <a:pt x="642" y="726"/>
                  </a:lnTo>
                  <a:lnTo>
                    <a:pt x="626" y="737"/>
                  </a:lnTo>
                  <a:lnTo>
                    <a:pt x="609" y="747"/>
                  </a:lnTo>
                  <a:lnTo>
                    <a:pt x="591" y="758"/>
                  </a:lnTo>
                  <a:lnTo>
                    <a:pt x="574" y="768"/>
                  </a:lnTo>
                  <a:lnTo>
                    <a:pt x="557" y="775"/>
                  </a:lnTo>
                  <a:lnTo>
                    <a:pt x="538" y="782"/>
                  </a:lnTo>
                  <a:lnTo>
                    <a:pt x="519" y="789"/>
                  </a:lnTo>
                  <a:lnTo>
                    <a:pt x="499" y="795"/>
                  </a:lnTo>
                  <a:lnTo>
                    <a:pt x="479" y="799"/>
                  </a:lnTo>
                  <a:lnTo>
                    <a:pt x="459" y="802"/>
                  </a:lnTo>
                  <a:lnTo>
                    <a:pt x="439" y="805"/>
                  </a:lnTo>
                  <a:lnTo>
                    <a:pt x="419" y="806"/>
                  </a:lnTo>
                  <a:lnTo>
                    <a:pt x="397" y="806"/>
                  </a:lnTo>
                  <a:lnTo>
                    <a:pt x="407" y="806"/>
                  </a:lnTo>
                  <a:lnTo>
                    <a:pt x="387" y="806"/>
                  </a:lnTo>
                  <a:lnTo>
                    <a:pt x="365" y="805"/>
                  </a:lnTo>
                  <a:lnTo>
                    <a:pt x="345" y="802"/>
                  </a:lnTo>
                  <a:lnTo>
                    <a:pt x="325" y="799"/>
                  </a:lnTo>
                  <a:lnTo>
                    <a:pt x="305" y="795"/>
                  </a:lnTo>
                  <a:lnTo>
                    <a:pt x="286" y="789"/>
                  </a:lnTo>
                  <a:lnTo>
                    <a:pt x="268" y="782"/>
                  </a:lnTo>
                  <a:lnTo>
                    <a:pt x="249" y="775"/>
                  </a:lnTo>
                  <a:lnTo>
                    <a:pt x="230" y="768"/>
                  </a:lnTo>
                  <a:lnTo>
                    <a:pt x="213" y="758"/>
                  </a:lnTo>
                  <a:lnTo>
                    <a:pt x="196" y="747"/>
                  </a:lnTo>
                  <a:lnTo>
                    <a:pt x="180" y="737"/>
                  </a:lnTo>
                  <a:lnTo>
                    <a:pt x="164" y="726"/>
                  </a:lnTo>
                  <a:lnTo>
                    <a:pt x="148" y="714"/>
                  </a:lnTo>
                  <a:lnTo>
                    <a:pt x="134" y="701"/>
                  </a:lnTo>
                  <a:lnTo>
                    <a:pt x="119" y="687"/>
                  </a:lnTo>
                  <a:lnTo>
                    <a:pt x="105" y="674"/>
                  </a:lnTo>
                  <a:lnTo>
                    <a:pt x="92" y="658"/>
                  </a:lnTo>
                  <a:lnTo>
                    <a:pt x="80" y="644"/>
                  </a:lnTo>
                  <a:lnTo>
                    <a:pt x="69" y="628"/>
                  </a:lnTo>
                  <a:lnTo>
                    <a:pt x="59" y="611"/>
                  </a:lnTo>
                  <a:lnTo>
                    <a:pt x="49" y="593"/>
                  </a:lnTo>
                  <a:lnTo>
                    <a:pt x="40" y="576"/>
                  </a:lnTo>
                  <a:lnTo>
                    <a:pt x="32" y="557"/>
                  </a:lnTo>
                  <a:lnTo>
                    <a:pt x="24" y="540"/>
                  </a:lnTo>
                  <a:lnTo>
                    <a:pt x="17" y="520"/>
                  </a:lnTo>
                  <a:lnTo>
                    <a:pt x="13" y="501"/>
                  </a:lnTo>
                  <a:lnTo>
                    <a:pt x="7" y="481"/>
                  </a:lnTo>
                  <a:lnTo>
                    <a:pt x="4" y="461"/>
                  </a:lnTo>
                  <a:lnTo>
                    <a:pt x="1" y="441"/>
                  </a:lnTo>
                  <a:lnTo>
                    <a:pt x="0" y="421"/>
                  </a:lnTo>
                  <a:lnTo>
                    <a:pt x="0" y="399"/>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2" name="Freeform 9">
              <a:extLst>
                <a:ext uri="{FF2B5EF4-FFF2-40B4-BE49-F238E27FC236}">
                  <a16:creationId xmlns:a16="http://schemas.microsoft.com/office/drawing/2014/main" id="{86450451-AC7C-4DF8-9734-56D6BC510055}"/>
                </a:ext>
              </a:extLst>
            </p:cNvPr>
            <p:cNvSpPr>
              <a:spLocks/>
            </p:cNvSpPr>
            <p:nvPr/>
          </p:nvSpPr>
          <p:spPr bwMode="auto">
            <a:xfrm>
              <a:off x="6089650" y="4251325"/>
              <a:ext cx="136525" cy="136525"/>
            </a:xfrm>
            <a:custGeom>
              <a:avLst/>
              <a:gdLst>
                <a:gd name="T0" fmla="*/ 2147483646 w 173"/>
                <a:gd name="T1" fmla="*/ 2147483646 h 173"/>
                <a:gd name="T2" fmla="*/ 0 w 173"/>
                <a:gd name="T3" fmla="*/ 0 h 173"/>
                <a:gd name="T4" fmla="*/ 2147483646 w 173"/>
                <a:gd name="T5" fmla="*/ 2147483646 h 173"/>
                <a:gd name="T6" fmla="*/ 2147483646 w 173"/>
                <a:gd name="T7" fmla="*/ 2147483646 h 173"/>
                <a:gd name="T8" fmla="*/ 2147483646 w 173"/>
                <a:gd name="T9" fmla="*/ 2147483646 h 173"/>
                <a:gd name="T10" fmla="*/ 0 60000 65536"/>
                <a:gd name="T11" fmla="*/ 0 60000 65536"/>
                <a:gd name="T12" fmla="*/ 0 60000 65536"/>
                <a:gd name="T13" fmla="*/ 0 60000 65536"/>
                <a:gd name="T14" fmla="*/ 0 60000 65536"/>
                <a:gd name="T15" fmla="*/ 0 w 173"/>
                <a:gd name="T16" fmla="*/ 0 h 173"/>
                <a:gd name="T17" fmla="*/ 173 w 173"/>
                <a:gd name="T18" fmla="*/ 173 h 173"/>
              </a:gdLst>
              <a:ahLst/>
              <a:cxnLst>
                <a:cxn ang="T10">
                  <a:pos x="T0" y="T1"/>
                </a:cxn>
                <a:cxn ang="T11">
                  <a:pos x="T2" y="T3"/>
                </a:cxn>
                <a:cxn ang="T12">
                  <a:pos x="T4" y="T5"/>
                </a:cxn>
                <a:cxn ang="T13">
                  <a:pos x="T6" y="T7"/>
                </a:cxn>
                <a:cxn ang="T14">
                  <a:pos x="T8" y="T9"/>
                </a:cxn>
              </a:cxnLst>
              <a:rect l="T15" t="T16" r="T17" b="T18"/>
              <a:pathLst>
                <a:path w="173" h="173">
                  <a:moveTo>
                    <a:pt x="173" y="116"/>
                  </a:moveTo>
                  <a:lnTo>
                    <a:pt x="0" y="0"/>
                  </a:lnTo>
                  <a:lnTo>
                    <a:pt x="115" y="173"/>
                  </a:lnTo>
                  <a:lnTo>
                    <a:pt x="144" y="144"/>
                  </a:lnTo>
                  <a:lnTo>
                    <a:pt x="173" y="116"/>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3" name="Freeform 12">
              <a:extLst>
                <a:ext uri="{FF2B5EF4-FFF2-40B4-BE49-F238E27FC236}">
                  <a16:creationId xmlns:a16="http://schemas.microsoft.com/office/drawing/2014/main" id="{3D046ABE-CC70-45BE-801F-DDCE68668605}"/>
                </a:ext>
              </a:extLst>
            </p:cNvPr>
            <p:cNvSpPr>
              <a:spLocks/>
            </p:cNvSpPr>
            <p:nvPr/>
          </p:nvSpPr>
          <p:spPr bwMode="auto">
            <a:xfrm>
              <a:off x="6043613" y="3748088"/>
              <a:ext cx="639762" cy="661987"/>
            </a:xfrm>
            <a:custGeom>
              <a:avLst/>
              <a:gdLst>
                <a:gd name="T0" fmla="*/ 0 w 806"/>
                <a:gd name="T1" fmla="*/ 2147483646 h 835"/>
                <a:gd name="T2" fmla="*/ 2147483646 w 806"/>
                <a:gd name="T3" fmla="*/ 2147483646 h 835"/>
                <a:gd name="T4" fmla="*/ 2147483646 w 806"/>
                <a:gd name="T5" fmla="*/ 2147483646 h 835"/>
                <a:gd name="T6" fmla="*/ 2147483646 w 806"/>
                <a:gd name="T7" fmla="*/ 2147483646 h 835"/>
                <a:gd name="T8" fmla="*/ 2147483646 w 806"/>
                <a:gd name="T9" fmla="*/ 2147483646 h 835"/>
                <a:gd name="T10" fmla="*/ 2147483646 w 806"/>
                <a:gd name="T11" fmla="*/ 2147483646 h 835"/>
                <a:gd name="T12" fmla="*/ 2147483646 w 806"/>
                <a:gd name="T13" fmla="*/ 2147483646 h 835"/>
                <a:gd name="T14" fmla="*/ 2147483646 w 806"/>
                <a:gd name="T15" fmla="*/ 2147483646 h 835"/>
                <a:gd name="T16" fmla="*/ 2147483646 w 806"/>
                <a:gd name="T17" fmla="*/ 2147483646 h 835"/>
                <a:gd name="T18" fmla="*/ 2147483646 w 806"/>
                <a:gd name="T19" fmla="*/ 2147483646 h 835"/>
                <a:gd name="T20" fmla="*/ 2147483646 w 806"/>
                <a:gd name="T21" fmla="*/ 2147483646 h 835"/>
                <a:gd name="T22" fmla="*/ 2147483646 w 806"/>
                <a:gd name="T23" fmla="*/ 0 h 835"/>
                <a:gd name="T24" fmla="*/ 2147483646 w 806"/>
                <a:gd name="T25" fmla="*/ 2147483646 h 835"/>
                <a:gd name="T26" fmla="*/ 2147483646 w 806"/>
                <a:gd name="T27" fmla="*/ 2147483646 h 835"/>
                <a:gd name="T28" fmla="*/ 2147483646 w 806"/>
                <a:gd name="T29" fmla="*/ 2147483646 h 835"/>
                <a:gd name="T30" fmla="*/ 2147483646 w 806"/>
                <a:gd name="T31" fmla="*/ 2147483646 h 835"/>
                <a:gd name="T32" fmla="*/ 2147483646 w 806"/>
                <a:gd name="T33" fmla="*/ 2147483646 h 835"/>
                <a:gd name="T34" fmla="*/ 2147483646 w 806"/>
                <a:gd name="T35" fmla="*/ 2147483646 h 835"/>
                <a:gd name="T36" fmla="*/ 2147483646 w 806"/>
                <a:gd name="T37" fmla="*/ 2147483646 h 835"/>
                <a:gd name="T38" fmla="*/ 2147483646 w 806"/>
                <a:gd name="T39" fmla="*/ 2147483646 h 835"/>
                <a:gd name="T40" fmla="*/ 2147483646 w 806"/>
                <a:gd name="T41" fmla="*/ 2147483646 h 835"/>
                <a:gd name="T42" fmla="*/ 2147483646 w 806"/>
                <a:gd name="T43" fmla="*/ 2147483646 h 835"/>
                <a:gd name="T44" fmla="*/ 2147483646 w 806"/>
                <a:gd name="T45" fmla="*/ 2147483646 h 835"/>
                <a:gd name="T46" fmla="*/ 2147483646 w 806"/>
                <a:gd name="T47" fmla="*/ 2147483646 h 835"/>
                <a:gd name="T48" fmla="*/ 2147483646 w 806"/>
                <a:gd name="T49" fmla="*/ 2147483646 h 835"/>
                <a:gd name="T50" fmla="*/ 2147483646 w 806"/>
                <a:gd name="T51" fmla="*/ 2147483646 h 835"/>
                <a:gd name="T52" fmla="*/ 2147483646 w 806"/>
                <a:gd name="T53" fmla="*/ 2147483646 h 835"/>
                <a:gd name="T54" fmla="*/ 2147483646 w 806"/>
                <a:gd name="T55" fmla="*/ 2147483646 h 835"/>
                <a:gd name="T56" fmla="*/ 2147483646 w 806"/>
                <a:gd name="T57" fmla="*/ 2147483646 h 835"/>
                <a:gd name="T58" fmla="*/ 2147483646 w 806"/>
                <a:gd name="T59" fmla="*/ 2147483646 h 835"/>
                <a:gd name="T60" fmla="*/ 2147483646 w 806"/>
                <a:gd name="T61" fmla="*/ 2147483646 h 835"/>
                <a:gd name="T62" fmla="*/ 2147483646 w 806"/>
                <a:gd name="T63" fmla="*/ 2147483646 h 835"/>
                <a:gd name="T64" fmla="*/ 2147483646 w 806"/>
                <a:gd name="T65" fmla="*/ 2147483646 h 835"/>
                <a:gd name="T66" fmla="*/ 2147483646 w 806"/>
                <a:gd name="T67" fmla="*/ 2147483646 h 835"/>
                <a:gd name="T68" fmla="*/ 2147483646 w 806"/>
                <a:gd name="T69" fmla="*/ 2147483646 h 835"/>
                <a:gd name="T70" fmla="*/ 2147483646 w 806"/>
                <a:gd name="T71" fmla="*/ 2147483646 h 835"/>
                <a:gd name="T72" fmla="*/ 2147483646 w 806"/>
                <a:gd name="T73" fmla="*/ 2147483646 h 835"/>
                <a:gd name="T74" fmla="*/ 2147483646 w 806"/>
                <a:gd name="T75" fmla="*/ 2147483646 h 835"/>
                <a:gd name="T76" fmla="*/ 2147483646 w 806"/>
                <a:gd name="T77" fmla="*/ 2147483646 h 835"/>
                <a:gd name="T78" fmla="*/ 2147483646 w 806"/>
                <a:gd name="T79" fmla="*/ 2147483646 h 835"/>
                <a:gd name="T80" fmla="*/ 2147483646 w 806"/>
                <a:gd name="T81" fmla="*/ 2147483646 h 835"/>
                <a:gd name="T82" fmla="*/ 2147483646 w 806"/>
                <a:gd name="T83" fmla="*/ 2147483646 h 835"/>
                <a:gd name="T84" fmla="*/ 2147483646 w 806"/>
                <a:gd name="T85" fmla="*/ 2147483646 h 835"/>
                <a:gd name="T86" fmla="*/ 2147483646 w 806"/>
                <a:gd name="T87" fmla="*/ 2147483646 h 835"/>
                <a:gd name="T88" fmla="*/ 2147483646 w 806"/>
                <a:gd name="T89" fmla="*/ 2147483646 h 835"/>
                <a:gd name="T90" fmla="*/ 2147483646 w 806"/>
                <a:gd name="T91" fmla="*/ 2147483646 h 835"/>
                <a:gd name="T92" fmla="*/ 2147483646 w 806"/>
                <a:gd name="T93" fmla="*/ 2147483646 h 835"/>
                <a:gd name="T94" fmla="*/ 2147483646 w 806"/>
                <a:gd name="T95" fmla="*/ 2147483646 h 835"/>
                <a:gd name="T96" fmla="*/ 2147483646 w 806"/>
                <a:gd name="T97" fmla="*/ 2147483646 h 835"/>
                <a:gd name="T98" fmla="*/ 2147483646 w 806"/>
                <a:gd name="T99" fmla="*/ 2147483646 h 835"/>
                <a:gd name="T100" fmla="*/ 2147483646 w 806"/>
                <a:gd name="T101" fmla="*/ 2147483646 h 835"/>
                <a:gd name="T102" fmla="*/ 2147483646 w 806"/>
                <a:gd name="T103" fmla="*/ 2147483646 h 835"/>
                <a:gd name="T104" fmla="*/ 2147483646 w 806"/>
                <a:gd name="T105" fmla="*/ 2147483646 h 835"/>
                <a:gd name="T106" fmla="*/ 2147483646 w 806"/>
                <a:gd name="T107" fmla="*/ 2147483646 h 835"/>
                <a:gd name="T108" fmla="*/ 2147483646 w 806"/>
                <a:gd name="T109" fmla="*/ 2147483646 h 835"/>
                <a:gd name="T110" fmla="*/ 0 w 806"/>
                <a:gd name="T111" fmla="*/ 2147483646 h 83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6"/>
                <a:gd name="T169" fmla="*/ 0 h 835"/>
                <a:gd name="T170" fmla="*/ 806 w 806"/>
                <a:gd name="T171" fmla="*/ 835 h 83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6" h="835">
                  <a:moveTo>
                    <a:pt x="0" y="428"/>
                  </a:moveTo>
                  <a:lnTo>
                    <a:pt x="0" y="409"/>
                  </a:lnTo>
                  <a:lnTo>
                    <a:pt x="0" y="387"/>
                  </a:lnTo>
                  <a:lnTo>
                    <a:pt x="2" y="367"/>
                  </a:lnTo>
                  <a:lnTo>
                    <a:pt x="5" y="347"/>
                  </a:lnTo>
                  <a:lnTo>
                    <a:pt x="8" y="327"/>
                  </a:lnTo>
                  <a:lnTo>
                    <a:pt x="13" y="307"/>
                  </a:lnTo>
                  <a:lnTo>
                    <a:pt x="18" y="288"/>
                  </a:lnTo>
                  <a:lnTo>
                    <a:pt x="25" y="268"/>
                  </a:lnTo>
                  <a:lnTo>
                    <a:pt x="32" y="251"/>
                  </a:lnTo>
                  <a:lnTo>
                    <a:pt x="41" y="232"/>
                  </a:lnTo>
                  <a:lnTo>
                    <a:pt x="49" y="215"/>
                  </a:lnTo>
                  <a:lnTo>
                    <a:pt x="59" y="197"/>
                  </a:lnTo>
                  <a:lnTo>
                    <a:pt x="69" y="180"/>
                  </a:lnTo>
                  <a:lnTo>
                    <a:pt x="81" y="164"/>
                  </a:lnTo>
                  <a:lnTo>
                    <a:pt x="92" y="150"/>
                  </a:lnTo>
                  <a:lnTo>
                    <a:pt x="105" y="134"/>
                  </a:lnTo>
                  <a:lnTo>
                    <a:pt x="120" y="121"/>
                  </a:lnTo>
                  <a:lnTo>
                    <a:pt x="134" y="107"/>
                  </a:lnTo>
                  <a:lnTo>
                    <a:pt x="149" y="94"/>
                  </a:lnTo>
                  <a:lnTo>
                    <a:pt x="164" y="82"/>
                  </a:lnTo>
                  <a:lnTo>
                    <a:pt x="180" y="71"/>
                  </a:lnTo>
                  <a:lnTo>
                    <a:pt x="196" y="61"/>
                  </a:lnTo>
                  <a:lnTo>
                    <a:pt x="213" y="51"/>
                  </a:lnTo>
                  <a:lnTo>
                    <a:pt x="231" y="40"/>
                  </a:lnTo>
                  <a:lnTo>
                    <a:pt x="249" y="33"/>
                  </a:lnTo>
                  <a:lnTo>
                    <a:pt x="268" y="26"/>
                  </a:lnTo>
                  <a:lnTo>
                    <a:pt x="287" y="19"/>
                  </a:lnTo>
                  <a:lnTo>
                    <a:pt x="305" y="13"/>
                  </a:lnTo>
                  <a:lnTo>
                    <a:pt x="326" y="9"/>
                  </a:lnTo>
                  <a:lnTo>
                    <a:pt x="346" y="6"/>
                  </a:lnTo>
                  <a:lnTo>
                    <a:pt x="366" y="3"/>
                  </a:lnTo>
                  <a:lnTo>
                    <a:pt x="387" y="2"/>
                  </a:lnTo>
                  <a:lnTo>
                    <a:pt x="408" y="0"/>
                  </a:lnTo>
                  <a:lnTo>
                    <a:pt x="398" y="0"/>
                  </a:lnTo>
                  <a:lnTo>
                    <a:pt x="419" y="2"/>
                  </a:lnTo>
                  <a:lnTo>
                    <a:pt x="439" y="3"/>
                  </a:lnTo>
                  <a:lnTo>
                    <a:pt x="459" y="6"/>
                  </a:lnTo>
                  <a:lnTo>
                    <a:pt x="480" y="9"/>
                  </a:lnTo>
                  <a:lnTo>
                    <a:pt x="500" y="13"/>
                  </a:lnTo>
                  <a:lnTo>
                    <a:pt x="520" y="19"/>
                  </a:lnTo>
                  <a:lnTo>
                    <a:pt x="539" y="26"/>
                  </a:lnTo>
                  <a:lnTo>
                    <a:pt x="557" y="33"/>
                  </a:lnTo>
                  <a:lnTo>
                    <a:pt x="575" y="40"/>
                  </a:lnTo>
                  <a:lnTo>
                    <a:pt x="592" y="51"/>
                  </a:lnTo>
                  <a:lnTo>
                    <a:pt x="609" y="61"/>
                  </a:lnTo>
                  <a:lnTo>
                    <a:pt x="626" y="71"/>
                  </a:lnTo>
                  <a:lnTo>
                    <a:pt x="642" y="82"/>
                  </a:lnTo>
                  <a:lnTo>
                    <a:pt x="658" y="94"/>
                  </a:lnTo>
                  <a:lnTo>
                    <a:pt x="672" y="107"/>
                  </a:lnTo>
                  <a:lnTo>
                    <a:pt x="687" y="121"/>
                  </a:lnTo>
                  <a:lnTo>
                    <a:pt x="700" y="134"/>
                  </a:lnTo>
                  <a:lnTo>
                    <a:pt x="713" y="150"/>
                  </a:lnTo>
                  <a:lnTo>
                    <a:pt x="724" y="164"/>
                  </a:lnTo>
                  <a:lnTo>
                    <a:pt x="736" y="180"/>
                  </a:lnTo>
                  <a:lnTo>
                    <a:pt x="747" y="197"/>
                  </a:lnTo>
                  <a:lnTo>
                    <a:pt x="756" y="215"/>
                  </a:lnTo>
                  <a:lnTo>
                    <a:pt x="766" y="232"/>
                  </a:lnTo>
                  <a:lnTo>
                    <a:pt x="773" y="251"/>
                  </a:lnTo>
                  <a:lnTo>
                    <a:pt x="780" y="268"/>
                  </a:lnTo>
                  <a:lnTo>
                    <a:pt x="788" y="288"/>
                  </a:lnTo>
                  <a:lnTo>
                    <a:pt x="793" y="307"/>
                  </a:lnTo>
                  <a:lnTo>
                    <a:pt x="798" y="327"/>
                  </a:lnTo>
                  <a:lnTo>
                    <a:pt x="801" y="347"/>
                  </a:lnTo>
                  <a:lnTo>
                    <a:pt x="803" y="367"/>
                  </a:lnTo>
                  <a:lnTo>
                    <a:pt x="805" y="387"/>
                  </a:lnTo>
                  <a:lnTo>
                    <a:pt x="806" y="409"/>
                  </a:lnTo>
                  <a:lnTo>
                    <a:pt x="806" y="428"/>
                  </a:lnTo>
                  <a:lnTo>
                    <a:pt x="805" y="449"/>
                  </a:lnTo>
                  <a:lnTo>
                    <a:pt x="803" y="469"/>
                  </a:lnTo>
                  <a:lnTo>
                    <a:pt x="801" y="489"/>
                  </a:lnTo>
                  <a:lnTo>
                    <a:pt x="798" y="510"/>
                  </a:lnTo>
                  <a:lnTo>
                    <a:pt x="793" y="530"/>
                  </a:lnTo>
                  <a:lnTo>
                    <a:pt x="788" y="549"/>
                  </a:lnTo>
                  <a:lnTo>
                    <a:pt x="780" y="569"/>
                  </a:lnTo>
                  <a:lnTo>
                    <a:pt x="773" y="586"/>
                  </a:lnTo>
                  <a:lnTo>
                    <a:pt x="766" y="605"/>
                  </a:lnTo>
                  <a:lnTo>
                    <a:pt x="756" y="622"/>
                  </a:lnTo>
                  <a:lnTo>
                    <a:pt x="747" y="639"/>
                  </a:lnTo>
                  <a:lnTo>
                    <a:pt x="736" y="656"/>
                  </a:lnTo>
                  <a:lnTo>
                    <a:pt x="724" y="672"/>
                  </a:lnTo>
                  <a:lnTo>
                    <a:pt x="713" y="687"/>
                  </a:lnTo>
                  <a:lnTo>
                    <a:pt x="700" y="703"/>
                  </a:lnTo>
                  <a:lnTo>
                    <a:pt x="687" y="715"/>
                  </a:lnTo>
                  <a:lnTo>
                    <a:pt x="672" y="730"/>
                  </a:lnTo>
                  <a:lnTo>
                    <a:pt x="658" y="743"/>
                  </a:lnTo>
                  <a:lnTo>
                    <a:pt x="642" y="754"/>
                  </a:lnTo>
                  <a:lnTo>
                    <a:pt x="626" y="766"/>
                  </a:lnTo>
                  <a:lnTo>
                    <a:pt x="609" y="776"/>
                  </a:lnTo>
                  <a:lnTo>
                    <a:pt x="592" y="786"/>
                  </a:lnTo>
                  <a:lnTo>
                    <a:pt x="575" y="796"/>
                  </a:lnTo>
                  <a:lnTo>
                    <a:pt x="557" y="803"/>
                  </a:lnTo>
                  <a:lnTo>
                    <a:pt x="539" y="810"/>
                  </a:lnTo>
                  <a:lnTo>
                    <a:pt x="520" y="818"/>
                  </a:lnTo>
                  <a:lnTo>
                    <a:pt x="500" y="823"/>
                  </a:lnTo>
                  <a:lnTo>
                    <a:pt x="480" y="828"/>
                  </a:lnTo>
                  <a:lnTo>
                    <a:pt x="459" y="831"/>
                  </a:lnTo>
                  <a:lnTo>
                    <a:pt x="439" y="833"/>
                  </a:lnTo>
                  <a:lnTo>
                    <a:pt x="419" y="835"/>
                  </a:lnTo>
                  <a:lnTo>
                    <a:pt x="398" y="835"/>
                  </a:lnTo>
                  <a:lnTo>
                    <a:pt x="408" y="835"/>
                  </a:lnTo>
                  <a:lnTo>
                    <a:pt x="387" y="835"/>
                  </a:lnTo>
                  <a:lnTo>
                    <a:pt x="366" y="833"/>
                  </a:lnTo>
                  <a:lnTo>
                    <a:pt x="346" y="831"/>
                  </a:lnTo>
                  <a:lnTo>
                    <a:pt x="326" y="828"/>
                  </a:lnTo>
                  <a:lnTo>
                    <a:pt x="305" y="823"/>
                  </a:lnTo>
                  <a:lnTo>
                    <a:pt x="287" y="818"/>
                  </a:lnTo>
                  <a:lnTo>
                    <a:pt x="268" y="810"/>
                  </a:lnTo>
                  <a:lnTo>
                    <a:pt x="249" y="803"/>
                  </a:lnTo>
                  <a:lnTo>
                    <a:pt x="231" y="796"/>
                  </a:lnTo>
                  <a:lnTo>
                    <a:pt x="213" y="786"/>
                  </a:lnTo>
                  <a:lnTo>
                    <a:pt x="196" y="776"/>
                  </a:lnTo>
                  <a:lnTo>
                    <a:pt x="180" y="766"/>
                  </a:lnTo>
                  <a:lnTo>
                    <a:pt x="164" y="754"/>
                  </a:lnTo>
                  <a:lnTo>
                    <a:pt x="149" y="743"/>
                  </a:lnTo>
                  <a:lnTo>
                    <a:pt x="134" y="730"/>
                  </a:lnTo>
                  <a:lnTo>
                    <a:pt x="120" y="715"/>
                  </a:lnTo>
                  <a:lnTo>
                    <a:pt x="105" y="703"/>
                  </a:lnTo>
                  <a:lnTo>
                    <a:pt x="92" y="687"/>
                  </a:lnTo>
                  <a:lnTo>
                    <a:pt x="81" y="672"/>
                  </a:lnTo>
                  <a:lnTo>
                    <a:pt x="69" y="656"/>
                  </a:lnTo>
                  <a:lnTo>
                    <a:pt x="59" y="639"/>
                  </a:lnTo>
                  <a:lnTo>
                    <a:pt x="49" y="622"/>
                  </a:lnTo>
                  <a:lnTo>
                    <a:pt x="41" y="605"/>
                  </a:lnTo>
                  <a:lnTo>
                    <a:pt x="32" y="586"/>
                  </a:lnTo>
                  <a:lnTo>
                    <a:pt x="25" y="569"/>
                  </a:lnTo>
                  <a:lnTo>
                    <a:pt x="18" y="549"/>
                  </a:lnTo>
                  <a:lnTo>
                    <a:pt x="13" y="530"/>
                  </a:lnTo>
                  <a:lnTo>
                    <a:pt x="8" y="510"/>
                  </a:lnTo>
                  <a:lnTo>
                    <a:pt x="5" y="489"/>
                  </a:lnTo>
                  <a:lnTo>
                    <a:pt x="2" y="469"/>
                  </a:lnTo>
                  <a:lnTo>
                    <a:pt x="0" y="449"/>
                  </a:lnTo>
                  <a:lnTo>
                    <a:pt x="0" y="42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4" name="Freeform 14">
              <a:extLst>
                <a:ext uri="{FF2B5EF4-FFF2-40B4-BE49-F238E27FC236}">
                  <a16:creationId xmlns:a16="http://schemas.microsoft.com/office/drawing/2014/main" id="{F8FD0115-6EC9-42E8-9FE0-07A02B9AE0B2}"/>
                </a:ext>
              </a:extLst>
            </p:cNvPr>
            <p:cNvSpPr>
              <a:spLocks/>
            </p:cNvSpPr>
            <p:nvPr/>
          </p:nvSpPr>
          <p:spPr bwMode="auto">
            <a:xfrm>
              <a:off x="5975350" y="2376488"/>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115" y="0"/>
                  </a:moveTo>
                  <a:lnTo>
                    <a:pt x="0" y="144"/>
                  </a:lnTo>
                  <a:lnTo>
                    <a:pt x="144" y="58"/>
                  </a:lnTo>
                  <a:lnTo>
                    <a:pt x="144" y="29"/>
                  </a:lnTo>
                  <a:lnTo>
                    <a:pt x="115"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5" name="Freeform 17">
              <a:extLst>
                <a:ext uri="{FF2B5EF4-FFF2-40B4-BE49-F238E27FC236}">
                  <a16:creationId xmlns:a16="http://schemas.microsoft.com/office/drawing/2014/main" id="{D9686C9F-6B94-4C61-BB02-7BB2CD91BAE5}"/>
                </a:ext>
              </a:extLst>
            </p:cNvPr>
            <p:cNvSpPr>
              <a:spLocks/>
            </p:cNvSpPr>
            <p:nvPr/>
          </p:nvSpPr>
          <p:spPr bwMode="auto">
            <a:xfrm>
              <a:off x="5472113" y="1897063"/>
              <a:ext cx="663575" cy="639762"/>
            </a:xfrm>
            <a:custGeom>
              <a:avLst/>
              <a:gdLst>
                <a:gd name="T0" fmla="*/ 0 w 834"/>
                <a:gd name="T1" fmla="*/ 2147483646 h 806"/>
                <a:gd name="T2" fmla="*/ 2147483646 w 834"/>
                <a:gd name="T3" fmla="*/ 2147483646 h 806"/>
                <a:gd name="T4" fmla="*/ 2147483646 w 834"/>
                <a:gd name="T5" fmla="*/ 2147483646 h 806"/>
                <a:gd name="T6" fmla="*/ 2147483646 w 834"/>
                <a:gd name="T7" fmla="*/ 2147483646 h 806"/>
                <a:gd name="T8" fmla="*/ 2147483646 w 834"/>
                <a:gd name="T9" fmla="*/ 2147483646 h 806"/>
                <a:gd name="T10" fmla="*/ 2147483646 w 834"/>
                <a:gd name="T11" fmla="*/ 2147483646 h 806"/>
                <a:gd name="T12" fmla="*/ 2147483646 w 834"/>
                <a:gd name="T13" fmla="*/ 2147483646 h 806"/>
                <a:gd name="T14" fmla="*/ 2147483646 w 834"/>
                <a:gd name="T15" fmla="*/ 2147483646 h 806"/>
                <a:gd name="T16" fmla="*/ 2147483646 w 834"/>
                <a:gd name="T17" fmla="*/ 2147483646 h 806"/>
                <a:gd name="T18" fmla="*/ 2147483646 w 834"/>
                <a:gd name="T19" fmla="*/ 2147483646 h 806"/>
                <a:gd name="T20" fmla="*/ 2147483646 w 834"/>
                <a:gd name="T21" fmla="*/ 2147483646 h 806"/>
                <a:gd name="T22" fmla="*/ 2147483646 w 834"/>
                <a:gd name="T23" fmla="*/ 0 h 806"/>
                <a:gd name="T24" fmla="*/ 2147483646 w 834"/>
                <a:gd name="T25" fmla="*/ 2147483646 h 806"/>
                <a:gd name="T26" fmla="*/ 2147483646 w 834"/>
                <a:gd name="T27" fmla="*/ 2147483646 h 806"/>
                <a:gd name="T28" fmla="*/ 2147483646 w 834"/>
                <a:gd name="T29" fmla="*/ 2147483646 h 806"/>
                <a:gd name="T30" fmla="*/ 2147483646 w 834"/>
                <a:gd name="T31" fmla="*/ 2147483646 h 806"/>
                <a:gd name="T32" fmla="*/ 2147483646 w 834"/>
                <a:gd name="T33" fmla="*/ 2147483646 h 806"/>
                <a:gd name="T34" fmla="*/ 2147483646 w 834"/>
                <a:gd name="T35" fmla="*/ 2147483646 h 806"/>
                <a:gd name="T36" fmla="*/ 2147483646 w 834"/>
                <a:gd name="T37" fmla="*/ 2147483646 h 806"/>
                <a:gd name="T38" fmla="*/ 2147483646 w 834"/>
                <a:gd name="T39" fmla="*/ 2147483646 h 806"/>
                <a:gd name="T40" fmla="*/ 2147483646 w 834"/>
                <a:gd name="T41" fmla="*/ 2147483646 h 806"/>
                <a:gd name="T42" fmla="*/ 2147483646 w 834"/>
                <a:gd name="T43" fmla="*/ 2147483646 h 806"/>
                <a:gd name="T44" fmla="*/ 2147483646 w 834"/>
                <a:gd name="T45" fmla="*/ 2147483646 h 806"/>
                <a:gd name="T46" fmla="*/ 2147483646 w 834"/>
                <a:gd name="T47" fmla="*/ 2147483646 h 806"/>
                <a:gd name="T48" fmla="*/ 2147483646 w 834"/>
                <a:gd name="T49" fmla="*/ 2147483646 h 806"/>
                <a:gd name="T50" fmla="*/ 2147483646 w 834"/>
                <a:gd name="T51" fmla="*/ 2147483646 h 806"/>
                <a:gd name="T52" fmla="*/ 2147483646 w 834"/>
                <a:gd name="T53" fmla="*/ 2147483646 h 806"/>
                <a:gd name="T54" fmla="*/ 2147483646 w 834"/>
                <a:gd name="T55" fmla="*/ 2147483646 h 806"/>
                <a:gd name="T56" fmla="*/ 2147483646 w 834"/>
                <a:gd name="T57" fmla="*/ 2147483646 h 806"/>
                <a:gd name="T58" fmla="*/ 2147483646 w 834"/>
                <a:gd name="T59" fmla="*/ 2147483646 h 806"/>
                <a:gd name="T60" fmla="*/ 2147483646 w 834"/>
                <a:gd name="T61" fmla="*/ 2147483646 h 806"/>
                <a:gd name="T62" fmla="*/ 2147483646 w 834"/>
                <a:gd name="T63" fmla="*/ 2147483646 h 806"/>
                <a:gd name="T64" fmla="*/ 2147483646 w 834"/>
                <a:gd name="T65" fmla="*/ 2147483646 h 806"/>
                <a:gd name="T66" fmla="*/ 2147483646 w 834"/>
                <a:gd name="T67" fmla="*/ 2147483646 h 806"/>
                <a:gd name="T68" fmla="*/ 2147483646 w 834"/>
                <a:gd name="T69" fmla="*/ 2147483646 h 806"/>
                <a:gd name="T70" fmla="*/ 2147483646 w 834"/>
                <a:gd name="T71" fmla="*/ 2147483646 h 806"/>
                <a:gd name="T72" fmla="*/ 2147483646 w 834"/>
                <a:gd name="T73" fmla="*/ 2147483646 h 806"/>
                <a:gd name="T74" fmla="*/ 2147483646 w 834"/>
                <a:gd name="T75" fmla="*/ 2147483646 h 806"/>
                <a:gd name="T76" fmla="*/ 2147483646 w 834"/>
                <a:gd name="T77" fmla="*/ 2147483646 h 806"/>
                <a:gd name="T78" fmla="*/ 2147483646 w 834"/>
                <a:gd name="T79" fmla="*/ 2147483646 h 806"/>
                <a:gd name="T80" fmla="*/ 2147483646 w 834"/>
                <a:gd name="T81" fmla="*/ 2147483646 h 806"/>
                <a:gd name="T82" fmla="*/ 2147483646 w 834"/>
                <a:gd name="T83" fmla="*/ 2147483646 h 806"/>
                <a:gd name="T84" fmla="*/ 2147483646 w 834"/>
                <a:gd name="T85" fmla="*/ 2147483646 h 806"/>
                <a:gd name="T86" fmla="*/ 2147483646 w 834"/>
                <a:gd name="T87" fmla="*/ 2147483646 h 806"/>
                <a:gd name="T88" fmla="*/ 2147483646 w 834"/>
                <a:gd name="T89" fmla="*/ 2147483646 h 806"/>
                <a:gd name="T90" fmla="*/ 2147483646 w 834"/>
                <a:gd name="T91" fmla="*/ 2147483646 h 806"/>
                <a:gd name="T92" fmla="*/ 2147483646 w 834"/>
                <a:gd name="T93" fmla="*/ 2147483646 h 806"/>
                <a:gd name="T94" fmla="*/ 2147483646 w 834"/>
                <a:gd name="T95" fmla="*/ 2147483646 h 806"/>
                <a:gd name="T96" fmla="*/ 2147483646 w 834"/>
                <a:gd name="T97" fmla="*/ 2147483646 h 806"/>
                <a:gd name="T98" fmla="*/ 2147483646 w 834"/>
                <a:gd name="T99" fmla="*/ 2147483646 h 806"/>
                <a:gd name="T100" fmla="*/ 2147483646 w 834"/>
                <a:gd name="T101" fmla="*/ 2147483646 h 806"/>
                <a:gd name="T102" fmla="*/ 2147483646 w 834"/>
                <a:gd name="T103" fmla="*/ 2147483646 h 806"/>
                <a:gd name="T104" fmla="*/ 2147483646 w 834"/>
                <a:gd name="T105" fmla="*/ 2147483646 h 806"/>
                <a:gd name="T106" fmla="*/ 2147483646 w 834"/>
                <a:gd name="T107" fmla="*/ 2147483646 h 806"/>
                <a:gd name="T108" fmla="*/ 2147483646 w 834"/>
                <a:gd name="T109" fmla="*/ 2147483646 h 806"/>
                <a:gd name="T110" fmla="*/ 0 w 834"/>
                <a:gd name="T111" fmla="*/ 2147483646 h 8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34"/>
                <a:gd name="T169" fmla="*/ 0 h 806"/>
                <a:gd name="T170" fmla="*/ 834 w 834"/>
                <a:gd name="T171" fmla="*/ 806 h 80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34" h="806">
                  <a:moveTo>
                    <a:pt x="0" y="399"/>
                  </a:moveTo>
                  <a:lnTo>
                    <a:pt x="0" y="409"/>
                  </a:lnTo>
                  <a:lnTo>
                    <a:pt x="0" y="388"/>
                  </a:lnTo>
                  <a:lnTo>
                    <a:pt x="1" y="367"/>
                  </a:lnTo>
                  <a:lnTo>
                    <a:pt x="4" y="347"/>
                  </a:lnTo>
                  <a:lnTo>
                    <a:pt x="7" y="327"/>
                  </a:lnTo>
                  <a:lnTo>
                    <a:pt x="13" y="307"/>
                  </a:lnTo>
                  <a:lnTo>
                    <a:pt x="17" y="288"/>
                  </a:lnTo>
                  <a:lnTo>
                    <a:pt x="24" y="268"/>
                  </a:lnTo>
                  <a:lnTo>
                    <a:pt x="31" y="251"/>
                  </a:lnTo>
                  <a:lnTo>
                    <a:pt x="40" y="232"/>
                  </a:lnTo>
                  <a:lnTo>
                    <a:pt x="49" y="215"/>
                  </a:lnTo>
                  <a:lnTo>
                    <a:pt x="59" y="198"/>
                  </a:lnTo>
                  <a:lnTo>
                    <a:pt x="69" y="180"/>
                  </a:lnTo>
                  <a:lnTo>
                    <a:pt x="80" y="165"/>
                  </a:lnTo>
                  <a:lnTo>
                    <a:pt x="92" y="150"/>
                  </a:lnTo>
                  <a:lnTo>
                    <a:pt x="105" y="134"/>
                  </a:lnTo>
                  <a:lnTo>
                    <a:pt x="119" y="121"/>
                  </a:lnTo>
                  <a:lnTo>
                    <a:pt x="134" y="107"/>
                  </a:lnTo>
                  <a:lnTo>
                    <a:pt x="148" y="94"/>
                  </a:lnTo>
                  <a:lnTo>
                    <a:pt x="164" y="82"/>
                  </a:lnTo>
                  <a:lnTo>
                    <a:pt x="180" y="71"/>
                  </a:lnTo>
                  <a:lnTo>
                    <a:pt x="195" y="61"/>
                  </a:lnTo>
                  <a:lnTo>
                    <a:pt x="213" y="51"/>
                  </a:lnTo>
                  <a:lnTo>
                    <a:pt x="230" y="41"/>
                  </a:lnTo>
                  <a:lnTo>
                    <a:pt x="249" y="34"/>
                  </a:lnTo>
                  <a:lnTo>
                    <a:pt x="267" y="26"/>
                  </a:lnTo>
                  <a:lnTo>
                    <a:pt x="286" y="19"/>
                  </a:lnTo>
                  <a:lnTo>
                    <a:pt x="305" y="13"/>
                  </a:lnTo>
                  <a:lnTo>
                    <a:pt x="325" y="9"/>
                  </a:lnTo>
                  <a:lnTo>
                    <a:pt x="345" y="6"/>
                  </a:lnTo>
                  <a:lnTo>
                    <a:pt x="365" y="3"/>
                  </a:lnTo>
                  <a:lnTo>
                    <a:pt x="387" y="2"/>
                  </a:lnTo>
                  <a:lnTo>
                    <a:pt x="407" y="0"/>
                  </a:lnTo>
                  <a:lnTo>
                    <a:pt x="426" y="0"/>
                  </a:lnTo>
                  <a:lnTo>
                    <a:pt x="447" y="2"/>
                  </a:lnTo>
                  <a:lnTo>
                    <a:pt x="467" y="3"/>
                  </a:lnTo>
                  <a:lnTo>
                    <a:pt x="488" y="6"/>
                  </a:lnTo>
                  <a:lnTo>
                    <a:pt x="508" y="9"/>
                  </a:lnTo>
                  <a:lnTo>
                    <a:pt x="528" y="13"/>
                  </a:lnTo>
                  <a:lnTo>
                    <a:pt x="548" y="19"/>
                  </a:lnTo>
                  <a:lnTo>
                    <a:pt x="567" y="26"/>
                  </a:lnTo>
                  <a:lnTo>
                    <a:pt x="585" y="34"/>
                  </a:lnTo>
                  <a:lnTo>
                    <a:pt x="603" y="41"/>
                  </a:lnTo>
                  <a:lnTo>
                    <a:pt x="620" y="51"/>
                  </a:lnTo>
                  <a:lnTo>
                    <a:pt x="637" y="61"/>
                  </a:lnTo>
                  <a:lnTo>
                    <a:pt x="655" y="71"/>
                  </a:lnTo>
                  <a:lnTo>
                    <a:pt x="670" y="82"/>
                  </a:lnTo>
                  <a:lnTo>
                    <a:pt x="686" y="94"/>
                  </a:lnTo>
                  <a:lnTo>
                    <a:pt x="701" y="107"/>
                  </a:lnTo>
                  <a:lnTo>
                    <a:pt x="715" y="121"/>
                  </a:lnTo>
                  <a:lnTo>
                    <a:pt x="728" y="134"/>
                  </a:lnTo>
                  <a:lnTo>
                    <a:pt x="741" y="150"/>
                  </a:lnTo>
                  <a:lnTo>
                    <a:pt x="752" y="165"/>
                  </a:lnTo>
                  <a:lnTo>
                    <a:pt x="764" y="180"/>
                  </a:lnTo>
                  <a:lnTo>
                    <a:pt x="775" y="198"/>
                  </a:lnTo>
                  <a:lnTo>
                    <a:pt x="784" y="215"/>
                  </a:lnTo>
                  <a:lnTo>
                    <a:pt x="794" y="232"/>
                  </a:lnTo>
                  <a:lnTo>
                    <a:pt x="801" y="251"/>
                  </a:lnTo>
                  <a:lnTo>
                    <a:pt x="809" y="268"/>
                  </a:lnTo>
                  <a:lnTo>
                    <a:pt x="816" y="288"/>
                  </a:lnTo>
                  <a:lnTo>
                    <a:pt x="822" y="307"/>
                  </a:lnTo>
                  <a:lnTo>
                    <a:pt x="826" y="327"/>
                  </a:lnTo>
                  <a:lnTo>
                    <a:pt x="829" y="347"/>
                  </a:lnTo>
                  <a:lnTo>
                    <a:pt x="832" y="367"/>
                  </a:lnTo>
                  <a:lnTo>
                    <a:pt x="833" y="388"/>
                  </a:lnTo>
                  <a:lnTo>
                    <a:pt x="834" y="409"/>
                  </a:lnTo>
                  <a:lnTo>
                    <a:pt x="834" y="399"/>
                  </a:lnTo>
                  <a:lnTo>
                    <a:pt x="833" y="421"/>
                  </a:lnTo>
                  <a:lnTo>
                    <a:pt x="832" y="441"/>
                  </a:lnTo>
                  <a:lnTo>
                    <a:pt x="829" y="461"/>
                  </a:lnTo>
                  <a:lnTo>
                    <a:pt x="826" y="481"/>
                  </a:lnTo>
                  <a:lnTo>
                    <a:pt x="822" y="501"/>
                  </a:lnTo>
                  <a:lnTo>
                    <a:pt x="816" y="520"/>
                  </a:lnTo>
                  <a:lnTo>
                    <a:pt x="809" y="540"/>
                  </a:lnTo>
                  <a:lnTo>
                    <a:pt x="801" y="557"/>
                  </a:lnTo>
                  <a:lnTo>
                    <a:pt x="794" y="576"/>
                  </a:lnTo>
                  <a:lnTo>
                    <a:pt x="784" y="593"/>
                  </a:lnTo>
                  <a:lnTo>
                    <a:pt x="775" y="611"/>
                  </a:lnTo>
                  <a:lnTo>
                    <a:pt x="764" y="628"/>
                  </a:lnTo>
                  <a:lnTo>
                    <a:pt x="752" y="644"/>
                  </a:lnTo>
                  <a:lnTo>
                    <a:pt x="741" y="658"/>
                  </a:lnTo>
                  <a:lnTo>
                    <a:pt x="728" y="674"/>
                  </a:lnTo>
                  <a:lnTo>
                    <a:pt x="715" y="687"/>
                  </a:lnTo>
                  <a:lnTo>
                    <a:pt x="701" y="701"/>
                  </a:lnTo>
                  <a:lnTo>
                    <a:pt x="686" y="714"/>
                  </a:lnTo>
                  <a:lnTo>
                    <a:pt x="670" y="726"/>
                  </a:lnTo>
                  <a:lnTo>
                    <a:pt x="655" y="737"/>
                  </a:lnTo>
                  <a:lnTo>
                    <a:pt x="637" y="747"/>
                  </a:lnTo>
                  <a:lnTo>
                    <a:pt x="620" y="758"/>
                  </a:lnTo>
                  <a:lnTo>
                    <a:pt x="603" y="768"/>
                  </a:lnTo>
                  <a:lnTo>
                    <a:pt x="585" y="775"/>
                  </a:lnTo>
                  <a:lnTo>
                    <a:pt x="567" y="782"/>
                  </a:lnTo>
                  <a:lnTo>
                    <a:pt x="548" y="789"/>
                  </a:lnTo>
                  <a:lnTo>
                    <a:pt x="528" y="795"/>
                  </a:lnTo>
                  <a:lnTo>
                    <a:pt x="508" y="799"/>
                  </a:lnTo>
                  <a:lnTo>
                    <a:pt x="488" y="802"/>
                  </a:lnTo>
                  <a:lnTo>
                    <a:pt x="467" y="805"/>
                  </a:lnTo>
                  <a:lnTo>
                    <a:pt x="447" y="806"/>
                  </a:lnTo>
                  <a:lnTo>
                    <a:pt x="426" y="806"/>
                  </a:lnTo>
                  <a:lnTo>
                    <a:pt x="407" y="806"/>
                  </a:lnTo>
                  <a:lnTo>
                    <a:pt x="387" y="806"/>
                  </a:lnTo>
                  <a:lnTo>
                    <a:pt x="365" y="805"/>
                  </a:lnTo>
                  <a:lnTo>
                    <a:pt x="345" y="802"/>
                  </a:lnTo>
                  <a:lnTo>
                    <a:pt x="325" y="799"/>
                  </a:lnTo>
                  <a:lnTo>
                    <a:pt x="305" y="795"/>
                  </a:lnTo>
                  <a:lnTo>
                    <a:pt x="286" y="789"/>
                  </a:lnTo>
                  <a:lnTo>
                    <a:pt x="267" y="782"/>
                  </a:lnTo>
                  <a:lnTo>
                    <a:pt x="249" y="775"/>
                  </a:lnTo>
                  <a:lnTo>
                    <a:pt x="230" y="768"/>
                  </a:lnTo>
                  <a:lnTo>
                    <a:pt x="213" y="758"/>
                  </a:lnTo>
                  <a:lnTo>
                    <a:pt x="195" y="747"/>
                  </a:lnTo>
                  <a:lnTo>
                    <a:pt x="180" y="737"/>
                  </a:lnTo>
                  <a:lnTo>
                    <a:pt x="164" y="726"/>
                  </a:lnTo>
                  <a:lnTo>
                    <a:pt x="148" y="714"/>
                  </a:lnTo>
                  <a:lnTo>
                    <a:pt x="134" y="701"/>
                  </a:lnTo>
                  <a:lnTo>
                    <a:pt x="119" y="687"/>
                  </a:lnTo>
                  <a:lnTo>
                    <a:pt x="105" y="674"/>
                  </a:lnTo>
                  <a:lnTo>
                    <a:pt x="92" y="658"/>
                  </a:lnTo>
                  <a:lnTo>
                    <a:pt x="80" y="644"/>
                  </a:lnTo>
                  <a:lnTo>
                    <a:pt x="69" y="628"/>
                  </a:lnTo>
                  <a:lnTo>
                    <a:pt x="59" y="611"/>
                  </a:lnTo>
                  <a:lnTo>
                    <a:pt x="49" y="593"/>
                  </a:lnTo>
                  <a:lnTo>
                    <a:pt x="40" y="576"/>
                  </a:lnTo>
                  <a:lnTo>
                    <a:pt x="31" y="557"/>
                  </a:lnTo>
                  <a:lnTo>
                    <a:pt x="24" y="540"/>
                  </a:lnTo>
                  <a:lnTo>
                    <a:pt x="17" y="520"/>
                  </a:lnTo>
                  <a:lnTo>
                    <a:pt x="13" y="501"/>
                  </a:lnTo>
                  <a:lnTo>
                    <a:pt x="7" y="481"/>
                  </a:lnTo>
                  <a:lnTo>
                    <a:pt x="4" y="461"/>
                  </a:lnTo>
                  <a:lnTo>
                    <a:pt x="1" y="441"/>
                  </a:lnTo>
                  <a:lnTo>
                    <a:pt x="0" y="421"/>
                  </a:lnTo>
                  <a:lnTo>
                    <a:pt x="0" y="399"/>
                  </a:lnTo>
                  <a:close/>
                </a:path>
              </a:pathLst>
            </a:custGeom>
            <a:noFill/>
            <a:ln w="222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6" name="Freeform 19">
              <a:extLst>
                <a:ext uri="{FF2B5EF4-FFF2-40B4-BE49-F238E27FC236}">
                  <a16:creationId xmlns:a16="http://schemas.microsoft.com/office/drawing/2014/main" id="{378D32B6-F9BC-4910-BF60-8AEEA676257C}"/>
                </a:ext>
              </a:extLst>
            </p:cNvPr>
            <p:cNvSpPr>
              <a:spLocks/>
            </p:cNvSpPr>
            <p:nvPr/>
          </p:nvSpPr>
          <p:spPr bwMode="auto">
            <a:xfrm>
              <a:off x="4695825" y="1074738"/>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86" y="0"/>
                  </a:moveTo>
                  <a:lnTo>
                    <a:pt x="0" y="144"/>
                  </a:lnTo>
                  <a:lnTo>
                    <a:pt x="144" y="58"/>
                  </a:lnTo>
                  <a:lnTo>
                    <a:pt x="115" y="29"/>
                  </a:lnTo>
                  <a:lnTo>
                    <a:pt x="86"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7" name="Freeform 22">
              <a:extLst>
                <a:ext uri="{FF2B5EF4-FFF2-40B4-BE49-F238E27FC236}">
                  <a16:creationId xmlns:a16="http://schemas.microsoft.com/office/drawing/2014/main" id="{5897053A-BE89-4D80-BC1F-3BBA76D6E00F}"/>
                </a:ext>
              </a:extLst>
            </p:cNvPr>
            <p:cNvSpPr>
              <a:spLocks/>
            </p:cNvSpPr>
            <p:nvPr/>
          </p:nvSpPr>
          <p:spPr bwMode="auto">
            <a:xfrm>
              <a:off x="4192588" y="595313"/>
              <a:ext cx="639762" cy="661987"/>
            </a:xfrm>
            <a:custGeom>
              <a:avLst/>
              <a:gdLst>
                <a:gd name="T0" fmla="*/ 0 w 806"/>
                <a:gd name="T1" fmla="*/ 2147483646 h 834"/>
                <a:gd name="T2" fmla="*/ 2147483646 w 806"/>
                <a:gd name="T3" fmla="*/ 2147483646 h 834"/>
                <a:gd name="T4" fmla="*/ 2147483646 w 806"/>
                <a:gd name="T5" fmla="*/ 2147483646 h 834"/>
                <a:gd name="T6" fmla="*/ 2147483646 w 806"/>
                <a:gd name="T7" fmla="*/ 2147483646 h 834"/>
                <a:gd name="T8" fmla="*/ 2147483646 w 806"/>
                <a:gd name="T9" fmla="*/ 2147483646 h 834"/>
                <a:gd name="T10" fmla="*/ 2147483646 w 806"/>
                <a:gd name="T11" fmla="*/ 2147483646 h 834"/>
                <a:gd name="T12" fmla="*/ 2147483646 w 806"/>
                <a:gd name="T13" fmla="*/ 2147483646 h 834"/>
                <a:gd name="T14" fmla="*/ 2147483646 w 806"/>
                <a:gd name="T15" fmla="*/ 2147483646 h 834"/>
                <a:gd name="T16" fmla="*/ 2147483646 w 806"/>
                <a:gd name="T17" fmla="*/ 2147483646 h 834"/>
                <a:gd name="T18" fmla="*/ 2147483646 w 806"/>
                <a:gd name="T19" fmla="*/ 2147483646 h 834"/>
                <a:gd name="T20" fmla="*/ 2147483646 w 806"/>
                <a:gd name="T21" fmla="*/ 2147483646 h 834"/>
                <a:gd name="T22" fmla="*/ 2147483646 w 806"/>
                <a:gd name="T23" fmla="*/ 0 h 834"/>
                <a:gd name="T24" fmla="*/ 2147483646 w 806"/>
                <a:gd name="T25" fmla="*/ 2147483646 h 834"/>
                <a:gd name="T26" fmla="*/ 2147483646 w 806"/>
                <a:gd name="T27" fmla="*/ 2147483646 h 834"/>
                <a:gd name="T28" fmla="*/ 2147483646 w 806"/>
                <a:gd name="T29" fmla="*/ 2147483646 h 834"/>
                <a:gd name="T30" fmla="*/ 2147483646 w 806"/>
                <a:gd name="T31" fmla="*/ 2147483646 h 834"/>
                <a:gd name="T32" fmla="*/ 2147483646 w 806"/>
                <a:gd name="T33" fmla="*/ 2147483646 h 834"/>
                <a:gd name="T34" fmla="*/ 2147483646 w 806"/>
                <a:gd name="T35" fmla="*/ 2147483646 h 834"/>
                <a:gd name="T36" fmla="*/ 2147483646 w 806"/>
                <a:gd name="T37" fmla="*/ 2147483646 h 834"/>
                <a:gd name="T38" fmla="*/ 2147483646 w 806"/>
                <a:gd name="T39" fmla="*/ 2147483646 h 834"/>
                <a:gd name="T40" fmla="*/ 2147483646 w 806"/>
                <a:gd name="T41" fmla="*/ 2147483646 h 834"/>
                <a:gd name="T42" fmla="*/ 2147483646 w 806"/>
                <a:gd name="T43" fmla="*/ 2147483646 h 834"/>
                <a:gd name="T44" fmla="*/ 2147483646 w 806"/>
                <a:gd name="T45" fmla="*/ 2147483646 h 834"/>
                <a:gd name="T46" fmla="*/ 2147483646 w 806"/>
                <a:gd name="T47" fmla="*/ 2147483646 h 834"/>
                <a:gd name="T48" fmla="*/ 2147483646 w 806"/>
                <a:gd name="T49" fmla="*/ 2147483646 h 834"/>
                <a:gd name="T50" fmla="*/ 2147483646 w 806"/>
                <a:gd name="T51" fmla="*/ 2147483646 h 834"/>
                <a:gd name="T52" fmla="*/ 2147483646 w 806"/>
                <a:gd name="T53" fmla="*/ 2147483646 h 834"/>
                <a:gd name="T54" fmla="*/ 2147483646 w 806"/>
                <a:gd name="T55" fmla="*/ 2147483646 h 834"/>
                <a:gd name="T56" fmla="*/ 2147483646 w 806"/>
                <a:gd name="T57" fmla="*/ 2147483646 h 834"/>
                <a:gd name="T58" fmla="*/ 2147483646 w 806"/>
                <a:gd name="T59" fmla="*/ 2147483646 h 834"/>
                <a:gd name="T60" fmla="*/ 2147483646 w 806"/>
                <a:gd name="T61" fmla="*/ 2147483646 h 834"/>
                <a:gd name="T62" fmla="*/ 2147483646 w 806"/>
                <a:gd name="T63" fmla="*/ 2147483646 h 834"/>
                <a:gd name="T64" fmla="*/ 2147483646 w 806"/>
                <a:gd name="T65" fmla="*/ 2147483646 h 834"/>
                <a:gd name="T66" fmla="*/ 2147483646 w 806"/>
                <a:gd name="T67" fmla="*/ 2147483646 h 834"/>
                <a:gd name="T68" fmla="*/ 2147483646 w 806"/>
                <a:gd name="T69" fmla="*/ 2147483646 h 834"/>
                <a:gd name="T70" fmla="*/ 2147483646 w 806"/>
                <a:gd name="T71" fmla="*/ 2147483646 h 834"/>
                <a:gd name="T72" fmla="*/ 2147483646 w 806"/>
                <a:gd name="T73" fmla="*/ 2147483646 h 834"/>
                <a:gd name="T74" fmla="*/ 2147483646 w 806"/>
                <a:gd name="T75" fmla="*/ 2147483646 h 834"/>
                <a:gd name="T76" fmla="*/ 2147483646 w 806"/>
                <a:gd name="T77" fmla="*/ 2147483646 h 834"/>
                <a:gd name="T78" fmla="*/ 2147483646 w 806"/>
                <a:gd name="T79" fmla="*/ 2147483646 h 834"/>
                <a:gd name="T80" fmla="*/ 2147483646 w 806"/>
                <a:gd name="T81" fmla="*/ 2147483646 h 834"/>
                <a:gd name="T82" fmla="*/ 2147483646 w 806"/>
                <a:gd name="T83" fmla="*/ 2147483646 h 834"/>
                <a:gd name="T84" fmla="*/ 2147483646 w 806"/>
                <a:gd name="T85" fmla="*/ 2147483646 h 834"/>
                <a:gd name="T86" fmla="*/ 2147483646 w 806"/>
                <a:gd name="T87" fmla="*/ 2147483646 h 834"/>
                <a:gd name="T88" fmla="*/ 2147483646 w 806"/>
                <a:gd name="T89" fmla="*/ 2147483646 h 834"/>
                <a:gd name="T90" fmla="*/ 2147483646 w 806"/>
                <a:gd name="T91" fmla="*/ 2147483646 h 834"/>
                <a:gd name="T92" fmla="*/ 2147483646 w 806"/>
                <a:gd name="T93" fmla="*/ 2147483646 h 834"/>
                <a:gd name="T94" fmla="*/ 2147483646 w 806"/>
                <a:gd name="T95" fmla="*/ 2147483646 h 834"/>
                <a:gd name="T96" fmla="*/ 2147483646 w 806"/>
                <a:gd name="T97" fmla="*/ 2147483646 h 834"/>
                <a:gd name="T98" fmla="*/ 2147483646 w 806"/>
                <a:gd name="T99" fmla="*/ 2147483646 h 834"/>
                <a:gd name="T100" fmla="*/ 2147483646 w 806"/>
                <a:gd name="T101" fmla="*/ 2147483646 h 834"/>
                <a:gd name="T102" fmla="*/ 2147483646 w 806"/>
                <a:gd name="T103" fmla="*/ 2147483646 h 834"/>
                <a:gd name="T104" fmla="*/ 2147483646 w 806"/>
                <a:gd name="T105" fmla="*/ 2147483646 h 834"/>
                <a:gd name="T106" fmla="*/ 2147483646 w 806"/>
                <a:gd name="T107" fmla="*/ 2147483646 h 834"/>
                <a:gd name="T108" fmla="*/ 2147483646 w 806"/>
                <a:gd name="T109" fmla="*/ 2147483646 h 834"/>
                <a:gd name="T110" fmla="*/ 0 w 806"/>
                <a:gd name="T111" fmla="*/ 2147483646 h 8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6"/>
                <a:gd name="T169" fmla="*/ 0 h 834"/>
                <a:gd name="T170" fmla="*/ 806 w 806"/>
                <a:gd name="T171" fmla="*/ 834 h 8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6" h="834">
                  <a:moveTo>
                    <a:pt x="0" y="427"/>
                  </a:moveTo>
                  <a:lnTo>
                    <a:pt x="0" y="408"/>
                  </a:lnTo>
                  <a:lnTo>
                    <a:pt x="0" y="387"/>
                  </a:lnTo>
                  <a:lnTo>
                    <a:pt x="1" y="367"/>
                  </a:lnTo>
                  <a:lnTo>
                    <a:pt x="4" y="346"/>
                  </a:lnTo>
                  <a:lnTo>
                    <a:pt x="7" y="326"/>
                  </a:lnTo>
                  <a:lnTo>
                    <a:pt x="13" y="306"/>
                  </a:lnTo>
                  <a:lnTo>
                    <a:pt x="17" y="287"/>
                  </a:lnTo>
                  <a:lnTo>
                    <a:pt x="24" y="267"/>
                  </a:lnTo>
                  <a:lnTo>
                    <a:pt x="31" y="250"/>
                  </a:lnTo>
                  <a:lnTo>
                    <a:pt x="40" y="231"/>
                  </a:lnTo>
                  <a:lnTo>
                    <a:pt x="49" y="214"/>
                  </a:lnTo>
                  <a:lnTo>
                    <a:pt x="59" y="197"/>
                  </a:lnTo>
                  <a:lnTo>
                    <a:pt x="69" y="180"/>
                  </a:lnTo>
                  <a:lnTo>
                    <a:pt x="80" y="164"/>
                  </a:lnTo>
                  <a:lnTo>
                    <a:pt x="92" y="149"/>
                  </a:lnTo>
                  <a:lnTo>
                    <a:pt x="105" y="133"/>
                  </a:lnTo>
                  <a:lnTo>
                    <a:pt x="119" y="121"/>
                  </a:lnTo>
                  <a:lnTo>
                    <a:pt x="134" y="106"/>
                  </a:lnTo>
                  <a:lnTo>
                    <a:pt x="148" y="93"/>
                  </a:lnTo>
                  <a:lnTo>
                    <a:pt x="164" y="82"/>
                  </a:lnTo>
                  <a:lnTo>
                    <a:pt x="180" y="70"/>
                  </a:lnTo>
                  <a:lnTo>
                    <a:pt x="195" y="60"/>
                  </a:lnTo>
                  <a:lnTo>
                    <a:pt x="213" y="50"/>
                  </a:lnTo>
                  <a:lnTo>
                    <a:pt x="230" y="40"/>
                  </a:lnTo>
                  <a:lnTo>
                    <a:pt x="249" y="33"/>
                  </a:lnTo>
                  <a:lnTo>
                    <a:pt x="267" y="26"/>
                  </a:lnTo>
                  <a:lnTo>
                    <a:pt x="286" y="18"/>
                  </a:lnTo>
                  <a:lnTo>
                    <a:pt x="305" y="13"/>
                  </a:lnTo>
                  <a:lnTo>
                    <a:pt x="325" y="8"/>
                  </a:lnTo>
                  <a:lnTo>
                    <a:pt x="345" y="5"/>
                  </a:lnTo>
                  <a:lnTo>
                    <a:pt x="365" y="2"/>
                  </a:lnTo>
                  <a:lnTo>
                    <a:pt x="387" y="1"/>
                  </a:lnTo>
                  <a:lnTo>
                    <a:pt x="407" y="0"/>
                  </a:lnTo>
                  <a:lnTo>
                    <a:pt x="397" y="0"/>
                  </a:lnTo>
                  <a:lnTo>
                    <a:pt x="418" y="1"/>
                  </a:lnTo>
                  <a:lnTo>
                    <a:pt x="439" y="2"/>
                  </a:lnTo>
                  <a:lnTo>
                    <a:pt x="459" y="5"/>
                  </a:lnTo>
                  <a:lnTo>
                    <a:pt x="479" y="8"/>
                  </a:lnTo>
                  <a:lnTo>
                    <a:pt x="499" y="13"/>
                  </a:lnTo>
                  <a:lnTo>
                    <a:pt x="519" y="18"/>
                  </a:lnTo>
                  <a:lnTo>
                    <a:pt x="538" y="26"/>
                  </a:lnTo>
                  <a:lnTo>
                    <a:pt x="557" y="33"/>
                  </a:lnTo>
                  <a:lnTo>
                    <a:pt x="574" y="40"/>
                  </a:lnTo>
                  <a:lnTo>
                    <a:pt x="591" y="50"/>
                  </a:lnTo>
                  <a:lnTo>
                    <a:pt x="608" y="60"/>
                  </a:lnTo>
                  <a:lnTo>
                    <a:pt x="626" y="70"/>
                  </a:lnTo>
                  <a:lnTo>
                    <a:pt x="642" y="82"/>
                  </a:lnTo>
                  <a:lnTo>
                    <a:pt x="657" y="93"/>
                  </a:lnTo>
                  <a:lnTo>
                    <a:pt x="672" y="106"/>
                  </a:lnTo>
                  <a:lnTo>
                    <a:pt x="686" y="121"/>
                  </a:lnTo>
                  <a:lnTo>
                    <a:pt x="699" y="133"/>
                  </a:lnTo>
                  <a:lnTo>
                    <a:pt x="712" y="149"/>
                  </a:lnTo>
                  <a:lnTo>
                    <a:pt x="724" y="164"/>
                  </a:lnTo>
                  <a:lnTo>
                    <a:pt x="735" y="180"/>
                  </a:lnTo>
                  <a:lnTo>
                    <a:pt x="747" y="197"/>
                  </a:lnTo>
                  <a:lnTo>
                    <a:pt x="755" y="214"/>
                  </a:lnTo>
                  <a:lnTo>
                    <a:pt x="765" y="231"/>
                  </a:lnTo>
                  <a:lnTo>
                    <a:pt x="773" y="250"/>
                  </a:lnTo>
                  <a:lnTo>
                    <a:pt x="780" y="267"/>
                  </a:lnTo>
                  <a:lnTo>
                    <a:pt x="787" y="287"/>
                  </a:lnTo>
                  <a:lnTo>
                    <a:pt x="793" y="306"/>
                  </a:lnTo>
                  <a:lnTo>
                    <a:pt x="797" y="326"/>
                  </a:lnTo>
                  <a:lnTo>
                    <a:pt x="800" y="346"/>
                  </a:lnTo>
                  <a:lnTo>
                    <a:pt x="803" y="367"/>
                  </a:lnTo>
                  <a:lnTo>
                    <a:pt x="804" y="387"/>
                  </a:lnTo>
                  <a:lnTo>
                    <a:pt x="806" y="408"/>
                  </a:lnTo>
                  <a:lnTo>
                    <a:pt x="806" y="427"/>
                  </a:lnTo>
                  <a:lnTo>
                    <a:pt x="804" y="449"/>
                  </a:lnTo>
                  <a:lnTo>
                    <a:pt x="803" y="469"/>
                  </a:lnTo>
                  <a:lnTo>
                    <a:pt x="800" y="489"/>
                  </a:lnTo>
                  <a:lnTo>
                    <a:pt x="797" y="509"/>
                  </a:lnTo>
                  <a:lnTo>
                    <a:pt x="793" y="529"/>
                  </a:lnTo>
                  <a:lnTo>
                    <a:pt x="787" y="548"/>
                  </a:lnTo>
                  <a:lnTo>
                    <a:pt x="780" y="568"/>
                  </a:lnTo>
                  <a:lnTo>
                    <a:pt x="773" y="585"/>
                  </a:lnTo>
                  <a:lnTo>
                    <a:pt x="765" y="604"/>
                  </a:lnTo>
                  <a:lnTo>
                    <a:pt x="755" y="621"/>
                  </a:lnTo>
                  <a:lnTo>
                    <a:pt x="747" y="639"/>
                  </a:lnTo>
                  <a:lnTo>
                    <a:pt x="735" y="656"/>
                  </a:lnTo>
                  <a:lnTo>
                    <a:pt x="724" y="672"/>
                  </a:lnTo>
                  <a:lnTo>
                    <a:pt x="712" y="686"/>
                  </a:lnTo>
                  <a:lnTo>
                    <a:pt x="699" y="702"/>
                  </a:lnTo>
                  <a:lnTo>
                    <a:pt x="686" y="715"/>
                  </a:lnTo>
                  <a:lnTo>
                    <a:pt x="672" y="729"/>
                  </a:lnTo>
                  <a:lnTo>
                    <a:pt x="657" y="742"/>
                  </a:lnTo>
                  <a:lnTo>
                    <a:pt x="642" y="754"/>
                  </a:lnTo>
                  <a:lnTo>
                    <a:pt x="626" y="765"/>
                  </a:lnTo>
                  <a:lnTo>
                    <a:pt x="608" y="775"/>
                  </a:lnTo>
                  <a:lnTo>
                    <a:pt x="591" y="785"/>
                  </a:lnTo>
                  <a:lnTo>
                    <a:pt x="574" y="796"/>
                  </a:lnTo>
                  <a:lnTo>
                    <a:pt x="557" y="803"/>
                  </a:lnTo>
                  <a:lnTo>
                    <a:pt x="538" y="810"/>
                  </a:lnTo>
                  <a:lnTo>
                    <a:pt x="519" y="817"/>
                  </a:lnTo>
                  <a:lnTo>
                    <a:pt x="499" y="823"/>
                  </a:lnTo>
                  <a:lnTo>
                    <a:pt x="479" y="827"/>
                  </a:lnTo>
                  <a:lnTo>
                    <a:pt x="459" y="830"/>
                  </a:lnTo>
                  <a:lnTo>
                    <a:pt x="439" y="833"/>
                  </a:lnTo>
                  <a:lnTo>
                    <a:pt x="418" y="834"/>
                  </a:lnTo>
                  <a:lnTo>
                    <a:pt x="397" y="834"/>
                  </a:lnTo>
                  <a:lnTo>
                    <a:pt x="407" y="834"/>
                  </a:lnTo>
                  <a:lnTo>
                    <a:pt x="387" y="834"/>
                  </a:lnTo>
                  <a:lnTo>
                    <a:pt x="365" y="833"/>
                  </a:lnTo>
                  <a:lnTo>
                    <a:pt x="345" y="830"/>
                  </a:lnTo>
                  <a:lnTo>
                    <a:pt x="325" y="827"/>
                  </a:lnTo>
                  <a:lnTo>
                    <a:pt x="305" y="823"/>
                  </a:lnTo>
                  <a:lnTo>
                    <a:pt x="286" y="817"/>
                  </a:lnTo>
                  <a:lnTo>
                    <a:pt x="267" y="810"/>
                  </a:lnTo>
                  <a:lnTo>
                    <a:pt x="249" y="803"/>
                  </a:lnTo>
                  <a:lnTo>
                    <a:pt x="230" y="796"/>
                  </a:lnTo>
                  <a:lnTo>
                    <a:pt x="213" y="785"/>
                  </a:lnTo>
                  <a:lnTo>
                    <a:pt x="195" y="775"/>
                  </a:lnTo>
                  <a:lnTo>
                    <a:pt x="180" y="765"/>
                  </a:lnTo>
                  <a:lnTo>
                    <a:pt x="164" y="754"/>
                  </a:lnTo>
                  <a:lnTo>
                    <a:pt x="148" y="742"/>
                  </a:lnTo>
                  <a:lnTo>
                    <a:pt x="134" y="729"/>
                  </a:lnTo>
                  <a:lnTo>
                    <a:pt x="119" y="715"/>
                  </a:lnTo>
                  <a:lnTo>
                    <a:pt x="105" y="702"/>
                  </a:lnTo>
                  <a:lnTo>
                    <a:pt x="92" y="686"/>
                  </a:lnTo>
                  <a:lnTo>
                    <a:pt x="80" y="672"/>
                  </a:lnTo>
                  <a:lnTo>
                    <a:pt x="69" y="656"/>
                  </a:lnTo>
                  <a:lnTo>
                    <a:pt x="59" y="639"/>
                  </a:lnTo>
                  <a:lnTo>
                    <a:pt x="49" y="621"/>
                  </a:lnTo>
                  <a:lnTo>
                    <a:pt x="40" y="604"/>
                  </a:lnTo>
                  <a:lnTo>
                    <a:pt x="31" y="585"/>
                  </a:lnTo>
                  <a:lnTo>
                    <a:pt x="24" y="568"/>
                  </a:lnTo>
                  <a:lnTo>
                    <a:pt x="17" y="548"/>
                  </a:lnTo>
                  <a:lnTo>
                    <a:pt x="13" y="529"/>
                  </a:lnTo>
                  <a:lnTo>
                    <a:pt x="7" y="509"/>
                  </a:lnTo>
                  <a:lnTo>
                    <a:pt x="4" y="489"/>
                  </a:lnTo>
                  <a:lnTo>
                    <a:pt x="1" y="469"/>
                  </a:lnTo>
                  <a:lnTo>
                    <a:pt x="0" y="449"/>
                  </a:lnTo>
                  <a:lnTo>
                    <a:pt x="0" y="427"/>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8" name="Freeform 24">
              <a:extLst>
                <a:ext uri="{FF2B5EF4-FFF2-40B4-BE49-F238E27FC236}">
                  <a16:creationId xmlns:a16="http://schemas.microsoft.com/office/drawing/2014/main" id="{0DDA2816-505A-4D6F-B2C6-961CB6DD088D}"/>
                </a:ext>
              </a:extLst>
            </p:cNvPr>
            <p:cNvSpPr>
              <a:spLocks/>
            </p:cNvSpPr>
            <p:nvPr/>
          </p:nvSpPr>
          <p:spPr bwMode="auto">
            <a:xfrm>
              <a:off x="4191000" y="1165225"/>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2147483646 w 816"/>
                <a:gd name="T21" fmla="*/ 0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0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2147483646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816" y="407"/>
                  </a:moveTo>
                  <a:lnTo>
                    <a:pt x="814" y="387"/>
                  </a:lnTo>
                  <a:lnTo>
                    <a:pt x="813" y="365"/>
                  </a:lnTo>
                  <a:lnTo>
                    <a:pt x="812" y="345"/>
                  </a:lnTo>
                  <a:lnTo>
                    <a:pt x="807" y="325"/>
                  </a:lnTo>
                  <a:lnTo>
                    <a:pt x="803" y="305"/>
                  </a:lnTo>
                  <a:lnTo>
                    <a:pt x="797" y="286"/>
                  </a:lnTo>
                  <a:lnTo>
                    <a:pt x="791" y="268"/>
                  </a:lnTo>
                  <a:lnTo>
                    <a:pt x="784" y="249"/>
                  </a:lnTo>
                  <a:lnTo>
                    <a:pt x="776" y="230"/>
                  </a:lnTo>
                  <a:lnTo>
                    <a:pt x="767" y="213"/>
                  </a:lnTo>
                  <a:lnTo>
                    <a:pt x="757" y="196"/>
                  </a:lnTo>
                  <a:lnTo>
                    <a:pt x="745" y="180"/>
                  </a:lnTo>
                  <a:lnTo>
                    <a:pt x="734" y="164"/>
                  </a:lnTo>
                  <a:lnTo>
                    <a:pt x="722" y="148"/>
                  </a:lnTo>
                  <a:lnTo>
                    <a:pt x="709" y="134"/>
                  </a:lnTo>
                  <a:lnTo>
                    <a:pt x="696" y="119"/>
                  </a:lnTo>
                  <a:lnTo>
                    <a:pt x="682" y="105"/>
                  </a:lnTo>
                  <a:lnTo>
                    <a:pt x="668" y="93"/>
                  </a:lnTo>
                  <a:lnTo>
                    <a:pt x="652" y="80"/>
                  </a:lnTo>
                  <a:lnTo>
                    <a:pt x="636" y="69"/>
                  </a:lnTo>
                  <a:lnTo>
                    <a:pt x="619" y="59"/>
                  </a:lnTo>
                  <a:lnTo>
                    <a:pt x="601" y="49"/>
                  </a:lnTo>
                  <a:lnTo>
                    <a:pt x="584" y="40"/>
                  </a:lnTo>
                  <a:lnTo>
                    <a:pt x="567" y="31"/>
                  </a:lnTo>
                  <a:lnTo>
                    <a:pt x="548" y="24"/>
                  </a:lnTo>
                  <a:lnTo>
                    <a:pt x="529" y="19"/>
                  </a:lnTo>
                  <a:lnTo>
                    <a:pt x="509" y="13"/>
                  </a:lnTo>
                  <a:lnTo>
                    <a:pt x="491" y="8"/>
                  </a:lnTo>
                  <a:lnTo>
                    <a:pt x="470" y="4"/>
                  </a:lnTo>
                  <a:lnTo>
                    <a:pt x="449" y="1"/>
                  </a:lnTo>
                  <a:lnTo>
                    <a:pt x="429" y="0"/>
                  </a:lnTo>
                  <a:lnTo>
                    <a:pt x="407" y="0"/>
                  </a:lnTo>
                  <a:lnTo>
                    <a:pt x="387" y="0"/>
                  </a:lnTo>
                  <a:lnTo>
                    <a:pt x="365" y="1"/>
                  </a:lnTo>
                  <a:lnTo>
                    <a:pt x="345" y="4"/>
                  </a:lnTo>
                  <a:lnTo>
                    <a:pt x="325" y="8"/>
                  </a:lnTo>
                  <a:lnTo>
                    <a:pt x="306" y="13"/>
                  </a:lnTo>
                  <a:lnTo>
                    <a:pt x="286" y="19"/>
                  </a:lnTo>
                  <a:lnTo>
                    <a:pt x="267" y="24"/>
                  </a:lnTo>
                  <a:lnTo>
                    <a:pt x="249" y="31"/>
                  </a:lnTo>
                  <a:lnTo>
                    <a:pt x="232" y="40"/>
                  </a:lnTo>
                  <a:lnTo>
                    <a:pt x="213" y="49"/>
                  </a:lnTo>
                  <a:lnTo>
                    <a:pt x="196" y="59"/>
                  </a:lnTo>
                  <a:lnTo>
                    <a:pt x="180" y="69"/>
                  </a:lnTo>
                  <a:lnTo>
                    <a:pt x="164" y="80"/>
                  </a:lnTo>
                  <a:lnTo>
                    <a:pt x="148" y="93"/>
                  </a:lnTo>
                  <a:lnTo>
                    <a:pt x="134" y="105"/>
                  </a:lnTo>
                  <a:lnTo>
                    <a:pt x="119" y="119"/>
                  </a:lnTo>
                  <a:lnTo>
                    <a:pt x="106" y="134"/>
                  </a:lnTo>
                  <a:lnTo>
                    <a:pt x="93" y="148"/>
                  </a:lnTo>
                  <a:lnTo>
                    <a:pt x="80" y="164"/>
                  </a:lnTo>
                  <a:lnTo>
                    <a:pt x="69" y="180"/>
                  </a:lnTo>
                  <a:lnTo>
                    <a:pt x="59" y="196"/>
                  </a:lnTo>
                  <a:lnTo>
                    <a:pt x="49" y="213"/>
                  </a:lnTo>
                  <a:lnTo>
                    <a:pt x="40" y="230"/>
                  </a:lnTo>
                  <a:lnTo>
                    <a:pt x="31" y="249"/>
                  </a:lnTo>
                  <a:lnTo>
                    <a:pt x="24" y="268"/>
                  </a:lnTo>
                  <a:lnTo>
                    <a:pt x="18" y="286"/>
                  </a:lnTo>
                  <a:lnTo>
                    <a:pt x="13" y="305"/>
                  </a:lnTo>
                  <a:lnTo>
                    <a:pt x="8" y="325"/>
                  </a:lnTo>
                  <a:lnTo>
                    <a:pt x="4" y="345"/>
                  </a:lnTo>
                  <a:lnTo>
                    <a:pt x="1" y="365"/>
                  </a:lnTo>
                  <a:lnTo>
                    <a:pt x="0" y="387"/>
                  </a:lnTo>
                  <a:lnTo>
                    <a:pt x="0" y="407"/>
                  </a:lnTo>
                  <a:lnTo>
                    <a:pt x="0" y="429"/>
                  </a:lnTo>
                  <a:lnTo>
                    <a:pt x="1" y="449"/>
                  </a:lnTo>
                  <a:lnTo>
                    <a:pt x="4" y="469"/>
                  </a:lnTo>
                  <a:lnTo>
                    <a:pt x="8" y="489"/>
                  </a:lnTo>
                  <a:lnTo>
                    <a:pt x="13" y="509"/>
                  </a:lnTo>
                  <a:lnTo>
                    <a:pt x="18" y="528"/>
                  </a:lnTo>
                  <a:lnTo>
                    <a:pt x="24" y="548"/>
                  </a:lnTo>
                  <a:lnTo>
                    <a:pt x="31" y="567"/>
                  </a:lnTo>
                  <a:lnTo>
                    <a:pt x="40" y="584"/>
                  </a:lnTo>
                  <a:lnTo>
                    <a:pt x="49" y="601"/>
                  </a:lnTo>
                  <a:lnTo>
                    <a:pt x="59" y="619"/>
                  </a:lnTo>
                  <a:lnTo>
                    <a:pt x="69" y="636"/>
                  </a:lnTo>
                  <a:lnTo>
                    <a:pt x="80" y="652"/>
                  </a:lnTo>
                  <a:lnTo>
                    <a:pt x="93" y="666"/>
                  </a:lnTo>
                  <a:lnTo>
                    <a:pt x="106" y="682"/>
                  </a:lnTo>
                  <a:lnTo>
                    <a:pt x="119" y="696"/>
                  </a:lnTo>
                  <a:lnTo>
                    <a:pt x="134" y="709"/>
                  </a:lnTo>
                  <a:lnTo>
                    <a:pt x="148" y="722"/>
                  </a:lnTo>
                  <a:lnTo>
                    <a:pt x="164" y="734"/>
                  </a:lnTo>
                  <a:lnTo>
                    <a:pt x="180" y="745"/>
                  </a:lnTo>
                  <a:lnTo>
                    <a:pt x="196" y="757"/>
                  </a:lnTo>
                  <a:lnTo>
                    <a:pt x="213" y="766"/>
                  </a:lnTo>
                  <a:lnTo>
                    <a:pt x="232" y="776"/>
                  </a:lnTo>
                  <a:lnTo>
                    <a:pt x="249" y="783"/>
                  </a:lnTo>
                  <a:lnTo>
                    <a:pt x="267" y="790"/>
                  </a:lnTo>
                  <a:lnTo>
                    <a:pt x="286" y="797"/>
                  </a:lnTo>
                  <a:lnTo>
                    <a:pt x="306" y="803"/>
                  </a:lnTo>
                  <a:lnTo>
                    <a:pt x="325" y="807"/>
                  </a:lnTo>
                  <a:lnTo>
                    <a:pt x="345" y="810"/>
                  </a:lnTo>
                  <a:lnTo>
                    <a:pt x="365" y="813"/>
                  </a:lnTo>
                  <a:lnTo>
                    <a:pt x="387" y="814"/>
                  </a:lnTo>
                  <a:lnTo>
                    <a:pt x="407" y="816"/>
                  </a:lnTo>
                  <a:lnTo>
                    <a:pt x="429" y="814"/>
                  </a:lnTo>
                  <a:lnTo>
                    <a:pt x="449" y="813"/>
                  </a:lnTo>
                  <a:lnTo>
                    <a:pt x="470" y="810"/>
                  </a:lnTo>
                  <a:lnTo>
                    <a:pt x="491" y="807"/>
                  </a:lnTo>
                  <a:lnTo>
                    <a:pt x="509" y="803"/>
                  </a:lnTo>
                  <a:lnTo>
                    <a:pt x="529" y="797"/>
                  </a:lnTo>
                  <a:lnTo>
                    <a:pt x="548" y="790"/>
                  </a:lnTo>
                  <a:lnTo>
                    <a:pt x="567" y="783"/>
                  </a:lnTo>
                  <a:lnTo>
                    <a:pt x="584" y="776"/>
                  </a:lnTo>
                  <a:lnTo>
                    <a:pt x="601" y="766"/>
                  </a:lnTo>
                  <a:lnTo>
                    <a:pt x="619" y="757"/>
                  </a:lnTo>
                  <a:lnTo>
                    <a:pt x="636" y="745"/>
                  </a:lnTo>
                  <a:lnTo>
                    <a:pt x="652" y="734"/>
                  </a:lnTo>
                  <a:lnTo>
                    <a:pt x="668" y="722"/>
                  </a:lnTo>
                  <a:lnTo>
                    <a:pt x="682" y="709"/>
                  </a:lnTo>
                  <a:lnTo>
                    <a:pt x="696" y="696"/>
                  </a:lnTo>
                  <a:lnTo>
                    <a:pt x="709" y="682"/>
                  </a:lnTo>
                  <a:lnTo>
                    <a:pt x="722" y="666"/>
                  </a:lnTo>
                  <a:lnTo>
                    <a:pt x="734" y="652"/>
                  </a:lnTo>
                  <a:lnTo>
                    <a:pt x="745" y="636"/>
                  </a:lnTo>
                  <a:lnTo>
                    <a:pt x="757" y="619"/>
                  </a:lnTo>
                  <a:lnTo>
                    <a:pt x="767" y="601"/>
                  </a:lnTo>
                  <a:lnTo>
                    <a:pt x="776" y="584"/>
                  </a:lnTo>
                  <a:lnTo>
                    <a:pt x="784" y="567"/>
                  </a:lnTo>
                  <a:lnTo>
                    <a:pt x="791" y="548"/>
                  </a:lnTo>
                  <a:lnTo>
                    <a:pt x="797" y="528"/>
                  </a:lnTo>
                  <a:lnTo>
                    <a:pt x="803" y="509"/>
                  </a:lnTo>
                  <a:lnTo>
                    <a:pt x="807" y="489"/>
                  </a:lnTo>
                  <a:lnTo>
                    <a:pt x="812" y="469"/>
                  </a:lnTo>
                  <a:lnTo>
                    <a:pt x="813" y="449"/>
                  </a:lnTo>
                  <a:lnTo>
                    <a:pt x="814" y="429"/>
                  </a:lnTo>
                  <a:lnTo>
                    <a:pt x="816" y="407"/>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39" name="Rectangle 25">
              <a:extLst>
                <a:ext uri="{FF2B5EF4-FFF2-40B4-BE49-F238E27FC236}">
                  <a16:creationId xmlns:a16="http://schemas.microsoft.com/office/drawing/2014/main" id="{E0F27761-D59C-446B-A8C8-1CE0A8F04322}"/>
                </a:ext>
              </a:extLst>
            </p:cNvPr>
            <p:cNvSpPr>
              <a:spLocks noChangeArrowheads="1"/>
            </p:cNvSpPr>
            <p:nvPr/>
          </p:nvSpPr>
          <p:spPr bwMode="auto">
            <a:xfrm>
              <a:off x="4279900" y="1371600"/>
              <a:ext cx="31591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0" name="Rectangle 26">
              <a:extLst>
                <a:ext uri="{FF2B5EF4-FFF2-40B4-BE49-F238E27FC236}">
                  <a16:creationId xmlns:a16="http://schemas.microsoft.com/office/drawing/2014/main" id="{3EA1EC8C-1FE0-4C08-9C2F-14F8962D4548}"/>
                </a:ext>
              </a:extLst>
            </p:cNvPr>
            <p:cNvSpPr>
              <a:spLocks noChangeArrowheads="1"/>
            </p:cNvSpPr>
            <p:nvPr/>
          </p:nvSpPr>
          <p:spPr bwMode="auto">
            <a:xfrm>
              <a:off x="4646613" y="1371600"/>
              <a:ext cx="249237"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1" name="Rectangle 27">
              <a:extLst>
                <a:ext uri="{FF2B5EF4-FFF2-40B4-BE49-F238E27FC236}">
                  <a16:creationId xmlns:a16="http://schemas.microsoft.com/office/drawing/2014/main" id="{9AF0E988-4401-4980-B111-F5E4078FAFA1}"/>
                </a:ext>
              </a:extLst>
            </p:cNvPr>
            <p:cNvSpPr>
              <a:spLocks noChangeArrowheads="1"/>
            </p:cNvSpPr>
            <p:nvPr/>
          </p:nvSpPr>
          <p:spPr bwMode="auto">
            <a:xfrm>
              <a:off x="4560888" y="136525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2" name="Rectangle 28">
              <a:extLst>
                <a:ext uri="{FF2B5EF4-FFF2-40B4-BE49-F238E27FC236}">
                  <a16:creationId xmlns:a16="http://schemas.microsoft.com/office/drawing/2014/main" id="{1F2E8DEC-1736-497A-AE43-50689613D850}"/>
                </a:ext>
              </a:extLst>
            </p:cNvPr>
            <p:cNvSpPr>
              <a:spLocks noChangeArrowheads="1"/>
            </p:cNvSpPr>
            <p:nvPr/>
          </p:nvSpPr>
          <p:spPr bwMode="auto">
            <a:xfrm>
              <a:off x="6859588" y="2678113"/>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S7</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3" name="Rectangle 29">
              <a:extLst>
                <a:ext uri="{FF2B5EF4-FFF2-40B4-BE49-F238E27FC236}">
                  <a16:creationId xmlns:a16="http://schemas.microsoft.com/office/drawing/2014/main" id="{684BBD03-523A-4B58-BFBF-1371E5361361}"/>
                </a:ext>
              </a:extLst>
            </p:cNvPr>
            <p:cNvSpPr>
              <a:spLocks noChangeArrowheads="1"/>
            </p:cNvSpPr>
            <p:nvPr/>
          </p:nvSpPr>
          <p:spPr bwMode="auto">
            <a:xfrm>
              <a:off x="7226300" y="2678113"/>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4" name="Freeform 30">
              <a:extLst>
                <a:ext uri="{FF2B5EF4-FFF2-40B4-BE49-F238E27FC236}">
                  <a16:creationId xmlns:a16="http://schemas.microsoft.com/office/drawing/2014/main" id="{1C2BE2B6-BCC9-41BE-B4C6-3B62AA1366C1}"/>
                </a:ext>
              </a:extLst>
            </p:cNvPr>
            <p:cNvSpPr>
              <a:spLocks/>
            </p:cNvSpPr>
            <p:nvPr/>
          </p:nvSpPr>
          <p:spPr bwMode="auto">
            <a:xfrm>
              <a:off x="6772275" y="2466975"/>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0 w 816"/>
                <a:gd name="T21" fmla="*/ 2147483646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2147483646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0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407" y="0"/>
                  </a:moveTo>
                  <a:lnTo>
                    <a:pt x="387" y="0"/>
                  </a:lnTo>
                  <a:lnTo>
                    <a:pt x="365" y="1"/>
                  </a:lnTo>
                  <a:lnTo>
                    <a:pt x="345" y="4"/>
                  </a:lnTo>
                  <a:lnTo>
                    <a:pt x="325" y="8"/>
                  </a:lnTo>
                  <a:lnTo>
                    <a:pt x="306" y="13"/>
                  </a:lnTo>
                  <a:lnTo>
                    <a:pt x="286" y="18"/>
                  </a:lnTo>
                  <a:lnTo>
                    <a:pt x="267" y="24"/>
                  </a:lnTo>
                  <a:lnTo>
                    <a:pt x="249" y="31"/>
                  </a:lnTo>
                  <a:lnTo>
                    <a:pt x="231" y="40"/>
                  </a:lnTo>
                  <a:lnTo>
                    <a:pt x="213" y="49"/>
                  </a:lnTo>
                  <a:lnTo>
                    <a:pt x="195" y="59"/>
                  </a:lnTo>
                  <a:lnTo>
                    <a:pt x="179" y="69"/>
                  </a:lnTo>
                  <a:lnTo>
                    <a:pt x="164" y="80"/>
                  </a:lnTo>
                  <a:lnTo>
                    <a:pt x="148" y="93"/>
                  </a:lnTo>
                  <a:lnTo>
                    <a:pt x="133" y="105"/>
                  </a:lnTo>
                  <a:lnTo>
                    <a:pt x="119" y="119"/>
                  </a:lnTo>
                  <a:lnTo>
                    <a:pt x="106" y="134"/>
                  </a:lnTo>
                  <a:lnTo>
                    <a:pt x="93" y="148"/>
                  </a:lnTo>
                  <a:lnTo>
                    <a:pt x="80" y="164"/>
                  </a:lnTo>
                  <a:lnTo>
                    <a:pt x="69" y="180"/>
                  </a:lnTo>
                  <a:lnTo>
                    <a:pt x="59" y="195"/>
                  </a:lnTo>
                  <a:lnTo>
                    <a:pt x="49" y="213"/>
                  </a:lnTo>
                  <a:lnTo>
                    <a:pt x="40" y="230"/>
                  </a:lnTo>
                  <a:lnTo>
                    <a:pt x="31" y="249"/>
                  </a:lnTo>
                  <a:lnTo>
                    <a:pt x="24" y="267"/>
                  </a:lnTo>
                  <a:lnTo>
                    <a:pt x="18" y="286"/>
                  </a:lnTo>
                  <a:lnTo>
                    <a:pt x="13" y="305"/>
                  </a:lnTo>
                  <a:lnTo>
                    <a:pt x="8" y="325"/>
                  </a:lnTo>
                  <a:lnTo>
                    <a:pt x="4" y="345"/>
                  </a:lnTo>
                  <a:lnTo>
                    <a:pt x="1" y="365"/>
                  </a:lnTo>
                  <a:lnTo>
                    <a:pt x="0" y="387"/>
                  </a:lnTo>
                  <a:lnTo>
                    <a:pt x="0" y="407"/>
                  </a:lnTo>
                  <a:lnTo>
                    <a:pt x="0" y="429"/>
                  </a:lnTo>
                  <a:lnTo>
                    <a:pt x="1" y="449"/>
                  </a:lnTo>
                  <a:lnTo>
                    <a:pt x="4" y="469"/>
                  </a:lnTo>
                  <a:lnTo>
                    <a:pt x="8" y="489"/>
                  </a:lnTo>
                  <a:lnTo>
                    <a:pt x="13" y="509"/>
                  </a:lnTo>
                  <a:lnTo>
                    <a:pt x="18" y="528"/>
                  </a:lnTo>
                  <a:lnTo>
                    <a:pt x="24" y="548"/>
                  </a:lnTo>
                  <a:lnTo>
                    <a:pt x="31" y="567"/>
                  </a:lnTo>
                  <a:lnTo>
                    <a:pt x="40" y="584"/>
                  </a:lnTo>
                  <a:lnTo>
                    <a:pt x="49" y="601"/>
                  </a:lnTo>
                  <a:lnTo>
                    <a:pt x="59" y="619"/>
                  </a:lnTo>
                  <a:lnTo>
                    <a:pt x="69" y="636"/>
                  </a:lnTo>
                  <a:lnTo>
                    <a:pt x="80" y="652"/>
                  </a:lnTo>
                  <a:lnTo>
                    <a:pt x="93" y="666"/>
                  </a:lnTo>
                  <a:lnTo>
                    <a:pt x="106" y="682"/>
                  </a:lnTo>
                  <a:lnTo>
                    <a:pt x="119" y="696"/>
                  </a:lnTo>
                  <a:lnTo>
                    <a:pt x="133" y="709"/>
                  </a:lnTo>
                  <a:lnTo>
                    <a:pt x="148" y="722"/>
                  </a:lnTo>
                  <a:lnTo>
                    <a:pt x="164" y="734"/>
                  </a:lnTo>
                  <a:lnTo>
                    <a:pt x="179" y="745"/>
                  </a:lnTo>
                  <a:lnTo>
                    <a:pt x="195" y="757"/>
                  </a:lnTo>
                  <a:lnTo>
                    <a:pt x="213" y="765"/>
                  </a:lnTo>
                  <a:lnTo>
                    <a:pt x="231" y="775"/>
                  </a:lnTo>
                  <a:lnTo>
                    <a:pt x="249" y="783"/>
                  </a:lnTo>
                  <a:lnTo>
                    <a:pt x="267" y="790"/>
                  </a:lnTo>
                  <a:lnTo>
                    <a:pt x="286" y="797"/>
                  </a:lnTo>
                  <a:lnTo>
                    <a:pt x="306" y="803"/>
                  </a:lnTo>
                  <a:lnTo>
                    <a:pt x="325" y="807"/>
                  </a:lnTo>
                  <a:lnTo>
                    <a:pt x="345" y="810"/>
                  </a:lnTo>
                  <a:lnTo>
                    <a:pt x="365" y="813"/>
                  </a:lnTo>
                  <a:lnTo>
                    <a:pt x="387" y="814"/>
                  </a:lnTo>
                  <a:lnTo>
                    <a:pt x="407" y="816"/>
                  </a:lnTo>
                  <a:lnTo>
                    <a:pt x="428" y="814"/>
                  </a:lnTo>
                  <a:lnTo>
                    <a:pt x="449" y="813"/>
                  </a:lnTo>
                  <a:lnTo>
                    <a:pt x="470" y="810"/>
                  </a:lnTo>
                  <a:lnTo>
                    <a:pt x="489" y="807"/>
                  </a:lnTo>
                  <a:lnTo>
                    <a:pt x="509" y="803"/>
                  </a:lnTo>
                  <a:lnTo>
                    <a:pt x="529" y="797"/>
                  </a:lnTo>
                  <a:lnTo>
                    <a:pt x="548" y="790"/>
                  </a:lnTo>
                  <a:lnTo>
                    <a:pt x="567" y="783"/>
                  </a:lnTo>
                  <a:lnTo>
                    <a:pt x="584" y="775"/>
                  </a:lnTo>
                  <a:lnTo>
                    <a:pt x="601" y="765"/>
                  </a:lnTo>
                  <a:lnTo>
                    <a:pt x="618" y="757"/>
                  </a:lnTo>
                  <a:lnTo>
                    <a:pt x="636" y="745"/>
                  </a:lnTo>
                  <a:lnTo>
                    <a:pt x="652" y="734"/>
                  </a:lnTo>
                  <a:lnTo>
                    <a:pt x="667" y="722"/>
                  </a:lnTo>
                  <a:lnTo>
                    <a:pt x="682" y="709"/>
                  </a:lnTo>
                  <a:lnTo>
                    <a:pt x="696" y="696"/>
                  </a:lnTo>
                  <a:lnTo>
                    <a:pt x="709" y="682"/>
                  </a:lnTo>
                  <a:lnTo>
                    <a:pt x="722" y="666"/>
                  </a:lnTo>
                  <a:lnTo>
                    <a:pt x="734" y="652"/>
                  </a:lnTo>
                  <a:lnTo>
                    <a:pt x="745" y="636"/>
                  </a:lnTo>
                  <a:lnTo>
                    <a:pt x="757" y="619"/>
                  </a:lnTo>
                  <a:lnTo>
                    <a:pt x="767" y="601"/>
                  </a:lnTo>
                  <a:lnTo>
                    <a:pt x="775" y="584"/>
                  </a:lnTo>
                  <a:lnTo>
                    <a:pt x="784" y="567"/>
                  </a:lnTo>
                  <a:lnTo>
                    <a:pt x="791" y="548"/>
                  </a:lnTo>
                  <a:lnTo>
                    <a:pt x="797" y="528"/>
                  </a:lnTo>
                  <a:lnTo>
                    <a:pt x="803" y="509"/>
                  </a:lnTo>
                  <a:lnTo>
                    <a:pt x="807" y="489"/>
                  </a:lnTo>
                  <a:lnTo>
                    <a:pt x="811" y="469"/>
                  </a:lnTo>
                  <a:lnTo>
                    <a:pt x="813" y="449"/>
                  </a:lnTo>
                  <a:lnTo>
                    <a:pt x="814" y="429"/>
                  </a:lnTo>
                  <a:lnTo>
                    <a:pt x="816" y="407"/>
                  </a:lnTo>
                  <a:lnTo>
                    <a:pt x="814" y="387"/>
                  </a:lnTo>
                  <a:lnTo>
                    <a:pt x="813" y="365"/>
                  </a:lnTo>
                  <a:lnTo>
                    <a:pt x="811" y="345"/>
                  </a:lnTo>
                  <a:lnTo>
                    <a:pt x="807" y="325"/>
                  </a:lnTo>
                  <a:lnTo>
                    <a:pt x="803" y="305"/>
                  </a:lnTo>
                  <a:lnTo>
                    <a:pt x="797" y="286"/>
                  </a:lnTo>
                  <a:lnTo>
                    <a:pt x="791" y="267"/>
                  </a:lnTo>
                  <a:lnTo>
                    <a:pt x="784" y="249"/>
                  </a:lnTo>
                  <a:lnTo>
                    <a:pt x="775" y="230"/>
                  </a:lnTo>
                  <a:lnTo>
                    <a:pt x="767" y="213"/>
                  </a:lnTo>
                  <a:lnTo>
                    <a:pt x="757" y="195"/>
                  </a:lnTo>
                  <a:lnTo>
                    <a:pt x="745" y="180"/>
                  </a:lnTo>
                  <a:lnTo>
                    <a:pt x="734" y="164"/>
                  </a:lnTo>
                  <a:lnTo>
                    <a:pt x="722" y="148"/>
                  </a:lnTo>
                  <a:lnTo>
                    <a:pt x="709" y="134"/>
                  </a:lnTo>
                  <a:lnTo>
                    <a:pt x="696" y="119"/>
                  </a:lnTo>
                  <a:lnTo>
                    <a:pt x="682" y="105"/>
                  </a:lnTo>
                  <a:lnTo>
                    <a:pt x="667" y="93"/>
                  </a:lnTo>
                  <a:lnTo>
                    <a:pt x="652" y="80"/>
                  </a:lnTo>
                  <a:lnTo>
                    <a:pt x="636" y="69"/>
                  </a:lnTo>
                  <a:lnTo>
                    <a:pt x="618" y="59"/>
                  </a:lnTo>
                  <a:lnTo>
                    <a:pt x="601" y="49"/>
                  </a:lnTo>
                  <a:lnTo>
                    <a:pt x="584" y="40"/>
                  </a:lnTo>
                  <a:lnTo>
                    <a:pt x="567" y="31"/>
                  </a:lnTo>
                  <a:lnTo>
                    <a:pt x="548" y="24"/>
                  </a:lnTo>
                  <a:lnTo>
                    <a:pt x="529" y="18"/>
                  </a:lnTo>
                  <a:lnTo>
                    <a:pt x="509" y="13"/>
                  </a:lnTo>
                  <a:lnTo>
                    <a:pt x="489" y="8"/>
                  </a:lnTo>
                  <a:lnTo>
                    <a:pt x="470" y="4"/>
                  </a:lnTo>
                  <a:lnTo>
                    <a:pt x="449" y="1"/>
                  </a:lnTo>
                  <a:lnTo>
                    <a:pt x="428" y="0"/>
                  </a:lnTo>
                  <a:lnTo>
                    <a:pt x="407"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5" name="Rectangle 31">
              <a:extLst>
                <a:ext uri="{FF2B5EF4-FFF2-40B4-BE49-F238E27FC236}">
                  <a16:creationId xmlns:a16="http://schemas.microsoft.com/office/drawing/2014/main" id="{A0C23C64-290E-4C41-8EDC-8CBCDE7A0E41}"/>
                </a:ext>
              </a:extLst>
            </p:cNvPr>
            <p:cNvSpPr>
              <a:spLocks noChangeArrowheads="1"/>
            </p:cNvSpPr>
            <p:nvPr/>
          </p:nvSpPr>
          <p:spPr bwMode="auto">
            <a:xfrm>
              <a:off x="7140575" y="26717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6" name="Line 32">
              <a:extLst>
                <a:ext uri="{FF2B5EF4-FFF2-40B4-BE49-F238E27FC236}">
                  <a16:creationId xmlns:a16="http://schemas.microsoft.com/office/drawing/2014/main" id="{7F914CDE-15F2-416C-9663-16326E6A59D1}"/>
                </a:ext>
              </a:extLst>
            </p:cNvPr>
            <p:cNvSpPr>
              <a:spLocks noChangeShapeType="1"/>
            </p:cNvSpPr>
            <p:nvPr/>
          </p:nvSpPr>
          <p:spPr bwMode="auto">
            <a:xfrm flipH="1">
              <a:off x="4375150" y="3429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7" name="Line 33">
              <a:extLst>
                <a:ext uri="{FF2B5EF4-FFF2-40B4-BE49-F238E27FC236}">
                  <a16:creationId xmlns:a16="http://schemas.microsoft.com/office/drawing/2014/main" id="{BE1D8209-3616-4F15-84E0-C63001C038B1}"/>
                </a:ext>
              </a:extLst>
            </p:cNvPr>
            <p:cNvSpPr>
              <a:spLocks noChangeShapeType="1"/>
            </p:cNvSpPr>
            <p:nvPr/>
          </p:nvSpPr>
          <p:spPr bwMode="auto">
            <a:xfrm flipH="1">
              <a:off x="4535488" y="3429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8" name="Rectangle 34">
              <a:extLst>
                <a:ext uri="{FF2B5EF4-FFF2-40B4-BE49-F238E27FC236}">
                  <a16:creationId xmlns:a16="http://schemas.microsoft.com/office/drawing/2014/main" id="{E5C91EA7-9868-4765-992B-E76C07FE868C}"/>
                </a:ext>
              </a:extLst>
            </p:cNvPr>
            <p:cNvSpPr>
              <a:spLocks noChangeArrowheads="1"/>
            </p:cNvSpPr>
            <p:nvPr/>
          </p:nvSpPr>
          <p:spPr bwMode="auto">
            <a:xfrm>
              <a:off x="4359275" y="352425"/>
              <a:ext cx="3857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49" name="Rectangle 35">
              <a:extLst>
                <a:ext uri="{FF2B5EF4-FFF2-40B4-BE49-F238E27FC236}">
                  <a16:creationId xmlns:a16="http://schemas.microsoft.com/office/drawing/2014/main" id="{DCE5B514-341E-4C24-AFB3-B3CF1832D334}"/>
                </a:ext>
              </a:extLst>
            </p:cNvPr>
            <p:cNvSpPr>
              <a:spLocks noChangeArrowheads="1"/>
            </p:cNvSpPr>
            <p:nvPr/>
          </p:nvSpPr>
          <p:spPr bwMode="auto">
            <a:xfrm>
              <a:off x="4041775" y="2136775"/>
              <a:ext cx="2952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0" name="Freeform 36">
              <a:extLst>
                <a:ext uri="{FF2B5EF4-FFF2-40B4-BE49-F238E27FC236}">
                  <a16:creationId xmlns:a16="http://schemas.microsoft.com/office/drawing/2014/main" id="{CF274F65-89B2-4757-88C7-BC8C904F8CDE}"/>
                </a:ext>
              </a:extLst>
            </p:cNvPr>
            <p:cNvSpPr>
              <a:spLocks/>
            </p:cNvSpPr>
            <p:nvPr/>
          </p:nvSpPr>
          <p:spPr bwMode="auto">
            <a:xfrm>
              <a:off x="5470525" y="2466975"/>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2147483646 w 816"/>
                <a:gd name="T21" fmla="*/ 0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0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2147483646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816" y="407"/>
                  </a:moveTo>
                  <a:lnTo>
                    <a:pt x="814" y="387"/>
                  </a:lnTo>
                  <a:lnTo>
                    <a:pt x="813" y="365"/>
                  </a:lnTo>
                  <a:lnTo>
                    <a:pt x="812" y="345"/>
                  </a:lnTo>
                  <a:lnTo>
                    <a:pt x="807" y="325"/>
                  </a:lnTo>
                  <a:lnTo>
                    <a:pt x="803" y="305"/>
                  </a:lnTo>
                  <a:lnTo>
                    <a:pt x="797" y="286"/>
                  </a:lnTo>
                  <a:lnTo>
                    <a:pt x="791" y="267"/>
                  </a:lnTo>
                  <a:lnTo>
                    <a:pt x="784" y="249"/>
                  </a:lnTo>
                  <a:lnTo>
                    <a:pt x="776" y="230"/>
                  </a:lnTo>
                  <a:lnTo>
                    <a:pt x="767" y="213"/>
                  </a:lnTo>
                  <a:lnTo>
                    <a:pt x="757" y="195"/>
                  </a:lnTo>
                  <a:lnTo>
                    <a:pt x="745" y="180"/>
                  </a:lnTo>
                  <a:lnTo>
                    <a:pt x="734" y="164"/>
                  </a:lnTo>
                  <a:lnTo>
                    <a:pt x="722" y="148"/>
                  </a:lnTo>
                  <a:lnTo>
                    <a:pt x="709" y="134"/>
                  </a:lnTo>
                  <a:lnTo>
                    <a:pt x="696" y="119"/>
                  </a:lnTo>
                  <a:lnTo>
                    <a:pt x="682" y="105"/>
                  </a:lnTo>
                  <a:lnTo>
                    <a:pt x="668" y="93"/>
                  </a:lnTo>
                  <a:lnTo>
                    <a:pt x="652" y="80"/>
                  </a:lnTo>
                  <a:lnTo>
                    <a:pt x="636" y="69"/>
                  </a:lnTo>
                  <a:lnTo>
                    <a:pt x="619" y="59"/>
                  </a:lnTo>
                  <a:lnTo>
                    <a:pt x="601" y="49"/>
                  </a:lnTo>
                  <a:lnTo>
                    <a:pt x="584" y="40"/>
                  </a:lnTo>
                  <a:lnTo>
                    <a:pt x="567" y="31"/>
                  </a:lnTo>
                  <a:lnTo>
                    <a:pt x="548" y="24"/>
                  </a:lnTo>
                  <a:lnTo>
                    <a:pt x="529" y="18"/>
                  </a:lnTo>
                  <a:lnTo>
                    <a:pt x="509" y="13"/>
                  </a:lnTo>
                  <a:lnTo>
                    <a:pt x="491" y="8"/>
                  </a:lnTo>
                  <a:lnTo>
                    <a:pt x="470" y="4"/>
                  </a:lnTo>
                  <a:lnTo>
                    <a:pt x="449" y="1"/>
                  </a:lnTo>
                  <a:lnTo>
                    <a:pt x="429" y="0"/>
                  </a:lnTo>
                  <a:lnTo>
                    <a:pt x="407" y="0"/>
                  </a:lnTo>
                  <a:lnTo>
                    <a:pt x="387" y="0"/>
                  </a:lnTo>
                  <a:lnTo>
                    <a:pt x="365" y="1"/>
                  </a:lnTo>
                  <a:lnTo>
                    <a:pt x="345" y="4"/>
                  </a:lnTo>
                  <a:lnTo>
                    <a:pt x="325" y="8"/>
                  </a:lnTo>
                  <a:lnTo>
                    <a:pt x="306" y="13"/>
                  </a:lnTo>
                  <a:lnTo>
                    <a:pt x="286" y="18"/>
                  </a:lnTo>
                  <a:lnTo>
                    <a:pt x="267" y="24"/>
                  </a:lnTo>
                  <a:lnTo>
                    <a:pt x="249" y="31"/>
                  </a:lnTo>
                  <a:lnTo>
                    <a:pt x="232" y="40"/>
                  </a:lnTo>
                  <a:lnTo>
                    <a:pt x="213" y="49"/>
                  </a:lnTo>
                  <a:lnTo>
                    <a:pt x="196" y="59"/>
                  </a:lnTo>
                  <a:lnTo>
                    <a:pt x="180" y="69"/>
                  </a:lnTo>
                  <a:lnTo>
                    <a:pt x="164" y="80"/>
                  </a:lnTo>
                  <a:lnTo>
                    <a:pt x="148" y="93"/>
                  </a:lnTo>
                  <a:lnTo>
                    <a:pt x="134" y="105"/>
                  </a:lnTo>
                  <a:lnTo>
                    <a:pt x="119" y="119"/>
                  </a:lnTo>
                  <a:lnTo>
                    <a:pt x="106" y="134"/>
                  </a:lnTo>
                  <a:lnTo>
                    <a:pt x="93" y="148"/>
                  </a:lnTo>
                  <a:lnTo>
                    <a:pt x="80" y="164"/>
                  </a:lnTo>
                  <a:lnTo>
                    <a:pt x="69" y="180"/>
                  </a:lnTo>
                  <a:lnTo>
                    <a:pt x="59" y="195"/>
                  </a:lnTo>
                  <a:lnTo>
                    <a:pt x="49" y="213"/>
                  </a:lnTo>
                  <a:lnTo>
                    <a:pt x="40" y="230"/>
                  </a:lnTo>
                  <a:lnTo>
                    <a:pt x="31" y="249"/>
                  </a:lnTo>
                  <a:lnTo>
                    <a:pt x="24" y="267"/>
                  </a:lnTo>
                  <a:lnTo>
                    <a:pt x="18" y="286"/>
                  </a:lnTo>
                  <a:lnTo>
                    <a:pt x="13" y="305"/>
                  </a:lnTo>
                  <a:lnTo>
                    <a:pt x="8" y="325"/>
                  </a:lnTo>
                  <a:lnTo>
                    <a:pt x="4" y="345"/>
                  </a:lnTo>
                  <a:lnTo>
                    <a:pt x="1" y="365"/>
                  </a:lnTo>
                  <a:lnTo>
                    <a:pt x="0" y="387"/>
                  </a:lnTo>
                  <a:lnTo>
                    <a:pt x="0" y="407"/>
                  </a:lnTo>
                  <a:lnTo>
                    <a:pt x="0" y="429"/>
                  </a:lnTo>
                  <a:lnTo>
                    <a:pt x="1" y="449"/>
                  </a:lnTo>
                  <a:lnTo>
                    <a:pt x="4" y="469"/>
                  </a:lnTo>
                  <a:lnTo>
                    <a:pt x="8" y="489"/>
                  </a:lnTo>
                  <a:lnTo>
                    <a:pt x="13" y="509"/>
                  </a:lnTo>
                  <a:lnTo>
                    <a:pt x="18" y="528"/>
                  </a:lnTo>
                  <a:lnTo>
                    <a:pt x="24" y="548"/>
                  </a:lnTo>
                  <a:lnTo>
                    <a:pt x="31" y="567"/>
                  </a:lnTo>
                  <a:lnTo>
                    <a:pt x="40" y="584"/>
                  </a:lnTo>
                  <a:lnTo>
                    <a:pt x="49" y="601"/>
                  </a:lnTo>
                  <a:lnTo>
                    <a:pt x="59" y="619"/>
                  </a:lnTo>
                  <a:lnTo>
                    <a:pt x="69" y="636"/>
                  </a:lnTo>
                  <a:lnTo>
                    <a:pt x="80" y="652"/>
                  </a:lnTo>
                  <a:lnTo>
                    <a:pt x="93" y="666"/>
                  </a:lnTo>
                  <a:lnTo>
                    <a:pt x="106" y="682"/>
                  </a:lnTo>
                  <a:lnTo>
                    <a:pt x="119" y="696"/>
                  </a:lnTo>
                  <a:lnTo>
                    <a:pt x="134" y="709"/>
                  </a:lnTo>
                  <a:lnTo>
                    <a:pt x="148" y="722"/>
                  </a:lnTo>
                  <a:lnTo>
                    <a:pt x="164" y="734"/>
                  </a:lnTo>
                  <a:lnTo>
                    <a:pt x="180" y="745"/>
                  </a:lnTo>
                  <a:lnTo>
                    <a:pt x="196" y="757"/>
                  </a:lnTo>
                  <a:lnTo>
                    <a:pt x="213" y="765"/>
                  </a:lnTo>
                  <a:lnTo>
                    <a:pt x="232" y="775"/>
                  </a:lnTo>
                  <a:lnTo>
                    <a:pt x="249" y="783"/>
                  </a:lnTo>
                  <a:lnTo>
                    <a:pt x="267" y="790"/>
                  </a:lnTo>
                  <a:lnTo>
                    <a:pt x="286" y="797"/>
                  </a:lnTo>
                  <a:lnTo>
                    <a:pt x="306" y="803"/>
                  </a:lnTo>
                  <a:lnTo>
                    <a:pt x="325" y="807"/>
                  </a:lnTo>
                  <a:lnTo>
                    <a:pt x="345" y="810"/>
                  </a:lnTo>
                  <a:lnTo>
                    <a:pt x="365" y="813"/>
                  </a:lnTo>
                  <a:lnTo>
                    <a:pt x="387" y="814"/>
                  </a:lnTo>
                  <a:lnTo>
                    <a:pt x="407" y="816"/>
                  </a:lnTo>
                  <a:lnTo>
                    <a:pt x="429" y="814"/>
                  </a:lnTo>
                  <a:lnTo>
                    <a:pt x="449" y="813"/>
                  </a:lnTo>
                  <a:lnTo>
                    <a:pt x="470" y="810"/>
                  </a:lnTo>
                  <a:lnTo>
                    <a:pt x="491" y="807"/>
                  </a:lnTo>
                  <a:lnTo>
                    <a:pt x="509" y="803"/>
                  </a:lnTo>
                  <a:lnTo>
                    <a:pt x="529" y="797"/>
                  </a:lnTo>
                  <a:lnTo>
                    <a:pt x="548" y="790"/>
                  </a:lnTo>
                  <a:lnTo>
                    <a:pt x="567" y="783"/>
                  </a:lnTo>
                  <a:lnTo>
                    <a:pt x="584" y="775"/>
                  </a:lnTo>
                  <a:lnTo>
                    <a:pt x="601" y="765"/>
                  </a:lnTo>
                  <a:lnTo>
                    <a:pt x="619" y="757"/>
                  </a:lnTo>
                  <a:lnTo>
                    <a:pt x="636" y="745"/>
                  </a:lnTo>
                  <a:lnTo>
                    <a:pt x="652" y="734"/>
                  </a:lnTo>
                  <a:lnTo>
                    <a:pt x="668" y="722"/>
                  </a:lnTo>
                  <a:lnTo>
                    <a:pt x="682" y="709"/>
                  </a:lnTo>
                  <a:lnTo>
                    <a:pt x="696" y="696"/>
                  </a:lnTo>
                  <a:lnTo>
                    <a:pt x="709" y="682"/>
                  </a:lnTo>
                  <a:lnTo>
                    <a:pt x="722" y="666"/>
                  </a:lnTo>
                  <a:lnTo>
                    <a:pt x="734" y="652"/>
                  </a:lnTo>
                  <a:lnTo>
                    <a:pt x="745" y="636"/>
                  </a:lnTo>
                  <a:lnTo>
                    <a:pt x="757" y="619"/>
                  </a:lnTo>
                  <a:lnTo>
                    <a:pt x="767" y="601"/>
                  </a:lnTo>
                  <a:lnTo>
                    <a:pt x="776" y="584"/>
                  </a:lnTo>
                  <a:lnTo>
                    <a:pt x="784" y="567"/>
                  </a:lnTo>
                  <a:lnTo>
                    <a:pt x="791" y="548"/>
                  </a:lnTo>
                  <a:lnTo>
                    <a:pt x="797" y="528"/>
                  </a:lnTo>
                  <a:lnTo>
                    <a:pt x="803" y="509"/>
                  </a:lnTo>
                  <a:lnTo>
                    <a:pt x="807" y="489"/>
                  </a:lnTo>
                  <a:lnTo>
                    <a:pt x="812" y="469"/>
                  </a:lnTo>
                  <a:lnTo>
                    <a:pt x="813" y="449"/>
                  </a:lnTo>
                  <a:lnTo>
                    <a:pt x="814" y="429"/>
                  </a:lnTo>
                  <a:lnTo>
                    <a:pt x="816" y="407"/>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1" name="Rectangle 37">
              <a:extLst>
                <a:ext uri="{FF2B5EF4-FFF2-40B4-BE49-F238E27FC236}">
                  <a16:creationId xmlns:a16="http://schemas.microsoft.com/office/drawing/2014/main" id="{213E2494-76B6-4075-9D46-DF50681FAAF0}"/>
                </a:ext>
              </a:extLst>
            </p:cNvPr>
            <p:cNvSpPr>
              <a:spLocks noChangeArrowheads="1"/>
            </p:cNvSpPr>
            <p:nvPr/>
          </p:nvSpPr>
          <p:spPr bwMode="auto">
            <a:xfrm>
              <a:off x="4816475" y="2136775"/>
              <a:ext cx="2841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2" name="Rectangle 38">
              <a:extLst>
                <a:ext uri="{FF2B5EF4-FFF2-40B4-BE49-F238E27FC236}">
                  <a16:creationId xmlns:a16="http://schemas.microsoft.com/office/drawing/2014/main" id="{FB0BBE59-A743-4283-8B06-2A07C2B763A9}"/>
                </a:ext>
              </a:extLst>
            </p:cNvPr>
            <p:cNvSpPr>
              <a:spLocks noChangeArrowheads="1"/>
            </p:cNvSpPr>
            <p:nvPr/>
          </p:nvSpPr>
          <p:spPr bwMode="auto">
            <a:xfrm>
              <a:off x="5575300" y="2667000"/>
              <a:ext cx="31591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3" name="Rectangle 39">
              <a:extLst>
                <a:ext uri="{FF2B5EF4-FFF2-40B4-BE49-F238E27FC236}">
                  <a16:creationId xmlns:a16="http://schemas.microsoft.com/office/drawing/2014/main" id="{EF4A1C5A-278E-4266-B39E-071B5FF95240}"/>
                </a:ext>
              </a:extLst>
            </p:cNvPr>
            <p:cNvSpPr>
              <a:spLocks noChangeArrowheads="1"/>
            </p:cNvSpPr>
            <p:nvPr/>
          </p:nvSpPr>
          <p:spPr bwMode="auto">
            <a:xfrm>
              <a:off x="5942013" y="2667000"/>
              <a:ext cx="249237"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4" name="Freeform 40">
              <a:extLst>
                <a:ext uri="{FF2B5EF4-FFF2-40B4-BE49-F238E27FC236}">
                  <a16:creationId xmlns:a16="http://schemas.microsoft.com/office/drawing/2014/main" id="{98FBCDEB-6D6D-4AD5-B2EE-CC619BBB0DB0}"/>
                </a:ext>
              </a:extLst>
            </p:cNvPr>
            <p:cNvSpPr>
              <a:spLocks/>
            </p:cNvSpPr>
            <p:nvPr/>
          </p:nvSpPr>
          <p:spPr bwMode="auto">
            <a:xfrm>
              <a:off x="5381625" y="2490788"/>
              <a:ext cx="114300" cy="114300"/>
            </a:xfrm>
            <a:custGeom>
              <a:avLst/>
              <a:gdLst>
                <a:gd name="T0" fmla="*/ 0 w 143"/>
                <a:gd name="T1" fmla="*/ 2147483646 h 144"/>
                <a:gd name="T2" fmla="*/ 2147483646 w 143"/>
                <a:gd name="T3" fmla="*/ 2147483646 h 144"/>
                <a:gd name="T4" fmla="*/ 2147483646 w 143"/>
                <a:gd name="T5" fmla="*/ 0 h 144"/>
                <a:gd name="T6" fmla="*/ 2147483646 w 143"/>
                <a:gd name="T7" fmla="*/ 2147483646 h 144"/>
                <a:gd name="T8" fmla="*/ 0 w 143"/>
                <a:gd name="T9" fmla="*/ 2147483646 h 144"/>
                <a:gd name="T10" fmla="*/ 0 60000 65536"/>
                <a:gd name="T11" fmla="*/ 0 60000 65536"/>
                <a:gd name="T12" fmla="*/ 0 60000 65536"/>
                <a:gd name="T13" fmla="*/ 0 60000 65536"/>
                <a:gd name="T14" fmla="*/ 0 60000 65536"/>
                <a:gd name="T15" fmla="*/ 0 w 143"/>
                <a:gd name="T16" fmla="*/ 0 h 144"/>
                <a:gd name="T17" fmla="*/ 143 w 143"/>
                <a:gd name="T18" fmla="*/ 144 h 144"/>
              </a:gdLst>
              <a:ahLst/>
              <a:cxnLst>
                <a:cxn ang="T10">
                  <a:pos x="T0" y="T1"/>
                </a:cxn>
                <a:cxn ang="T11">
                  <a:pos x="T2" y="T3"/>
                </a:cxn>
                <a:cxn ang="T12">
                  <a:pos x="T4" y="T5"/>
                </a:cxn>
                <a:cxn ang="T13">
                  <a:pos x="T6" y="T7"/>
                </a:cxn>
                <a:cxn ang="T14">
                  <a:pos x="T8" y="T9"/>
                </a:cxn>
              </a:cxnLst>
              <a:rect l="T15" t="T16" r="T17" b="T18"/>
              <a:pathLst>
                <a:path w="143" h="144">
                  <a:moveTo>
                    <a:pt x="0" y="57"/>
                  </a:moveTo>
                  <a:lnTo>
                    <a:pt x="143" y="144"/>
                  </a:lnTo>
                  <a:lnTo>
                    <a:pt x="57" y="0"/>
                  </a:lnTo>
                  <a:lnTo>
                    <a:pt x="28" y="29"/>
                  </a:lnTo>
                  <a:lnTo>
                    <a:pt x="0" y="5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5" name="Line 41">
              <a:extLst>
                <a:ext uri="{FF2B5EF4-FFF2-40B4-BE49-F238E27FC236}">
                  <a16:creationId xmlns:a16="http://schemas.microsoft.com/office/drawing/2014/main" id="{232C0707-BDFF-40E9-8E2F-D8B518AF43C2}"/>
                </a:ext>
              </a:extLst>
            </p:cNvPr>
            <p:cNvSpPr>
              <a:spLocks noChangeShapeType="1"/>
            </p:cNvSpPr>
            <p:nvPr/>
          </p:nvSpPr>
          <p:spPr bwMode="auto">
            <a:xfrm flipH="1" flipV="1">
              <a:off x="4695825" y="1760538"/>
              <a:ext cx="708025" cy="754062"/>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6" name="Freeform 42">
              <a:extLst>
                <a:ext uri="{FF2B5EF4-FFF2-40B4-BE49-F238E27FC236}">
                  <a16:creationId xmlns:a16="http://schemas.microsoft.com/office/drawing/2014/main" id="{409EF2D8-D6BD-434A-B545-6314D6E1B46E}"/>
                </a:ext>
              </a:extLst>
            </p:cNvPr>
            <p:cNvSpPr>
              <a:spLocks/>
            </p:cNvSpPr>
            <p:nvPr/>
          </p:nvSpPr>
          <p:spPr bwMode="auto">
            <a:xfrm>
              <a:off x="5470525" y="3770313"/>
              <a:ext cx="647700" cy="647700"/>
            </a:xfrm>
            <a:custGeom>
              <a:avLst/>
              <a:gdLst>
                <a:gd name="T0" fmla="*/ 2147483646 w 816"/>
                <a:gd name="T1" fmla="*/ 2147483646 h 817"/>
                <a:gd name="T2" fmla="*/ 2147483646 w 816"/>
                <a:gd name="T3" fmla="*/ 2147483646 h 817"/>
                <a:gd name="T4" fmla="*/ 2147483646 w 816"/>
                <a:gd name="T5" fmla="*/ 2147483646 h 817"/>
                <a:gd name="T6" fmla="*/ 2147483646 w 816"/>
                <a:gd name="T7" fmla="*/ 2147483646 h 817"/>
                <a:gd name="T8" fmla="*/ 2147483646 w 816"/>
                <a:gd name="T9" fmla="*/ 2147483646 h 817"/>
                <a:gd name="T10" fmla="*/ 2147483646 w 816"/>
                <a:gd name="T11" fmla="*/ 2147483646 h 817"/>
                <a:gd name="T12" fmla="*/ 2147483646 w 816"/>
                <a:gd name="T13" fmla="*/ 2147483646 h 817"/>
                <a:gd name="T14" fmla="*/ 2147483646 w 816"/>
                <a:gd name="T15" fmla="*/ 2147483646 h 817"/>
                <a:gd name="T16" fmla="*/ 2147483646 w 816"/>
                <a:gd name="T17" fmla="*/ 2147483646 h 817"/>
                <a:gd name="T18" fmla="*/ 2147483646 w 816"/>
                <a:gd name="T19" fmla="*/ 2147483646 h 817"/>
                <a:gd name="T20" fmla="*/ 2147483646 w 816"/>
                <a:gd name="T21" fmla="*/ 2147483646 h 817"/>
                <a:gd name="T22" fmla="*/ 2147483646 w 816"/>
                <a:gd name="T23" fmla="*/ 2147483646 h 817"/>
                <a:gd name="T24" fmla="*/ 2147483646 w 816"/>
                <a:gd name="T25" fmla="*/ 2147483646 h 817"/>
                <a:gd name="T26" fmla="*/ 2147483646 w 816"/>
                <a:gd name="T27" fmla="*/ 2147483646 h 817"/>
                <a:gd name="T28" fmla="*/ 2147483646 w 816"/>
                <a:gd name="T29" fmla="*/ 2147483646 h 817"/>
                <a:gd name="T30" fmla="*/ 2147483646 w 816"/>
                <a:gd name="T31" fmla="*/ 2147483646 h 817"/>
                <a:gd name="T32" fmla="*/ 2147483646 w 816"/>
                <a:gd name="T33" fmla="*/ 2147483646 h 817"/>
                <a:gd name="T34" fmla="*/ 2147483646 w 816"/>
                <a:gd name="T35" fmla="*/ 2147483646 h 817"/>
                <a:gd name="T36" fmla="*/ 2147483646 w 816"/>
                <a:gd name="T37" fmla="*/ 2147483646 h 817"/>
                <a:gd name="T38" fmla="*/ 2147483646 w 816"/>
                <a:gd name="T39" fmla="*/ 2147483646 h 817"/>
                <a:gd name="T40" fmla="*/ 2147483646 w 816"/>
                <a:gd name="T41" fmla="*/ 2147483646 h 817"/>
                <a:gd name="T42" fmla="*/ 2147483646 w 816"/>
                <a:gd name="T43" fmla="*/ 0 h 817"/>
                <a:gd name="T44" fmla="*/ 2147483646 w 816"/>
                <a:gd name="T45" fmla="*/ 2147483646 h 817"/>
                <a:gd name="T46" fmla="*/ 2147483646 w 816"/>
                <a:gd name="T47" fmla="*/ 2147483646 h 817"/>
                <a:gd name="T48" fmla="*/ 2147483646 w 816"/>
                <a:gd name="T49" fmla="*/ 2147483646 h 817"/>
                <a:gd name="T50" fmla="*/ 2147483646 w 816"/>
                <a:gd name="T51" fmla="*/ 2147483646 h 817"/>
                <a:gd name="T52" fmla="*/ 2147483646 w 816"/>
                <a:gd name="T53" fmla="*/ 2147483646 h 817"/>
                <a:gd name="T54" fmla="*/ 2147483646 w 816"/>
                <a:gd name="T55" fmla="*/ 2147483646 h 817"/>
                <a:gd name="T56" fmla="*/ 2147483646 w 816"/>
                <a:gd name="T57" fmla="*/ 2147483646 h 817"/>
                <a:gd name="T58" fmla="*/ 2147483646 w 816"/>
                <a:gd name="T59" fmla="*/ 2147483646 h 817"/>
                <a:gd name="T60" fmla="*/ 2147483646 w 816"/>
                <a:gd name="T61" fmla="*/ 2147483646 h 817"/>
                <a:gd name="T62" fmla="*/ 2147483646 w 816"/>
                <a:gd name="T63" fmla="*/ 2147483646 h 817"/>
                <a:gd name="T64" fmla="*/ 0 w 816"/>
                <a:gd name="T65" fmla="*/ 2147483646 h 817"/>
                <a:gd name="T66" fmla="*/ 2147483646 w 816"/>
                <a:gd name="T67" fmla="*/ 2147483646 h 817"/>
                <a:gd name="T68" fmla="*/ 2147483646 w 816"/>
                <a:gd name="T69" fmla="*/ 2147483646 h 817"/>
                <a:gd name="T70" fmla="*/ 2147483646 w 816"/>
                <a:gd name="T71" fmla="*/ 2147483646 h 817"/>
                <a:gd name="T72" fmla="*/ 2147483646 w 816"/>
                <a:gd name="T73" fmla="*/ 2147483646 h 817"/>
                <a:gd name="T74" fmla="*/ 2147483646 w 816"/>
                <a:gd name="T75" fmla="*/ 2147483646 h 817"/>
                <a:gd name="T76" fmla="*/ 2147483646 w 816"/>
                <a:gd name="T77" fmla="*/ 2147483646 h 817"/>
                <a:gd name="T78" fmla="*/ 2147483646 w 816"/>
                <a:gd name="T79" fmla="*/ 2147483646 h 817"/>
                <a:gd name="T80" fmla="*/ 2147483646 w 816"/>
                <a:gd name="T81" fmla="*/ 2147483646 h 817"/>
                <a:gd name="T82" fmla="*/ 2147483646 w 816"/>
                <a:gd name="T83" fmla="*/ 2147483646 h 817"/>
                <a:gd name="T84" fmla="*/ 2147483646 w 816"/>
                <a:gd name="T85" fmla="*/ 2147483646 h 817"/>
                <a:gd name="T86" fmla="*/ 2147483646 w 816"/>
                <a:gd name="T87" fmla="*/ 2147483646 h 8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7"/>
                <a:gd name="T134" fmla="*/ 816 w 816"/>
                <a:gd name="T135" fmla="*/ 817 h 8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7">
                  <a:moveTo>
                    <a:pt x="407" y="817"/>
                  </a:moveTo>
                  <a:lnTo>
                    <a:pt x="429" y="815"/>
                  </a:lnTo>
                  <a:lnTo>
                    <a:pt x="449" y="814"/>
                  </a:lnTo>
                  <a:lnTo>
                    <a:pt x="470" y="811"/>
                  </a:lnTo>
                  <a:lnTo>
                    <a:pt x="491" y="808"/>
                  </a:lnTo>
                  <a:lnTo>
                    <a:pt x="509" y="804"/>
                  </a:lnTo>
                  <a:lnTo>
                    <a:pt x="529" y="798"/>
                  </a:lnTo>
                  <a:lnTo>
                    <a:pt x="548" y="791"/>
                  </a:lnTo>
                  <a:lnTo>
                    <a:pt x="567" y="783"/>
                  </a:lnTo>
                  <a:lnTo>
                    <a:pt x="584" y="776"/>
                  </a:lnTo>
                  <a:lnTo>
                    <a:pt x="601" y="766"/>
                  </a:lnTo>
                  <a:lnTo>
                    <a:pt x="619" y="758"/>
                  </a:lnTo>
                  <a:lnTo>
                    <a:pt x="636" y="746"/>
                  </a:lnTo>
                  <a:lnTo>
                    <a:pt x="652" y="735"/>
                  </a:lnTo>
                  <a:lnTo>
                    <a:pt x="668" y="723"/>
                  </a:lnTo>
                  <a:lnTo>
                    <a:pt x="682" y="710"/>
                  </a:lnTo>
                  <a:lnTo>
                    <a:pt x="696" y="697"/>
                  </a:lnTo>
                  <a:lnTo>
                    <a:pt x="709" y="683"/>
                  </a:lnTo>
                  <a:lnTo>
                    <a:pt x="722" y="667"/>
                  </a:lnTo>
                  <a:lnTo>
                    <a:pt x="734" y="652"/>
                  </a:lnTo>
                  <a:lnTo>
                    <a:pt x="745" y="637"/>
                  </a:lnTo>
                  <a:lnTo>
                    <a:pt x="757" y="619"/>
                  </a:lnTo>
                  <a:lnTo>
                    <a:pt x="767" y="602"/>
                  </a:lnTo>
                  <a:lnTo>
                    <a:pt x="776" y="585"/>
                  </a:lnTo>
                  <a:lnTo>
                    <a:pt x="784" y="568"/>
                  </a:lnTo>
                  <a:lnTo>
                    <a:pt x="791" y="549"/>
                  </a:lnTo>
                  <a:lnTo>
                    <a:pt x="797" y="529"/>
                  </a:lnTo>
                  <a:lnTo>
                    <a:pt x="803" y="510"/>
                  </a:lnTo>
                  <a:lnTo>
                    <a:pt x="807" y="490"/>
                  </a:lnTo>
                  <a:lnTo>
                    <a:pt x="812" y="470"/>
                  </a:lnTo>
                  <a:lnTo>
                    <a:pt x="813" y="450"/>
                  </a:lnTo>
                  <a:lnTo>
                    <a:pt x="814" y="429"/>
                  </a:lnTo>
                  <a:lnTo>
                    <a:pt x="816" y="408"/>
                  </a:lnTo>
                  <a:lnTo>
                    <a:pt x="814" y="388"/>
                  </a:lnTo>
                  <a:lnTo>
                    <a:pt x="813" y="366"/>
                  </a:lnTo>
                  <a:lnTo>
                    <a:pt x="812" y="346"/>
                  </a:lnTo>
                  <a:lnTo>
                    <a:pt x="807" y="326"/>
                  </a:lnTo>
                  <a:lnTo>
                    <a:pt x="803" y="306"/>
                  </a:lnTo>
                  <a:lnTo>
                    <a:pt x="797" y="287"/>
                  </a:lnTo>
                  <a:lnTo>
                    <a:pt x="791" y="268"/>
                  </a:lnTo>
                  <a:lnTo>
                    <a:pt x="784" y="249"/>
                  </a:lnTo>
                  <a:lnTo>
                    <a:pt x="776" y="231"/>
                  </a:lnTo>
                  <a:lnTo>
                    <a:pt x="767" y="213"/>
                  </a:lnTo>
                  <a:lnTo>
                    <a:pt x="757" y="196"/>
                  </a:lnTo>
                  <a:lnTo>
                    <a:pt x="745" y="180"/>
                  </a:lnTo>
                  <a:lnTo>
                    <a:pt x="734" y="165"/>
                  </a:lnTo>
                  <a:lnTo>
                    <a:pt x="722" y="149"/>
                  </a:lnTo>
                  <a:lnTo>
                    <a:pt x="709" y="134"/>
                  </a:lnTo>
                  <a:lnTo>
                    <a:pt x="696" y="120"/>
                  </a:lnTo>
                  <a:lnTo>
                    <a:pt x="682" y="106"/>
                  </a:lnTo>
                  <a:lnTo>
                    <a:pt x="668" y="94"/>
                  </a:lnTo>
                  <a:lnTo>
                    <a:pt x="652" y="81"/>
                  </a:lnTo>
                  <a:lnTo>
                    <a:pt x="636" y="70"/>
                  </a:lnTo>
                  <a:lnTo>
                    <a:pt x="619" y="59"/>
                  </a:lnTo>
                  <a:lnTo>
                    <a:pt x="601" y="49"/>
                  </a:lnTo>
                  <a:lnTo>
                    <a:pt x="584" y="41"/>
                  </a:lnTo>
                  <a:lnTo>
                    <a:pt x="567" y="32"/>
                  </a:lnTo>
                  <a:lnTo>
                    <a:pt x="548" y="25"/>
                  </a:lnTo>
                  <a:lnTo>
                    <a:pt x="529" y="19"/>
                  </a:lnTo>
                  <a:lnTo>
                    <a:pt x="509" y="13"/>
                  </a:lnTo>
                  <a:lnTo>
                    <a:pt x="491" y="9"/>
                  </a:lnTo>
                  <a:lnTo>
                    <a:pt x="470" y="5"/>
                  </a:lnTo>
                  <a:lnTo>
                    <a:pt x="449" y="2"/>
                  </a:lnTo>
                  <a:lnTo>
                    <a:pt x="429" y="0"/>
                  </a:lnTo>
                  <a:lnTo>
                    <a:pt x="407" y="0"/>
                  </a:lnTo>
                  <a:lnTo>
                    <a:pt x="387" y="0"/>
                  </a:lnTo>
                  <a:lnTo>
                    <a:pt x="365" y="2"/>
                  </a:lnTo>
                  <a:lnTo>
                    <a:pt x="345" y="5"/>
                  </a:lnTo>
                  <a:lnTo>
                    <a:pt x="325" y="9"/>
                  </a:lnTo>
                  <a:lnTo>
                    <a:pt x="306" y="13"/>
                  </a:lnTo>
                  <a:lnTo>
                    <a:pt x="286" y="19"/>
                  </a:lnTo>
                  <a:lnTo>
                    <a:pt x="267" y="25"/>
                  </a:lnTo>
                  <a:lnTo>
                    <a:pt x="249" y="32"/>
                  </a:lnTo>
                  <a:lnTo>
                    <a:pt x="232" y="41"/>
                  </a:lnTo>
                  <a:lnTo>
                    <a:pt x="213" y="49"/>
                  </a:lnTo>
                  <a:lnTo>
                    <a:pt x="196" y="59"/>
                  </a:lnTo>
                  <a:lnTo>
                    <a:pt x="180" y="70"/>
                  </a:lnTo>
                  <a:lnTo>
                    <a:pt x="164" y="81"/>
                  </a:lnTo>
                  <a:lnTo>
                    <a:pt x="148" y="94"/>
                  </a:lnTo>
                  <a:lnTo>
                    <a:pt x="134" y="106"/>
                  </a:lnTo>
                  <a:lnTo>
                    <a:pt x="119" y="120"/>
                  </a:lnTo>
                  <a:lnTo>
                    <a:pt x="106" y="134"/>
                  </a:lnTo>
                  <a:lnTo>
                    <a:pt x="93" y="149"/>
                  </a:lnTo>
                  <a:lnTo>
                    <a:pt x="80" y="165"/>
                  </a:lnTo>
                  <a:lnTo>
                    <a:pt x="69" y="180"/>
                  </a:lnTo>
                  <a:lnTo>
                    <a:pt x="59" y="196"/>
                  </a:lnTo>
                  <a:lnTo>
                    <a:pt x="49" y="213"/>
                  </a:lnTo>
                  <a:lnTo>
                    <a:pt x="40" y="231"/>
                  </a:lnTo>
                  <a:lnTo>
                    <a:pt x="31" y="249"/>
                  </a:lnTo>
                  <a:lnTo>
                    <a:pt x="24" y="268"/>
                  </a:lnTo>
                  <a:lnTo>
                    <a:pt x="18" y="287"/>
                  </a:lnTo>
                  <a:lnTo>
                    <a:pt x="13" y="306"/>
                  </a:lnTo>
                  <a:lnTo>
                    <a:pt x="8" y="326"/>
                  </a:lnTo>
                  <a:lnTo>
                    <a:pt x="4" y="346"/>
                  </a:lnTo>
                  <a:lnTo>
                    <a:pt x="1" y="366"/>
                  </a:lnTo>
                  <a:lnTo>
                    <a:pt x="0" y="388"/>
                  </a:lnTo>
                  <a:lnTo>
                    <a:pt x="0" y="408"/>
                  </a:lnTo>
                  <a:lnTo>
                    <a:pt x="0" y="429"/>
                  </a:lnTo>
                  <a:lnTo>
                    <a:pt x="1" y="450"/>
                  </a:lnTo>
                  <a:lnTo>
                    <a:pt x="4" y="470"/>
                  </a:lnTo>
                  <a:lnTo>
                    <a:pt x="8" y="490"/>
                  </a:lnTo>
                  <a:lnTo>
                    <a:pt x="13" y="510"/>
                  </a:lnTo>
                  <a:lnTo>
                    <a:pt x="18" y="529"/>
                  </a:lnTo>
                  <a:lnTo>
                    <a:pt x="24" y="549"/>
                  </a:lnTo>
                  <a:lnTo>
                    <a:pt x="31" y="568"/>
                  </a:lnTo>
                  <a:lnTo>
                    <a:pt x="40" y="585"/>
                  </a:lnTo>
                  <a:lnTo>
                    <a:pt x="49" y="602"/>
                  </a:lnTo>
                  <a:lnTo>
                    <a:pt x="59" y="619"/>
                  </a:lnTo>
                  <a:lnTo>
                    <a:pt x="69" y="637"/>
                  </a:lnTo>
                  <a:lnTo>
                    <a:pt x="80" y="652"/>
                  </a:lnTo>
                  <a:lnTo>
                    <a:pt x="93" y="667"/>
                  </a:lnTo>
                  <a:lnTo>
                    <a:pt x="106" y="683"/>
                  </a:lnTo>
                  <a:lnTo>
                    <a:pt x="119" y="697"/>
                  </a:lnTo>
                  <a:lnTo>
                    <a:pt x="134" y="710"/>
                  </a:lnTo>
                  <a:lnTo>
                    <a:pt x="148" y="723"/>
                  </a:lnTo>
                  <a:lnTo>
                    <a:pt x="164" y="735"/>
                  </a:lnTo>
                  <a:lnTo>
                    <a:pt x="180" y="746"/>
                  </a:lnTo>
                  <a:lnTo>
                    <a:pt x="196" y="758"/>
                  </a:lnTo>
                  <a:lnTo>
                    <a:pt x="213" y="766"/>
                  </a:lnTo>
                  <a:lnTo>
                    <a:pt x="232" y="776"/>
                  </a:lnTo>
                  <a:lnTo>
                    <a:pt x="249" y="783"/>
                  </a:lnTo>
                  <a:lnTo>
                    <a:pt x="267" y="791"/>
                  </a:lnTo>
                  <a:lnTo>
                    <a:pt x="286" y="798"/>
                  </a:lnTo>
                  <a:lnTo>
                    <a:pt x="306" y="804"/>
                  </a:lnTo>
                  <a:lnTo>
                    <a:pt x="325" y="808"/>
                  </a:lnTo>
                  <a:lnTo>
                    <a:pt x="345" y="811"/>
                  </a:lnTo>
                  <a:lnTo>
                    <a:pt x="365" y="814"/>
                  </a:lnTo>
                  <a:lnTo>
                    <a:pt x="387" y="815"/>
                  </a:lnTo>
                  <a:lnTo>
                    <a:pt x="407" y="817"/>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7" name="Rectangle 43">
              <a:extLst>
                <a:ext uri="{FF2B5EF4-FFF2-40B4-BE49-F238E27FC236}">
                  <a16:creationId xmlns:a16="http://schemas.microsoft.com/office/drawing/2014/main" id="{9AFF9383-2A10-4811-A4E3-AFCB5B8CB937}"/>
                </a:ext>
              </a:extLst>
            </p:cNvPr>
            <p:cNvSpPr>
              <a:spLocks noChangeArrowheads="1"/>
            </p:cNvSpPr>
            <p:nvPr/>
          </p:nvSpPr>
          <p:spPr bwMode="auto">
            <a:xfrm>
              <a:off x="5856288" y="266065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8" name="Rectangle 44">
              <a:extLst>
                <a:ext uri="{FF2B5EF4-FFF2-40B4-BE49-F238E27FC236}">
                  <a16:creationId xmlns:a16="http://schemas.microsoft.com/office/drawing/2014/main" id="{0A6076F4-A0F7-4797-9E06-0B9DCFCB1BEE}"/>
                </a:ext>
              </a:extLst>
            </p:cNvPr>
            <p:cNvSpPr>
              <a:spLocks noChangeArrowheads="1"/>
            </p:cNvSpPr>
            <p:nvPr/>
          </p:nvSpPr>
          <p:spPr bwMode="auto">
            <a:xfrm>
              <a:off x="5583238" y="3965575"/>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S6</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59" name="Rectangle 45">
              <a:extLst>
                <a:ext uri="{FF2B5EF4-FFF2-40B4-BE49-F238E27FC236}">
                  <a16:creationId xmlns:a16="http://schemas.microsoft.com/office/drawing/2014/main" id="{1ACA7353-A7E6-4431-B994-98B5572ABA36}"/>
                </a:ext>
              </a:extLst>
            </p:cNvPr>
            <p:cNvSpPr>
              <a:spLocks noChangeArrowheads="1"/>
            </p:cNvSpPr>
            <p:nvPr/>
          </p:nvSpPr>
          <p:spPr bwMode="auto">
            <a:xfrm>
              <a:off x="5949950" y="3965575"/>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0" name="Freeform 46">
              <a:extLst>
                <a:ext uri="{FF2B5EF4-FFF2-40B4-BE49-F238E27FC236}">
                  <a16:creationId xmlns:a16="http://schemas.microsoft.com/office/drawing/2014/main" id="{3F81AB52-6A67-4019-B25B-734E4F98348F}"/>
                </a:ext>
              </a:extLst>
            </p:cNvPr>
            <p:cNvSpPr>
              <a:spLocks/>
            </p:cNvSpPr>
            <p:nvPr/>
          </p:nvSpPr>
          <p:spPr bwMode="auto">
            <a:xfrm>
              <a:off x="6615113" y="2765425"/>
              <a:ext cx="136525" cy="46038"/>
            </a:xfrm>
            <a:custGeom>
              <a:avLst/>
              <a:gdLst>
                <a:gd name="T0" fmla="*/ 0 w 173"/>
                <a:gd name="T1" fmla="*/ 2147483646 h 58"/>
                <a:gd name="T2" fmla="*/ 2147483646 w 173"/>
                <a:gd name="T3" fmla="*/ 2147483646 h 58"/>
                <a:gd name="T4" fmla="*/ 0 w 173"/>
                <a:gd name="T5" fmla="*/ 0 h 58"/>
                <a:gd name="T6" fmla="*/ 0 w 173"/>
                <a:gd name="T7" fmla="*/ 2147483646 h 58"/>
                <a:gd name="T8" fmla="*/ 0 w 173"/>
                <a:gd name="T9" fmla="*/ 2147483646 h 58"/>
                <a:gd name="T10" fmla="*/ 0 60000 65536"/>
                <a:gd name="T11" fmla="*/ 0 60000 65536"/>
                <a:gd name="T12" fmla="*/ 0 60000 65536"/>
                <a:gd name="T13" fmla="*/ 0 60000 65536"/>
                <a:gd name="T14" fmla="*/ 0 60000 65536"/>
                <a:gd name="T15" fmla="*/ 0 w 173"/>
                <a:gd name="T16" fmla="*/ 0 h 58"/>
                <a:gd name="T17" fmla="*/ 173 w 173"/>
                <a:gd name="T18" fmla="*/ 58 h 58"/>
              </a:gdLst>
              <a:ahLst/>
              <a:cxnLst>
                <a:cxn ang="T10">
                  <a:pos x="T0" y="T1"/>
                </a:cxn>
                <a:cxn ang="T11">
                  <a:pos x="T2" y="T3"/>
                </a:cxn>
                <a:cxn ang="T12">
                  <a:pos x="T4" y="T5"/>
                </a:cxn>
                <a:cxn ang="T13">
                  <a:pos x="T6" y="T7"/>
                </a:cxn>
                <a:cxn ang="T14">
                  <a:pos x="T8" y="T9"/>
                </a:cxn>
              </a:cxnLst>
              <a:rect l="T15" t="T16" r="T17" b="T18"/>
              <a:pathLst>
                <a:path w="173" h="58">
                  <a:moveTo>
                    <a:pt x="0" y="58"/>
                  </a:moveTo>
                  <a:lnTo>
                    <a:pt x="173" y="29"/>
                  </a:lnTo>
                  <a:lnTo>
                    <a:pt x="0" y="0"/>
                  </a:lnTo>
                  <a:lnTo>
                    <a:pt x="0" y="29"/>
                  </a:lnTo>
                  <a:lnTo>
                    <a:pt x="0" y="5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1" name="Line 47">
              <a:extLst>
                <a:ext uri="{FF2B5EF4-FFF2-40B4-BE49-F238E27FC236}">
                  <a16:creationId xmlns:a16="http://schemas.microsoft.com/office/drawing/2014/main" id="{69B47C0F-4FE2-4B1F-A254-B4AB85D414B6}"/>
                </a:ext>
              </a:extLst>
            </p:cNvPr>
            <p:cNvSpPr>
              <a:spLocks noChangeShapeType="1"/>
            </p:cNvSpPr>
            <p:nvPr/>
          </p:nvSpPr>
          <p:spPr bwMode="auto">
            <a:xfrm flipH="1">
              <a:off x="6135688" y="2789238"/>
              <a:ext cx="4572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2" name="Rectangle 48">
              <a:extLst>
                <a:ext uri="{FF2B5EF4-FFF2-40B4-BE49-F238E27FC236}">
                  <a16:creationId xmlns:a16="http://schemas.microsoft.com/office/drawing/2014/main" id="{A337186D-BB8E-4A78-9A4E-E37F2228C649}"/>
                </a:ext>
              </a:extLst>
            </p:cNvPr>
            <p:cNvSpPr>
              <a:spLocks noChangeArrowheads="1"/>
            </p:cNvSpPr>
            <p:nvPr/>
          </p:nvSpPr>
          <p:spPr bwMode="auto">
            <a:xfrm>
              <a:off x="5864225" y="3959225"/>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3" name="Rectangle 49">
              <a:extLst>
                <a:ext uri="{FF2B5EF4-FFF2-40B4-BE49-F238E27FC236}">
                  <a16:creationId xmlns:a16="http://schemas.microsoft.com/office/drawing/2014/main" id="{447AEB54-E763-4F43-9FB0-0CF6E8867299}"/>
                </a:ext>
              </a:extLst>
            </p:cNvPr>
            <p:cNvSpPr>
              <a:spLocks noChangeArrowheads="1"/>
            </p:cNvSpPr>
            <p:nvPr/>
          </p:nvSpPr>
          <p:spPr bwMode="auto">
            <a:xfrm>
              <a:off x="6859588" y="5268913"/>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S9</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4" name="Rectangle 50">
              <a:extLst>
                <a:ext uri="{FF2B5EF4-FFF2-40B4-BE49-F238E27FC236}">
                  <a16:creationId xmlns:a16="http://schemas.microsoft.com/office/drawing/2014/main" id="{37674934-AA13-461C-8253-A74F289FCFC2}"/>
                </a:ext>
              </a:extLst>
            </p:cNvPr>
            <p:cNvSpPr>
              <a:spLocks noChangeArrowheads="1"/>
            </p:cNvSpPr>
            <p:nvPr/>
          </p:nvSpPr>
          <p:spPr bwMode="auto">
            <a:xfrm>
              <a:off x="7226300" y="5268913"/>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5" name="Freeform 51">
              <a:extLst>
                <a:ext uri="{FF2B5EF4-FFF2-40B4-BE49-F238E27FC236}">
                  <a16:creationId xmlns:a16="http://schemas.microsoft.com/office/drawing/2014/main" id="{A5AA7887-EA19-44B9-AFA9-D0B069CA7326}"/>
                </a:ext>
              </a:extLst>
            </p:cNvPr>
            <p:cNvSpPr>
              <a:spLocks/>
            </p:cNvSpPr>
            <p:nvPr/>
          </p:nvSpPr>
          <p:spPr bwMode="auto">
            <a:xfrm>
              <a:off x="6772275" y="5049838"/>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0 w 816"/>
                <a:gd name="T21" fmla="*/ 2147483646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2147483646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0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407" y="0"/>
                  </a:moveTo>
                  <a:lnTo>
                    <a:pt x="387" y="0"/>
                  </a:lnTo>
                  <a:lnTo>
                    <a:pt x="365" y="1"/>
                  </a:lnTo>
                  <a:lnTo>
                    <a:pt x="345" y="4"/>
                  </a:lnTo>
                  <a:lnTo>
                    <a:pt x="325" y="8"/>
                  </a:lnTo>
                  <a:lnTo>
                    <a:pt x="306" y="12"/>
                  </a:lnTo>
                  <a:lnTo>
                    <a:pt x="286" y="18"/>
                  </a:lnTo>
                  <a:lnTo>
                    <a:pt x="267" y="24"/>
                  </a:lnTo>
                  <a:lnTo>
                    <a:pt x="249" y="31"/>
                  </a:lnTo>
                  <a:lnTo>
                    <a:pt x="231" y="40"/>
                  </a:lnTo>
                  <a:lnTo>
                    <a:pt x="213" y="48"/>
                  </a:lnTo>
                  <a:lnTo>
                    <a:pt x="195" y="59"/>
                  </a:lnTo>
                  <a:lnTo>
                    <a:pt x="179" y="69"/>
                  </a:lnTo>
                  <a:lnTo>
                    <a:pt x="164" y="80"/>
                  </a:lnTo>
                  <a:lnTo>
                    <a:pt x="148" y="93"/>
                  </a:lnTo>
                  <a:lnTo>
                    <a:pt x="133" y="105"/>
                  </a:lnTo>
                  <a:lnTo>
                    <a:pt x="119" y="119"/>
                  </a:lnTo>
                  <a:lnTo>
                    <a:pt x="106" y="133"/>
                  </a:lnTo>
                  <a:lnTo>
                    <a:pt x="93" y="148"/>
                  </a:lnTo>
                  <a:lnTo>
                    <a:pt x="80" y="164"/>
                  </a:lnTo>
                  <a:lnTo>
                    <a:pt x="69" y="179"/>
                  </a:lnTo>
                  <a:lnTo>
                    <a:pt x="59" y="195"/>
                  </a:lnTo>
                  <a:lnTo>
                    <a:pt x="49" y="213"/>
                  </a:lnTo>
                  <a:lnTo>
                    <a:pt x="40" y="230"/>
                  </a:lnTo>
                  <a:lnTo>
                    <a:pt x="31" y="249"/>
                  </a:lnTo>
                  <a:lnTo>
                    <a:pt x="24" y="267"/>
                  </a:lnTo>
                  <a:lnTo>
                    <a:pt x="18" y="286"/>
                  </a:lnTo>
                  <a:lnTo>
                    <a:pt x="13" y="305"/>
                  </a:lnTo>
                  <a:lnTo>
                    <a:pt x="8" y="325"/>
                  </a:lnTo>
                  <a:lnTo>
                    <a:pt x="4" y="345"/>
                  </a:lnTo>
                  <a:lnTo>
                    <a:pt x="1" y="365"/>
                  </a:lnTo>
                  <a:lnTo>
                    <a:pt x="0" y="387"/>
                  </a:lnTo>
                  <a:lnTo>
                    <a:pt x="0" y="407"/>
                  </a:lnTo>
                  <a:lnTo>
                    <a:pt x="0" y="428"/>
                  </a:lnTo>
                  <a:lnTo>
                    <a:pt x="1" y="449"/>
                  </a:lnTo>
                  <a:lnTo>
                    <a:pt x="4" y="469"/>
                  </a:lnTo>
                  <a:lnTo>
                    <a:pt x="8" y="489"/>
                  </a:lnTo>
                  <a:lnTo>
                    <a:pt x="13" y="509"/>
                  </a:lnTo>
                  <a:lnTo>
                    <a:pt x="18" y="528"/>
                  </a:lnTo>
                  <a:lnTo>
                    <a:pt x="24" y="548"/>
                  </a:lnTo>
                  <a:lnTo>
                    <a:pt x="31" y="567"/>
                  </a:lnTo>
                  <a:lnTo>
                    <a:pt x="40" y="584"/>
                  </a:lnTo>
                  <a:lnTo>
                    <a:pt x="49" y="601"/>
                  </a:lnTo>
                  <a:lnTo>
                    <a:pt x="59" y="618"/>
                  </a:lnTo>
                  <a:lnTo>
                    <a:pt x="69" y="636"/>
                  </a:lnTo>
                  <a:lnTo>
                    <a:pt x="80" y="652"/>
                  </a:lnTo>
                  <a:lnTo>
                    <a:pt x="93" y="666"/>
                  </a:lnTo>
                  <a:lnTo>
                    <a:pt x="106" y="682"/>
                  </a:lnTo>
                  <a:lnTo>
                    <a:pt x="119" y="696"/>
                  </a:lnTo>
                  <a:lnTo>
                    <a:pt x="133" y="709"/>
                  </a:lnTo>
                  <a:lnTo>
                    <a:pt x="148" y="722"/>
                  </a:lnTo>
                  <a:lnTo>
                    <a:pt x="164" y="734"/>
                  </a:lnTo>
                  <a:lnTo>
                    <a:pt x="179" y="745"/>
                  </a:lnTo>
                  <a:lnTo>
                    <a:pt x="195" y="757"/>
                  </a:lnTo>
                  <a:lnTo>
                    <a:pt x="213" y="765"/>
                  </a:lnTo>
                  <a:lnTo>
                    <a:pt x="231" y="775"/>
                  </a:lnTo>
                  <a:lnTo>
                    <a:pt x="249" y="783"/>
                  </a:lnTo>
                  <a:lnTo>
                    <a:pt x="267" y="790"/>
                  </a:lnTo>
                  <a:lnTo>
                    <a:pt x="286" y="797"/>
                  </a:lnTo>
                  <a:lnTo>
                    <a:pt x="306" y="803"/>
                  </a:lnTo>
                  <a:lnTo>
                    <a:pt x="325" y="807"/>
                  </a:lnTo>
                  <a:lnTo>
                    <a:pt x="345" y="810"/>
                  </a:lnTo>
                  <a:lnTo>
                    <a:pt x="365" y="813"/>
                  </a:lnTo>
                  <a:lnTo>
                    <a:pt x="387" y="814"/>
                  </a:lnTo>
                  <a:lnTo>
                    <a:pt x="407" y="816"/>
                  </a:lnTo>
                  <a:lnTo>
                    <a:pt x="428" y="814"/>
                  </a:lnTo>
                  <a:lnTo>
                    <a:pt x="449" y="813"/>
                  </a:lnTo>
                  <a:lnTo>
                    <a:pt x="470" y="810"/>
                  </a:lnTo>
                  <a:lnTo>
                    <a:pt x="489" y="807"/>
                  </a:lnTo>
                  <a:lnTo>
                    <a:pt x="509" y="803"/>
                  </a:lnTo>
                  <a:lnTo>
                    <a:pt x="529" y="797"/>
                  </a:lnTo>
                  <a:lnTo>
                    <a:pt x="548" y="790"/>
                  </a:lnTo>
                  <a:lnTo>
                    <a:pt x="567" y="783"/>
                  </a:lnTo>
                  <a:lnTo>
                    <a:pt x="584" y="775"/>
                  </a:lnTo>
                  <a:lnTo>
                    <a:pt x="601" y="765"/>
                  </a:lnTo>
                  <a:lnTo>
                    <a:pt x="618" y="757"/>
                  </a:lnTo>
                  <a:lnTo>
                    <a:pt x="636" y="745"/>
                  </a:lnTo>
                  <a:lnTo>
                    <a:pt x="652" y="734"/>
                  </a:lnTo>
                  <a:lnTo>
                    <a:pt x="667" y="722"/>
                  </a:lnTo>
                  <a:lnTo>
                    <a:pt x="682" y="709"/>
                  </a:lnTo>
                  <a:lnTo>
                    <a:pt x="696" y="696"/>
                  </a:lnTo>
                  <a:lnTo>
                    <a:pt x="709" y="682"/>
                  </a:lnTo>
                  <a:lnTo>
                    <a:pt x="722" y="666"/>
                  </a:lnTo>
                  <a:lnTo>
                    <a:pt x="734" y="652"/>
                  </a:lnTo>
                  <a:lnTo>
                    <a:pt x="745" y="636"/>
                  </a:lnTo>
                  <a:lnTo>
                    <a:pt x="757" y="618"/>
                  </a:lnTo>
                  <a:lnTo>
                    <a:pt x="767" y="601"/>
                  </a:lnTo>
                  <a:lnTo>
                    <a:pt x="775" y="584"/>
                  </a:lnTo>
                  <a:lnTo>
                    <a:pt x="784" y="567"/>
                  </a:lnTo>
                  <a:lnTo>
                    <a:pt x="791" y="548"/>
                  </a:lnTo>
                  <a:lnTo>
                    <a:pt x="797" y="528"/>
                  </a:lnTo>
                  <a:lnTo>
                    <a:pt x="803" y="509"/>
                  </a:lnTo>
                  <a:lnTo>
                    <a:pt x="807" y="489"/>
                  </a:lnTo>
                  <a:lnTo>
                    <a:pt x="811" y="469"/>
                  </a:lnTo>
                  <a:lnTo>
                    <a:pt x="813" y="449"/>
                  </a:lnTo>
                  <a:lnTo>
                    <a:pt x="814" y="428"/>
                  </a:lnTo>
                  <a:lnTo>
                    <a:pt x="816" y="407"/>
                  </a:lnTo>
                  <a:lnTo>
                    <a:pt x="814" y="387"/>
                  </a:lnTo>
                  <a:lnTo>
                    <a:pt x="813" y="365"/>
                  </a:lnTo>
                  <a:lnTo>
                    <a:pt x="811" y="345"/>
                  </a:lnTo>
                  <a:lnTo>
                    <a:pt x="807" y="325"/>
                  </a:lnTo>
                  <a:lnTo>
                    <a:pt x="803" y="305"/>
                  </a:lnTo>
                  <a:lnTo>
                    <a:pt x="797" y="286"/>
                  </a:lnTo>
                  <a:lnTo>
                    <a:pt x="791" y="267"/>
                  </a:lnTo>
                  <a:lnTo>
                    <a:pt x="784" y="249"/>
                  </a:lnTo>
                  <a:lnTo>
                    <a:pt x="775" y="230"/>
                  </a:lnTo>
                  <a:lnTo>
                    <a:pt x="767" y="213"/>
                  </a:lnTo>
                  <a:lnTo>
                    <a:pt x="757" y="195"/>
                  </a:lnTo>
                  <a:lnTo>
                    <a:pt x="745" y="179"/>
                  </a:lnTo>
                  <a:lnTo>
                    <a:pt x="734" y="164"/>
                  </a:lnTo>
                  <a:lnTo>
                    <a:pt x="722" y="148"/>
                  </a:lnTo>
                  <a:lnTo>
                    <a:pt x="709" y="133"/>
                  </a:lnTo>
                  <a:lnTo>
                    <a:pt x="696" y="119"/>
                  </a:lnTo>
                  <a:lnTo>
                    <a:pt x="682" y="105"/>
                  </a:lnTo>
                  <a:lnTo>
                    <a:pt x="667" y="93"/>
                  </a:lnTo>
                  <a:lnTo>
                    <a:pt x="652" y="80"/>
                  </a:lnTo>
                  <a:lnTo>
                    <a:pt x="636" y="69"/>
                  </a:lnTo>
                  <a:lnTo>
                    <a:pt x="618" y="59"/>
                  </a:lnTo>
                  <a:lnTo>
                    <a:pt x="601" y="48"/>
                  </a:lnTo>
                  <a:lnTo>
                    <a:pt x="584" y="40"/>
                  </a:lnTo>
                  <a:lnTo>
                    <a:pt x="567" y="31"/>
                  </a:lnTo>
                  <a:lnTo>
                    <a:pt x="548" y="24"/>
                  </a:lnTo>
                  <a:lnTo>
                    <a:pt x="529" y="18"/>
                  </a:lnTo>
                  <a:lnTo>
                    <a:pt x="509" y="12"/>
                  </a:lnTo>
                  <a:lnTo>
                    <a:pt x="489" y="8"/>
                  </a:lnTo>
                  <a:lnTo>
                    <a:pt x="470" y="4"/>
                  </a:lnTo>
                  <a:lnTo>
                    <a:pt x="449" y="1"/>
                  </a:lnTo>
                  <a:lnTo>
                    <a:pt x="428" y="0"/>
                  </a:lnTo>
                  <a:lnTo>
                    <a:pt x="407"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6" name="Rectangle 52">
              <a:extLst>
                <a:ext uri="{FF2B5EF4-FFF2-40B4-BE49-F238E27FC236}">
                  <a16:creationId xmlns:a16="http://schemas.microsoft.com/office/drawing/2014/main" id="{44C4C35B-D262-4A59-936A-F2137B77C792}"/>
                </a:ext>
              </a:extLst>
            </p:cNvPr>
            <p:cNvSpPr>
              <a:spLocks noChangeArrowheads="1"/>
            </p:cNvSpPr>
            <p:nvPr/>
          </p:nvSpPr>
          <p:spPr bwMode="auto">
            <a:xfrm>
              <a:off x="7140575" y="52625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7" name="Rectangle 53">
              <a:extLst>
                <a:ext uri="{FF2B5EF4-FFF2-40B4-BE49-F238E27FC236}">
                  <a16:creationId xmlns:a16="http://schemas.microsoft.com/office/drawing/2014/main" id="{4A3768BD-7BE1-4404-A54E-7C5200ACC706}"/>
                </a:ext>
              </a:extLst>
            </p:cNvPr>
            <p:cNvSpPr>
              <a:spLocks noChangeArrowheads="1"/>
            </p:cNvSpPr>
            <p:nvPr/>
          </p:nvSpPr>
          <p:spPr bwMode="auto">
            <a:xfrm>
              <a:off x="4268788" y="5268913"/>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S8</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8" name="Rectangle 54">
              <a:extLst>
                <a:ext uri="{FF2B5EF4-FFF2-40B4-BE49-F238E27FC236}">
                  <a16:creationId xmlns:a16="http://schemas.microsoft.com/office/drawing/2014/main" id="{E01CD436-900E-47AB-8C50-6AA28FF6DCAE}"/>
                </a:ext>
              </a:extLst>
            </p:cNvPr>
            <p:cNvSpPr>
              <a:spLocks noChangeArrowheads="1"/>
            </p:cNvSpPr>
            <p:nvPr/>
          </p:nvSpPr>
          <p:spPr bwMode="auto">
            <a:xfrm>
              <a:off x="4635500" y="5268913"/>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69" name="Freeform 55">
              <a:extLst>
                <a:ext uri="{FF2B5EF4-FFF2-40B4-BE49-F238E27FC236}">
                  <a16:creationId xmlns:a16="http://schemas.microsoft.com/office/drawing/2014/main" id="{86A2922B-07DC-4F49-A449-BB2888518827}"/>
                </a:ext>
              </a:extLst>
            </p:cNvPr>
            <p:cNvSpPr>
              <a:spLocks/>
            </p:cNvSpPr>
            <p:nvPr/>
          </p:nvSpPr>
          <p:spPr bwMode="auto">
            <a:xfrm>
              <a:off x="4191000" y="5049838"/>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0 w 816"/>
                <a:gd name="T21" fmla="*/ 2147483646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2147483646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0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407" y="0"/>
                  </a:moveTo>
                  <a:lnTo>
                    <a:pt x="387" y="0"/>
                  </a:lnTo>
                  <a:lnTo>
                    <a:pt x="365" y="1"/>
                  </a:lnTo>
                  <a:lnTo>
                    <a:pt x="345" y="4"/>
                  </a:lnTo>
                  <a:lnTo>
                    <a:pt x="325" y="8"/>
                  </a:lnTo>
                  <a:lnTo>
                    <a:pt x="306" y="12"/>
                  </a:lnTo>
                  <a:lnTo>
                    <a:pt x="286" y="18"/>
                  </a:lnTo>
                  <a:lnTo>
                    <a:pt x="267" y="24"/>
                  </a:lnTo>
                  <a:lnTo>
                    <a:pt x="249" y="31"/>
                  </a:lnTo>
                  <a:lnTo>
                    <a:pt x="232" y="40"/>
                  </a:lnTo>
                  <a:lnTo>
                    <a:pt x="213" y="48"/>
                  </a:lnTo>
                  <a:lnTo>
                    <a:pt x="196" y="59"/>
                  </a:lnTo>
                  <a:lnTo>
                    <a:pt x="180" y="69"/>
                  </a:lnTo>
                  <a:lnTo>
                    <a:pt x="164" y="80"/>
                  </a:lnTo>
                  <a:lnTo>
                    <a:pt x="148" y="93"/>
                  </a:lnTo>
                  <a:lnTo>
                    <a:pt x="134" y="105"/>
                  </a:lnTo>
                  <a:lnTo>
                    <a:pt x="119" y="119"/>
                  </a:lnTo>
                  <a:lnTo>
                    <a:pt x="106" y="133"/>
                  </a:lnTo>
                  <a:lnTo>
                    <a:pt x="93" y="148"/>
                  </a:lnTo>
                  <a:lnTo>
                    <a:pt x="80" y="164"/>
                  </a:lnTo>
                  <a:lnTo>
                    <a:pt x="69" y="179"/>
                  </a:lnTo>
                  <a:lnTo>
                    <a:pt x="59" y="195"/>
                  </a:lnTo>
                  <a:lnTo>
                    <a:pt x="49" y="213"/>
                  </a:lnTo>
                  <a:lnTo>
                    <a:pt x="40" y="230"/>
                  </a:lnTo>
                  <a:lnTo>
                    <a:pt x="31" y="249"/>
                  </a:lnTo>
                  <a:lnTo>
                    <a:pt x="24" y="267"/>
                  </a:lnTo>
                  <a:lnTo>
                    <a:pt x="18" y="286"/>
                  </a:lnTo>
                  <a:lnTo>
                    <a:pt x="13" y="305"/>
                  </a:lnTo>
                  <a:lnTo>
                    <a:pt x="8" y="325"/>
                  </a:lnTo>
                  <a:lnTo>
                    <a:pt x="4" y="345"/>
                  </a:lnTo>
                  <a:lnTo>
                    <a:pt x="1" y="365"/>
                  </a:lnTo>
                  <a:lnTo>
                    <a:pt x="0" y="387"/>
                  </a:lnTo>
                  <a:lnTo>
                    <a:pt x="0" y="407"/>
                  </a:lnTo>
                  <a:lnTo>
                    <a:pt x="0" y="428"/>
                  </a:lnTo>
                  <a:lnTo>
                    <a:pt x="1" y="449"/>
                  </a:lnTo>
                  <a:lnTo>
                    <a:pt x="4" y="469"/>
                  </a:lnTo>
                  <a:lnTo>
                    <a:pt x="8" y="489"/>
                  </a:lnTo>
                  <a:lnTo>
                    <a:pt x="13" y="509"/>
                  </a:lnTo>
                  <a:lnTo>
                    <a:pt x="18" y="528"/>
                  </a:lnTo>
                  <a:lnTo>
                    <a:pt x="24" y="548"/>
                  </a:lnTo>
                  <a:lnTo>
                    <a:pt x="31" y="567"/>
                  </a:lnTo>
                  <a:lnTo>
                    <a:pt x="40" y="584"/>
                  </a:lnTo>
                  <a:lnTo>
                    <a:pt x="49" y="601"/>
                  </a:lnTo>
                  <a:lnTo>
                    <a:pt x="59" y="618"/>
                  </a:lnTo>
                  <a:lnTo>
                    <a:pt x="69" y="636"/>
                  </a:lnTo>
                  <a:lnTo>
                    <a:pt x="80" y="652"/>
                  </a:lnTo>
                  <a:lnTo>
                    <a:pt x="93" y="666"/>
                  </a:lnTo>
                  <a:lnTo>
                    <a:pt x="106" y="682"/>
                  </a:lnTo>
                  <a:lnTo>
                    <a:pt x="119" y="696"/>
                  </a:lnTo>
                  <a:lnTo>
                    <a:pt x="134" y="709"/>
                  </a:lnTo>
                  <a:lnTo>
                    <a:pt x="148" y="722"/>
                  </a:lnTo>
                  <a:lnTo>
                    <a:pt x="164" y="734"/>
                  </a:lnTo>
                  <a:lnTo>
                    <a:pt x="180" y="745"/>
                  </a:lnTo>
                  <a:lnTo>
                    <a:pt x="196" y="757"/>
                  </a:lnTo>
                  <a:lnTo>
                    <a:pt x="213" y="765"/>
                  </a:lnTo>
                  <a:lnTo>
                    <a:pt x="232" y="775"/>
                  </a:lnTo>
                  <a:lnTo>
                    <a:pt x="249" y="783"/>
                  </a:lnTo>
                  <a:lnTo>
                    <a:pt x="267" y="790"/>
                  </a:lnTo>
                  <a:lnTo>
                    <a:pt x="286" y="797"/>
                  </a:lnTo>
                  <a:lnTo>
                    <a:pt x="306" y="803"/>
                  </a:lnTo>
                  <a:lnTo>
                    <a:pt x="325" y="807"/>
                  </a:lnTo>
                  <a:lnTo>
                    <a:pt x="345" y="810"/>
                  </a:lnTo>
                  <a:lnTo>
                    <a:pt x="365" y="813"/>
                  </a:lnTo>
                  <a:lnTo>
                    <a:pt x="387" y="814"/>
                  </a:lnTo>
                  <a:lnTo>
                    <a:pt x="407" y="816"/>
                  </a:lnTo>
                  <a:lnTo>
                    <a:pt x="429" y="814"/>
                  </a:lnTo>
                  <a:lnTo>
                    <a:pt x="449" y="813"/>
                  </a:lnTo>
                  <a:lnTo>
                    <a:pt x="470" y="810"/>
                  </a:lnTo>
                  <a:lnTo>
                    <a:pt x="491" y="807"/>
                  </a:lnTo>
                  <a:lnTo>
                    <a:pt x="509" y="803"/>
                  </a:lnTo>
                  <a:lnTo>
                    <a:pt x="529" y="797"/>
                  </a:lnTo>
                  <a:lnTo>
                    <a:pt x="548" y="790"/>
                  </a:lnTo>
                  <a:lnTo>
                    <a:pt x="567" y="783"/>
                  </a:lnTo>
                  <a:lnTo>
                    <a:pt x="584" y="775"/>
                  </a:lnTo>
                  <a:lnTo>
                    <a:pt x="601" y="765"/>
                  </a:lnTo>
                  <a:lnTo>
                    <a:pt x="619" y="757"/>
                  </a:lnTo>
                  <a:lnTo>
                    <a:pt x="636" y="745"/>
                  </a:lnTo>
                  <a:lnTo>
                    <a:pt x="652" y="734"/>
                  </a:lnTo>
                  <a:lnTo>
                    <a:pt x="668" y="722"/>
                  </a:lnTo>
                  <a:lnTo>
                    <a:pt x="682" y="709"/>
                  </a:lnTo>
                  <a:lnTo>
                    <a:pt x="696" y="696"/>
                  </a:lnTo>
                  <a:lnTo>
                    <a:pt x="709" y="682"/>
                  </a:lnTo>
                  <a:lnTo>
                    <a:pt x="722" y="666"/>
                  </a:lnTo>
                  <a:lnTo>
                    <a:pt x="734" y="652"/>
                  </a:lnTo>
                  <a:lnTo>
                    <a:pt x="745" y="636"/>
                  </a:lnTo>
                  <a:lnTo>
                    <a:pt x="757" y="618"/>
                  </a:lnTo>
                  <a:lnTo>
                    <a:pt x="767" y="601"/>
                  </a:lnTo>
                  <a:lnTo>
                    <a:pt x="776" y="584"/>
                  </a:lnTo>
                  <a:lnTo>
                    <a:pt x="784" y="567"/>
                  </a:lnTo>
                  <a:lnTo>
                    <a:pt x="791" y="548"/>
                  </a:lnTo>
                  <a:lnTo>
                    <a:pt x="797" y="528"/>
                  </a:lnTo>
                  <a:lnTo>
                    <a:pt x="803" y="509"/>
                  </a:lnTo>
                  <a:lnTo>
                    <a:pt x="807" y="489"/>
                  </a:lnTo>
                  <a:lnTo>
                    <a:pt x="812" y="469"/>
                  </a:lnTo>
                  <a:lnTo>
                    <a:pt x="813" y="449"/>
                  </a:lnTo>
                  <a:lnTo>
                    <a:pt x="814" y="428"/>
                  </a:lnTo>
                  <a:lnTo>
                    <a:pt x="816" y="407"/>
                  </a:lnTo>
                  <a:lnTo>
                    <a:pt x="814" y="387"/>
                  </a:lnTo>
                  <a:lnTo>
                    <a:pt x="813" y="365"/>
                  </a:lnTo>
                  <a:lnTo>
                    <a:pt x="812" y="345"/>
                  </a:lnTo>
                  <a:lnTo>
                    <a:pt x="807" y="325"/>
                  </a:lnTo>
                  <a:lnTo>
                    <a:pt x="803" y="305"/>
                  </a:lnTo>
                  <a:lnTo>
                    <a:pt x="797" y="286"/>
                  </a:lnTo>
                  <a:lnTo>
                    <a:pt x="791" y="267"/>
                  </a:lnTo>
                  <a:lnTo>
                    <a:pt x="784" y="249"/>
                  </a:lnTo>
                  <a:lnTo>
                    <a:pt x="776" y="230"/>
                  </a:lnTo>
                  <a:lnTo>
                    <a:pt x="767" y="213"/>
                  </a:lnTo>
                  <a:lnTo>
                    <a:pt x="757" y="195"/>
                  </a:lnTo>
                  <a:lnTo>
                    <a:pt x="745" y="179"/>
                  </a:lnTo>
                  <a:lnTo>
                    <a:pt x="734" y="164"/>
                  </a:lnTo>
                  <a:lnTo>
                    <a:pt x="722" y="148"/>
                  </a:lnTo>
                  <a:lnTo>
                    <a:pt x="709" y="133"/>
                  </a:lnTo>
                  <a:lnTo>
                    <a:pt x="696" y="119"/>
                  </a:lnTo>
                  <a:lnTo>
                    <a:pt x="682" y="105"/>
                  </a:lnTo>
                  <a:lnTo>
                    <a:pt x="668" y="93"/>
                  </a:lnTo>
                  <a:lnTo>
                    <a:pt x="652" y="80"/>
                  </a:lnTo>
                  <a:lnTo>
                    <a:pt x="636" y="69"/>
                  </a:lnTo>
                  <a:lnTo>
                    <a:pt x="619" y="59"/>
                  </a:lnTo>
                  <a:lnTo>
                    <a:pt x="601" y="48"/>
                  </a:lnTo>
                  <a:lnTo>
                    <a:pt x="584" y="40"/>
                  </a:lnTo>
                  <a:lnTo>
                    <a:pt x="567" y="31"/>
                  </a:lnTo>
                  <a:lnTo>
                    <a:pt x="548" y="24"/>
                  </a:lnTo>
                  <a:lnTo>
                    <a:pt x="529" y="18"/>
                  </a:lnTo>
                  <a:lnTo>
                    <a:pt x="509" y="12"/>
                  </a:lnTo>
                  <a:lnTo>
                    <a:pt x="491" y="8"/>
                  </a:lnTo>
                  <a:lnTo>
                    <a:pt x="470" y="4"/>
                  </a:lnTo>
                  <a:lnTo>
                    <a:pt x="449" y="1"/>
                  </a:lnTo>
                  <a:lnTo>
                    <a:pt x="429" y="0"/>
                  </a:lnTo>
                  <a:lnTo>
                    <a:pt x="407"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0" name="Freeform 56">
              <a:extLst>
                <a:ext uri="{FF2B5EF4-FFF2-40B4-BE49-F238E27FC236}">
                  <a16:creationId xmlns:a16="http://schemas.microsoft.com/office/drawing/2014/main" id="{3492B4DE-79DD-48F6-824E-DB4C7D0EE01B}"/>
                </a:ext>
              </a:extLst>
            </p:cNvPr>
            <p:cNvSpPr>
              <a:spLocks/>
            </p:cNvSpPr>
            <p:nvPr/>
          </p:nvSpPr>
          <p:spPr bwMode="auto">
            <a:xfrm>
              <a:off x="2887663" y="2466975"/>
              <a:ext cx="649287"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2147483646 w 816"/>
                <a:gd name="T21" fmla="*/ 0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0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2147483646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816" y="407"/>
                  </a:moveTo>
                  <a:lnTo>
                    <a:pt x="815" y="387"/>
                  </a:lnTo>
                  <a:lnTo>
                    <a:pt x="813" y="365"/>
                  </a:lnTo>
                  <a:lnTo>
                    <a:pt x="812" y="345"/>
                  </a:lnTo>
                  <a:lnTo>
                    <a:pt x="807" y="325"/>
                  </a:lnTo>
                  <a:lnTo>
                    <a:pt x="803" y="305"/>
                  </a:lnTo>
                  <a:lnTo>
                    <a:pt x="797" y="286"/>
                  </a:lnTo>
                  <a:lnTo>
                    <a:pt x="792" y="267"/>
                  </a:lnTo>
                  <a:lnTo>
                    <a:pt x="784" y="249"/>
                  </a:lnTo>
                  <a:lnTo>
                    <a:pt x="776" y="230"/>
                  </a:lnTo>
                  <a:lnTo>
                    <a:pt x="767" y="213"/>
                  </a:lnTo>
                  <a:lnTo>
                    <a:pt x="757" y="195"/>
                  </a:lnTo>
                  <a:lnTo>
                    <a:pt x="746" y="180"/>
                  </a:lnTo>
                  <a:lnTo>
                    <a:pt x="734" y="164"/>
                  </a:lnTo>
                  <a:lnTo>
                    <a:pt x="723" y="148"/>
                  </a:lnTo>
                  <a:lnTo>
                    <a:pt x="710" y="134"/>
                  </a:lnTo>
                  <a:lnTo>
                    <a:pt x="697" y="119"/>
                  </a:lnTo>
                  <a:lnTo>
                    <a:pt x="682" y="105"/>
                  </a:lnTo>
                  <a:lnTo>
                    <a:pt x="668" y="93"/>
                  </a:lnTo>
                  <a:lnTo>
                    <a:pt x="652" y="80"/>
                  </a:lnTo>
                  <a:lnTo>
                    <a:pt x="636" y="69"/>
                  </a:lnTo>
                  <a:lnTo>
                    <a:pt x="619" y="59"/>
                  </a:lnTo>
                  <a:lnTo>
                    <a:pt x="602" y="49"/>
                  </a:lnTo>
                  <a:lnTo>
                    <a:pt x="584" y="40"/>
                  </a:lnTo>
                  <a:lnTo>
                    <a:pt x="567" y="31"/>
                  </a:lnTo>
                  <a:lnTo>
                    <a:pt x="548" y="24"/>
                  </a:lnTo>
                  <a:lnTo>
                    <a:pt x="530" y="18"/>
                  </a:lnTo>
                  <a:lnTo>
                    <a:pt x="509" y="13"/>
                  </a:lnTo>
                  <a:lnTo>
                    <a:pt x="491" y="8"/>
                  </a:lnTo>
                  <a:lnTo>
                    <a:pt x="471" y="4"/>
                  </a:lnTo>
                  <a:lnTo>
                    <a:pt x="449" y="1"/>
                  </a:lnTo>
                  <a:lnTo>
                    <a:pt x="429" y="0"/>
                  </a:lnTo>
                  <a:lnTo>
                    <a:pt x="407" y="0"/>
                  </a:lnTo>
                  <a:lnTo>
                    <a:pt x="387" y="0"/>
                  </a:lnTo>
                  <a:lnTo>
                    <a:pt x="366" y="1"/>
                  </a:lnTo>
                  <a:lnTo>
                    <a:pt x="345" y="4"/>
                  </a:lnTo>
                  <a:lnTo>
                    <a:pt x="325" y="8"/>
                  </a:lnTo>
                  <a:lnTo>
                    <a:pt x="307" y="13"/>
                  </a:lnTo>
                  <a:lnTo>
                    <a:pt x="286" y="18"/>
                  </a:lnTo>
                  <a:lnTo>
                    <a:pt x="268" y="24"/>
                  </a:lnTo>
                  <a:lnTo>
                    <a:pt x="249" y="31"/>
                  </a:lnTo>
                  <a:lnTo>
                    <a:pt x="232" y="40"/>
                  </a:lnTo>
                  <a:lnTo>
                    <a:pt x="213" y="49"/>
                  </a:lnTo>
                  <a:lnTo>
                    <a:pt x="196" y="59"/>
                  </a:lnTo>
                  <a:lnTo>
                    <a:pt x="180" y="69"/>
                  </a:lnTo>
                  <a:lnTo>
                    <a:pt x="164" y="80"/>
                  </a:lnTo>
                  <a:lnTo>
                    <a:pt x="148" y="93"/>
                  </a:lnTo>
                  <a:lnTo>
                    <a:pt x="134" y="105"/>
                  </a:lnTo>
                  <a:lnTo>
                    <a:pt x="119" y="119"/>
                  </a:lnTo>
                  <a:lnTo>
                    <a:pt x="106" y="134"/>
                  </a:lnTo>
                  <a:lnTo>
                    <a:pt x="94" y="148"/>
                  </a:lnTo>
                  <a:lnTo>
                    <a:pt x="81" y="164"/>
                  </a:lnTo>
                  <a:lnTo>
                    <a:pt x="69" y="180"/>
                  </a:lnTo>
                  <a:lnTo>
                    <a:pt x="59" y="195"/>
                  </a:lnTo>
                  <a:lnTo>
                    <a:pt x="49" y="213"/>
                  </a:lnTo>
                  <a:lnTo>
                    <a:pt x="40" y="230"/>
                  </a:lnTo>
                  <a:lnTo>
                    <a:pt x="32" y="249"/>
                  </a:lnTo>
                  <a:lnTo>
                    <a:pt x="24" y="267"/>
                  </a:lnTo>
                  <a:lnTo>
                    <a:pt x="19" y="286"/>
                  </a:lnTo>
                  <a:lnTo>
                    <a:pt x="13" y="305"/>
                  </a:lnTo>
                  <a:lnTo>
                    <a:pt x="9" y="325"/>
                  </a:lnTo>
                  <a:lnTo>
                    <a:pt x="4" y="345"/>
                  </a:lnTo>
                  <a:lnTo>
                    <a:pt x="1" y="365"/>
                  </a:lnTo>
                  <a:lnTo>
                    <a:pt x="0" y="387"/>
                  </a:lnTo>
                  <a:lnTo>
                    <a:pt x="0" y="407"/>
                  </a:lnTo>
                  <a:lnTo>
                    <a:pt x="0" y="429"/>
                  </a:lnTo>
                  <a:lnTo>
                    <a:pt x="1" y="449"/>
                  </a:lnTo>
                  <a:lnTo>
                    <a:pt x="4" y="469"/>
                  </a:lnTo>
                  <a:lnTo>
                    <a:pt x="9" y="489"/>
                  </a:lnTo>
                  <a:lnTo>
                    <a:pt x="13" y="509"/>
                  </a:lnTo>
                  <a:lnTo>
                    <a:pt x="19" y="528"/>
                  </a:lnTo>
                  <a:lnTo>
                    <a:pt x="24" y="548"/>
                  </a:lnTo>
                  <a:lnTo>
                    <a:pt x="32" y="567"/>
                  </a:lnTo>
                  <a:lnTo>
                    <a:pt x="40" y="584"/>
                  </a:lnTo>
                  <a:lnTo>
                    <a:pt x="49" y="601"/>
                  </a:lnTo>
                  <a:lnTo>
                    <a:pt x="59" y="619"/>
                  </a:lnTo>
                  <a:lnTo>
                    <a:pt x="69" y="636"/>
                  </a:lnTo>
                  <a:lnTo>
                    <a:pt x="81" y="652"/>
                  </a:lnTo>
                  <a:lnTo>
                    <a:pt x="94" y="666"/>
                  </a:lnTo>
                  <a:lnTo>
                    <a:pt x="106" y="682"/>
                  </a:lnTo>
                  <a:lnTo>
                    <a:pt x="119" y="696"/>
                  </a:lnTo>
                  <a:lnTo>
                    <a:pt x="134" y="709"/>
                  </a:lnTo>
                  <a:lnTo>
                    <a:pt x="148" y="722"/>
                  </a:lnTo>
                  <a:lnTo>
                    <a:pt x="164" y="734"/>
                  </a:lnTo>
                  <a:lnTo>
                    <a:pt x="180" y="745"/>
                  </a:lnTo>
                  <a:lnTo>
                    <a:pt x="196" y="757"/>
                  </a:lnTo>
                  <a:lnTo>
                    <a:pt x="213" y="765"/>
                  </a:lnTo>
                  <a:lnTo>
                    <a:pt x="232" y="775"/>
                  </a:lnTo>
                  <a:lnTo>
                    <a:pt x="249" y="783"/>
                  </a:lnTo>
                  <a:lnTo>
                    <a:pt x="268" y="790"/>
                  </a:lnTo>
                  <a:lnTo>
                    <a:pt x="286" y="797"/>
                  </a:lnTo>
                  <a:lnTo>
                    <a:pt x="307" y="803"/>
                  </a:lnTo>
                  <a:lnTo>
                    <a:pt x="325" y="807"/>
                  </a:lnTo>
                  <a:lnTo>
                    <a:pt x="345" y="810"/>
                  </a:lnTo>
                  <a:lnTo>
                    <a:pt x="366" y="813"/>
                  </a:lnTo>
                  <a:lnTo>
                    <a:pt x="387" y="814"/>
                  </a:lnTo>
                  <a:lnTo>
                    <a:pt x="407" y="816"/>
                  </a:lnTo>
                  <a:lnTo>
                    <a:pt x="429" y="814"/>
                  </a:lnTo>
                  <a:lnTo>
                    <a:pt x="449" y="813"/>
                  </a:lnTo>
                  <a:lnTo>
                    <a:pt x="471" y="810"/>
                  </a:lnTo>
                  <a:lnTo>
                    <a:pt x="491" y="807"/>
                  </a:lnTo>
                  <a:lnTo>
                    <a:pt x="509" y="803"/>
                  </a:lnTo>
                  <a:lnTo>
                    <a:pt x="530" y="797"/>
                  </a:lnTo>
                  <a:lnTo>
                    <a:pt x="548" y="790"/>
                  </a:lnTo>
                  <a:lnTo>
                    <a:pt x="567" y="783"/>
                  </a:lnTo>
                  <a:lnTo>
                    <a:pt x="584" y="775"/>
                  </a:lnTo>
                  <a:lnTo>
                    <a:pt x="602" y="765"/>
                  </a:lnTo>
                  <a:lnTo>
                    <a:pt x="619" y="757"/>
                  </a:lnTo>
                  <a:lnTo>
                    <a:pt x="636" y="745"/>
                  </a:lnTo>
                  <a:lnTo>
                    <a:pt x="652" y="734"/>
                  </a:lnTo>
                  <a:lnTo>
                    <a:pt x="668" y="722"/>
                  </a:lnTo>
                  <a:lnTo>
                    <a:pt x="682" y="709"/>
                  </a:lnTo>
                  <a:lnTo>
                    <a:pt x="697" y="696"/>
                  </a:lnTo>
                  <a:lnTo>
                    <a:pt x="710" y="682"/>
                  </a:lnTo>
                  <a:lnTo>
                    <a:pt x="723" y="666"/>
                  </a:lnTo>
                  <a:lnTo>
                    <a:pt x="734" y="652"/>
                  </a:lnTo>
                  <a:lnTo>
                    <a:pt x="746" y="636"/>
                  </a:lnTo>
                  <a:lnTo>
                    <a:pt x="757" y="619"/>
                  </a:lnTo>
                  <a:lnTo>
                    <a:pt x="767" y="601"/>
                  </a:lnTo>
                  <a:lnTo>
                    <a:pt x="776" y="584"/>
                  </a:lnTo>
                  <a:lnTo>
                    <a:pt x="784" y="567"/>
                  </a:lnTo>
                  <a:lnTo>
                    <a:pt x="792" y="548"/>
                  </a:lnTo>
                  <a:lnTo>
                    <a:pt x="797" y="528"/>
                  </a:lnTo>
                  <a:lnTo>
                    <a:pt x="803" y="509"/>
                  </a:lnTo>
                  <a:lnTo>
                    <a:pt x="807" y="489"/>
                  </a:lnTo>
                  <a:lnTo>
                    <a:pt x="812" y="469"/>
                  </a:lnTo>
                  <a:lnTo>
                    <a:pt x="813" y="449"/>
                  </a:lnTo>
                  <a:lnTo>
                    <a:pt x="815" y="429"/>
                  </a:lnTo>
                  <a:lnTo>
                    <a:pt x="816" y="407"/>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1" name="Rectangle 57">
              <a:extLst>
                <a:ext uri="{FF2B5EF4-FFF2-40B4-BE49-F238E27FC236}">
                  <a16:creationId xmlns:a16="http://schemas.microsoft.com/office/drawing/2014/main" id="{4115E7AD-2E5A-4B4C-A7B9-17CED2E4CF0E}"/>
                </a:ext>
              </a:extLst>
            </p:cNvPr>
            <p:cNvSpPr>
              <a:spLocks noChangeArrowheads="1"/>
            </p:cNvSpPr>
            <p:nvPr/>
          </p:nvSpPr>
          <p:spPr bwMode="auto">
            <a:xfrm>
              <a:off x="4549775" y="52625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2" name="Rectangle 58">
              <a:extLst>
                <a:ext uri="{FF2B5EF4-FFF2-40B4-BE49-F238E27FC236}">
                  <a16:creationId xmlns:a16="http://schemas.microsoft.com/office/drawing/2014/main" id="{3924675F-A000-433D-BBEB-81C880F8BF95}"/>
                </a:ext>
              </a:extLst>
            </p:cNvPr>
            <p:cNvSpPr>
              <a:spLocks noChangeArrowheads="1"/>
            </p:cNvSpPr>
            <p:nvPr/>
          </p:nvSpPr>
          <p:spPr bwMode="auto">
            <a:xfrm>
              <a:off x="2986088" y="2667000"/>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3" name="Rectangle 59">
              <a:extLst>
                <a:ext uri="{FF2B5EF4-FFF2-40B4-BE49-F238E27FC236}">
                  <a16:creationId xmlns:a16="http://schemas.microsoft.com/office/drawing/2014/main" id="{9FC7CC02-3C6D-4399-8C55-F5F40F59104D}"/>
                </a:ext>
              </a:extLst>
            </p:cNvPr>
            <p:cNvSpPr>
              <a:spLocks noChangeArrowheads="1"/>
            </p:cNvSpPr>
            <p:nvPr/>
          </p:nvSpPr>
          <p:spPr bwMode="auto">
            <a:xfrm>
              <a:off x="3351213" y="2667000"/>
              <a:ext cx="249237"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4" name="Rectangle 60">
              <a:extLst>
                <a:ext uri="{FF2B5EF4-FFF2-40B4-BE49-F238E27FC236}">
                  <a16:creationId xmlns:a16="http://schemas.microsoft.com/office/drawing/2014/main" id="{C594C429-ACEC-4CE5-9D66-83754415FB09}"/>
                </a:ext>
              </a:extLst>
            </p:cNvPr>
            <p:cNvSpPr>
              <a:spLocks noChangeArrowheads="1"/>
            </p:cNvSpPr>
            <p:nvPr/>
          </p:nvSpPr>
          <p:spPr bwMode="auto">
            <a:xfrm>
              <a:off x="3265488" y="266065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5" name="Rectangle 61">
              <a:extLst>
                <a:ext uri="{FF2B5EF4-FFF2-40B4-BE49-F238E27FC236}">
                  <a16:creationId xmlns:a16="http://schemas.microsoft.com/office/drawing/2014/main" id="{0A56354F-5556-4003-A9C2-0C15EF66D29C}"/>
                </a:ext>
              </a:extLst>
            </p:cNvPr>
            <p:cNvSpPr>
              <a:spLocks noChangeArrowheads="1"/>
            </p:cNvSpPr>
            <p:nvPr/>
          </p:nvSpPr>
          <p:spPr bwMode="auto">
            <a:xfrm>
              <a:off x="2973388" y="3973513"/>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6" name="Rectangle 62">
              <a:extLst>
                <a:ext uri="{FF2B5EF4-FFF2-40B4-BE49-F238E27FC236}">
                  <a16:creationId xmlns:a16="http://schemas.microsoft.com/office/drawing/2014/main" id="{7CD7A0D9-5737-44DC-8013-47F2BE52F845}"/>
                </a:ext>
              </a:extLst>
            </p:cNvPr>
            <p:cNvSpPr>
              <a:spLocks noChangeArrowheads="1"/>
            </p:cNvSpPr>
            <p:nvPr/>
          </p:nvSpPr>
          <p:spPr bwMode="auto">
            <a:xfrm>
              <a:off x="3340100" y="3973513"/>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7" name="Freeform 63">
              <a:extLst>
                <a:ext uri="{FF2B5EF4-FFF2-40B4-BE49-F238E27FC236}">
                  <a16:creationId xmlns:a16="http://schemas.microsoft.com/office/drawing/2014/main" id="{33952D6C-EF97-4045-8E53-D589E310F99B}"/>
                </a:ext>
              </a:extLst>
            </p:cNvPr>
            <p:cNvSpPr>
              <a:spLocks/>
            </p:cNvSpPr>
            <p:nvPr/>
          </p:nvSpPr>
          <p:spPr bwMode="auto">
            <a:xfrm>
              <a:off x="2887663" y="3770313"/>
              <a:ext cx="649287" cy="647700"/>
            </a:xfrm>
            <a:custGeom>
              <a:avLst/>
              <a:gdLst>
                <a:gd name="T0" fmla="*/ 2147483646 w 816"/>
                <a:gd name="T1" fmla="*/ 2147483646 h 817"/>
                <a:gd name="T2" fmla="*/ 2147483646 w 816"/>
                <a:gd name="T3" fmla="*/ 2147483646 h 817"/>
                <a:gd name="T4" fmla="*/ 2147483646 w 816"/>
                <a:gd name="T5" fmla="*/ 2147483646 h 817"/>
                <a:gd name="T6" fmla="*/ 2147483646 w 816"/>
                <a:gd name="T7" fmla="*/ 2147483646 h 817"/>
                <a:gd name="T8" fmla="*/ 2147483646 w 816"/>
                <a:gd name="T9" fmla="*/ 2147483646 h 817"/>
                <a:gd name="T10" fmla="*/ 2147483646 w 816"/>
                <a:gd name="T11" fmla="*/ 2147483646 h 817"/>
                <a:gd name="T12" fmla="*/ 2147483646 w 816"/>
                <a:gd name="T13" fmla="*/ 2147483646 h 817"/>
                <a:gd name="T14" fmla="*/ 2147483646 w 816"/>
                <a:gd name="T15" fmla="*/ 2147483646 h 817"/>
                <a:gd name="T16" fmla="*/ 2147483646 w 816"/>
                <a:gd name="T17" fmla="*/ 2147483646 h 817"/>
                <a:gd name="T18" fmla="*/ 2147483646 w 816"/>
                <a:gd name="T19" fmla="*/ 2147483646 h 817"/>
                <a:gd name="T20" fmla="*/ 0 w 816"/>
                <a:gd name="T21" fmla="*/ 2147483646 h 817"/>
                <a:gd name="T22" fmla="*/ 2147483646 w 816"/>
                <a:gd name="T23" fmla="*/ 2147483646 h 817"/>
                <a:gd name="T24" fmla="*/ 2147483646 w 816"/>
                <a:gd name="T25" fmla="*/ 2147483646 h 817"/>
                <a:gd name="T26" fmla="*/ 2147483646 w 816"/>
                <a:gd name="T27" fmla="*/ 2147483646 h 817"/>
                <a:gd name="T28" fmla="*/ 2147483646 w 816"/>
                <a:gd name="T29" fmla="*/ 2147483646 h 817"/>
                <a:gd name="T30" fmla="*/ 2147483646 w 816"/>
                <a:gd name="T31" fmla="*/ 2147483646 h 817"/>
                <a:gd name="T32" fmla="*/ 2147483646 w 816"/>
                <a:gd name="T33" fmla="*/ 2147483646 h 817"/>
                <a:gd name="T34" fmla="*/ 2147483646 w 816"/>
                <a:gd name="T35" fmla="*/ 2147483646 h 817"/>
                <a:gd name="T36" fmla="*/ 2147483646 w 816"/>
                <a:gd name="T37" fmla="*/ 2147483646 h 817"/>
                <a:gd name="T38" fmla="*/ 2147483646 w 816"/>
                <a:gd name="T39" fmla="*/ 2147483646 h 817"/>
                <a:gd name="T40" fmla="*/ 2147483646 w 816"/>
                <a:gd name="T41" fmla="*/ 2147483646 h 817"/>
                <a:gd name="T42" fmla="*/ 2147483646 w 816"/>
                <a:gd name="T43" fmla="*/ 2147483646 h 817"/>
                <a:gd name="T44" fmla="*/ 2147483646 w 816"/>
                <a:gd name="T45" fmla="*/ 2147483646 h 817"/>
                <a:gd name="T46" fmla="*/ 2147483646 w 816"/>
                <a:gd name="T47" fmla="*/ 2147483646 h 817"/>
                <a:gd name="T48" fmla="*/ 2147483646 w 816"/>
                <a:gd name="T49" fmla="*/ 2147483646 h 817"/>
                <a:gd name="T50" fmla="*/ 2147483646 w 816"/>
                <a:gd name="T51" fmla="*/ 2147483646 h 817"/>
                <a:gd name="T52" fmla="*/ 2147483646 w 816"/>
                <a:gd name="T53" fmla="*/ 2147483646 h 817"/>
                <a:gd name="T54" fmla="*/ 2147483646 w 816"/>
                <a:gd name="T55" fmla="*/ 2147483646 h 817"/>
                <a:gd name="T56" fmla="*/ 2147483646 w 816"/>
                <a:gd name="T57" fmla="*/ 2147483646 h 817"/>
                <a:gd name="T58" fmla="*/ 2147483646 w 816"/>
                <a:gd name="T59" fmla="*/ 2147483646 h 817"/>
                <a:gd name="T60" fmla="*/ 2147483646 w 816"/>
                <a:gd name="T61" fmla="*/ 2147483646 h 817"/>
                <a:gd name="T62" fmla="*/ 2147483646 w 816"/>
                <a:gd name="T63" fmla="*/ 2147483646 h 817"/>
                <a:gd name="T64" fmla="*/ 2147483646 w 816"/>
                <a:gd name="T65" fmla="*/ 2147483646 h 817"/>
                <a:gd name="T66" fmla="*/ 2147483646 w 816"/>
                <a:gd name="T67" fmla="*/ 2147483646 h 817"/>
                <a:gd name="T68" fmla="*/ 2147483646 w 816"/>
                <a:gd name="T69" fmla="*/ 2147483646 h 817"/>
                <a:gd name="T70" fmla="*/ 2147483646 w 816"/>
                <a:gd name="T71" fmla="*/ 2147483646 h 817"/>
                <a:gd name="T72" fmla="*/ 2147483646 w 816"/>
                <a:gd name="T73" fmla="*/ 2147483646 h 817"/>
                <a:gd name="T74" fmla="*/ 2147483646 w 816"/>
                <a:gd name="T75" fmla="*/ 2147483646 h 817"/>
                <a:gd name="T76" fmla="*/ 2147483646 w 816"/>
                <a:gd name="T77" fmla="*/ 2147483646 h 817"/>
                <a:gd name="T78" fmla="*/ 2147483646 w 816"/>
                <a:gd name="T79" fmla="*/ 2147483646 h 817"/>
                <a:gd name="T80" fmla="*/ 2147483646 w 816"/>
                <a:gd name="T81" fmla="*/ 2147483646 h 817"/>
                <a:gd name="T82" fmla="*/ 2147483646 w 816"/>
                <a:gd name="T83" fmla="*/ 2147483646 h 817"/>
                <a:gd name="T84" fmla="*/ 2147483646 w 816"/>
                <a:gd name="T85" fmla="*/ 2147483646 h 817"/>
                <a:gd name="T86" fmla="*/ 2147483646 w 816"/>
                <a:gd name="T87" fmla="*/ 0 h 8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7"/>
                <a:gd name="T134" fmla="*/ 816 w 816"/>
                <a:gd name="T135" fmla="*/ 817 h 8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7">
                  <a:moveTo>
                    <a:pt x="407" y="0"/>
                  </a:moveTo>
                  <a:lnTo>
                    <a:pt x="387" y="0"/>
                  </a:lnTo>
                  <a:lnTo>
                    <a:pt x="366" y="2"/>
                  </a:lnTo>
                  <a:lnTo>
                    <a:pt x="345" y="5"/>
                  </a:lnTo>
                  <a:lnTo>
                    <a:pt x="325" y="9"/>
                  </a:lnTo>
                  <a:lnTo>
                    <a:pt x="307" y="13"/>
                  </a:lnTo>
                  <a:lnTo>
                    <a:pt x="286" y="19"/>
                  </a:lnTo>
                  <a:lnTo>
                    <a:pt x="268" y="25"/>
                  </a:lnTo>
                  <a:lnTo>
                    <a:pt x="249" y="32"/>
                  </a:lnTo>
                  <a:lnTo>
                    <a:pt x="232" y="41"/>
                  </a:lnTo>
                  <a:lnTo>
                    <a:pt x="213" y="49"/>
                  </a:lnTo>
                  <a:lnTo>
                    <a:pt x="196" y="59"/>
                  </a:lnTo>
                  <a:lnTo>
                    <a:pt x="180" y="70"/>
                  </a:lnTo>
                  <a:lnTo>
                    <a:pt x="164" y="81"/>
                  </a:lnTo>
                  <a:lnTo>
                    <a:pt x="148" y="94"/>
                  </a:lnTo>
                  <a:lnTo>
                    <a:pt x="134" y="106"/>
                  </a:lnTo>
                  <a:lnTo>
                    <a:pt x="119" y="120"/>
                  </a:lnTo>
                  <a:lnTo>
                    <a:pt x="106" y="134"/>
                  </a:lnTo>
                  <a:lnTo>
                    <a:pt x="94" y="149"/>
                  </a:lnTo>
                  <a:lnTo>
                    <a:pt x="81" y="165"/>
                  </a:lnTo>
                  <a:lnTo>
                    <a:pt x="69" y="180"/>
                  </a:lnTo>
                  <a:lnTo>
                    <a:pt x="59" y="196"/>
                  </a:lnTo>
                  <a:lnTo>
                    <a:pt x="49" y="213"/>
                  </a:lnTo>
                  <a:lnTo>
                    <a:pt x="40" y="231"/>
                  </a:lnTo>
                  <a:lnTo>
                    <a:pt x="32" y="249"/>
                  </a:lnTo>
                  <a:lnTo>
                    <a:pt x="24" y="268"/>
                  </a:lnTo>
                  <a:lnTo>
                    <a:pt x="19" y="287"/>
                  </a:lnTo>
                  <a:lnTo>
                    <a:pt x="13" y="306"/>
                  </a:lnTo>
                  <a:lnTo>
                    <a:pt x="9" y="326"/>
                  </a:lnTo>
                  <a:lnTo>
                    <a:pt x="4" y="346"/>
                  </a:lnTo>
                  <a:lnTo>
                    <a:pt x="1" y="366"/>
                  </a:lnTo>
                  <a:lnTo>
                    <a:pt x="0" y="388"/>
                  </a:lnTo>
                  <a:lnTo>
                    <a:pt x="0" y="408"/>
                  </a:lnTo>
                  <a:lnTo>
                    <a:pt x="0" y="429"/>
                  </a:lnTo>
                  <a:lnTo>
                    <a:pt x="1" y="450"/>
                  </a:lnTo>
                  <a:lnTo>
                    <a:pt x="4" y="470"/>
                  </a:lnTo>
                  <a:lnTo>
                    <a:pt x="9" y="490"/>
                  </a:lnTo>
                  <a:lnTo>
                    <a:pt x="13" y="510"/>
                  </a:lnTo>
                  <a:lnTo>
                    <a:pt x="19" y="529"/>
                  </a:lnTo>
                  <a:lnTo>
                    <a:pt x="24" y="549"/>
                  </a:lnTo>
                  <a:lnTo>
                    <a:pt x="32" y="568"/>
                  </a:lnTo>
                  <a:lnTo>
                    <a:pt x="40" y="585"/>
                  </a:lnTo>
                  <a:lnTo>
                    <a:pt x="49" y="602"/>
                  </a:lnTo>
                  <a:lnTo>
                    <a:pt x="59" y="619"/>
                  </a:lnTo>
                  <a:lnTo>
                    <a:pt x="69" y="637"/>
                  </a:lnTo>
                  <a:lnTo>
                    <a:pt x="81" y="652"/>
                  </a:lnTo>
                  <a:lnTo>
                    <a:pt x="94" y="667"/>
                  </a:lnTo>
                  <a:lnTo>
                    <a:pt x="106" y="683"/>
                  </a:lnTo>
                  <a:lnTo>
                    <a:pt x="119" y="697"/>
                  </a:lnTo>
                  <a:lnTo>
                    <a:pt x="134" y="710"/>
                  </a:lnTo>
                  <a:lnTo>
                    <a:pt x="148" y="723"/>
                  </a:lnTo>
                  <a:lnTo>
                    <a:pt x="164" y="735"/>
                  </a:lnTo>
                  <a:lnTo>
                    <a:pt x="180" y="746"/>
                  </a:lnTo>
                  <a:lnTo>
                    <a:pt x="196" y="758"/>
                  </a:lnTo>
                  <a:lnTo>
                    <a:pt x="213" y="766"/>
                  </a:lnTo>
                  <a:lnTo>
                    <a:pt x="232" y="776"/>
                  </a:lnTo>
                  <a:lnTo>
                    <a:pt x="249" y="783"/>
                  </a:lnTo>
                  <a:lnTo>
                    <a:pt x="268" y="791"/>
                  </a:lnTo>
                  <a:lnTo>
                    <a:pt x="286" y="798"/>
                  </a:lnTo>
                  <a:lnTo>
                    <a:pt x="307" y="804"/>
                  </a:lnTo>
                  <a:lnTo>
                    <a:pt x="325" y="808"/>
                  </a:lnTo>
                  <a:lnTo>
                    <a:pt x="345" y="811"/>
                  </a:lnTo>
                  <a:lnTo>
                    <a:pt x="366" y="814"/>
                  </a:lnTo>
                  <a:lnTo>
                    <a:pt x="387" y="815"/>
                  </a:lnTo>
                  <a:lnTo>
                    <a:pt x="407" y="817"/>
                  </a:lnTo>
                  <a:lnTo>
                    <a:pt x="429" y="815"/>
                  </a:lnTo>
                  <a:lnTo>
                    <a:pt x="449" y="814"/>
                  </a:lnTo>
                  <a:lnTo>
                    <a:pt x="471" y="811"/>
                  </a:lnTo>
                  <a:lnTo>
                    <a:pt x="491" y="808"/>
                  </a:lnTo>
                  <a:lnTo>
                    <a:pt x="509" y="804"/>
                  </a:lnTo>
                  <a:lnTo>
                    <a:pt x="530" y="798"/>
                  </a:lnTo>
                  <a:lnTo>
                    <a:pt x="548" y="791"/>
                  </a:lnTo>
                  <a:lnTo>
                    <a:pt x="567" y="783"/>
                  </a:lnTo>
                  <a:lnTo>
                    <a:pt x="584" y="776"/>
                  </a:lnTo>
                  <a:lnTo>
                    <a:pt x="602" y="766"/>
                  </a:lnTo>
                  <a:lnTo>
                    <a:pt x="619" y="758"/>
                  </a:lnTo>
                  <a:lnTo>
                    <a:pt x="636" y="746"/>
                  </a:lnTo>
                  <a:lnTo>
                    <a:pt x="652" y="735"/>
                  </a:lnTo>
                  <a:lnTo>
                    <a:pt x="668" y="723"/>
                  </a:lnTo>
                  <a:lnTo>
                    <a:pt x="682" y="710"/>
                  </a:lnTo>
                  <a:lnTo>
                    <a:pt x="697" y="697"/>
                  </a:lnTo>
                  <a:lnTo>
                    <a:pt x="710" y="683"/>
                  </a:lnTo>
                  <a:lnTo>
                    <a:pt x="723" y="667"/>
                  </a:lnTo>
                  <a:lnTo>
                    <a:pt x="734" y="652"/>
                  </a:lnTo>
                  <a:lnTo>
                    <a:pt x="746" y="637"/>
                  </a:lnTo>
                  <a:lnTo>
                    <a:pt x="757" y="619"/>
                  </a:lnTo>
                  <a:lnTo>
                    <a:pt x="767" y="602"/>
                  </a:lnTo>
                  <a:lnTo>
                    <a:pt x="776" y="585"/>
                  </a:lnTo>
                  <a:lnTo>
                    <a:pt x="784" y="568"/>
                  </a:lnTo>
                  <a:lnTo>
                    <a:pt x="792" y="549"/>
                  </a:lnTo>
                  <a:lnTo>
                    <a:pt x="797" y="529"/>
                  </a:lnTo>
                  <a:lnTo>
                    <a:pt x="803" y="510"/>
                  </a:lnTo>
                  <a:lnTo>
                    <a:pt x="807" y="490"/>
                  </a:lnTo>
                  <a:lnTo>
                    <a:pt x="812" y="470"/>
                  </a:lnTo>
                  <a:lnTo>
                    <a:pt x="813" y="450"/>
                  </a:lnTo>
                  <a:lnTo>
                    <a:pt x="815" y="429"/>
                  </a:lnTo>
                  <a:lnTo>
                    <a:pt x="816" y="408"/>
                  </a:lnTo>
                  <a:lnTo>
                    <a:pt x="815" y="388"/>
                  </a:lnTo>
                  <a:lnTo>
                    <a:pt x="813" y="366"/>
                  </a:lnTo>
                  <a:lnTo>
                    <a:pt x="812" y="346"/>
                  </a:lnTo>
                  <a:lnTo>
                    <a:pt x="807" y="326"/>
                  </a:lnTo>
                  <a:lnTo>
                    <a:pt x="803" y="306"/>
                  </a:lnTo>
                  <a:lnTo>
                    <a:pt x="797" y="287"/>
                  </a:lnTo>
                  <a:lnTo>
                    <a:pt x="792" y="268"/>
                  </a:lnTo>
                  <a:lnTo>
                    <a:pt x="784" y="249"/>
                  </a:lnTo>
                  <a:lnTo>
                    <a:pt x="776" y="231"/>
                  </a:lnTo>
                  <a:lnTo>
                    <a:pt x="767" y="213"/>
                  </a:lnTo>
                  <a:lnTo>
                    <a:pt x="757" y="196"/>
                  </a:lnTo>
                  <a:lnTo>
                    <a:pt x="746" y="180"/>
                  </a:lnTo>
                  <a:lnTo>
                    <a:pt x="734" y="165"/>
                  </a:lnTo>
                  <a:lnTo>
                    <a:pt x="723" y="149"/>
                  </a:lnTo>
                  <a:lnTo>
                    <a:pt x="710" y="134"/>
                  </a:lnTo>
                  <a:lnTo>
                    <a:pt x="697" y="120"/>
                  </a:lnTo>
                  <a:lnTo>
                    <a:pt x="682" y="106"/>
                  </a:lnTo>
                  <a:lnTo>
                    <a:pt x="668" y="94"/>
                  </a:lnTo>
                  <a:lnTo>
                    <a:pt x="652" y="81"/>
                  </a:lnTo>
                  <a:lnTo>
                    <a:pt x="636" y="70"/>
                  </a:lnTo>
                  <a:lnTo>
                    <a:pt x="619" y="59"/>
                  </a:lnTo>
                  <a:lnTo>
                    <a:pt x="602" y="49"/>
                  </a:lnTo>
                  <a:lnTo>
                    <a:pt x="584" y="41"/>
                  </a:lnTo>
                  <a:lnTo>
                    <a:pt x="567" y="32"/>
                  </a:lnTo>
                  <a:lnTo>
                    <a:pt x="548" y="25"/>
                  </a:lnTo>
                  <a:lnTo>
                    <a:pt x="530" y="19"/>
                  </a:lnTo>
                  <a:lnTo>
                    <a:pt x="509" y="13"/>
                  </a:lnTo>
                  <a:lnTo>
                    <a:pt x="491" y="9"/>
                  </a:lnTo>
                  <a:lnTo>
                    <a:pt x="471" y="5"/>
                  </a:lnTo>
                  <a:lnTo>
                    <a:pt x="449" y="2"/>
                  </a:lnTo>
                  <a:lnTo>
                    <a:pt x="429" y="0"/>
                  </a:lnTo>
                  <a:lnTo>
                    <a:pt x="407"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8" name="Rectangle 64">
              <a:extLst>
                <a:ext uri="{FF2B5EF4-FFF2-40B4-BE49-F238E27FC236}">
                  <a16:creationId xmlns:a16="http://schemas.microsoft.com/office/drawing/2014/main" id="{26589DC2-15AD-466D-866D-46C53DA084EA}"/>
                </a:ext>
              </a:extLst>
            </p:cNvPr>
            <p:cNvSpPr>
              <a:spLocks noChangeArrowheads="1"/>
            </p:cNvSpPr>
            <p:nvPr/>
          </p:nvSpPr>
          <p:spPr bwMode="auto">
            <a:xfrm>
              <a:off x="3254375" y="39671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79" name="Rectangle 65">
              <a:extLst>
                <a:ext uri="{FF2B5EF4-FFF2-40B4-BE49-F238E27FC236}">
                  <a16:creationId xmlns:a16="http://schemas.microsoft.com/office/drawing/2014/main" id="{33AB919E-3910-42CA-A70D-22553762B9DD}"/>
                </a:ext>
              </a:extLst>
            </p:cNvPr>
            <p:cNvSpPr>
              <a:spLocks noChangeArrowheads="1"/>
            </p:cNvSpPr>
            <p:nvPr/>
          </p:nvSpPr>
          <p:spPr bwMode="auto">
            <a:xfrm>
              <a:off x="1677988" y="2678113"/>
              <a:ext cx="315912"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0" name="Rectangle 66">
              <a:extLst>
                <a:ext uri="{FF2B5EF4-FFF2-40B4-BE49-F238E27FC236}">
                  <a16:creationId xmlns:a16="http://schemas.microsoft.com/office/drawing/2014/main" id="{95B71C8A-7439-42B8-99D8-CF48FC6790EE}"/>
                </a:ext>
              </a:extLst>
            </p:cNvPr>
            <p:cNvSpPr>
              <a:spLocks noChangeArrowheads="1"/>
            </p:cNvSpPr>
            <p:nvPr/>
          </p:nvSpPr>
          <p:spPr bwMode="auto">
            <a:xfrm>
              <a:off x="2044700" y="2678113"/>
              <a:ext cx="24923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1" name="Freeform 67">
              <a:extLst>
                <a:ext uri="{FF2B5EF4-FFF2-40B4-BE49-F238E27FC236}">
                  <a16:creationId xmlns:a16="http://schemas.microsoft.com/office/drawing/2014/main" id="{2CA635FB-1B5E-4635-BCEB-B562E0F7BE87}"/>
                </a:ext>
              </a:extLst>
            </p:cNvPr>
            <p:cNvSpPr>
              <a:spLocks/>
            </p:cNvSpPr>
            <p:nvPr/>
          </p:nvSpPr>
          <p:spPr bwMode="auto">
            <a:xfrm>
              <a:off x="1585913" y="2466975"/>
              <a:ext cx="647700" cy="647700"/>
            </a:xfrm>
            <a:custGeom>
              <a:avLst/>
              <a:gdLst>
                <a:gd name="T0" fmla="*/ 2147483646 w 816"/>
                <a:gd name="T1" fmla="*/ 2147483646 h 816"/>
                <a:gd name="T2" fmla="*/ 2147483646 w 816"/>
                <a:gd name="T3" fmla="*/ 2147483646 h 816"/>
                <a:gd name="T4" fmla="*/ 2147483646 w 816"/>
                <a:gd name="T5" fmla="*/ 2147483646 h 816"/>
                <a:gd name="T6" fmla="*/ 2147483646 w 816"/>
                <a:gd name="T7" fmla="*/ 2147483646 h 816"/>
                <a:gd name="T8" fmla="*/ 2147483646 w 816"/>
                <a:gd name="T9" fmla="*/ 2147483646 h 816"/>
                <a:gd name="T10" fmla="*/ 2147483646 w 816"/>
                <a:gd name="T11" fmla="*/ 2147483646 h 816"/>
                <a:gd name="T12" fmla="*/ 2147483646 w 816"/>
                <a:gd name="T13" fmla="*/ 2147483646 h 816"/>
                <a:gd name="T14" fmla="*/ 2147483646 w 816"/>
                <a:gd name="T15" fmla="*/ 2147483646 h 816"/>
                <a:gd name="T16" fmla="*/ 2147483646 w 816"/>
                <a:gd name="T17" fmla="*/ 2147483646 h 816"/>
                <a:gd name="T18" fmla="*/ 2147483646 w 816"/>
                <a:gd name="T19" fmla="*/ 2147483646 h 816"/>
                <a:gd name="T20" fmla="*/ 0 w 816"/>
                <a:gd name="T21" fmla="*/ 2147483646 h 816"/>
                <a:gd name="T22" fmla="*/ 2147483646 w 816"/>
                <a:gd name="T23" fmla="*/ 2147483646 h 816"/>
                <a:gd name="T24" fmla="*/ 2147483646 w 816"/>
                <a:gd name="T25" fmla="*/ 2147483646 h 816"/>
                <a:gd name="T26" fmla="*/ 2147483646 w 816"/>
                <a:gd name="T27" fmla="*/ 2147483646 h 816"/>
                <a:gd name="T28" fmla="*/ 2147483646 w 816"/>
                <a:gd name="T29" fmla="*/ 2147483646 h 816"/>
                <a:gd name="T30" fmla="*/ 2147483646 w 816"/>
                <a:gd name="T31" fmla="*/ 2147483646 h 816"/>
                <a:gd name="T32" fmla="*/ 2147483646 w 816"/>
                <a:gd name="T33" fmla="*/ 2147483646 h 816"/>
                <a:gd name="T34" fmla="*/ 2147483646 w 816"/>
                <a:gd name="T35" fmla="*/ 2147483646 h 816"/>
                <a:gd name="T36" fmla="*/ 2147483646 w 816"/>
                <a:gd name="T37" fmla="*/ 2147483646 h 816"/>
                <a:gd name="T38" fmla="*/ 2147483646 w 816"/>
                <a:gd name="T39" fmla="*/ 2147483646 h 816"/>
                <a:gd name="T40" fmla="*/ 2147483646 w 816"/>
                <a:gd name="T41" fmla="*/ 2147483646 h 816"/>
                <a:gd name="T42" fmla="*/ 2147483646 w 816"/>
                <a:gd name="T43" fmla="*/ 2147483646 h 816"/>
                <a:gd name="T44" fmla="*/ 2147483646 w 816"/>
                <a:gd name="T45" fmla="*/ 2147483646 h 816"/>
                <a:gd name="T46" fmla="*/ 2147483646 w 816"/>
                <a:gd name="T47" fmla="*/ 2147483646 h 816"/>
                <a:gd name="T48" fmla="*/ 2147483646 w 816"/>
                <a:gd name="T49" fmla="*/ 2147483646 h 816"/>
                <a:gd name="T50" fmla="*/ 2147483646 w 816"/>
                <a:gd name="T51" fmla="*/ 2147483646 h 816"/>
                <a:gd name="T52" fmla="*/ 2147483646 w 816"/>
                <a:gd name="T53" fmla="*/ 2147483646 h 816"/>
                <a:gd name="T54" fmla="*/ 2147483646 w 816"/>
                <a:gd name="T55" fmla="*/ 2147483646 h 816"/>
                <a:gd name="T56" fmla="*/ 2147483646 w 816"/>
                <a:gd name="T57" fmla="*/ 2147483646 h 816"/>
                <a:gd name="T58" fmla="*/ 2147483646 w 816"/>
                <a:gd name="T59" fmla="*/ 2147483646 h 816"/>
                <a:gd name="T60" fmla="*/ 2147483646 w 816"/>
                <a:gd name="T61" fmla="*/ 2147483646 h 816"/>
                <a:gd name="T62" fmla="*/ 2147483646 w 816"/>
                <a:gd name="T63" fmla="*/ 2147483646 h 816"/>
                <a:gd name="T64" fmla="*/ 2147483646 w 816"/>
                <a:gd name="T65" fmla="*/ 2147483646 h 816"/>
                <a:gd name="T66" fmla="*/ 2147483646 w 816"/>
                <a:gd name="T67" fmla="*/ 2147483646 h 816"/>
                <a:gd name="T68" fmla="*/ 2147483646 w 816"/>
                <a:gd name="T69" fmla="*/ 2147483646 h 816"/>
                <a:gd name="T70" fmla="*/ 2147483646 w 816"/>
                <a:gd name="T71" fmla="*/ 2147483646 h 816"/>
                <a:gd name="T72" fmla="*/ 2147483646 w 816"/>
                <a:gd name="T73" fmla="*/ 2147483646 h 816"/>
                <a:gd name="T74" fmla="*/ 2147483646 w 816"/>
                <a:gd name="T75" fmla="*/ 2147483646 h 816"/>
                <a:gd name="T76" fmla="*/ 2147483646 w 816"/>
                <a:gd name="T77" fmla="*/ 2147483646 h 816"/>
                <a:gd name="T78" fmla="*/ 2147483646 w 816"/>
                <a:gd name="T79" fmla="*/ 2147483646 h 816"/>
                <a:gd name="T80" fmla="*/ 2147483646 w 816"/>
                <a:gd name="T81" fmla="*/ 2147483646 h 816"/>
                <a:gd name="T82" fmla="*/ 2147483646 w 816"/>
                <a:gd name="T83" fmla="*/ 2147483646 h 816"/>
                <a:gd name="T84" fmla="*/ 2147483646 w 816"/>
                <a:gd name="T85" fmla="*/ 2147483646 h 816"/>
                <a:gd name="T86" fmla="*/ 2147483646 w 816"/>
                <a:gd name="T87" fmla="*/ 0 h 8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6"/>
                <a:gd name="T133" fmla="*/ 0 h 816"/>
                <a:gd name="T134" fmla="*/ 816 w 816"/>
                <a:gd name="T135" fmla="*/ 816 h 8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6" h="816">
                  <a:moveTo>
                    <a:pt x="407" y="0"/>
                  </a:moveTo>
                  <a:lnTo>
                    <a:pt x="387" y="0"/>
                  </a:lnTo>
                  <a:lnTo>
                    <a:pt x="366" y="1"/>
                  </a:lnTo>
                  <a:lnTo>
                    <a:pt x="346" y="4"/>
                  </a:lnTo>
                  <a:lnTo>
                    <a:pt x="325" y="8"/>
                  </a:lnTo>
                  <a:lnTo>
                    <a:pt x="307" y="13"/>
                  </a:lnTo>
                  <a:lnTo>
                    <a:pt x="287" y="18"/>
                  </a:lnTo>
                  <a:lnTo>
                    <a:pt x="268" y="24"/>
                  </a:lnTo>
                  <a:lnTo>
                    <a:pt x="249" y="31"/>
                  </a:lnTo>
                  <a:lnTo>
                    <a:pt x="232" y="40"/>
                  </a:lnTo>
                  <a:lnTo>
                    <a:pt x="213" y="49"/>
                  </a:lnTo>
                  <a:lnTo>
                    <a:pt x="196" y="59"/>
                  </a:lnTo>
                  <a:lnTo>
                    <a:pt x="180" y="69"/>
                  </a:lnTo>
                  <a:lnTo>
                    <a:pt x="164" y="80"/>
                  </a:lnTo>
                  <a:lnTo>
                    <a:pt x="148" y="93"/>
                  </a:lnTo>
                  <a:lnTo>
                    <a:pt x="134" y="105"/>
                  </a:lnTo>
                  <a:lnTo>
                    <a:pt x="120" y="119"/>
                  </a:lnTo>
                  <a:lnTo>
                    <a:pt x="107" y="134"/>
                  </a:lnTo>
                  <a:lnTo>
                    <a:pt x="94" y="148"/>
                  </a:lnTo>
                  <a:lnTo>
                    <a:pt x="81" y="164"/>
                  </a:lnTo>
                  <a:lnTo>
                    <a:pt x="69" y="180"/>
                  </a:lnTo>
                  <a:lnTo>
                    <a:pt x="59" y="195"/>
                  </a:lnTo>
                  <a:lnTo>
                    <a:pt x="49" y="213"/>
                  </a:lnTo>
                  <a:lnTo>
                    <a:pt x="40" y="230"/>
                  </a:lnTo>
                  <a:lnTo>
                    <a:pt x="32" y="249"/>
                  </a:lnTo>
                  <a:lnTo>
                    <a:pt x="25" y="267"/>
                  </a:lnTo>
                  <a:lnTo>
                    <a:pt x="19" y="286"/>
                  </a:lnTo>
                  <a:lnTo>
                    <a:pt x="13" y="305"/>
                  </a:lnTo>
                  <a:lnTo>
                    <a:pt x="9" y="325"/>
                  </a:lnTo>
                  <a:lnTo>
                    <a:pt x="4" y="345"/>
                  </a:lnTo>
                  <a:lnTo>
                    <a:pt x="2" y="365"/>
                  </a:lnTo>
                  <a:lnTo>
                    <a:pt x="0" y="387"/>
                  </a:lnTo>
                  <a:lnTo>
                    <a:pt x="0" y="407"/>
                  </a:lnTo>
                  <a:lnTo>
                    <a:pt x="0" y="429"/>
                  </a:lnTo>
                  <a:lnTo>
                    <a:pt x="2" y="449"/>
                  </a:lnTo>
                  <a:lnTo>
                    <a:pt x="4" y="469"/>
                  </a:lnTo>
                  <a:lnTo>
                    <a:pt x="9" y="489"/>
                  </a:lnTo>
                  <a:lnTo>
                    <a:pt x="13" y="509"/>
                  </a:lnTo>
                  <a:lnTo>
                    <a:pt x="19" y="528"/>
                  </a:lnTo>
                  <a:lnTo>
                    <a:pt x="25" y="548"/>
                  </a:lnTo>
                  <a:lnTo>
                    <a:pt x="32" y="567"/>
                  </a:lnTo>
                  <a:lnTo>
                    <a:pt x="40" y="584"/>
                  </a:lnTo>
                  <a:lnTo>
                    <a:pt x="49" y="601"/>
                  </a:lnTo>
                  <a:lnTo>
                    <a:pt x="59" y="619"/>
                  </a:lnTo>
                  <a:lnTo>
                    <a:pt x="69" y="636"/>
                  </a:lnTo>
                  <a:lnTo>
                    <a:pt x="81" y="652"/>
                  </a:lnTo>
                  <a:lnTo>
                    <a:pt x="94" y="666"/>
                  </a:lnTo>
                  <a:lnTo>
                    <a:pt x="107" y="682"/>
                  </a:lnTo>
                  <a:lnTo>
                    <a:pt x="120" y="696"/>
                  </a:lnTo>
                  <a:lnTo>
                    <a:pt x="134" y="709"/>
                  </a:lnTo>
                  <a:lnTo>
                    <a:pt x="148" y="722"/>
                  </a:lnTo>
                  <a:lnTo>
                    <a:pt x="164" y="734"/>
                  </a:lnTo>
                  <a:lnTo>
                    <a:pt x="180" y="745"/>
                  </a:lnTo>
                  <a:lnTo>
                    <a:pt x="196" y="757"/>
                  </a:lnTo>
                  <a:lnTo>
                    <a:pt x="213" y="765"/>
                  </a:lnTo>
                  <a:lnTo>
                    <a:pt x="232" y="775"/>
                  </a:lnTo>
                  <a:lnTo>
                    <a:pt x="249" y="783"/>
                  </a:lnTo>
                  <a:lnTo>
                    <a:pt x="268" y="790"/>
                  </a:lnTo>
                  <a:lnTo>
                    <a:pt x="287" y="797"/>
                  </a:lnTo>
                  <a:lnTo>
                    <a:pt x="307" y="803"/>
                  </a:lnTo>
                  <a:lnTo>
                    <a:pt x="325" y="807"/>
                  </a:lnTo>
                  <a:lnTo>
                    <a:pt x="346" y="810"/>
                  </a:lnTo>
                  <a:lnTo>
                    <a:pt x="366" y="813"/>
                  </a:lnTo>
                  <a:lnTo>
                    <a:pt x="387" y="814"/>
                  </a:lnTo>
                  <a:lnTo>
                    <a:pt x="407" y="816"/>
                  </a:lnTo>
                  <a:lnTo>
                    <a:pt x="429" y="814"/>
                  </a:lnTo>
                  <a:lnTo>
                    <a:pt x="449" y="813"/>
                  </a:lnTo>
                  <a:lnTo>
                    <a:pt x="471" y="810"/>
                  </a:lnTo>
                  <a:lnTo>
                    <a:pt x="491" y="807"/>
                  </a:lnTo>
                  <a:lnTo>
                    <a:pt x="510" y="803"/>
                  </a:lnTo>
                  <a:lnTo>
                    <a:pt x="530" y="797"/>
                  </a:lnTo>
                  <a:lnTo>
                    <a:pt x="549" y="790"/>
                  </a:lnTo>
                  <a:lnTo>
                    <a:pt x="567" y="783"/>
                  </a:lnTo>
                  <a:lnTo>
                    <a:pt x="585" y="775"/>
                  </a:lnTo>
                  <a:lnTo>
                    <a:pt x="602" y="765"/>
                  </a:lnTo>
                  <a:lnTo>
                    <a:pt x="619" y="757"/>
                  </a:lnTo>
                  <a:lnTo>
                    <a:pt x="636" y="745"/>
                  </a:lnTo>
                  <a:lnTo>
                    <a:pt x="652" y="734"/>
                  </a:lnTo>
                  <a:lnTo>
                    <a:pt x="668" y="722"/>
                  </a:lnTo>
                  <a:lnTo>
                    <a:pt x="682" y="709"/>
                  </a:lnTo>
                  <a:lnTo>
                    <a:pt x="697" y="696"/>
                  </a:lnTo>
                  <a:lnTo>
                    <a:pt x="710" y="682"/>
                  </a:lnTo>
                  <a:lnTo>
                    <a:pt x="723" y="666"/>
                  </a:lnTo>
                  <a:lnTo>
                    <a:pt x="734" y="652"/>
                  </a:lnTo>
                  <a:lnTo>
                    <a:pt x="746" y="636"/>
                  </a:lnTo>
                  <a:lnTo>
                    <a:pt x="757" y="619"/>
                  </a:lnTo>
                  <a:lnTo>
                    <a:pt x="767" y="601"/>
                  </a:lnTo>
                  <a:lnTo>
                    <a:pt x="776" y="584"/>
                  </a:lnTo>
                  <a:lnTo>
                    <a:pt x="785" y="567"/>
                  </a:lnTo>
                  <a:lnTo>
                    <a:pt x="792" y="548"/>
                  </a:lnTo>
                  <a:lnTo>
                    <a:pt x="798" y="528"/>
                  </a:lnTo>
                  <a:lnTo>
                    <a:pt x="803" y="509"/>
                  </a:lnTo>
                  <a:lnTo>
                    <a:pt x="808" y="489"/>
                  </a:lnTo>
                  <a:lnTo>
                    <a:pt x="812" y="469"/>
                  </a:lnTo>
                  <a:lnTo>
                    <a:pt x="813" y="449"/>
                  </a:lnTo>
                  <a:lnTo>
                    <a:pt x="815" y="429"/>
                  </a:lnTo>
                  <a:lnTo>
                    <a:pt x="816" y="407"/>
                  </a:lnTo>
                  <a:lnTo>
                    <a:pt x="815" y="387"/>
                  </a:lnTo>
                  <a:lnTo>
                    <a:pt x="813" y="365"/>
                  </a:lnTo>
                  <a:lnTo>
                    <a:pt x="812" y="345"/>
                  </a:lnTo>
                  <a:lnTo>
                    <a:pt x="808" y="325"/>
                  </a:lnTo>
                  <a:lnTo>
                    <a:pt x="803" y="305"/>
                  </a:lnTo>
                  <a:lnTo>
                    <a:pt x="798" y="286"/>
                  </a:lnTo>
                  <a:lnTo>
                    <a:pt x="792" y="267"/>
                  </a:lnTo>
                  <a:lnTo>
                    <a:pt x="785" y="249"/>
                  </a:lnTo>
                  <a:lnTo>
                    <a:pt x="776" y="230"/>
                  </a:lnTo>
                  <a:lnTo>
                    <a:pt x="767" y="213"/>
                  </a:lnTo>
                  <a:lnTo>
                    <a:pt x="757" y="195"/>
                  </a:lnTo>
                  <a:lnTo>
                    <a:pt x="746" y="180"/>
                  </a:lnTo>
                  <a:lnTo>
                    <a:pt x="734" y="164"/>
                  </a:lnTo>
                  <a:lnTo>
                    <a:pt x="723" y="148"/>
                  </a:lnTo>
                  <a:lnTo>
                    <a:pt x="710" y="134"/>
                  </a:lnTo>
                  <a:lnTo>
                    <a:pt x="697" y="119"/>
                  </a:lnTo>
                  <a:lnTo>
                    <a:pt x="682" y="105"/>
                  </a:lnTo>
                  <a:lnTo>
                    <a:pt x="668" y="93"/>
                  </a:lnTo>
                  <a:lnTo>
                    <a:pt x="652" y="80"/>
                  </a:lnTo>
                  <a:lnTo>
                    <a:pt x="636" y="69"/>
                  </a:lnTo>
                  <a:lnTo>
                    <a:pt x="619" y="59"/>
                  </a:lnTo>
                  <a:lnTo>
                    <a:pt x="602" y="49"/>
                  </a:lnTo>
                  <a:lnTo>
                    <a:pt x="585" y="40"/>
                  </a:lnTo>
                  <a:lnTo>
                    <a:pt x="567" y="31"/>
                  </a:lnTo>
                  <a:lnTo>
                    <a:pt x="549" y="24"/>
                  </a:lnTo>
                  <a:lnTo>
                    <a:pt x="530" y="18"/>
                  </a:lnTo>
                  <a:lnTo>
                    <a:pt x="510" y="13"/>
                  </a:lnTo>
                  <a:lnTo>
                    <a:pt x="491" y="8"/>
                  </a:lnTo>
                  <a:lnTo>
                    <a:pt x="471" y="4"/>
                  </a:lnTo>
                  <a:lnTo>
                    <a:pt x="449" y="1"/>
                  </a:lnTo>
                  <a:lnTo>
                    <a:pt x="429" y="0"/>
                  </a:lnTo>
                  <a:lnTo>
                    <a:pt x="407" y="0"/>
                  </a:lnTo>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2" name="Freeform 68">
              <a:extLst>
                <a:ext uri="{FF2B5EF4-FFF2-40B4-BE49-F238E27FC236}">
                  <a16:creationId xmlns:a16="http://schemas.microsoft.com/office/drawing/2014/main" id="{AFDA5529-8B68-4133-850A-9EBA9CC68930}"/>
                </a:ext>
              </a:extLst>
            </p:cNvPr>
            <p:cNvSpPr>
              <a:spLocks/>
            </p:cNvSpPr>
            <p:nvPr/>
          </p:nvSpPr>
          <p:spPr bwMode="auto">
            <a:xfrm>
              <a:off x="5768975" y="3587750"/>
              <a:ext cx="69850" cy="138113"/>
            </a:xfrm>
            <a:custGeom>
              <a:avLst/>
              <a:gdLst>
                <a:gd name="T0" fmla="*/ 0 w 86"/>
                <a:gd name="T1" fmla="*/ 0 h 172"/>
                <a:gd name="T2" fmla="*/ 2147483646 w 86"/>
                <a:gd name="T3" fmla="*/ 2147483646 h 172"/>
                <a:gd name="T4" fmla="*/ 2147483646 w 86"/>
                <a:gd name="T5" fmla="*/ 0 h 172"/>
                <a:gd name="T6" fmla="*/ 2147483646 w 86"/>
                <a:gd name="T7" fmla="*/ 0 h 172"/>
                <a:gd name="T8" fmla="*/ 0 w 86"/>
                <a:gd name="T9" fmla="*/ 0 h 172"/>
                <a:gd name="T10" fmla="*/ 0 60000 65536"/>
                <a:gd name="T11" fmla="*/ 0 60000 65536"/>
                <a:gd name="T12" fmla="*/ 0 60000 65536"/>
                <a:gd name="T13" fmla="*/ 0 60000 65536"/>
                <a:gd name="T14" fmla="*/ 0 60000 65536"/>
                <a:gd name="T15" fmla="*/ 0 w 86"/>
                <a:gd name="T16" fmla="*/ 0 h 172"/>
                <a:gd name="T17" fmla="*/ 86 w 86"/>
                <a:gd name="T18" fmla="*/ 172 h 172"/>
              </a:gdLst>
              <a:ahLst/>
              <a:cxnLst>
                <a:cxn ang="T10">
                  <a:pos x="T0" y="T1"/>
                </a:cxn>
                <a:cxn ang="T11">
                  <a:pos x="T2" y="T3"/>
                </a:cxn>
                <a:cxn ang="T12">
                  <a:pos x="T4" y="T5"/>
                </a:cxn>
                <a:cxn ang="T13">
                  <a:pos x="T6" y="T7"/>
                </a:cxn>
                <a:cxn ang="T14">
                  <a:pos x="T8" y="T9"/>
                </a:cxn>
              </a:cxnLst>
              <a:rect l="T15" t="T16" r="T17" b="T18"/>
              <a:pathLst>
                <a:path w="86" h="172">
                  <a:moveTo>
                    <a:pt x="0" y="0"/>
                  </a:moveTo>
                  <a:lnTo>
                    <a:pt x="57" y="172"/>
                  </a:lnTo>
                  <a:lnTo>
                    <a:pt x="86" y="0"/>
                  </a:lnTo>
                  <a:lnTo>
                    <a:pt x="57" y="0"/>
                  </a:lnTo>
                  <a:lnTo>
                    <a:pt x="0"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3" name="Line 69">
              <a:extLst>
                <a:ext uri="{FF2B5EF4-FFF2-40B4-BE49-F238E27FC236}">
                  <a16:creationId xmlns:a16="http://schemas.microsoft.com/office/drawing/2014/main" id="{DFC67A81-8359-475E-898B-BE5B9CA28BEC}"/>
                </a:ext>
              </a:extLst>
            </p:cNvPr>
            <p:cNvSpPr>
              <a:spLocks noChangeShapeType="1"/>
            </p:cNvSpPr>
            <p:nvPr/>
          </p:nvSpPr>
          <p:spPr bwMode="auto">
            <a:xfrm flipV="1">
              <a:off x="5815013" y="3108325"/>
              <a:ext cx="1587" cy="4794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4" name="Freeform 70">
              <a:extLst>
                <a:ext uri="{FF2B5EF4-FFF2-40B4-BE49-F238E27FC236}">
                  <a16:creationId xmlns:a16="http://schemas.microsoft.com/office/drawing/2014/main" id="{E0F39ACA-BE36-40BF-9754-221A9DD451CC}"/>
                </a:ext>
              </a:extLst>
            </p:cNvPr>
            <p:cNvSpPr>
              <a:spLocks/>
            </p:cNvSpPr>
            <p:nvPr/>
          </p:nvSpPr>
          <p:spPr bwMode="auto">
            <a:xfrm>
              <a:off x="4810125" y="5049838"/>
              <a:ext cx="114300" cy="138112"/>
            </a:xfrm>
            <a:custGeom>
              <a:avLst/>
              <a:gdLst>
                <a:gd name="T0" fmla="*/ 2147483646 w 144"/>
                <a:gd name="T1" fmla="*/ 0 h 173"/>
                <a:gd name="T2" fmla="*/ 0 w 144"/>
                <a:gd name="T3" fmla="*/ 2147483646 h 173"/>
                <a:gd name="T4" fmla="*/ 2147483646 w 144"/>
                <a:gd name="T5" fmla="*/ 2147483646 h 173"/>
                <a:gd name="T6" fmla="*/ 2147483646 w 144"/>
                <a:gd name="T7" fmla="*/ 2147483646 h 173"/>
                <a:gd name="T8" fmla="*/ 2147483646 w 144"/>
                <a:gd name="T9" fmla="*/ 0 h 173"/>
                <a:gd name="T10" fmla="*/ 0 60000 65536"/>
                <a:gd name="T11" fmla="*/ 0 60000 65536"/>
                <a:gd name="T12" fmla="*/ 0 60000 65536"/>
                <a:gd name="T13" fmla="*/ 0 60000 65536"/>
                <a:gd name="T14" fmla="*/ 0 60000 65536"/>
                <a:gd name="T15" fmla="*/ 0 w 144"/>
                <a:gd name="T16" fmla="*/ 0 h 173"/>
                <a:gd name="T17" fmla="*/ 144 w 144"/>
                <a:gd name="T18" fmla="*/ 173 h 173"/>
              </a:gdLst>
              <a:ahLst/>
              <a:cxnLst>
                <a:cxn ang="T10">
                  <a:pos x="T0" y="T1"/>
                </a:cxn>
                <a:cxn ang="T11">
                  <a:pos x="T2" y="T3"/>
                </a:cxn>
                <a:cxn ang="T12">
                  <a:pos x="T4" y="T5"/>
                </a:cxn>
                <a:cxn ang="T13">
                  <a:pos x="T6" y="T7"/>
                </a:cxn>
                <a:cxn ang="T14">
                  <a:pos x="T8" y="T9"/>
                </a:cxn>
              </a:cxnLst>
              <a:rect l="T15" t="T16" r="T17" b="T18"/>
              <a:pathLst>
                <a:path w="144" h="173">
                  <a:moveTo>
                    <a:pt x="86" y="0"/>
                  </a:moveTo>
                  <a:lnTo>
                    <a:pt x="0" y="173"/>
                  </a:lnTo>
                  <a:lnTo>
                    <a:pt x="144" y="58"/>
                  </a:lnTo>
                  <a:lnTo>
                    <a:pt x="115" y="29"/>
                  </a:lnTo>
                  <a:lnTo>
                    <a:pt x="86"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5" name="Line 71">
              <a:extLst>
                <a:ext uri="{FF2B5EF4-FFF2-40B4-BE49-F238E27FC236}">
                  <a16:creationId xmlns:a16="http://schemas.microsoft.com/office/drawing/2014/main" id="{59140EB5-737D-4A57-B516-79CAF8C0043F}"/>
                </a:ext>
              </a:extLst>
            </p:cNvPr>
            <p:cNvSpPr>
              <a:spLocks noChangeShapeType="1"/>
            </p:cNvSpPr>
            <p:nvPr/>
          </p:nvSpPr>
          <p:spPr bwMode="auto">
            <a:xfrm flipV="1">
              <a:off x="4902200" y="4365625"/>
              <a:ext cx="730250" cy="708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6" name="Freeform 72">
              <a:extLst>
                <a:ext uri="{FF2B5EF4-FFF2-40B4-BE49-F238E27FC236}">
                  <a16:creationId xmlns:a16="http://schemas.microsoft.com/office/drawing/2014/main" id="{4B0B8415-3662-4D03-8457-0A8571F6EB6D}"/>
                </a:ext>
              </a:extLst>
            </p:cNvPr>
            <p:cNvSpPr>
              <a:spLocks/>
            </p:cNvSpPr>
            <p:nvPr/>
          </p:nvSpPr>
          <p:spPr bwMode="auto">
            <a:xfrm>
              <a:off x="6683375" y="5049838"/>
              <a:ext cx="114300" cy="114300"/>
            </a:xfrm>
            <a:custGeom>
              <a:avLst/>
              <a:gdLst>
                <a:gd name="T0" fmla="*/ 0 w 144"/>
                <a:gd name="T1" fmla="*/ 2147483646 h 144"/>
                <a:gd name="T2" fmla="*/ 2147483646 w 144"/>
                <a:gd name="T3" fmla="*/ 2147483646 h 144"/>
                <a:gd name="T4" fmla="*/ 2147483646 w 144"/>
                <a:gd name="T5" fmla="*/ 0 h 144"/>
                <a:gd name="T6" fmla="*/ 2147483646 w 144"/>
                <a:gd name="T7" fmla="*/ 2147483646 h 144"/>
                <a:gd name="T8" fmla="*/ 0 w 144"/>
                <a:gd name="T9" fmla="*/ 2147483646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0" y="58"/>
                  </a:moveTo>
                  <a:lnTo>
                    <a:pt x="144" y="144"/>
                  </a:lnTo>
                  <a:lnTo>
                    <a:pt x="58" y="0"/>
                  </a:lnTo>
                  <a:lnTo>
                    <a:pt x="29" y="29"/>
                  </a:lnTo>
                  <a:lnTo>
                    <a:pt x="0" y="5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7" name="Line 73">
              <a:extLst>
                <a:ext uri="{FF2B5EF4-FFF2-40B4-BE49-F238E27FC236}">
                  <a16:creationId xmlns:a16="http://schemas.microsoft.com/office/drawing/2014/main" id="{C19D9E39-A769-4CED-B839-0C33DF8518D7}"/>
                </a:ext>
              </a:extLst>
            </p:cNvPr>
            <p:cNvSpPr>
              <a:spLocks noChangeShapeType="1"/>
            </p:cNvSpPr>
            <p:nvPr/>
          </p:nvSpPr>
          <p:spPr bwMode="auto">
            <a:xfrm flipH="1" flipV="1">
              <a:off x="5975350" y="4365625"/>
              <a:ext cx="731838" cy="708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8" name="Freeform 74">
              <a:extLst>
                <a:ext uri="{FF2B5EF4-FFF2-40B4-BE49-F238E27FC236}">
                  <a16:creationId xmlns:a16="http://schemas.microsoft.com/office/drawing/2014/main" id="{D2758AD0-9CD9-4C32-A3A9-FFE82A40904E}"/>
                </a:ext>
              </a:extLst>
            </p:cNvPr>
            <p:cNvSpPr>
              <a:spLocks/>
            </p:cNvSpPr>
            <p:nvPr/>
          </p:nvSpPr>
          <p:spPr bwMode="auto">
            <a:xfrm>
              <a:off x="3187700" y="3587750"/>
              <a:ext cx="46038" cy="138113"/>
            </a:xfrm>
            <a:custGeom>
              <a:avLst/>
              <a:gdLst>
                <a:gd name="T0" fmla="*/ 0 w 58"/>
                <a:gd name="T1" fmla="*/ 0 h 172"/>
                <a:gd name="T2" fmla="*/ 2147483646 w 58"/>
                <a:gd name="T3" fmla="*/ 2147483646 h 172"/>
                <a:gd name="T4" fmla="*/ 2147483646 w 58"/>
                <a:gd name="T5" fmla="*/ 0 h 172"/>
                <a:gd name="T6" fmla="*/ 2147483646 w 58"/>
                <a:gd name="T7" fmla="*/ 0 h 172"/>
                <a:gd name="T8" fmla="*/ 0 w 58"/>
                <a:gd name="T9" fmla="*/ 0 h 172"/>
                <a:gd name="T10" fmla="*/ 0 60000 65536"/>
                <a:gd name="T11" fmla="*/ 0 60000 65536"/>
                <a:gd name="T12" fmla="*/ 0 60000 65536"/>
                <a:gd name="T13" fmla="*/ 0 60000 65536"/>
                <a:gd name="T14" fmla="*/ 0 60000 65536"/>
                <a:gd name="T15" fmla="*/ 0 w 58"/>
                <a:gd name="T16" fmla="*/ 0 h 172"/>
                <a:gd name="T17" fmla="*/ 58 w 58"/>
                <a:gd name="T18" fmla="*/ 172 h 172"/>
              </a:gdLst>
              <a:ahLst/>
              <a:cxnLst>
                <a:cxn ang="T10">
                  <a:pos x="T0" y="T1"/>
                </a:cxn>
                <a:cxn ang="T11">
                  <a:pos x="T2" y="T3"/>
                </a:cxn>
                <a:cxn ang="T12">
                  <a:pos x="T4" y="T5"/>
                </a:cxn>
                <a:cxn ang="T13">
                  <a:pos x="T6" y="T7"/>
                </a:cxn>
                <a:cxn ang="T14">
                  <a:pos x="T8" y="T9"/>
                </a:cxn>
              </a:cxnLst>
              <a:rect l="T15" t="T16" r="T17" b="T18"/>
              <a:pathLst>
                <a:path w="58" h="172">
                  <a:moveTo>
                    <a:pt x="0" y="0"/>
                  </a:moveTo>
                  <a:lnTo>
                    <a:pt x="29" y="172"/>
                  </a:lnTo>
                  <a:lnTo>
                    <a:pt x="58" y="0"/>
                  </a:lnTo>
                  <a:lnTo>
                    <a:pt x="29" y="0"/>
                  </a:lnTo>
                  <a:lnTo>
                    <a:pt x="0"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89" name="Line 75">
              <a:extLst>
                <a:ext uri="{FF2B5EF4-FFF2-40B4-BE49-F238E27FC236}">
                  <a16:creationId xmlns:a16="http://schemas.microsoft.com/office/drawing/2014/main" id="{958B55E2-FCE1-4FEA-8D8D-2D68A7AE34CF}"/>
                </a:ext>
              </a:extLst>
            </p:cNvPr>
            <p:cNvSpPr>
              <a:spLocks noChangeShapeType="1"/>
            </p:cNvSpPr>
            <p:nvPr/>
          </p:nvSpPr>
          <p:spPr bwMode="auto">
            <a:xfrm flipV="1">
              <a:off x="3209925" y="3108325"/>
              <a:ext cx="1588" cy="4794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0" name="Freeform 76">
              <a:extLst>
                <a:ext uri="{FF2B5EF4-FFF2-40B4-BE49-F238E27FC236}">
                  <a16:creationId xmlns:a16="http://schemas.microsoft.com/office/drawing/2014/main" id="{979A4CF3-9D17-44BB-BB33-25E273C2D0D2}"/>
                </a:ext>
              </a:extLst>
            </p:cNvPr>
            <p:cNvSpPr>
              <a:spLocks/>
            </p:cNvSpPr>
            <p:nvPr/>
          </p:nvSpPr>
          <p:spPr bwMode="auto">
            <a:xfrm>
              <a:off x="2273300" y="2765425"/>
              <a:ext cx="138113" cy="46038"/>
            </a:xfrm>
            <a:custGeom>
              <a:avLst/>
              <a:gdLst>
                <a:gd name="T0" fmla="*/ 2147483646 w 172"/>
                <a:gd name="T1" fmla="*/ 0 h 58"/>
                <a:gd name="T2" fmla="*/ 0 w 172"/>
                <a:gd name="T3" fmla="*/ 2147483646 h 58"/>
                <a:gd name="T4" fmla="*/ 2147483646 w 172"/>
                <a:gd name="T5" fmla="*/ 2147483646 h 58"/>
                <a:gd name="T6" fmla="*/ 2147483646 w 172"/>
                <a:gd name="T7" fmla="*/ 2147483646 h 58"/>
                <a:gd name="T8" fmla="*/ 2147483646 w 172"/>
                <a:gd name="T9" fmla="*/ 0 h 58"/>
                <a:gd name="T10" fmla="*/ 0 60000 65536"/>
                <a:gd name="T11" fmla="*/ 0 60000 65536"/>
                <a:gd name="T12" fmla="*/ 0 60000 65536"/>
                <a:gd name="T13" fmla="*/ 0 60000 65536"/>
                <a:gd name="T14" fmla="*/ 0 60000 65536"/>
                <a:gd name="T15" fmla="*/ 0 w 172"/>
                <a:gd name="T16" fmla="*/ 0 h 58"/>
                <a:gd name="T17" fmla="*/ 172 w 172"/>
                <a:gd name="T18" fmla="*/ 58 h 58"/>
              </a:gdLst>
              <a:ahLst/>
              <a:cxnLst>
                <a:cxn ang="T10">
                  <a:pos x="T0" y="T1"/>
                </a:cxn>
                <a:cxn ang="T11">
                  <a:pos x="T2" y="T3"/>
                </a:cxn>
                <a:cxn ang="T12">
                  <a:pos x="T4" y="T5"/>
                </a:cxn>
                <a:cxn ang="T13">
                  <a:pos x="T6" y="T7"/>
                </a:cxn>
                <a:cxn ang="T14">
                  <a:pos x="T8" y="T9"/>
                </a:cxn>
              </a:cxnLst>
              <a:rect l="T15" t="T16" r="T17" b="T18"/>
              <a:pathLst>
                <a:path w="172" h="58">
                  <a:moveTo>
                    <a:pt x="172" y="0"/>
                  </a:moveTo>
                  <a:lnTo>
                    <a:pt x="0" y="29"/>
                  </a:lnTo>
                  <a:lnTo>
                    <a:pt x="172" y="58"/>
                  </a:lnTo>
                  <a:lnTo>
                    <a:pt x="172" y="29"/>
                  </a:lnTo>
                  <a:lnTo>
                    <a:pt x="172"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1" name="Line 77">
              <a:extLst>
                <a:ext uri="{FF2B5EF4-FFF2-40B4-BE49-F238E27FC236}">
                  <a16:creationId xmlns:a16="http://schemas.microsoft.com/office/drawing/2014/main" id="{72C75642-1E0C-46D5-88E7-D547D7B927DC}"/>
                </a:ext>
              </a:extLst>
            </p:cNvPr>
            <p:cNvSpPr>
              <a:spLocks noChangeShapeType="1"/>
            </p:cNvSpPr>
            <p:nvPr/>
          </p:nvSpPr>
          <p:spPr bwMode="auto">
            <a:xfrm>
              <a:off x="2411413" y="2789238"/>
              <a:ext cx="479425"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2" name="Freeform 78">
              <a:extLst>
                <a:ext uri="{FF2B5EF4-FFF2-40B4-BE49-F238E27FC236}">
                  <a16:creationId xmlns:a16="http://schemas.microsoft.com/office/drawing/2014/main" id="{BF096C2F-E539-4DA1-AF32-DE3AE20889A9}"/>
                </a:ext>
              </a:extLst>
            </p:cNvPr>
            <p:cNvSpPr>
              <a:spLocks/>
            </p:cNvSpPr>
            <p:nvPr/>
          </p:nvSpPr>
          <p:spPr bwMode="auto">
            <a:xfrm>
              <a:off x="5335588" y="2947988"/>
              <a:ext cx="136525" cy="68262"/>
            </a:xfrm>
            <a:custGeom>
              <a:avLst/>
              <a:gdLst>
                <a:gd name="T0" fmla="*/ 2147483646 w 173"/>
                <a:gd name="T1" fmla="*/ 2147483646 h 86"/>
                <a:gd name="T2" fmla="*/ 2147483646 w 173"/>
                <a:gd name="T3" fmla="*/ 0 h 86"/>
                <a:gd name="T4" fmla="*/ 0 w 173"/>
                <a:gd name="T5" fmla="*/ 2147483646 h 86"/>
                <a:gd name="T6" fmla="*/ 2147483646 w 173"/>
                <a:gd name="T7" fmla="*/ 2147483646 h 86"/>
                <a:gd name="T8" fmla="*/ 2147483646 w 173"/>
                <a:gd name="T9" fmla="*/ 2147483646 h 86"/>
                <a:gd name="T10" fmla="*/ 0 60000 65536"/>
                <a:gd name="T11" fmla="*/ 0 60000 65536"/>
                <a:gd name="T12" fmla="*/ 0 60000 65536"/>
                <a:gd name="T13" fmla="*/ 0 60000 65536"/>
                <a:gd name="T14" fmla="*/ 0 60000 65536"/>
                <a:gd name="T15" fmla="*/ 0 w 173"/>
                <a:gd name="T16" fmla="*/ 0 h 86"/>
                <a:gd name="T17" fmla="*/ 173 w 173"/>
                <a:gd name="T18" fmla="*/ 86 h 86"/>
              </a:gdLst>
              <a:ahLst/>
              <a:cxnLst>
                <a:cxn ang="T10">
                  <a:pos x="T0" y="T1"/>
                </a:cxn>
                <a:cxn ang="T11">
                  <a:pos x="T2" y="T3"/>
                </a:cxn>
                <a:cxn ang="T12">
                  <a:pos x="T4" y="T5"/>
                </a:cxn>
                <a:cxn ang="T13">
                  <a:pos x="T6" y="T7"/>
                </a:cxn>
                <a:cxn ang="T14">
                  <a:pos x="T8" y="T9"/>
                </a:cxn>
              </a:cxnLst>
              <a:rect l="T15" t="T16" r="T17" b="T18"/>
              <a:pathLst>
                <a:path w="173" h="86">
                  <a:moveTo>
                    <a:pt x="58" y="86"/>
                  </a:moveTo>
                  <a:lnTo>
                    <a:pt x="173" y="0"/>
                  </a:lnTo>
                  <a:lnTo>
                    <a:pt x="0" y="28"/>
                  </a:lnTo>
                  <a:lnTo>
                    <a:pt x="29" y="57"/>
                  </a:lnTo>
                  <a:lnTo>
                    <a:pt x="58" y="86"/>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3" name="Line 79">
              <a:extLst>
                <a:ext uri="{FF2B5EF4-FFF2-40B4-BE49-F238E27FC236}">
                  <a16:creationId xmlns:a16="http://schemas.microsoft.com/office/drawing/2014/main" id="{E22D4D91-D622-4E34-AF99-35935F41AA7F}"/>
                </a:ext>
              </a:extLst>
            </p:cNvPr>
            <p:cNvSpPr>
              <a:spLocks noChangeShapeType="1"/>
            </p:cNvSpPr>
            <p:nvPr/>
          </p:nvSpPr>
          <p:spPr bwMode="auto">
            <a:xfrm flipH="1">
              <a:off x="3508375" y="2994025"/>
              <a:ext cx="1849438" cy="9366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4" name="Freeform 80">
              <a:extLst>
                <a:ext uri="{FF2B5EF4-FFF2-40B4-BE49-F238E27FC236}">
                  <a16:creationId xmlns:a16="http://schemas.microsoft.com/office/drawing/2014/main" id="{FB8A7DDD-2080-4165-BE25-832583212EBF}"/>
                </a:ext>
              </a:extLst>
            </p:cNvPr>
            <p:cNvSpPr>
              <a:spLocks/>
            </p:cNvSpPr>
            <p:nvPr/>
          </p:nvSpPr>
          <p:spPr bwMode="auto">
            <a:xfrm>
              <a:off x="3530600" y="2490788"/>
              <a:ext cx="114300" cy="138112"/>
            </a:xfrm>
            <a:custGeom>
              <a:avLst/>
              <a:gdLst>
                <a:gd name="T0" fmla="*/ 2147483646 w 144"/>
                <a:gd name="T1" fmla="*/ 0 h 173"/>
                <a:gd name="T2" fmla="*/ 0 w 144"/>
                <a:gd name="T3" fmla="*/ 2147483646 h 173"/>
                <a:gd name="T4" fmla="*/ 2147483646 w 144"/>
                <a:gd name="T5" fmla="*/ 2147483646 h 173"/>
                <a:gd name="T6" fmla="*/ 2147483646 w 144"/>
                <a:gd name="T7" fmla="*/ 2147483646 h 173"/>
                <a:gd name="T8" fmla="*/ 2147483646 w 144"/>
                <a:gd name="T9" fmla="*/ 0 h 173"/>
                <a:gd name="T10" fmla="*/ 0 60000 65536"/>
                <a:gd name="T11" fmla="*/ 0 60000 65536"/>
                <a:gd name="T12" fmla="*/ 0 60000 65536"/>
                <a:gd name="T13" fmla="*/ 0 60000 65536"/>
                <a:gd name="T14" fmla="*/ 0 60000 65536"/>
                <a:gd name="T15" fmla="*/ 0 w 144"/>
                <a:gd name="T16" fmla="*/ 0 h 173"/>
                <a:gd name="T17" fmla="*/ 144 w 144"/>
                <a:gd name="T18" fmla="*/ 173 h 173"/>
              </a:gdLst>
              <a:ahLst/>
              <a:cxnLst>
                <a:cxn ang="T10">
                  <a:pos x="T0" y="T1"/>
                </a:cxn>
                <a:cxn ang="T11">
                  <a:pos x="T2" y="T3"/>
                </a:cxn>
                <a:cxn ang="T12">
                  <a:pos x="T4" y="T5"/>
                </a:cxn>
                <a:cxn ang="T13">
                  <a:pos x="T6" y="T7"/>
                </a:cxn>
                <a:cxn ang="T14">
                  <a:pos x="T8" y="T9"/>
                </a:cxn>
              </a:cxnLst>
              <a:rect l="T15" t="T16" r="T17" b="T18"/>
              <a:pathLst>
                <a:path w="144" h="173">
                  <a:moveTo>
                    <a:pt x="86" y="0"/>
                  </a:moveTo>
                  <a:lnTo>
                    <a:pt x="0" y="173"/>
                  </a:lnTo>
                  <a:lnTo>
                    <a:pt x="144" y="57"/>
                  </a:lnTo>
                  <a:lnTo>
                    <a:pt x="115" y="29"/>
                  </a:lnTo>
                  <a:lnTo>
                    <a:pt x="86"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5" name="Line 81">
              <a:extLst>
                <a:ext uri="{FF2B5EF4-FFF2-40B4-BE49-F238E27FC236}">
                  <a16:creationId xmlns:a16="http://schemas.microsoft.com/office/drawing/2014/main" id="{EB92C1ED-9BA2-48D4-A52C-4E663F57541B}"/>
                </a:ext>
              </a:extLst>
            </p:cNvPr>
            <p:cNvSpPr>
              <a:spLocks noChangeShapeType="1"/>
            </p:cNvSpPr>
            <p:nvPr/>
          </p:nvSpPr>
          <p:spPr bwMode="auto">
            <a:xfrm flipV="1">
              <a:off x="3622675" y="1782763"/>
              <a:ext cx="730250" cy="7318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6" name="Freeform 82">
              <a:extLst>
                <a:ext uri="{FF2B5EF4-FFF2-40B4-BE49-F238E27FC236}">
                  <a16:creationId xmlns:a16="http://schemas.microsoft.com/office/drawing/2014/main" id="{BCC9ACC5-9E21-4E83-A28D-C3402DC94A15}"/>
                </a:ext>
              </a:extLst>
            </p:cNvPr>
            <p:cNvSpPr>
              <a:spLocks/>
            </p:cNvSpPr>
            <p:nvPr/>
          </p:nvSpPr>
          <p:spPr bwMode="auto">
            <a:xfrm>
              <a:off x="6067425" y="3040063"/>
              <a:ext cx="114300" cy="90487"/>
            </a:xfrm>
            <a:custGeom>
              <a:avLst/>
              <a:gdLst>
                <a:gd name="T0" fmla="*/ 2147483646 w 144"/>
                <a:gd name="T1" fmla="*/ 2147483646 h 115"/>
                <a:gd name="T2" fmla="*/ 0 w 144"/>
                <a:gd name="T3" fmla="*/ 0 h 115"/>
                <a:gd name="T4" fmla="*/ 2147483646 w 144"/>
                <a:gd name="T5" fmla="*/ 2147483646 h 115"/>
                <a:gd name="T6" fmla="*/ 2147483646 w 144"/>
                <a:gd name="T7" fmla="*/ 2147483646 h 115"/>
                <a:gd name="T8" fmla="*/ 2147483646 w 144"/>
                <a:gd name="T9" fmla="*/ 2147483646 h 115"/>
                <a:gd name="T10" fmla="*/ 0 60000 65536"/>
                <a:gd name="T11" fmla="*/ 0 60000 65536"/>
                <a:gd name="T12" fmla="*/ 0 60000 65536"/>
                <a:gd name="T13" fmla="*/ 0 60000 65536"/>
                <a:gd name="T14" fmla="*/ 0 60000 65536"/>
                <a:gd name="T15" fmla="*/ 0 w 144"/>
                <a:gd name="T16" fmla="*/ 0 h 115"/>
                <a:gd name="T17" fmla="*/ 144 w 144"/>
                <a:gd name="T18" fmla="*/ 115 h 115"/>
              </a:gdLst>
              <a:ahLst/>
              <a:cxnLst>
                <a:cxn ang="T10">
                  <a:pos x="T0" y="T1"/>
                </a:cxn>
                <a:cxn ang="T11">
                  <a:pos x="T2" y="T3"/>
                </a:cxn>
                <a:cxn ang="T12">
                  <a:pos x="T4" y="T5"/>
                </a:cxn>
                <a:cxn ang="T13">
                  <a:pos x="T6" y="T7"/>
                </a:cxn>
                <a:cxn ang="T14">
                  <a:pos x="T8" y="T9"/>
                </a:cxn>
              </a:cxnLst>
              <a:rect l="T15" t="T16" r="T17" b="T18"/>
              <a:pathLst>
                <a:path w="144" h="115">
                  <a:moveTo>
                    <a:pt x="144" y="57"/>
                  </a:moveTo>
                  <a:lnTo>
                    <a:pt x="0" y="0"/>
                  </a:lnTo>
                  <a:lnTo>
                    <a:pt x="115" y="115"/>
                  </a:lnTo>
                  <a:lnTo>
                    <a:pt x="144" y="86"/>
                  </a:lnTo>
                  <a:lnTo>
                    <a:pt x="144" y="5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7" name="Freeform 83">
              <a:extLst>
                <a:ext uri="{FF2B5EF4-FFF2-40B4-BE49-F238E27FC236}">
                  <a16:creationId xmlns:a16="http://schemas.microsoft.com/office/drawing/2014/main" id="{06AFC864-18F9-4D26-A8FB-4422E207735F}"/>
                </a:ext>
              </a:extLst>
            </p:cNvPr>
            <p:cNvSpPr>
              <a:spLocks/>
            </p:cNvSpPr>
            <p:nvPr/>
          </p:nvSpPr>
          <p:spPr bwMode="auto">
            <a:xfrm>
              <a:off x="6176963" y="3122613"/>
              <a:ext cx="1360487" cy="1931987"/>
            </a:xfrm>
            <a:custGeom>
              <a:avLst/>
              <a:gdLst>
                <a:gd name="T0" fmla="*/ 2147483646 w 1714"/>
                <a:gd name="T1" fmla="*/ 2147483646 h 2436"/>
                <a:gd name="T2" fmla="*/ 2147483646 w 1714"/>
                <a:gd name="T3" fmla="*/ 2147483646 h 2436"/>
                <a:gd name="T4" fmla="*/ 2147483646 w 1714"/>
                <a:gd name="T5" fmla="*/ 2147483646 h 2436"/>
                <a:gd name="T6" fmla="*/ 2147483646 w 1714"/>
                <a:gd name="T7" fmla="*/ 2147483646 h 2436"/>
                <a:gd name="T8" fmla="*/ 2147483646 w 1714"/>
                <a:gd name="T9" fmla="*/ 2147483646 h 2436"/>
                <a:gd name="T10" fmla="*/ 2147483646 w 1714"/>
                <a:gd name="T11" fmla="*/ 2147483646 h 2436"/>
                <a:gd name="T12" fmla="*/ 2147483646 w 1714"/>
                <a:gd name="T13" fmla="*/ 2147483646 h 2436"/>
                <a:gd name="T14" fmla="*/ 2147483646 w 1714"/>
                <a:gd name="T15" fmla="*/ 2147483646 h 2436"/>
                <a:gd name="T16" fmla="*/ 2147483646 w 1714"/>
                <a:gd name="T17" fmla="*/ 2147483646 h 2436"/>
                <a:gd name="T18" fmla="*/ 2147483646 w 1714"/>
                <a:gd name="T19" fmla="*/ 2147483646 h 2436"/>
                <a:gd name="T20" fmla="*/ 2147483646 w 1714"/>
                <a:gd name="T21" fmla="*/ 2147483646 h 2436"/>
                <a:gd name="T22" fmla="*/ 2147483646 w 1714"/>
                <a:gd name="T23" fmla="*/ 2147483646 h 2436"/>
                <a:gd name="T24" fmla="*/ 2147483646 w 1714"/>
                <a:gd name="T25" fmla="*/ 2147483646 h 2436"/>
                <a:gd name="T26" fmla="*/ 2147483646 w 1714"/>
                <a:gd name="T27" fmla="*/ 2147483646 h 2436"/>
                <a:gd name="T28" fmla="*/ 2147483646 w 1714"/>
                <a:gd name="T29" fmla="*/ 2147483646 h 2436"/>
                <a:gd name="T30" fmla="*/ 2147483646 w 1714"/>
                <a:gd name="T31" fmla="*/ 2147483646 h 2436"/>
                <a:gd name="T32" fmla="*/ 2147483646 w 1714"/>
                <a:gd name="T33" fmla="*/ 2147483646 h 2436"/>
                <a:gd name="T34" fmla="*/ 2147483646 w 1714"/>
                <a:gd name="T35" fmla="*/ 2147483646 h 2436"/>
                <a:gd name="T36" fmla="*/ 2147483646 w 1714"/>
                <a:gd name="T37" fmla="*/ 2147483646 h 2436"/>
                <a:gd name="T38" fmla="*/ 2147483646 w 1714"/>
                <a:gd name="T39" fmla="*/ 2147483646 h 2436"/>
                <a:gd name="T40" fmla="*/ 2147483646 w 1714"/>
                <a:gd name="T41" fmla="*/ 2147483646 h 2436"/>
                <a:gd name="T42" fmla="*/ 2147483646 w 1714"/>
                <a:gd name="T43" fmla="*/ 2147483646 h 2436"/>
                <a:gd name="T44" fmla="*/ 2147483646 w 1714"/>
                <a:gd name="T45" fmla="*/ 2147483646 h 2436"/>
                <a:gd name="T46" fmla="*/ 2147483646 w 1714"/>
                <a:gd name="T47" fmla="*/ 2147483646 h 2436"/>
                <a:gd name="T48" fmla="*/ 2147483646 w 1714"/>
                <a:gd name="T49" fmla="*/ 2147483646 h 2436"/>
                <a:gd name="T50" fmla="*/ 2147483646 w 1714"/>
                <a:gd name="T51" fmla="*/ 2147483646 h 2436"/>
                <a:gd name="T52" fmla="*/ 2147483646 w 1714"/>
                <a:gd name="T53" fmla="*/ 2147483646 h 2436"/>
                <a:gd name="T54" fmla="*/ 2147483646 w 1714"/>
                <a:gd name="T55" fmla="*/ 2147483646 h 2436"/>
                <a:gd name="T56" fmla="*/ 2147483646 w 1714"/>
                <a:gd name="T57" fmla="*/ 2147483646 h 2436"/>
                <a:gd name="T58" fmla="*/ 2147483646 w 1714"/>
                <a:gd name="T59" fmla="*/ 2147483646 h 2436"/>
                <a:gd name="T60" fmla="*/ 2147483646 w 1714"/>
                <a:gd name="T61" fmla="*/ 2147483646 h 2436"/>
                <a:gd name="T62" fmla="*/ 2147483646 w 1714"/>
                <a:gd name="T63" fmla="*/ 2147483646 h 2436"/>
                <a:gd name="T64" fmla="*/ 0 w 1714"/>
                <a:gd name="T65" fmla="*/ 0 h 24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14"/>
                <a:gd name="T100" fmla="*/ 0 h 2436"/>
                <a:gd name="T101" fmla="*/ 1714 w 1714"/>
                <a:gd name="T102" fmla="*/ 2436 h 24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14" h="2436">
                  <a:moveTo>
                    <a:pt x="1161" y="2436"/>
                  </a:moveTo>
                  <a:lnTo>
                    <a:pt x="1258" y="2321"/>
                  </a:lnTo>
                  <a:lnTo>
                    <a:pt x="1345" y="2211"/>
                  </a:lnTo>
                  <a:lnTo>
                    <a:pt x="1423" y="2109"/>
                  </a:lnTo>
                  <a:lnTo>
                    <a:pt x="1491" y="2014"/>
                  </a:lnTo>
                  <a:lnTo>
                    <a:pt x="1550" y="1923"/>
                  </a:lnTo>
                  <a:lnTo>
                    <a:pt x="1600" y="1838"/>
                  </a:lnTo>
                  <a:lnTo>
                    <a:pt x="1641" y="1759"/>
                  </a:lnTo>
                  <a:lnTo>
                    <a:pt x="1672" y="1684"/>
                  </a:lnTo>
                  <a:lnTo>
                    <a:pt x="1695" y="1614"/>
                  </a:lnTo>
                  <a:lnTo>
                    <a:pt x="1708" y="1546"/>
                  </a:lnTo>
                  <a:lnTo>
                    <a:pt x="1714" y="1481"/>
                  </a:lnTo>
                  <a:lnTo>
                    <a:pt x="1710" y="1420"/>
                  </a:lnTo>
                  <a:lnTo>
                    <a:pt x="1698" y="1359"/>
                  </a:lnTo>
                  <a:lnTo>
                    <a:pt x="1678" y="1302"/>
                  </a:lnTo>
                  <a:lnTo>
                    <a:pt x="1649" y="1245"/>
                  </a:lnTo>
                  <a:lnTo>
                    <a:pt x="1613" y="1188"/>
                  </a:lnTo>
                  <a:lnTo>
                    <a:pt x="1569" y="1133"/>
                  </a:lnTo>
                  <a:lnTo>
                    <a:pt x="1515" y="1076"/>
                  </a:lnTo>
                  <a:lnTo>
                    <a:pt x="1455" y="1019"/>
                  </a:lnTo>
                  <a:lnTo>
                    <a:pt x="1386" y="962"/>
                  </a:lnTo>
                  <a:lnTo>
                    <a:pt x="1311" y="901"/>
                  </a:lnTo>
                  <a:lnTo>
                    <a:pt x="1227" y="840"/>
                  </a:lnTo>
                  <a:lnTo>
                    <a:pt x="1135" y="775"/>
                  </a:lnTo>
                  <a:lnTo>
                    <a:pt x="1037" y="707"/>
                  </a:lnTo>
                  <a:lnTo>
                    <a:pt x="932" y="637"/>
                  </a:lnTo>
                  <a:lnTo>
                    <a:pt x="819" y="562"/>
                  </a:lnTo>
                  <a:lnTo>
                    <a:pt x="699" y="481"/>
                  </a:lnTo>
                  <a:lnTo>
                    <a:pt x="573" y="398"/>
                  </a:lnTo>
                  <a:lnTo>
                    <a:pt x="439" y="307"/>
                  </a:lnTo>
                  <a:lnTo>
                    <a:pt x="299" y="212"/>
                  </a:lnTo>
                  <a:lnTo>
                    <a:pt x="152" y="108"/>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8" name="Freeform 84">
              <a:extLst>
                <a:ext uri="{FF2B5EF4-FFF2-40B4-BE49-F238E27FC236}">
                  <a16:creationId xmlns:a16="http://schemas.microsoft.com/office/drawing/2014/main" id="{91A64711-8FA5-4B55-BFEF-961E09EE1A90}"/>
                </a:ext>
              </a:extLst>
            </p:cNvPr>
            <p:cNvSpPr>
              <a:spLocks/>
            </p:cNvSpPr>
            <p:nvPr/>
          </p:nvSpPr>
          <p:spPr bwMode="auto">
            <a:xfrm>
              <a:off x="4056063" y="1257300"/>
              <a:ext cx="136525" cy="68263"/>
            </a:xfrm>
            <a:custGeom>
              <a:avLst/>
              <a:gdLst>
                <a:gd name="T0" fmla="*/ 0 w 173"/>
                <a:gd name="T1" fmla="*/ 2147483646 h 87"/>
                <a:gd name="T2" fmla="*/ 2147483646 w 173"/>
                <a:gd name="T3" fmla="*/ 2147483646 h 87"/>
                <a:gd name="T4" fmla="*/ 2147483646 w 173"/>
                <a:gd name="T5" fmla="*/ 0 h 87"/>
                <a:gd name="T6" fmla="*/ 0 w 173"/>
                <a:gd name="T7" fmla="*/ 2147483646 h 87"/>
                <a:gd name="T8" fmla="*/ 0 w 173"/>
                <a:gd name="T9" fmla="*/ 2147483646 h 87"/>
                <a:gd name="T10" fmla="*/ 0 60000 65536"/>
                <a:gd name="T11" fmla="*/ 0 60000 65536"/>
                <a:gd name="T12" fmla="*/ 0 60000 65536"/>
                <a:gd name="T13" fmla="*/ 0 60000 65536"/>
                <a:gd name="T14" fmla="*/ 0 60000 65536"/>
                <a:gd name="T15" fmla="*/ 0 w 173"/>
                <a:gd name="T16" fmla="*/ 0 h 87"/>
                <a:gd name="T17" fmla="*/ 173 w 173"/>
                <a:gd name="T18" fmla="*/ 87 h 87"/>
              </a:gdLst>
              <a:ahLst/>
              <a:cxnLst>
                <a:cxn ang="T10">
                  <a:pos x="T0" y="T1"/>
                </a:cxn>
                <a:cxn ang="T11">
                  <a:pos x="T2" y="T3"/>
                </a:cxn>
                <a:cxn ang="T12">
                  <a:pos x="T4" y="T5"/>
                </a:cxn>
                <a:cxn ang="T13">
                  <a:pos x="T6" y="T7"/>
                </a:cxn>
                <a:cxn ang="T14">
                  <a:pos x="T8" y="T9"/>
                </a:cxn>
              </a:cxnLst>
              <a:rect l="T15" t="T16" r="T17" b="T18"/>
              <a:pathLst>
                <a:path w="173" h="87">
                  <a:moveTo>
                    <a:pt x="0" y="87"/>
                  </a:moveTo>
                  <a:lnTo>
                    <a:pt x="173" y="87"/>
                  </a:lnTo>
                  <a:lnTo>
                    <a:pt x="29" y="0"/>
                  </a:lnTo>
                  <a:lnTo>
                    <a:pt x="0" y="58"/>
                  </a:lnTo>
                  <a:lnTo>
                    <a:pt x="0" y="8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499" name="Freeform 85">
              <a:extLst>
                <a:ext uri="{FF2B5EF4-FFF2-40B4-BE49-F238E27FC236}">
                  <a16:creationId xmlns:a16="http://schemas.microsoft.com/office/drawing/2014/main" id="{3C596B36-4513-4EC9-9B82-A0AA71483C77}"/>
                </a:ext>
              </a:extLst>
            </p:cNvPr>
            <p:cNvSpPr>
              <a:spLocks/>
            </p:cNvSpPr>
            <p:nvPr/>
          </p:nvSpPr>
          <p:spPr bwMode="auto">
            <a:xfrm>
              <a:off x="1270000" y="1169988"/>
              <a:ext cx="2914650" cy="4210050"/>
            </a:xfrm>
            <a:custGeom>
              <a:avLst/>
              <a:gdLst>
                <a:gd name="T0" fmla="*/ 2147483646 w 3672"/>
                <a:gd name="T1" fmla="*/ 2147483646 h 5303"/>
                <a:gd name="T2" fmla="*/ 2147483646 w 3672"/>
                <a:gd name="T3" fmla="*/ 2147483646 h 5303"/>
                <a:gd name="T4" fmla="*/ 2147483646 w 3672"/>
                <a:gd name="T5" fmla="*/ 2147483646 h 5303"/>
                <a:gd name="T6" fmla="*/ 2147483646 w 3672"/>
                <a:gd name="T7" fmla="*/ 2147483646 h 5303"/>
                <a:gd name="T8" fmla="*/ 2147483646 w 3672"/>
                <a:gd name="T9" fmla="*/ 2147483646 h 5303"/>
                <a:gd name="T10" fmla="*/ 2147483646 w 3672"/>
                <a:gd name="T11" fmla="*/ 2147483646 h 5303"/>
                <a:gd name="T12" fmla="*/ 2147483646 w 3672"/>
                <a:gd name="T13" fmla="*/ 2147483646 h 5303"/>
                <a:gd name="T14" fmla="*/ 2147483646 w 3672"/>
                <a:gd name="T15" fmla="*/ 2147483646 h 5303"/>
                <a:gd name="T16" fmla="*/ 2147483646 w 3672"/>
                <a:gd name="T17" fmla="*/ 2147483646 h 5303"/>
                <a:gd name="T18" fmla="*/ 2147483646 w 3672"/>
                <a:gd name="T19" fmla="*/ 2147483646 h 5303"/>
                <a:gd name="T20" fmla="*/ 2147483646 w 3672"/>
                <a:gd name="T21" fmla="*/ 2147483646 h 5303"/>
                <a:gd name="T22" fmla="*/ 2147483646 w 3672"/>
                <a:gd name="T23" fmla="*/ 2147483646 h 5303"/>
                <a:gd name="T24" fmla="*/ 2147483646 w 3672"/>
                <a:gd name="T25" fmla="*/ 2147483646 h 5303"/>
                <a:gd name="T26" fmla="*/ 2147483646 w 3672"/>
                <a:gd name="T27" fmla="*/ 2147483646 h 5303"/>
                <a:gd name="T28" fmla="*/ 2147483646 w 3672"/>
                <a:gd name="T29" fmla="*/ 2147483646 h 5303"/>
                <a:gd name="T30" fmla="*/ 0 w 3672"/>
                <a:gd name="T31" fmla="*/ 2147483646 h 5303"/>
                <a:gd name="T32" fmla="*/ 0 w 3672"/>
                <a:gd name="T33" fmla="*/ 2147483646 h 5303"/>
                <a:gd name="T34" fmla="*/ 0 w 3672"/>
                <a:gd name="T35" fmla="*/ 2147483646 h 5303"/>
                <a:gd name="T36" fmla="*/ 0 w 3672"/>
                <a:gd name="T37" fmla="*/ 2147483646 h 5303"/>
                <a:gd name="T38" fmla="*/ 0 w 3672"/>
                <a:gd name="T39" fmla="*/ 2147483646 h 5303"/>
                <a:gd name="T40" fmla="*/ 0 w 3672"/>
                <a:gd name="T41" fmla="*/ 2147483646 h 5303"/>
                <a:gd name="T42" fmla="*/ 0 w 3672"/>
                <a:gd name="T43" fmla="*/ 2147483646 h 5303"/>
                <a:gd name="T44" fmla="*/ 0 w 3672"/>
                <a:gd name="T45" fmla="*/ 2147483646 h 5303"/>
                <a:gd name="T46" fmla="*/ 0 w 3672"/>
                <a:gd name="T47" fmla="*/ 2147483646 h 5303"/>
                <a:gd name="T48" fmla="*/ 0 w 3672"/>
                <a:gd name="T49" fmla="*/ 2147483646 h 5303"/>
                <a:gd name="T50" fmla="*/ 0 w 3672"/>
                <a:gd name="T51" fmla="*/ 2147483646 h 5303"/>
                <a:gd name="T52" fmla="*/ 0 w 3672"/>
                <a:gd name="T53" fmla="*/ 2147483646 h 5303"/>
                <a:gd name="T54" fmla="*/ 0 w 3672"/>
                <a:gd name="T55" fmla="*/ 2147483646 h 5303"/>
                <a:gd name="T56" fmla="*/ 0 w 3672"/>
                <a:gd name="T57" fmla="*/ 2147483646 h 5303"/>
                <a:gd name="T58" fmla="*/ 0 w 3672"/>
                <a:gd name="T59" fmla="*/ 2147483646 h 5303"/>
                <a:gd name="T60" fmla="*/ 0 w 3672"/>
                <a:gd name="T61" fmla="*/ 2147483646 h 5303"/>
                <a:gd name="T62" fmla="*/ 0 w 3672"/>
                <a:gd name="T63" fmla="*/ 2147483646 h 5303"/>
                <a:gd name="T64" fmla="*/ 0 w 3672"/>
                <a:gd name="T65" fmla="*/ 2147483646 h 5303"/>
                <a:gd name="T66" fmla="*/ 2147483646 w 3672"/>
                <a:gd name="T67" fmla="*/ 2147483646 h 5303"/>
                <a:gd name="T68" fmla="*/ 2147483646 w 3672"/>
                <a:gd name="T69" fmla="*/ 2147483646 h 5303"/>
                <a:gd name="T70" fmla="*/ 2147483646 w 3672"/>
                <a:gd name="T71" fmla="*/ 2147483646 h 5303"/>
                <a:gd name="T72" fmla="*/ 2147483646 w 3672"/>
                <a:gd name="T73" fmla="*/ 2147483646 h 5303"/>
                <a:gd name="T74" fmla="*/ 2147483646 w 3672"/>
                <a:gd name="T75" fmla="*/ 2147483646 h 5303"/>
                <a:gd name="T76" fmla="*/ 2147483646 w 3672"/>
                <a:gd name="T77" fmla="*/ 2147483646 h 5303"/>
                <a:gd name="T78" fmla="*/ 2147483646 w 3672"/>
                <a:gd name="T79" fmla="*/ 2147483646 h 5303"/>
                <a:gd name="T80" fmla="*/ 2147483646 w 3672"/>
                <a:gd name="T81" fmla="*/ 0 h 5303"/>
                <a:gd name="T82" fmla="*/ 2147483646 w 3672"/>
                <a:gd name="T83" fmla="*/ 0 h 5303"/>
                <a:gd name="T84" fmla="*/ 2147483646 w 3672"/>
                <a:gd name="T85" fmla="*/ 0 h 5303"/>
                <a:gd name="T86" fmla="*/ 2147483646 w 3672"/>
                <a:gd name="T87" fmla="*/ 0 h 5303"/>
                <a:gd name="T88" fmla="*/ 2147483646 w 3672"/>
                <a:gd name="T89" fmla="*/ 0 h 5303"/>
                <a:gd name="T90" fmla="*/ 2147483646 w 3672"/>
                <a:gd name="T91" fmla="*/ 0 h 5303"/>
                <a:gd name="T92" fmla="*/ 2147483646 w 3672"/>
                <a:gd name="T93" fmla="*/ 0 h 5303"/>
                <a:gd name="T94" fmla="*/ 2147483646 w 3672"/>
                <a:gd name="T95" fmla="*/ 0 h 5303"/>
                <a:gd name="T96" fmla="*/ 2147483646 w 3672"/>
                <a:gd name="T97" fmla="*/ 0 h 5303"/>
                <a:gd name="T98" fmla="*/ 2147483646 w 3672"/>
                <a:gd name="T99" fmla="*/ 0 h 5303"/>
                <a:gd name="T100" fmla="*/ 2147483646 w 3672"/>
                <a:gd name="T101" fmla="*/ 0 h 5303"/>
                <a:gd name="T102" fmla="*/ 2147483646 w 3672"/>
                <a:gd name="T103" fmla="*/ 2147483646 h 5303"/>
                <a:gd name="T104" fmla="*/ 2147483646 w 3672"/>
                <a:gd name="T105" fmla="*/ 2147483646 h 5303"/>
                <a:gd name="T106" fmla="*/ 2147483646 w 3672"/>
                <a:gd name="T107" fmla="*/ 2147483646 h 5303"/>
                <a:gd name="T108" fmla="*/ 2147483646 w 3672"/>
                <a:gd name="T109" fmla="*/ 2147483646 h 5303"/>
                <a:gd name="T110" fmla="*/ 2147483646 w 3672"/>
                <a:gd name="T111" fmla="*/ 2147483646 h 5303"/>
                <a:gd name="T112" fmla="*/ 2147483646 w 3672"/>
                <a:gd name="T113" fmla="*/ 2147483646 h 53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72"/>
                <a:gd name="T172" fmla="*/ 0 h 5303"/>
                <a:gd name="T173" fmla="*/ 3672 w 3672"/>
                <a:gd name="T174" fmla="*/ 5303 h 53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72" h="5303">
                  <a:moveTo>
                    <a:pt x="3672" y="5303"/>
                  </a:moveTo>
                  <a:lnTo>
                    <a:pt x="3521" y="5303"/>
                  </a:lnTo>
                  <a:lnTo>
                    <a:pt x="3380" y="5303"/>
                  </a:lnTo>
                  <a:lnTo>
                    <a:pt x="3250" y="5303"/>
                  </a:lnTo>
                  <a:lnTo>
                    <a:pt x="3131" y="5303"/>
                  </a:lnTo>
                  <a:lnTo>
                    <a:pt x="3020" y="5303"/>
                  </a:lnTo>
                  <a:lnTo>
                    <a:pt x="2918" y="5303"/>
                  </a:lnTo>
                  <a:lnTo>
                    <a:pt x="2824" y="5303"/>
                  </a:lnTo>
                  <a:lnTo>
                    <a:pt x="2739" y="5303"/>
                  </a:lnTo>
                  <a:lnTo>
                    <a:pt x="2659" y="5303"/>
                  </a:lnTo>
                  <a:lnTo>
                    <a:pt x="2585" y="5303"/>
                  </a:lnTo>
                  <a:lnTo>
                    <a:pt x="2518" y="5303"/>
                  </a:lnTo>
                  <a:lnTo>
                    <a:pt x="2454" y="5303"/>
                  </a:lnTo>
                  <a:lnTo>
                    <a:pt x="2395" y="5303"/>
                  </a:lnTo>
                  <a:lnTo>
                    <a:pt x="2339" y="5303"/>
                  </a:lnTo>
                  <a:lnTo>
                    <a:pt x="2288" y="5303"/>
                  </a:lnTo>
                  <a:lnTo>
                    <a:pt x="2237" y="5303"/>
                  </a:lnTo>
                  <a:lnTo>
                    <a:pt x="2187" y="5303"/>
                  </a:lnTo>
                  <a:lnTo>
                    <a:pt x="2139" y="5303"/>
                  </a:lnTo>
                  <a:lnTo>
                    <a:pt x="2090" y="5303"/>
                  </a:lnTo>
                  <a:lnTo>
                    <a:pt x="2041" y="5303"/>
                  </a:lnTo>
                  <a:lnTo>
                    <a:pt x="1992" y="5303"/>
                  </a:lnTo>
                  <a:lnTo>
                    <a:pt x="1941" y="5303"/>
                  </a:lnTo>
                  <a:lnTo>
                    <a:pt x="1886" y="5303"/>
                  </a:lnTo>
                  <a:lnTo>
                    <a:pt x="1828" y="5303"/>
                  </a:lnTo>
                  <a:lnTo>
                    <a:pt x="1768" y="5303"/>
                  </a:lnTo>
                  <a:lnTo>
                    <a:pt x="1702" y="5303"/>
                  </a:lnTo>
                  <a:lnTo>
                    <a:pt x="1631" y="5303"/>
                  </a:lnTo>
                  <a:lnTo>
                    <a:pt x="1555" y="5303"/>
                  </a:lnTo>
                  <a:lnTo>
                    <a:pt x="1473" y="5303"/>
                  </a:lnTo>
                  <a:lnTo>
                    <a:pt x="1382" y="5303"/>
                  </a:lnTo>
                  <a:lnTo>
                    <a:pt x="1284" y="5303"/>
                  </a:lnTo>
                  <a:lnTo>
                    <a:pt x="1179" y="5303"/>
                  </a:lnTo>
                  <a:lnTo>
                    <a:pt x="1071" y="5303"/>
                  </a:lnTo>
                  <a:lnTo>
                    <a:pt x="972" y="5303"/>
                  </a:lnTo>
                  <a:lnTo>
                    <a:pt x="877" y="5302"/>
                  </a:lnTo>
                  <a:lnTo>
                    <a:pt x="791" y="5302"/>
                  </a:lnTo>
                  <a:lnTo>
                    <a:pt x="709" y="5299"/>
                  </a:lnTo>
                  <a:lnTo>
                    <a:pt x="632" y="5296"/>
                  </a:lnTo>
                  <a:lnTo>
                    <a:pt x="563" y="5292"/>
                  </a:lnTo>
                  <a:lnTo>
                    <a:pt x="498" y="5288"/>
                  </a:lnTo>
                  <a:lnTo>
                    <a:pt x="438" y="5280"/>
                  </a:lnTo>
                  <a:lnTo>
                    <a:pt x="383" y="5272"/>
                  </a:lnTo>
                  <a:lnTo>
                    <a:pt x="334" y="5262"/>
                  </a:lnTo>
                  <a:lnTo>
                    <a:pt x="288" y="5250"/>
                  </a:lnTo>
                  <a:lnTo>
                    <a:pt x="248" y="5234"/>
                  </a:lnTo>
                  <a:lnTo>
                    <a:pt x="211" y="5219"/>
                  </a:lnTo>
                  <a:lnTo>
                    <a:pt x="178" y="5198"/>
                  </a:lnTo>
                  <a:lnTo>
                    <a:pt x="149" y="5175"/>
                  </a:lnTo>
                  <a:lnTo>
                    <a:pt x="123" y="5151"/>
                  </a:lnTo>
                  <a:lnTo>
                    <a:pt x="100" y="5122"/>
                  </a:lnTo>
                  <a:lnTo>
                    <a:pt x="80" y="5090"/>
                  </a:lnTo>
                  <a:lnTo>
                    <a:pt x="62" y="5054"/>
                  </a:lnTo>
                  <a:lnTo>
                    <a:pt x="49" y="5016"/>
                  </a:lnTo>
                  <a:lnTo>
                    <a:pt x="36" y="4972"/>
                  </a:lnTo>
                  <a:lnTo>
                    <a:pt x="26" y="4925"/>
                  </a:lnTo>
                  <a:lnTo>
                    <a:pt x="19" y="4873"/>
                  </a:lnTo>
                  <a:lnTo>
                    <a:pt x="13" y="4817"/>
                  </a:lnTo>
                  <a:lnTo>
                    <a:pt x="9" y="4757"/>
                  </a:lnTo>
                  <a:lnTo>
                    <a:pt x="5" y="4690"/>
                  </a:lnTo>
                  <a:lnTo>
                    <a:pt x="3" y="4620"/>
                  </a:lnTo>
                  <a:lnTo>
                    <a:pt x="2" y="4544"/>
                  </a:lnTo>
                  <a:lnTo>
                    <a:pt x="0" y="4463"/>
                  </a:lnTo>
                  <a:lnTo>
                    <a:pt x="0" y="4377"/>
                  </a:lnTo>
                  <a:lnTo>
                    <a:pt x="0" y="4283"/>
                  </a:lnTo>
                  <a:lnTo>
                    <a:pt x="0" y="4191"/>
                  </a:lnTo>
                  <a:lnTo>
                    <a:pt x="0" y="4103"/>
                  </a:lnTo>
                  <a:lnTo>
                    <a:pt x="0" y="4022"/>
                  </a:lnTo>
                  <a:lnTo>
                    <a:pt x="0" y="3946"/>
                  </a:lnTo>
                  <a:lnTo>
                    <a:pt x="0" y="3874"/>
                  </a:lnTo>
                  <a:lnTo>
                    <a:pt x="0" y="3807"/>
                  </a:lnTo>
                  <a:lnTo>
                    <a:pt x="0" y="3743"/>
                  </a:lnTo>
                  <a:lnTo>
                    <a:pt x="0" y="3684"/>
                  </a:lnTo>
                  <a:lnTo>
                    <a:pt x="0" y="3628"/>
                  </a:lnTo>
                  <a:lnTo>
                    <a:pt x="0" y="3576"/>
                  </a:lnTo>
                  <a:lnTo>
                    <a:pt x="0" y="3527"/>
                  </a:lnTo>
                  <a:lnTo>
                    <a:pt x="0" y="3480"/>
                  </a:lnTo>
                  <a:lnTo>
                    <a:pt x="0" y="3435"/>
                  </a:lnTo>
                  <a:lnTo>
                    <a:pt x="0" y="3393"/>
                  </a:lnTo>
                  <a:lnTo>
                    <a:pt x="0" y="3353"/>
                  </a:lnTo>
                  <a:lnTo>
                    <a:pt x="0" y="3314"/>
                  </a:lnTo>
                  <a:lnTo>
                    <a:pt x="0" y="3277"/>
                  </a:lnTo>
                  <a:lnTo>
                    <a:pt x="0" y="3239"/>
                  </a:lnTo>
                  <a:lnTo>
                    <a:pt x="0" y="3204"/>
                  </a:lnTo>
                  <a:lnTo>
                    <a:pt x="0" y="3168"/>
                  </a:lnTo>
                  <a:lnTo>
                    <a:pt x="0" y="3132"/>
                  </a:lnTo>
                  <a:lnTo>
                    <a:pt x="0" y="3096"/>
                  </a:lnTo>
                  <a:lnTo>
                    <a:pt x="0" y="3058"/>
                  </a:lnTo>
                  <a:lnTo>
                    <a:pt x="0" y="3021"/>
                  </a:lnTo>
                  <a:lnTo>
                    <a:pt x="0" y="2982"/>
                  </a:lnTo>
                  <a:lnTo>
                    <a:pt x="0" y="2942"/>
                  </a:lnTo>
                  <a:lnTo>
                    <a:pt x="0" y="2900"/>
                  </a:lnTo>
                  <a:lnTo>
                    <a:pt x="0" y="2855"/>
                  </a:lnTo>
                  <a:lnTo>
                    <a:pt x="0" y="2809"/>
                  </a:lnTo>
                  <a:lnTo>
                    <a:pt x="0" y="2759"/>
                  </a:lnTo>
                  <a:lnTo>
                    <a:pt x="0" y="2707"/>
                  </a:lnTo>
                  <a:lnTo>
                    <a:pt x="0" y="2651"/>
                  </a:lnTo>
                  <a:lnTo>
                    <a:pt x="0" y="2596"/>
                  </a:lnTo>
                  <a:lnTo>
                    <a:pt x="0" y="2543"/>
                  </a:lnTo>
                  <a:lnTo>
                    <a:pt x="0" y="2494"/>
                  </a:lnTo>
                  <a:lnTo>
                    <a:pt x="0" y="2448"/>
                  </a:lnTo>
                  <a:lnTo>
                    <a:pt x="0" y="2403"/>
                  </a:lnTo>
                  <a:lnTo>
                    <a:pt x="0" y="2360"/>
                  </a:lnTo>
                  <a:lnTo>
                    <a:pt x="0" y="2320"/>
                  </a:lnTo>
                  <a:lnTo>
                    <a:pt x="0" y="2281"/>
                  </a:lnTo>
                  <a:lnTo>
                    <a:pt x="0" y="2243"/>
                  </a:lnTo>
                  <a:lnTo>
                    <a:pt x="0" y="2207"/>
                  </a:lnTo>
                  <a:lnTo>
                    <a:pt x="0" y="2170"/>
                  </a:lnTo>
                  <a:lnTo>
                    <a:pt x="0" y="2136"/>
                  </a:lnTo>
                  <a:lnTo>
                    <a:pt x="0" y="2100"/>
                  </a:lnTo>
                  <a:lnTo>
                    <a:pt x="0" y="2062"/>
                  </a:lnTo>
                  <a:lnTo>
                    <a:pt x="0" y="2026"/>
                  </a:lnTo>
                  <a:lnTo>
                    <a:pt x="0" y="1989"/>
                  </a:lnTo>
                  <a:lnTo>
                    <a:pt x="0" y="1950"/>
                  </a:lnTo>
                  <a:lnTo>
                    <a:pt x="0" y="1910"/>
                  </a:lnTo>
                  <a:lnTo>
                    <a:pt x="0" y="1866"/>
                  </a:lnTo>
                  <a:lnTo>
                    <a:pt x="0" y="1823"/>
                  </a:lnTo>
                  <a:lnTo>
                    <a:pt x="0" y="1776"/>
                  </a:lnTo>
                  <a:lnTo>
                    <a:pt x="0" y="1727"/>
                  </a:lnTo>
                  <a:lnTo>
                    <a:pt x="0" y="1674"/>
                  </a:lnTo>
                  <a:lnTo>
                    <a:pt x="0" y="1619"/>
                  </a:lnTo>
                  <a:lnTo>
                    <a:pt x="0" y="1560"/>
                  </a:lnTo>
                  <a:lnTo>
                    <a:pt x="0" y="1496"/>
                  </a:lnTo>
                  <a:lnTo>
                    <a:pt x="0" y="1429"/>
                  </a:lnTo>
                  <a:lnTo>
                    <a:pt x="0" y="1357"/>
                  </a:lnTo>
                  <a:lnTo>
                    <a:pt x="0" y="1281"/>
                  </a:lnTo>
                  <a:lnTo>
                    <a:pt x="0" y="1199"/>
                  </a:lnTo>
                  <a:lnTo>
                    <a:pt x="0" y="1112"/>
                  </a:lnTo>
                  <a:lnTo>
                    <a:pt x="0" y="1019"/>
                  </a:lnTo>
                  <a:lnTo>
                    <a:pt x="0" y="927"/>
                  </a:lnTo>
                  <a:lnTo>
                    <a:pt x="0" y="840"/>
                  </a:lnTo>
                  <a:lnTo>
                    <a:pt x="2" y="758"/>
                  </a:lnTo>
                  <a:lnTo>
                    <a:pt x="3" y="683"/>
                  </a:lnTo>
                  <a:lnTo>
                    <a:pt x="5" y="613"/>
                  </a:lnTo>
                  <a:lnTo>
                    <a:pt x="8" y="547"/>
                  </a:lnTo>
                  <a:lnTo>
                    <a:pt x="12" y="486"/>
                  </a:lnTo>
                  <a:lnTo>
                    <a:pt x="18" y="430"/>
                  </a:lnTo>
                  <a:lnTo>
                    <a:pt x="26" y="378"/>
                  </a:lnTo>
                  <a:lnTo>
                    <a:pt x="35" y="331"/>
                  </a:lnTo>
                  <a:lnTo>
                    <a:pt x="47" y="287"/>
                  </a:lnTo>
                  <a:lnTo>
                    <a:pt x="60" y="249"/>
                  </a:lnTo>
                  <a:lnTo>
                    <a:pt x="77" y="213"/>
                  </a:lnTo>
                  <a:lnTo>
                    <a:pt x="95" y="181"/>
                  </a:lnTo>
                  <a:lnTo>
                    <a:pt x="117" y="152"/>
                  </a:lnTo>
                  <a:lnTo>
                    <a:pt x="142" y="126"/>
                  </a:lnTo>
                  <a:lnTo>
                    <a:pt x="169" y="105"/>
                  </a:lnTo>
                  <a:lnTo>
                    <a:pt x="201" y="85"/>
                  </a:lnTo>
                  <a:lnTo>
                    <a:pt x="235" y="67"/>
                  </a:lnTo>
                  <a:lnTo>
                    <a:pt x="275" y="53"/>
                  </a:lnTo>
                  <a:lnTo>
                    <a:pt x="319" y="41"/>
                  </a:lnTo>
                  <a:lnTo>
                    <a:pt x="366" y="31"/>
                  </a:lnTo>
                  <a:lnTo>
                    <a:pt x="418" y="23"/>
                  </a:lnTo>
                  <a:lnTo>
                    <a:pt x="474" y="15"/>
                  </a:lnTo>
                  <a:lnTo>
                    <a:pt x="536" y="10"/>
                  </a:lnTo>
                  <a:lnTo>
                    <a:pt x="602" y="7"/>
                  </a:lnTo>
                  <a:lnTo>
                    <a:pt x="674" y="4"/>
                  </a:lnTo>
                  <a:lnTo>
                    <a:pt x="752" y="1"/>
                  </a:lnTo>
                  <a:lnTo>
                    <a:pt x="835" y="0"/>
                  </a:lnTo>
                  <a:lnTo>
                    <a:pt x="925" y="0"/>
                  </a:lnTo>
                  <a:lnTo>
                    <a:pt x="1021" y="0"/>
                  </a:lnTo>
                  <a:lnTo>
                    <a:pt x="1123" y="0"/>
                  </a:lnTo>
                  <a:lnTo>
                    <a:pt x="1225" y="0"/>
                  </a:lnTo>
                  <a:lnTo>
                    <a:pt x="1320" y="0"/>
                  </a:lnTo>
                  <a:lnTo>
                    <a:pt x="1410" y="0"/>
                  </a:lnTo>
                  <a:lnTo>
                    <a:pt x="1493" y="0"/>
                  </a:lnTo>
                  <a:lnTo>
                    <a:pt x="1572" y="0"/>
                  </a:lnTo>
                  <a:lnTo>
                    <a:pt x="1644" y="0"/>
                  </a:lnTo>
                  <a:lnTo>
                    <a:pt x="1712" y="0"/>
                  </a:lnTo>
                  <a:lnTo>
                    <a:pt x="1775" y="0"/>
                  </a:lnTo>
                  <a:lnTo>
                    <a:pt x="1833" y="0"/>
                  </a:lnTo>
                  <a:lnTo>
                    <a:pt x="1887" y="0"/>
                  </a:lnTo>
                  <a:lnTo>
                    <a:pt x="1936" y="0"/>
                  </a:lnTo>
                  <a:lnTo>
                    <a:pt x="1982" y="0"/>
                  </a:lnTo>
                  <a:lnTo>
                    <a:pt x="2026" y="0"/>
                  </a:lnTo>
                  <a:lnTo>
                    <a:pt x="2064" y="0"/>
                  </a:lnTo>
                  <a:lnTo>
                    <a:pt x="2099" y="0"/>
                  </a:lnTo>
                  <a:lnTo>
                    <a:pt x="2132" y="0"/>
                  </a:lnTo>
                  <a:lnTo>
                    <a:pt x="2162" y="0"/>
                  </a:lnTo>
                  <a:lnTo>
                    <a:pt x="2191" y="0"/>
                  </a:lnTo>
                  <a:lnTo>
                    <a:pt x="2217" y="0"/>
                  </a:lnTo>
                  <a:lnTo>
                    <a:pt x="2240" y="0"/>
                  </a:lnTo>
                  <a:lnTo>
                    <a:pt x="2263" y="0"/>
                  </a:lnTo>
                  <a:lnTo>
                    <a:pt x="2283" y="0"/>
                  </a:lnTo>
                  <a:lnTo>
                    <a:pt x="2303" y="0"/>
                  </a:lnTo>
                  <a:lnTo>
                    <a:pt x="2322" y="0"/>
                  </a:lnTo>
                  <a:lnTo>
                    <a:pt x="2341" y="0"/>
                  </a:lnTo>
                  <a:lnTo>
                    <a:pt x="2358" y="0"/>
                  </a:lnTo>
                  <a:lnTo>
                    <a:pt x="2375" y="0"/>
                  </a:lnTo>
                  <a:lnTo>
                    <a:pt x="2393" y="0"/>
                  </a:lnTo>
                  <a:lnTo>
                    <a:pt x="2411" y="0"/>
                  </a:lnTo>
                  <a:lnTo>
                    <a:pt x="2430" y="0"/>
                  </a:lnTo>
                  <a:lnTo>
                    <a:pt x="2449" y="0"/>
                  </a:lnTo>
                  <a:lnTo>
                    <a:pt x="2469" y="0"/>
                  </a:lnTo>
                  <a:lnTo>
                    <a:pt x="2488" y="0"/>
                  </a:lnTo>
                  <a:lnTo>
                    <a:pt x="2506" y="0"/>
                  </a:lnTo>
                  <a:lnTo>
                    <a:pt x="2524" y="0"/>
                  </a:lnTo>
                  <a:lnTo>
                    <a:pt x="2541" y="0"/>
                  </a:lnTo>
                  <a:lnTo>
                    <a:pt x="2558" y="0"/>
                  </a:lnTo>
                  <a:lnTo>
                    <a:pt x="2574" y="0"/>
                  </a:lnTo>
                  <a:lnTo>
                    <a:pt x="2591" y="1"/>
                  </a:lnTo>
                  <a:lnTo>
                    <a:pt x="2607" y="1"/>
                  </a:lnTo>
                  <a:lnTo>
                    <a:pt x="2624" y="2"/>
                  </a:lnTo>
                  <a:lnTo>
                    <a:pt x="2642" y="2"/>
                  </a:lnTo>
                  <a:lnTo>
                    <a:pt x="2660" y="4"/>
                  </a:lnTo>
                  <a:lnTo>
                    <a:pt x="2680" y="5"/>
                  </a:lnTo>
                  <a:lnTo>
                    <a:pt x="2701" y="8"/>
                  </a:lnTo>
                  <a:lnTo>
                    <a:pt x="2722" y="11"/>
                  </a:lnTo>
                  <a:lnTo>
                    <a:pt x="2745" y="14"/>
                  </a:lnTo>
                  <a:lnTo>
                    <a:pt x="2770" y="17"/>
                  </a:lnTo>
                  <a:lnTo>
                    <a:pt x="2796" y="20"/>
                  </a:lnTo>
                  <a:lnTo>
                    <a:pt x="2823" y="24"/>
                  </a:lnTo>
                  <a:lnTo>
                    <a:pt x="2853" y="30"/>
                  </a:lnTo>
                  <a:lnTo>
                    <a:pt x="2886" y="34"/>
                  </a:lnTo>
                  <a:lnTo>
                    <a:pt x="2921" y="40"/>
                  </a:lnTo>
                  <a:lnTo>
                    <a:pt x="2958" y="47"/>
                  </a:lnTo>
                  <a:lnTo>
                    <a:pt x="2999" y="54"/>
                  </a:lnTo>
                  <a:lnTo>
                    <a:pt x="3042" y="61"/>
                  </a:lnTo>
                  <a:lnTo>
                    <a:pt x="3088" y="70"/>
                  </a:lnTo>
                  <a:lnTo>
                    <a:pt x="3137" y="80"/>
                  </a:lnTo>
                  <a:lnTo>
                    <a:pt x="3190" y="90"/>
                  </a:lnTo>
                  <a:lnTo>
                    <a:pt x="3246" y="100"/>
                  </a:lnTo>
                  <a:lnTo>
                    <a:pt x="3305" y="113"/>
                  </a:lnTo>
                  <a:lnTo>
                    <a:pt x="3370" y="125"/>
                  </a:lnTo>
                  <a:lnTo>
                    <a:pt x="3438" y="139"/>
                  </a:lnTo>
                  <a:lnTo>
                    <a:pt x="3509" y="15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0" name="Rectangle 86">
              <a:extLst>
                <a:ext uri="{FF2B5EF4-FFF2-40B4-BE49-F238E27FC236}">
                  <a16:creationId xmlns:a16="http://schemas.microsoft.com/office/drawing/2014/main" id="{55076633-BD18-4A7B-8752-4476EEBC2477}"/>
                </a:ext>
              </a:extLst>
            </p:cNvPr>
            <p:cNvSpPr>
              <a:spLocks noChangeArrowheads="1"/>
            </p:cNvSpPr>
            <p:nvPr/>
          </p:nvSpPr>
          <p:spPr bwMode="auto">
            <a:xfrm>
              <a:off x="1958975" y="26717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1" name="Line 87">
              <a:extLst>
                <a:ext uri="{FF2B5EF4-FFF2-40B4-BE49-F238E27FC236}">
                  <a16:creationId xmlns:a16="http://schemas.microsoft.com/office/drawing/2014/main" id="{6A554EC6-69D6-45F4-8CFF-5177DE2A5774}"/>
                </a:ext>
              </a:extLst>
            </p:cNvPr>
            <p:cNvSpPr>
              <a:spLocks noChangeShapeType="1"/>
            </p:cNvSpPr>
            <p:nvPr/>
          </p:nvSpPr>
          <p:spPr bwMode="auto">
            <a:xfrm flipH="1">
              <a:off x="6157913" y="17827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2" name="Line 88">
              <a:extLst>
                <a:ext uri="{FF2B5EF4-FFF2-40B4-BE49-F238E27FC236}">
                  <a16:creationId xmlns:a16="http://schemas.microsoft.com/office/drawing/2014/main" id="{9C0AA672-CF86-4D23-9D65-275E1AEA38B8}"/>
                </a:ext>
              </a:extLst>
            </p:cNvPr>
            <p:cNvSpPr>
              <a:spLocks noChangeShapeType="1"/>
            </p:cNvSpPr>
            <p:nvPr/>
          </p:nvSpPr>
          <p:spPr bwMode="auto">
            <a:xfrm flipH="1">
              <a:off x="6318250" y="17827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3" name="Rectangle 89">
              <a:extLst>
                <a:ext uri="{FF2B5EF4-FFF2-40B4-BE49-F238E27FC236}">
                  <a16:creationId xmlns:a16="http://schemas.microsoft.com/office/drawing/2014/main" id="{98B72C48-4DB7-4527-9AEB-FEB480AB7DE7}"/>
                </a:ext>
              </a:extLst>
            </p:cNvPr>
            <p:cNvSpPr>
              <a:spLocks noChangeArrowheads="1"/>
            </p:cNvSpPr>
            <p:nvPr/>
          </p:nvSpPr>
          <p:spPr bwMode="auto">
            <a:xfrm>
              <a:off x="6132513" y="1792288"/>
              <a:ext cx="385762"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4" name="Line 90">
              <a:extLst>
                <a:ext uri="{FF2B5EF4-FFF2-40B4-BE49-F238E27FC236}">
                  <a16:creationId xmlns:a16="http://schemas.microsoft.com/office/drawing/2014/main" id="{E224A165-8165-4C11-AD35-BFFA6584ADED}"/>
                </a:ext>
              </a:extLst>
            </p:cNvPr>
            <p:cNvSpPr>
              <a:spLocks noChangeShapeType="1"/>
            </p:cNvSpPr>
            <p:nvPr/>
          </p:nvSpPr>
          <p:spPr bwMode="auto">
            <a:xfrm flipH="1">
              <a:off x="2593975" y="1828800"/>
              <a:ext cx="90488"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5" name="Line 91">
              <a:extLst>
                <a:ext uri="{FF2B5EF4-FFF2-40B4-BE49-F238E27FC236}">
                  <a16:creationId xmlns:a16="http://schemas.microsoft.com/office/drawing/2014/main" id="{B5976BA0-A04E-4EA3-8301-6E96747604AC}"/>
                </a:ext>
              </a:extLst>
            </p:cNvPr>
            <p:cNvSpPr>
              <a:spLocks noChangeShapeType="1"/>
            </p:cNvSpPr>
            <p:nvPr/>
          </p:nvSpPr>
          <p:spPr bwMode="auto">
            <a:xfrm flipH="1">
              <a:off x="2754313" y="18288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6" name="Rectangle 92">
              <a:extLst>
                <a:ext uri="{FF2B5EF4-FFF2-40B4-BE49-F238E27FC236}">
                  <a16:creationId xmlns:a16="http://schemas.microsoft.com/office/drawing/2014/main" id="{BA54305A-7DE2-4842-B179-9FB8A9E6A3B2}"/>
                </a:ext>
              </a:extLst>
            </p:cNvPr>
            <p:cNvSpPr>
              <a:spLocks noChangeArrowheads="1"/>
            </p:cNvSpPr>
            <p:nvPr/>
          </p:nvSpPr>
          <p:spPr bwMode="auto">
            <a:xfrm>
              <a:off x="2566988" y="1849438"/>
              <a:ext cx="385762"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7" name="Line 93">
              <a:extLst>
                <a:ext uri="{FF2B5EF4-FFF2-40B4-BE49-F238E27FC236}">
                  <a16:creationId xmlns:a16="http://schemas.microsoft.com/office/drawing/2014/main" id="{C7784B9F-1FE4-4C34-8CD8-0F4C6FAA76D3}"/>
                </a:ext>
              </a:extLst>
            </p:cNvPr>
            <p:cNvSpPr>
              <a:spLocks noChangeShapeType="1"/>
            </p:cNvSpPr>
            <p:nvPr/>
          </p:nvSpPr>
          <p:spPr bwMode="auto">
            <a:xfrm flipH="1">
              <a:off x="7186613" y="13716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8" name="Line 94">
              <a:extLst>
                <a:ext uri="{FF2B5EF4-FFF2-40B4-BE49-F238E27FC236}">
                  <a16:creationId xmlns:a16="http://schemas.microsoft.com/office/drawing/2014/main" id="{D5494189-2725-46E7-B7FD-9AFEF26B8ECF}"/>
                </a:ext>
              </a:extLst>
            </p:cNvPr>
            <p:cNvSpPr>
              <a:spLocks noChangeShapeType="1"/>
            </p:cNvSpPr>
            <p:nvPr/>
          </p:nvSpPr>
          <p:spPr bwMode="auto">
            <a:xfrm flipH="1">
              <a:off x="7346950" y="13716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09" name="Rectangle 95">
              <a:extLst>
                <a:ext uri="{FF2B5EF4-FFF2-40B4-BE49-F238E27FC236}">
                  <a16:creationId xmlns:a16="http://schemas.microsoft.com/office/drawing/2014/main" id="{30847CB4-BADA-4133-9229-5ADC4AA34A98}"/>
                </a:ext>
              </a:extLst>
            </p:cNvPr>
            <p:cNvSpPr>
              <a:spLocks noChangeArrowheads="1"/>
            </p:cNvSpPr>
            <p:nvPr/>
          </p:nvSpPr>
          <p:spPr bwMode="auto">
            <a:xfrm>
              <a:off x="7161213" y="1377950"/>
              <a:ext cx="385762"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0" name="Line 96">
              <a:extLst>
                <a:ext uri="{FF2B5EF4-FFF2-40B4-BE49-F238E27FC236}">
                  <a16:creationId xmlns:a16="http://schemas.microsoft.com/office/drawing/2014/main" id="{DD58EC50-B677-4614-A2BD-E3A0C2280C49}"/>
                </a:ext>
              </a:extLst>
            </p:cNvPr>
            <p:cNvSpPr>
              <a:spLocks noChangeShapeType="1"/>
            </p:cNvSpPr>
            <p:nvPr/>
          </p:nvSpPr>
          <p:spPr bwMode="auto">
            <a:xfrm flipH="1">
              <a:off x="1611313" y="13716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1" name="Line 97">
              <a:extLst>
                <a:ext uri="{FF2B5EF4-FFF2-40B4-BE49-F238E27FC236}">
                  <a16:creationId xmlns:a16="http://schemas.microsoft.com/office/drawing/2014/main" id="{486940CE-8CA6-492D-85F5-BBB221601F6D}"/>
                </a:ext>
              </a:extLst>
            </p:cNvPr>
            <p:cNvSpPr>
              <a:spLocks noChangeShapeType="1"/>
            </p:cNvSpPr>
            <p:nvPr/>
          </p:nvSpPr>
          <p:spPr bwMode="auto">
            <a:xfrm flipH="1">
              <a:off x="1771650" y="13716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2" name="Rectangle 98">
              <a:extLst>
                <a:ext uri="{FF2B5EF4-FFF2-40B4-BE49-F238E27FC236}">
                  <a16:creationId xmlns:a16="http://schemas.microsoft.com/office/drawing/2014/main" id="{3E0D0D15-7F0C-4A6C-9B5A-DD04D9E4756B}"/>
                </a:ext>
              </a:extLst>
            </p:cNvPr>
            <p:cNvSpPr>
              <a:spLocks noChangeArrowheads="1"/>
            </p:cNvSpPr>
            <p:nvPr/>
          </p:nvSpPr>
          <p:spPr bwMode="auto">
            <a:xfrm>
              <a:off x="1600200" y="1377950"/>
              <a:ext cx="3857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3" name="Line 99">
              <a:extLst>
                <a:ext uri="{FF2B5EF4-FFF2-40B4-BE49-F238E27FC236}">
                  <a16:creationId xmlns:a16="http://schemas.microsoft.com/office/drawing/2014/main" id="{93A14364-3DBC-48BA-9A93-F2C0CBB1C2B9}"/>
                </a:ext>
              </a:extLst>
            </p:cNvPr>
            <p:cNvSpPr>
              <a:spLocks noChangeShapeType="1"/>
            </p:cNvSpPr>
            <p:nvPr/>
          </p:nvSpPr>
          <p:spPr bwMode="auto">
            <a:xfrm flipH="1">
              <a:off x="1017588" y="10287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4" name="Line 100">
              <a:extLst>
                <a:ext uri="{FF2B5EF4-FFF2-40B4-BE49-F238E27FC236}">
                  <a16:creationId xmlns:a16="http://schemas.microsoft.com/office/drawing/2014/main" id="{6281EB79-AC6D-4803-AC33-F3744D107A9E}"/>
                </a:ext>
              </a:extLst>
            </p:cNvPr>
            <p:cNvSpPr>
              <a:spLocks noChangeShapeType="1"/>
            </p:cNvSpPr>
            <p:nvPr/>
          </p:nvSpPr>
          <p:spPr bwMode="auto">
            <a:xfrm flipH="1">
              <a:off x="1176338" y="102870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5" name="Rectangle 101">
              <a:extLst>
                <a:ext uri="{FF2B5EF4-FFF2-40B4-BE49-F238E27FC236}">
                  <a16:creationId xmlns:a16="http://schemas.microsoft.com/office/drawing/2014/main" id="{98D5D929-B9B3-42DE-87F5-04F0047260CC}"/>
                </a:ext>
              </a:extLst>
            </p:cNvPr>
            <p:cNvSpPr>
              <a:spLocks noChangeArrowheads="1"/>
            </p:cNvSpPr>
            <p:nvPr/>
          </p:nvSpPr>
          <p:spPr bwMode="auto">
            <a:xfrm>
              <a:off x="998538" y="1039813"/>
              <a:ext cx="385762"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6" name="Line 102">
              <a:extLst>
                <a:ext uri="{FF2B5EF4-FFF2-40B4-BE49-F238E27FC236}">
                  <a16:creationId xmlns:a16="http://schemas.microsoft.com/office/drawing/2014/main" id="{76284FC9-9FE8-4C98-BCFD-D0B30CAAD01D}"/>
                </a:ext>
              </a:extLst>
            </p:cNvPr>
            <p:cNvSpPr>
              <a:spLocks noChangeShapeType="1"/>
            </p:cNvSpPr>
            <p:nvPr/>
          </p:nvSpPr>
          <p:spPr bwMode="auto">
            <a:xfrm flipH="1">
              <a:off x="6821488" y="3976688"/>
              <a:ext cx="90487"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7" name="Line 103">
              <a:extLst>
                <a:ext uri="{FF2B5EF4-FFF2-40B4-BE49-F238E27FC236}">
                  <a16:creationId xmlns:a16="http://schemas.microsoft.com/office/drawing/2014/main" id="{72B62DAE-808B-43AA-A556-9B6D62E8A910}"/>
                </a:ext>
              </a:extLst>
            </p:cNvPr>
            <p:cNvSpPr>
              <a:spLocks noChangeShapeType="1"/>
            </p:cNvSpPr>
            <p:nvPr/>
          </p:nvSpPr>
          <p:spPr bwMode="auto">
            <a:xfrm flipH="1">
              <a:off x="6980238" y="3976688"/>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8" name="Rectangle 104">
              <a:extLst>
                <a:ext uri="{FF2B5EF4-FFF2-40B4-BE49-F238E27FC236}">
                  <a16:creationId xmlns:a16="http://schemas.microsoft.com/office/drawing/2014/main" id="{03DCF638-F321-4489-8DD8-1E9FF6427E75}"/>
                </a:ext>
              </a:extLst>
            </p:cNvPr>
            <p:cNvSpPr>
              <a:spLocks noChangeArrowheads="1"/>
            </p:cNvSpPr>
            <p:nvPr/>
          </p:nvSpPr>
          <p:spPr bwMode="auto">
            <a:xfrm>
              <a:off x="6791325" y="3978275"/>
              <a:ext cx="3857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19" name="Line 105">
              <a:extLst>
                <a:ext uri="{FF2B5EF4-FFF2-40B4-BE49-F238E27FC236}">
                  <a16:creationId xmlns:a16="http://schemas.microsoft.com/office/drawing/2014/main" id="{A3572FDC-069E-4301-9033-500B43267255}"/>
                </a:ext>
              </a:extLst>
            </p:cNvPr>
            <p:cNvSpPr>
              <a:spLocks noChangeShapeType="1"/>
            </p:cNvSpPr>
            <p:nvPr/>
          </p:nvSpPr>
          <p:spPr bwMode="auto">
            <a:xfrm flipH="1">
              <a:off x="4489450" y="356552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0" name="Line 106">
              <a:extLst>
                <a:ext uri="{FF2B5EF4-FFF2-40B4-BE49-F238E27FC236}">
                  <a16:creationId xmlns:a16="http://schemas.microsoft.com/office/drawing/2014/main" id="{5BF91C37-3E1A-49D3-B805-BA8482D03B81}"/>
                </a:ext>
              </a:extLst>
            </p:cNvPr>
            <p:cNvSpPr>
              <a:spLocks noChangeShapeType="1"/>
            </p:cNvSpPr>
            <p:nvPr/>
          </p:nvSpPr>
          <p:spPr bwMode="auto">
            <a:xfrm flipH="1">
              <a:off x="4649788" y="356552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1" name="Rectangle 107">
              <a:extLst>
                <a:ext uri="{FF2B5EF4-FFF2-40B4-BE49-F238E27FC236}">
                  <a16:creationId xmlns:a16="http://schemas.microsoft.com/office/drawing/2014/main" id="{475D25AA-16F9-4DD3-A8F8-8EC108E73056}"/>
                </a:ext>
              </a:extLst>
            </p:cNvPr>
            <p:cNvSpPr>
              <a:spLocks noChangeArrowheads="1"/>
            </p:cNvSpPr>
            <p:nvPr/>
          </p:nvSpPr>
          <p:spPr bwMode="auto">
            <a:xfrm>
              <a:off x="4473575" y="3573463"/>
              <a:ext cx="3857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2" name="Rectangle 108">
              <a:extLst>
                <a:ext uri="{FF2B5EF4-FFF2-40B4-BE49-F238E27FC236}">
                  <a16:creationId xmlns:a16="http://schemas.microsoft.com/office/drawing/2014/main" id="{88A51E23-1575-46F0-9ADA-D6864A5ACBA3}"/>
                </a:ext>
              </a:extLst>
            </p:cNvPr>
            <p:cNvSpPr>
              <a:spLocks noChangeArrowheads="1"/>
            </p:cNvSpPr>
            <p:nvPr/>
          </p:nvSpPr>
          <p:spPr bwMode="auto">
            <a:xfrm>
              <a:off x="6365875" y="2554288"/>
              <a:ext cx="2952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3" name="Rectangle 109">
              <a:extLst>
                <a:ext uri="{FF2B5EF4-FFF2-40B4-BE49-F238E27FC236}">
                  <a16:creationId xmlns:a16="http://schemas.microsoft.com/office/drawing/2014/main" id="{10888942-4012-4A96-91FD-C94CE55E1A27}"/>
                </a:ext>
              </a:extLst>
            </p:cNvPr>
            <p:cNvSpPr>
              <a:spLocks noChangeArrowheads="1"/>
            </p:cNvSpPr>
            <p:nvPr/>
          </p:nvSpPr>
          <p:spPr bwMode="auto">
            <a:xfrm>
              <a:off x="3305175" y="3330575"/>
              <a:ext cx="2952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4" name="Rectangle 110">
              <a:extLst>
                <a:ext uri="{FF2B5EF4-FFF2-40B4-BE49-F238E27FC236}">
                  <a16:creationId xmlns:a16="http://schemas.microsoft.com/office/drawing/2014/main" id="{75BB80D1-E4A7-45AF-8F3F-FB4BD4775E55}"/>
                </a:ext>
              </a:extLst>
            </p:cNvPr>
            <p:cNvSpPr>
              <a:spLocks noChangeArrowheads="1"/>
            </p:cNvSpPr>
            <p:nvPr/>
          </p:nvSpPr>
          <p:spPr bwMode="auto">
            <a:xfrm>
              <a:off x="5899150" y="3330575"/>
              <a:ext cx="2841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5" name="Rectangle 111">
              <a:extLst>
                <a:ext uri="{FF2B5EF4-FFF2-40B4-BE49-F238E27FC236}">
                  <a16:creationId xmlns:a16="http://schemas.microsoft.com/office/drawing/2014/main" id="{AB6CF40C-1857-4512-9A28-C148E525E5BE}"/>
                </a:ext>
              </a:extLst>
            </p:cNvPr>
            <p:cNvSpPr>
              <a:spLocks noChangeArrowheads="1"/>
            </p:cNvSpPr>
            <p:nvPr/>
          </p:nvSpPr>
          <p:spPr bwMode="auto">
            <a:xfrm>
              <a:off x="6046788" y="4646613"/>
              <a:ext cx="2952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6" name="Rectangle 112">
              <a:extLst>
                <a:ext uri="{FF2B5EF4-FFF2-40B4-BE49-F238E27FC236}">
                  <a16:creationId xmlns:a16="http://schemas.microsoft.com/office/drawing/2014/main" id="{84C9003B-3109-409B-9CA7-5CC1BADF8037}"/>
                </a:ext>
              </a:extLst>
            </p:cNvPr>
            <p:cNvSpPr>
              <a:spLocks noChangeArrowheads="1"/>
            </p:cNvSpPr>
            <p:nvPr/>
          </p:nvSpPr>
          <p:spPr bwMode="auto">
            <a:xfrm>
              <a:off x="5413375" y="4646613"/>
              <a:ext cx="2841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7" name="Line 113">
              <a:extLst>
                <a:ext uri="{FF2B5EF4-FFF2-40B4-BE49-F238E27FC236}">
                  <a16:creationId xmlns:a16="http://schemas.microsoft.com/office/drawing/2014/main" id="{368D7B67-5DCB-4E44-B001-FBFCA216B393}"/>
                </a:ext>
              </a:extLst>
            </p:cNvPr>
            <p:cNvSpPr>
              <a:spLocks noChangeShapeType="1"/>
            </p:cNvSpPr>
            <p:nvPr/>
          </p:nvSpPr>
          <p:spPr bwMode="auto">
            <a:xfrm flipH="1">
              <a:off x="7666038" y="3976688"/>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8" name="Line 114">
              <a:extLst>
                <a:ext uri="{FF2B5EF4-FFF2-40B4-BE49-F238E27FC236}">
                  <a16:creationId xmlns:a16="http://schemas.microsoft.com/office/drawing/2014/main" id="{F739ED33-4677-4131-B0B8-7FB4FA87F897}"/>
                </a:ext>
              </a:extLst>
            </p:cNvPr>
            <p:cNvSpPr>
              <a:spLocks noChangeShapeType="1"/>
            </p:cNvSpPr>
            <p:nvPr/>
          </p:nvSpPr>
          <p:spPr bwMode="auto">
            <a:xfrm flipH="1">
              <a:off x="7826375" y="3976688"/>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29" name="Rectangle 115">
              <a:extLst>
                <a:ext uri="{FF2B5EF4-FFF2-40B4-BE49-F238E27FC236}">
                  <a16:creationId xmlns:a16="http://schemas.microsoft.com/office/drawing/2014/main" id="{832CA90B-5B4F-48AC-8619-F451BF2AB4A6}"/>
                </a:ext>
              </a:extLst>
            </p:cNvPr>
            <p:cNvSpPr>
              <a:spLocks noChangeArrowheads="1"/>
            </p:cNvSpPr>
            <p:nvPr/>
          </p:nvSpPr>
          <p:spPr bwMode="auto">
            <a:xfrm>
              <a:off x="7643813" y="3978275"/>
              <a:ext cx="385762"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0" name="Freeform 116">
              <a:extLst>
                <a:ext uri="{FF2B5EF4-FFF2-40B4-BE49-F238E27FC236}">
                  <a16:creationId xmlns:a16="http://schemas.microsoft.com/office/drawing/2014/main" id="{29B99076-CAB7-4DE5-A5F2-5A1B2E2F58A4}"/>
                </a:ext>
              </a:extLst>
            </p:cNvPr>
            <p:cNvSpPr>
              <a:spLocks/>
            </p:cNvSpPr>
            <p:nvPr/>
          </p:nvSpPr>
          <p:spPr bwMode="auto">
            <a:xfrm>
              <a:off x="4856163" y="1463675"/>
              <a:ext cx="136525" cy="68263"/>
            </a:xfrm>
            <a:custGeom>
              <a:avLst/>
              <a:gdLst>
                <a:gd name="T0" fmla="*/ 2147483646 w 173"/>
                <a:gd name="T1" fmla="*/ 0 h 87"/>
                <a:gd name="T2" fmla="*/ 0 w 173"/>
                <a:gd name="T3" fmla="*/ 2147483646 h 87"/>
                <a:gd name="T4" fmla="*/ 2147483646 w 173"/>
                <a:gd name="T5" fmla="*/ 2147483646 h 87"/>
                <a:gd name="T6" fmla="*/ 2147483646 w 173"/>
                <a:gd name="T7" fmla="*/ 2147483646 h 87"/>
                <a:gd name="T8" fmla="*/ 2147483646 w 173"/>
                <a:gd name="T9" fmla="*/ 0 h 87"/>
                <a:gd name="T10" fmla="*/ 0 60000 65536"/>
                <a:gd name="T11" fmla="*/ 0 60000 65536"/>
                <a:gd name="T12" fmla="*/ 0 60000 65536"/>
                <a:gd name="T13" fmla="*/ 0 60000 65536"/>
                <a:gd name="T14" fmla="*/ 0 60000 65536"/>
                <a:gd name="T15" fmla="*/ 0 w 173"/>
                <a:gd name="T16" fmla="*/ 0 h 87"/>
                <a:gd name="T17" fmla="*/ 173 w 173"/>
                <a:gd name="T18" fmla="*/ 87 h 87"/>
              </a:gdLst>
              <a:ahLst/>
              <a:cxnLst>
                <a:cxn ang="T10">
                  <a:pos x="T0" y="T1"/>
                </a:cxn>
                <a:cxn ang="T11">
                  <a:pos x="T2" y="T3"/>
                </a:cxn>
                <a:cxn ang="T12">
                  <a:pos x="T4" y="T5"/>
                </a:cxn>
                <a:cxn ang="T13">
                  <a:pos x="T6" y="T7"/>
                </a:cxn>
                <a:cxn ang="T14">
                  <a:pos x="T8" y="T9"/>
                </a:cxn>
              </a:cxnLst>
              <a:rect l="T15" t="T16" r="T17" b="T18"/>
              <a:pathLst>
                <a:path w="173" h="87">
                  <a:moveTo>
                    <a:pt x="173" y="0"/>
                  </a:moveTo>
                  <a:lnTo>
                    <a:pt x="0" y="29"/>
                  </a:lnTo>
                  <a:lnTo>
                    <a:pt x="173" y="87"/>
                  </a:lnTo>
                  <a:lnTo>
                    <a:pt x="173" y="29"/>
                  </a:lnTo>
                  <a:lnTo>
                    <a:pt x="173"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1" name="Freeform 117">
              <a:extLst>
                <a:ext uri="{FF2B5EF4-FFF2-40B4-BE49-F238E27FC236}">
                  <a16:creationId xmlns:a16="http://schemas.microsoft.com/office/drawing/2014/main" id="{E7C73F9C-9769-48B2-9E9D-4D152AC62905}"/>
                </a:ext>
              </a:extLst>
            </p:cNvPr>
            <p:cNvSpPr>
              <a:spLocks/>
            </p:cNvSpPr>
            <p:nvPr/>
          </p:nvSpPr>
          <p:spPr bwMode="auto">
            <a:xfrm>
              <a:off x="5010150" y="1492250"/>
              <a:ext cx="2089150" cy="973138"/>
            </a:xfrm>
            <a:custGeom>
              <a:avLst/>
              <a:gdLst>
                <a:gd name="T0" fmla="*/ 2147483646 w 2632"/>
                <a:gd name="T1" fmla="*/ 2147483646 h 1225"/>
                <a:gd name="T2" fmla="*/ 2147483646 w 2632"/>
                <a:gd name="T3" fmla="*/ 2147483646 h 1225"/>
                <a:gd name="T4" fmla="*/ 2147483646 w 2632"/>
                <a:gd name="T5" fmla="*/ 2147483646 h 1225"/>
                <a:gd name="T6" fmla="*/ 2147483646 w 2632"/>
                <a:gd name="T7" fmla="*/ 2147483646 h 1225"/>
                <a:gd name="T8" fmla="*/ 2147483646 w 2632"/>
                <a:gd name="T9" fmla="*/ 2147483646 h 1225"/>
                <a:gd name="T10" fmla="*/ 2147483646 w 2632"/>
                <a:gd name="T11" fmla="*/ 2147483646 h 1225"/>
                <a:gd name="T12" fmla="*/ 2147483646 w 2632"/>
                <a:gd name="T13" fmla="*/ 2147483646 h 1225"/>
                <a:gd name="T14" fmla="*/ 2147483646 w 2632"/>
                <a:gd name="T15" fmla="*/ 2147483646 h 1225"/>
                <a:gd name="T16" fmla="*/ 2147483646 w 2632"/>
                <a:gd name="T17" fmla="*/ 2147483646 h 1225"/>
                <a:gd name="T18" fmla="*/ 2147483646 w 2632"/>
                <a:gd name="T19" fmla="*/ 2147483646 h 1225"/>
                <a:gd name="T20" fmla="*/ 2147483646 w 2632"/>
                <a:gd name="T21" fmla="*/ 2147483646 h 1225"/>
                <a:gd name="T22" fmla="*/ 2147483646 w 2632"/>
                <a:gd name="T23" fmla="*/ 2147483646 h 1225"/>
                <a:gd name="T24" fmla="*/ 2147483646 w 2632"/>
                <a:gd name="T25" fmla="*/ 2147483646 h 1225"/>
                <a:gd name="T26" fmla="*/ 2147483646 w 2632"/>
                <a:gd name="T27" fmla="*/ 2147483646 h 1225"/>
                <a:gd name="T28" fmla="*/ 2147483646 w 2632"/>
                <a:gd name="T29" fmla="*/ 2147483646 h 1225"/>
                <a:gd name="T30" fmla="*/ 2147483646 w 2632"/>
                <a:gd name="T31" fmla="*/ 2147483646 h 1225"/>
                <a:gd name="T32" fmla="*/ 2147483646 w 2632"/>
                <a:gd name="T33" fmla="*/ 2147483646 h 1225"/>
                <a:gd name="T34" fmla="*/ 2147483646 w 2632"/>
                <a:gd name="T35" fmla="*/ 2147483646 h 1225"/>
                <a:gd name="T36" fmla="*/ 2147483646 w 2632"/>
                <a:gd name="T37" fmla="*/ 2147483646 h 1225"/>
                <a:gd name="T38" fmla="*/ 2147483646 w 2632"/>
                <a:gd name="T39" fmla="*/ 2147483646 h 1225"/>
                <a:gd name="T40" fmla="*/ 2147483646 w 2632"/>
                <a:gd name="T41" fmla="*/ 2147483646 h 1225"/>
                <a:gd name="T42" fmla="*/ 2147483646 w 2632"/>
                <a:gd name="T43" fmla="*/ 2147483646 h 1225"/>
                <a:gd name="T44" fmla="*/ 2147483646 w 2632"/>
                <a:gd name="T45" fmla="*/ 2147483646 h 1225"/>
                <a:gd name="T46" fmla="*/ 2147483646 w 2632"/>
                <a:gd name="T47" fmla="*/ 2147483646 h 1225"/>
                <a:gd name="T48" fmla="*/ 2147483646 w 2632"/>
                <a:gd name="T49" fmla="*/ 2147483646 h 1225"/>
                <a:gd name="T50" fmla="*/ 2147483646 w 2632"/>
                <a:gd name="T51" fmla="*/ 2147483646 h 1225"/>
                <a:gd name="T52" fmla="*/ 2147483646 w 2632"/>
                <a:gd name="T53" fmla="*/ 2147483646 h 1225"/>
                <a:gd name="T54" fmla="*/ 2147483646 w 2632"/>
                <a:gd name="T55" fmla="*/ 2147483646 h 1225"/>
                <a:gd name="T56" fmla="*/ 2147483646 w 2632"/>
                <a:gd name="T57" fmla="*/ 2147483646 h 1225"/>
                <a:gd name="T58" fmla="*/ 2147483646 w 2632"/>
                <a:gd name="T59" fmla="*/ 2147483646 h 1225"/>
                <a:gd name="T60" fmla="*/ 2147483646 w 2632"/>
                <a:gd name="T61" fmla="*/ 2147483646 h 1225"/>
                <a:gd name="T62" fmla="*/ 2147483646 w 2632"/>
                <a:gd name="T63" fmla="*/ 0 h 1225"/>
                <a:gd name="T64" fmla="*/ 0 w 2632"/>
                <a:gd name="T65" fmla="*/ 0 h 12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2"/>
                <a:gd name="T100" fmla="*/ 0 h 1225"/>
                <a:gd name="T101" fmla="*/ 2632 w 2632"/>
                <a:gd name="T102" fmla="*/ 1225 h 12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2" h="1225">
                  <a:moveTo>
                    <a:pt x="2632" y="1225"/>
                  </a:moveTo>
                  <a:lnTo>
                    <a:pt x="2632" y="1131"/>
                  </a:lnTo>
                  <a:lnTo>
                    <a:pt x="2632" y="1045"/>
                  </a:lnTo>
                  <a:lnTo>
                    <a:pt x="2632" y="963"/>
                  </a:lnTo>
                  <a:lnTo>
                    <a:pt x="2632" y="888"/>
                  </a:lnTo>
                  <a:lnTo>
                    <a:pt x="2631" y="816"/>
                  </a:lnTo>
                  <a:lnTo>
                    <a:pt x="2631" y="751"/>
                  </a:lnTo>
                  <a:lnTo>
                    <a:pt x="2631" y="689"/>
                  </a:lnTo>
                  <a:lnTo>
                    <a:pt x="2631" y="633"/>
                  </a:lnTo>
                  <a:lnTo>
                    <a:pt x="2629" y="581"/>
                  </a:lnTo>
                  <a:lnTo>
                    <a:pt x="2629" y="532"/>
                  </a:lnTo>
                  <a:lnTo>
                    <a:pt x="2628" y="488"/>
                  </a:lnTo>
                  <a:lnTo>
                    <a:pt x="2626" y="448"/>
                  </a:lnTo>
                  <a:lnTo>
                    <a:pt x="2625" y="412"/>
                  </a:lnTo>
                  <a:lnTo>
                    <a:pt x="2624" y="377"/>
                  </a:lnTo>
                  <a:lnTo>
                    <a:pt x="2621" y="347"/>
                  </a:lnTo>
                  <a:lnTo>
                    <a:pt x="2619" y="319"/>
                  </a:lnTo>
                  <a:lnTo>
                    <a:pt x="2616" y="294"/>
                  </a:lnTo>
                  <a:lnTo>
                    <a:pt x="2614" y="272"/>
                  </a:lnTo>
                  <a:lnTo>
                    <a:pt x="2611" y="252"/>
                  </a:lnTo>
                  <a:lnTo>
                    <a:pt x="2606" y="233"/>
                  </a:lnTo>
                  <a:lnTo>
                    <a:pt x="2603" y="217"/>
                  </a:lnTo>
                  <a:lnTo>
                    <a:pt x="2599" y="203"/>
                  </a:lnTo>
                  <a:lnTo>
                    <a:pt x="2593" y="190"/>
                  </a:lnTo>
                  <a:lnTo>
                    <a:pt x="2589" y="177"/>
                  </a:lnTo>
                  <a:lnTo>
                    <a:pt x="2583" y="167"/>
                  </a:lnTo>
                  <a:lnTo>
                    <a:pt x="2578" y="157"/>
                  </a:lnTo>
                  <a:lnTo>
                    <a:pt x="2570" y="147"/>
                  </a:lnTo>
                  <a:lnTo>
                    <a:pt x="2563" y="138"/>
                  </a:lnTo>
                  <a:lnTo>
                    <a:pt x="2556" y="129"/>
                  </a:lnTo>
                  <a:lnTo>
                    <a:pt x="2547" y="121"/>
                  </a:lnTo>
                  <a:lnTo>
                    <a:pt x="2539" y="112"/>
                  </a:lnTo>
                  <a:lnTo>
                    <a:pt x="2530" y="102"/>
                  </a:lnTo>
                  <a:lnTo>
                    <a:pt x="2520" y="93"/>
                  </a:lnTo>
                  <a:lnTo>
                    <a:pt x="2511" y="85"/>
                  </a:lnTo>
                  <a:lnTo>
                    <a:pt x="2503" y="76"/>
                  </a:lnTo>
                  <a:lnTo>
                    <a:pt x="2493" y="69"/>
                  </a:lnTo>
                  <a:lnTo>
                    <a:pt x="2481" y="62"/>
                  </a:lnTo>
                  <a:lnTo>
                    <a:pt x="2467" y="56"/>
                  </a:lnTo>
                  <a:lnTo>
                    <a:pt x="2452" y="50"/>
                  </a:lnTo>
                  <a:lnTo>
                    <a:pt x="2434" y="45"/>
                  </a:lnTo>
                  <a:lnTo>
                    <a:pt x="2413" y="39"/>
                  </a:lnTo>
                  <a:lnTo>
                    <a:pt x="2388" y="34"/>
                  </a:lnTo>
                  <a:lnTo>
                    <a:pt x="2359" y="30"/>
                  </a:lnTo>
                  <a:lnTo>
                    <a:pt x="2326" y="26"/>
                  </a:lnTo>
                  <a:lnTo>
                    <a:pt x="2287" y="23"/>
                  </a:lnTo>
                  <a:lnTo>
                    <a:pt x="2244" y="20"/>
                  </a:lnTo>
                  <a:lnTo>
                    <a:pt x="2195" y="17"/>
                  </a:lnTo>
                  <a:lnTo>
                    <a:pt x="2139" y="14"/>
                  </a:lnTo>
                  <a:lnTo>
                    <a:pt x="2075" y="11"/>
                  </a:lnTo>
                  <a:lnTo>
                    <a:pt x="2005" y="10"/>
                  </a:lnTo>
                  <a:lnTo>
                    <a:pt x="1927" y="9"/>
                  </a:lnTo>
                  <a:lnTo>
                    <a:pt x="1841" y="7"/>
                  </a:lnTo>
                  <a:lnTo>
                    <a:pt x="1747" y="6"/>
                  </a:lnTo>
                  <a:lnTo>
                    <a:pt x="1642" y="4"/>
                  </a:lnTo>
                  <a:lnTo>
                    <a:pt x="1530" y="3"/>
                  </a:lnTo>
                  <a:lnTo>
                    <a:pt x="1406" y="3"/>
                  </a:lnTo>
                  <a:lnTo>
                    <a:pt x="1272" y="1"/>
                  </a:lnTo>
                  <a:lnTo>
                    <a:pt x="1127" y="1"/>
                  </a:lnTo>
                  <a:lnTo>
                    <a:pt x="970" y="1"/>
                  </a:lnTo>
                  <a:lnTo>
                    <a:pt x="801" y="1"/>
                  </a:lnTo>
                  <a:lnTo>
                    <a:pt x="622" y="0"/>
                  </a:lnTo>
                  <a:lnTo>
                    <a:pt x="427" y="0"/>
                  </a:lnTo>
                  <a:lnTo>
                    <a:pt x="221" y="0"/>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2" name="Freeform 118">
              <a:extLst>
                <a:ext uri="{FF2B5EF4-FFF2-40B4-BE49-F238E27FC236}">
                  <a16:creationId xmlns:a16="http://schemas.microsoft.com/office/drawing/2014/main" id="{F154ABD3-FC0A-4C7C-AFFA-9B222D23BD2D}"/>
                </a:ext>
              </a:extLst>
            </p:cNvPr>
            <p:cNvSpPr>
              <a:spLocks/>
            </p:cNvSpPr>
            <p:nvPr/>
          </p:nvSpPr>
          <p:spPr bwMode="auto">
            <a:xfrm>
              <a:off x="4010025" y="1463675"/>
              <a:ext cx="138113" cy="68263"/>
            </a:xfrm>
            <a:custGeom>
              <a:avLst/>
              <a:gdLst>
                <a:gd name="T0" fmla="*/ 0 w 173"/>
                <a:gd name="T1" fmla="*/ 2147483646 h 87"/>
                <a:gd name="T2" fmla="*/ 2147483646 w 173"/>
                <a:gd name="T3" fmla="*/ 2147483646 h 87"/>
                <a:gd name="T4" fmla="*/ 0 w 173"/>
                <a:gd name="T5" fmla="*/ 0 h 87"/>
                <a:gd name="T6" fmla="*/ 0 w 173"/>
                <a:gd name="T7" fmla="*/ 2147483646 h 87"/>
                <a:gd name="T8" fmla="*/ 0 w 173"/>
                <a:gd name="T9" fmla="*/ 2147483646 h 87"/>
                <a:gd name="T10" fmla="*/ 0 60000 65536"/>
                <a:gd name="T11" fmla="*/ 0 60000 65536"/>
                <a:gd name="T12" fmla="*/ 0 60000 65536"/>
                <a:gd name="T13" fmla="*/ 0 60000 65536"/>
                <a:gd name="T14" fmla="*/ 0 60000 65536"/>
                <a:gd name="T15" fmla="*/ 0 w 173"/>
                <a:gd name="T16" fmla="*/ 0 h 87"/>
                <a:gd name="T17" fmla="*/ 173 w 173"/>
                <a:gd name="T18" fmla="*/ 87 h 87"/>
              </a:gdLst>
              <a:ahLst/>
              <a:cxnLst>
                <a:cxn ang="T10">
                  <a:pos x="T0" y="T1"/>
                </a:cxn>
                <a:cxn ang="T11">
                  <a:pos x="T2" y="T3"/>
                </a:cxn>
                <a:cxn ang="T12">
                  <a:pos x="T4" y="T5"/>
                </a:cxn>
                <a:cxn ang="T13">
                  <a:pos x="T6" y="T7"/>
                </a:cxn>
                <a:cxn ang="T14">
                  <a:pos x="T8" y="T9"/>
                </a:cxn>
              </a:cxnLst>
              <a:rect l="T15" t="T16" r="T17" b="T18"/>
              <a:pathLst>
                <a:path w="173" h="87">
                  <a:moveTo>
                    <a:pt x="0" y="87"/>
                  </a:moveTo>
                  <a:lnTo>
                    <a:pt x="173" y="29"/>
                  </a:lnTo>
                  <a:lnTo>
                    <a:pt x="0" y="0"/>
                  </a:lnTo>
                  <a:lnTo>
                    <a:pt x="0" y="29"/>
                  </a:lnTo>
                  <a:lnTo>
                    <a:pt x="0" y="8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3" name="Freeform 119">
              <a:extLst>
                <a:ext uri="{FF2B5EF4-FFF2-40B4-BE49-F238E27FC236}">
                  <a16:creationId xmlns:a16="http://schemas.microsoft.com/office/drawing/2014/main" id="{6C3B38DF-809B-47F9-BE12-5FDBD8467007}"/>
                </a:ext>
              </a:extLst>
            </p:cNvPr>
            <p:cNvSpPr>
              <a:spLocks/>
            </p:cNvSpPr>
            <p:nvPr/>
          </p:nvSpPr>
          <p:spPr bwMode="auto">
            <a:xfrm>
              <a:off x="1917700" y="1492250"/>
              <a:ext cx="2087563" cy="973138"/>
            </a:xfrm>
            <a:custGeom>
              <a:avLst/>
              <a:gdLst>
                <a:gd name="T0" fmla="*/ 0 w 2631"/>
                <a:gd name="T1" fmla="*/ 2147483646 h 1225"/>
                <a:gd name="T2" fmla="*/ 0 w 2631"/>
                <a:gd name="T3" fmla="*/ 2147483646 h 1225"/>
                <a:gd name="T4" fmla="*/ 2147483646 w 2631"/>
                <a:gd name="T5" fmla="*/ 2147483646 h 1225"/>
                <a:gd name="T6" fmla="*/ 2147483646 w 2631"/>
                <a:gd name="T7" fmla="*/ 2147483646 h 1225"/>
                <a:gd name="T8" fmla="*/ 2147483646 w 2631"/>
                <a:gd name="T9" fmla="*/ 2147483646 h 1225"/>
                <a:gd name="T10" fmla="*/ 2147483646 w 2631"/>
                <a:gd name="T11" fmla="*/ 2147483646 h 1225"/>
                <a:gd name="T12" fmla="*/ 2147483646 w 2631"/>
                <a:gd name="T13" fmla="*/ 2147483646 h 1225"/>
                <a:gd name="T14" fmla="*/ 2147483646 w 2631"/>
                <a:gd name="T15" fmla="*/ 2147483646 h 1225"/>
                <a:gd name="T16" fmla="*/ 2147483646 w 2631"/>
                <a:gd name="T17" fmla="*/ 2147483646 h 1225"/>
                <a:gd name="T18" fmla="*/ 2147483646 w 2631"/>
                <a:gd name="T19" fmla="*/ 2147483646 h 1225"/>
                <a:gd name="T20" fmla="*/ 2147483646 w 2631"/>
                <a:gd name="T21" fmla="*/ 2147483646 h 1225"/>
                <a:gd name="T22" fmla="*/ 2147483646 w 2631"/>
                <a:gd name="T23" fmla="*/ 2147483646 h 1225"/>
                <a:gd name="T24" fmla="*/ 2147483646 w 2631"/>
                <a:gd name="T25" fmla="*/ 2147483646 h 1225"/>
                <a:gd name="T26" fmla="*/ 2147483646 w 2631"/>
                <a:gd name="T27" fmla="*/ 2147483646 h 1225"/>
                <a:gd name="T28" fmla="*/ 2147483646 w 2631"/>
                <a:gd name="T29" fmla="*/ 2147483646 h 1225"/>
                <a:gd name="T30" fmla="*/ 2147483646 w 2631"/>
                <a:gd name="T31" fmla="*/ 2147483646 h 1225"/>
                <a:gd name="T32" fmla="*/ 2147483646 w 2631"/>
                <a:gd name="T33" fmla="*/ 2147483646 h 1225"/>
                <a:gd name="T34" fmla="*/ 2147483646 w 2631"/>
                <a:gd name="T35" fmla="*/ 2147483646 h 1225"/>
                <a:gd name="T36" fmla="*/ 2147483646 w 2631"/>
                <a:gd name="T37" fmla="*/ 2147483646 h 1225"/>
                <a:gd name="T38" fmla="*/ 2147483646 w 2631"/>
                <a:gd name="T39" fmla="*/ 2147483646 h 1225"/>
                <a:gd name="T40" fmla="*/ 2147483646 w 2631"/>
                <a:gd name="T41" fmla="*/ 2147483646 h 1225"/>
                <a:gd name="T42" fmla="*/ 2147483646 w 2631"/>
                <a:gd name="T43" fmla="*/ 2147483646 h 1225"/>
                <a:gd name="T44" fmla="*/ 2147483646 w 2631"/>
                <a:gd name="T45" fmla="*/ 2147483646 h 1225"/>
                <a:gd name="T46" fmla="*/ 2147483646 w 2631"/>
                <a:gd name="T47" fmla="*/ 2147483646 h 1225"/>
                <a:gd name="T48" fmla="*/ 2147483646 w 2631"/>
                <a:gd name="T49" fmla="*/ 2147483646 h 1225"/>
                <a:gd name="T50" fmla="*/ 2147483646 w 2631"/>
                <a:gd name="T51" fmla="*/ 2147483646 h 1225"/>
                <a:gd name="T52" fmla="*/ 2147483646 w 2631"/>
                <a:gd name="T53" fmla="*/ 2147483646 h 1225"/>
                <a:gd name="T54" fmla="*/ 2147483646 w 2631"/>
                <a:gd name="T55" fmla="*/ 2147483646 h 1225"/>
                <a:gd name="T56" fmla="*/ 2147483646 w 2631"/>
                <a:gd name="T57" fmla="*/ 2147483646 h 1225"/>
                <a:gd name="T58" fmla="*/ 2147483646 w 2631"/>
                <a:gd name="T59" fmla="*/ 2147483646 h 1225"/>
                <a:gd name="T60" fmla="*/ 2147483646 w 2631"/>
                <a:gd name="T61" fmla="*/ 2147483646 h 1225"/>
                <a:gd name="T62" fmla="*/ 2147483646 w 2631"/>
                <a:gd name="T63" fmla="*/ 0 h 1225"/>
                <a:gd name="T64" fmla="*/ 2147483646 w 2631"/>
                <a:gd name="T65" fmla="*/ 0 h 12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1"/>
                <a:gd name="T100" fmla="*/ 0 h 1225"/>
                <a:gd name="T101" fmla="*/ 2631 w 2631"/>
                <a:gd name="T102" fmla="*/ 1225 h 12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1" h="1225">
                  <a:moveTo>
                    <a:pt x="0" y="1225"/>
                  </a:moveTo>
                  <a:lnTo>
                    <a:pt x="0" y="1131"/>
                  </a:lnTo>
                  <a:lnTo>
                    <a:pt x="0" y="1045"/>
                  </a:lnTo>
                  <a:lnTo>
                    <a:pt x="0" y="963"/>
                  </a:lnTo>
                  <a:lnTo>
                    <a:pt x="0" y="888"/>
                  </a:lnTo>
                  <a:lnTo>
                    <a:pt x="1" y="816"/>
                  </a:lnTo>
                  <a:lnTo>
                    <a:pt x="1" y="751"/>
                  </a:lnTo>
                  <a:lnTo>
                    <a:pt x="1" y="689"/>
                  </a:lnTo>
                  <a:lnTo>
                    <a:pt x="1" y="633"/>
                  </a:lnTo>
                  <a:lnTo>
                    <a:pt x="2" y="581"/>
                  </a:lnTo>
                  <a:lnTo>
                    <a:pt x="2" y="532"/>
                  </a:lnTo>
                  <a:lnTo>
                    <a:pt x="4" y="488"/>
                  </a:lnTo>
                  <a:lnTo>
                    <a:pt x="5" y="448"/>
                  </a:lnTo>
                  <a:lnTo>
                    <a:pt x="7" y="412"/>
                  </a:lnTo>
                  <a:lnTo>
                    <a:pt x="8" y="377"/>
                  </a:lnTo>
                  <a:lnTo>
                    <a:pt x="11" y="347"/>
                  </a:lnTo>
                  <a:lnTo>
                    <a:pt x="13" y="319"/>
                  </a:lnTo>
                  <a:lnTo>
                    <a:pt x="15" y="294"/>
                  </a:lnTo>
                  <a:lnTo>
                    <a:pt x="18" y="272"/>
                  </a:lnTo>
                  <a:lnTo>
                    <a:pt x="21" y="252"/>
                  </a:lnTo>
                  <a:lnTo>
                    <a:pt x="25" y="233"/>
                  </a:lnTo>
                  <a:lnTo>
                    <a:pt x="28" y="217"/>
                  </a:lnTo>
                  <a:lnTo>
                    <a:pt x="33" y="203"/>
                  </a:lnTo>
                  <a:lnTo>
                    <a:pt x="38" y="190"/>
                  </a:lnTo>
                  <a:lnTo>
                    <a:pt x="43" y="177"/>
                  </a:lnTo>
                  <a:lnTo>
                    <a:pt x="49" y="167"/>
                  </a:lnTo>
                  <a:lnTo>
                    <a:pt x="54" y="157"/>
                  </a:lnTo>
                  <a:lnTo>
                    <a:pt x="61" y="147"/>
                  </a:lnTo>
                  <a:lnTo>
                    <a:pt x="69" y="138"/>
                  </a:lnTo>
                  <a:lnTo>
                    <a:pt x="76" y="129"/>
                  </a:lnTo>
                  <a:lnTo>
                    <a:pt x="84" y="121"/>
                  </a:lnTo>
                  <a:lnTo>
                    <a:pt x="93" y="112"/>
                  </a:lnTo>
                  <a:lnTo>
                    <a:pt x="102" y="102"/>
                  </a:lnTo>
                  <a:lnTo>
                    <a:pt x="110" y="93"/>
                  </a:lnTo>
                  <a:lnTo>
                    <a:pt x="120" y="85"/>
                  </a:lnTo>
                  <a:lnTo>
                    <a:pt x="129" y="76"/>
                  </a:lnTo>
                  <a:lnTo>
                    <a:pt x="139" y="69"/>
                  </a:lnTo>
                  <a:lnTo>
                    <a:pt x="151" y="62"/>
                  </a:lnTo>
                  <a:lnTo>
                    <a:pt x="164" y="56"/>
                  </a:lnTo>
                  <a:lnTo>
                    <a:pt x="179" y="50"/>
                  </a:lnTo>
                  <a:lnTo>
                    <a:pt x="198" y="45"/>
                  </a:lnTo>
                  <a:lnTo>
                    <a:pt x="218" y="39"/>
                  </a:lnTo>
                  <a:lnTo>
                    <a:pt x="243" y="34"/>
                  </a:lnTo>
                  <a:lnTo>
                    <a:pt x="273" y="30"/>
                  </a:lnTo>
                  <a:lnTo>
                    <a:pt x="306" y="26"/>
                  </a:lnTo>
                  <a:lnTo>
                    <a:pt x="344" y="23"/>
                  </a:lnTo>
                  <a:lnTo>
                    <a:pt x="388" y="20"/>
                  </a:lnTo>
                  <a:lnTo>
                    <a:pt x="437" y="17"/>
                  </a:lnTo>
                  <a:lnTo>
                    <a:pt x="493" y="14"/>
                  </a:lnTo>
                  <a:lnTo>
                    <a:pt x="557" y="11"/>
                  </a:lnTo>
                  <a:lnTo>
                    <a:pt x="626" y="10"/>
                  </a:lnTo>
                  <a:lnTo>
                    <a:pt x="705" y="9"/>
                  </a:lnTo>
                  <a:lnTo>
                    <a:pt x="790" y="7"/>
                  </a:lnTo>
                  <a:lnTo>
                    <a:pt x="885" y="6"/>
                  </a:lnTo>
                  <a:lnTo>
                    <a:pt x="988" y="4"/>
                  </a:lnTo>
                  <a:lnTo>
                    <a:pt x="1102" y="3"/>
                  </a:lnTo>
                  <a:lnTo>
                    <a:pt x="1226" y="3"/>
                  </a:lnTo>
                  <a:lnTo>
                    <a:pt x="1360" y="1"/>
                  </a:lnTo>
                  <a:lnTo>
                    <a:pt x="1505" y="1"/>
                  </a:lnTo>
                  <a:lnTo>
                    <a:pt x="1662" y="1"/>
                  </a:lnTo>
                  <a:lnTo>
                    <a:pt x="1830" y="1"/>
                  </a:lnTo>
                  <a:lnTo>
                    <a:pt x="2010" y="0"/>
                  </a:lnTo>
                  <a:lnTo>
                    <a:pt x="2205" y="0"/>
                  </a:lnTo>
                  <a:lnTo>
                    <a:pt x="2410" y="0"/>
                  </a:lnTo>
                  <a:lnTo>
                    <a:pt x="263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4" name="Freeform 120">
              <a:extLst>
                <a:ext uri="{FF2B5EF4-FFF2-40B4-BE49-F238E27FC236}">
                  <a16:creationId xmlns:a16="http://schemas.microsoft.com/office/drawing/2014/main" id="{42FF42C6-DA69-4C7A-9450-E72A19124581}"/>
                </a:ext>
              </a:extLst>
            </p:cNvPr>
            <p:cNvSpPr>
              <a:spLocks/>
            </p:cNvSpPr>
            <p:nvPr/>
          </p:nvSpPr>
          <p:spPr bwMode="auto">
            <a:xfrm>
              <a:off x="4832350" y="1211263"/>
              <a:ext cx="114300" cy="114300"/>
            </a:xfrm>
            <a:custGeom>
              <a:avLst/>
              <a:gdLst>
                <a:gd name="T0" fmla="*/ 2147483646 w 144"/>
                <a:gd name="T1" fmla="*/ 0 h 144"/>
                <a:gd name="T2" fmla="*/ 0 w 144"/>
                <a:gd name="T3" fmla="*/ 2147483646 h 144"/>
                <a:gd name="T4" fmla="*/ 2147483646 w 144"/>
                <a:gd name="T5" fmla="*/ 2147483646 h 144"/>
                <a:gd name="T6" fmla="*/ 2147483646 w 144"/>
                <a:gd name="T7" fmla="*/ 2147483646 h 144"/>
                <a:gd name="T8" fmla="*/ 2147483646 w 144"/>
                <a:gd name="T9" fmla="*/ 0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115" y="0"/>
                  </a:moveTo>
                  <a:lnTo>
                    <a:pt x="0" y="144"/>
                  </a:lnTo>
                  <a:lnTo>
                    <a:pt x="144" y="86"/>
                  </a:lnTo>
                  <a:lnTo>
                    <a:pt x="115" y="29"/>
                  </a:lnTo>
                  <a:lnTo>
                    <a:pt x="115"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5" name="Line 121">
              <a:extLst>
                <a:ext uri="{FF2B5EF4-FFF2-40B4-BE49-F238E27FC236}">
                  <a16:creationId xmlns:a16="http://schemas.microsoft.com/office/drawing/2014/main" id="{A0194A86-DD34-428D-B1B6-ACA3C3535200}"/>
                </a:ext>
              </a:extLst>
            </p:cNvPr>
            <p:cNvSpPr>
              <a:spLocks noChangeShapeType="1"/>
            </p:cNvSpPr>
            <p:nvPr/>
          </p:nvSpPr>
          <p:spPr bwMode="auto">
            <a:xfrm flipH="1">
              <a:off x="4946650" y="1028700"/>
              <a:ext cx="252413" cy="206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6" name="Rectangle 122">
              <a:extLst>
                <a:ext uri="{FF2B5EF4-FFF2-40B4-BE49-F238E27FC236}">
                  <a16:creationId xmlns:a16="http://schemas.microsoft.com/office/drawing/2014/main" id="{73DF1FB5-7D41-4305-B344-C80686BE8BC2}"/>
                </a:ext>
              </a:extLst>
            </p:cNvPr>
            <p:cNvSpPr>
              <a:spLocks noChangeArrowheads="1"/>
            </p:cNvSpPr>
            <p:nvPr/>
          </p:nvSpPr>
          <p:spPr bwMode="auto">
            <a:xfrm>
              <a:off x="2508250" y="2854325"/>
              <a:ext cx="284163"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0537" name="Rectangle 123">
              <a:extLst>
                <a:ext uri="{FF2B5EF4-FFF2-40B4-BE49-F238E27FC236}">
                  <a16:creationId xmlns:a16="http://schemas.microsoft.com/office/drawing/2014/main" id="{680853E3-6C81-423D-8108-0495976E295E}"/>
                </a:ext>
              </a:extLst>
            </p:cNvPr>
            <p:cNvSpPr>
              <a:spLocks noChangeArrowheads="1"/>
            </p:cNvSpPr>
            <p:nvPr/>
          </p:nvSpPr>
          <p:spPr bwMode="auto">
            <a:xfrm>
              <a:off x="5276850" y="803275"/>
              <a:ext cx="62071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Reset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0418" name="TextBox 125">
            <a:extLst>
              <a:ext uri="{FF2B5EF4-FFF2-40B4-BE49-F238E27FC236}">
                <a16:creationId xmlns:a16="http://schemas.microsoft.com/office/drawing/2014/main" id="{29D44FB2-82FB-46FC-9C78-E286E049A958}"/>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6.54 from the textbook ]</a:t>
            </a:r>
          </a:p>
        </p:txBody>
      </p:sp>
      <p:sp>
        <p:nvSpPr>
          <p:cNvPr id="60419" name="Title 1">
            <a:extLst>
              <a:ext uri="{FF2B5EF4-FFF2-40B4-BE49-F238E27FC236}">
                <a16:creationId xmlns:a16="http://schemas.microsoft.com/office/drawing/2014/main" id="{D78A7666-3E18-447F-AEFC-E0DBE7C37419}"/>
              </a:ext>
            </a:extLst>
          </p:cNvPr>
          <p:cNvSpPr txBox="1">
            <a:spLocks/>
          </p:cNvSpPr>
          <p:nvPr/>
        </p:nvSpPr>
        <p:spPr bwMode="auto">
          <a:xfrm>
            <a:off x="0" y="76200"/>
            <a:ext cx="9144000" cy="568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Diagram for the vending machine</a:t>
            </a:r>
          </a:p>
        </p:txBody>
      </p:sp>
      <p:sp>
        <p:nvSpPr>
          <p:cNvPr id="60420" name="TextBox 1">
            <a:extLst>
              <a:ext uri="{FF2B5EF4-FFF2-40B4-BE49-F238E27FC236}">
                <a16:creationId xmlns:a16="http://schemas.microsoft.com/office/drawing/2014/main" id="{EBE827F9-4420-48F8-B470-5C2C60EBFCC3}"/>
              </a:ext>
            </a:extLst>
          </p:cNvPr>
          <p:cNvSpPr txBox="1">
            <a:spLocks noChangeArrowheads="1"/>
          </p:cNvSpPr>
          <p:nvPr/>
        </p:nvSpPr>
        <p:spPr bwMode="auto">
          <a:xfrm>
            <a:off x="3556000" y="32004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10c</a:t>
            </a:r>
          </a:p>
        </p:txBody>
      </p:sp>
      <p:sp>
        <p:nvSpPr>
          <p:cNvPr id="60421" name="TextBox 114">
            <a:extLst>
              <a:ext uri="{FF2B5EF4-FFF2-40B4-BE49-F238E27FC236}">
                <a16:creationId xmlns:a16="http://schemas.microsoft.com/office/drawing/2014/main" id="{5C0C9D03-29FB-4ABC-8C37-C57A23DAFCEC}"/>
              </a:ext>
            </a:extLst>
          </p:cNvPr>
          <p:cNvSpPr txBox="1">
            <a:spLocks noChangeArrowheads="1"/>
          </p:cNvSpPr>
          <p:nvPr/>
        </p:nvSpPr>
        <p:spPr bwMode="auto">
          <a:xfrm>
            <a:off x="5029200" y="3124200"/>
            <a:ext cx="4746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5c</a:t>
            </a:r>
          </a:p>
        </p:txBody>
      </p:sp>
      <p:sp>
        <p:nvSpPr>
          <p:cNvPr id="60422" name="TextBox 115">
            <a:extLst>
              <a:ext uri="{FF2B5EF4-FFF2-40B4-BE49-F238E27FC236}">
                <a16:creationId xmlns:a16="http://schemas.microsoft.com/office/drawing/2014/main" id="{ECAEEE96-85CD-4DDB-924D-FCC193E54A02}"/>
              </a:ext>
            </a:extLst>
          </p:cNvPr>
          <p:cNvSpPr txBox="1">
            <a:spLocks noChangeArrowheads="1"/>
          </p:cNvSpPr>
          <p:nvPr/>
        </p:nvSpPr>
        <p:spPr bwMode="auto">
          <a:xfrm>
            <a:off x="1981200" y="27432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15c</a:t>
            </a:r>
          </a:p>
        </p:txBody>
      </p:sp>
      <p:sp>
        <p:nvSpPr>
          <p:cNvPr id="60423" name="TextBox 116">
            <a:extLst>
              <a:ext uri="{FF2B5EF4-FFF2-40B4-BE49-F238E27FC236}">
                <a16:creationId xmlns:a16="http://schemas.microsoft.com/office/drawing/2014/main" id="{6CBF7A67-9670-4C17-AB4C-562C6314F960}"/>
              </a:ext>
            </a:extLst>
          </p:cNvPr>
          <p:cNvSpPr txBox="1">
            <a:spLocks noChangeArrowheads="1"/>
          </p:cNvSpPr>
          <p:nvPr/>
        </p:nvSpPr>
        <p:spPr bwMode="auto">
          <a:xfrm>
            <a:off x="3505200" y="46482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20c</a:t>
            </a:r>
          </a:p>
        </p:txBody>
      </p:sp>
      <p:sp>
        <p:nvSpPr>
          <p:cNvPr id="60424" name="TextBox 117">
            <a:extLst>
              <a:ext uri="{FF2B5EF4-FFF2-40B4-BE49-F238E27FC236}">
                <a16:creationId xmlns:a16="http://schemas.microsoft.com/office/drawing/2014/main" id="{13784938-FC0E-417B-A00B-638A074F7840}"/>
              </a:ext>
            </a:extLst>
          </p:cNvPr>
          <p:cNvSpPr txBox="1">
            <a:spLocks noChangeArrowheads="1"/>
          </p:cNvSpPr>
          <p:nvPr/>
        </p:nvSpPr>
        <p:spPr bwMode="auto">
          <a:xfrm>
            <a:off x="4876800" y="1066800"/>
            <a:ext cx="4746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0c</a:t>
            </a:r>
          </a:p>
        </p:txBody>
      </p:sp>
      <p:sp>
        <p:nvSpPr>
          <p:cNvPr id="60425" name="TextBox 118">
            <a:extLst>
              <a:ext uri="{FF2B5EF4-FFF2-40B4-BE49-F238E27FC236}">
                <a16:creationId xmlns:a16="http://schemas.microsoft.com/office/drawing/2014/main" id="{DD317A70-D203-4B72-A25A-408F022B650D}"/>
              </a:ext>
            </a:extLst>
          </p:cNvPr>
          <p:cNvSpPr txBox="1">
            <a:spLocks noChangeArrowheads="1"/>
          </p:cNvSpPr>
          <p:nvPr/>
        </p:nvSpPr>
        <p:spPr bwMode="auto">
          <a:xfrm>
            <a:off x="7391400" y="28194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15c</a:t>
            </a:r>
          </a:p>
        </p:txBody>
      </p:sp>
      <p:sp>
        <p:nvSpPr>
          <p:cNvPr id="60426" name="TextBox 119">
            <a:extLst>
              <a:ext uri="{FF2B5EF4-FFF2-40B4-BE49-F238E27FC236}">
                <a16:creationId xmlns:a16="http://schemas.microsoft.com/office/drawing/2014/main" id="{DE61039C-E1EA-40A0-8EE0-F3B67D534A70}"/>
              </a:ext>
            </a:extLst>
          </p:cNvPr>
          <p:cNvSpPr txBox="1">
            <a:spLocks noChangeArrowheads="1"/>
          </p:cNvSpPr>
          <p:nvPr/>
        </p:nvSpPr>
        <p:spPr bwMode="auto">
          <a:xfrm>
            <a:off x="4919663" y="44196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10c</a:t>
            </a:r>
          </a:p>
        </p:txBody>
      </p:sp>
      <p:sp>
        <p:nvSpPr>
          <p:cNvPr id="60427" name="TextBox 120">
            <a:extLst>
              <a:ext uri="{FF2B5EF4-FFF2-40B4-BE49-F238E27FC236}">
                <a16:creationId xmlns:a16="http://schemas.microsoft.com/office/drawing/2014/main" id="{1FD82E88-AD27-4FBA-9A51-074F107E2D0B}"/>
              </a:ext>
            </a:extLst>
          </p:cNvPr>
          <p:cNvSpPr txBox="1">
            <a:spLocks noChangeArrowheads="1"/>
          </p:cNvSpPr>
          <p:nvPr/>
        </p:nvSpPr>
        <p:spPr bwMode="auto">
          <a:xfrm>
            <a:off x="3581400" y="60198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15c</a:t>
            </a:r>
          </a:p>
        </p:txBody>
      </p:sp>
      <p:sp>
        <p:nvSpPr>
          <p:cNvPr id="60428" name="TextBox 121">
            <a:extLst>
              <a:ext uri="{FF2B5EF4-FFF2-40B4-BE49-F238E27FC236}">
                <a16:creationId xmlns:a16="http://schemas.microsoft.com/office/drawing/2014/main" id="{49BF3D0C-0FB4-43B8-B3FB-37B5C92F7C1B}"/>
              </a:ext>
            </a:extLst>
          </p:cNvPr>
          <p:cNvSpPr txBox="1">
            <a:spLocks noChangeArrowheads="1"/>
          </p:cNvSpPr>
          <p:nvPr/>
        </p:nvSpPr>
        <p:spPr bwMode="auto">
          <a:xfrm>
            <a:off x="7386638" y="5562600"/>
            <a:ext cx="628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20c</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1" name="Group 1">
            <a:extLst>
              <a:ext uri="{FF2B5EF4-FFF2-40B4-BE49-F238E27FC236}">
                <a16:creationId xmlns:a16="http://schemas.microsoft.com/office/drawing/2014/main" id="{117F063A-124D-4F56-A8BF-1C0A3F2B8EB5}"/>
              </a:ext>
            </a:extLst>
          </p:cNvPr>
          <p:cNvGrpSpPr>
            <a:grpSpLocks/>
          </p:cNvGrpSpPr>
          <p:nvPr/>
        </p:nvGrpSpPr>
        <p:grpSpPr bwMode="auto">
          <a:xfrm>
            <a:off x="633413" y="901700"/>
            <a:ext cx="5046662" cy="3898900"/>
            <a:chOff x="2063750" y="1062038"/>
            <a:chExt cx="5046663" cy="3898900"/>
          </a:xfrm>
        </p:grpSpPr>
        <p:sp>
          <p:nvSpPr>
            <p:cNvPr id="61445" name="Rectangle 4">
              <a:extLst>
                <a:ext uri="{FF2B5EF4-FFF2-40B4-BE49-F238E27FC236}">
                  <a16:creationId xmlns:a16="http://schemas.microsoft.com/office/drawing/2014/main" id="{0E9BE58B-DC26-41C0-A124-E62F1C3A4EC0}"/>
                </a:ext>
              </a:extLst>
            </p:cNvPr>
            <p:cNvSpPr>
              <a:spLocks noChangeArrowheads="1"/>
            </p:cNvSpPr>
            <p:nvPr/>
          </p:nvSpPr>
          <p:spPr bwMode="auto">
            <a:xfrm>
              <a:off x="2063750" y="1062038"/>
              <a:ext cx="5033963" cy="11112"/>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6" name="Rectangle 5">
              <a:extLst>
                <a:ext uri="{FF2B5EF4-FFF2-40B4-BE49-F238E27FC236}">
                  <a16:creationId xmlns:a16="http://schemas.microsoft.com/office/drawing/2014/main" id="{D87C0F55-782E-4D86-BB5C-5D011384BD8F}"/>
                </a:ext>
              </a:extLst>
            </p:cNvPr>
            <p:cNvSpPr>
              <a:spLocks noChangeArrowheads="1"/>
            </p:cNvSpPr>
            <p:nvPr/>
          </p:nvSpPr>
          <p:spPr bwMode="auto">
            <a:xfrm>
              <a:off x="2063750" y="1090613"/>
              <a:ext cx="11113" cy="4651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7" name="Rectangle 6">
              <a:extLst>
                <a:ext uri="{FF2B5EF4-FFF2-40B4-BE49-F238E27FC236}">
                  <a16:creationId xmlns:a16="http://schemas.microsoft.com/office/drawing/2014/main" id="{5F698E60-E0A1-4A46-BAC0-E6C5B5581CD5}"/>
                </a:ext>
              </a:extLst>
            </p:cNvPr>
            <p:cNvSpPr>
              <a:spLocks noChangeArrowheads="1"/>
            </p:cNvSpPr>
            <p:nvPr/>
          </p:nvSpPr>
          <p:spPr bwMode="auto">
            <a:xfrm>
              <a:off x="3105150" y="1090613"/>
              <a:ext cx="12700" cy="4651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8" name="Rectangle 7">
              <a:extLst>
                <a:ext uri="{FF2B5EF4-FFF2-40B4-BE49-F238E27FC236}">
                  <a16:creationId xmlns:a16="http://schemas.microsoft.com/office/drawing/2014/main" id="{A40660E4-FC41-4142-B1BC-24AB41C77F1F}"/>
                </a:ext>
              </a:extLst>
            </p:cNvPr>
            <p:cNvSpPr>
              <a:spLocks noChangeArrowheads="1"/>
            </p:cNvSpPr>
            <p:nvPr/>
          </p:nvSpPr>
          <p:spPr bwMode="auto">
            <a:xfrm>
              <a:off x="2211388" y="1279525"/>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49" name="Rectangle 8">
              <a:extLst>
                <a:ext uri="{FF2B5EF4-FFF2-40B4-BE49-F238E27FC236}">
                  <a16:creationId xmlns:a16="http://schemas.microsoft.com/office/drawing/2014/main" id="{2E01EC71-6BE4-4358-A83B-DA54138D0D01}"/>
                </a:ext>
              </a:extLst>
            </p:cNvPr>
            <p:cNvSpPr>
              <a:spLocks noChangeArrowheads="1"/>
            </p:cNvSpPr>
            <p:nvPr/>
          </p:nvSpPr>
          <p:spPr bwMode="auto">
            <a:xfrm>
              <a:off x="6080125" y="1090613"/>
              <a:ext cx="12700" cy="4651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0" name="Rectangle 9">
              <a:extLst>
                <a:ext uri="{FF2B5EF4-FFF2-40B4-BE49-F238E27FC236}">
                  <a16:creationId xmlns:a16="http://schemas.microsoft.com/office/drawing/2014/main" id="{8229FE9E-0E57-48A9-9D79-85BD819780E6}"/>
                </a:ext>
              </a:extLst>
            </p:cNvPr>
            <p:cNvSpPr>
              <a:spLocks noChangeArrowheads="1"/>
            </p:cNvSpPr>
            <p:nvPr/>
          </p:nvSpPr>
          <p:spPr bwMode="auto">
            <a:xfrm>
              <a:off x="4087813" y="11890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1" name="Rectangle 10">
              <a:extLst>
                <a:ext uri="{FF2B5EF4-FFF2-40B4-BE49-F238E27FC236}">
                  <a16:creationId xmlns:a16="http://schemas.microsoft.com/office/drawing/2014/main" id="{AE99D478-E584-438A-A448-77520356D2C3}"/>
                </a:ext>
              </a:extLst>
            </p:cNvPr>
            <p:cNvSpPr>
              <a:spLocks noChangeArrowheads="1"/>
            </p:cNvSpPr>
            <p:nvPr/>
          </p:nvSpPr>
          <p:spPr bwMode="auto">
            <a:xfrm>
              <a:off x="7097713" y="1090613"/>
              <a:ext cx="12700" cy="465137"/>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2" name="Rectangle 11">
              <a:extLst>
                <a:ext uri="{FF2B5EF4-FFF2-40B4-BE49-F238E27FC236}">
                  <a16:creationId xmlns:a16="http://schemas.microsoft.com/office/drawing/2014/main" id="{F58163D6-3380-4B7C-8510-B398E02F96D7}"/>
                </a:ext>
              </a:extLst>
            </p:cNvPr>
            <p:cNvSpPr>
              <a:spLocks noChangeArrowheads="1"/>
            </p:cNvSpPr>
            <p:nvPr/>
          </p:nvSpPr>
          <p:spPr bwMode="auto">
            <a:xfrm>
              <a:off x="3105150" y="1543050"/>
              <a:ext cx="2979738"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3" name="Rectangle 12">
              <a:extLst>
                <a:ext uri="{FF2B5EF4-FFF2-40B4-BE49-F238E27FC236}">
                  <a16:creationId xmlns:a16="http://schemas.microsoft.com/office/drawing/2014/main" id="{6BD74702-B474-4A44-BA76-F96EA2F72C46}"/>
                </a:ext>
              </a:extLst>
            </p:cNvPr>
            <p:cNvSpPr>
              <a:spLocks noChangeArrowheads="1"/>
            </p:cNvSpPr>
            <p:nvPr/>
          </p:nvSpPr>
          <p:spPr bwMode="auto">
            <a:xfrm>
              <a:off x="2063750" y="1555750"/>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4" name="Rectangle 13">
              <a:extLst>
                <a:ext uri="{FF2B5EF4-FFF2-40B4-BE49-F238E27FC236}">
                  <a16:creationId xmlns:a16="http://schemas.microsoft.com/office/drawing/2014/main" id="{6C107C70-5BFF-4C32-92EA-E4040941636E}"/>
                </a:ext>
              </a:extLst>
            </p:cNvPr>
            <p:cNvSpPr>
              <a:spLocks noChangeArrowheads="1"/>
            </p:cNvSpPr>
            <p:nvPr/>
          </p:nvSpPr>
          <p:spPr bwMode="auto">
            <a:xfrm>
              <a:off x="6237288" y="1279525"/>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5" name="Rectangle 14">
              <a:extLst>
                <a:ext uri="{FF2B5EF4-FFF2-40B4-BE49-F238E27FC236}">
                  <a16:creationId xmlns:a16="http://schemas.microsoft.com/office/drawing/2014/main" id="{EBE2585F-48BE-4F83-A283-959D6D3187B3}"/>
                </a:ext>
              </a:extLst>
            </p:cNvPr>
            <p:cNvSpPr>
              <a:spLocks noChangeArrowheads="1"/>
            </p:cNvSpPr>
            <p:nvPr/>
          </p:nvSpPr>
          <p:spPr bwMode="auto">
            <a:xfrm>
              <a:off x="3105150" y="15557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6" name="Rectangle 15">
              <a:extLst>
                <a:ext uri="{FF2B5EF4-FFF2-40B4-BE49-F238E27FC236}">
                  <a16:creationId xmlns:a16="http://schemas.microsoft.com/office/drawing/2014/main" id="{4E0342F5-4D26-4C21-9324-06CD5633F66D}"/>
                </a:ext>
              </a:extLst>
            </p:cNvPr>
            <p:cNvSpPr>
              <a:spLocks noChangeArrowheads="1"/>
            </p:cNvSpPr>
            <p:nvPr/>
          </p:nvSpPr>
          <p:spPr bwMode="auto">
            <a:xfrm>
              <a:off x="2352675" y="1560513"/>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7" name="Rectangle 16">
              <a:extLst>
                <a:ext uri="{FF2B5EF4-FFF2-40B4-BE49-F238E27FC236}">
                  <a16:creationId xmlns:a16="http://schemas.microsoft.com/office/drawing/2014/main" id="{BD99F23E-40FF-4B40-9B6B-5F61F48EF2C2}"/>
                </a:ext>
              </a:extLst>
            </p:cNvPr>
            <p:cNvSpPr>
              <a:spLocks noChangeArrowheads="1"/>
            </p:cNvSpPr>
            <p:nvPr/>
          </p:nvSpPr>
          <p:spPr bwMode="auto">
            <a:xfrm>
              <a:off x="3262313" y="1652588"/>
              <a:ext cx="3540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DN</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8" name="Rectangle 17">
              <a:extLst>
                <a:ext uri="{FF2B5EF4-FFF2-40B4-BE49-F238E27FC236}">
                  <a16:creationId xmlns:a16="http://schemas.microsoft.com/office/drawing/2014/main" id="{DFD412EE-D5C0-4585-9A2B-EBBC6DEEF854}"/>
                </a:ext>
              </a:extLst>
            </p:cNvPr>
            <p:cNvSpPr>
              <a:spLocks noChangeArrowheads="1"/>
            </p:cNvSpPr>
            <p:nvPr/>
          </p:nvSpPr>
          <p:spPr bwMode="auto">
            <a:xfrm>
              <a:off x="3771900" y="1652588"/>
              <a:ext cx="460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59" name="Rectangle 18">
              <a:extLst>
                <a:ext uri="{FF2B5EF4-FFF2-40B4-BE49-F238E27FC236}">
                  <a16:creationId xmlns:a16="http://schemas.microsoft.com/office/drawing/2014/main" id="{69C768A3-234B-4DF0-902D-E003097B4FA1}"/>
                </a:ext>
              </a:extLst>
            </p:cNvPr>
            <p:cNvSpPr>
              <a:spLocks noChangeArrowheads="1"/>
            </p:cNvSpPr>
            <p:nvPr/>
          </p:nvSpPr>
          <p:spPr bwMode="auto">
            <a:xfrm>
              <a:off x="4538663" y="16525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0" name="Rectangle 19">
              <a:extLst>
                <a:ext uri="{FF2B5EF4-FFF2-40B4-BE49-F238E27FC236}">
                  <a16:creationId xmlns:a16="http://schemas.microsoft.com/office/drawing/2014/main" id="{15AF9E31-D236-4A3C-B1FF-F211C68D1056}"/>
                </a:ext>
              </a:extLst>
            </p:cNvPr>
            <p:cNvSpPr>
              <a:spLocks noChangeArrowheads="1"/>
            </p:cNvSpPr>
            <p:nvPr/>
          </p:nvSpPr>
          <p:spPr bwMode="auto">
            <a:xfrm>
              <a:off x="5108575" y="16525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1" name="Rectangle 20">
              <a:extLst>
                <a:ext uri="{FF2B5EF4-FFF2-40B4-BE49-F238E27FC236}">
                  <a16:creationId xmlns:a16="http://schemas.microsoft.com/office/drawing/2014/main" id="{61638162-C3C7-4BA4-BA58-F4248136166D}"/>
                </a:ext>
              </a:extLst>
            </p:cNvPr>
            <p:cNvSpPr>
              <a:spLocks noChangeArrowheads="1"/>
            </p:cNvSpPr>
            <p:nvPr/>
          </p:nvSpPr>
          <p:spPr bwMode="auto">
            <a:xfrm>
              <a:off x="6080125" y="15557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2" name="Rectangle 21">
              <a:extLst>
                <a:ext uri="{FF2B5EF4-FFF2-40B4-BE49-F238E27FC236}">
                  <a16:creationId xmlns:a16="http://schemas.microsoft.com/office/drawing/2014/main" id="{6AEE2C7C-1A30-4109-86EF-A53ED02925D4}"/>
                </a:ext>
              </a:extLst>
            </p:cNvPr>
            <p:cNvSpPr>
              <a:spLocks noChangeArrowheads="1"/>
            </p:cNvSpPr>
            <p:nvPr/>
          </p:nvSpPr>
          <p:spPr bwMode="auto">
            <a:xfrm>
              <a:off x="5670550" y="1652588"/>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3" name="Rectangle 22">
              <a:extLst>
                <a:ext uri="{FF2B5EF4-FFF2-40B4-BE49-F238E27FC236}">
                  <a16:creationId xmlns:a16="http://schemas.microsoft.com/office/drawing/2014/main" id="{52F824D3-9ABC-486E-9BEF-13081733ADD7}"/>
                </a:ext>
              </a:extLst>
            </p:cNvPr>
            <p:cNvSpPr>
              <a:spLocks noChangeArrowheads="1"/>
            </p:cNvSpPr>
            <p:nvPr/>
          </p:nvSpPr>
          <p:spPr bwMode="auto">
            <a:xfrm>
              <a:off x="7097713" y="15557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4" name="Rectangle 23">
              <a:extLst>
                <a:ext uri="{FF2B5EF4-FFF2-40B4-BE49-F238E27FC236}">
                  <a16:creationId xmlns:a16="http://schemas.microsoft.com/office/drawing/2014/main" id="{1CD9ED53-0516-443D-8E63-B585C0C373D5}"/>
                </a:ext>
              </a:extLst>
            </p:cNvPr>
            <p:cNvSpPr>
              <a:spLocks noChangeArrowheads="1"/>
            </p:cNvSpPr>
            <p:nvPr/>
          </p:nvSpPr>
          <p:spPr bwMode="auto">
            <a:xfrm>
              <a:off x="2063750" y="2000250"/>
              <a:ext cx="5033963"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5" name="Rectangle 24">
              <a:extLst>
                <a:ext uri="{FF2B5EF4-FFF2-40B4-BE49-F238E27FC236}">
                  <a16:creationId xmlns:a16="http://schemas.microsoft.com/office/drawing/2014/main" id="{A86802CE-7E16-4F72-9C4B-40CA8FBFAA2D}"/>
                </a:ext>
              </a:extLst>
            </p:cNvPr>
            <p:cNvSpPr>
              <a:spLocks noChangeArrowheads="1"/>
            </p:cNvSpPr>
            <p:nvPr/>
          </p:nvSpPr>
          <p:spPr bwMode="auto">
            <a:xfrm>
              <a:off x="2063750" y="2012950"/>
              <a:ext cx="11113"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6" name="Rectangle 25">
              <a:extLst>
                <a:ext uri="{FF2B5EF4-FFF2-40B4-BE49-F238E27FC236}">
                  <a16:creationId xmlns:a16="http://schemas.microsoft.com/office/drawing/2014/main" id="{59805045-379A-42B7-9DD9-A9B9C9808F3D}"/>
                </a:ext>
              </a:extLst>
            </p:cNvPr>
            <p:cNvSpPr>
              <a:spLocks noChangeArrowheads="1"/>
            </p:cNvSpPr>
            <p:nvPr/>
          </p:nvSpPr>
          <p:spPr bwMode="auto">
            <a:xfrm>
              <a:off x="6523038" y="1560513"/>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7" name="Rectangle 26">
              <a:extLst>
                <a:ext uri="{FF2B5EF4-FFF2-40B4-BE49-F238E27FC236}">
                  <a16:creationId xmlns:a16="http://schemas.microsoft.com/office/drawing/2014/main" id="{B48E7E1B-81A5-4806-867E-1AD8858B6C3A}"/>
                </a:ext>
              </a:extLst>
            </p:cNvPr>
            <p:cNvSpPr>
              <a:spLocks noChangeArrowheads="1"/>
            </p:cNvSpPr>
            <p:nvPr/>
          </p:nvSpPr>
          <p:spPr bwMode="auto">
            <a:xfrm>
              <a:off x="3105150" y="20129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8" name="Rectangle 27">
              <a:extLst>
                <a:ext uri="{FF2B5EF4-FFF2-40B4-BE49-F238E27FC236}">
                  <a16:creationId xmlns:a16="http://schemas.microsoft.com/office/drawing/2014/main" id="{95E26554-C0A0-427C-8293-5E90D51A4B66}"/>
                </a:ext>
              </a:extLst>
            </p:cNvPr>
            <p:cNvSpPr>
              <a:spLocks noChangeArrowheads="1"/>
            </p:cNvSpPr>
            <p:nvPr/>
          </p:nvSpPr>
          <p:spPr bwMode="auto">
            <a:xfrm>
              <a:off x="2452688" y="212248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69" name="Rectangle 28">
              <a:extLst>
                <a:ext uri="{FF2B5EF4-FFF2-40B4-BE49-F238E27FC236}">
                  <a16:creationId xmlns:a16="http://schemas.microsoft.com/office/drawing/2014/main" id="{AA81C91A-0314-477B-B8F9-7E67F26F4B82}"/>
                </a:ext>
              </a:extLst>
            </p:cNvPr>
            <p:cNvSpPr>
              <a:spLocks noChangeArrowheads="1"/>
            </p:cNvSpPr>
            <p:nvPr/>
          </p:nvSpPr>
          <p:spPr bwMode="auto">
            <a:xfrm>
              <a:off x="3898900" y="212248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0" name="Rectangle 29">
              <a:extLst>
                <a:ext uri="{FF2B5EF4-FFF2-40B4-BE49-F238E27FC236}">
                  <a16:creationId xmlns:a16="http://schemas.microsoft.com/office/drawing/2014/main" id="{892C5810-DB83-4BE5-B0C6-6CAF5D278421}"/>
                </a:ext>
              </a:extLst>
            </p:cNvPr>
            <p:cNvSpPr>
              <a:spLocks noChangeArrowheads="1"/>
            </p:cNvSpPr>
            <p:nvPr/>
          </p:nvSpPr>
          <p:spPr bwMode="auto">
            <a:xfrm>
              <a:off x="4535488" y="212248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1" name="Rectangle 30">
              <a:extLst>
                <a:ext uri="{FF2B5EF4-FFF2-40B4-BE49-F238E27FC236}">
                  <a16:creationId xmlns:a16="http://schemas.microsoft.com/office/drawing/2014/main" id="{FE0F1BEB-FFC2-4BAC-8A40-121BC5BB6E81}"/>
                </a:ext>
              </a:extLst>
            </p:cNvPr>
            <p:cNvSpPr>
              <a:spLocks noChangeArrowheads="1"/>
            </p:cNvSpPr>
            <p:nvPr/>
          </p:nvSpPr>
          <p:spPr bwMode="auto">
            <a:xfrm>
              <a:off x="5105400" y="212248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2" name="Rectangle 31">
              <a:extLst>
                <a:ext uri="{FF2B5EF4-FFF2-40B4-BE49-F238E27FC236}">
                  <a16:creationId xmlns:a16="http://schemas.microsoft.com/office/drawing/2014/main" id="{E1293315-284D-4552-9E48-885E3B9AB443}"/>
                </a:ext>
              </a:extLst>
            </p:cNvPr>
            <p:cNvSpPr>
              <a:spLocks noChangeArrowheads="1"/>
            </p:cNvSpPr>
            <p:nvPr/>
          </p:nvSpPr>
          <p:spPr bwMode="auto">
            <a:xfrm>
              <a:off x="6080125" y="20129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3" name="Rectangle 32">
              <a:extLst>
                <a:ext uri="{FF2B5EF4-FFF2-40B4-BE49-F238E27FC236}">
                  <a16:creationId xmlns:a16="http://schemas.microsoft.com/office/drawing/2014/main" id="{89352CD4-FD4D-4856-8817-0068334B1206}"/>
                </a:ext>
              </a:extLst>
            </p:cNvPr>
            <p:cNvSpPr>
              <a:spLocks noChangeArrowheads="1"/>
            </p:cNvSpPr>
            <p:nvPr/>
          </p:nvSpPr>
          <p:spPr bwMode="auto">
            <a:xfrm>
              <a:off x="7097713" y="2012950"/>
              <a:ext cx="12700" cy="4572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4" name="Rectangle 33">
              <a:extLst>
                <a:ext uri="{FF2B5EF4-FFF2-40B4-BE49-F238E27FC236}">
                  <a16:creationId xmlns:a16="http://schemas.microsoft.com/office/drawing/2014/main" id="{130E1007-5B87-46F3-BB21-0C7BA7E32B78}"/>
                </a:ext>
              </a:extLst>
            </p:cNvPr>
            <p:cNvSpPr>
              <a:spLocks noChangeArrowheads="1"/>
            </p:cNvSpPr>
            <p:nvPr/>
          </p:nvSpPr>
          <p:spPr bwMode="auto">
            <a:xfrm>
              <a:off x="2063750" y="2470150"/>
              <a:ext cx="11113" cy="3063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5" name="Rectangle 34">
              <a:extLst>
                <a:ext uri="{FF2B5EF4-FFF2-40B4-BE49-F238E27FC236}">
                  <a16:creationId xmlns:a16="http://schemas.microsoft.com/office/drawing/2014/main" id="{45FC4B4C-F5CC-4BA8-8BBF-D767EF6A75DD}"/>
                </a:ext>
              </a:extLst>
            </p:cNvPr>
            <p:cNvSpPr>
              <a:spLocks noChangeArrowheads="1"/>
            </p:cNvSpPr>
            <p:nvPr/>
          </p:nvSpPr>
          <p:spPr bwMode="auto">
            <a:xfrm>
              <a:off x="6521450" y="21224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6" name="Rectangle 35">
              <a:extLst>
                <a:ext uri="{FF2B5EF4-FFF2-40B4-BE49-F238E27FC236}">
                  <a16:creationId xmlns:a16="http://schemas.microsoft.com/office/drawing/2014/main" id="{60357D03-AC4C-4F76-9B01-C599185A9592}"/>
                </a:ext>
              </a:extLst>
            </p:cNvPr>
            <p:cNvSpPr>
              <a:spLocks noChangeArrowheads="1"/>
            </p:cNvSpPr>
            <p:nvPr/>
          </p:nvSpPr>
          <p:spPr bwMode="auto">
            <a:xfrm>
              <a:off x="3105150" y="2470150"/>
              <a:ext cx="12700" cy="3063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7" name="Rectangle 36">
              <a:extLst>
                <a:ext uri="{FF2B5EF4-FFF2-40B4-BE49-F238E27FC236}">
                  <a16:creationId xmlns:a16="http://schemas.microsoft.com/office/drawing/2014/main" id="{35716680-6262-4CD6-9A20-13E13A1FD0AD}"/>
                </a:ext>
              </a:extLst>
            </p:cNvPr>
            <p:cNvSpPr>
              <a:spLocks noChangeArrowheads="1"/>
            </p:cNvSpPr>
            <p:nvPr/>
          </p:nvSpPr>
          <p:spPr bwMode="auto">
            <a:xfrm>
              <a:off x="2452688" y="247332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8" name="Rectangle 37">
              <a:extLst>
                <a:ext uri="{FF2B5EF4-FFF2-40B4-BE49-F238E27FC236}">
                  <a16:creationId xmlns:a16="http://schemas.microsoft.com/office/drawing/2014/main" id="{7C9D2C21-07C9-4216-96D3-14FFD287C395}"/>
                </a:ext>
              </a:extLst>
            </p:cNvPr>
            <p:cNvSpPr>
              <a:spLocks noChangeArrowheads="1"/>
            </p:cNvSpPr>
            <p:nvPr/>
          </p:nvSpPr>
          <p:spPr bwMode="auto">
            <a:xfrm>
              <a:off x="3898900" y="247332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79" name="Rectangle 38">
              <a:extLst>
                <a:ext uri="{FF2B5EF4-FFF2-40B4-BE49-F238E27FC236}">
                  <a16:creationId xmlns:a16="http://schemas.microsoft.com/office/drawing/2014/main" id="{28DCE261-6836-4C1C-91F9-67F6A7905446}"/>
                </a:ext>
              </a:extLst>
            </p:cNvPr>
            <p:cNvSpPr>
              <a:spLocks noChangeArrowheads="1"/>
            </p:cNvSpPr>
            <p:nvPr/>
          </p:nvSpPr>
          <p:spPr bwMode="auto">
            <a:xfrm>
              <a:off x="4535488" y="247332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0" name="Rectangle 39">
              <a:extLst>
                <a:ext uri="{FF2B5EF4-FFF2-40B4-BE49-F238E27FC236}">
                  <a16:creationId xmlns:a16="http://schemas.microsoft.com/office/drawing/2014/main" id="{8B8DA2AE-D462-453C-8690-9FEB38D348B4}"/>
                </a:ext>
              </a:extLst>
            </p:cNvPr>
            <p:cNvSpPr>
              <a:spLocks noChangeArrowheads="1"/>
            </p:cNvSpPr>
            <p:nvPr/>
          </p:nvSpPr>
          <p:spPr bwMode="auto">
            <a:xfrm>
              <a:off x="5105400" y="247332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1" name="Rectangle 40">
              <a:extLst>
                <a:ext uri="{FF2B5EF4-FFF2-40B4-BE49-F238E27FC236}">
                  <a16:creationId xmlns:a16="http://schemas.microsoft.com/office/drawing/2014/main" id="{686BBEE2-94E9-4BEE-B969-42BEC3ACFC0D}"/>
                </a:ext>
              </a:extLst>
            </p:cNvPr>
            <p:cNvSpPr>
              <a:spLocks noChangeArrowheads="1"/>
            </p:cNvSpPr>
            <p:nvPr/>
          </p:nvSpPr>
          <p:spPr bwMode="auto">
            <a:xfrm>
              <a:off x="6080125" y="2470150"/>
              <a:ext cx="12700" cy="3063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2" name="Rectangle 41">
              <a:extLst>
                <a:ext uri="{FF2B5EF4-FFF2-40B4-BE49-F238E27FC236}">
                  <a16:creationId xmlns:a16="http://schemas.microsoft.com/office/drawing/2014/main" id="{460F34CA-3986-4ED0-AE90-09F9340A008B}"/>
                </a:ext>
              </a:extLst>
            </p:cNvPr>
            <p:cNvSpPr>
              <a:spLocks noChangeArrowheads="1"/>
            </p:cNvSpPr>
            <p:nvPr/>
          </p:nvSpPr>
          <p:spPr bwMode="auto">
            <a:xfrm>
              <a:off x="7097713" y="2470150"/>
              <a:ext cx="12700" cy="30638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3" name="Rectangle 42">
              <a:extLst>
                <a:ext uri="{FF2B5EF4-FFF2-40B4-BE49-F238E27FC236}">
                  <a16:creationId xmlns:a16="http://schemas.microsoft.com/office/drawing/2014/main" id="{88B67691-9841-413A-A86A-28F53BC409FF}"/>
                </a:ext>
              </a:extLst>
            </p:cNvPr>
            <p:cNvSpPr>
              <a:spLocks noChangeArrowheads="1"/>
            </p:cNvSpPr>
            <p:nvPr/>
          </p:nvSpPr>
          <p:spPr bwMode="auto">
            <a:xfrm>
              <a:off x="2063750" y="27765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4" name="Rectangle 43">
              <a:extLst>
                <a:ext uri="{FF2B5EF4-FFF2-40B4-BE49-F238E27FC236}">
                  <a16:creationId xmlns:a16="http://schemas.microsoft.com/office/drawing/2014/main" id="{5F6CF764-48B5-4343-BA1E-A431A00DD9A5}"/>
                </a:ext>
              </a:extLst>
            </p:cNvPr>
            <p:cNvSpPr>
              <a:spLocks noChangeArrowheads="1"/>
            </p:cNvSpPr>
            <p:nvPr/>
          </p:nvSpPr>
          <p:spPr bwMode="auto">
            <a:xfrm>
              <a:off x="6521450" y="2473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5" name="Rectangle 44">
              <a:extLst>
                <a:ext uri="{FF2B5EF4-FFF2-40B4-BE49-F238E27FC236}">
                  <a16:creationId xmlns:a16="http://schemas.microsoft.com/office/drawing/2014/main" id="{F088C439-B597-42DE-837C-7E7A9683D36C}"/>
                </a:ext>
              </a:extLst>
            </p:cNvPr>
            <p:cNvSpPr>
              <a:spLocks noChangeArrowheads="1"/>
            </p:cNvSpPr>
            <p:nvPr/>
          </p:nvSpPr>
          <p:spPr bwMode="auto">
            <a:xfrm>
              <a:off x="3105150" y="277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6" name="Rectangle 45">
              <a:extLst>
                <a:ext uri="{FF2B5EF4-FFF2-40B4-BE49-F238E27FC236}">
                  <a16:creationId xmlns:a16="http://schemas.microsoft.com/office/drawing/2014/main" id="{259F9F12-34FB-490E-B7E8-90BF24374DCF}"/>
                </a:ext>
              </a:extLst>
            </p:cNvPr>
            <p:cNvSpPr>
              <a:spLocks noChangeArrowheads="1"/>
            </p:cNvSpPr>
            <p:nvPr/>
          </p:nvSpPr>
          <p:spPr bwMode="auto">
            <a:xfrm>
              <a:off x="2452688" y="2773363"/>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7" name="Rectangle 46">
              <a:extLst>
                <a:ext uri="{FF2B5EF4-FFF2-40B4-BE49-F238E27FC236}">
                  <a16:creationId xmlns:a16="http://schemas.microsoft.com/office/drawing/2014/main" id="{C04FEAEE-E2F7-4787-A474-1316752D93EC}"/>
                </a:ext>
              </a:extLst>
            </p:cNvPr>
            <p:cNvSpPr>
              <a:spLocks noChangeArrowheads="1"/>
            </p:cNvSpPr>
            <p:nvPr/>
          </p:nvSpPr>
          <p:spPr bwMode="auto">
            <a:xfrm>
              <a:off x="3898900" y="27733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8" name="Rectangle 47">
              <a:extLst>
                <a:ext uri="{FF2B5EF4-FFF2-40B4-BE49-F238E27FC236}">
                  <a16:creationId xmlns:a16="http://schemas.microsoft.com/office/drawing/2014/main" id="{81CA0BE2-4D91-4DE9-8A68-9388D15D9438}"/>
                </a:ext>
              </a:extLst>
            </p:cNvPr>
            <p:cNvSpPr>
              <a:spLocks noChangeArrowheads="1"/>
            </p:cNvSpPr>
            <p:nvPr/>
          </p:nvSpPr>
          <p:spPr bwMode="auto">
            <a:xfrm>
              <a:off x="4535488" y="2773363"/>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S6</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89" name="Rectangle 48">
              <a:extLst>
                <a:ext uri="{FF2B5EF4-FFF2-40B4-BE49-F238E27FC236}">
                  <a16:creationId xmlns:a16="http://schemas.microsoft.com/office/drawing/2014/main" id="{7378F50D-3404-49BA-909D-8389366E0212}"/>
                </a:ext>
              </a:extLst>
            </p:cNvPr>
            <p:cNvSpPr>
              <a:spLocks noChangeArrowheads="1"/>
            </p:cNvSpPr>
            <p:nvPr/>
          </p:nvSpPr>
          <p:spPr bwMode="auto">
            <a:xfrm>
              <a:off x="5105400" y="27733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S7</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0" name="Rectangle 49">
              <a:extLst>
                <a:ext uri="{FF2B5EF4-FFF2-40B4-BE49-F238E27FC236}">
                  <a16:creationId xmlns:a16="http://schemas.microsoft.com/office/drawing/2014/main" id="{01675D51-428D-4EE9-8AC9-159CDF41CC73}"/>
                </a:ext>
              </a:extLst>
            </p:cNvPr>
            <p:cNvSpPr>
              <a:spLocks noChangeArrowheads="1"/>
            </p:cNvSpPr>
            <p:nvPr/>
          </p:nvSpPr>
          <p:spPr bwMode="auto">
            <a:xfrm>
              <a:off x="6080125" y="277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1" name="Rectangle 50">
              <a:extLst>
                <a:ext uri="{FF2B5EF4-FFF2-40B4-BE49-F238E27FC236}">
                  <a16:creationId xmlns:a16="http://schemas.microsoft.com/office/drawing/2014/main" id="{A6718BA7-3F8A-4B62-B358-1B8929BA69CC}"/>
                </a:ext>
              </a:extLst>
            </p:cNvPr>
            <p:cNvSpPr>
              <a:spLocks noChangeArrowheads="1"/>
            </p:cNvSpPr>
            <p:nvPr/>
          </p:nvSpPr>
          <p:spPr bwMode="auto">
            <a:xfrm>
              <a:off x="7097713" y="2776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2" name="Rectangle 51">
              <a:extLst>
                <a:ext uri="{FF2B5EF4-FFF2-40B4-BE49-F238E27FC236}">
                  <a16:creationId xmlns:a16="http://schemas.microsoft.com/office/drawing/2014/main" id="{CB2AE6C6-A5D8-4767-88C3-530A66004A17}"/>
                </a:ext>
              </a:extLst>
            </p:cNvPr>
            <p:cNvSpPr>
              <a:spLocks noChangeArrowheads="1"/>
            </p:cNvSpPr>
            <p:nvPr/>
          </p:nvSpPr>
          <p:spPr bwMode="auto">
            <a:xfrm>
              <a:off x="2063750" y="30813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3" name="Rectangle 52">
              <a:extLst>
                <a:ext uri="{FF2B5EF4-FFF2-40B4-BE49-F238E27FC236}">
                  <a16:creationId xmlns:a16="http://schemas.microsoft.com/office/drawing/2014/main" id="{B8A4CDF1-93E4-4EF0-9381-97F17C9CCE10}"/>
                </a:ext>
              </a:extLst>
            </p:cNvPr>
            <p:cNvSpPr>
              <a:spLocks noChangeArrowheads="1"/>
            </p:cNvSpPr>
            <p:nvPr/>
          </p:nvSpPr>
          <p:spPr bwMode="auto">
            <a:xfrm>
              <a:off x="6521450" y="27733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4" name="Rectangle 53">
              <a:extLst>
                <a:ext uri="{FF2B5EF4-FFF2-40B4-BE49-F238E27FC236}">
                  <a16:creationId xmlns:a16="http://schemas.microsoft.com/office/drawing/2014/main" id="{1B9BB85C-0C6E-432B-AFBC-C100B3147130}"/>
                </a:ext>
              </a:extLst>
            </p:cNvPr>
            <p:cNvSpPr>
              <a:spLocks noChangeArrowheads="1"/>
            </p:cNvSpPr>
            <p:nvPr/>
          </p:nvSpPr>
          <p:spPr bwMode="auto">
            <a:xfrm>
              <a:off x="3105150" y="3081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5" name="Rectangle 54">
              <a:extLst>
                <a:ext uri="{FF2B5EF4-FFF2-40B4-BE49-F238E27FC236}">
                  <a16:creationId xmlns:a16="http://schemas.microsoft.com/office/drawing/2014/main" id="{78BD553F-9C07-4285-9519-3770C358F338}"/>
                </a:ext>
              </a:extLst>
            </p:cNvPr>
            <p:cNvSpPr>
              <a:spLocks noChangeArrowheads="1"/>
            </p:cNvSpPr>
            <p:nvPr/>
          </p:nvSpPr>
          <p:spPr bwMode="auto">
            <a:xfrm>
              <a:off x="2452688" y="3078163"/>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6" name="Rectangle 55">
              <a:extLst>
                <a:ext uri="{FF2B5EF4-FFF2-40B4-BE49-F238E27FC236}">
                  <a16:creationId xmlns:a16="http://schemas.microsoft.com/office/drawing/2014/main" id="{3E9E37AB-2D8E-4255-A1D3-F23205175BD6}"/>
                </a:ext>
              </a:extLst>
            </p:cNvPr>
            <p:cNvSpPr>
              <a:spLocks noChangeArrowheads="1"/>
            </p:cNvSpPr>
            <p:nvPr/>
          </p:nvSpPr>
          <p:spPr bwMode="auto">
            <a:xfrm>
              <a:off x="3898900" y="30781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7" name="Rectangle 56">
              <a:extLst>
                <a:ext uri="{FF2B5EF4-FFF2-40B4-BE49-F238E27FC236}">
                  <a16:creationId xmlns:a16="http://schemas.microsoft.com/office/drawing/2014/main" id="{C6D7FC0E-5DB0-4A9F-884E-A372CC35702F}"/>
                </a:ext>
              </a:extLst>
            </p:cNvPr>
            <p:cNvSpPr>
              <a:spLocks noChangeArrowheads="1"/>
            </p:cNvSpPr>
            <p:nvPr/>
          </p:nvSpPr>
          <p:spPr bwMode="auto">
            <a:xfrm>
              <a:off x="6080125" y="3081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8" name="Rectangle 57">
              <a:extLst>
                <a:ext uri="{FF2B5EF4-FFF2-40B4-BE49-F238E27FC236}">
                  <a16:creationId xmlns:a16="http://schemas.microsoft.com/office/drawing/2014/main" id="{51C259E0-7DC7-4A96-8B0F-6DB2ED5B0BC3}"/>
                </a:ext>
              </a:extLst>
            </p:cNvPr>
            <p:cNvSpPr>
              <a:spLocks noChangeArrowheads="1"/>
            </p:cNvSpPr>
            <p:nvPr/>
          </p:nvSpPr>
          <p:spPr bwMode="auto">
            <a:xfrm>
              <a:off x="7097713" y="30813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499" name="Rectangle 58">
              <a:extLst>
                <a:ext uri="{FF2B5EF4-FFF2-40B4-BE49-F238E27FC236}">
                  <a16:creationId xmlns:a16="http://schemas.microsoft.com/office/drawing/2014/main" id="{9807FF98-D5CF-4B10-AE14-8C877112C209}"/>
                </a:ext>
              </a:extLst>
            </p:cNvPr>
            <p:cNvSpPr>
              <a:spLocks noChangeArrowheads="1"/>
            </p:cNvSpPr>
            <p:nvPr/>
          </p:nvSpPr>
          <p:spPr bwMode="auto">
            <a:xfrm>
              <a:off x="2063750" y="33861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0" name="Rectangle 59">
              <a:extLst>
                <a:ext uri="{FF2B5EF4-FFF2-40B4-BE49-F238E27FC236}">
                  <a16:creationId xmlns:a16="http://schemas.microsoft.com/office/drawing/2014/main" id="{4C9E3EEC-2234-45C4-91D8-F5183D02D758}"/>
                </a:ext>
              </a:extLst>
            </p:cNvPr>
            <p:cNvSpPr>
              <a:spLocks noChangeArrowheads="1"/>
            </p:cNvSpPr>
            <p:nvPr/>
          </p:nvSpPr>
          <p:spPr bwMode="auto">
            <a:xfrm>
              <a:off x="6519863" y="30781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1" name="Rectangle 60">
              <a:extLst>
                <a:ext uri="{FF2B5EF4-FFF2-40B4-BE49-F238E27FC236}">
                  <a16:creationId xmlns:a16="http://schemas.microsoft.com/office/drawing/2014/main" id="{AB632D4A-5C4C-40C4-A82B-71ADDE598887}"/>
                </a:ext>
              </a:extLst>
            </p:cNvPr>
            <p:cNvSpPr>
              <a:spLocks noChangeArrowheads="1"/>
            </p:cNvSpPr>
            <p:nvPr/>
          </p:nvSpPr>
          <p:spPr bwMode="auto">
            <a:xfrm>
              <a:off x="3105150" y="3386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2" name="Rectangle 61">
              <a:extLst>
                <a:ext uri="{FF2B5EF4-FFF2-40B4-BE49-F238E27FC236}">
                  <a16:creationId xmlns:a16="http://schemas.microsoft.com/office/drawing/2014/main" id="{9AF39F5F-6AB0-4B07-B98C-D27C5AC00027}"/>
                </a:ext>
              </a:extLst>
            </p:cNvPr>
            <p:cNvSpPr>
              <a:spLocks noChangeArrowheads="1"/>
            </p:cNvSpPr>
            <p:nvPr/>
          </p:nvSpPr>
          <p:spPr bwMode="auto">
            <a:xfrm>
              <a:off x="2452688" y="338137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3" name="Rectangle 62">
              <a:extLst>
                <a:ext uri="{FF2B5EF4-FFF2-40B4-BE49-F238E27FC236}">
                  <a16:creationId xmlns:a16="http://schemas.microsoft.com/office/drawing/2014/main" id="{FFA4CCB4-E168-4B46-BDB6-A2C0A7A24666}"/>
                </a:ext>
              </a:extLst>
            </p:cNvPr>
            <p:cNvSpPr>
              <a:spLocks noChangeArrowheads="1"/>
            </p:cNvSpPr>
            <p:nvPr/>
          </p:nvSpPr>
          <p:spPr bwMode="auto">
            <a:xfrm>
              <a:off x="3898900" y="338137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4" name="Rectangle 63">
              <a:extLst>
                <a:ext uri="{FF2B5EF4-FFF2-40B4-BE49-F238E27FC236}">
                  <a16:creationId xmlns:a16="http://schemas.microsoft.com/office/drawing/2014/main" id="{D4B3117A-2F00-490E-94F1-2BA15EB6AE32}"/>
                </a:ext>
              </a:extLst>
            </p:cNvPr>
            <p:cNvSpPr>
              <a:spLocks noChangeArrowheads="1"/>
            </p:cNvSpPr>
            <p:nvPr/>
          </p:nvSpPr>
          <p:spPr bwMode="auto">
            <a:xfrm>
              <a:off x="6080125" y="3386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5" name="Rectangle 64">
              <a:extLst>
                <a:ext uri="{FF2B5EF4-FFF2-40B4-BE49-F238E27FC236}">
                  <a16:creationId xmlns:a16="http://schemas.microsoft.com/office/drawing/2014/main" id="{BB243522-C3A0-4ADF-B872-75ED35CF7277}"/>
                </a:ext>
              </a:extLst>
            </p:cNvPr>
            <p:cNvSpPr>
              <a:spLocks noChangeArrowheads="1"/>
            </p:cNvSpPr>
            <p:nvPr/>
          </p:nvSpPr>
          <p:spPr bwMode="auto">
            <a:xfrm>
              <a:off x="7097713" y="33861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6" name="Rectangle 65">
              <a:extLst>
                <a:ext uri="{FF2B5EF4-FFF2-40B4-BE49-F238E27FC236}">
                  <a16:creationId xmlns:a16="http://schemas.microsoft.com/office/drawing/2014/main" id="{9F2CA909-BAFF-4C7B-B7E8-6C806C7E9119}"/>
                </a:ext>
              </a:extLst>
            </p:cNvPr>
            <p:cNvSpPr>
              <a:spLocks noChangeArrowheads="1"/>
            </p:cNvSpPr>
            <p:nvPr/>
          </p:nvSpPr>
          <p:spPr bwMode="auto">
            <a:xfrm>
              <a:off x="2063750" y="36909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7" name="Rectangle 66">
              <a:extLst>
                <a:ext uri="{FF2B5EF4-FFF2-40B4-BE49-F238E27FC236}">
                  <a16:creationId xmlns:a16="http://schemas.microsoft.com/office/drawing/2014/main" id="{04444F2A-C766-42E3-85DF-67EA201E4D6B}"/>
                </a:ext>
              </a:extLst>
            </p:cNvPr>
            <p:cNvSpPr>
              <a:spLocks noChangeArrowheads="1"/>
            </p:cNvSpPr>
            <p:nvPr/>
          </p:nvSpPr>
          <p:spPr bwMode="auto">
            <a:xfrm>
              <a:off x="6519863" y="33813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8" name="Rectangle 67">
              <a:extLst>
                <a:ext uri="{FF2B5EF4-FFF2-40B4-BE49-F238E27FC236}">
                  <a16:creationId xmlns:a16="http://schemas.microsoft.com/office/drawing/2014/main" id="{48A7D024-4CC6-46FD-9262-A1391CD50316}"/>
                </a:ext>
              </a:extLst>
            </p:cNvPr>
            <p:cNvSpPr>
              <a:spLocks noChangeArrowheads="1"/>
            </p:cNvSpPr>
            <p:nvPr/>
          </p:nvSpPr>
          <p:spPr bwMode="auto">
            <a:xfrm>
              <a:off x="3105150" y="3690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09" name="Rectangle 68">
              <a:extLst>
                <a:ext uri="{FF2B5EF4-FFF2-40B4-BE49-F238E27FC236}">
                  <a16:creationId xmlns:a16="http://schemas.microsoft.com/office/drawing/2014/main" id="{81E170C1-6334-46DC-A8B2-B421C1F1F64F}"/>
                </a:ext>
              </a:extLst>
            </p:cNvPr>
            <p:cNvSpPr>
              <a:spLocks noChangeArrowheads="1"/>
            </p:cNvSpPr>
            <p:nvPr/>
          </p:nvSpPr>
          <p:spPr bwMode="auto">
            <a:xfrm>
              <a:off x="2452688" y="368617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S6</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0" name="Rectangle 69">
              <a:extLst>
                <a:ext uri="{FF2B5EF4-FFF2-40B4-BE49-F238E27FC236}">
                  <a16:creationId xmlns:a16="http://schemas.microsoft.com/office/drawing/2014/main" id="{4A93FD73-7ABC-406A-BB1B-0B2707FBFEDF}"/>
                </a:ext>
              </a:extLst>
            </p:cNvPr>
            <p:cNvSpPr>
              <a:spLocks noChangeArrowheads="1"/>
            </p:cNvSpPr>
            <p:nvPr/>
          </p:nvSpPr>
          <p:spPr bwMode="auto">
            <a:xfrm>
              <a:off x="3898900" y="368617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S6</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1" name="Rectangle 70">
              <a:extLst>
                <a:ext uri="{FF2B5EF4-FFF2-40B4-BE49-F238E27FC236}">
                  <a16:creationId xmlns:a16="http://schemas.microsoft.com/office/drawing/2014/main" id="{C5C002F7-9C86-4961-8221-D022D721E8D5}"/>
                </a:ext>
              </a:extLst>
            </p:cNvPr>
            <p:cNvSpPr>
              <a:spLocks noChangeArrowheads="1"/>
            </p:cNvSpPr>
            <p:nvPr/>
          </p:nvSpPr>
          <p:spPr bwMode="auto">
            <a:xfrm>
              <a:off x="4535488" y="368617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S8</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2" name="Rectangle 71">
              <a:extLst>
                <a:ext uri="{FF2B5EF4-FFF2-40B4-BE49-F238E27FC236}">
                  <a16:creationId xmlns:a16="http://schemas.microsoft.com/office/drawing/2014/main" id="{884E9699-64B4-4BDA-8C11-73D53621FDA6}"/>
                </a:ext>
              </a:extLst>
            </p:cNvPr>
            <p:cNvSpPr>
              <a:spLocks noChangeArrowheads="1"/>
            </p:cNvSpPr>
            <p:nvPr/>
          </p:nvSpPr>
          <p:spPr bwMode="auto">
            <a:xfrm>
              <a:off x="5105400" y="368617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S9</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3" name="Rectangle 72">
              <a:extLst>
                <a:ext uri="{FF2B5EF4-FFF2-40B4-BE49-F238E27FC236}">
                  <a16:creationId xmlns:a16="http://schemas.microsoft.com/office/drawing/2014/main" id="{10645B4F-6E8C-4886-A410-9D921DB64AD6}"/>
                </a:ext>
              </a:extLst>
            </p:cNvPr>
            <p:cNvSpPr>
              <a:spLocks noChangeArrowheads="1"/>
            </p:cNvSpPr>
            <p:nvPr/>
          </p:nvSpPr>
          <p:spPr bwMode="auto">
            <a:xfrm>
              <a:off x="6080125" y="3690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4" name="Rectangle 73">
              <a:extLst>
                <a:ext uri="{FF2B5EF4-FFF2-40B4-BE49-F238E27FC236}">
                  <a16:creationId xmlns:a16="http://schemas.microsoft.com/office/drawing/2014/main" id="{494345DD-5134-417B-834D-20FEB199E416}"/>
                </a:ext>
              </a:extLst>
            </p:cNvPr>
            <p:cNvSpPr>
              <a:spLocks noChangeArrowheads="1"/>
            </p:cNvSpPr>
            <p:nvPr/>
          </p:nvSpPr>
          <p:spPr bwMode="auto">
            <a:xfrm>
              <a:off x="7097713" y="36909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5" name="Rectangle 74">
              <a:extLst>
                <a:ext uri="{FF2B5EF4-FFF2-40B4-BE49-F238E27FC236}">
                  <a16:creationId xmlns:a16="http://schemas.microsoft.com/office/drawing/2014/main" id="{F0F66986-9FB2-46AF-8124-EBEF142B3F2F}"/>
                </a:ext>
              </a:extLst>
            </p:cNvPr>
            <p:cNvSpPr>
              <a:spLocks noChangeArrowheads="1"/>
            </p:cNvSpPr>
            <p:nvPr/>
          </p:nvSpPr>
          <p:spPr bwMode="auto">
            <a:xfrm>
              <a:off x="2063750" y="39957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6" name="Rectangle 75">
              <a:extLst>
                <a:ext uri="{FF2B5EF4-FFF2-40B4-BE49-F238E27FC236}">
                  <a16:creationId xmlns:a16="http://schemas.microsoft.com/office/drawing/2014/main" id="{B677B629-36E9-40B3-9ACE-A9D07D422229}"/>
                </a:ext>
              </a:extLst>
            </p:cNvPr>
            <p:cNvSpPr>
              <a:spLocks noChangeArrowheads="1"/>
            </p:cNvSpPr>
            <p:nvPr/>
          </p:nvSpPr>
          <p:spPr bwMode="auto">
            <a:xfrm>
              <a:off x="6521450" y="36861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7" name="Rectangle 76">
              <a:extLst>
                <a:ext uri="{FF2B5EF4-FFF2-40B4-BE49-F238E27FC236}">
                  <a16:creationId xmlns:a16="http://schemas.microsoft.com/office/drawing/2014/main" id="{E504B960-B8E7-4F8F-A6E5-E48206072FF6}"/>
                </a:ext>
              </a:extLst>
            </p:cNvPr>
            <p:cNvSpPr>
              <a:spLocks noChangeArrowheads="1"/>
            </p:cNvSpPr>
            <p:nvPr/>
          </p:nvSpPr>
          <p:spPr bwMode="auto">
            <a:xfrm>
              <a:off x="3105150" y="3995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8" name="Rectangle 77">
              <a:extLst>
                <a:ext uri="{FF2B5EF4-FFF2-40B4-BE49-F238E27FC236}">
                  <a16:creationId xmlns:a16="http://schemas.microsoft.com/office/drawing/2014/main" id="{59B287D8-C7E3-4080-9F0B-79FBF9462078}"/>
                </a:ext>
              </a:extLst>
            </p:cNvPr>
            <p:cNvSpPr>
              <a:spLocks noChangeArrowheads="1"/>
            </p:cNvSpPr>
            <p:nvPr/>
          </p:nvSpPr>
          <p:spPr bwMode="auto">
            <a:xfrm>
              <a:off x="2452688" y="3990975"/>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S7</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19" name="Rectangle 78">
              <a:extLst>
                <a:ext uri="{FF2B5EF4-FFF2-40B4-BE49-F238E27FC236}">
                  <a16:creationId xmlns:a16="http://schemas.microsoft.com/office/drawing/2014/main" id="{A58F0CE9-84F2-46DD-B2A3-8CA7D5315009}"/>
                </a:ext>
              </a:extLst>
            </p:cNvPr>
            <p:cNvSpPr>
              <a:spLocks noChangeArrowheads="1"/>
            </p:cNvSpPr>
            <p:nvPr/>
          </p:nvSpPr>
          <p:spPr bwMode="auto">
            <a:xfrm>
              <a:off x="3898900" y="3990975"/>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0" name="Rectangle 79">
              <a:extLst>
                <a:ext uri="{FF2B5EF4-FFF2-40B4-BE49-F238E27FC236}">
                  <a16:creationId xmlns:a16="http://schemas.microsoft.com/office/drawing/2014/main" id="{C8CD8F6C-1907-4235-ACD7-3719540F339C}"/>
                </a:ext>
              </a:extLst>
            </p:cNvPr>
            <p:cNvSpPr>
              <a:spLocks noChangeArrowheads="1"/>
            </p:cNvSpPr>
            <p:nvPr/>
          </p:nvSpPr>
          <p:spPr bwMode="auto">
            <a:xfrm>
              <a:off x="6080125" y="3995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1" name="Rectangle 80">
              <a:extLst>
                <a:ext uri="{FF2B5EF4-FFF2-40B4-BE49-F238E27FC236}">
                  <a16:creationId xmlns:a16="http://schemas.microsoft.com/office/drawing/2014/main" id="{8FE1D89D-D64F-4D69-8BAE-EF3E2E9782DB}"/>
                </a:ext>
              </a:extLst>
            </p:cNvPr>
            <p:cNvSpPr>
              <a:spLocks noChangeArrowheads="1"/>
            </p:cNvSpPr>
            <p:nvPr/>
          </p:nvSpPr>
          <p:spPr bwMode="auto">
            <a:xfrm>
              <a:off x="7097713" y="39957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2" name="Rectangle 81">
              <a:extLst>
                <a:ext uri="{FF2B5EF4-FFF2-40B4-BE49-F238E27FC236}">
                  <a16:creationId xmlns:a16="http://schemas.microsoft.com/office/drawing/2014/main" id="{97DCBEFD-7690-41CC-A329-BBD22F71CD85}"/>
                </a:ext>
              </a:extLst>
            </p:cNvPr>
            <p:cNvSpPr>
              <a:spLocks noChangeArrowheads="1"/>
            </p:cNvSpPr>
            <p:nvPr/>
          </p:nvSpPr>
          <p:spPr bwMode="auto">
            <a:xfrm>
              <a:off x="2063750" y="4300538"/>
              <a:ext cx="11113"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3" name="Rectangle 82">
              <a:extLst>
                <a:ext uri="{FF2B5EF4-FFF2-40B4-BE49-F238E27FC236}">
                  <a16:creationId xmlns:a16="http://schemas.microsoft.com/office/drawing/2014/main" id="{F4ED820C-CD1A-4417-AF52-36A8C5F2B97F}"/>
                </a:ext>
              </a:extLst>
            </p:cNvPr>
            <p:cNvSpPr>
              <a:spLocks noChangeArrowheads="1"/>
            </p:cNvSpPr>
            <p:nvPr/>
          </p:nvSpPr>
          <p:spPr bwMode="auto">
            <a:xfrm>
              <a:off x="6519863" y="399097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4" name="Rectangle 83">
              <a:extLst>
                <a:ext uri="{FF2B5EF4-FFF2-40B4-BE49-F238E27FC236}">
                  <a16:creationId xmlns:a16="http://schemas.microsoft.com/office/drawing/2014/main" id="{2C5E9AFA-31AB-4192-A201-0C27BB27CFB6}"/>
                </a:ext>
              </a:extLst>
            </p:cNvPr>
            <p:cNvSpPr>
              <a:spLocks noChangeArrowheads="1"/>
            </p:cNvSpPr>
            <p:nvPr/>
          </p:nvSpPr>
          <p:spPr bwMode="auto">
            <a:xfrm>
              <a:off x="3105150" y="4300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5" name="Rectangle 84">
              <a:extLst>
                <a:ext uri="{FF2B5EF4-FFF2-40B4-BE49-F238E27FC236}">
                  <a16:creationId xmlns:a16="http://schemas.microsoft.com/office/drawing/2014/main" id="{C1B2C8D4-64B2-4678-8A29-973FC02374C7}"/>
                </a:ext>
              </a:extLst>
            </p:cNvPr>
            <p:cNvSpPr>
              <a:spLocks noChangeArrowheads="1"/>
            </p:cNvSpPr>
            <p:nvPr/>
          </p:nvSpPr>
          <p:spPr bwMode="auto">
            <a:xfrm>
              <a:off x="2452688" y="429418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S8</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6" name="Rectangle 85">
              <a:extLst>
                <a:ext uri="{FF2B5EF4-FFF2-40B4-BE49-F238E27FC236}">
                  <a16:creationId xmlns:a16="http://schemas.microsoft.com/office/drawing/2014/main" id="{86EB4ED3-C4F0-4F55-B63C-0CC21B6F8C59}"/>
                </a:ext>
              </a:extLst>
            </p:cNvPr>
            <p:cNvSpPr>
              <a:spLocks noChangeArrowheads="1"/>
            </p:cNvSpPr>
            <p:nvPr/>
          </p:nvSpPr>
          <p:spPr bwMode="auto">
            <a:xfrm>
              <a:off x="3898900" y="429418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7" name="Rectangle 86">
              <a:extLst>
                <a:ext uri="{FF2B5EF4-FFF2-40B4-BE49-F238E27FC236}">
                  <a16:creationId xmlns:a16="http://schemas.microsoft.com/office/drawing/2014/main" id="{18E869AC-52BF-4CC2-80F9-4E496AC6EE27}"/>
                </a:ext>
              </a:extLst>
            </p:cNvPr>
            <p:cNvSpPr>
              <a:spLocks noChangeArrowheads="1"/>
            </p:cNvSpPr>
            <p:nvPr/>
          </p:nvSpPr>
          <p:spPr bwMode="auto">
            <a:xfrm>
              <a:off x="6080125" y="4300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8" name="Rectangle 87">
              <a:extLst>
                <a:ext uri="{FF2B5EF4-FFF2-40B4-BE49-F238E27FC236}">
                  <a16:creationId xmlns:a16="http://schemas.microsoft.com/office/drawing/2014/main" id="{BB57E4B3-F22C-44B8-AB62-FC968EB01F5D}"/>
                </a:ext>
              </a:extLst>
            </p:cNvPr>
            <p:cNvSpPr>
              <a:spLocks noChangeArrowheads="1"/>
            </p:cNvSpPr>
            <p:nvPr/>
          </p:nvSpPr>
          <p:spPr bwMode="auto">
            <a:xfrm>
              <a:off x="7097713" y="4300538"/>
              <a:ext cx="12700" cy="3048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29" name="Rectangle 88">
              <a:extLst>
                <a:ext uri="{FF2B5EF4-FFF2-40B4-BE49-F238E27FC236}">
                  <a16:creationId xmlns:a16="http://schemas.microsoft.com/office/drawing/2014/main" id="{1F6B2390-FD52-4E46-9B34-E8AE66D79A16}"/>
                </a:ext>
              </a:extLst>
            </p:cNvPr>
            <p:cNvSpPr>
              <a:spLocks noChangeArrowheads="1"/>
            </p:cNvSpPr>
            <p:nvPr/>
          </p:nvSpPr>
          <p:spPr bwMode="auto">
            <a:xfrm>
              <a:off x="2063750" y="4584700"/>
              <a:ext cx="11113"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0" name="Rectangle 89">
              <a:extLst>
                <a:ext uri="{FF2B5EF4-FFF2-40B4-BE49-F238E27FC236}">
                  <a16:creationId xmlns:a16="http://schemas.microsoft.com/office/drawing/2014/main" id="{C301B02E-0DF3-4BB2-A73B-8054EC40104F}"/>
                </a:ext>
              </a:extLst>
            </p:cNvPr>
            <p:cNvSpPr>
              <a:spLocks noChangeArrowheads="1"/>
            </p:cNvSpPr>
            <p:nvPr/>
          </p:nvSpPr>
          <p:spPr bwMode="auto">
            <a:xfrm>
              <a:off x="6519863" y="42941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1" name="Rectangle 90">
              <a:extLst>
                <a:ext uri="{FF2B5EF4-FFF2-40B4-BE49-F238E27FC236}">
                  <a16:creationId xmlns:a16="http://schemas.microsoft.com/office/drawing/2014/main" id="{C74F9C57-F93F-4238-8646-67F8620515E4}"/>
                </a:ext>
              </a:extLst>
            </p:cNvPr>
            <p:cNvSpPr>
              <a:spLocks noChangeArrowheads="1"/>
            </p:cNvSpPr>
            <p:nvPr/>
          </p:nvSpPr>
          <p:spPr bwMode="auto">
            <a:xfrm>
              <a:off x="3105150" y="458470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2" name="Rectangle 91">
              <a:extLst>
                <a:ext uri="{FF2B5EF4-FFF2-40B4-BE49-F238E27FC236}">
                  <a16:creationId xmlns:a16="http://schemas.microsoft.com/office/drawing/2014/main" id="{0FC146FC-2CDA-419B-A7CE-93AD3F0BC24C}"/>
                </a:ext>
              </a:extLst>
            </p:cNvPr>
            <p:cNvSpPr>
              <a:spLocks noChangeArrowheads="1"/>
            </p:cNvSpPr>
            <p:nvPr/>
          </p:nvSpPr>
          <p:spPr bwMode="auto">
            <a:xfrm>
              <a:off x="2452688" y="459898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S9</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3" name="Rectangle 92">
              <a:extLst>
                <a:ext uri="{FF2B5EF4-FFF2-40B4-BE49-F238E27FC236}">
                  <a16:creationId xmlns:a16="http://schemas.microsoft.com/office/drawing/2014/main" id="{8F3B9B29-C8FD-43AE-B9FE-59475804AC41}"/>
                </a:ext>
              </a:extLst>
            </p:cNvPr>
            <p:cNvSpPr>
              <a:spLocks noChangeArrowheads="1"/>
            </p:cNvSpPr>
            <p:nvPr/>
          </p:nvSpPr>
          <p:spPr bwMode="auto">
            <a:xfrm>
              <a:off x="3898900" y="459898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4" name="Rectangle 93">
              <a:extLst>
                <a:ext uri="{FF2B5EF4-FFF2-40B4-BE49-F238E27FC236}">
                  <a16:creationId xmlns:a16="http://schemas.microsoft.com/office/drawing/2014/main" id="{7D5C6F3B-3FDE-4EBA-AA42-3885869E6924}"/>
                </a:ext>
              </a:extLst>
            </p:cNvPr>
            <p:cNvSpPr>
              <a:spLocks noChangeArrowheads="1"/>
            </p:cNvSpPr>
            <p:nvPr/>
          </p:nvSpPr>
          <p:spPr bwMode="auto">
            <a:xfrm>
              <a:off x="6080125" y="458470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5" name="Rectangle 94">
              <a:extLst>
                <a:ext uri="{FF2B5EF4-FFF2-40B4-BE49-F238E27FC236}">
                  <a16:creationId xmlns:a16="http://schemas.microsoft.com/office/drawing/2014/main" id="{32141F17-6283-412C-A6E1-C9AC5E0B85A5}"/>
                </a:ext>
              </a:extLst>
            </p:cNvPr>
            <p:cNvSpPr>
              <a:spLocks noChangeArrowheads="1"/>
            </p:cNvSpPr>
            <p:nvPr/>
          </p:nvSpPr>
          <p:spPr bwMode="auto">
            <a:xfrm>
              <a:off x="7097713" y="4584700"/>
              <a:ext cx="12700" cy="350838"/>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6" name="Rectangle 95">
              <a:extLst>
                <a:ext uri="{FF2B5EF4-FFF2-40B4-BE49-F238E27FC236}">
                  <a16:creationId xmlns:a16="http://schemas.microsoft.com/office/drawing/2014/main" id="{2ADC2BD5-C32C-401D-895A-6DC267114F2B}"/>
                </a:ext>
              </a:extLst>
            </p:cNvPr>
            <p:cNvSpPr>
              <a:spLocks noChangeArrowheads="1"/>
            </p:cNvSpPr>
            <p:nvPr/>
          </p:nvSpPr>
          <p:spPr bwMode="auto">
            <a:xfrm>
              <a:off x="2063750" y="4948238"/>
              <a:ext cx="5033963" cy="12700"/>
            </a:xfrm>
            <a:prstGeom prst="rect">
              <a:avLst/>
            </a:prstGeom>
            <a:solidFill>
              <a:srgbClr val="FFFFFF"/>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7" name="Rectangle 96">
              <a:extLst>
                <a:ext uri="{FF2B5EF4-FFF2-40B4-BE49-F238E27FC236}">
                  <a16:creationId xmlns:a16="http://schemas.microsoft.com/office/drawing/2014/main" id="{67C22127-20BF-4E17-BC0D-77281092B895}"/>
                </a:ext>
              </a:extLst>
            </p:cNvPr>
            <p:cNvSpPr>
              <a:spLocks noChangeArrowheads="1"/>
            </p:cNvSpPr>
            <p:nvPr/>
          </p:nvSpPr>
          <p:spPr bwMode="auto">
            <a:xfrm>
              <a:off x="6519863" y="45989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8" name="Rectangle 97">
              <a:extLst>
                <a:ext uri="{FF2B5EF4-FFF2-40B4-BE49-F238E27FC236}">
                  <a16:creationId xmlns:a16="http://schemas.microsoft.com/office/drawing/2014/main" id="{58A593EF-241A-49EC-B951-3FB4CE7CF3B3}"/>
                </a:ext>
              </a:extLst>
            </p:cNvPr>
            <p:cNvSpPr>
              <a:spLocks noChangeArrowheads="1"/>
            </p:cNvSpPr>
            <p:nvPr/>
          </p:nvSpPr>
          <p:spPr bwMode="auto">
            <a:xfrm>
              <a:off x="4576763" y="3068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39" name="Rectangle 98">
              <a:extLst>
                <a:ext uri="{FF2B5EF4-FFF2-40B4-BE49-F238E27FC236}">
                  <a16:creationId xmlns:a16="http://schemas.microsoft.com/office/drawing/2014/main" id="{E7A01787-5A1E-4F93-83F3-50BF6B30C77C}"/>
                </a:ext>
              </a:extLst>
            </p:cNvPr>
            <p:cNvSpPr>
              <a:spLocks noChangeArrowheads="1"/>
            </p:cNvSpPr>
            <p:nvPr/>
          </p:nvSpPr>
          <p:spPr bwMode="auto">
            <a:xfrm>
              <a:off x="4576763" y="3322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0" name="Rectangle 99">
              <a:extLst>
                <a:ext uri="{FF2B5EF4-FFF2-40B4-BE49-F238E27FC236}">
                  <a16:creationId xmlns:a16="http://schemas.microsoft.com/office/drawing/2014/main" id="{A71531CD-5130-403D-BE5C-6DCEDA3BD089}"/>
                </a:ext>
              </a:extLst>
            </p:cNvPr>
            <p:cNvSpPr>
              <a:spLocks noChangeArrowheads="1"/>
            </p:cNvSpPr>
            <p:nvPr/>
          </p:nvSpPr>
          <p:spPr bwMode="auto">
            <a:xfrm>
              <a:off x="4576763" y="39893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1" name="Rectangle 100">
              <a:extLst>
                <a:ext uri="{FF2B5EF4-FFF2-40B4-BE49-F238E27FC236}">
                  <a16:creationId xmlns:a16="http://schemas.microsoft.com/office/drawing/2014/main" id="{33282D8E-45E9-4B6E-B5DE-FF9AF76EB49C}"/>
                </a:ext>
              </a:extLst>
            </p:cNvPr>
            <p:cNvSpPr>
              <a:spLocks noChangeArrowheads="1"/>
            </p:cNvSpPr>
            <p:nvPr/>
          </p:nvSpPr>
          <p:spPr bwMode="auto">
            <a:xfrm>
              <a:off x="4576763" y="4292600"/>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2" name="Rectangle 101">
              <a:extLst>
                <a:ext uri="{FF2B5EF4-FFF2-40B4-BE49-F238E27FC236}">
                  <a16:creationId xmlns:a16="http://schemas.microsoft.com/office/drawing/2014/main" id="{8A2F520E-22C1-41D0-BFF4-DDA9FE47A9D7}"/>
                </a:ext>
              </a:extLst>
            </p:cNvPr>
            <p:cNvSpPr>
              <a:spLocks noChangeArrowheads="1"/>
            </p:cNvSpPr>
            <p:nvPr/>
          </p:nvSpPr>
          <p:spPr bwMode="auto">
            <a:xfrm>
              <a:off x="4576763" y="456406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3" name="Rectangle 102">
              <a:extLst>
                <a:ext uri="{FF2B5EF4-FFF2-40B4-BE49-F238E27FC236}">
                  <a16:creationId xmlns:a16="http://schemas.microsoft.com/office/drawing/2014/main" id="{1068308C-37E5-4060-8CB8-8C05BCF0CCAA}"/>
                </a:ext>
              </a:extLst>
            </p:cNvPr>
            <p:cNvSpPr>
              <a:spLocks noChangeArrowheads="1"/>
            </p:cNvSpPr>
            <p:nvPr/>
          </p:nvSpPr>
          <p:spPr bwMode="auto">
            <a:xfrm>
              <a:off x="5148263" y="3068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4" name="Rectangle 103">
              <a:extLst>
                <a:ext uri="{FF2B5EF4-FFF2-40B4-BE49-F238E27FC236}">
                  <a16:creationId xmlns:a16="http://schemas.microsoft.com/office/drawing/2014/main" id="{F41DFFB8-7AD3-47B9-BC27-3878FA4ECF99}"/>
                </a:ext>
              </a:extLst>
            </p:cNvPr>
            <p:cNvSpPr>
              <a:spLocks noChangeArrowheads="1"/>
            </p:cNvSpPr>
            <p:nvPr/>
          </p:nvSpPr>
          <p:spPr bwMode="auto">
            <a:xfrm>
              <a:off x="5148263" y="3322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5" name="Rectangle 104">
              <a:extLst>
                <a:ext uri="{FF2B5EF4-FFF2-40B4-BE49-F238E27FC236}">
                  <a16:creationId xmlns:a16="http://schemas.microsoft.com/office/drawing/2014/main" id="{EAC2E6C7-478F-430E-B2A7-D1C0813DB91A}"/>
                </a:ext>
              </a:extLst>
            </p:cNvPr>
            <p:cNvSpPr>
              <a:spLocks noChangeArrowheads="1"/>
            </p:cNvSpPr>
            <p:nvPr/>
          </p:nvSpPr>
          <p:spPr bwMode="auto">
            <a:xfrm>
              <a:off x="5148263" y="39893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6" name="Rectangle 105">
              <a:extLst>
                <a:ext uri="{FF2B5EF4-FFF2-40B4-BE49-F238E27FC236}">
                  <a16:creationId xmlns:a16="http://schemas.microsoft.com/office/drawing/2014/main" id="{41CABDB2-0576-4EE5-AC5A-3504EA40B1C8}"/>
                </a:ext>
              </a:extLst>
            </p:cNvPr>
            <p:cNvSpPr>
              <a:spLocks noChangeArrowheads="1"/>
            </p:cNvSpPr>
            <p:nvPr/>
          </p:nvSpPr>
          <p:spPr bwMode="auto">
            <a:xfrm>
              <a:off x="5148263" y="4292600"/>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7" name="Rectangle 106">
              <a:extLst>
                <a:ext uri="{FF2B5EF4-FFF2-40B4-BE49-F238E27FC236}">
                  <a16:creationId xmlns:a16="http://schemas.microsoft.com/office/drawing/2014/main" id="{87CF9CFC-930F-43DA-9C7C-5168CB85CB93}"/>
                </a:ext>
              </a:extLst>
            </p:cNvPr>
            <p:cNvSpPr>
              <a:spLocks noChangeArrowheads="1"/>
            </p:cNvSpPr>
            <p:nvPr/>
          </p:nvSpPr>
          <p:spPr bwMode="auto">
            <a:xfrm>
              <a:off x="5148263" y="456406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8" name="Rectangle 107">
              <a:extLst>
                <a:ext uri="{FF2B5EF4-FFF2-40B4-BE49-F238E27FC236}">
                  <a16:creationId xmlns:a16="http://schemas.microsoft.com/office/drawing/2014/main" id="{12F4F723-026F-4595-B489-A8839980EFB9}"/>
                </a:ext>
              </a:extLst>
            </p:cNvPr>
            <p:cNvSpPr>
              <a:spLocks noChangeArrowheads="1"/>
            </p:cNvSpPr>
            <p:nvPr/>
          </p:nvSpPr>
          <p:spPr bwMode="auto">
            <a:xfrm>
              <a:off x="5721350" y="2109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49" name="Rectangle 109">
              <a:extLst>
                <a:ext uri="{FF2B5EF4-FFF2-40B4-BE49-F238E27FC236}">
                  <a16:creationId xmlns:a16="http://schemas.microsoft.com/office/drawing/2014/main" id="{9852846A-F609-4ABF-BD04-5E1292645198}"/>
                </a:ext>
              </a:extLst>
            </p:cNvPr>
            <p:cNvSpPr>
              <a:spLocks noChangeArrowheads="1"/>
            </p:cNvSpPr>
            <p:nvPr/>
          </p:nvSpPr>
          <p:spPr bwMode="auto">
            <a:xfrm>
              <a:off x="5721350" y="24399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0" name="Rectangle 110">
              <a:extLst>
                <a:ext uri="{FF2B5EF4-FFF2-40B4-BE49-F238E27FC236}">
                  <a16:creationId xmlns:a16="http://schemas.microsoft.com/office/drawing/2014/main" id="{53D34CDF-6D98-4945-9661-40E08512CE8E}"/>
                </a:ext>
              </a:extLst>
            </p:cNvPr>
            <p:cNvSpPr>
              <a:spLocks noChangeArrowheads="1"/>
            </p:cNvSpPr>
            <p:nvPr/>
          </p:nvSpPr>
          <p:spPr bwMode="auto">
            <a:xfrm>
              <a:off x="5721350" y="27574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1" name="Rectangle 111">
              <a:extLst>
                <a:ext uri="{FF2B5EF4-FFF2-40B4-BE49-F238E27FC236}">
                  <a16:creationId xmlns:a16="http://schemas.microsoft.com/office/drawing/2014/main" id="{3849D05B-F248-433D-A245-F037867F7F76}"/>
                </a:ext>
              </a:extLst>
            </p:cNvPr>
            <p:cNvSpPr>
              <a:spLocks noChangeArrowheads="1"/>
            </p:cNvSpPr>
            <p:nvPr/>
          </p:nvSpPr>
          <p:spPr bwMode="auto">
            <a:xfrm>
              <a:off x="5721350" y="3068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2" name="Rectangle 112">
              <a:extLst>
                <a:ext uri="{FF2B5EF4-FFF2-40B4-BE49-F238E27FC236}">
                  <a16:creationId xmlns:a16="http://schemas.microsoft.com/office/drawing/2014/main" id="{E78E9BED-EE59-40A5-B06D-9B037FAE23E0}"/>
                </a:ext>
              </a:extLst>
            </p:cNvPr>
            <p:cNvSpPr>
              <a:spLocks noChangeArrowheads="1"/>
            </p:cNvSpPr>
            <p:nvPr/>
          </p:nvSpPr>
          <p:spPr bwMode="auto">
            <a:xfrm>
              <a:off x="5721350" y="3322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3" name="Rectangle 113">
              <a:extLst>
                <a:ext uri="{FF2B5EF4-FFF2-40B4-BE49-F238E27FC236}">
                  <a16:creationId xmlns:a16="http://schemas.microsoft.com/office/drawing/2014/main" id="{78CF3CCB-6265-4D80-890E-99B332DB7064}"/>
                </a:ext>
              </a:extLst>
            </p:cNvPr>
            <p:cNvSpPr>
              <a:spLocks noChangeArrowheads="1"/>
            </p:cNvSpPr>
            <p:nvPr/>
          </p:nvSpPr>
          <p:spPr bwMode="auto">
            <a:xfrm>
              <a:off x="5721350" y="36718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4" name="Rectangle 114">
              <a:extLst>
                <a:ext uri="{FF2B5EF4-FFF2-40B4-BE49-F238E27FC236}">
                  <a16:creationId xmlns:a16="http://schemas.microsoft.com/office/drawing/2014/main" id="{74E85C61-8524-4D35-928A-C1AAD98ADFE2}"/>
                </a:ext>
              </a:extLst>
            </p:cNvPr>
            <p:cNvSpPr>
              <a:spLocks noChangeArrowheads="1"/>
            </p:cNvSpPr>
            <p:nvPr/>
          </p:nvSpPr>
          <p:spPr bwMode="auto">
            <a:xfrm>
              <a:off x="5721350" y="39893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5" name="Rectangle 115">
              <a:extLst>
                <a:ext uri="{FF2B5EF4-FFF2-40B4-BE49-F238E27FC236}">
                  <a16:creationId xmlns:a16="http://schemas.microsoft.com/office/drawing/2014/main" id="{88923705-E4EB-4EC2-A8D0-0E66BC92752C}"/>
                </a:ext>
              </a:extLst>
            </p:cNvPr>
            <p:cNvSpPr>
              <a:spLocks noChangeArrowheads="1"/>
            </p:cNvSpPr>
            <p:nvPr/>
          </p:nvSpPr>
          <p:spPr bwMode="auto">
            <a:xfrm>
              <a:off x="5721350" y="4292600"/>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1556" name="Rectangle 116">
              <a:extLst>
                <a:ext uri="{FF2B5EF4-FFF2-40B4-BE49-F238E27FC236}">
                  <a16:creationId xmlns:a16="http://schemas.microsoft.com/office/drawing/2014/main" id="{0090D328-A564-4170-90F1-3B2EF4774670}"/>
                </a:ext>
              </a:extLst>
            </p:cNvPr>
            <p:cNvSpPr>
              <a:spLocks noChangeArrowheads="1"/>
            </p:cNvSpPr>
            <p:nvPr/>
          </p:nvSpPr>
          <p:spPr bwMode="auto">
            <a:xfrm>
              <a:off x="5721350" y="456406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1442" name="TextBox 125">
            <a:extLst>
              <a:ext uri="{FF2B5EF4-FFF2-40B4-BE49-F238E27FC236}">
                <a16:creationId xmlns:a16="http://schemas.microsoft.com/office/drawing/2014/main" id="{A11EDC6E-0C93-41CF-8C02-DF8300AE36CA}"/>
              </a:ext>
            </a:extLst>
          </p:cNvPr>
          <p:cNvSpPr txBox="1">
            <a:spLocks noChangeArrowheads="1"/>
          </p:cNvSpPr>
          <p:nvPr/>
        </p:nvSpPr>
        <p:spPr bwMode="auto">
          <a:xfrm>
            <a:off x="6557963"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6.55 from the textbook ]</a:t>
            </a:r>
          </a:p>
        </p:txBody>
      </p:sp>
      <p:sp>
        <p:nvSpPr>
          <p:cNvPr id="61443" name="Title 1">
            <a:extLst>
              <a:ext uri="{FF2B5EF4-FFF2-40B4-BE49-F238E27FC236}">
                <a16:creationId xmlns:a16="http://schemas.microsoft.com/office/drawing/2014/main" id="{872D5839-D086-4A5B-909A-8A7E8CA483F6}"/>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State Table for the vending machine</a:t>
            </a:r>
          </a:p>
        </p:txBody>
      </p:sp>
      <p:sp>
        <p:nvSpPr>
          <p:cNvPr id="61444" name="Rectangle 2">
            <a:extLst>
              <a:ext uri="{FF2B5EF4-FFF2-40B4-BE49-F238E27FC236}">
                <a16:creationId xmlns:a16="http://schemas.microsoft.com/office/drawing/2014/main" id="{F8A6E2BE-02EC-46FE-ADFB-5731F5C93B64}"/>
              </a:ext>
            </a:extLst>
          </p:cNvPr>
          <p:cNvSpPr>
            <a:spLocks noChangeArrowheads="1"/>
          </p:cNvSpPr>
          <p:nvPr/>
        </p:nvSpPr>
        <p:spPr bwMode="auto">
          <a:xfrm>
            <a:off x="6248400" y="1187450"/>
            <a:ext cx="16764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mn-cs"/>
              </a:rPr>
              <a:t>Incompletely specified state table</a:t>
            </a:r>
            <a:endPar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ED507F82-3685-3549-A626-A1D450217E6D}"/>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S3</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S2</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2"/>
                  </a:ext>
                </a:extLst>
              </a:tr>
              <a:tr h="300615">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S6</a:t>
                      </a:r>
                    </a:p>
                  </a:txBody>
                  <a:tcPr marL="0" marR="0" marT="0" marB="0">
                    <a:noFill/>
                  </a:tcPr>
                </a:tc>
                <a:tc>
                  <a:txBody>
                    <a:bodyPr/>
                    <a:lstStyle/>
                    <a:p>
                      <a:pPr algn="ctr"/>
                      <a:r>
                        <a:rPr lang="en-US" sz="1800" b="0">
                          <a:solidFill>
                            <a:schemeClr val="tx1"/>
                          </a:solidFill>
                        </a:rPr>
                        <a:t>S7</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3"/>
                  </a:ext>
                </a:extLst>
              </a:tr>
              <a:tr h="300615">
                <a:tc>
                  <a:txBody>
                    <a:bodyPr/>
                    <a:lstStyle/>
                    <a:p>
                      <a:pPr algn="ctr"/>
                      <a:r>
                        <a:rPr lang="en-US" sz="1800" b="0">
                          <a:solidFill>
                            <a:schemeClr val="tx1"/>
                          </a:solidFill>
                        </a:rPr>
                        <a:t>S2</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S2</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S4</a:t>
                      </a:r>
                    </a:p>
                  </a:txBody>
                  <a:tcPr marL="0" marR="0" marT="0" marB="0">
                    <a:noFill/>
                  </a:tcPr>
                </a:tc>
                <a:tc>
                  <a:txBody>
                    <a:bodyPr/>
                    <a:lstStyle/>
                    <a:p>
                      <a:pPr algn="ctr"/>
                      <a:r>
                        <a:rPr lang="en-US" sz="1800" b="0">
                          <a:solidFill>
                            <a:schemeClr val="tx1"/>
                          </a:solidFill>
                        </a:rPr>
                        <a:t>S5</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4"/>
                  </a:ext>
                </a:extLst>
              </a:tr>
              <a:tr h="300615">
                <a:tc>
                  <a:txBody>
                    <a:bodyPr/>
                    <a:lstStyle/>
                    <a:p>
                      <a:pPr algn="ctr"/>
                      <a:r>
                        <a:rPr lang="en-US" sz="1800" b="0">
                          <a:solidFill>
                            <a:schemeClr val="tx1"/>
                          </a:solidFill>
                        </a:rPr>
                        <a:t>S6</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S6</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S8</a:t>
                      </a:r>
                    </a:p>
                  </a:txBody>
                  <a:tcPr marL="0" marR="0" marT="0" marB="0">
                    <a:noFill/>
                  </a:tcPr>
                </a:tc>
                <a:tc>
                  <a:txBody>
                    <a:bodyPr/>
                    <a:lstStyle/>
                    <a:p>
                      <a:pPr algn="ctr"/>
                      <a:r>
                        <a:rPr lang="en-US" sz="1800" b="0">
                          <a:solidFill>
                            <a:schemeClr val="tx1"/>
                          </a:solidFill>
                        </a:rPr>
                        <a:t>S9</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5"/>
                  </a:ext>
                </a:extLst>
              </a:tr>
              <a:tr h="300615">
                <a:tc>
                  <a:txBody>
                    <a:bodyPr/>
                    <a:lstStyle/>
                    <a:p>
                      <a:pPr algn="ctr"/>
                      <a:r>
                        <a:rPr lang="en-US" sz="1800" b="0">
                          <a:solidFill>
                            <a:schemeClr val="tx1"/>
                          </a:solidFill>
                        </a:rPr>
                        <a:t>S4</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6"/>
                  </a:ext>
                </a:extLst>
              </a:tr>
              <a:tr h="300615">
                <a:tc>
                  <a:txBody>
                    <a:bodyPr/>
                    <a:lstStyle/>
                    <a:p>
                      <a:pPr algn="ctr"/>
                      <a:r>
                        <a:rPr lang="en-US" sz="1800" b="0">
                          <a:solidFill>
                            <a:schemeClr val="tx1"/>
                          </a:solidFill>
                        </a:rPr>
                        <a:t>S7</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chemeClr val="tx1"/>
                          </a:solidFill>
                        </a:rPr>
                        <a:t>S8</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8"/>
                  </a:ext>
                </a:extLst>
              </a:tr>
              <a:tr h="300615">
                <a:tc>
                  <a:txBody>
                    <a:bodyPr/>
                    <a:lstStyle/>
                    <a:p>
                      <a:pPr algn="ctr"/>
                      <a:r>
                        <a:rPr lang="en-US" sz="1800" b="0">
                          <a:solidFill>
                            <a:schemeClr val="tx1"/>
                          </a:solidFill>
                        </a:rPr>
                        <a:t>S5</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9"/>
                  </a:ext>
                </a:extLst>
              </a:tr>
              <a:tr h="300615">
                <a:tc>
                  <a:txBody>
                    <a:bodyPr/>
                    <a:lstStyle/>
                    <a:p>
                      <a:pPr algn="ctr"/>
                      <a:r>
                        <a:rPr lang="en-US" sz="1800" b="0">
                          <a:solidFill>
                            <a:schemeClr val="tx1"/>
                          </a:solidFill>
                        </a:rPr>
                        <a:t>S9</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D9D7A4A8-CE8F-5D4D-97A9-BABB8C194762}"/>
              </a:ext>
            </a:extLst>
          </p:cNvPr>
          <p:cNvSpPr txBox="1"/>
          <p:nvPr/>
        </p:nvSpPr>
        <p:spPr>
          <a:xfrm>
            <a:off x="1981200" y="4495800"/>
            <a:ext cx="4210050" cy="400050"/>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p:txBody>
      </p:sp>
      <p:sp>
        <p:nvSpPr>
          <p:cNvPr id="62549" name="Title 1">
            <a:extLst>
              <a:ext uri="{FF2B5EF4-FFF2-40B4-BE49-F238E27FC236}">
                <a16:creationId xmlns:a16="http://schemas.microsoft.com/office/drawing/2014/main" id="{F70F0BD8-52CB-4ECE-AB81-B1844BDB8D2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A201FA6B-6DDA-074A-A341-40ADF7468DDD}"/>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S3</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S2</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2"/>
                  </a:ext>
                </a:extLst>
              </a:tr>
              <a:tr h="300615">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chemeClr val="tx1"/>
                          </a:solidFill>
                        </a:rPr>
                        <a:t>S6</a:t>
                      </a:r>
                    </a:p>
                  </a:txBody>
                  <a:tcPr marL="0" marR="0" marT="0" marB="0">
                    <a:noFill/>
                  </a:tcPr>
                </a:tc>
                <a:tc>
                  <a:txBody>
                    <a:bodyPr/>
                    <a:lstStyle/>
                    <a:p>
                      <a:pPr algn="ctr"/>
                      <a:r>
                        <a:rPr lang="en-US" sz="1800" b="0">
                          <a:solidFill>
                            <a:srgbClr val="FF0000"/>
                          </a:solidFill>
                        </a:rPr>
                        <a:t>S7</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3"/>
                  </a:ext>
                </a:extLst>
              </a:tr>
              <a:tr h="300615">
                <a:tc>
                  <a:txBody>
                    <a:bodyPr/>
                    <a:lstStyle/>
                    <a:p>
                      <a:pPr algn="ctr"/>
                      <a:r>
                        <a:rPr lang="en-US" sz="1800" b="0">
                          <a:solidFill>
                            <a:schemeClr val="tx1"/>
                          </a:solidFill>
                        </a:rPr>
                        <a:t>S2</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S2</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S4</a:t>
                      </a:r>
                    </a:p>
                  </a:txBody>
                  <a:tcPr marL="0" marR="0" marT="0" marB="0">
                    <a:noFill/>
                  </a:tcPr>
                </a:tc>
                <a:tc>
                  <a:txBody>
                    <a:bodyPr/>
                    <a:lstStyle/>
                    <a:p>
                      <a:pPr algn="ctr"/>
                      <a:r>
                        <a:rPr lang="en-US" sz="1800" b="0">
                          <a:solidFill>
                            <a:srgbClr val="FF0000"/>
                          </a:solidFill>
                        </a:rPr>
                        <a:t>S5</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4"/>
                  </a:ext>
                </a:extLst>
              </a:tr>
              <a:tr h="300615">
                <a:tc>
                  <a:txBody>
                    <a:bodyPr/>
                    <a:lstStyle/>
                    <a:p>
                      <a:pPr algn="ctr"/>
                      <a:r>
                        <a:rPr lang="en-US" sz="1800" b="0">
                          <a:solidFill>
                            <a:schemeClr val="tx1"/>
                          </a:solidFill>
                        </a:rPr>
                        <a:t>S6</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S6</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S8</a:t>
                      </a:r>
                    </a:p>
                  </a:txBody>
                  <a:tcPr marL="0" marR="0" marT="0" marB="0">
                    <a:noFill/>
                  </a:tcPr>
                </a:tc>
                <a:tc>
                  <a:txBody>
                    <a:bodyPr/>
                    <a:lstStyle/>
                    <a:p>
                      <a:pPr algn="ctr"/>
                      <a:r>
                        <a:rPr lang="en-US" sz="1800" b="0">
                          <a:solidFill>
                            <a:srgbClr val="FF0000"/>
                          </a:solidFill>
                        </a:rPr>
                        <a:t>S9</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8"/>
                  </a:ext>
                </a:extLst>
              </a:tr>
              <a:tr h="300615">
                <a:tc>
                  <a:txBody>
                    <a:bodyPr/>
                    <a:lstStyle/>
                    <a:p>
                      <a:pPr algn="ctr"/>
                      <a:r>
                        <a:rPr lang="en-US" sz="1800" b="0">
                          <a:solidFill>
                            <a:srgbClr val="FF0000"/>
                          </a:solidFill>
                        </a:rPr>
                        <a:t>S5</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9"/>
                  </a:ext>
                </a:extLst>
              </a:tr>
              <a:tr h="300615">
                <a:tc>
                  <a:txBody>
                    <a:bodyPr/>
                    <a:lstStyle/>
                    <a:p>
                      <a:pPr algn="ctr"/>
                      <a:r>
                        <a:rPr lang="en-US" sz="1800" b="0">
                          <a:solidFill>
                            <a:srgbClr val="FF0000"/>
                          </a:solidFill>
                        </a:rPr>
                        <a:t>S9</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S3</a:t>
                      </a:r>
                    </a:p>
                  </a:txBody>
                  <a:tcPr marL="0" marR="0" marT="0" marB="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A4792DEA-2426-FB4E-B997-1844F9D17618}"/>
              </a:ext>
            </a:extLst>
          </p:cNvPr>
          <p:cNvSpPr txBox="1"/>
          <p:nvPr/>
        </p:nvSpPr>
        <p:spPr>
          <a:xfrm>
            <a:off x="1981200" y="4495800"/>
            <a:ext cx="4379913" cy="708025"/>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P2=(S1,S2,S3,S6)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p:txBody>
      </p:sp>
      <p:sp>
        <p:nvSpPr>
          <p:cNvPr id="63573" name="Title 1">
            <a:extLst>
              <a:ext uri="{FF2B5EF4-FFF2-40B4-BE49-F238E27FC236}">
                <a16:creationId xmlns:a16="http://schemas.microsoft.com/office/drawing/2014/main" id="{B096AC88-B23D-4D14-B60A-C72AA9521708}"/>
              </a:ext>
            </a:extLst>
          </p:cNvPr>
          <p:cNvSpPr txBox="1">
            <a:spLocks/>
          </p:cNvSpPr>
          <p:nvPr/>
        </p:nvSpPr>
        <p:spPr bwMode="auto">
          <a:xfrm>
            <a:off x="0" y="762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DF0D231A-DD23-47C3-8311-5752F0362CA9}"/>
                  </a:ext>
                </a:extLst>
              </p14:cNvPr>
              <p14:cNvContentPartPr/>
              <p14:nvPr/>
            </p14:nvContentPartPr>
            <p14:xfrm>
              <a:off x="2751480" y="2034720"/>
              <a:ext cx="6310080" cy="3646800"/>
            </p14:xfrm>
          </p:contentPart>
        </mc:Choice>
        <mc:Fallback>
          <p:pic>
            <p:nvPicPr>
              <p:cNvPr id="4" name="Ink 3">
                <a:extLst>
                  <a:ext uri="{FF2B5EF4-FFF2-40B4-BE49-F238E27FC236}">
                    <a16:creationId xmlns:a16="http://schemas.microsoft.com/office/drawing/2014/main" id="{DF0D231A-DD23-47C3-8311-5752F0362CA9}"/>
                  </a:ext>
                </a:extLst>
              </p:cNvPr>
              <p:cNvPicPr/>
              <p:nvPr/>
            </p:nvPicPr>
            <p:blipFill>
              <a:blip r:embed="rId3"/>
              <a:stretch>
                <a:fillRect/>
              </a:stretch>
            </p:blipFill>
            <p:spPr>
              <a:xfrm>
                <a:off x="2742120" y="2025360"/>
                <a:ext cx="6328800" cy="3665520"/>
              </a:xfrm>
              <a:prstGeom prst="rect">
                <a:avLst/>
              </a:prstGeom>
            </p:spPr>
          </p:pic>
        </mc:Fallback>
      </mc:AlternateContent>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53F86178-5A5B-224A-A1FB-278F48B9050D}"/>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FFC000"/>
                          </a:solidFill>
                        </a:rPr>
                        <a:t>S3</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0000FF"/>
                          </a:solidFill>
                        </a:rPr>
                        <a:t>S2</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2"/>
                  </a:ext>
                </a:extLst>
              </a:tr>
              <a:tr h="300615">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0000FF"/>
                          </a:solidFill>
                        </a:rPr>
                        <a:t>S6</a:t>
                      </a:r>
                    </a:p>
                  </a:txBody>
                  <a:tcPr marL="0" marR="0" marT="0" marB="0">
                    <a:noFill/>
                  </a:tcPr>
                </a:tc>
                <a:tc>
                  <a:txBody>
                    <a:bodyPr/>
                    <a:lstStyle/>
                    <a:p>
                      <a:pPr algn="ctr"/>
                      <a:r>
                        <a:rPr lang="en-US" sz="1800" b="0">
                          <a:solidFill>
                            <a:srgbClr val="FF0000"/>
                          </a:solidFill>
                        </a:rPr>
                        <a:t>S7</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3"/>
                  </a:ext>
                </a:extLst>
              </a:tr>
              <a:tr h="300615">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S4</a:t>
                      </a:r>
                    </a:p>
                  </a:txBody>
                  <a:tcPr marL="0" marR="0" marT="0" marB="0">
                    <a:noFill/>
                  </a:tcPr>
                </a:tc>
                <a:tc>
                  <a:txBody>
                    <a:bodyPr/>
                    <a:lstStyle/>
                    <a:p>
                      <a:pPr algn="ctr"/>
                      <a:r>
                        <a:rPr lang="en-US" sz="1800" b="0">
                          <a:solidFill>
                            <a:srgbClr val="FF0000"/>
                          </a:solidFill>
                        </a:rPr>
                        <a:t>S5</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4"/>
                  </a:ext>
                </a:extLst>
              </a:tr>
              <a:tr h="300615">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S8</a:t>
                      </a:r>
                    </a:p>
                  </a:txBody>
                  <a:tcPr marL="0" marR="0" marT="0" marB="0">
                    <a:noFill/>
                  </a:tcPr>
                </a:tc>
                <a:tc>
                  <a:txBody>
                    <a:bodyPr/>
                    <a:lstStyle/>
                    <a:p>
                      <a:pPr algn="ctr"/>
                      <a:r>
                        <a:rPr lang="en-US" sz="1800" b="0">
                          <a:solidFill>
                            <a:srgbClr val="FF0000"/>
                          </a:solidFill>
                        </a:rPr>
                        <a:t>S9</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8"/>
                  </a:ext>
                </a:extLst>
              </a:tr>
              <a:tr h="300615">
                <a:tc>
                  <a:txBody>
                    <a:bodyPr/>
                    <a:lstStyle/>
                    <a:p>
                      <a:pPr algn="ctr"/>
                      <a:r>
                        <a:rPr lang="en-US" sz="1800" b="0">
                          <a:solidFill>
                            <a:srgbClr val="FF0000"/>
                          </a:solidFill>
                        </a:rPr>
                        <a:t>S5</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9"/>
                  </a:ext>
                </a:extLst>
              </a:tr>
              <a:tr h="300615">
                <a:tc>
                  <a:txBody>
                    <a:bodyPr/>
                    <a:lstStyle/>
                    <a:p>
                      <a:pPr algn="ctr"/>
                      <a:r>
                        <a:rPr lang="en-US" sz="1800" b="0">
                          <a:solidFill>
                            <a:srgbClr val="FF0000"/>
                          </a:solidFill>
                        </a:rPr>
                        <a:t>S9</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AAA8A52D-DB16-8E49-A4FD-D35951B3C984}"/>
              </a:ext>
            </a:extLst>
          </p:cNvPr>
          <p:cNvSpPr txBox="1"/>
          <p:nvPr/>
        </p:nvSpPr>
        <p:spPr>
          <a:xfrm>
            <a:off x="1981200" y="4495800"/>
            <a:ext cx="4719638" cy="1016000"/>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P2=(S1,S2,S3,S6)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P3=(S1)</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 (S3)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p:txBody>
      </p:sp>
      <p:sp>
        <p:nvSpPr>
          <p:cNvPr id="64597" name="Title 1">
            <a:extLst>
              <a:ext uri="{FF2B5EF4-FFF2-40B4-BE49-F238E27FC236}">
                <a16:creationId xmlns:a16="http://schemas.microsoft.com/office/drawing/2014/main" id="{439FAEB8-3373-40A5-99CE-5B76BA548B82}"/>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070FF80E-D211-4E75-9DB5-F69244B7694C}"/>
                  </a:ext>
                </a:extLst>
              </p14:cNvPr>
              <p14:cNvContentPartPr/>
              <p14:nvPr/>
            </p14:nvContentPartPr>
            <p14:xfrm>
              <a:off x="2724840" y="2571840"/>
              <a:ext cx="3731760" cy="2919240"/>
            </p14:xfrm>
          </p:contentPart>
        </mc:Choice>
        <mc:Fallback>
          <p:pic>
            <p:nvPicPr>
              <p:cNvPr id="4" name="Ink 3">
                <a:extLst>
                  <a:ext uri="{FF2B5EF4-FFF2-40B4-BE49-F238E27FC236}">
                    <a16:creationId xmlns:a16="http://schemas.microsoft.com/office/drawing/2014/main" id="{070FF80E-D211-4E75-9DB5-F69244B7694C}"/>
                  </a:ext>
                </a:extLst>
              </p:cNvPr>
              <p:cNvPicPr/>
              <p:nvPr/>
            </p:nvPicPr>
            <p:blipFill>
              <a:blip r:embed="rId3"/>
              <a:stretch>
                <a:fillRect/>
              </a:stretch>
            </p:blipFill>
            <p:spPr>
              <a:xfrm>
                <a:off x="2715480" y="2562480"/>
                <a:ext cx="3750480" cy="2937960"/>
              </a:xfrm>
              <a:prstGeom prst="rect">
                <a:avLst/>
              </a:prstGeom>
            </p:spPr>
          </p:pic>
        </mc:Fallback>
      </mc:AlternateContent>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569F0934-AB7F-A34E-8414-745B77634603}"/>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FFC000"/>
                          </a:solidFill>
                        </a:rPr>
                        <a:t>S3</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0000FF"/>
                          </a:solidFill>
                        </a:rPr>
                        <a:t>S2</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2"/>
                  </a:ext>
                </a:extLst>
              </a:tr>
              <a:tr h="300615">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0000FF"/>
                          </a:solidFill>
                        </a:rPr>
                        <a:t>S6</a:t>
                      </a:r>
                    </a:p>
                  </a:txBody>
                  <a:tcPr marL="0" marR="0" marT="0" marB="0">
                    <a:noFill/>
                  </a:tcPr>
                </a:tc>
                <a:tc>
                  <a:txBody>
                    <a:bodyPr/>
                    <a:lstStyle/>
                    <a:p>
                      <a:pPr algn="ctr"/>
                      <a:r>
                        <a:rPr lang="en-US" sz="1800" b="0">
                          <a:solidFill>
                            <a:srgbClr val="FF0000"/>
                          </a:solidFill>
                        </a:rPr>
                        <a:t>S7</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3"/>
                  </a:ext>
                </a:extLst>
              </a:tr>
              <a:tr h="300615">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S4</a:t>
                      </a:r>
                    </a:p>
                  </a:txBody>
                  <a:tcPr marL="0" marR="0" marT="0" marB="0">
                    <a:noFill/>
                  </a:tcPr>
                </a:tc>
                <a:tc>
                  <a:txBody>
                    <a:bodyPr/>
                    <a:lstStyle/>
                    <a:p>
                      <a:pPr algn="ctr"/>
                      <a:r>
                        <a:rPr lang="en-US" sz="1800" b="1">
                          <a:solidFill>
                            <a:schemeClr val="bg1">
                              <a:lumMod val="65000"/>
                            </a:schemeClr>
                          </a:solidFill>
                        </a:rPr>
                        <a:t>S5</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4"/>
                  </a:ext>
                </a:extLst>
              </a:tr>
              <a:tr h="300615">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S8</a:t>
                      </a:r>
                    </a:p>
                  </a:txBody>
                  <a:tcPr marL="0" marR="0" marT="0" marB="0">
                    <a:noFill/>
                  </a:tcPr>
                </a:tc>
                <a:tc>
                  <a:txBody>
                    <a:bodyPr/>
                    <a:lstStyle/>
                    <a:p>
                      <a:pPr algn="ctr"/>
                      <a:r>
                        <a:rPr lang="en-US" sz="1800" b="1">
                          <a:solidFill>
                            <a:schemeClr val="bg1">
                              <a:lumMod val="65000"/>
                            </a:schemeClr>
                          </a:solidFill>
                        </a:rPr>
                        <a:t>S9</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8"/>
                  </a:ext>
                </a:extLst>
              </a:tr>
              <a:tr h="300615">
                <a:tc>
                  <a:txBody>
                    <a:bodyPr/>
                    <a:lstStyle/>
                    <a:p>
                      <a:pPr algn="ctr"/>
                      <a:r>
                        <a:rPr lang="en-US" sz="1800" b="1">
                          <a:solidFill>
                            <a:schemeClr val="bg1">
                              <a:lumMod val="65000"/>
                            </a:schemeClr>
                          </a:solidFill>
                        </a:rPr>
                        <a:t>S5</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1">
                          <a:solidFill>
                            <a:schemeClr val="bg1">
                              <a:lumMod val="65000"/>
                            </a:schemeClr>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9"/>
                  </a:ext>
                </a:extLst>
              </a:tr>
              <a:tr h="300615">
                <a:tc>
                  <a:txBody>
                    <a:bodyPr/>
                    <a:lstStyle/>
                    <a:p>
                      <a:pPr algn="ctr"/>
                      <a:r>
                        <a:rPr lang="en-US" sz="1800" b="1">
                          <a:solidFill>
                            <a:schemeClr val="bg1">
                              <a:lumMod val="65000"/>
                            </a:schemeClr>
                          </a:solidFill>
                        </a:rPr>
                        <a:t>S9</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9482A0F5-955F-1E4E-A650-F0A98D23F0C2}"/>
              </a:ext>
            </a:extLst>
          </p:cNvPr>
          <p:cNvSpPr txBox="1"/>
          <p:nvPr/>
        </p:nvSpPr>
        <p:spPr>
          <a:xfrm>
            <a:off x="1981200" y="4495800"/>
            <a:ext cx="4889500" cy="1323975"/>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P2=(S1,S2,S3,S6)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P3=(S1)</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 (S3)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P4=(S1) </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 </a:t>
            </a:r>
            <a:r>
              <a:rPr kumimoji="0" lang="en-US" sz="20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p:txBody>
      </p:sp>
      <p:sp>
        <p:nvSpPr>
          <p:cNvPr id="65621" name="Title 1">
            <a:extLst>
              <a:ext uri="{FF2B5EF4-FFF2-40B4-BE49-F238E27FC236}">
                <a16:creationId xmlns:a16="http://schemas.microsoft.com/office/drawing/2014/main" id="{8BD7D481-2E02-44A9-A7EB-FE5B33DD98D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mc:AlternateContent xmlns:mc="http://schemas.openxmlformats.org/markup-compatibility/2006">
        <mc:Choice xmlns:p14="http://schemas.microsoft.com/office/powerpoint/2010/main" Requires="p14">
          <p:contentPart p14:bwMode="auto" r:id="rId2">
            <p14:nvContentPartPr>
              <p14:cNvPr id="4" name="Ink 3">
                <a:extLst>
                  <a:ext uri="{FF2B5EF4-FFF2-40B4-BE49-F238E27FC236}">
                    <a16:creationId xmlns:a16="http://schemas.microsoft.com/office/drawing/2014/main" id="{242F6A0B-BA5B-4D28-928E-C7001ACC83AC}"/>
                  </a:ext>
                </a:extLst>
              </p14:cNvPr>
              <p14:cNvContentPartPr/>
              <p14:nvPr/>
            </p14:nvContentPartPr>
            <p14:xfrm>
              <a:off x="4593600" y="5384880"/>
              <a:ext cx="2049120" cy="138240"/>
            </p14:xfrm>
          </p:contentPart>
        </mc:Choice>
        <mc:Fallback>
          <p:pic>
            <p:nvPicPr>
              <p:cNvPr id="4" name="Ink 3">
                <a:extLst>
                  <a:ext uri="{FF2B5EF4-FFF2-40B4-BE49-F238E27FC236}">
                    <a16:creationId xmlns:a16="http://schemas.microsoft.com/office/drawing/2014/main" id="{242F6A0B-BA5B-4D28-928E-C7001ACC83AC}"/>
                  </a:ext>
                </a:extLst>
              </p:cNvPr>
              <p:cNvPicPr/>
              <p:nvPr/>
            </p:nvPicPr>
            <p:blipFill>
              <a:blip r:embed="rId3"/>
              <a:stretch>
                <a:fillRect/>
              </a:stretch>
            </p:blipFill>
            <p:spPr>
              <a:xfrm>
                <a:off x="4584240" y="5375520"/>
                <a:ext cx="2067840" cy="156960"/>
              </a:xfrm>
              <a:prstGeom prst="rect">
                <a:avLst/>
              </a:prstGeom>
            </p:spPr>
          </p:pic>
        </mc:Fallback>
      </mc:AlternateContent>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9D2F37CF-E69D-4C40-90C9-A0246D3DBF03}"/>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FFC000"/>
                          </a:solidFill>
                        </a:rPr>
                        <a:t>S3</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rgbClr val="0000FF"/>
                          </a:solidFill>
                        </a:rPr>
                        <a:t>S2</a:t>
                      </a:r>
                    </a:p>
                  </a:txBody>
                  <a:tcPr marL="0" marR="0" marT="0" marB="0">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2"/>
                  </a:ext>
                </a:extLst>
              </a:tr>
              <a:tr h="300615">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0000FF"/>
                          </a:solidFill>
                        </a:rPr>
                        <a:t>S6</a:t>
                      </a:r>
                    </a:p>
                  </a:txBody>
                  <a:tcPr marL="0" marR="0" marT="0" marB="0">
                    <a:noFill/>
                  </a:tcPr>
                </a:tc>
                <a:tc>
                  <a:txBody>
                    <a:bodyPr/>
                    <a:lstStyle/>
                    <a:p>
                      <a:pPr algn="ctr"/>
                      <a:r>
                        <a:rPr lang="en-US" sz="1800" b="0">
                          <a:solidFill>
                            <a:srgbClr val="FF0000"/>
                          </a:solidFill>
                        </a:rPr>
                        <a:t>S7</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3"/>
                  </a:ext>
                </a:extLst>
              </a:tr>
              <a:tr h="300615">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S2</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S4</a:t>
                      </a:r>
                    </a:p>
                  </a:txBody>
                  <a:tcPr marL="0" marR="0" marT="0" marB="0">
                    <a:noFill/>
                  </a:tcPr>
                </a:tc>
                <a:tc>
                  <a:txBody>
                    <a:bodyPr/>
                    <a:lstStyle/>
                    <a:p>
                      <a:pPr algn="ctr"/>
                      <a:r>
                        <a:rPr lang="en-US" sz="1800" b="1">
                          <a:solidFill>
                            <a:schemeClr val="bg1">
                              <a:lumMod val="65000"/>
                            </a:schemeClr>
                          </a:solidFill>
                        </a:rPr>
                        <a:t>S5</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4"/>
                  </a:ext>
                </a:extLst>
              </a:tr>
              <a:tr h="300615">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S6</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S8</a:t>
                      </a:r>
                    </a:p>
                  </a:txBody>
                  <a:tcPr marL="0" marR="0" marT="0" marB="0">
                    <a:noFill/>
                  </a:tcPr>
                </a:tc>
                <a:tc>
                  <a:txBody>
                    <a:bodyPr/>
                    <a:lstStyle/>
                    <a:p>
                      <a:pPr algn="ctr"/>
                      <a:r>
                        <a:rPr lang="en-US" sz="1800" b="1">
                          <a:solidFill>
                            <a:schemeClr val="bg1">
                              <a:lumMod val="65000"/>
                            </a:schemeClr>
                          </a:solidFill>
                        </a:rPr>
                        <a:t>S9</a:t>
                      </a:r>
                    </a:p>
                  </a:txBody>
                  <a:tcPr marL="0" marR="0" marT="0" marB="0">
                    <a:noFill/>
                  </a:tcPr>
                </a:tc>
                <a:tc>
                  <a:txBody>
                    <a:bodyPr/>
                    <a:lstStyle/>
                    <a:p>
                      <a:pPr algn="ctr"/>
                      <a:r>
                        <a:rPr lang="en-US" sz="1800" b="0">
                          <a:solidFill>
                            <a:schemeClr val="tx1"/>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8"/>
                  </a:ext>
                </a:extLst>
              </a:tr>
              <a:tr h="300615">
                <a:tc>
                  <a:txBody>
                    <a:bodyPr/>
                    <a:lstStyle/>
                    <a:p>
                      <a:pPr algn="ctr"/>
                      <a:r>
                        <a:rPr lang="en-US" sz="1800" b="1">
                          <a:solidFill>
                            <a:schemeClr val="bg1">
                              <a:lumMod val="65000"/>
                            </a:schemeClr>
                          </a:solidFill>
                        </a:rPr>
                        <a:t>S5</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noFill/>
                  </a:tcPr>
                </a:tc>
                <a:tc>
                  <a:txBody>
                    <a:bodyPr/>
                    <a:lstStyle/>
                    <a:p>
                      <a:pPr algn="ctr"/>
                      <a:r>
                        <a:rPr lang="en-US" sz="1800" b="1">
                          <a:solidFill>
                            <a:schemeClr val="bg1">
                              <a:lumMod val="65000"/>
                            </a:schemeClr>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9"/>
                  </a:ext>
                </a:extLst>
              </a:tr>
              <a:tr h="300615">
                <a:tc>
                  <a:txBody>
                    <a:bodyPr/>
                    <a:lstStyle/>
                    <a:p>
                      <a:pPr algn="ctr"/>
                      <a:r>
                        <a:rPr lang="en-US" sz="1800" b="1">
                          <a:solidFill>
                            <a:schemeClr val="bg1">
                              <a:lumMod val="65000"/>
                            </a:schemeClr>
                          </a:solidFill>
                        </a:rPr>
                        <a:t>S9</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1</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2AA8B03A-114C-1048-83B5-5E96711E8C40}"/>
              </a:ext>
            </a:extLst>
          </p:cNvPr>
          <p:cNvSpPr txBox="1"/>
          <p:nvPr/>
        </p:nvSpPr>
        <p:spPr>
          <a:xfrm>
            <a:off x="1981200" y="4495800"/>
            <a:ext cx="4889500" cy="1631950"/>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P2=(S1,S2,S3,S6)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P3=(S1)</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 (S3)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P4=(S1) </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 </a:t>
            </a:r>
            <a:r>
              <a:rPr kumimoji="0" lang="en-US" sz="20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P5=(S1) </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 </a:t>
            </a:r>
            <a:r>
              <a:rPr kumimoji="0" lang="en-US" sz="20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p:txBody>
      </p:sp>
      <p:sp>
        <p:nvSpPr>
          <p:cNvPr id="66645" name="Title 1">
            <a:extLst>
              <a:ext uri="{FF2B5EF4-FFF2-40B4-BE49-F238E27FC236}">
                <a16:creationId xmlns:a16="http://schemas.microsoft.com/office/drawing/2014/main" id="{0A599641-8C2C-4CF2-A455-526E09577BCD}"/>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5DCAF30A-A49F-A443-80B9-3B06C2FBEA72}"/>
              </a:ext>
            </a:extLst>
          </p:cNvPr>
          <p:cNvGraphicFramePr>
            <a:graphicFrameLocks noGrp="1"/>
          </p:cNvGraphicFramePr>
          <p:nvPr/>
        </p:nvGraphicFramePr>
        <p:xfrm>
          <a:off x="1465263" y="838200"/>
          <a:ext cx="5991228" cy="3306765"/>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300615">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00615">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S7</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00615">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S4</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1">
                          <a:solidFill>
                            <a:schemeClr val="bg1">
                              <a:lumMod val="65000"/>
                            </a:schemeClr>
                          </a:solidFill>
                        </a:rPr>
                        <a:t>S5</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4"/>
                  </a:ext>
                </a:extLst>
              </a:tr>
              <a:tr h="300615">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S8</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S9</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300615">
                <a:tc>
                  <a:txBody>
                    <a:bodyPr/>
                    <a:lstStyle/>
                    <a:p>
                      <a:pPr algn="ctr"/>
                      <a:r>
                        <a:rPr lang="en-US" sz="1800" b="1">
                          <a:solidFill>
                            <a:schemeClr val="bg1">
                              <a:lumMod val="65000"/>
                            </a:schemeClr>
                          </a:solidFill>
                        </a:rPr>
                        <a:t>S5</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1">
                          <a:solidFill>
                            <a:schemeClr val="bg1">
                              <a:lumMod val="65000"/>
                            </a:schemeClr>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9"/>
                  </a:ext>
                </a:extLst>
              </a:tr>
              <a:tr h="300615">
                <a:tc>
                  <a:txBody>
                    <a:bodyPr/>
                    <a:lstStyle/>
                    <a:p>
                      <a:pPr algn="ctr"/>
                      <a:r>
                        <a:rPr lang="en-US" sz="1800" b="1">
                          <a:solidFill>
                            <a:schemeClr val="bg1">
                              <a:lumMod val="65000"/>
                            </a:schemeClr>
                          </a:solidFill>
                        </a:rPr>
                        <a:t>S9</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3" name="TextBox 2">
            <a:extLst>
              <a:ext uri="{FF2B5EF4-FFF2-40B4-BE49-F238E27FC236}">
                <a16:creationId xmlns:a16="http://schemas.microsoft.com/office/drawing/2014/main" id="{AB4BD5A1-BA7D-604E-B216-F349ECB5D8B1}"/>
              </a:ext>
            </a:extLst>
          </p:cNvPr>
          <p:cNvSpPr txBox="1"/>
          <p:nvPr/>
        </p:nvSpPr>
        <p:spPr>
          <a:xfrm>
            <a:off x="1981200" y="4495800"/>
            <a:ext cx="4889500" cy="1631950"/>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P1=(S1,S2,S3,S4,S5,S6,S7,S8,S9)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P2=(S1,S2,S3,S6)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P3=(S1)</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 (S3)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(S4,S5,S7,S8,S9)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P4=(S1) </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 </a:t>
            </a:r>
            <a:r>
              <a:rPr kumimoji="0" lang="en-US" sz="20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P5=(S1) </a:t>
            </a:r>
            <a:r>
              <a:rPr kumimoji="0" lang="en-US" sz="20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20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20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 </a:t>
            </a:r>
            <a:r>
              <a:rPr kumimoji="0" lang="en-US" sz="20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p:txBody>
      </p:sp>
      <p:sp>
        <p:nvSpPr>
          <p:cNvPr id="67690" name="Title 1">
            <a:extLst>
              <a:ext uri="{FF2B5EF4-FFF2-40B4-BE49-F238E27FC236}">
                <a16:creationId xmlns:a16="http://schemas.microsoft.com/office/drawing/2014/main" id="{B2B25BD2-BE27-4503-B2EF-78209ABA6764}"/>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6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Partition for Vending Machine FSM</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09" name="Group 1">
            <a:extLst>
              <a:ext uri="{FF2B5EF4-FFF2-40B4-BE49-F238E27FC236}">
                <a16:creationId xmlns:a16="http://schemas.microsoft.com/office/drawing/2014/main" id="{0E2C21AE-1F59-4F75-A7B9-1C9D808AD809}"/>
              </a:ext>
            </a:extLst>
          </p:cNvPr>
          <p:cNvGrpSpPr>
            <a:grpSpLocks/>
          </p:cNvGrpSpPr>
          <p:nvPr/>
        </p:nvGrpSpPr>
        <p:grpSpPr bwMode="auto">
          <a:xfrm>
            <a:off x="58738" y="3798888"/>
            <a:ext cx="5046662" cy="2678112"/>
            <a:chOff x="2208213" y="1471613"/>
            <a:chExt cx="5046662" cy="2678112"/>
          </a:xfrm>
        </p:grpSpPr>
        <p:sp>
          <p:nvSpPr>
            <p:cNvPr id="68612" name="Rectangle 4">
              <a:extLst>
                <a:ext uri="{FF2B5EF4-FFF2-40B4-BE49-F238E27FC236}">
                  <a16:creationId xmlns:a16="http://schemas.microsoft.com/office/drawing/2014/main" id="{1B03B86C-BC0F-4CDA-8F65-E5AAE56E490D}"/>
                </a:ext>
              </a:extLst>
            </p:cNvPr>
            <p:cNvSpPr>
              <a:spLocks noChangeArrowheads="1"/>
            </p:cNvSpPr>
            <p:nvPr/>
          </p:nvSpPr>
          <p:spPr bwMode="auto">
            <a:xfrm>
              <a:off x="2208213" y="1471613"/>
              <a:ext cx="5033962"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3" name="Rectangle 5">
              <a:extLst>
                <a:ext uri="{FF2B5EF4-FFF2-40B4-BE49-F238E27FC236}">
                  <a16:creationId xmlns:a16="http://schemas.microsoft.com/office/drawing/2014/main" id="{F047FD28-BED7-4F55-A4BD-F683CFFAC346}"/>
                </a:ext>
              </a:extLst>
            </p:cNvPr>
            <p:cNvSpPr>
              <a:spLocks noChangeArrowheads="1"/>
            </p:cNvSpPr>
            <p:nvPr/>
          </p:nvSpPr>
          <p:spPr bwMode="auto">
            <a:xfrm>
              <a:off x="2208213" y="1500188"/>
              <a:ext cx="11112"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4" name="Rectangle 6">
              <a:extLst>
                <a:ext uri="{FF2B5EF4-FFF2-40B4-BE49-F238E27FC236}">
                  <a16:creationId xmlns:a16="http://schemas.microsoft.com/office/drawing/2014/main" id="{CB07E00C-B18A-4E2F-B6E2-569E5C00BAF4}"/>
                </a:ext>
              </a:extLst>
            </p:cNvPr>
            <p:cNvSpPr>
              <a:spLocks noChangeArrowheads="1"/>
            </p:cNvSpPr>
            <p:nvPr/>
          </p:nvSpPr>
          <p:spPr bwMode="auto">
            <a:xfrm>
              <a:off x="3249613"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5" name="Rectangle 7">
              <a:extLst>
                <a:ext uri="{FF2B5EF4-FFF2-40B4-BE49-F238E27FC236}">
                  <a16:creationId xmlns:a16="http://schemas.microsoft.com/office/drawing/2014/main" id="{28E899E7-79D5-4DB5-B431-E983B3F2E952}"/>
                </a:ext>
              </a:extLst>
            </p:cNvPr>
            <p:cNvSpPr>
              <a:spLocks noChangeArrowheads="1"/>
            </p:cNvSpPr>
            <p:nvPr/>
          </p:nvSpPr>
          <p:spPr bwMode="auto">
            <a:xfrm>
              <a:off x="2355850" y="1689100"/>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6" name="Rectangle 8">
              <a:extLst>
                <a:ext uri="{FF2B5EF4-FFF2-40B4-BE49-F238E27FC236}">
                  <a16:creationId xmlns:a16="http://schemas.microsoft.com/office/drawing/2014/main" id="{5C83D75D-D458-4E07-BDC1-7C75D30A6D6B}"/>
                </a:ext>
              </a:extLst>
            </p:cNvPr>
            <p:cNvSpPr>
              <a:spLocks noChangeArrowheads="1"/>
            </p:cNvSpPr>
            <p:nvPr/>
          </p:nvSpPr>
          <p:spPr bwMode="auto">
            <a:xfrm>
              <a:off x="6224588"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7" name="Rectangle 9">
              <a:extLst>
                <a:ext uri="{FF2B5EF4-FFF2-40B4-BE49-F238E27FC236}">
                  <a16:creationId xmlns:a16="http://schemas.microsoft.com/office/drawing/2014/main" id="{429CD74B-A5FC-4BC6-944F-7CFDA51D495A}"/>
                </a:ext>
              </a:extLst>
            </p:cNvPr>
            <p:cNvSpPr>
              <a:spLocks noChangeArrowheads="1"/>
            </p:cNvSpPr>
            <p:nvPr/>
          </p:nvSpPr>
          <p:spPr bwMode="auto">
            <a:xfrm>
              <a:off x="4232275" y="1598613"/>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8" name="Rectangle 10">
              <a:extLst>
                <a:ext uri="{FF2B5EF4-FFF2-40B4-BE49-F238E27FC236}">
                  <a16:creationId xmlns:a16="http://schemas.microsoft.com/office/drawing/2014/main" id="{A6D88B69-6244-4595-B2EA-6F128F987839}"/>
                </a:ext>
              </a:extLst>
            </p:cNvPr>
            <p:cNvSpPr>
              <a:spLocks noChangeArrowheads="1"/>
            </p:cNvSpPr>
            <p:nvPr/>
          </p:nvSpPr>
          <p:spPr bwMode="auto">
            <a:xfrm>
              <a:off x="7242175"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19" name="Rectangle 11">
              <a:extLst>
                <a:ext uri="{FF2B5EF4-FFF2-40B4-BE49-F238E27FC236}">
                  <a16:creationId xmlns:a16="http://schemas.microsoft.com/office/drawing/2014/main" id="{8DD60C62-443C-4EF5-99DD-6DD3AA284CE9}"/>
                </a:ext>
              </a:extLst>
            </p:cNvPr>
            <p:cNvSpPr>
              <a:spLocks noChangeArrowheads="1"/>
            </p:cNvSpPr>
            <p:nvPr/>
          </p:nvSpPr>
          <p:spPr bwMode="auto">
            <a:xfrm>
              <a:off x="3249613" y="1952625"/>
              <a:ext cx="2979737"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0" name="Rectangle 12">
              <a:extLst>
                <a:ext uri="{FF2B5EF4-FFF2-40B4-BE49-F238E27FC236}">
                  <a16:creationId xmlns:a16="http://schemas.microsoft.com/office/drawing/2014/main" id="{604DBEE3-2D3C-41E5-9DD9-C3A44E0A38E8}"/>
                </a:ext>
              </a:extLst>
            </p:cNvPr>
            <p:cNvSpPr>
              <a:spLocks noChangeArrowheads="1"/>
            </p:cNvSpPr>
            <p:nvPr/>
          </p:nvSpPr>
          <p:spPr bwMode="auto">
            <a:xfrm>
              <a:off x="2208213" y="1965325"/>
              <a:ext cx="11112"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1" name="Rectangle 13">
              <a:extLst>
                <a:ext uri="{FF2B5EF4-FFF2-40B4-BE49-F238E27FC236}">
                  <a16:creationId xmlns:a16="http://schemas.microsoft.com/office/drawing/2014/main" id="{0CE3F941-5ADC-424D-AFA0-DD8A444C2A7E}"/>
                </a:ext>
              </a:extLst>
            </p:cNvPr>
            <p:cNvSpPr>
              <a:spLocks noChangeArrowheads="1"/>
            </p:cNvSpPr>
            <p:nvPr/>
          </p:nvSpPr>
          <p:spPr bwMode="auto">
            <a:xfrm>
              <a:off x="6381750" y="1689100"/>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2" name="Rectangle 14">
              <a:extLst>
                <a:ext uri="{FF2B5EF4-FFF2-40B4-BE49-F238E27FC236}">
                  <a16:creationId xmlns:a16="http://schemas.microsoft.com/office/drawing/2014/main" id="{B3DD3626-59AC-44D1-A515-68C3AD39DD37}"/>
                </a:ext>
              </a:extLst>
            </p:cNvPr>
            <p:cNvSpPr>
              <a:spLocks noChangeArrowheads="1"/>
            </p:cNvSpPr>
            <p:nvPr/>
          </p:nvSpPr>
          <p:spPr bwMode="auto">
            <a:xfrm>
              <a:off x="3249613"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3" name="Rectangle 15">
              <a:extLst>
                <a:ext uri="{FF2B5EF4-FFF2-40B4-BE49-F238E27FC236}">
                  <a16:creationId xmlns:a16="http://schemas.microsoft.com/office/drawing/2014/main" id="{4D629655-795B-45FB-825D-0DA8CF56CAE9}"/>
                </a:ext>
              </a:extLst>
            </p:cNvPr>
            <p:cNvSpPr>
              <a:spLocks noChangeArrowheads="1"/>
            </p:cNvSpPr>
            <p:nvPr/>
          </p:nvSpPr>
          <p:spPr bwMode="auto">
            <a:xfrm>
              <a:off x="2497138" y="19700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4" name="Rectangle 16">
              <a:extLst>
                <a:ext uri="{FF2B5EF4-FFF2-40B4-BE49-F238E27FC236}">
                  <a16:creationId xmlns:a16="http://schemas.microsoft.com/office/drawing/2014/main" id="{51C27D9C-1546-4832-986A-AEB48433A5D5}"/>
                </a:ext>
              </a:extLst>
            </p:cNvPr>
            <p:cNvSpPr>
              <a:spLocks noChangeArrowheads="1"/>
            </p:cNvSpPr>
            <p:nvPr/>
          </p:nvSpPr>
          <p:spPr bwMode="auto">
            <a:xfrm>
              <a:off x="3406775" y="2062163"/>
              <a:ext cx="3540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DN</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5" name="Rectangle 17">
              <a:extLst>
                <a:ext uri="{FF2B5EF4-FFF2-40B4-BE49-F238E27FC236}">
                  <a16:creationId xmlns:a16="http://schemas.microsoft.com/office/drawing/2014/main" id="{F73A0FC7-11F0-4871-892C-B4FB6C049F20}"/>
                </a:ext>
              </a:extLst>
            </p:cNvPr>
            <p:cNvSpPr>
              <a:spLocks noChangeArrowheads="1"/>
            </p:cNvSpPr>
            <p:nvPr/>
          </p:nvSpPr>
          <p:spPr bwMode="auto">
            <a:xfrm>
              <a:off x="3916363" y="2062163"/>
              <a:ext cx="460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6" name="Rectangle 18">
              <a:extLst>
                <a:ext uri="{FF2B5EF4-FFF2-40B4-BE49-F238E27FC236}">
                  <a16:creationId xmlns:a16="http://schemas.microsoft.com/office/drawing/2014/main" id="{CB2AA7C6-7AEA-4974-AF08-76FDD3013ADC}"/>
                </a:ext>
              </a:extLst>
            </p:cNvPr>
            <p:cNvSpPr>
              <a:spLocks noChangeArrowheads="1"/>
            </p:cNvSpPr>
            <p:nvPr/>
          </p:nvSpPr>
          <p:spPr bwMode="auto">
            <a:xfrm>
              <a:off x="4683125"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7" name="Rectangle 19">
              <a:extLst>
                <a:ext uri="{FF2B5EF4-FFF2-40B4-BE49-F238E27FC236}">
                  <a16:creationId xmlns:a16="http://schemas.microsoft.com/office/drawing/2014/main" id="{A2A68B33-E39F-433E-9D0D-C64908E3A4F1}"/>
                </a:ext>
              </a:extLst>
            </p:cNvPr>
            <p:cNvSpPr>
              <a:spLocks noChangeArrowheads="1"/>
            </p:cNvSpPr>
            <p:nvPr/>
          </p:nvSpPr>
          <p:spPr bwMode="auto">
            <a:xfrm>
              <a:off x="5253038"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8" name="Rectangle 20">
              <a:extLst>
                <a:ext uri="{FF2B5EF4-FFF2-40B4-BE49-F238E27FC236}">
                  <a16:creationId xmlns:a16="http://schemas.microsoft.com/office/drawing/2014/main" id="{C33557CF-87ED-4B84-AFE1-BA77E275412E}"/>
                </a:ext>
              </a:extLst>
            </p:cNvPr>
            <p:cNvSpPr>
              <a:spLocks noChangeArrowheads="1"/>
            </p:cNvSpPr>
            <p:nvPr/>
          </p:nvSpPr>
          <p:spPr bwMode="auto">
            <a:xfrm>
              <a:off x="6224588"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29" name="Rectangle 21">
              <a:extLst>
                <a:ext uri="{FF2B5EF4-FFF2-40B4-BE49-F238E27FC236}">
                  <a16:creationId xmlns:a16="http://schemas.microsoft.com/office/drawing/2014/main" id="{79956A56-8293-44FF-AC3C-C2D28BC90383}"/>
                </a:ext>
              </a:extLst>
            </p:cNvPr>
            <p:cNvSpPr>
              <a:spLocks noChangeArrowheads="1"/>
            </p:cNvSpPr>
            <p:nvPr/>
          </p:nvSpPr>
          <p:spPr bwMode="auto">
            <a:xfrm>
              <a:off x="5815013"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0" name="Rectangle 22">
              <a:extLst>
                <a:ext uri="{FF2B5EF4-FFF2-40B4-BE49-F238E27FC236}">
                  <a16:creationId xmlns:a16="http://schemas.microsoft.com/office/drawing/2014/main" id="{F22A6FFE-4D18-41C8-84C7-8C3A262B672A}"/>
                </a:ext>
              </a:extLst>
            </p:cNvPr>
            <p:cNvSpPr>
              <a:spLocks noChangeArrowheads="1"/>
            </p:cNvSpPr>
            <p:nvPr/>
          </p:nvSpPr>
          <p:spPr bwMode="auto">
            <a:xfrm>
              <a:off x="7242175"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1" name="Rectangle 23">
              <a:extLst>
                <a:ext uri="{FF2B5EF4-FFF2-40B4-BE49-F238E27FC236}">
                  <a16:creationId xmlns:a16="http://schemas.microsoft.com/office/drawing/2014/main" id="{376E7CA7-8BC0-4051-B56E-EC44231DE703}"/>
                </a:ext>
              </a:extLst>
            </p:cNvPr>
            <p:cNvSpPr>
              <a:spLocks noChangeArrowheads="1"/>
            </p:cNvSpPr>
            <p:nvPr/>
          </p:nvSpPr>
          <p:spPr bwMode="auto">
            <a:xfrm>
              <a:off x="2208213" y="2409825"/>
              <a:ext cx="503396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2" name="Rectangle 24">
              <a:extLst>
                <a:ext uri="{FF2B5EF4-FFF2-40B4-BE49-F238E27FC236}">
                  <a16:creationId xmlns:a16="http://schemas.microsoft.com/office/drawing/2014/main" id="{4A2FE03E-A227-44CA-BE20-D8DC454874F0}"/>
                </a:ext>
              </a:extLst>
            </p:cNvPr>
            <p:cNvSpPr>
              <a:spLocks noChangeArrowheads="1"/>
            </p:cNvSpPr>
            <p:nvPr/>
          </p:nvSpPr>
          <p:spPr bwMode="auto">
            <a:xfrm>
              <a:off x="2208213" y="2422525"/>
              <a:ext cx="11112"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3" name="Rectangle 25">
              <a:extLst>
                <a:ext uri="{FF2B5EF4-FFF2-40B4-BE49-F238E27FC236}">
                  <a16:creationId xmlns:a16="http://schemas.microsoft.com/office/drawing/2014/main" id="{9C096FE7-F0BC-494E-96F3-E039B6C82DBF}"/>
                </a:ext>
              </a:extLst>
            </p:cNvPr>
            <p:cNvSpPr>
              <a:spLocks noChangeArrowheads="1"/>
            </p:cNvSpPr>
            <p:nvPr/>
          </p:nvSpPr>
          <p:spPr bwMode="auto">
            <a:xfrm>
              <a:off x="6667500" y="19700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4" name="Rectangle 26">
              <a:extLst>
                <a:ext uri="{FF2B5EF4-FFF2-40B4-BE49-F238E27FC236}">
                  <a16:creationId xmlns:a16="http://schemas.microsoft.com/office/drawing/2014/main" id="{632D8397-ADE2-4BEB-8D6A-ABD85D092219}"/>
                </a:ext>
              </a:extLst>
            </p:cNvPr>
            <p:cNvSpPr>
              <a:spLocks noChangeArrowheads="1"/>
            </p:cNvSpPr>
            <p:nvPr/>
          </p:nvSpPr>
          <p:spPr bwMode="auto">
            <a:xfrm>
              <a:off x="3249613"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5" name="Rectangle 27">
              <a:extLst>
                <a:ext uri="{FF2B5EF4-FFF2-40B4-BE49-F238E27FC236}">
                  <a16:creationId xmlns:a16="http://schemas.microsoft.com/office/drawing/2014/main" id="{766A64CB-B53E-48DD-BAD4-34C30254A4C9}"/>
                </a:ext>
              </a:extLst>
            </p:cNvPr>
            <p:cNvSpPr>
              <a:spLocks noChangeArrowheads="1"/>
            </p:cNvSpPr>
            <p:nvPr/>
          </p:nvSpPr>
          <p:spPr bwMode="auto">
            <a:xfrm>
              <a:off x="2597150" y="25320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6" name="Rectangle 28">
              <a:extLst>
                <a:ext uri="{FF2B5EF4-FFF2-40B4-BE49-F238E27FC236}">
                  <a16:creationId xmlns:a16="http://schemas.microsoft.com/office/drawing/2014/main" id="{5A0C8243-10D1-4653-9FF5-4A4A14F054B8}"/>
                </a:ext>
              </a:extLst>
            </p:cNvPr>
            <p:cNvSpPr>
              <a:spLocks noChangeArrowheads="1"/>
            </p:cNvSpPr>
            <p:nvPr/>
          </p:nvSpPr>
          <p:spPr bwMode="auto">
            <a:xfrm>
              <a:off x="4043363" y="2532063"/>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37" name="Rectangle 29">
              <a:extLst>
                <a:ext uri="{FF2B5EF4-FFF2-40B4-BE49-F238E27FC236}">
                  <a16:creationId xmlns:a16="http://schemas.microsoft.com/office/drawing/2014/main" id="{D60D139D-5574-46EC-BF4A-3865A3EE408A}"/>
                </a:ext>
              </a:extLst>
            </p:cNvPr>
            <p:cNvSpPr>
              <a:spLocks noChangeArrowheads="1"/>
            </p:cNvSpPr>
            <p:nvPr/>
          </p:nvSpPr>
          <p:spPr bwMode="auto">
            <a:xfrm>
              <a:off x="4679950" y="25320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68638" name="Rectangle 30">
              <a:extLst>
                <a:ext uri="{FF2B5EF4-FFF2-40B4-BE49-F238E27FC236}">
                  <a16:creationId xmlns:a16="http://schemas.microsoft.com/office/drawing/2014/main" id="{573AD89C-EBFE-45DD-B351-75ED8336B7D8}"/>
                </a:ext>
              </a:extLst>
            </p:cNvPr>
            <p:cNvSpPr>
              <a:spLocks noChangeArrowheads="1"/>
            </p:cNvSpPr>
            <p:nvPr/>
          </p:nvSpPr>
          <p:spPr bwMode="auto">
            <a:xfrm>
              <a:off x="5249863" y="253206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68639" name="Rectangle 31">
              <a:extLst>
                <a:ext uri="{FF2B5EF4-FFF2-40B4-BE49-F238E27FC236}">
                  <a16:creationId xmlns:a16="http://schemas.microsoft.com/office/drawing/2014/main" id="{657D40C9-B4B1-409B-9082-42B939AA6A3F}"/>
                </a:ext>
              </a:extLst>
            </p:cNvPr>
            <p:cNvSpPr>
              <a:spLocks noChangeArrowheads="1"/>
            </p:cNvSpPr>
            <p:nvPr/>
          </p:nvSpPr>
          <p:spPr bwMode="auto">
            <a:xfrm>
              <a:off x="6224588"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0" name="Rectangle 32">
              <a:extLst>
                <a:ext uri="{FF2B5EF4-FFF2-40B4-BE49-F238E27FC236}">
                  <a16:creationId xmlns:a16="http://schemas.microsoft.com/office/drawing/2014/main" id="{3544E512-E689-47DC-B59A-B2DD3C5C0E8B}"/>
                </a:ext>
              </a:extLst>
            </p:cNvPr>
            <p:cNvSpPr>
              <a:spLocks noChangeArrowheads="1"/>
            </p:cNvSpPr>
            <p:nvPr/>
          </p:nvSpPr>
          <p:spPr bwMode="auto">
            <a:xfrm>
              <a:off x="7242175"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1" name="Rectangle 33">
              <a:extLst>
                <a:ext uri="{FF2B5EF4-FFF2-40B4-BE49-F238E27FC236}">
                  <a16:creationId xmlns:a16="http://schemas.microsoft.com/office/drawing/2014/main" id="{F3BAB8E2-7DB8-48BA-8C02-A9EF2B3738F4}"/>
                </a:ext>
              </a:extLst>
            </p:cNvPr>
            <p:cNvSpPr>
              <a:spLocks noChangeArrowheads="1"/>
            </p:cNvSpPr>
            <p:nvPr/>
          </p:nvSpPr>
          <p:spPr bwMode="auto">
            <a:xfrm>
              <a:off x="2208213" y="28797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2" name="Rectangle 34">
              <a:extLst>
                <a:ext uri="{FF2B5EF4-FFF2-40B4-BE49-F238E27FC236}">
                  <a16:creationId xmlns:a16="http://schemas.microsoft.com/office/drawing/2014/main" id="{F9C98778-975C-41B0-A397-C22E2B39ECE2}"/>
                </a:ext>
              </a:extLst>
            </p:cNvPr>
            <p:cNvSpPr>
              <a:spLocks noChangeArrowheads="1"/>
            </p:cNvSpPr>
            <p:nvPr/>
          </p:nvSpPr>
          <p:spPr bwMode="auto">
            <a:xfrm>
              <a:off x="6665913" y="25320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3" name="Rectangle 35">
              <a:extLst>
                <a:ext uri="{FF2B5EF4-FFF2-40B4-BE49-F238E27FC236}">
                  <a16:creationId xmlns:a16="http://schemas.microsoft.com/office/drawing/2014/main" id="{CBB6F304-75BA-4350-97A9-5F52096C3D6C}"/>
                </a:ext>
              </a:extLst>
            </p:cNvPr>
            <p:cNvSpPr>
              <a:spLocks noChangeArrowheads="1"/>
            </p:cNvSpPr>
            <p:nvPr/>
          </p:nvSpPr>
          <p:spPr bwMode="auto">
            <a:xfrm>
              <a:off x="3249613"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4" name="Rectangle 36">
              <a:extLst>
                <a:ext uri="{FF2B5EF4-FFF2-40B4-BE49-F238E27FC236}">
                  <a16:creationId xmlns:a16="http://schemas.microsoft.com/office/drawing/2014/main" id="{08A6A459-4E42-4A1F-9019-11FE556A68F5}"/>
                </a:ext>
              </a:extLst>
            </p:cNvPr>
            <p:cNvSpPr>
              <a:spLocks noChangeArrowheads="1"/>
            </p:cNvSpPr>
            <p:nvPr/>
          </p:nvSpPr>
          <p:spPr bwMode="auto">
            <a:xfrm>
              <a:off x="2597150" y="288131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68645" name="Rectangle 37">
              <a:extLst>
                <a:ext uri="{FF2B5EF4-FFF2-40B4-BE49-F238E27FC236}">
                  <a16:creationId xmlns:a16="http://schemas.microsoft.com/office/drawing/2014/main" id="{63F495A5-D15A-45B0-A15A-EAD6DD75AFEC}"/>
                </a:ext>
              </a:extLst>
            </p:cNvPr>
            <p:cNvSpPr>
              <a:spLocks noChangeArrowheads="1"/>
            </p:cNvSpPr>
            <p:nvPr/>
          </p:nvSpPr>
          <p:spPr bwMode="auto">
            <a:xfrm>
              <a:off x="4043363" y="288131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68646" name="Rectangle 38">
              <a:extLst>
                <a:ext uri="{FF2B5EF4-FFF2-40B4-BE49-F238E27FC236}">
                  <a16:creationId xmlns:a16="http://schemas.microsoft.com/office/drawing/2014/main" id="{DC91F49A-C5F4-490C-9B13-FFF133AF3729}"/>
                </a:ext>
              </a:extLst>
            </p:cNvPr>
            <p:cNvSpPr>
              <a:spLocks noChangeArrowheads="1"/>
            </p:cNvSpPr>
            <p:nvPr/>
          </p:nvSpPr>
          <p:spPr bwMode="auto">
            <a:xfrm>
              <a:off x="4679950" y="288131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62503" name="Rectangle 39">
              <a:extLst>
                <a:ext uri="{FF2B5EF4-FFF2-40B4-BE49-F238E27FC236}">
                  <a16:creationId xmlns:a16="http://schemas.microsoft.com/office/drawing/2014/main" id="{E6A45B6B-5CFD-384E-9815-7CF0A87DDA99}"/>
                </a:ext>
              </a:extLst>
            </p:cNvPr>
            <p:cNvSpPr>
              <a:spLocks noChangeArrowheads="1"/>
            </p:cNvSpPr>
            <p:nvPr/>
          </p:nvSpPr>
          <p:spPr bwMode="auto">
            <a:xfrm>
              <a:off x="5249863" y="2881313"/>
              <a:ext cx="271462" cy="307975"/>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S5</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68648" name="Rectangle 40">
              <a:extLst>
                <a:ext uri="{FF2B5EF4-FFF2-40B4-BE49-F238E27FC236}">
                  <a16:creationId xmlns:a16="http://schemas.microsoft.com/office/drawing/2014/main" id="{D32901D0-A959-4A50-8EDA-E8B8793C2E64}"/>
                </a:ext>
              </a:extLst>
            </p:cNvPr>
            <p:cNvSpPr>
              <a:spLocks noChangeArrowheads="1"/>
            </p:cNvSpPr>
            <p:nvPr/>
          </p:nvSpPr>
          <p:spPr bwMode="auto">
            <a:xfrm>
              <a:off x="6224588"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49" name="Rectangle 41">
              <a:extLst>
                <a:ext uri="{FF2B5EF4-FFF2-40B4-BE49-F238E27FC236}">
                  <a16:creationId xmlns:a16="http://schemas.microsoft.com/office/drawing/2014/main" id="{B16CD62B-BAD5-4CF9-A816-9AC7A7A6746C}"/>
                </a:ext>
              </a:extLst>
            </p:cNvPr>
            <p:cNvSpPr>
              <a:spLocks noChangeArrowheads="1"/>
            </p:cNvSpPr>
            <p:nvPr/>
          </p:nvSpPr>
          <p:spPr bwMode="auto">
            <a:xfrm>
              <a:off x="7242175"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0" name="Rectangle 42">
              <a:extLst>
                <a:ext uri="{FF2B5EF4-FFF2-40B4-BE49-F238E27FC236}">
                  <a16:creationId xmlns:a16="http://schemas.microsoft.com/office/drawing/2014/main" id="{A87904AC-2353-4621-92AE-F4D568ED16E2}"/>
                </a:ext>
              </a:extLst>
            </p:cNvPr>
            <p:cNvSpPr>
              <a:spLocks noChangeArrowheads="1"/>
            </p:cNvSpPr>
            <p:nvPr/>
          </p:nvSpPr>
          <p:spPr bwMode="auto">
            <a:xfrm>
              <a:off x="2208213" y="31845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1" name="Rectangle 43">
              <a:extLst>
                <a:ext uri="{FF2B5EF4-FFF2-40B4-BE49-F238E27FC236}">
                  <a16:creationId xmlns:a16="http://schemas.microsoft.com/office/drawing/2014/main" id="{DFF878CB-D7BB-42D9-BEEA-80208055DD93}"/>
                </a:ext>
              </a:extLst>
            </p:cNvPr>
            <p:cNvSpPr>
              <a:spLocks noChangeArrowheads="1"/>
            </p:cNvSpPr>
            <p:nvPr/>
          </p:nvSpPr>
          <p:spPr bwMode="auto">
            <a:xfrm>
              <a:off x="6665913" y="28813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68652" name="Rectangle 44">
              <a:extLst>
                <a:ext uri="{FF2B5EF4-FFF2-40B4-BE49-F238E27FC236}">
                  <a16:creationId xmlns:a16="http://schemas.microsoft.com/office/drawing/2014/main" id="{6617DC10-BE27-4B02-89BE-F3AAB9BAE083}"/>
                </a:ext>
              </a:extLst>
            </p:cNvPr>
            <p:cNvSpPr>
              <a:spLocks noChangeArrowheads="1"/>
            </p:cNvSpPr>
            <p:nvPr/>
          </p:nvSpPr>
          <p:spPr bwMode="auto">
            <a:xfrm>
              <a:off x="3249613"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3" name="Rectangle 45">
              <a:extLst>
                <a:ext uri="{FF2B5EF4-FFF2-40B4-BE49-F238E27FC236}">
                  <a16:creationId xmlns:a16="http://schemas.microsoft.com/office/drawing/2014/main" id="{51A69162-4C57-40AB-82AB-44267D066E45}"/>
                </a:ext>
              </a:extLst>
            </p:cNvPr>
            <p:cNvSpPr>
              <a:spLocks noChangeArrowheads="1"/>
            </p:cNvSpPr>
            <p:nvPr/>
          </p:nvSpPr>
          <p:spPr bwMode="auto">
            <a:xfrm>
              <a:off x="2597150" y="31829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68654" name="Rectangle 46">
              <a:extLst>
                <a:ext uri="{FF2B5EF4-FFF2-40B4-BE49-F238E27FC236}">
                  <a16:creationId xmlns:a16="http://schemas.microsoft.com/office/drawing/2014/main" id="{AE3DECFD-6DC5-4521-9486-3CF743A52737}"/>
                </a:ext>
              </a:extLst>
            </p:cNvPr>
            <p:cNvSpPr>
              <a:spLocks noChangeArrowheads="1"/>
            </p:cNvSpPr>
            <p:nvPr/>
          </p:nvSpPr>
          <p:spPr bwMode="auto">
            <a:xfrm>
              <a:off x="4043363" y="3182938"/>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68655" name="Rectangle 47">
              <a:extLst>
                <a:ext uri="{FF2B5EF4-FFF2-40B4-BE49-F238E27FC236}">
                  <a16:creationId xmlns:a16="http://schemas.microsoft.com/office/drawing/2014/main" id="{C5BA381F-C83F-4C09-8885-C6632E62530F}"/>
                </a:ext>
              </a:extLst>
            </p:cNvPr>
            <p:cNvSpPr>
              <a:spLocks noChangeArrowheads="1"/>
            </p:cNvSpPr>
            <p:nvPr/>
          </p:nvSpPr>
          <p:spPr bwMode="auto">
            <a:xfrm>
              <a:off x="4679950" y="31829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68656" name="Rectangle 48">
              <a:extLst>
                <a:ext uri="{FF2B5EF4-FFF2-40B4-BE49-F238E27FC236}">
                  <a16:creationId xmlns:a16="http://schemas.microsoft.com/office/drawing/2014/main" id="{C1AB6381-3F58-4E5A-8032-77C0C10E74A0}"/>
                </a:ext>
              </a:extLst>
            </p:cNvPr>
            <p:cNvSpPr>
              <a:spLocks noChangeArrowheads="1"/>
            </p:cNvSpPr>
            <p:nvPr/>
          </p:nvSpPr>
          <p:spPr bwMode="auto">
            <a:xfrm>
              <a:off x="5249863" y="3182938"/>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68657" name="Rectangle 49">
              <a:extLst>
                <a:ext uri="{FF2B5EF4-FFF2-40B4-BE49-F238E27FC236}">
                  <a16:creationId xmlns:a16="http://schemas.microsoft.com/office/drawing/2014/main" id="{CF0F97EA-7D04-49F2-A414-1E76054A3AA1}"/>
                </a:ext>
              </a:extLst>
            </p:cNvPr>
            <p:cNvSpPr>
              <a:spLocks noChangeArrowheads="1"/>
            </p:cNvSpPr>
            <p:nvPr/>
          </p:nvSpPr>
          <p:spPr bwMode="auto">
            <a:xfrm>
              <a:off x="6224588"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8" name="Rectangle 50">
              <a:extLst>
                <a:ext uri="{FF2B5EF4-FFF2-40B4-BE49-F238E27FC236}">
                  <a16:creationId xmlns:a16="http://schemas.microsoft.com/office/drawing/2014/main" id="{7FF0FDE3-315F-4423-95AA-D56D1CCE2E3A}"/>
                </a:ext>
              </a:extLst>
            </p:cNvPr>
            <p:cNvSpPr>
              <a:spLocks noChangeArrowheads="1"/>
            </p:cNvSpPr>
            <p:nvPr/>
          </p:nvSpPr>
          <p:spPr bwMode="auto">
            <a:xfrm>
              <a:off x="7242175"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59" name="Rectangle 51">
              <a:extLst>
                <a:ext uri="{FF2B5EF4-FFF2-40B4-BE49-F238E27FC236}">
                  <a16:creationId xmlns:a16="http://schemas.microsoft.com/office/drawing/2014/main" id="{EBA33FF5-4253-4D2D-8122-E68604BBFF56}"/>
                </a:ext>
              </a:extLst>
            </p:cNvPr>
            <p:cNvSpPr>
              <a:spLocks noChangeArrowheads="1"/>
            </p:cNvSpPr>
            <p:nvPr/>
          </p:nvSpPr>
          <p:spPr bwMode="auto">
            <a:xfrm>
              <a:off x="2208213" y="34893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0" name="Rectangle 52">
              <a:extLst>
                <a:ext uri="{FF2B5EF4-FFF2-40B4-BE49-F238E27FC236}">
                  <a16:creationId xmlns:a16="http://schemas.microsoft.com/office/drawing/2014/main" id="{3910C096-F521-4FE1-9588-CF1080E39D48}"/>
                </a:ext>
              </a:extLst>
            </p:cNvPr>
            <p:cNvSpPr>
              <a:spLocks noChangeArrowheads="1"/>
            </p:cNvSpPr>
            <p:nvPr/>
          </p:nvSpPr>
          <p:spPr bwMode="auto">
            <a:xfrm>
              <a:off x="6665913" y="3182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68661" name="Rectangle 53">
              <a:extLst>
                <a:ext uri="{FF2B5EF4-FFF2-40B4-BE49-F238E27FC236}">
                  <a16:creationId xmlns:a16="http://schemas.microsoft.com/office/drawing/2014/main" id="{9ACB3F08-EADF-4A34-B31C-9E172A814155}"/>
                </a:ext>
              </a:extLst>
            </p:cNvPr>
            <p:cNvSpPr>
              <a:spLocks noChangeArrowheads="1"/>
            </p:cNvSpPr>
            <p:nvPr/>
          </p:nvSpPr>
          <p:spPr bwMode="auto">
            <a:xfrm>
              <a:off x="3249613"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2" name="Rectangle 54">
              <a:extLst>
                <a:ext uri="{FF2B5EF4-FFF2-40B4-BE49-F238E27FC236}">
                  <a16:creationId xmlns:a16="http://schemas.microsoft.com/office/drawing/2014/main" id="{5332BA03-7455-4891-82BE-510E520F2413}"/>
                </a:ext>
              </a:extLst>
            </p:cNvPr>
            <p:cNvSpPr>
              <a:spLocks noChangeArrowheads="1"/>
            </p:cNvSpPr>
            <p:nvPr/>
          </p:nvSpPr>
          <p:spPr bwMode="auto">
            <a:xfrm>
              <a:off x="2597150" y="34877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68663" name="Rectangle 55">
              <a:extLst>
                <a:ext uri="{FF2B5EF4-FFF2-40B4-BE49-F238E27FC236}">
                  <a16:creationId xmlns:a16="http://schemas.microsoft.com/office/drawing/2014/main" id="{214B5E27-AE55-49E0-B239-B191089490F3}"/>
                </a:ext>
              </a:extLst>
            </p:cNvPr>
            <p:cNvSpPr>
              <a:spLocks noChangeArrowheads="1"/>
            </p:cNvSpPr>
            <p:nvPr/>
          </p:nvSpPr>
          <p:spPr bwMode="auto">
            <a:xfrm>
              <a:off x="4043363" y="348773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4" name="Rectangle 56">
              <a:extLst>
                <a:ext uri="{FF2B5EF4-FFF2-40B4-BE49-F238E27FC236}">
                  <a16:creationId xmlns:a16="http://schemas.microsoft.com/office/drawing/2014/main" id="{14338C1C-6165-4FE9-8943-40EBBFDC7A76}"/>
                </a:ext>
              </a:extLst>
            </p:cNvPr>
            <p:cNvSpPr>
              <a:spLocks noChangeArrowheads="1"/>
            </p:cNvSpPr>
            <p:nvPr/>
          </p:nvSpPr>
          <p:spPr bwMode="auto">
            <a:xfrm>
              <a:off x="6224588"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5" name="Rectangle 57">
              <a:extLst>
                <a:ext uri="{FF2B5EF4-FFF2-40B4-BE49-F238E27FC236}">
                  <a16:creationId xmlns:a16="http://schemas.microsoft.com/office/drawing/2014/main" id="{41BBF93B-5FE8-4F4B-AB07-4FEC39BF47E4}"/>
                </a:ext>
              </a:extLst>
            </p:cNvPr>
            <p:cNvSpPr>
              <a:spLocks noChangeArrowheads="1"/>
            </p:cNvSpPr>
            <p:nvPr/>
          </p:nvSpPr>
          <p:spPr bwMode="auto">
            <a:xfrm>
              <a:off x="7242175"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6" name="Rectangle 58">
              <a:extLst>
                <a:ext uri="{FF2B5EF4-FFF2-40B4-BE49-F238E27FC236}">
                  <a16:creationId xmlns:a16="http://schemas.microsoft.com/office/drawing/2014/main" id="{1E4FE551-DAF7-4DBC-B03F-DB6F62E4E6AC}"/>
                </a:ext>
              </a:extLst>
            </p:cNvPr>
            <p:cNvSpPr>
              <a:spLocks noChangeArrowheads="1"/>
            </p:cNvSpPr>
            <p:nvPr/>
          </p:nvSpPr>
          <p:spPr bwMode="auto">
            <a:xfrm>
              <a:off x="2208213" y="3798888"/>
              <a:ext cx="11112"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67" name="Rectangle 59">
              <a:extLst>
                <a:ext uri="{FF2B5EF4-FFF2-40B4-BE49-F238E27FC236}">
                  <a16:creationId xmlns:a16="http://schemas.microsoft.com/office/drawing/2014/main" id="{0E2FBA37-8702-4252-86CD-DC2129299463}"/>
                </a:ext>
              </a:extLst>
            </p:cNvPr>
            <p:cNvSpPr>
              <a:spLocks noChangeArrowheads="1"/>
            </p:cNvSpPr>
            <p:nvPr/>
          </p:nvSpPr>
          <p:spPr bwMode="auto">
            <a:xfrm>
              <a:off x="6664325" y="34877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68668" name="Rectangle 60">
              <a:extLst>
                <a:ext uri="{FF2B5EF4-FFF2-40B4-BE49-F238E27FC236}">
                  <a16:creationId xmlns:a16="http://schemas.microsoft.com/office/drawing/2014/main" id="{1E33DA96-47C2-4267-A62A-8D224A4CDBB3}"/>
                </a:ext>
              </a:extLst>
            </p:cNvPr>
            <p:cNvSpPr>
              <a:spLocks noChangeArrowheads="1"/>
            </p:cNvSpPr>
            <p:nvPr/>
          </p:nvSpPr>
          <p:spPr bwMode="auto">
            <a:xfrm>
              <a:off x="3249613"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25" name="Rectangle 61">
              <a:extLst>
                <a:ext uri="{FF2B5EF4-FFF2-40B4-BE49-F238E27FC236}">
                  <a16:creationId xmlns:a16="http://schemas.microsoft.com/office/drawing/2014/main" id="{7846152B-5F44-414A-9513-96D871912DF0}"/>
                </a:ext>
              </a:extLst>
            </p:cNvPr>
            <p:cNvSpPr>
              <a:spLocks noChangeArrowheads="1"/>
            </p:cNvSpPr>
            <p:nvPr/>
          </p:nvSpPr>
          <p:spPr bwMode="auto">
            <a:xfrm>
              <a:off x="2597150" y="3789363"/>
              <a:ext cx="268288" cy="304800"/>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S5</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68670" name="Rectangle 62">
              <a:extLst>
                <a:ext uri="{FF2B5EF4-FFF2-40B4-BE49-F238E27FC236}">
                  <a16:creationId xmlns:a16="http://schemas.microsoft.com/office/drawing/2014/main" id="{605607D4-269D-478A-B5CC-33B20352FD55}"/>
                </a:ext>
              </a:extLst>
            </p:cNvPr>
            <p:cNvSpPr>
              <a:spLocks noChangeArrowheads="1"/>
            </p:cNvSpPr>
            <p:nvPr/>
          </p:nvSpPr>
          <p:spPr bwMode="auto">
            <a:xfrm>
              <a:off x="4043363" y="378936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68671" name="Rectangle 63">
              <a:extLst>
                <a:ext uri="{FF2B5EF4-FFF2-40B4-BE49-F238E27FC236}">
                  <a16:creationId xmlns:a16="http://schemas.microsoft.com/office/drawing/2014/main" id="{BA38D288-E7CE-4B73-AF8F-8601B6AA8D44}"/>
                </a:ext>
              </a:extLst>
            </p:cNvPr>
            <p:cNvSpPr>
              <a:spLocks noChangeArrowheads="1"/>
            </p:cNvSpPr>
            <p:nvPr/>
          </p:nvSpPr>
          <p:spPr bwMode="auto">
            <a:xfrm>
              <a:off x="6224588"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2" name="Rectangle 64">
              <a:extLst>
                <a:ext uri="{FF2B5EF4-FFF2-40B4-BE49-F238E27FC236}">
                  <a16:creationId xmlns:a16="http://schemas.microsoft.com/office/drawing/2014/main" id="{95E99781-ECBB-461D-96CA-FE989D449F40}"/>
                </a:ext>
              </a:extLst>
            </p:cNvPr>
            <p:cNvSpPr>
              <a:spLocks noChangeArrowheads="1"/>
            </p:cNvSpPr>
            <p:nvPr/>
          </p:nvSpPr>
          <p:spPr bwMode="auto">
            <a:xfrm>
              <a:off x="7242175"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3" name="Rectangle 65">
              <a:extLst>
                <a:ext uri="{FF2B5EF4-FFF2-40B4-BE49-F238E27FC236}">
                  <a16:creationId xmlns:a16="http://schemas.microsoft.com/office/drawing/2014/main" id="{72F13B90-94BD-4EFE-9E32-6EE6DC207C4E}"/>
                </a:ext>
              </a:extLst>
            </p:cNvPr>
            <p:cNvSpPr>
              <a:spLocks noChangeArrowheads="1"/>
            </p:cNvSpPr>
            <p:nvPr/>
          </p:nvSpPr>
          <p:spPr bwMode="auto">
            <a:xfrm>
              <a:off x="2208213" y="4137025"/>
              <a:ext cx="503396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2530" name="Rectangle 66">
              <a:extLst>
                <a:ext uri="{FF2B5EF4-FFF2-40B4-BE49-F238E27FC236}">
                  <a16:creationId xmlns:a16="http://schemas.microsoft.com/office/drawing/2014/main" id="{7F7B28EA-351F-474A-AA2B-72D3F10DD804}"/>
                </a:ext>
              </a:extLst>
            </p:cNvPr>
            <p:cNvSpPr>
              <a:spLocks noChangeArrowheads="1"/>
            </p:cNvSpPr>
            <p:nvPr/>
          </p:nvSpPr>
          <p:spPr bwMode="auto">
            <a:xfrm>
              <a:off x="6664325" y="3789363"/>
              <a:ext cx="190500" cy="304800"/>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1 </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68675" name="Rectangle 67">
              <a:extLst>
                <a:ext uri="{FF2B5EF4-FFF2-40B4-BE49-F238E27FC236}">
                  <a16:creationId xmlns:a16="http://schemas.microsoft.com/office/drawing/2014/main" id="{BBBAFF15-C0E0-4E3F-A19F-B198F191710B}"/>
                </a:ext>
              </a:extLst>
            </p:cNvPr>
            <p:cNvSpPr>
              <a:spLocks noChangeArrowheads="1"/>
            </p:cNvSpPr>
            <p:nvPr/>
          </p:nvSpPr>
          <p:spPr bwMode="auto">
            <a:xfrm>
              <a:off x="5880100" y="25114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6" name="Rectangle 68">
              <a:extLst>
                <a:ext uri="{FF2B5EF4-FFF2-40B4-BE49-F238E27FC236}">
                  <a16:creationId xmlns:a16="http://schemas.microsoft.com/office/drawing/2014/main" id="{8D0AA170-4D94-4151-B888-10A26732C761}"/>
                </a:ext>
              </a:extLst>
            </p:cNvPr>
            <p:cNvSpPr>
              <a:spLocks noChangeArrowheads="1"/>
            </p:cNvSpPr>
            <p:nvPr/>
          </p:nvSpPr>
          <p:spPr bwMode="auto">
            <a:xfrm>
              <a:off x="5880100" y="28289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7" name="Rectangle 69">
              <a:extLst>
                <a:ext uri="{FF2B5EF4-FFF2-40B4-BE49-F238E27FC236}">
                  <a16:creationId xmlns:a16="http://schemas.microsoft.com/office/drawing/2014/main" id="{CA6944BC-67BE-4F60-A98A-B5AAC99591A1}"/>
                </a:ext>
              </a:extLst>
            </p:cNvPr>
            <p:cNvSpPr>
              <a:spLocks noChangeArrowheads="1"/>
            </p:cNvSpPr>
            <p:nvPr/>
          </p:nvSpPr>
          <p:spPr bwMode="auto">
            <a:xfrm>
              <a:off x="5880100" y="314007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8" name="Rectangle 70">
              <a:extLst>
                <a:ext uri="{FF2B5EF4-FFF2-40B4-BE49-F238E27FC236}">
                  <a16:creationId xmlns:a16="http://schemas.microsoft.com/office/drawing/2014/main" id="{2DBBD6AE-6C2B-41F8-ACE6-2C26C8408B7E}"/>
                </a:ext>
              </a:extLst>
            </p:cNvPr>
            <p:cNvSpPr>
              <a:spLocks noChangeArrowheads="1"/>
            </p:cNvSpPr>
            <p:nvPr/>
          </p:nvSpPr>
          <p:spPr bwMode="auto">
            <a:xfrm>
              <a:off x="5880100" y="3394075"/>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79" name="Rectangle 71">
              <a:extLst>
                <a:ext uri="{FF2B5EF4-FFF2-40B4-BE49-F238E27FC236}">
                  <a16:creationId xmlns:a16="http://schemas.microsoft.com/office/drawing/2014/main" id="{EF51B517-C750-4764-8AAE-20D7BD242046}"/>
                </a:ext>
              </a:extLst>
            </p:cNvPr>
            <p:cNvSpPr>
              <a:spLocks noChangeArrowheads="1"/>
            </p:cNvSpPr>
            <p:nvPr/>
          </p:nvSpPr>
          <p:spPr bwMode="auto">
            <a:xfrm>
              <a:off x="4735513"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0" name="Rectangle 72">
              <a:extLst>
                <a:ext uri="{FF2B5EF4-FFF2-40B4-BE49-F238E27FC236}">
                  <a16:creationId xmlns:a16="http://schemas.microsoft.com/office/drawing/2014/main" id="{A8C185FA-6093-4ED5-A6FC-135E2B1C8861}"/>
                </a:ext>
              </a:extLst>
            </p:cNvPr>
            <p:cNvSpPr>
              <a:spLocks noChangeArrowheads="1"/>
            </p:cNvSpPr>
            <p:nvPr/>
          </p:nvSpPr>
          <p:spPr bwMode="auto">
            <a:xfrm>
              <a:off x="5307013"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1" name="Rectangle 74">
              <a:extLst>
                <a:ext uri="{FF2B5EF4-FFF2-40B4-BE49-F238E27FC236}">
                  <a16:creationId xmlns:a16="http://schemas.microsoft.com/office/drawing/2014/main" id="{AE860C59-80A0-4302-BD8A-6FE6598B51BB}"/>
                </a:ext>
              </a:extLst>
            </p:cNvPr>
            <p:cNvSpPr>
              <a:spLocks noChangeArrowheads="1"/>
            </p:cNvSpPr>
            <p:nvPr/>
          </p:nvSpPr>
          <p:spPr bwMode="auto">
            <a:xfrm>
              <a:off x="5880100"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2" name="Rectangle 75">
              <a:extLst>
                <a:ext uri="{FF2B5EF4-FFF2-40B4-BE49-F238E27FC236}">
                  <a16:creationId xmlns:a16="http://schemas.microsoft.com/office/drawing/2014/main" id="{7C56F391-7A10-49A9-A519-37D73EF0C04B}"/>
                </a:ext>
              </a:extLst>
            </p:cNvPr>
            <p:cNvSpPr>
              <a:spLocks noChangeArrowheads="1"/>
            </p:cNvSpPr>
            <p:nvPr/>
          </p:nvSpPr>
          <p:spPr bwMode="auto">
            <a:xfrm>
              <a:off x="4729163"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3" name="Rectangle 76">
              <a:extLst>
                <a:ext uri="{FF2B5EF4-FFF2-40B4-BE49-F238E27FC236}">
                  <a16:creationId xmlns:a16="http://schemas.microsoft.com/office/drawing/2014/main" id="{74E7018C-8464-498D-AC58-965E0459FE2E}"/>
                </a:ext>
              </a:extLst>
            </p:cNvPr>
            <p:cNvSpPr>
              <a:spLocks noChangeArrowheads="1"/>
            </p:cNvSpPr>
            <p:nvPr/>
          </p:nvSpPr>
          <p:spPr bwMode="auto">
            <a:xfrm>
              <a:off x="5300663"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8684" name="Rectangle 77">
              <a:extLst>
                <a:ext uri="{FF2B5EF4-FFF2-40B4-BE49-F238E27FC236}">
                  <a16:creationId xmlns:a16="http://schemas.microsoft.com/office/drawing/2014/main" id="{0CB0DD57-91D3-4FBF-9B4C-3374556C4262}"/>
                </a:ext>
              </a:extLst>
            </p:cNvPr>
            <p:cNvSpPr>
              <a:spLocks noChangeArrowheads="1"/>
            </p:cNvSpPr>
            <p:nvPr/>
          </p:nvSpPr>
          <p:spPr bwMode="auto">
            <a:xfrm>
              <a:off x="5873750"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8610" name="TextBox 125">
            <a:extLst>
              <a:ext uri="{FF2B5EF4-FFF2-40B4-BE49-F238E27FC236}">
                <a16:creationId xmlns:a16="http://schemas.microsoft.com/office/drawing/2014/main" id="{BC6D96C8-B9F9-490A-87C5-65B24E819330}"/>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6.56 from the textbook ]</a:t>
            </a:r>
          </a:p>
        </p:txBody>
      </p:sp>
      <p:sp>
        <p:nvSpPr>
          <p:cNvPr id="68611" name="Title 1">
            <a:extLst>
              <a:ext uri="{FF2B5EF4-FFF2-40B4-BE49-F238E27FC236}">
                <a16:creationId xmlns:a16="http://schemas.microsoft.com/office/drawing/2014/main" id="{5F441B3B-6586-476E-83C3-1EC6631F0A47}"/>
              </a:ext>
            </a:extLst>
          </p:cNvPr>
          <p:cNvSpPr txBox="1">
            <a:spLocks/>
          </p:cNvSpPr>
          <p:nvPr/>
        </p:nvSpPr>
        <p:spPr bwMode="auto">
          <a:xfrm>
            <a:off x="0" y="0"/>
            <a:ext cx="91440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Minimized State Table for the vending machine</a:t>
            </a:r>
          </a:p>
        </p:txBody>
      </p:sp>
      <p:graphicFrame>
        <p:nvGraphicFramePr>
          <p:cNvPr id="78" name="Table 77">
            <a:extLst>
              <a:ext uri="{FF2B5EF4-FFF2-40B4-BE49-F238E27FC236}">
                <a16:creationId xmlns:a16="http://schemas.microsoft.com/office/drawing/2014/main" id="{A0619AC6-563A-4CC5-B5EB-093181CAC440}"/>
              </a:ext>
            </a:extLst>
          </p:cNvPr>
          <p:cNvGraphicFramePr>
            <a:graphicFrameLocks noGrp="1"/>
          </p:cNvGraphicFramePr>
          <p:nvPr>
            <p:extLst>
              <p:ext uri="{D42A27DB-BD31-4B8C-83A1-F6EECF244321}">
                <p14:modId xmlns:p14="http://schemas.microsoft.com/office/powerpoint/2010/main" val="3697719830"/>
              </p:ext>
            </p:extLst>
          </p:nvPr>
        </p:nvGraphicFramePr>
        <p:xfrm>
          <a:off x="76200" y="457200"/>
          <a:ext cx="5991228" cy="3280470"/>
        </p:xfrm>
        <a:graphic>
          <a:graphicData uri="http://schemas.openxmlformats.org/drawingml/2006/table">
            <a:tbl>
              <a:tblPr firstRow="1" bandRow="1">
                <a:tableStyleId>{5C22544A-7EE6-4342-B048-85BDC9FD1C3A}</a:tableStyleId>
              </a:tblPr>
              <a:tblGrid>
                <a:gridCol w="998538">
                  <a:extLst>
                    <a:ext uri="{9D8B030D-6E8A-4147-A177-3AD203B41FA5}">
                      <a16:colId xmlns:a16="http://schemas.microsoft.com/office/drawing/2014/main" val="20000"/>
                    </a:ext>
                  </a:extLst>
                </a:gridCol>
                <a:gridCol w="998538">
                  <a:extLst>
                    <a:ext uri="{9D8B030D-6E8A-4147-A177-3AD203B41FA5}">
                      <a16:colId xmlns:a16="http://schemas.microsoft.com/office/drawing/2014/main" val="20001"/>
                    </a:ext>
                  </a:extLst>
                </a:gridCol>
                <a:gridCol w="998538">
                  <a:extLst>
                    <a:ext uri="{9D8B030D-6E8A-4147-A177-3AD203B41FA5}">
                      <a16:colId xmlns:a16="http://schemas.microsoft.com/office/drawing/2014/main" val="20002"/>
                    </a:ext>
                  </a:extLst>
                </a:gridCol>
                <a:gridCol w="998538">
                  <a:extLst>
                    <a:ext uri="{9D8B030D-6E8A-4147-A177-3AD203B41FA5}">
                      <a16:colId xmlns:a16="http://schemas.microsoft.com/office/drawing/2014/main" val="20003"/>
                    </a:ext>
                  </a:extLst>
                </a:gridCol>
                <a:gridCol w="998538">
                  <a:extLst>
                    <a:ext uri="{9D8B030D-6E8A-4147-A177-3AD203B41FA5}">
                      <a16:colId xmlns:a16="http://schemas.microsoft.com/office/drawing/2014/main" val="20004"/>
                    </a:ext>
                  </a:extLst>
                </a:gridCol>
                <a:gridCol w="998538">
                  <a:extLst>
                    <a:ext uri="{9D8B030D-6E8A-4147-A177-3AD203B41FA5}">
                      <a16:colId xmlns:a16="http://schemas.microsoft.com/office/drawing/2014/main" val="20005"/>
                    </a:ext>
                  </a:extLst>
                </a:gridCol>
              </a:tblGrid>
              <a:tr h="206422">
                <a:tc rowSpan="2">
                  <a:txBody>
                    <a:bodyPr/>
                    <a:lstStyle/>
                    <a:p>
                      <a:pPr algn="ctr"/>
                      <a:r>
                        <a:rPr lang="en-US" sz="1800" b="0">
                          <a:solidFill>
                            <a:schemeClr val="tx1"/>
                          </a:solidFill>
                        </a:rPr>
                        <a:t>Present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gridSpan="4">
                  <a:txBody>
                    <a:bodyPr/>
                    <a:lstStyle/>
                    <a:p>
                      <a:pPr algn="ctr"/>
                      <a:r>
                        <a:rPr lang="en-US" sz="1800" b="0">
                          <a:solidFill>
                            <a:schemeClr val="tx1"/>
                          </a:solidFill>
                        </a:rPr>
                        <a:t>Next state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algn="ctr"/>
                      <a:r>
                        <a:rPr lang="en-US" sz="1800" b="0">
                          <a:solidFill>
                            <a:schemeClr val="tx1"/>
                          </a:solidFill>
                        </a:rPr>
                        <a:t>Output</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0"/>
                  </a:ext>
                </a:extLst>
              </a:tr>
              <a:tr h="300615">
                <a:tc vMerge="1">
                  <a:txBody>
                    <a:bodyPr/>
                    <a:lstStyle/>
                    <a:p>
                      <a:endParaRPr lang="en-US"/>
                    </a:p>
                  </a:txBody>
                  <a:tcPr/>
                </a:tc>
                <a:tc>
                  <a:txBody>
                    <a:bodyPr/>
                    <a:lstStyle/>
                    <a:p>
                      <a:pPr algn="ctr"/>
                      <a:r>
                        <a:rPr lang="en-US" sz="1800" b="0">
                          <a:solidFill>
                            <a:schemeClr val="tx1"/>
                          </a:solidFill>
                        </a:rPr>
                        <a:t>00</a:t>
                      </a:r>
                    </a:p>
                  </a:txBody>
                  <a:tcPr marL="0" marR="0" marT="0" marB="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01</a:t>
                      </a:r>
                    </a:p>
                  </a:txBody>
                  <a:tcPr marL="0" marR="0" marT="0" marB="0">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10</a:t>
                      </a:r>
                    </a:p>
                  </a:txBody>
                  <a:tcPr marL="0" marR="0" marT="0" marB="0">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11</a:t>
                      </a:r>
                    </a:p>
                  </a:txBody>
                  <a:tcPr marL="0" marR="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z</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00615">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00615">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S7</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C000"/>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00615">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0000FF"/>
                          </a:solidFill>
                        </a:rPr>
                        <a:t>S2</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S4</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1">
                          <a:solidFill>
                            <a:schemeClr val="bg1">
                              <a:lumMod val="65000"/>
                            </a:schemeClr>
                          </a:solidFill>
                        </a:rPr>
                        <a:t>S5</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4"/>
                  </a:ext>
                </a:extLst>
              </a:tr>
              <a:tr h="300615">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0000FF"/>
                          </a:solidFill>
                        </a:rPr>
                        <a:t>S6</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S8</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S9</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0000FF"/>
                          </a:solidFill>
                        </a:rPr>
                        <a:t>0</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00615">
                <a:tc>
                  <a:txBody>
                    <a:bodyPr/>
                    <a:lstStyle/>
                    <a:p>
                      <a:pPr algn="ctr"/>
                      <a:r>
                        <a:rPr lang="en-US" sz="1800" b="0">
                          <a:solidFill>
                            <a:srgbClr val="FF0000"/>
                          </a:solidFill>
                        </a:rPr>
                        <a:t>S4</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6"/>
                  </a:ext>
                </a:extLst>
              </a:tr>
              <a:tr h="300615">
                <a:tc>
                  <a:txBody>
                    <a:bodyPr/>
                    <a:lstStyle/>
                    <a:p>
                      <a:pPr algn="ctr"/>
                      <a:r>
                        <a:rPr lang="en-US" sz="1800" b="0">
                          <a:solidFill>
                            <a:srgbClr val="FF0000"/>
                          </a:solidFill>
                        </a:rPr>
                        <a:t>S7</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noFill/>
                  </a:tcPr>
                </a:tc>
                <a:extLst>
                  <a:ext uri="{0D108BD9-81ED-4DB2-BD59-A6C34878D82A}">
                    <a16:rowId xmlns:a16="http://schemas.microsoft.com/office/drawing/2014/main" val="10007"/>
                  </a:ext>
                </a:extLst>
              </a:tr>
              <a:tr h="300615">
                <a:tc>
                  <a:txBody>
                    <a:bodyPr/>
                    <a:lstStyle/>
                    <a:p>
                      <a:pPr algn="ctr"/>
                      <a:r>
                        <a:rPr lang="en-US" sz="1800" b="0">
                          <a:solidFill>
                            <a:srgbClr val="FF0000"/>
                          </a:solidFill>
                        </a:rPr>
                        <a:t>S8</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chemeClr val="tx1"/>
                          </a:solidFill>
                        </a:rPr>
                        <a:t>S1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0">
                          <a:solidFill>
                            <a:srgbClr val="FF0000"/>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300615">
                <a:tc>
                  <a:txBody>
                    <a:bodyPr/>
                    <a:lstStyle/>
                    <a:p>
                      <a:pPr algn="ctr"/>
                      <a:r>
                        <a:rPr lang="en-US" sz="1800" b="1">
                          <a:solidFill>
                            <a:schemeClr val="bg1">
                              <a:lumMod val="65000"/>
                            </a:schemeClr>
                          </a:solidFill>
                        </a:rPr>
                        <a:t>S5</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noFill/>
                  </a:tcPr>
                </a:tc>
                <a:tc>
                  <a:txBody>
                    <a:bodyPr/>
                    <a:lstStyle/>
                    <a:p>
                      <a:pPr algn="ctr"/>
                      <a:r>
                        <a:rPr lang="en-US" sz="1800" b="0">
                          <a:solidFill>
                            <a:srgbClr val="FF0000"/>
                          </a:solidFill>
                        </a:rPr>
                        <a:t>-</a:t>
                      </a:r>
                    </a:p>
                  </a:txBody>
                  <a:tcPr marL="0" marR="0" marT="0" marB="0">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noFill/>
                  </a:tcPr>
                </a:tc>
                <a:tc>
                  <a:txBody>
                    <a:bodyPr/>
                    <a:lstStyle/>
                    <a:p>
                      <a:pPr algn="ctr"/>
                      <a:r>
                        <a:rPr lang="en-US" sz="1800" b="1">
                          <a:solidFill>
                            <a:schemeClr val="bg1">
                              <a:lumMod val="65000"/>
                            </a:schemeClr>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noFill/>
                  </a:tcPr>
                </a:tc>
                <a:extLst>
                  <a:ext uri="{0D108BD9-81ED-4DB2-BD59-A6C34878D82A}">
                    <a16:rowId xmlns:a16="http://schemas.microsoft.com/office/drawing/2014/main" val="10009"/>
                  </a:ext>
                </a:extLst>
              </a:tr>
              <a:tr h="300615">
                <a:tc>
                  <a:txBody>
                    <a:bodyPr/>
                    <a:lstStyle/>
                    <a:p>
                      <a:pPr algn="ctr"/>
                      <a:r>
                        <a:rPr lang="en-US" sz="1800" b="1">
                          <a:solidFill>
                            <a:schemeClr val="bg1">
                              <a:lumMod val="65000"/>
                            </a:schemeClr>
                          </a:solidFill>
                        </a:rPr>
                        <a:t>S9</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C000"/>
                          </a:solidFill>
                        </a:rPr>
                        <a:t>S3</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B w="12700" cap="flat" cmpd="sng" algn="ctr">
                      <a:solidFill>
                        <a:schemeClr val="tx1"/>
                      </a:solidFill>
                      <a:prstDash val="solid"/>
                      <a:round/>
                      <a:headEnd type="none" w="med" len="med"/>
                      <a:tailEnd type="none" w="med" len="med"/>
                    </a:lnB>
                    <a:noFill/>
                  </a:tcPr>
                </a:tc>
                <a:tc>
                  <a:txBody>
                    <a:bodyPr/>
                    <a:lstStyle/>
                    <a:p>
                      <a:pPr algn="ctr"/>
                      <a:r>
                        <a:rPr lang="en-US" sz="1800" b="0">
                          <a:solidFill>
                            <a:srgbClr val="FF0000"/>
                          </a:solidFill>
                        </a:rPr>
                        <a:t>-</a:t>
                      </a:r>
                    </a:p>
                  </a:txBody>
                  <a:tcPr marL="0" marR="0" marT="0" marB="0">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a:r>
                        <a:rPr lang="en-US" sz="1800" b="1">
                          <a:solidFill>
                            <a:schemeClr val="bg1">
                              <a:lumMod val="65000"/>
                            </a:schemeClr>
                          </a:solidFill>
                        </a:rPr>
                        <a:t>1</a:t>
                      </a: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bl>
          </a:graphicData>
        </a:graphic>
      </p:graphicFrame>
      <p:sp>
        <p:nvSpPr>
          <p:cNvPr id="230" name="TextBox 229">
            <a:extLst>
              <a:ext uri="{FF2B5EF4-FFF2-40B4-BE49-F238E27FC236}">
                <a16:creationId xmlns:a16="http://schemas.microsoft.com/office/drawing/2014/main" id="{FEDDCFF8-902F-4D91-B18D-6516D914F5CD}"/>
              </a:ext>
            </a:extLst>
          </p:cNvPr>
          <p:cNvSpPr txBox="1"/>
          <p:nvPr/>
        </p:nvSpPr>
        <p:spPr>
          <a:xfrm>
            <a:off x="5181601" y="4007299"/>
            <a:ext cx="3886200" cy="338554"/>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P5=(S1)</a:t>
            </a:r>
            <a:r>
              <a:rPr kumimoji="0" lang="en-US" sz="1600" b="0" i="0" u="none" strike="noStrike" kern="1200" cap="none" spc="0" normalizeH="0" baseline="0" noProof="0">
                <a:ln>
                  <a:noFill/>
                </a:ln>
                <a:solidFill>
                  <a:srgbClr val="FFC000"/>
                </a:solidFill>
                <a:effectLst/>
                <a:uLnTx/>
                <a:uFillTx/>
                <a:latin typeface="Arial"/>
                <a:ea typeface="MS PGothic" panose="020B0600070205080204" pitchFamily="34" charset="-128"/>
                <a:cs typeface="+mn-cs"/>
              </a:rPr>
              <a:t>(S3)</a:t>
            </a:r>
            <a:r>
              <a:rPr kumimoji="0" lang="en-US" sz="1600" b="0" i="0" u="none" strike="noStrike" kern="1200" cap="none" spc="0" normalizeH="0" baseline="0" noProof="0">
                <a:ln>
                  <a:noFill/>
                </a:ln>
                <a:solidFill>
                  <a:srgbClr val="000000"/>
                </a:solidFill>
                <a:effectLst/>
                <a:uLnTx/>
                <a:uFillTx/>
                <a:latin typeface="Arial"/>
                <a:ea typeface="MS PGothic" panose="020B0600070205080204" pitchFamily="34" charset="-128"/>
                <a:cs typeface="+mn-cs"/>
              </a:rPr>
              <a:t> </a:t>
            </a:r>
            <a:r>
              <a:rPr kumimoji="0" lang="en-US" sz="1600" b="0" i="0" u="none" strike="noStrike" kern="1200" cap="none" spc="0" normalizeH="0" baseline="0" noProof="0">
                <a:ln>
                  <a:noFill/>
                </a:ln>
                <a:solidFill>
                  <a:srgbClr val="0000FF"/>
                </a:solidFill>
                <a:effectLst/>
                <a:uLnTx/>
                <a:uFillTx/>
                <a:latin typeface="Arial"/>
                <a:ea typeface="MS PGothic" panose="020B0600070205080204" pitchFamily="34" charset="-128"/>
                <a:cs typeface="+mn-cs"/>
              </a:rPr>
              <a:t>(S2,S6)</a:t>
            </a:r>
            <a:r>
              <a:rPr kumimoji="0" lang="en-US" sz="1600" b="0" i="0" u="none" strike="noStrike" kern="1200" cap="none" spc="0" normalizeH="0" baseline="0" noProof="0">
                <a:ln>
                  <a:noFill/>
                </a:ln>
                <a:solidFill>
                  <a:srgbClr val="FF0000"/>
                </a:solidFill>
                <a:effectLst/>
                <a:uLnTx/>
                <a:uFillTx/>
                <a:latin typeface="Arial"/>
                <a:ea typeface="MS PGothic" panose="020B0600070205080204" pitchFamily="34" charset="-128"/>
                <a:cs typeface="+mn-cs"/>
              </a:rPr>
              <a:t>(S4,S7,S8)</a:t>
            </a:r>
            <a:r>
              <a:rPr kumimoji="0" lang="en-US" sz="1600" b="1" i="0" u="none" strike="noStrike" kern="1200" cap="none" spc="0" normalizeH="0" baseline="0" noProof="0">
                <a:ln>
                  <a:noFill/>
                </a:ln>
                <a:solidFill>
                  <a:srgbClr val="FFFFFF">
                    <a:lumMod val="65000"/>
                  </a:srgbClr>
                </a:solidFill>
                <a:effectLst/>
                <a:uLnTx/>
                <a:uFillTx/>
                <a:latin typeface="Arial"/>
                <a:ea typeface="MS PGothic" panose="020B0600070205080204" pitchFamily="34" charset="-128"/>
                <a:cs typeface="+mn-cs"/>
              </a:rPr>
              <a:t>(S5,S9)</a:t>
            </a:r>
          </a:p>
        </p:txBody>
      </p:sp>
      <mc:AlternateContent xmlns:mc="http://schemas.openxmlformats.org/markup-compatibility/2006">
        <mc:Choice xmlns:p14="http://schemas.microsoft.com/office/powerpoint/2010/main" Requires="p14">
          <p:contentPart p14:bwMode="auto" r:id="rId2">
            <p14:nvContentPartPr>
              <p14:cNvPr id="2" name="Ink 1">
                <a:extLst>
                  <a:ext uri="{FF2B5EF4-FFF2-40B4-BE49-F238E27FC236}">
                    <a16:creationId xmlns:a16="http://schemas.microsoft.com/office/drawing/2014/main" id="{1D7EEF9D-B2DB-4329-BACB-74F57BD3B292}"/>
                  </a:ext>
                </a:extLst>
              </p14:cNvPr>
              <p14:cNvContentPartPr/>
              <p14:nvPr/>
            </p14:nvContentPartPr>
            <p14:xfrm>
              <a:off x="5236560" y="1095480"/>
              <a:ext cx="3562200" cy="5334480"/>
            </p14:xfrm>
          </p:contentPart>
        </mc:Choice>
        <mc:Fallback>
          <p:pic>
            <p:nvPicPr>
              <p:cNvPr id="2" name="Ink 1">
                <a:extLst>
                  <a:ext uri="{FF2B5EF4-FFF2-40B4-BE49-F238E27FC236}">
                    <a16:creationId xmlns:a16="http://schemas.microsoft.com/office/drawing/2014/main" id="{1D7EEF9D-B2DB-4329-BACB-74F57BD3B292}"/>
                  </a:ext>
                </a:extLst>
              </p:cNvPr>
              <p:cNvPicPr/>
              <p:nvPr/>
            </p:nvPicPr>
            <p:blipFill>
              <a:blip r:embed="rId3"/>
              <a:stretch>
                <a:fillRect/>
              </a:stretch>
            </p:blipFill>
            <p:spPr>
              <a:xfrm>
                <a:off x="5227200" y="1086120"/>
                <a:ext cx="3580920" cy="5353200"/>
              </a:xfrm>
              <a:prstGeom prst="rect">
                <a:avLst/>
              </a:prstGeom>
            </p:spPr>
          </p:pic>
        </mc:Fallback>
      </mc:AlternateContent>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3" name="Group 1">
            <a:extLst>
              <a:ext uri="{FF2B5EF4-FFF2-40B4-BE49-F238E27FC236}">
                <a16:creationId xmlns:a16="http://schemas.microsoft.com/office/drawing/2014/main" id="{E300EA3F-9638-42A1-A274-561F0961E5A6}"/>
              </a:ext>
            </a:extLst>
          </p:cNvPr>
          <p:cNvGrpSpPr>
            <a:grpSpLocks/>
          </p:cNvGrpSpPr>
          <p:nvPr/>
        </p:nvGrpSpPr>
        <p:grpSpPr bwMode="auto">
          <a:xfrm>
            <a:off x="230959" y="973931"/>
            <a:ext cx="4349750" cy="5367338"/>
            <a:chOff x="2219325" y="341313"/>
            <a:chExt cx="4349750" cy="5367337"/>
          </a:xfrm>
        </p:grpSpPr>
        <p:sp>
          <p:nvSpPr>
            <p:cNvPr id="69636" name="Freeform 4">
              <a:extLst>
                <a:ext uri="{FF2B5EF4-FFF2-40B4-BE49-F238E27FC236}">
                  <a16:creationId xmlns:a16="http://schemas.microsoft.com/office/drawing/2014/main" id="{CF5EB390-EAA3-44B2-A212-BC1C5F79CD0F}"/>
                </a:ext>
              </a:extLst>
            </p:cNvPr>
            <p:cNvSpPr>
              <a:spLocks/>
            </p:cNvSpPr>
            <p:nvPr/>
          </p:nvSpPr>
          <p:spPr bwMode="auto">
            <a:xfrm>
              <a:off x="4132263" y="1463675"/>
              <a:ext cx="136525" cy="68263"/>
            </a:xfrm>
            <a:custGeom>
              <a:avLst/>
              <a:gdLst>
                <a:gd name="T0" fmla="*/ 0 w 173"/>
                <a:gd name="T1" fmla="*/ 2147483646 h 86"/>
                <a:gd name="T2" fmla="*/ 2147483646 w 173"/>
                <a:gd name="T3" fmla="*/ 2147483646 h 86"/>
                <a:gd name="T4" fmla="*/ 0 w 173"/>
                <a:gd name="T5" fmla="*/ 0 h 86"/>
                <a:gd name="T6" fmla="*/ 0 w 173"/>
                <a:gd name="T7" fmla="*/ 2147483646 h 86"/>
                <a:gd name="T8" fmla="*/ 0 w 173"/>
                <a:gd name="T9" fmla="*/ 2147483646 h 86"/>
                <a:gd name="T10" fmla="*/ 0 60000 65536"/>
                <a:gd name="T11" fmla="*/ 0 60000 65536"/>
                <a:gd name="T12" fmla="*/ 0 60000 65536"/>
                <a:gd name="T13" fmla="*/ 0 60000 65536"/>
                <a:gd name="T14" fmla="*/ 0 60000 65536"/>
                <a:gd name="T15" fmla="*/ 0 w 173"/>
                <a:gd name="T16" fmla="*/ 0 h 86"/>
                <a:gd name="T17" fmla="*/ 173 w 173"/>
                <a:gd name="T18" fmla="*/ 86 h 86"/>
              </a:gdLst>
              <a:ahLst/>
              <a:cxnLst>
                <a:cxn ang="T10">
                  <a:pos x="T0" y="T1"/>
                </a:cxn>
                <a:cxn ang="T11">
                  <a:pos x="T2" y="T3"/>
                </a:cxn>
                <a:cxn ang="T12">
                  <a:pos x="T4" y="T5"/>
                </a:cxn>
                <a:cxn ang="T13">
                  <a:pos x="T6" y="T7"/>
                </a:cxn>
                <a:cxn ang="T14">
                  <a:pos x="T8" y="T9"/>
                </a:cxn>
              </a:cxnLst>
              <a:rect l="T15" t="T16" r="T17" b="T18"/>
              <a:pathLst>
                <a:path w="173" h="86">
                  <a:moveTo>
                    <a:pt x="0" y="86"/>
                  </a:moveTo>
                  <a:lnTo>
                    <a:pt x="173" y="29"/>
                  </a:lnTo>
                  <a:lnTo>
                    <a:pt x="0" y="0"/>
                  </a:lnTo>
                  <a:lnTo>
                    <a:pt x="0" y="57"/>
                  </a:lnTo>
                  <a:lnTo>
                    <a:pt x="0" y="86"/>
                  </a:lnTo>
                  <a:close/>
                </a:path>
              </a:pathLst>
            </a:custGeom>
            <a:solidFill>
              <a:schemeClr val="tx1"/>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37" name="Line 10">
              <a:extLst>
                <a:ext uri="{FF2B5EF4-FFF2-40B4-BE49-F238E27FC236}">
                  <a16:creationId xmlns:a16="http://schemas.microsoft.com/office/drawing/2014/main" id="{511FEB65-FFB2-44E4-9DC3-432615116079}"/>
                </a:ext>
              </a:extLst>
            </p:cNvPr>
            <p:cNvSpPr>
              <a:spLocks noChangeShapeType="1"/>
            </p:cNvSpPr>
            <p:nvPr/>
          </p:nvSpPr>
          <p:spPr bwMode="auto">
            <a:xfrm>
              <a:off x="5094288" y="5380038"/>
              <a:ext cx="68262"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38" name="Freeform 11">
              <a:extLst>
                <a:ext uri="{FF2B5EF4-FFF2-40B4-BE49-F238E27FC236}">
                  <a16:creationId xmlns:a16="http://schemas.microsoft.com/office/drawing/2014/main" id="{CF783245-B8E3-4EAD-9425-4C112A5CCCAC}"/>
                </a:ext>
              </a:extLst>
            </p:cNvPr>
            <p:cNvSpPr>
              <a:spLocks/>
            </p:cNvSpPr>
            <p:nvPr/>
          </p:nvSpPr>
          <p:spPr bwMode="auto">
            <a:xfrm>
              <a:off x="5116513" y="5289550"/>
              <a:ext cx="138112" cy="160338"/>
            </a:xfrm>
            <a:custGeom>
              <a:avLst/>
              <a:gdLst>
                <a:gd name="T0" fmla="*/ 2147483646 w 174"/>
                <a:gd name="T1" fmla="*/ 2147483646 h 202"/>
                <a:gd name="T2" fmla="*/ 2147483646 w 174"/>
                <a:gd name="T3" fmla="*/ 2147483646 h 202"/>
                <a:gd name="T4" fmla="*/ 2147483646 w 174"/>
                <a:gd name="T5" fmla="*/ 0 h 202"/>
                <a:gd name="T6" fmla="*/ 0 w 174"/>
                <a:gd name="T7" fmla="*/ 0 h 202"/>
                <a:gd name="T8" fmla="*/ 2147483646 w 174"/>
                <a:gd name="T9" fmla="*/ 2147483646 h 202"/>
                <a:gd name="T10" fmla="*/ 0 60000 65536"/>
                <a:gd name="T11" fmla="*/ 0 60000 65536"/>
                <a:gd name="T12" fmla="*/ 0 60000 65536"/>
                <a:gd name="T13" fmla="*/ 0 60000 65536"/>
                <a:gd name="T14" fmla="*/ 0 60000 65536"/>
                <a:gd name="T15" fmla="*/ 0 w 174"/>
                <a:gd name="T16" fmla="*/ 0 h 202"/>
                <a:gd name="T17" fmla="*/ 174 w 174"/>
                <a:gd name="T18" fmla="*/ 202 h 202"/>
              </a:gdLst>
              <a:ahLst/>
              <a:cxnLst>
                <a:cxn ang="T10">
                  <a:pos x="T0" y="T1"/>
                </a:cxn>
                <a:cxn ang="T11">
                  <a:pos x="T2" y="T3"/>
                </a:cxn>
                <a:cxn ang="T12">
                  <a:pos x="T4" y="T5"/>
                </a:cxn>
                <a:cxn ang="T13">
                  <a:pos x="T6" y="T7"/>
                </a:cxn>
                <a:cxn ang="T14">
                  <a:pos x="T8" y="T9"/>
                </a:cxn>
              </a:cxnLst>
              <a:rect l="T15" t="T16" r="T17" b="T18"/>
              <a:pathLst>
                <a:path w="174" h="202">
                  <a:moveTo>
                    <a:pt x="29" y="202"/>
                  </a:moveTo>
                  <a:lnTo>
                    <a:pt x="174" y="202"/>
                  </a:lnTo>
                  <a:lnTo>
                    <a:pt x="174" y="0"/>
                  </a:lnTo>
                  <a:lnTo>
                    <a:pt x="0" y="0"/>
                  </a:lnTo>
                  <a:lnTo>
                    <a:pt x="29" y="2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39" name="Freeform 16">
              <a:extLst>
                <a:ext uri="{FF2B5EF4-FFF2-40B4-BE49-F238E27FC236}">
                  <a16:creationId xmlns:a16="http://schemas.microsoft.com/office/drawing/2014/main" id="{1D459E20-9228-4239-A9CF-5974B746E06F}"/>
                </a:ext>
              </a:extLst>
            </p:cNvPr>
            <p:cNvSpPr>
              <a:spLocks/>
            </p:cNvSpPr>
            <p:nvPr/>
          </p:nvSpPr>
          <p:spPr bwMode="auto">
            <a:xfrm>
              <a:off x="4200525" y="3800475"/>
              <a:ext cx="114300" cy="114300"/>
            </a:xfrm>
            <a:custGeom>
              <a:avLst/>
              <a:gdLst>
                <a:gd name="T0" fmla="*/ 0 w 144"/>
                <a:gd name="T1" fmla="*/ 2147483646 h 144"/>
                <a:gd name="T2" fmla="*/ 2147483646 w 144"/>
                <a:gd name="T3" fmla="*/ 2147483646 h 144"/>
                <a:gd name="T4" fmla="*/ 2147483646 w 144"/>
                <a:gd name="T5" fmla="*/ 0 h 144"/>
                <a:gd name="T6" fmla="*/ 2147483646 w 144"/>
                <a:gd name="T7" fmla="*/ 0 h 144"/>
                <a:gd name="T8" fmla="*/ 0 w 144"/>
                <a:gd name="T9" fmla="*/ 2147483646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0" y="28"/>
                  </a:moveTo>
                  <a:lnTo>
                    <a:pt x="144" y="144"/>
                  </a:lnTo>
                  <a:lnTo>
                    <a:pt x="29" y="0"/>
                  </a:lnTo>
                  <a:lnTo>
                    <a:pt x="0" y="2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0" name="Freeform 19">
              <a:extLst>
                <a:ext uri="{FF2B5EF4-FFF2-40B4-BE49-F238E27FC236}">
                  <a16:creationId xmlns:a16="http://schemas.microsoft.com/office/drawing/2014/main" id="{89C0128C-9620-4947-B2C4-51CEB79CA9CB}"/>
                </a:ext>
              </a:extLst>
            </p:cNvPr>
            <p:cNvSpPr>
              <a:spLocks/>
            </p:cNvSpPr>
            <p:nvPr/>
          </p:nvSpPr>
          <p:spPr bwMode="auto">
            <a:xfrm>
              <a:off x="3719513" y="3754438"/>
              <a:ext cx="641350" cy="663575"/>
            </a:xfrm>
            <a:custGeom>
              <a:avLst/>
              <a:gdLst>
                <a:gd name="T0" fmla="*/ 2147483646 w 808"/>
                <a:gd name="T1" fmla="*/ 2147483646 h 837"/>
                <a:gd name="T2" fmla="*/ 2147483646 w 808"/>
                <a:gd name="T3" fmla="*/ 2147483646 h 837"/>
                <a:gd name="T4" fmla="*/ 2147483646 w 808"/>
                <a:gd name="T5" fmla="*/ 2147483646 h 837"/>
                <a:gd name="T6" fmla="*/ 2147483646 w 808"/>
                <a:gd name="T7" fmla="*/ 2147483646 h 837"/>
                <a:gd name="T8" fmla="*/ 2147483646 w 808"/>
                <a:gd name="T9" fmla="*/ 2147483646 h 837"/>
                <a:gd name="T10" fmla="*/ 2147483646 w 808"/>
                <a:gd name="T11" fmla="*/ 2147483646 h 837"/>
                <a:gd name="T12" fmla="*/ 2147483646 w 808"/>
                <a:gd name="T13" fmla="*/ 2147483646 h 837"/>
                <a:gd name="T14" fmla="*/ 2147483646 w 808"/>
                <a:gd name="T15" fmla="*/ 2147483646 h 837"/>
                <a:gd name="T16" fmla="*/ 2147483646 w 808"/>
                <a:gd name="T17" fmla="*/ 2147483646 h 837"/>
                <a:gd name="T18" fmla="*/ 2147483646 w 808"/>
                <a:gd name="T19" fmla="*/ 2147483646 h 837"/>
                <a:gd name="T20" fmla="*/ 2147483646 w 808"/>
                <a:gd name="T21" fmla="*/ 2147483646 h 837"/>
                <a:gd name="T22" fmla="*/ 2147483646 w 808"/>
                <a:gd name="T23" fmla="*/ 0 h 837"/>
                <a:gd name="T24" fmla="*/ 2147483646 w 808"/>
                <a:gd name="T25" fmla="*/ 2147483646 h 837"/>
                <a:gd name="T26" fmla="*/ 2147483646 w 808"/>
                <a:gd name="T27" fmla="*/ 2147483646 h 837"/>
                <a:gd name="T28" fmla="*/ 2147483646 w 808"/>
                <a:gd name="T29" fmla="*/ 2147483646 h 837"/>
                <a:gd name="T30" fmla="*/ 2147483646 w 808"/>
                <a:gd name="T31" fmla="*/ 2147483646 h 837"/>
                <a:gd name="T32" fmla="*/ 2147483646 w 808"/>
                <a:gd name="T33" fmla="*/ 2147483646 h 837"/>
                <a:gd name="T34" fmla="*/ 2147483646 w 808"/>
                <a:gd name="T35" fmla="*/ 2147483646 h 837"/>
                <a:gd name="T36" fmla="*/ 2147483646 w 808"/>
                <a:gd name="T37" fmla="*/ 2147483646 h 837"/>
                <a:gd name="T38" fmla="*/ 2147483646 w 808"/>
                <a:gd name="T39" fmla="*/ 2147483646 h 837"/>
                <a:gd name="T40" fmla="*/ 2147483646 w 808"/>
                <a:gd name="T41" fmla="*/ 2147483646 h 837"/>
                <a:gd name="T42" fmla="*/ 2147483646 w 808"/>
                <a:gd name="T43" fmla="*/ 2147483646 h 837"/>
                <a:gd name="T44" fmla="*/ 2147483646 w 808"/>
                <a:gd name="T45" fmla="*/ 2147483646 h 837"/>
                <a:gd name="T46" fmla="*/ 2147483646 w 808"/>
                <a:gd name="T47" fmla="*/ 2147483646 h 837"/>
                <a:gd name="T48" fmla="*/ 2147483646 w 808"/>
                <a:gd name="T49" fmla="*/ 2147483646 h 837"/>
                <a:gd name="T50" fmla="*/ 2147483646 w 808"/>
                <a:gd name="T51" fmla="*/ 2147483646 h 837"/>
                <a:gd name="T52" fmla="*/ 2147483646 w 808"/>
                <a:gd name="T53" fmla="*/ 2147483646 h 837"/>
                <a:gd name="T54" fmla="*/ 2147483646 w 808"/>
                <a:gd name="T55" fmla="*/ 2147483646 h 837"/>
                <a:gd name="T56" fmla="*/ 2147483646 w 808"/>
                <a:gd name="T57" fmla="*/ 2147483646 h 837"/>
                <a:gd name="T58" fmla="*/ 2147483646 w 808"/>
                <a:gd name="T59" fmla="*/ 2147483646 h 837"/>
                <a:gd name="T60" fmla="*/ 2147483646 w 808"/>
                <a:gd name="T61" fmla="*/ 2147483646 h 837"/>
                <a:gd name="T62" fmla="*/ 2147483646 w 808"/>
                <a:gd name="T63" fmla="*/ 2147483646 h 837"/>
                <a:gd name="T64" fmla="*/ 2147483646 w 808"/>
                <a:gd name="T65" fmla="*/ 2147483646 h 837"/>
                <a:gd name="T66" fmla="*/ 2147483646 w 808"/>
                <a:gd name="T67" fmla="*/ 2147483646 h 837"/>
                <a:gd name="T68" fmla="*/ 2147483646 w 808"/>
                <a:gd name="T69" fmla="*/ 2147483646 h 837"/>
                <a:gd name="T70" fmla="*/ 2147483646 w 808"/>
                <a:gd name="T71" fmla="*/ 2147483646 h 837"/>
                <a:gd name="T72" fmla="*/ 2147483646 w 808"/>
                <a:gd name="T73" fmla="*/ 2147483646 h 837"/>
                <a:gd name="T74" fmla="*/ 2147483646 w 808"/>
                <a:gd name="T75" fmla="*/ 2147483646 h 837"/>
                <a:gd name="T76" fmla="*/ 2147483646 w 808"/>
                <a:gd name="T77" fmla="*/ 2147483646 h 837"/>
                <a:gd name="T78" fmla="*/ 2147483646 w 808"/>
                <a:gd name="T79" fmla="*/ 2147483646 h 837"/>
                <a:gd name="T80" fmla="*/ 2147483646 w 808"/>
                <a:gd name="T81" fmla="*/ 2147483646 h 837"/>
                <a:gd name="T82" fmla="*/ 2147483646 w 808"/>
                <a:gd name="T83" fmla="*/ 2147483646 h 837"/>
                <a:gd name="T84" fmla="*/ 2147483646 w 808"/>
                <a:gd name="T85" fmla="*/ 2147483646 h 837"/>
                <a:gd name="T86" fmla="*/ 2147483646 w 808"/>
                <a:gd name="T87" fmla="*/ 2147483646 h 837"/>
                <a:gd name="T88" fmla="*/ 2147483646 w 808"/>
                <a:gd name="T89" fmla="*/ 2147483646 h 837"/>
                <a:gd name="T90" fmla="*/ 2147483646 w 808"/>
                <a:gd name="T91" fmla="*/ 2147483646 h 837"/>
                <a:gd name="T92" fmla="*/ 2147483646 w 808"/>
                <a:gd name="T93" fmla="*/ 2147483646 h 837"/>
                <a:gd name="T94" fmla="*/ 2147483646 w 808"/>
                <a:gd name="T95" fmla="*/ 2147483646 h 837"/>
                <a:gd name="T96" fmla="*/ 2147483646 w 808"/>
                <a:gd name="T97" fmla="*/ 2147483646 h 837"/>
                <a:gd name="T98" fmla="*/ 2147483646 w 808"/>
                <a:gd name="T99" fmla="*/ 2147483646 h 837"/>
                <a:gd name="T100" fmla="*/ 2147483646 w 808"/>
                <a:gd name="T101" fmla="*/ 2147483646 h 837"/>
                <a:gd name="T102" fmla="*/ 2147483646 w 808"/>
                <a:gd name="T103" fmla="*/ 2147483646 h 837"/>
                <a:gd name="T104" fmla="*/ 2147483646 w 808"/>
                <a:gd name="T105" fmla="*/ 2147483646 h 837"/>
                <a:gd name="T106" fmla="*/ 2147483646 w 808"/>
                <a:gd name="T107" fmla="*/ 2147483646 h 837"/>
                <a:gd name="T108" fmla="*/ 2147483646 w 808"/>
                <a:gd name="T109" fmla="*/ 2147483646 h 837"/>
                <a:gd name="T110" fmla="*/ 2147483646 w 808"/>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37"/>
                <a:gd name="T170" fmla="*/ 808 w 808"/>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37">
                  <a:moveTo>
                    <a:pt x="0" y="428"/>
                  </a:moveTo>
                  <a:lnTo>
                    <a:pt x="0" y="410"/>
                  </a:lnTo>
                  <a:lnTo>
                    <a:pt x="1" y="388"/>
                  </a:lnTo>
                  <a:lnTo>
                    <a:pt x="3" y="368"/>
                  </a:lnTo>
                  <a:lnTo>
                    <a:pt x="5" y="348"/>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7"/>
                  </a:lnTo>
                  <a:lnTo>
                    <a:pt x="148" y="94"/>
                  </a:lnTo>
                  <a:lnTo>
                    <a:pt x="164" y="82"/>
                  </a:lnTo>
                  <a:lnTo>
                    <a:pt x="180" y="70"/>
                  </a:lnTo>
                  <a:lnTo>
                    <a:pt x="197" y="60"/>
                  </a:lnTo>
                  <a:lnTo>
                    <a:pt x="215" y="50"/>
                  </a:lnTo>
                  <a:lnTo>
                    <a:pt x="232" y="40"/>
                  </a:lnTo>
                  <a:lnTo>
                    <a:pt x="249" y="33"/>
                  </a:lnTo>
                  <a:lnTo>
                    <a:pt x="268" y="26"/>
                  </a:lnTo>
                  <a:lnTo>
                    <a:pt x="287" y="19"/>
                  </a:lnTo>
                  <a:lnTo>
                    <a:pt x="307" y="13"/>
                  </a:lnTo>
                  <a:lnTo>
                    <a:pt x="327" y="8"/>
                  </a:lnTo>
                  <a:lnTo>
                    <a:pt x="348" y="6"/>
                  </a:lnTo>
                  <a:lnTo>
                    <a:pt x="368" y="3"/>
                  </a:lnTo>
                  <a:lnTo>
                    <a:pt x="388" y="1"/>
                  </a:lnTo>
                  <a:lnTo>
                    <a:pt x="410" y="0"/>
                  </a:lnTo>
                  <a:lnTo>
                    <a:pt x="400" y="0"/>
                  </a:lnTo>
                  <a:lnTo>
                    <a:pt x="420" y="1"/>
                  </a:lnTo>
                  <a:lnTo>
                    <a:pt x="441" y="3"/>
                  </a:lnTo>
                  <a:lnTo>
                    <a:pt x="462" y="6"/>
                  </a:lnTo>
                  <a:lnTo>
                    <a:pt x="482" y="8"/>
                  </a:lnTo>
                  <a:lnTo>
                    <a:pt x="502" y="13"/>
                  </a:lnTo>
                  <a:lnTo>
                    <a:pt x="521" y="19"/>
                  </a:lnTo>
                  <a:lnTo>
                    <a:pt x="539" y="26"/>
                  </a:lnTo>
                  <a:lnTo>
                    <a:pt x="558" y="33"/>
                  </a:lnTo>
                  <a:lnTo>
                    <a:pt x="577" y="40"/>
                  </a:lnTo>
                  <a:lnTo>
                    <a:pt x="594" y="50"/>
                  </a:lnTo>
                  <a:lnTo>
                    <a:pt x="612" y="60"/>
                  </a:lnTo>
                  <a:lnTo>
                    <a:pt x="628" y="70"/>
                  </a:lnTo>
                  <a:lnTo>
                    <a:pt x="643" y="82"/>
                  </a:lnTo>
                  <a:lnTo>
                    <a:pt x="659" y="94"/>
                  </a:lnTo>
                  <a:lnTo>
                    <a:pt x="674" y="107"/>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8"/>
                  </a:lnTo>
                  <a:lnTo>
                    <a:pt x="806" y="368"/>
                  </a:lnTo>
                  <a:lnTo>
                    <a:pt x="808" y="388"/>
                  </a:lnTo>
                  <a:lnTo>
                    <a:pt x="808" y="410"/>
                  </a:lnTo>
                  <a:lnTo>
                    <a:pt x="808" y="428"/>
                  </a:lnTo>
                  <a:lnTo>
                    <a:pt x="808" y="450"/>
                  </a:lnTo>
                  <a:lnTo>
                    <a:pt x="806" y="470"/>
                  </a:lnTo>
                  <a:lnTo>
                    <a:pt x="804" y="490"/>
                  </a:lnTo>
                  <a:lnTo>
                    <a:pt x="801" y="511"/>
                  </a:lnTo>
                  <a:lnTo>
                    <a:pt x="795" y="531"/>
                  </a:lnTo>
                  <a:lnTo>
                    <a:pt x="791" y="550"/>
                  </a:lnTo>
                  <a:lnTo>
                    <a:pt x="783" y="570"/>
                  </a:lnTo>
                  <a:lnTo>
                    <a:pt x="776" y="587"/>
                  </a:lnTo>
                  <a:lnTo>
                    <a:pt x="768" y="606"/>
                  </a:lnTo>
                  <a:lnTo>
                    <a:pt x="759" y="623"/>
                  </a:lnTo>
                  <a:lnTo>
                    <a:pt x="749" y="640"/>
                  </a:lnTo>
                  <a:lnTo>
                    <a:pt x="739" y="658"/>
                  </a:lnTo>
                  <a:lnTo>
                    <a:pt x="727" y="674"/>
                  </a:lnTo>
                  <a:lnTo>
                    <a:pt x="716" y="688"/>
                  </a:lnTo>
                  <a:lnTo>
                    <a:pt x="703" y="704"/>
                  </a:lnTo>
                  <a:lnTo>
                    <a:pt x="688" y="717"/>
                  </a:lnTo>
                  <a:lnTo>
                    <a:pt x="674" y="731"/>
                  </a:lnTo>
                  <a:lnTo>
                    <a:pt x="659" y="744"/>
                  </a:lnTo>
                  <a:lnTo>
                    <a:pt x="643" y="756"/>
                  </a:lnTo>
                  <a:lnTo>
                    <a:pt x="628" y="767"/>
                  </a:lnTo>
                  <a:lnTo>
                    <a:pt x="612" y="778"/>
                  </a:lnTo>
                  <a:lnTo>
                    <a:pt x="594" y="788"/>
                  </a:lnTo>
                  <a:lnTo>
                    <a:pt x="577" y="798"/>
                  </a:lnTo>
                  <a:lnTo>
                    <a:pt x="558" y="805"/>
                  </a:lnTo>
                  <a:lnTo>
                    <a:pt x="539" y="812"/>
                  </a:lnTo>
                  <a:lnTo>
                    <a:pt x="521" y="819"/>
                  </a:lnTo>
                  <a:lnTo>
                    <a:pt x="502" y="825"/>
                  </a:lnTo>
                  <a:lnTo>
                    <a:pt x="482" y="830"/>
                  </a:lnTo>
                  <a:lnTo>
                    <a:pt x="462" y="832"/>
                  </a:lnTo>
                  <a:lnTo>
                    <a:pt x="441" y="835"/>
                  </a:lnTo>
                  <a:lnTo>
                    <a:pt x="420" y="837"/>
                  </a:lnTo>
                  <a:lnTo>
                    <a:pt x="400" y="837"/>
                  </a:lnTo>
                  <a:lnTo>
                    <a:pt x="410" y="837"/>
                  </a:lnTo>
                  <a:lnTo>
                    <a:pt x="388" y="837"/>
                  </a:lnTo>
                  <a:lnTo>
                    <a:pt x="368" y="835"/>
                  </a:lnTo>
                  <a:lnTo>
                    <a:pt x="348" y="832"/>
                  </a:lnTo>
                  <a:lnTo>
                    <a:pt x="327" y="830"/>
                  </a:lnTo>
                  <a:lnTo>
                    <a:pt x="307" y="825"/>
                  </a:lnTo>
                  <a:lnTo>
                    <a:pt x="287" y="819"/>
                  </a:lnTo>
                  <a:lnTo>
                    <a:pt x="268" y="812"/>
                  </a:lnTo>
                  <a:lnTo>
                    <a:pt x="249" y="805"/>
                  </a:lnTo>
                  <a:lnTo>
                    <a:pt x="232" y="798"/>
                  </a:lnTo>
                  <a:lnTo>
                    <a:pt x="215" y="788"/>
                  </a:lnTo>
                  <a:lnTo>
                    <a:pt x="197" y="778"/>
                  </a:lnTo>
                  <a:lnTo>
                    <a:pt x="180" y="767"/>
                  </a:lnTo>
                  <a:lnTo>
                    <a:pt x="164" y="756"/>
                  </a:lnTo>
                  <a:lnTo>
                    <a:pt x="148" y="744"/>
                  </a:lnTo>
                  <a:lnTo>
                    <a:pt x="134" y="731"/>
                  </a:lnTo>
                  <a:lnTo>
                    <a:pt x="120" y="717"/>
                  </a:lnTo>
                  <a:lnTo>
                    <a:pt x="107" y="704"/>
                  </a:lnTo>
                  <a:lnTo>
                    <a:pt x="94" y="688"/>
                  </a:lnTo>
                  <a:lnTo>
                    <a:pt x="82" y="674"/>
                  </a:lnTo>
                  <a:lnTo>
                    <a:pt x="70" y="658"/>
                  </a:lnTo>
                  <a:lnTo>
                    <a:pt x="59" y="640"/>
                  </a:lnTo>
                  <a:lnTo>
                    <a:pt x="49" y="623"/>
                  </a:lnTo>
                  <a:lnTo>
                    <a:pt x="40" y="606"/>
                  </a:lnTo>
                  <a:lnTo>
                    <a:pt x="33" y="587"/>
                  </a:lnTo>
                  <a:lnTo>
                    <a:pt x="24" y="570"/>
                  </a:lnTo>
                  <a:lnTo>
                    <a:pt x="18" y="550"/>
                  </a:lnTo>
                  <a:lnTo>
                    <a:pt x="13" y="531"/>
                  </a:lnTo>
                  <a:lnTo>
                    <a:pt x="8" y="511"/>
                  </a:lnTo>
                  <a:lnTo>
                    <a:pt x="5" y="490"/>
                  </a:lnTo>
                  <a:lnTo>
                    <a:pt x="3" y="470"/>
                  </a:lnTo>
                  <a:lnTo>
                    <a:pt x="1" y="450"/>
                  </a:lnTo>
                  <a:lnTo>
                    <a:pt x="0" y="428"/>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1" name="Freeform 21">
              <a:extLst>
                <a:ext uri="{FF2B5EF4-FFF2-40B4-BE49-F238E27FC236}">
                  <a16:creationId xmlns:a16="http://schemas.microsoft.com/office/drawing/2014/main" id="{69B1D272-1CFF-498B-A0D7-763CFB890D28}"/>
                </a:ext>
              </a:extLst>
            </p:cNvPr>
            <p:cNvSpPr>
              <a:spLocks/>
            </p:cNvSpPr>
            <p:nvPr/>
          </p:nvSpPr>
          <p:spPr bwMode="auto">
            <a:xfrm>
              <a:off x="4200525" y="2493963"/>
              <a:ext cx="114300" cy="114300"/>
            </a:xfrm>
            <a:custGeom>
              <a:avLst/>
              <a:gdLst>
                <a:gd name="T0" fmla="*/ 0 w 144"/>
                <a:gd name="T1" fmla="*/ 2147483646 h 145"/>
                <a:gd name="T2" fmla="*/ 2147483646 w 144"/>
                <a:gd name="T3" fmla="*/ 2147483646 h 145"/>
                <a:gd name="T4" fmla="*/ 2147483646 w 144"/>
                <a:gd name="T5" fmla="*/ 0 h 145"/>
                <a:gd name="T6" fmla="*/ 2147483646 w 144"/>
                <a:gd name="T7" fmla="*/ 2147483646 h 145"/>
                <a:gd name="T8" fmla="*/ 0 w 144"/>
                <a:gd name="T9" fmla="*/ 2147483646 h 145"/>
                <a:gd name="T10" fmla="*/ 0 60000 65536"/>
                <a:gd name="T11" fmla="*/ 0 60000 65536"/>
                <a:gd name="T12" fmla="*/ 0 60000 65536"/>
                <a:gd name="T13" fmla="*/ 0 60000 65536"/>
                <a:gd name="T14" fmla="*/ 0 60000 65536"/>
                <a:gd name="T15" fmla="*/ 0 w 144"/>
                <a:gd name="T16" fmla="*/ 0 h 145"/>
                <a:gd name="T17" fmla="*/ 144 w 144"/>
                <a:gd name="T18" fmla="*/ 145 h 145"/>
              </a:gdLst>
              <a:ahLst/>
              <a:cxnLst>
                <a:cxn ang="T10">
                  <a:pos x="T0" y="T1"/>
                </a:cxn>
                <a:cxn ang="T11">
                  <a:pos x="T2" y="T3"/>
                </a:cxn>
                <a:cxn ang="T12">
                  <a:pos x="T4" y="T5"/>
                </a:cxn>
                <a:cxn ang="T13">
                  <a:pos x="T6" y="T7"/>
                </a:cxn>
                <a:cxn ang="T14">
                  <a:pos x="T8" y="T9"/>
                </a:cxn>
              </a:cxnLst>
              <a:rect l="T15" t="T16" r="T17" b="T18"/>
              <a:pathLst>
                <a:path w="144" h="145">
                  <a:moveTo>
                    <a:pt x="0" y="58"/>
                  </a:moveTo>
                  <a:lnTo>
                    <a:pt x="144" y="145"/>
                  </a:lnTo>
                  <a:lnTo>
                    <a:pt x="29" y="0"/>
                  </a:lnTo>
                  <a:lnTo>
                    <a:pt x="29" y="29"/>
                  </a:lnTo>
                  <a:lnTo>
                    <a:pt x="0" y="5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2" name="Freeform 24">
              <a:extLst>
                <a:ext uri="{FF2B5EF4-FFF2-40B4-BE49-F238E27FC236}">
                  <a16:creationId xmlns:a16="http://schemas.microsoft.com/office/drawing/2014/main" id="{F1A1B018-7698-42A0-B142-56B0D2CD0666}"/>
                </a:ext>
              </a:extLst>
            </p:cNvPr>
            <p:cNvSpPr>
              <a:spLocks/>
            </p:cNvSpPr>
            <p:nvPr/>
          </p:nvSpPr>
          <p:spPr bwMode="auto">
            <a:xfrm>
              <a:off x="3719513" y="2471738"/>
              <a:ext cx="641350" cy="641350"/>
            </a:xfrm>
            <a:custGeom>
              <a:avLst/>
              <a:gdLst>
                <a:gd name="T0" fmla="*/ 2147483646 w 808"/>
                <a:gd name="T1" fmla="*/ 2147483646 h 808"/>
                <a:gd name="T2" fmla="*/ 2147483646 w 808"/>
                <a:gd name="T3" fmla="*/ 2147483646 h 808"/>
                <a:gd name="T4" fmla="*/ 2147483646 w 808"/>
                <a:gd name="T5" fmla="*/ 2147483646 h 808"/>
                <a:gd name="T6" fmla="*/ 2147483646 w 808"/>
                <a:gd name="T7" fmla="*/ 2147483646 h 808"/>
                <a:gd name="T8" fmla="*/ 2147483646 w 808"/>
                <a:gd name="T9" fmla="*/ 2147483646 h 808"/>
                <a:gd name="T10" fmla="*/ 2147483646 w 808"/>
                <a:gd name="T11" fmla="*/ 2147483646 h 808"/>
                <a:gd name="T12" fmla="*/ 2147483646 w 808"/>
                <a:gd name="T13" fmla="*/ 2147483646 h 808"/>
                <a:gd name="T14" fmla="*/ 2147483646 w 808"/>
                <a:gd name="T15" fmla="*/ 2147483646 h 808"/>
                <a:gd name="T16" fmla="*/ 2147483646 w 808"/>
                <a:gd name="T17" fmla="*/ 2147483646 h 808"/>
                <a:gd name="T18" fmla="*/ 2147483646 w 808"/>
                <a:gd name="T19" fmla="*/ 2147483646 h 808"/>
                <a:gd name="T20" fmla="*/ 2147483646 w 808"/>
                <a:gd name="T21" fmla="*/ 2147483646 h 808"/>
                <a:gd name="T22" fmla="*/ 2147483646 w 808"/>
                <a:gd name="T23" fmla="*/ 0 h 808"/>
                <a:gd name="T24" fmla="*/ 2147483646 w 808"/>
                <a:gd name="T25" fmla="*/ 2147483646 h 808"/>
                <a:gd name="T26" fmla="*/ 2147483646 w 808"/>
                <a:gd name="T27" fmla="*/ 2147483646 h 808"/>
                <a:gd name="T28" fmla="*/ 2147483646 w 808"/>
                <a:gd name="T29" fmla="*/ 2147483646 h 808"/>
                <a:gd name="T30" fmla="*/ 2147483646 w 808"/>
                <a:gd name="T31" fmla="*/ 2147483646 h 808"/>
                <a:gd name="T32" fmla="*/ 2147483646 w 808"/>
                <a:gd name="T33" fmla="*/ 2147483646 h 808"/>
                <a:gd name="T34" fmla="*/ 2147483646 w 808"/>
                <a:gd name="T35" fmla="*/ 2147483646 h 808"/>
                <a:gd name="T36" fmla="*/ 2147483646 w 808"/>
                <a:gd name="T37" fmla="*/ 2147483646 h 808"/>
                <a:gd name="T38" fmla="*/ 2147483646 w 808"/>
                <a:gd name="T39" fmla="*/ 2147483646 h 808"/>
                <a:gd name="T40" fmla="*/ 2147483646 w 808"/>
                <a:gd name="T41" fmla="*/ 2147483646 h 808"/>
                <a:gd name="T42" fmla="*/ 2147483646 w 808"/>
                <a:gd name="T43" fmla="*/ 2147483646 h 808"/>
                <a:gd name="T44" fmla="*/ 2147483646 w 808"/>
                <a:gd name="T45" fmla="*/ 2147483646 h 808"/>
                <a:gd name="T46" fmla="*/ 2147483646 w 808"/>
                <a:gd name="T47" fmla="*/ 2147483646 h 808"/>
                <a:gd name="T48" fmla="*/ 2147483646 w 808"/>
                <a:gd name="T49" fmla="*/ 2147483646 h 808"/>
                <a:gd name="T50" fmla="*/ 2147483646 w 808"/>
                <a:gd name="T51" fmla="*/ 2147483646 h 808"/>
                <a:gd name="T52" fmla="*/ 2147483646 w 808"/>
                <a:gd name="T53" fmla="*/ 2147483646 h 808"/>
                <a:gd name="T54" fmla="*/ 2147483646 w 808"/>
                <a:gd name="T55" fmla="*/ 2147483646 h 808"/>
                <a:gd name="T56" fmla="*/ 2147483646 w 808"/>
                <a:gd name="T57" fmla="*/ 2147483646 h 808"/>
                <a:gd name="T58" fmla="*/ 2147483646 w 808"/>
                <a:gd name="T59" fmla="*/ 2147483646 h 808"/>
                <a:gd name="T60" fmla="*/ 2147483646 w 808"/>
                <a:gd name="T61" fmla="*/ 2147483646 h 808"/>
                <a:gd name="T62" fmla="*/ 2147483646 w 808"/>
                <a:gd name="T63" fmla="*/ 2147483646 h 808"/>
                <a:gd name="T64" fmla="*/ 2147483646 w 808"/>
                <a:gd name="T65" fmla="*/ 2147483646 h 808"/>
                <a:gd name="T66" fmla="*/ 2147483646 w 808"/>
                <a:gd name="T67" fmla="*/ 2147483646 h 808"/>
                <a:gd name="T68" fmla="*/ 2147483646 w 808"/>
                <a:gd name="T69" fmla="*/ 2147483646 h 808"/>
                <a:gd name="T70" fmla="*/ 2147483646 w 808"/>
                <a:gd name="T71" fmla="*/ 2147483646 h 808"/>
                <a:gd name="T72" fmla="*/ 2147483646 w 808"/>
                <a:gd name="T73" fmla="*/ 2147483646 h 808"/>
                <a:gd name="T74" fmla="*/ 2147483646 w 808"/>
                <a:gd name="T75" fmla="*/ 2147483646 h 808"/>
                <a:gd name="T76" fmla="*/ 2147483646 w 808"/>
                <a:gd name="T77" fmla="*/ 2147483646 h 808"/>
                <a:gd name="T78" fmla="*/ 2147483646 w 808"/>
                <a:gd name="T79" fmla="*/ 2147483646 h 808"/>
                <a:gd name="T80" fmla="*/ 2147483646 w 808"/>
                <a:gd name="T81" fmla="*/ 2147483646 h 808"/>
                <a:gd name="T82" fmla="*/ 2147483646 w 808"/>
                <a:gd name="T83" fmla="*/ 2147483646 h 808"/>
                <a:gd name="T84" fmla="*/ 2147483646 w 808"/>
                <a:gd name="T85" fmla="*/ 2147483646 h 808"/>
                <a:gd name="T86" fmla="*/ 2147483646 w 808"/>
                <a:gd name="T87" fmla="*/ 2147483646 h 808"/>
                <a:gd name="T88" fmla="*/ 2147483646 w 808"/>
                <a:gd name="T89" fmla="*/ 2147483646 h 808"/>
                <a:gd name="T90" fmla="*/ 2147483646 w 808"/>
                <a:gd name="T91" fmla="*/ 2147483646 h 808"/>
                <a:gd name="T92" fmla="*/ 2147483646 w 808"/>
                <a:gd name="T93" fmla="*/ 2147483646 h 808"/>
                <a:gd name="T94" fmla="*/ 2147483646 w 808"/>
                <a:gd name="T95" fmla="*/ 2147483646 h 808"/>
                <a:gd name="T96" fmla="*/ 2147483646 w 808"/>
                <a:gd name="T97" fmla="*/ 2147483646 h 808"/>
                <a:gd name="T98" fmla="*/ 2147483646 w 808"/>
                <a:gd name="T99" fmla="*/ 2147483646 h 808"/>
                <a:gd name="T100" fmla="*/ 2147483646 w 808"/>
                <a:gd name="T101" fmla="*/ 2147483646 h 808"/>
                <a:gd name="T102" fmla="*/ 2147483646 w 808"/>
                <a:gd name="T103" fmla="*/ 2147483646 h 808"/>
                <a:gd name="T104" fmla="*/ 2147483646 w 808"/>
                <a:gd name="T105" fmla="*/ 2147483646 h 808"/>
                <a:gd name="T106" fmla="*/ 2147483646 w 808"/>
                <a:gd name="T107" fmla="*/ 2147483646 h 808"/>
                <a:gd name="T108" fmla="*/ 2147483646 w 808"/>
                <a:gd name="T109" fmla="*/ 2147483646 h 808"/>
                <a:gd name="T110" fmla="*/ 2147483646 w 808"/>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8"/>
                <a:gd name="T169" fmla="*/ 0 h 808"/>
                <a:gd name="T170" fmla="*/ 808 w 808"/>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8" h="808">
                  <a:moveTo>
                    <a:pt x="0" y="399"/>
                  </a:moveTo>
                  <a:lnTo>
                    <a:pt x="0" y="409"/>
                  </a:lnTo>
                  <a:lnTo>
                    <a:pt x="1" y="388"/>
                  </a:lnTo>
                  <a:lnTo>
                    <a:pt x="3" y="368"/>
                  </a:lnTo>
                  <a:lnTo>
                    <a:pt x="5" y="347"/>
                  </a:lnTo>
                  <a:lnTo>
                    <a:pt x="8" y="327"/>
                  </a:lnTo>
                  <a:lnTo>
                    <a:pt x="13" y="307"/>
                  </a:lnTo>
                  <a:lnTo>
                    <a:pt x="18" y="288"/>
                  </a:lnTo>
                  <a:lnTo>
                    <a:pt x="24" y="268"/>
                  </a:lnTo>
                  <a:lnTo>
                    <a:pt x="33" y="251"/>
                  </a:lnTo>
                  <a:lnTo>
                    <a:pt x="40" y="232"/>
                  </a:lnTo>
                  <a:lnTo>
                    <a:pt x="49" y="215"/>
                  </a:lnTo>
                  <a:lnTo>
                    <a:pt x="59" y="197"/>
                  </a:lnTo>
                  <a:lnTo>
                    <a:pt x="70" y="180"/>
                  </a:lnTo>
                  <a:lnTo>
                    <a:pt x="82" y="164"/>
                  </a:lnTo>
                  <a:lnTo>
                    <a:pt x="94" y="150"/>
                  </a:lnTo>
                  <a:lnTo>
                    <a:pt x="107" y="134"/>
                  </a:lnTo>
                  <a:lnTo>
                    <a:pt x="120" y="121"/>
                  </a:lnTo>
                  <a:lnTo>
                    <a:pt x="134" y="106"/>
                  </a:lnTo>
                  <a:lnTo>
                    <a:pt x="148" y="93"/>
                  </a:lnTo>
                  <a:lnTo>
                    <a:pt x="164" y="82"/>
                  </a:lnTo>
                  <a:lnTo>
                    <a:pt x="180" y="70"/>
                  </a:lnTo>
                  <a:lnTo>
                    <a:pt x="197" y="60"/>
                  </a:lnTo>
                  <a:lnTo>
                    <a:pt x="215" y="50"/>
                  </a:lnTo>
                  <a:lnTo>
                    <a:pt x="232" y="40"/>
                  </a:lnTo>
                  <a:lnTo>
                    <a:pt x="249" y="33"/>
                  </a:lnTo>
                  <a:lnTo>
                    <a:pt x="268" y="26"/>
                  </a:lnTo>
                  <a:lnTo>
                    <a:pt x="287" y="18"/>
                  </a:lnTo>
                  <a:lnTo>
                    <a:pt x="307" y="13"/>
                  </a:lnTo>
                  <a:lnTo>
                    <a:pt x="327" y="8"/>
                  </a:lnTo>
                  <a:lnTo>
                    <a:pt x="348" y="5"/>
                  </a:lnTo>
                  <a:lnTo>
                    <a:pt x="368" y="2"/>
                  </a:lnTo>
                  <a:lnTo>
                    <a:pt x="388" y="1"/>
                  </a:lnTo>
                  <a:lnTo>
                    <a:pt x="410" y="0"/>
                  </a:lnTo>
                  <a:lnTo>
                    <a:pt x="400" y="0"/>
                  </a:lnTo>
                  <a:lnTo>
                    <a:pt x="420" y="1"/>
                  </a:lnTo>
                  <a:lnTo>
                    <a:pt x="441" y="2"/>
                  </a:lnTo>
                  <a:lnTo>
                    <a:pt x="462" y="5"/>
                  </a:lnTo>
                  <a:lnTo>
                    <a:pt x="482" y="8"/>
                  </a:lnTo>
                  <a:lnTo>
                    <a:pt x="502" y="13"/>
                  </a:lnTo>
                  <a:lnTo>
                    <a:pt x="521" y="18"/>
                  </a:lnTo>
                  <a:lnTo>
                    <a:pt x="539" y="26"/>
                  </a:lnTo>
                  <a:lnTo>
                    <a:pt x="558" y="33"/>
                  </a:lnTo>
                  <a:lnTo>
                    <a:pt x="577" y="40"/>
                  </a:lnTo>
                  <a:lnTo>
                    <a:pt x="594" y="50"/>
                  </a:lnTo>
                  <a:lnTo>
                    <a:pt x="612" y="60"/>
                  </a:lnTo>
                  <a:lnTo>
                    <a:pt x="628" y="70"/>
                  </a:lnTo>
                  <a:lnTo>
                    <a:pt x="643" y="82"/>
                  </a:lnTo>
                  <a:lnTo>
                    <a:pt x="659" y="93"/>
                  </a:lnTo>
                  <a:lnTo>
                    <a:pt x="674" y="106"/>
                  </a:lnTo>
                  <a:lnTo>
                    <a:pt x="688" y="121"/>
                  </a:lnTo>
                  <a:lnTo>
                    <a:pt x="703" y="134"/>
                  </a:lnTo>
                  <a:lnTo>
                    <a:pt x="716" y="150"/>
                  </a:lnTo>
                  <a:lnTo>
                    <a:pt x="727" y="164"/>
                  </a:lnTo>
                  <a:lnTo>
                    <a:pt x="739" y="180"/>
                  </a:lnTo>
                  <a:lnTo>
                    <a:pt x="749" y="197"/>
                  </a:lnTo>
                  <a:lnTo>
                    <a:pt x="759" y="215"/>
                  </a:lnTo>
                  <a:lnTo>
                    <a:pt x="768" y="232"/>
                  </a:lnTo>
                  <a:lnTo>
                    <a:pt x="776" y="251"/>
                  </a:lnTo>
                  <a:lnTo>
                    <a:pt x="783" y="268"/>
                  </a:lnTo>
                  <a:lnTo>
                    <a:pt x="791" y="288"/>
                  </a:lnTo>
                  <a:lnTo>
                    <a:pt x="795" y="307"/>
                  </a:lnTo>
                  <a:lnTo>
                    <a:pt x="801" y="327"/>
                  </a:lnTo>
                  <a:lnTo>
                    <a:pt x="804" y="347"/>
                  </a:lnTo>
                  <a:lnTo>
                    <a:pt x="806" y="368"/>
                  </a:lnTo>
                  <a:lnTo>
                    <a:pt x="808" y="388"/>
                  </a:lnTo>
                  <a:lnTo>
                    <a:pt x="808" y="409"/>
                  </a:lnTo>
                  <a:lnTo>
                    <a:pt x="808" y="399"/>
                  </a:lnTo>
                  <a:lnTo>
                    <a:pt x="808" y="421"/>
                  </a:lnTo>
                  <a:lnTo>
                    <a:pt x="806" y="441"/>
                  </a:lnTo>
                  <a:lnTo>
                    <a:pt x="804" y="461"/>
                  </a:lnTo>
                  <a:lnTo>
                    <a:pt x="801" y="482"/>
                  </a:lnTo>
                  <a:lnTo>
                    <a:pt x="795" y="502"/>
                  </a:lnTo>
                  <a:lnTo>
                    <a:pt x="791" y="521"/>
                  </a:lnTo>
                  <a:lnTo>
                    <a:pt x="783" y="541"/>
                  </a:lnTo>
                  <a:lnTo>
                    <a:pt x="776" y="558"/>
                  </a:lnTo>
                  <a:lnTo>
                    <a:pt x="768" y="577"/>
                  </a:lnTo>
                  <a:lnTo>
                    <a:pt x="759" y="594"/>
                  </a:lnTo>
                  <a:lnTo>
                    <a:pt x="749" y="611"/>
                  </a:lnTo>
                  <a:lnTo>
                    <a:pt x="739" y="629"/>
                  </a:lnTo>
                  <a:lnTo>
                    <a:pt x="727" y="645"/>
                  </a:lnTo>
                  <a:lnTo>
                    <a:pt x="716" y="659"/>
                  </a:lnTo>
                  <a:lnTo>
                    <a:pt x="703" y="675"/>
                  </a:lnTo>
                  <a:lnTo>
                    <a:pt x="688" y="688"/>
                  </a:lnTo>
                  <a:lnTo>
                    <a:pt x="674" y="702"/>
                  </a:lnTo>
                  <a:lnTo>
                    <a:pt x="659" y="715"/>
                  </a:lnTo>
                  <a:lnTo>
                    <a:pt x="643" y="727"/>
                  </a:lnTo>
                  <a:lnTo>
                    <a:pt x="628" y="738"/>
                  </a:lnTo>
                  <a:lnTo>
                    <a:pt x="612" y="749"/>
                  </a:lnTo>
                  <a:lnTo>
                    <a:pt x="594" y="759"/>
                  </a:lnTo>
                  <a:lnTo>
                    <a:pt x="577" y="769"/>
                  </a:lnTo>
                  <a:lnTo>
                    <a:pt x="558" y="776"/>
                  </a:lnTo>
                  <a:lnTo>
                    <a:pt x="539" y="783"/>
                  </a:lnTo>
                  <a:lnTo>
                    <a:pt x="521" y="790"/>
                  </a:lnTo>
                  <a:lnTo>
                    <a:pt x="502" y="796"/>
                  </a:lnTo>
                  <a:lnTo>
                    <a:pt x="482" y="800"/>
                  </a:lnTo>
                  <a:lnTo>
                    <a:pt x="462" y="803"/>
                  </a:lnTo>
                  <a:lnTo>
                    <a:pt x="441" y="806"/>
                  </a:lnTo>
                  <a:lnTo>
                    <a:pt x="420" y="808"/>
                  </a:lnTo>
                  <a:lnTo>
                    <a:pt x="400" y="808"/>
                  </a:lnTo>
                  <a:lnTo>
                    <a:pt x="410" y="808"/>
                  </a:lnTo>
                  <a:lnTo>
                    <a:pt x="388" y="808"/>
                  </a:lnTo>
                  <a:lnTo>
                    <a:pt x="368" y="806"/>
                  </a:lnTo>
                  <a:lnTo>
                    <a:pt x="348" y="803"/>
                  </a:lnTo>
                  <a:lnTo>
                    <a:pt x="327" y="800"/>
                  </a:lnTo>
                  <a:lnTo>
                    <a:pt x="307" y="796"/>
                  </a:lnTo>
                  <a:lnTo>
                    <a:pt x="287" y="790"/>
                  </a:lnTo>
                  <a:lnTo>
                    <a:pt x="268" y="783"/>
                  </a:lnTo>
                  <a:lnTo>
                    <a:pt x="249" y="776"/>
                  </a:lnTo>
                  <a:lnTo>
                    <a:pt x="232" y="769"/>
                  </a:lnTo>
                  <a:lnTo>
                    <a:pt x="215" y="759"/>
                  </a:lnTo>
                  <a:lnTo>
                    <a:pt x="197" y="749"/>
                  </a:lnTo>
                  <a:lnTo>
                    <a:pt x="180" y="738"/>
                  </a:lnTo>
                  <a:lnTo>
                    <a:pt x="164" y="727"/>
                  </a:lnTo>
                  <a:lnTo>
                    <a:pt x="148" y="715"/>
                  </a:lnTo>
                  <a:lnTo>
                    <a:pt x="134" y="702"/>
                  </a:lnTo>
                  <a:lnTo>
                    <a:pt x="120" y="688"/>
                  </a:lnTo>
                  <a:lnTo>
                    <a:pt x="107" y="675"/>
                  </a:lnTo>
                  <a:lnTo>
                    <a:pt x="94" y="659"/>
                  </a:lnTo>
                  <a:lnTo>
                    <a:pt x="82" y="645"/>
                  </a:lnTo>
                  <a:lnTo>
                    <a:pt x="70" y="629"/>
                  </a:lnTo>
                  <a:lnTo>
                    <a:pt x="59" y="611"/>
                  </a:lnTo>
                  <a:lnTo>
                    <a:pt x="49" y="594"/>
                  </a:lnTo>
                  <a:lnTo>
                    <a:pt x="40" y="577"/>
                  </a:lnTo>
                  <a:lnTo>
                    <a:pt x="33" y="558"/>
                  </a:lnTo>
                  <a:lnTo>
                    <a:pt x="24" y="541"/>
                  </a:lnTo>
                  <a:lnTo>
                    <a:pt x="18" y="521"/>
                  </a:lnTo>
                  <a:lnTo>
                    <a:pt x="13" y="502"/>
                  </a:lnTo>
                  <a:lnTo>
                    <a:pt x="8" y="482"/>
                  </a:lnTo>
                  <a:lnTo>
                    <a:pt x="5" y="461"/>
                  </a:lnTo>
                  <a:lnTo>
                    <a:pt x="3" y="441"/>
                  </a:lnTo>
                  <a:lnTo>
                    <a:pt x="1" y="421"/>
                  </a:lnTo>
                  <a:lnTo>
                    <a:pt x="0" y="399"/>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3" name="Freeform 26">
              <a:extLst>
                <a:ext uri="{FF2B5EF4-FFF2-40B4-BE49-F238E27FC236}">
                  <a16:creationId xmlns:a16="http://schemas.microsoft.com/office/drawing/2014/main" id="{6E44F8BE-AC23-44AC-A462-838CF83CA262}"/>
                </a:ext>
              </a:extLst>
            </p:cNvPr>
            <p:cNvSpPr>
              <a:spLocks/>
            </p:cNvSpPr>
            <p:nvPr/>
          </p:nvSpPr>
          <p:spPr bwMode="auto">
            <a:xfrm>
              <a:off x="4795838" y="1050925"/>
              <a:ext cx="114300" cy="138113"/>
            </a:xfrm>
            <a:custGeom>
              <a:avLst/>
              <a:gdLst>
                <a:gd name="T0" fmla="*/ 2147483646 w 145"/>
                <a:gd name="T1" fmla="*/ 0 h 173"/>
                <a:gd name="T2" fmla="*/ 0 w 145"/>
                <a:gd name="T3" fmla="*/ 2147483646 h 173"/>
                <a:gd name="T4" fmla="*/ 2147483646 w 145"/>
                <a:gd name="T5" fmla="*/ 2147483646 h 173"/>
                <a:gd name="T6" fmla="*/ 2147483646 w 145"/>
                <a:gd name="T7" fmla="*/ 2147483646 h 173"/>
                <a:gd name="T8" fmla="*/ 2147483646 w 145"/>
                <a:gd name="T9" fmla="*/ 0 h 173"/>
                <a:gd name="T10" fmla="*/ 0 60000 65536"/>
                <a:gd name="T11" fmla="*/ 0 60000 65536"/>
                <a:gd name="T12" fmla="*/ 0 60000 65536"/>
                <a:gd name="T13" fmla="*/ 0 60000 65536"/>
                <a:gd name="T14" fmla="*/ 0 60000 65536"/>
                <a:gd name="T15" fmla="*/ 0 w 145"/>
                <a:gd name="T16" fmla="*/ 0 h 173"/>
                <a:gd name="T17" fmla="*/ 145 w 145"/>
                <a:gd name="T18" fmla="*/ 173 h 173"/>
              </a:gdLst>
              <a:ahLst/>
              <a:cxnLst>
                <a:cxn ang="T10">
                  <a:pos x="T0" y="T1"/>
                </a:cxn>
                <a:cxn ang="T11">
                  <a:pos x="T2" y="T3"/>
                </a:cxn>
                <a:cxn ang="T12">
                  <a:pos x="T4" y="T5"/>
                </a:cxn>
                <a:cxn ang="T13">
                  <a:pos x="T6" y="T7"/>
                </a:cxn>
                <a:cxn ang="T14">
                  <a:pos x="T8" y="T9"/>
                </a:cxn>
              </a:cxnLst>
              <a:rect l="T15" t="T16" r="T17" b="T18"/>
              <a:pathLst>
                <a:path w="145" h="173">
                  <a:moveTo>
                    <a:pt x="87" y="0"/>
                  </a:moveTo>
                  <a:lnTo>
                    <a:pt x="0" y="173"/>
                  </a:lnTo>
                  <a:lnTo>
                    <a:pt x="145" y="58"/>
                  </a:lnTo>
                  <a:lnTo>
                    <a:pt x="116" y="29"/>
                  </a:lnTo>
                  <a:lnTo>
                    <a:pt x="87"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4" name="Freeform 29">
              <a:extLst>
                <a:ext uri="{FF2B5EF4-FFF2-40B4-BE49-F238E27FC236}">
                  <a16:creationId xmlns:a16="http://schemas.microsoft.com/office/drawing/2014/main" id="{7E7C80F1-11E8-4137-9AB6-65FD828205E6}"/>
                </a:ext>
              </a:extLst>
            </p:cNvPr>
            <p:cNvSpPr>
              <a:spLocks/>
            </p:cNvSpPr>
            <p:nvPr/>
          </p:nvSpPr>
          <p:spPr bwMode="auto">
            <a:xfrm>
              <a:off x="4292600" y="593725"/>
              <a:ext cx="641350" cy="641350"/>
            </a:xfrm>
            <a:custGeom>
              <a:avLst/>
              <a:gdLst>
                <a:gd name="T0" fmla="*/ 2147483646 w 809"/>
                <a:gd name="T1" fmla="*/ 2147483646 h 808"/>
                <a:gd name="T2" fmla="*/ 2147483646 w 809"/>
                <a:gd name="T3" fmla="*/ 2147483646 h 808"/>
                <a:gd name="T4" fmla="*/ 2147483646 w 809"/>
                <a:gd name="T5" fmla="*/ 2147483646 h 808"/>
                <a:gd name="T6" fmla="*/ 2147483646 w 809"/>
                <a:gd name="T7" fmla="*/ 2147483646 h 808"/>
                <a:gd name="T8" fmla="*/ 2147483646 w 809"/>
                <a:gd name="T9" fmla="*/ 2147483646 h 808"/>
                <a:gd name="T10" fmla="*/ 2147483646 w 809"/>
                <a:gd name="T11" fmla="*/ 2147483646 h 808"/>
                <a:gd name="T12" fmla="*/ 2147483646 w 809"/>
                <a:gd name="T13" fmla="*/ 2147483646 h 808"/>
                <a:gd name="T14" fmla="*/ 2147483646 w 809"/>
                <a:gd name="T15" fmla="*/ 2147483646 h 808"/>
                <a:gd name="T16" fmla="*/ 2147483646 w 809"/>
                <a:gd name="T17" fmla="*/ 2147483646 h 808"/>
                <a:gd name="T18" fmla="*/ 2147483646 w 809"/>
                <a:gd name="T19" fmla="*/ 2147483646 h 808"/>
                <a:gd name="T20" fmla="*/ 2147483646 w 809"/>
                <a:gd name="T21" fmla="*/ 2147483646 h 808"/>
                <a:gd name="T22" fmla="*/ 2147483646 w 809"/>
                <a:gd name="T23" fmla="*/ 0 h 808"/>
                <a:gd name="T24" fmla="*/ 2147483646 w 809"/>
                <a:gd name="T25" fmla="*/ 2147483646 h 808"/>
                <a:gd name="T26" fmla="*/ 2147483646 w 809"/>
                <a:gd name="T27" fmla="*/ 2147483646 h 808"/>
                <a:gd name="T28" fmla="*/ 2147483646 w 809"/>
                <a:gd name="T29" fmla="*/ 2147483646 h 808"/>
                <a:gd name="T30" fmla="*/ 2147483646 w 809"/>
                <a:gd name="T31" fmla="*/ 2147483646 h 808"/>
                <a:gd name="T32" fmla="*/ 2147483646 w 809"/>
                <a:gd name="T33" fmla="*/ 2147483646 h 808"/>
                <a:gd name="T34" fmla="*/ 2147483646 w 809"/>
                <a:gd name="T35" fmla="*/ 2147483646 h 808"/>
                <a:gd name="T36" fmla="*/ 2147483646 w 809"/>
                <a:gd name="T37" fmla="*/ 2147483646 h 808"/>
                <a:gd name="T38" fmla="*/ 2147483646 w 809"/>
                <a:gd name="T39" fmla="*/ 2147483646 h 808"/>
                <a:gd name="T40" fmla="*/ 2147483646 w 809"/>
                <a:gd name="T41" fmla="*/ 2147483646 h 808"/>
                <a:gd name="T42" fmla="*/ 2147483646 w 809"/>
                <a:gd name="T43" fmla="*/ 2147483646 h 808"/>
                <a:gd name="T44" fmla="*/ 2147483646 w 809"/>
                <a:gd name="T45" fmla="*/ 2147483646 h 808"/>
                <a:gd name="T46" fmla="*/ 2147483646 w 809"/>
                <a:gd name="T47" fmla="*/ 2147483646 h 808"/>
                <a:gd name="T48" fmla="*/ 2147483646 w 809"/>
                <a:gd name="T49" fmla="*/ 2147483646 h 808"/>
                <a:gd name="T50" fmla="*/ 2147483646 w 809"/>
                <a:gd name="T51" fmla="*/ 2147483646 h 808"/>
                <a:gd name="T52" fmla="*/ 2147483646 w 809"/>
                <a:gd name="T53" fmla="*/ 2147483646 h 808"/>
                <a:gd name="T54" fmla="*/ 2147483646 w 809"/>
                <a:gd name="T55" fmla="*/ 2147483646 h 808"/>
                <a:gd name="T56" fmla="*/ 2147483646 w 809"/>
                <a:gd name="T57" fmla="*/ 2147483646 h 808"/>
                <a:gd name="T58" fmla="*/ 2147483646 w 809"/>
                <a:gd name="T59" fmla="*/ 2147483646 h 808"/>
                <a:gd name="T60" fmla="*/ 2147483646 w 809"/>
                <a:gd name="T61" fmla="*/ 2147483646 h 808"/>
                <a:gd name="T62" fmla="*/ 2147483646 w 809"/>
                <a:gd name="T63" fmla="*/ 2147483646 h 808"/>
                <a:gd name="T64" fmla="*/ 2147483646 w 809"/>
                <a:gd name="T65" fmla="*/ 2147483646 h 808"/>
                <a:gd name="T66" fmla="*/ 2147483646 w 809"/>
                <a:gd name="T67" fmla="*/ 2147483646 h 808"/>
                <a:gd name="T68" fmla="*/ 2147483646 w 809"/>
                <a:gd name="T69" fmla="*/ 2147483646 h 808"/>
                <a:gd name="T70" fmla="*/ 2147483646 w 809"/>
                <a:gd name="T71" fmla="*/ 2147483646 h 808"/>
                <a:gd name="T72" fmla="*/ 2147483646 w 809"/>
                <a:gd name="T73" fmla="*/ 2147483646 h 808"/>
                <a:gd name="T74" fmla="*/ 2147483646 w 809"/>
                <a:gd name="T75" fmla="*/ 2147483646 h 808"/>
                <a:gd name="T76" fmla="*/ 2147483646 w 809"/>
                <a:gd name="T77" fmla="*/ 2147483646 h 808"/>
                <a:gd name="T78" fmla="*/ 2147483646 w 809"/>
                <a:gd name="T79" fmla="*/ 2147483646 h 808"/>
                <a:gd name="T80" fmla="*/ 2147483646 w 809"/>
                <a:gd name="T81" fmla="*/ 2147483646 h 808"/>
                <a:gd name="T82" fmla="*/ 2147483646 w 809"/>
                <a:gd name="T83" fmla="*/ 2147483646 h 808"/>
                <a:gd name="T84" fmla="*/ 2147483646 w 809"/>
                <a:gd name="T85" fmla="*/ 2147483646 h 808"/>
                <a:gd name="T86" fmla="*/ 2147483646 w 809"/>
                <a:gd name="T87" fmla="*/ 2147483646 h 808"/>
                <a:gd name="T88" fmla="*/ 2147483646 w 809"/>
                <a:gd name="T89" fmla="*/ 2147483646 h 808"/>
                <a:gd name="T90" fmla="*/ 2147483646 w 809"/>
                <a:gd name="T91" fmla="*/ 2147483646 h 808"/>
                <a:gd name="T92" fmla="*/ 2147483646 w 809"/>
                <a:gd name="T93" fmla="*/ 2147483646 h 808"/>
                <a:gd name="T94" fmla="*/ 2147483646 w 809"/>
                <a:gd name="T95" fmla="*/ 2147483646 h 808"/>
                <a:gd name="T96" fmla="*/ 2147483646 w 809"/>
                <a:gd name="T97" fmla="*/ 2147483646 h 808"/>
                <a:gd name="T98" fmla="*/ 2147483646 w 809"/>
                <a:gd name="T99" fmla="*/ 2147483646 h 808"/>
                <a:gd name="T100" fmla="*/ 2147483646 w 809"/>
                <a:gd name="T101" fmla="*/ 2147483646 h 808"/>
                <a:gd name="T102" fmla="*/ 2147483646 w 809"/>
                <a:gd name="T103" fmla="*/ 2147483646 h 808"/>
                <a:gd name="T104" fmla="*/ 2147483646 w 809"/>
                <a:gd name="T105" fmla="*/ 2147483646 h 808"/>
                <a:gd name="T106" fmla="*/ 2147483646 w 809"/>
                <a:gd name="T107" fmla="*/ 2147483646 h 808"/>
                <a:gd name="T108" fmla="*/ 2147483646 w 809"/>
                <a:gd name="T109" fmla="*/ 2147483646 h 808"/>
                <a:gd name="T110" fmla="*/ 2147483646 w 809"/>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9"/>
                <a:gd name="T169" fmla="*/ 0 h 808"/>
                <a:gd name="T170" fmla="*/ 809 w 809"/>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9" h="808">
                  <a:moveTo>
                    <a:pt x="0" y="400"/>
                  </a:moveTo>
                  <a:lnTo>
                    <a:pt x="0" y="410"/>
                  </a:lnTo>
                  <a:lnTo>
                    <a:pt x="2" y="388"/>
                  </a:lnTo>
                  <a:lnTo>
                    <a:pt x="3" y="368"/>
                  </a:lnTo>
                  <a:lnTo>
                    <a:pt x="6" y="348"/>
                  </a:lnTo>
                  <a:lnTo>
                    <a:pt x="9" y="328"/>
                  </a:lnTo>
                  <a:lnTo>
                    <a:pt x="13" y="307"/>
                  </a:lnTo>
                  <a:lnTo>
                    <a:pt x="19" y="289"/>
                  </a:lnTo>
                  <a:lnTo>
                    <a:pt x="25" y="268"/>
                  </a:lnTo>
                  <a:lnTo>
                    <a:pt x="34" y="251"/>
                  </a:lnTo>
                  <a:lnTo>
                    <a:pt x="41" y="232"/>
                  </a:lnTo>
                  <a:lnTo>
                    <a:pt x="49" y="215"/>
                  </a:lnTo>
                  <a:lnTo>
                    <a:pt x="60" y="198"/>
                  </a:lnTo>
                  <a:lnTo>
                    <a:pt x="71" y="180"/>
                  </a:lnTo>
                  <a:lnTo>
                    <a:pt x="83" y="165"/>
                  </a:lnTo>
                  <a:lnTo>
                    <a:pt x="94" y="150"/>
                  </a:lnTo>
                  <a:lnTo>
                    <a:pt x="107" y="134"/>
                  </a:lnTo>
                  <a:lnTo>
                    <a:pt x="120" y="121"/>
                  </a:lnTo>
                  <a:lnTo>
                    <a:pt x="135" y="107"/>
                  </a:lnTo>
                  <a:lnTo>
                    <a:pt x="149" y="94"/>
                  </a:lnTo>
                  <a:lnTo>
                    <a:pt x="165" y="82"/>
                  </a:lnTo>
                  <a:lnTo>
                    <a:pt x="181" y="71"/>
                  </a:lnTo>
                  <a:lnTo>
                    <a:pt x="198" y="61"/>
                  </a:lnTo>
                  <a:lnTo>
                    <a:pt x="215" y="51"/>
                  </a:lnTo>
                  <a:lnTo>
                    <a:pt x="233" y="40"/>
                  </a:lnTo>
                  <a:lnTo>
                    <a:pt x="250" y="33"/>
                  </a:lnTo>
                  <a:lnTo>
                    <a:pt x="269" y="26"/>
                  </a:lnTo>
                  <a:lnTo>
                    <a:pt x="288" y="19"/>
                  </a:lnTo>
                  <a:lnTo>
                    <a:pt x="308" y="13"/>
                  </a:lnTo>
                  <a:lnTo>
                    <a:pt x="328" y="9"/>
                  </a:lnTo>
                  <a:lnTo>
                    <a:pt x="348" y="6"/>
                  </a:lnTo>
                  <a:lnTo>
                    <a:pt x="368" y="3"/>
                  </a:lnTo>
                  <a:lnTo>
                    <a:pt x="389" y="1"/>
                  </a:lnTo>
                  <a:lnTo>
                    <a:pt x="410" y="0"/>
                  </a:lnTo>
                  <a:lnTo>
                    <a:pt x="400" y="0"/>
                  </a:lnTo>
                  <a:lnTo>
                    <a:pt x="420" y="1"/>
                  </a:lnTo>
                  <a:lnTo>
                    <a:pt x="442" y="3"/>
                  </a:lnTo>
                  <a:lnTo>
                    <a:pt x="462" y="6"/>
                  </a:lnTo>
                  <a:lnTo>
                    <a:pt x="482" y="9"/>
                  </a:lnTo>
                  <a:lnTo>
                    <a:pt x="503" y="13"/>
                  </a:lnTo>
                  <a:lnTo>
                    <a:pt x="521" y="19"/>
                  </a:lnTo>
                  <a:lnTo>
                    <a:pt x="540" y="26"/>
                  </a:lnTo>
                  <a:lnTo>
                    <a:pt x="559" y="33"/>
                  </a:lnTo>
                  <a:lnTo>
                    <a:pt x="578" y="40"/>
                  </a:lnTo>
                  <a:lnTo>
                    <a:pt x="595" y="51"/>
                  </a:lnTo>
                  <a:lnTo>
                    <a:pt x="612" y="61"/>
                  </a:lnTo>
                  <a:lnTo>
                    <a:pt x="628" y="71"/>
                  </a:lnTo>
                  <a:lnTo>
                    <a:pt x="644" y="82"/>
                  </a:lnTo>
                  <a:lnTo>
                    <a:pt x="660" y="94"/>
                  </a:lnTo>
                  <a:lnTo>
                    <a:pt x="674" y="107"/>
                  </a:lnTo>
                  <a:lnTo>
                    <a:pt x="689" y="121"/>
                  </a:lnTo>
                  <a:lnTo>
                    <a:pt x="703" y="134"/>
                  </a:lnTo>
                  <a:lnTo>
                    <a:pt x="716" y="150"/>
                  </a:lnTo>
                  <a:lnTo>
                    <a:pt x="728" y="165"/>
                  </a:lnTo>
                  <a:lnTo>
                    <a:pt x="739" y="180"/>
                  </a:lnTo>
                  <a:lnTo>
                    <a:pt x="749" y="198"/>
                  </a:lnTo>
                  <a:lnTo>
                    <a:pt x="759" y="215"/>
                  </a:lnTo>
                  <a:lnTo>
                    <a:pt x="768" y="232"/>
                  </a:lnTo>
                  <a:lnTo>
                    <a:pt x="777" y="251"/>
                  </a:lnTo>
                  <a:lnTo>
                    <a:pt x="784" y="268"/>
                  </a:lnTo>
                  <a:lnTo>
                    <a:pt x="791" y="289"/>
                  </a:lnTo>
                  <a:lnTo>
                    <a:pt x="796" y="307"/>
                  </a:lnTo>
                  <a:lnTo>
                    <a:pt x="801" y="328"/>
                  </a:lnTo>
                  <a:lnTo>
                    <a:pt x="804" y="348"/>
                  </a:lnTo>
                  <a:lnTo>
                    <a:pt x="807" y="368"/>
                  </a:lnTo>
                  <a:lnTo>
                    <a:pt x="809" y="388"/>
                  </a:lnTo>
                  <a:lnTo>
                    <a:pt x="809" y="410"/>
                  </a:lnTo>
                  <a:lnTo>
                    <a:pt x="809" y="400"/>
                  </a:lnTo>
                  <a:lnTo>
                    <a:pt x="809" y="421"/>
                  </a:lnTo>
                  <a:lnTo>
                    <a:pt x="807" y="442"/>
                  </a:lnTo>
                  <a:lnTo>
                    <a:pt x="804" y="462"/>
                  </a:lnTo>
                  <a:lnTo>
                    <a:pt x="801" y="482"/>
                  </a:lnTo>
                  <a:lnTo>
                    <a:pt x="796" y="502"/>
                  </a:lnTo>
                  <a:lnTo>
                    <a:pt x="791" y="521"/>
                  </a:lnTo>
                  <a:lnTo>
                    <a:pt x="784" y="541"/>
                  </a:lnTo>
                  <a:lnTo>
                    <a:pt x="777" y="559"/>
                  </a:lnTo>
                  <a:lnTo>
                    <a:pt x="768" y="577"/>
                  </a:lnTo>
                  <a:lnTo>
                    <a:pt x="759" y="595"/>
                  </a:lnTo>
                  <a:lnTo>
                    <a:pt x="749" y="612"/>
                  </a:lnTo>
                  <a:lnTo>
                    <a:pt x="739" y="629"/>
                  </a:lnTo>
                  <a:lnTo>
                    <a:pt x="728" y="645"/>
                  </a:lnTo>
                  <a:lnTo>
                    <a:pt x="716" y="660"/>
                  </a:lnTo>
                  <a:lnTo>
                    <a:pt x="703" y="675"/>
                  </a:lnTo>
                  <a:lnTo>
                    <a:pt x="689" y="688"/>
                  </a:lnTo>
                  <a:lnTo>
                    <a:pt x="674" y="703"/>
                  </a:lnTo>
                  <a:lnTo>
                    <a:pt x="660" y="716"/>
                  </a:lnTo>
                  <a:lnTo>
                    <a:pt x="644" y="727"/>
                  </a:lnTo>
                  <a:lnTo>
                    <a:pt x="628" y="739"/>
                  </a:lnTo>
                  <a:lnTo>
                    <a:pt x="612" y="749"/>
                  </a:lnTo>
                  <a:lnTo>
                    <a:pt x="595" y="759"/>
                  </a:lnTo>
                  <a:lnTo>
                    <a:pt x="578" y="769"/>
                  </a:lnTo>
                  <a:lnTo>
                    <a:pt x="559" y="776"/>
                  </a:lnTo>
                  <a:lnTo>
                    <a:pt x="540" y="784"/>
                  </a:lnTo>
                  <a:lnTo>
                    <a:pt x="521" y="791"/>
                  </a:lnTo>
                  <a:lnTo>
                    <a:pt x="503" y="797"/>
                  </a:lnTo>
                  <a:lnTo>
                    <a:pt x="482" y="801"/>
                  </a:lnTo>
                  <a:lnTo>
                    <a:pt x="462" y="804"/>
                  </a:lnTo>
                  <a:lnTo>
                    <a:pt x="442" y="807"/>
                  </a:lnTo>
                  <a:lnTo>
                    <a:pt x="420" y="808"/>
                  </a:lnTo>
                  <a:lnTo>
                    <a:pt x="400" y="808"/>
                  </a:lnTo>
                  <a:lnTo>
                    <a:pt x="410" y="808"/>
                  </a:lnTo>
                  <a:lnTo>
                    <a:pt x="389" y="808"/>
                  </a:lnTo>
                  <a:lnTo>
                    <a:pt x="368" y="807"/>
                  </a:lnTo>
                  <a:lnTo>
                    <a:pt x="348" y="804"/>
                  </a:lnTo>
                  <a:lnTo>
                    <a:pt x="328" y="801"/>
                  </a:lnTo>
                  <a:lnTo>
                    <a:pt x="308" y="797"/>
                  </a:lnTo>
                  <a:lnTo>
                    <a:pt x="288" y="791"/>
                  </a:lnTo>
                  <a:lnTo>
                    <a:pt x="269" y="784"/>
                  </a:lnTo>
                  <a:lnTo>
                    <a:pt x="250" y="776"/>
                  </a:lnTo>
                  <a:lnTo>
                    <a:pt x="233" y="769"/>
                  </a:lnTo>
                  <a:lnTo>
                    <a:pt x="215" y="759"/>
                  </a:lnTo>
                  <a:lnTo>
                    <a:pt x="198" y="749"/>
                  </a:lnTo>
                  <a:lnTo>
                    <a:pt x="181" y="739"/>
                  </a:lnTo>
                  <a:lnTo>
                    <a:pt x="165" y="727"/>
                  </a:lnTo>
                  <a:lnTo>
                    <a:pt x="149" y="716"/>
                  </a:lnTo>
                  <a:lnTo>
                    <a:pt x="135" y="703"/>
                  </a:lnTo>
                  <a:lnTo>
                    <a:pt x="120" y="688"/>
                  </a:lnTo>
                  <a:lnTo>
                    <a:pt x="107" y="675"/>
                  </a:lnTo>
                  <a:lnTo>
                    <a:pt x="94" y="660"/>
                  </a:lnTo>
                  <a:lnTo>
                    <a:pt x="83" y="645"/>
                  </a:lnTo>
                  <a:lnTo>
                    <a:pt x="71" y="629"/>
                  </a:lnTo>
                  <a:lnTo>
                    <a:pt x="60" y="612"/>
                  </a:lnTo>
                  <a:lnTo>
                    <a:pt x="49" y="595"/>
                  </a:lnTo>
                  <a:lnTo>
                    <a:pt x="41" y="577"/>
                  </a:lnTo>
                  <a:lnTo>
                    <a:pt x="34" y="559"/>
                  </a:lnTo>
                  <a:lnTo>
                    <a:pt x="25" y="541"/>
                  </a:lnTo>
                  <a:lnTo>
                    <a:pt x="19" y="521"/>
                  </a:lnTo>
                  <a:lnTo>
                    <a:pt x="13" y="502"/>
                  </a:lnTo>
                  <a:lnTo>
                    <a:pt x="9" y="482"/>
                  </a:lnTo>
                  <a:lnTo>
                    <a:pt x="6" y="462"/>
                  </a:lnTo>
                  <a:lnTo>
                    <a:pt x="3" y="442"/>
                  </a:lnTo>
                  <a:lnTo>
                    <a:pt x="2" y="421"/>
                  </a:lnTo>
                  <a:lnTo>
                    <a:pt x="0" y="40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5" name="Freeform 33">
              <a:extLst>
                <a:ext uri="{FF2B5EF4-FFF2-40B4-BE49-F238E27FC236}">
                  <a16:creationId xmlns:a16="http://schemas.microsoft.com/office/drawing/2014/main" id="{5832D811-CF43-452D-8EB7-0C9AC1168EB8}"/>
                </a:ext>
              </a:extLst>
            </p:cNvPr>
            <p:cNvSpPr>
              <a:spLocks/>
            </p:cNvSpPr>
            <p:nvPr/>
          </p:nvSpPr>
          <p:spPr bwMode="auto">
            <a:xfrm>
              <a:off x="4291013" y="2470150"/>
              <a:ext cx="647700" cy="649288"/>
            </a:xfrm>
            <a:custGeom>
              <a:avLst/>
              <a:gdLst>
                <a:gd name="T0" fmla="*/ 2147483646 w 817"/>
                <a:gd name="T1" fmla="*/ 2147483646 h 818"/>
                <a:gd name="T2" fmla="*/ 2147483646 w 817"/>
                <a:gd name="T3" fmla="*/ 2147483646 h 818"/>
                <a:gd name="T4" fmla="*/ 2147483646 w 817"/>
                <a:gd name="T5" fmla="*/ 2147483646 h 818"/>
                <a:gd name="T6" fmla="*/ 2147483646 w 817"/>
                <a:gd name="T7" fmla="*/ 2147483646 h 818"/>
                <a:gd name="T8" fmla="*/ 2147483646 w 817"/>
                <a:gd name="T9" fmla="*/ 2147483646 h 818"/>
                <a:gd name="T10" fmla="*/ 2147483646 w 817"/>
                <a:gd name="T11" fmla="*/ 2147483646 h 818"/>
                <a:gd name="T12" fmla="*/ 2147483646 w 817"/>
                <a:gd name="T13" fmla="*/ 2147483646 h 818"/>
                <a:gd name="T14" fmla="*/ 2147483646 w 817"/>
                <a:gd name="T15" fmla="*/ 2147483646 h 818"/>
                <a:gd name="T16" fmla="*/ 2147483646 w 817"/>
                <a:gd name="T17" fmla="*/ 2147483646 h 818"/>
                <a:gd name="T18" fmla="*/ 2147483646 w 817"/>
                <a:gd name="T19" fmla="*/ 2147483646 h 818"/>
                <a:gd name="T20" fmla="*/ 0 w 817"/>
                <a:gd name="T21" fmla="*/ 2147483646 h 818"/>
                <a:gd name="T22" fmla="*/ 2147483646 w 817"/>
                <a:gd name="T23" fmla="*/ 2147483646 h 818"/>
                <a:gd name="T24" fmla="*/ 2147483646 w 817"/>
                <a:gd name="T25" fmla="*/ 2147483646 h 818"/>
                <a:gd name="T26" fmla="*/ 2147483646 w 817"/>
                <a:gd name="T27" fmla="*/ 2147483646 h 818"/>
                <a:gd name="T28" fmla="*/ 2147483646 w 817"/>
                <a:gd name="T29" fmla="*/ 2147483646 h 818"/>
                <a:gd name="T30" fmla="*/ 2147483646 w 817"/>
                <a:gd name="T31" fmla="*/ 2147483646 h 818"/>
                <a:gd name="T32" fmla="*/ 2147483646 w 817"/>
                <a:gd name="T33" fmla="*/ 2147483646 h 818"/>
                <a:gd name="T34" fmla="*/ 2147483646 w 817"/>
                <a:gd name="T35" fmla="*/ 2147483646 h 818"/>
                <a:gd name="T36" fmla="*/ 2147483646 w 817"/>
                <a:gd name="T37" fmla="*/ 2147483646 h 818"/>
                <a:gd name="T38" fmla="*/ 2147483646 w 817"/>
                <a:gd name="T39" fmla="*/ 2147483646 h 818"/>
                <a:gd name="T40" fmla="*/ 2147483646 w 817"/>
                <a:gd name="T41" fmla="*/ 2147483646 h 818"/>
                <a:gd name="T42" fmla="*/ 2147483646 w 817"/>
                <a:gd name="T43" fmla="*/ 2147483646 h 818"/>
                <a:gd name="T44" fmla="*/ 2147483646 w 817"/>
                <a:gd name="T45" fmla="*/ 2147483646 h 818"/>
                <a:gd name="T46" fmla="*/ 2147483646 w 817"/>
                <a:gd name="T47" fmla="*/ 2147483646 h 818"/>
                <a:gd name="T48" fmla="*/ 2147483646 w 817"/>
                <a:gd name="T49" fmla="*/ 2147483646 h 818"/>
                <a:gd name="T50" fmla="*/ 2147483646 w 817"/>
                <a:gd name="T51" fmla="*/ 2147483646 h 818"/>
                <a:gd name="T52" fmla="*/ 2147483646 w 817"/>
                <a:gd name="T53" fmla="*/ 2147483646 h 818"/>
                <a:gd name="T54" fmla="*/ 2147483646 w 817"/>
                <a:gd name="T55" fmla="*/ 2147483646 h 818"/>
                <a:gd name="T56" fmla="*/ 2147483646 w 817"/>
                <a:gd name="T57" fmla="*/ 2147483646 h 818"/>
                <a:gd name="T58" fmla="*/ 2147483646 w 817"/>
                <a:gd name="T59" fmla="*/ 2147483646 h 818"/>
                <a:gd name="T60" fmla="*/ 2147483646 w 817"/>
                <a:gd name="T61" fmla="*/ 2147483646 h 818"/>
                <a:gd name="T62" fmla="*/ 2147483646 w 817"/>
                <a:gd name="T63" fmla="*/ 2147483646 h 818"/>
                <a:gd name="T64" fmla="*/ 2147483646 w 817"/>
                <a:gd name="T65" fmla="*/ 2147483646 h 818"/>
                <a:gd name="T66" fmla="*/ 2147483646 w 817"/>
                <a:gd name="T67" fmla="*/ 2147483646 h 818"/>
                <a:gd name="T68" fmla="*/ 2147483646 w 817"/>
                <a:gd name="T69" fmla="*/ 2147483646 h 818"/>
                <a:gd name="T70" fmla="*/ 2147483646 w 817"/>
                <a:gd name="T71" fmla="*/ 2147483646 h 818"/>
                <a:gd name="T72" fmla="*/ 2147483646 w 817"/>
                <a:gd name="T73" fmla="*/ 2147483646 h 818"/>
                <a:gd name="T74" fmla="*/ 2147483646 w 817"/>
                <a:gd name="T75" fmla="*/ 2147483646 h 818"/>
                <a:gd name="T76" fmla="*/ 2147483646 w 817"/>
                <a:gd name="T77" fmla="*/ 2147483646 h 818"/>
                <a:gd name="T78" fmla="*/ 2147483646 w 817"/>
                <a:gd name="T79" fmla="*/ 2147483646 h 818"/>
                <a:gd name="T80" fmla="*/ 2147483646 w 817"/>
                <a:gd name="T81" fmla="*/ 2147483646 h 818"/>
                <a:gd name="T82" fmla="*/ 2147483646 w 817"/>
                <a:gd name="T83" fmla="*/ 2147483646 h 818"/>
                <a:gd name="T84" fmla="*/ 2147483646 w 817"/>
                <a:gd name="T85" fmla="*/ 2147483646 h 818"/>
                <a:gd name="T86" fmla="*/ 2147483646 w 817"/>
                <a:gd name="T87" fmla="*/ 0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8"/>
                <a:gd name="T134" fmla="*/ 817 w 817"/>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8">
                  <a:moveTo>
                    <a:pt x="408" y="0"/>
                  </a:moveTo>
                  <a:lnTo>
                    <a:pt x="387" y="0"/>
                  </a:lnTo>
                  <a:lnTo>
                    <a:pt x="366" y="2"/>
                  </a:lnTo>
                  <a:lnTo>
                    <a:pt x="346" y="4"/>
                  </a:lnTo>
                  <a:lnTo>
                    <a:pt x="326" y="9"/>
                  </a:lnTo>
                  <a:lnTo>
                    <a:pt x="306" y="13"/>
                  </a:lnTo>
                  <a:lnTo>
                    <a:pt x="287" y="19"/>
                  </a:lnTo>
                  <a:lnTo>
                    <a:pt x="268" y="25"/>
                  </a:lnTo>
                  <a:lnTo>
                    <a:pt x="250" y="32"/>
                  </a:lnTo>
                  <a:lnTo>
                    <a:pt x="231" y="41"/>
                  </a:lnTo>
                  <a:lnTo>
                    <a:pt x="214" y="49"/>
                  </a:lnTo>
                  <a:lnTo>
                    <a:pt x="196" y="59"/>
                  </a:lnTo>
                  <a:lnTo>
                    <a:pt x="180" y="69"/>
                  </a:lnTo>
                  <a:lnTo>
                    <a:pt x="163" y="81"/>
                  </a:lnTo>
                  <a:lnTo>
                    <a:pt x="149" y="94"/>
                  </a:lnTo>
                  <a:lnTo>
                    <a:pt x="133" y="106"/>
                  </a:lnTo>
                  <a:lnTo>
                    <a:pt x="120" y="120"/>
                  </a:lnTo>
                  <a:lnTo>
                    <a:pt x="105" y="134"/>
                  </a:lnTo>
                  <a:lnTo>
                    <a:pt x="92" y="149"/>
                  </a:lnTo>
                  <a:lnTo>
                    <a:pt x="81" y="165"/>
                  </a:lnTo>
                  <a:lnTo>
                    <a:pt x="69" y="181"/>
                  </a:lnTo>
                  <a:lnTo>
                    <a:pt x="59" y="196"/>
                  </a:lnTo>
                  <a:lnTo>
                    <a:pt x="49" y="214"/>
                  </a:lnTo>
                  <a:lnTo>
                    <a:pt x="40" y="231"/>
                  </a:lnTo>
                  <a:lnTo>
                    <a:pt x="32" y="250"/>
                  </a:lnTo>
                  <a:lnTo>
                    <a:pt x="24" y="269"/>
                  </a:lnTo>
                  <a:lnTo>
                    <a:pt x="17" y="287"/>
                  </a:lnTo>
                  <a:lnTo>
                    <a:pt x="13" y="306"/>
                  </a:lnTo>
                  <a:lnTo>
                    <a:pt x="7" y="326"/>
                  </a:lnTo>
                  <a:lnTo>
                    <a:pt x="4" y="346"/>
                  </a:lnTo>
                  <a:lnTo>
                    <a:pt x="1" y="367"/>
                  </a:lnTo>
                  <a:lnTo>
                    <a:pt x="0" y="388"/>
                  </a:lnTo>
                  <a:lnTo>
                    <a:pt x="0" y="409"/>
                  </a:lnTo>
                  <a:lnTo>
                    <a:pt x="0" y="430"/>
                  </a:lnTo>
                  <a:lnTo>
                    <a:pt x="1" y="450"/>
                  </a:lnTo>
                  <a:lnTo>
                    <a:pt x="4" y="471"/>
                  </a:lnTo>
                  <a:lnTo>
                    <a:pt x="7" y="491"/>
                  </a:lnTo>
                  <a:lnTo>
                    <a:pt x="13" y="511"/>
                  </a:lnTo>
                  <a:lnTo>
                    <a:pt x="17" y="530"/>
                  </a:lnTo>
                  <a:lnTo>
                    <a:pt x="24" y="550"/>
                  </a:lnTo>
                  <a:lnTo>
                    <a:pt x="32" y="569"/>
                  </a:lnTo>
                  <a:lnTo>
                    <a:pt x="40" y="586"/>
                  </a:lnTo>
                  <a:lnTo>
                    <a:pt x="49" y="603"/>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2"/>
                  </a:lnTo>
                  <a:lnTo>
                    <a:pt x="287" y="800"/>
                  </a:lnTo>
                  <a:lnTo>
                    <a:pt x="306" y="805"/>
                  </a:lnTo>
                  <a:lnTo>
                    <a:pt x="326" y="810"/>
                  </a:lnTo>
                  <a:lnTo>
                    <a:pt x="346" y="813"/>
                  </a:lnTo>
                  <a:lnTo>
                    <a:pt x="366" y="815"/>
                  </a:lnTo>
                  <a:lnTo>
                    <a:pt x="387" y="817"/>
                  </a:lnTo>
                  <a:lnTo>
                    <a:pt x="408" y="818"/>
                  </a:lnTo>
                  <a:lnTo>
                    <a:pt x="430" y="817"/>
                  </a:lnTo>
                  <a:lnTo>
                    <a:pt x="450" y="815"/>
                  </a:lnTo>
                  <a:lnTo>
                    <a:pt x="470" y="813"/>
                  </a:lnTo>
                  <a:lnTo>
                    <a:pt x="491" y="810"/>
                  </a:lnTo>
                  <a:lnTo>
                    <a:pt x="511" y="805"/>
                  </a:lnTo>
                  <a:lnTo>
                    <a:pt x="530" y="800"/>
                  </a:lnTo>
                  <a:lnTo>
                    <a:pt x="548" y="792"/>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3"/>
                  </a:lnTo>
                  <a:lnTo>
                    <a:pt x="776" y="586"/>
                  </a:lnTo>
                  <a:lnTo>
                    <a:pt x="785" y="569"/>
                  </a:lnTo>
                  <a:lnTo>
                    <a:pt x="792" y="550"/>
                  </a:lnTo>
                  <a:lnTo>
                    <a:pt x="799" y="530"/>
                  </a:lnTo>
                  <a:lnTo>
                    <a:pt x="804" y="511"/>
                  </a:lnTo>
                  <a:lnTo>
                    <a:pt x="810" y="491"/>
                  </a:lnTo>
                  <a:lnTo>
                    <a:pt x="812" y="471"/>
                  </a:lnTo>
                  <a:lnTo>
                    <a:pt x="815" y="450"/>
                  </a:lnTo>
                  <a:lnTo>
                    <a:pt x="817" y="430"/>
                  </a:lnTo>
                  <a:lnTo>
                    <a:pt x="817" y="409"/>
                  </a:lnTo>
                  <a:lnTo>
                    <a:pt x="817" y="388"/>
                  </a:lnTo>
                  <a:lnTo>
                    <a:pt x="815" y="367"/>
                  </a:lnTo>
                  <a:lnTo>
                    <a:pt x="812" y="346"/>
                  </a:lnTo>
                  <a:lnTo>
                    <a:pt x="810" y="326"/>
                  </a:lnTo>
                  <a:lnTo>
                    <a:pt x="804" y="306"/>
                  </a:lnTo>
                  <a:lnTo>
                    <a:pt x="799" y="287"/>
                  </a:lnTo>
                  <a:lnTo>
                    <a:pt x="792" y="269"/>
                  </a:lnTo>
                  <a:lnTo>
                    <a:pt x="785" y="250"/>
                  </a:lnTo>
                  <a:lnTo>
                    <a:pt x="776" y="231"/>
                  </a:lnTo>
                  <a:lnTo>
                    <a:pt x="768" y="214"/>
                  </a:lnTo>
                  <a:lnTo>
                    <a:pt x="758" y="196"/>
                  </a:lnTo>
                  <a:lnTo>
                    <a:pt x="748" y="181"/>
                  </a:lnTo>
                  <a:lnTo>
                    <a:pt x="736" y="165"/>
                  </a:lnTo>
                  <a:lnTo>
                    <a:pt x="724" y="149"/>
                  </a:lnTo>
                  <a:lnTo>
                    <a:pt x="711" y="134"/>
                  </a:lnTo>
                  <a:lnTo>
                    <a:pt x="697" y="120"/>
                  </a:lnTo>
                  <a:lnTo>
                    <a:pt x="684" y="106"/>
                  </a:lnTo>
                  <a:lnTo>
                    <a:pt x="668" y="94"/>
                  </a:lnTo>
                  <a:lnTo>
                    <a:pt x="654" y="81"/>
                  </a:lnTo>
                  <a:lnTo>
                    <a:pt x="636" y="69"/>
                  </a:lnTo>
                  <a:lnTo>
                    <a:pt x="620" y="59"/>
                  </a:lnTo>
                  <a:lnTo>
                    <a:pt x="603" y="49"/>
                  </a:lnTo>
                  <a:lnTo>
                    <a:pt x="586" y="41"/>
                  </a:lnTo>
                  <a:lnTo>
                    <a:pt x="567" y="32"/>
                  </a:lnTo>
                  <a:lnTo>
                    <a:pt x="548" y="25"/>
                  </a:lnTo>
                  <a:lnTo>
                    <a:pt x="530" y="19"/>
                  </a:lnTo>
                  <a:lnTo>
                    <a:pt x="511" y="13"/>
                  </a:lnTo>
                  <a:lnTo>
                    <a:pt x="491" y="9"/>
                  </a:lnTo>
                  <a:lnTo>
                    <a:pt x="470" y="4"/>
                  </a:lnTo>
                  <a:lnTo>
                    <a:pt x="450" y="2"/>
                  </a:lnTo>
                  <a:lnTo>
                    <a:pt x="430" y="0"/>
                  </a:lnTo>
                  <a:lnTo>
                    <a:pt x="408" y="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6" name="Freeform 37">
              <a:extLst>
                <a:ext uri="{FF2B5EF4-FFF2-40B4-BE49-F238E27FC236}">
                  <a16:creationId xmlns:a16="http://schemas.microsoft.com/office/drawing/2014/main" id="{28E40F00-1AFB-47D5-9F59-6BDE376EE4A4}"/>
                </a:ext>
              </a:extLst>
            </p:cNvPr>
            <p:cNvSpPr>
              <a:spLocks/>
            </p:cNvSpPr>
            <p:nvPr/>
          </p:nvSpPr>
          <p:spPr bwMode="auto">
            <a:xfrm>
              <a:off x="4291013" y="3752850"/>
              <a:ext cx="647700" cy="649288"/>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7"/>
                  </a:lnTo>
                  <a:lnTo>
                    <a:pt x="13" y="306"/>
                  </a:lnTo>
                  <a:lnTo>
                    <a:pt x="7" y="326"/>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6"/>
                  </a:lnTo>
                  <a:lnTo>
                    <a:pt x="804" y="306"/>
                  </a:lnTo>
                  <a:lnTo>
                    <a:pt x="799" y="287"/>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7" name="Freeform 38">
              <a:extLst>
                <a:ext uri="{FF2B5EF4-FFF2-40B4-BE49-F238E27FC236}">
                  <a16:creationId xmlns:a16="http://schemas.microsoft.com/office/drawing/2014/main" id="{06411F49-6EE9-446F-A55A-329F6D66404A}"/>
                </a:ext>
              </a:extLst>
            </p:cNvPr>
            <p:cNvSpPr>
              <a:spLocks/>
            </p:cNvSpPr>
            <p:nvPr/>
          </p:nvSpPr>
          <p:spPr bwMode="auto">
            <a:xfrm>
              <a:off x="4291013" y="1165225"/>
              <a:ext cx="647700" cy="649288"/>
            </a:xfrm>
            <a:custGeom>
              <a:avLst/>
              <a:gdLst>
                <a:gd name="T0" fmla="*/ 2147483646 w 817"/>
                <a:gd name="T1" fmla="*/ 2147483646 h 818"/>
                <a:gd name="T2" fmla="*/ 2147483646 w 817"/>
                <a:gd name="T3" fmla="*/ 2147483646 h 818"/>
                <a:gd name="T4" fmla="*/ 2147483646 w 817"/>
                <a:gd name="T5" fmla="*/ 2147483646 h 818"/>
                <a:gd name="T6" fmla="*/ 2147483646 w 817"/>
                <a:gd name="T7" fmla="*/ 2147483646 h 818"/>
                <a:gd name="T8" fmla="*/ 2147483646 w 817"/>
                <a:gd name="T9" fmla="*/ 2147483646 h 818"/>
                <a:gd name="T10" fmla="*/ 2147483646 w 817"/>
                <a:gd name="T11" fmla="*/ 2147483646 h 818"/>
                <a:gd name="T12" fmla="*/ 2147483646 w 817"/>
                <a:gd name="T13" fmla="*/ 2147483646 h 818"/>
                <a:gd name="T14" fmla="*/ 2147483646 w 817"/>
                <a:gd name="T15" fmla="*/ 2147483646 h 818"/>
                <a:gd name="T16" fmla="*/ 2147483646 w 817"/>
                <a:gd name="T17" fmla="*/ 2147483646 h 818"/>
                <a:gd name="T18" fmla="*/ 2147483646 w 817"/>
                <a:gd name="T19" fmla="*/ 2147483646 h 818"/>
                <a:gd name="T20" fmla="*/ 2147483646 w 817"/>
                <a:gd name="T21" fmla="*/ 0 h 818"/>
                <a:gd name="T22" fmla="*/ 2147483646 w 817"/>
                <a:gd name="T23" fmla="*/ 2147483646 h 818"/>
                <a:gd name="T24" fmla="*/ 2147483646 w 817"/>
                <a:gd name="T25" fmla="*/ 2147483646 h 818"/>
                <a:gd name="T26" fmla="*/ 2147483646 w 817"/>
                <a:gd name="T27" fmla="*/ 2147483646 h 818"/>
                <a:gd name="T28" fmla="*/ 2147483646 w 817"/>
                <a:gd name="T29" fmla="*/ 2147483646 h 818"/>
                <a:gd name="T30" fmla="*/ 2147483646 w 817"/>
                <a:gd name="T31" fmla="*/ 2147483646 h 818"/>
                <a:gd name="T32" fmla="*/ 2147483646 w 817"/>
                <a:gd name="T33" fmla="*/ 2147483646 h 818"/>
                <a:gd name="T34" fmla="*/ 2147483646 w 817"/>
                <a:gd name="T35" fmla="*/ 2147483646 h 818"/>
                <a:gd name="T36" fmla="*/ 2147483646 w 817"/>
                <a:gd name="T37" fmla="*/ 2147483646 h 818"/>
                <a:gd name="T38" fmla="*/ 2147483646 w 817"/>
                <a:gd name="T39" fmla="*/ 2147483646 h 818"/>
                <a:gd name="T40" fmla="*/ 2147483646 w 817"/>
                <a:gd name="T41" fmla="*/ 2147483646 h 818"/>
                <a:gd name="T42" fmla="*/ 0 w 817"/>
                <a:gd name="T43" fmla="*/ 2147483646 h 818"/>
                <a:gd name="T44" fmla="*/ 2147483646 w 817"/>
                <a:gd name="T45" fmla="*/ 2147483646 h 818"/>
                <a:gd name="T46" fmla="*/ 2147483646 w 817"/>
                <a:gd name="T47" fmla="*/ 2147483646 h 818"/>
                <a:gd name="T48" fmla="*/ 2147483646 w 817"/>
                <a:gd name="T49" fmla="*/ 2147483646 h 818"/>
                <a:gd name="T50" fmla="*/ 2147483646 w 817"/>
                <a:gd name="T51" fmla="*/ 2147483646 h 818"/>
                <a:gd name="T52" fmla="*/ 2147483646 w 817"/>
                <a:gd name="T53" fmla="*/ 2147483646 h 818"/>
                <a:gd name="T54" fmla="*/ 2147483646 w 817"/>
                <a:gd name="T55" fmla="*/ 2147483646 h 818"/>
                <a:gd name="T56" fmla="*/ 2147483646 w 817"/>
                <a:gd name="T57" fmla="*/ 2147483646 h 818"/>
                <a:gd name="T58" fmla="*/ 2147483646 w 817"/>
                <a:gd name="T59" fmla="*/ 2147483646 h 818"/>
                <a:gd name="T60" fmla="*/ 2147483646 w 817"/>
                <a:gd name="T61" fmla="*/ 2147483646 h 818"/>
                <a:gd name="T62" fmla="*/ 2147483646 w 817"/>
                <a:gd name="T63" fmla="*/ 2147483646 h 818"/>
                <a:gd name="T64" fmla="*/ 2147483646 w 817"/>
                <a:gd name="T65" fmla="*/ 2147483646 h 818"/>
                <a:gd name="T66" fmla="*/ 2147483646 w 817"/>
                <a:gd name="T67" fmla="*/ 2147483646 h 818"/>
                <a:gd name="T68" fmla="*/ 2147483646 w 817"/>
                <a:gd name="T69" fmla="*/ 2147483646 h 818"/>
                <a:gd name="T70" fmla="*/ 2147483646 w 817"/>
                <a:gd name="T71" fmla="*/ 2147483646 h 818"/>
                <a:gd name="T72" fmla="*/ 2147483646 w 817"/>
                <a:gd name="T73" fmla="*/ 2147483646 h 818"/>
                <a:gd name="T74" fmla="*/ 2147483646 w 817"/>
                <a:gd name="T75" fmla="*/ 2147483646 h 818"/>
                <a:gd name="T76" fmla="*/ 2147483646 w 817"/>
                <a:gd name="T77" fmla="*/ 2147483646 h 818"/>
                <a:gd name="T78" fmla="*/ 2147483646 w 817"/>
                <a:gd name="T79" fmla="*/ 2147483646 h 818"/>
                <a:gd name="T80" fmla="*/ 2147483646 w 817"/>
                <a:gd name="T81" fmla="*/ 2147483646 h 818"/>
                <a:gd name="T82" fmla="*/ 2147483646 w 817"/>
                <a:gd name="T83" fmla="*/ 2147483646 h 818"/>
                <a:gd name="T84" fmla="*/ 2147483646 w 817"/>
                <a:gd name="T85" fmla="*/ 2147483646 h 818"/>
                <a:gd name="T86" fmla="*/ 2147483646 w 817"/>
                <a:gd name="T87" fmla="*/ 2147483646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8"/>
                <a:gd name="T134" fmla="*/ 817 w 817"/>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8">
                  <a:moveTo>
                    <a:pt x="817" y="408"/>
                  </a:moveTo>
                  <a:lnTo>
                    <a:pt x="817" y="388"/>
                  </a:lnTo>
                  <a:lnTo>
                    <a:pt x="815" y="367"/>
                  </a:lnTo>
                  <a:lnTo>
                    <a:pt x="812" y="346"/>
                  </a:lnTo>
                  <a:lnTo>
                    <a:pt x="810" y="326"/>
                  </a:lnTo>
                  <a:lnTo>
                    <a:pt x="804" y="306"/>
                  </a:lnTo>
                  <a:lnTo>
                    <a:pt x="799" y="287"/>
                  </a:lnTo>
                  <a:lnTo>
                    <a:pt x="792" y="269"/>
                  </a:lnTo>
                  <a:lnTo>
                    <a:pt x="785" y="250"/>
                  </a:lnTo>
                  <a:lnTo>
                    <a:pt x="776" y="231"/>
                  </a:lnTo>
                  <a:lnTo>
                    <a:pt x="768" y="214"/>
                  </a:lnTo>
                  <a:lnTo>
                    <a:pt x="758" y="196"/>
                  </a:lnTo>
                  <a:lnTo>
                    <a:pt x="748" y="180"/>
                  </a:lnTo>
                  <a:lnTo>
                    <a:pt x="736" y="165"/>
                  </a:lnTo>
                  <a:lnTo>
                    <a:pt x="724" y="149"/>
                  </a:lnTo>
                  <a:lnTo>
                    <a:pt x="711" y="134"/>
                  </a:lnTo>
                  <a:lnTo>
                    <a:pt x="697" y="120"/>
                  </a:lnTo>
                  <a:lnTo>
                    <a:pt x="684" y="105"/>
                  </a:lnTo>
                  <a:lnTo>
                    <a:pt x="668" y="94"/>
                  </a:lnTo>
                  <a:lnTo>
                    <a:pt x="654" y="81"/>
                  </a:lnTo>
                  <a:lnTo>
                    <a:pt x="636" y="69"/>
                  </a:lnTo>
                  <a:lnTo>
                    <a:pt x="620" y="59"/>
                  </a:lnTo>
                  <a:lnTo>
                    <a:pt x="603" y="49"/>
                  </a:lnTo>
                  <a:lnTo>
                    <a:pt x="586" y="41"/>
                  </a:lnTo>
                  <a:lnTo>
                    <a:pt x="567" y="32"/>
                  </a:lnTo>
                  <a:lnTo>
                    <a:pt x="548" y="25"/>
                  </a:lnTo>
                  <a:lnTo>
                    <a:pt x="530" y="19"/>
                  </a:lnTo>
                  <a:lnTo>
                    <a:pt x="511" y="13"/>
                  </a:lnTo>
                  <a:lnTo>
                    <a:pt x="491" y="9"/>
                  </a:lnTo>
                  <a:lnTo>
                    <a:pt x="470" y="4"/>
                  </a:lnTo>
                  <a:lnTo>
                    <a:pt x="450" y="2"/>
                  </a:lnTo>
                  <a:lnTo>
                    <a:pt x="430" y="0"/>
                  </a:lnTo>
                  <a:lnTo>
                    <a:pt x="408" y="0"/>
                  </a:lnTo>
                  <a:lnTo>
                    <a:pt x="387" y="0"/>
                  </a:lnTo>
                  <a:lnTo>
                    <a:pt x="366" y="2"/>
                  </a:lnTo>
                  <a:lnTo>
                    <a:pt x="346" y="4"/>
                  </a:lnTo>
                  <a:lnTo>
                    <a:pt x="326" y="9"/>
                  </a:lnTo>
                  <a:lnTo>
                    <a:pt x="306" y="13"/>
                  </a:lnTo>
                  <a:lnTo>
                    <a:pt x="287" y="19"/>
                  </a:lnTo>
                  <a:lnTo>
                    <a:pt x="268" y="25"/>
                  </a:lnTo>
                  <a:lnTo>
                    <a:pt x="250" y="32"/>
                  </a:lnTo>
                  <a:lnTo>
                    <a:pt x="231" y="41"/>
                  </a:lnTo>
                  <a:lnTo>
                    <a:pt x="214" y="49"/>
                  </a:lnTo>
                  <a:lnTo>
                    <a:pt x="196" y="59"/>
                  </a:lnTo>
                  <a:lnTo>
                    <a:pt x="180" y="69"/>
                  </a:lnTo>
                  <a:lnTo>
                    <a:pt x="163" y="81"/>
                  </a:lnTo>
                  <a:lnTo>
                    <a:pt x="149" y="94"/>
                  </a:lnTo>
                  <a:lnTo>
                    <a:pt x="133" y="105"/>
                  </a:lnTo>
                  <a:lnTo>
                    <a:pt x="120" y="120"/>
                  </a:lnTo>
                  <a:lnTo>
                    <a:pt x="105" y="134"/>
                  </a:lnTo>
                  <a:lnTo>
                    <a:pt x="92" y="149"/>
                  </a:lnTo>
                  <a:lnTo>
                    <a:pt x="81" y="165"/>
                  </a:lnTo>
                  <a:lnTo>
                    <a:pt x="69" y="180"/>
                  </a:lnTo>
                  <a:lnTo>
                    <a:pt x="59" y="196"/>
                  </a:lnTo>
                  <a:lnTo>
                    <a:pt x="49" y="214"/>
                  </a:lnTo>
                  <a:lnTo>
                    <a:pt x="40" y="231"/>
                  </a:lnTo>
                  <a:lnTo>
                    <a:pt x="32" y="250"/>
                  </a:lnTo>
                  <a:lnTo>
                    <a:pt x="24" y="269"/>
                  </a:lnTo>
                  <a:lnTo>
                    <a:pt x="17" y="287"/>
                  </a:lnTo>
                  <a:lnTo>
                    <a:pt x="13" y="306"/>
                  </a:lnTo>
                  <a:lnTo>
                    <a:pt x="7" y="326"/>
                  </a:lnTo>
                  <a:lnTo>
                    <a:pt x="4" y="346"/>
                  </a:lnTo>
                  <a:lnTo>
                    <a:pt x="1" y="367"/>
                  </a:lnTo>
                  <a:lnTo>
                    <a:pt x="0" y="388"/>
                  </a:lnTo>
                  <a:lnTo>
                    <a:pt x="0" y="408"/>
                  </a:lnTo>
                  <a:lnTo>
                    <a:pt x="0" y="430"/>
                  </a:lnTo>
                  <a:lnTo>
                    <a:pt x="1" y="450"/>
                  </a:lnTo>
                  <a:lnTo>
                    <a:pt x="4" y="471"/>
                  </a:lnTo>
                  <a:lnTo>
                    <a:pt x="7" y="491"/>
                  </a:lnTo>
                  <a:lnTo>
                    <a:pt x="13" y="511"/>
                  </a:lnTo>
                  <a:lnTo>
                    <a:pt x="17" y="530"/>
                  </a:lnTo>
                  <a:lnTo>
                    <a:pt x="24" y="550"/>
                  </a:lnTo>
                  <a:lnTo>
                    <a:pt x="32" y="569"/>
                  </a:lnTo>
                  <a:lnTo>
                    <a:pt x="40" y="586"/>
                  </a:lnTo>
                  <a:lnTo>
                    <a:pt x="49" y="603"/>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2"/>
                  </a:lnTo>
                  <a:lnTo>
                    <a:pt x="287" y="800"/>
                  </a:lnTo>
                  <a:lnTo>
                    <a:pt x="306" y="805"/>
                  </a:lnTo>
                  <a:lnTo>
                    <a:pt x="326" y="810"/>
                  </a:lnTo>
                  <a:lnTo>
                    <a:pt x="346" y="813"/>
                  </a:lnTo>
                  <a:lnTo>
                    <a:pt x="366" y="815"/>
                  </a:lnTo>
                  <a:lnTo>
                    <a:pt x="387" y="817"/>
                  </a:lnTo>
                  <a:lnTo>
                    <a:pt x="408" y="818"/>
                  </a:lnTo>
                  <a:lnTo>
                    <a:pt x="430" y="817"/>
                  </a:lnTo>
                  <a:lnTo>
                    <a:pt x="450" y="815"/>
                  </a:lnTo>
                  <a:lnTo>
                    <a:pt x="470" y="813"/>
                  </a:lnTo>
                  <a:lnTo>
                    <a:pt x="491" y="810"/>
                  </a:lnTo>
                  <a:lnTo>
                    <a:pt x="511" y="805"/>
                  </a:lnTo>
                  <a:lnTo>
                    <a:pt x="530" y="800"/>
                  </a:lnTo>
                  <a:lnTo>
                    <a:pt x="548" y="792"/>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3"/>
                  </a:lnTo>
                  <a:lnTo>
                    <a:pt x="776" y="586"/>
                  </a:lnTo>
                  <a:lnTo>
                    <a:pt x="785" y="569"/>
                  </a:lnTo>
                  <a:lnTo>
                    <a:pt x="792" y="550"/>
                  </a:lnTo>
                  <a:lnTo>
                    <a:pt x="799" y="530"/>
                  </a:lnTo>
                  <a:lnTo>
                    <a:pt x="804" y="511"/>
                  </a:lnTo>
                  <a:lnTo>
                    <a:pt x="810" y="491"/>
                  </a:lnTo>
                  <a:lnTo>
                    <a:pt x="812" y="471"/>
                  </a:lnTo>
                  <a:lnTo>
                    <a:pt x="815" y="450"/>
                  </a:lnTo>
                  <a:lnTo>
                    <a:pt x="817" y="430"/>
                  </a:lnTo>
                  <a:lnTo>
                    <a:pt x="817" y="408"/>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8" name="Freeform 39">
              <a:extLst>
                <a:ext uri="{FF2B5EF4-FFF2-40B4-BE49-F238E27FC236}">
                  <a16:creationId xmlns:a16="http://schemas.microsoft.com/office/drawing/2014/main" id="{43C63FCF-617C-4318-B61D-F2AD2C8BD214}"/>
                </a:ext>
              </a:extLst>
            </p:cNvPr>
            <p:cNvSpPr>
              <a:spLocks/>
            </p:cNvSpPr>
            <p:nvPr/>
          </p:nvSpPr>
          <p:spPr bwMode="auto">
            <a:xfrm>
              <a:off x="4589463" y="2287588"/>
              <a:ext cx="46037" cy="138112"/>
            </a:xfrm>
            <a:custGeom>
              <a:avLst/>
              <a:gdLst>
                <a:gd name="T0" fmla="*/ 0 w 57"/>
                <a:gd name="T1" fmla="*/ 0 h 173"/>
                <a:gd name="T2" fmla="*/ 2147483646 w 57"/>
                <a:gd name="T3" fmla="*/ 2147483646 h 173"/>
                <a:gd name="T4" fmla="*/ 2147483646 w 57"/>
                <a:gd name="T5" fmla="*/ 0 h 173"/>
                <a:gd name="T6" fmla="*/ 2147483646 w 57"/>
                <a:gd name="T7" fmla="*/ 0 h 173"/>
                <a:gd name="T8" fmla="*/ 0 w 57"/>
                <a:gd name="T9" fmla="*/ 0 h 173"/>
                <a:gd name="T10" fmla="*/ 0 60000 65536"/>
                <a:gd name="T11" fmla="*/ 0 60000 65536"/>
                <a:gd name="T12" fmla="*/ 0 60000 65536"/>
                <a:gd name="T13" fmla="*/ 0 60000 65536"/>
                <a:gd name="T14" fmla="*/ 0 60000 65536"/>
                <a:gd name="T15" fmla="*/ 0 w 57"/>
                <a:gd name="T16" fmla="*/ 0 h 173"/>
                <a:gd name="T17" fmla="*/ 57 w 57"/>
                <a:gd name="T18" fmla="*/ 173 h 173"/>
              </a:gdLst>
              <a:ahLst/>
              <a:cxnLst>
                <a:cxn ang="T10">
                  <a:pos x="T0" y="T1"/>
                </a:cxn>
                <a:cxn ang="T11">
                  <a:pos x="T2" y="T3"/>
                </a:cxn>
                <a:cxn ang="T12">
                  <a:pos x="T4" y="T5"/>
                </a:cxn>
                <a:cxn ang="T13">
                  <a:pos x="T6" y="T7"/>
                </a:cxn>
                <a:cxn ang="T14">
                  <a:pos x="T8" y="T9"/>
                </a:cxn>
              </a:cxnLst>
              <a:rect l="T15" t="T16" r="T17" b="T18"/>
              <a:pathLst>
                <a:path w="57" h="173">
                  <a:moveTo>
                    <a:pt x="0" y="0"/>
                  </a:moveTo>
                  <a:lnTo>
                    <a:pt x="28" y="173"/>
                  </a:lnTo>
                  <a:lnTo>
                    <a:pt x="57" y="0"/>
                  </a:lnTo>
                  <a:lnTo>
                    <a:pt x="28" y="0"/>
                  </a:lnTo>
                  <a:lnTo>
                    <a:pt x="0"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49" name="Line 40">
              <a:extLst>
                <a:ext uri="{FF2B5EF4-FFF2-40B4-BE49-F238E27FC236}">
                  <a16:creationId xmlns:a16="http://schemas.microsoft.com/office/drawing/2014/main" id="{BAAEE483-1961-47D9-BEAB-E6924851F587}"/>
                </a:ext>
              </a:extLst>
            </p:cNvPr>
            <p:cNvSpPr>
              <a:spLocks noChangeShapeType="1"/>
            </p:cNvSpPr>
            <p:nvPr/>
          </p:nvSpPr>
          <p:spPr bwMode="auto">
            <a:xfrm flipV="1">
              <a:off x="4613275" y="1806575"/>
              <a:ext cx="1588" cy="48101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0" name="Freeform 41">
              <a:extLst>
                <a:ext uri="{FF2B5EF4-FFF2-40B4-BE49-F238E27FC236}">
                  <a16:creationId xmlns:a16="http://schemas.microsoft.com/office/drawing/2014/main" id="{05123170-5B47-4FC2-801F-B2272235E00E}"/>
                </a:ext>
              </a:extLst>
            </p:cNvPr>
            <p:cNvSpPr>
              <a:spLocks/>
            </p:cNvSpPr>
            <p:nvPr/>
          </p:nvSpPr>
          <p:spPr bwMode="auto">
            <a:xfrm>
              <a:off x="4589463" y="3594100"/>
              <a:ext cx="46037" cy="136525"/>
            </a:xfrm>
            <a:custGeom>
              <a:avLst/>
              <a:gdLst>
                <a:gd name="T0" fmla="*/ 0 w 57"/>
                <a:gd name="T1" fmla="*/ 0 h 173"/>
                <a:gd name="T2" fmla="*/ 2147483646 w 57"/>
                <a:gd name="T3" fmla="*/ 2147483646 h 173"/>
                <a:gd name="T4" fmla="*/ 2147483646 w 57"/>
                <a:gd name="T5" fmla="*/ 0 h 173"/>
                <a:gd name="T6" fmla="*/ 2147483646 w 57"/>
                <a:gd name="T7" fmla="*/ 0 h 173"/>
                <a:gd name="T8" fmla="*/ 0 w 57"/>
                <a:gd name="T9" fmla="*/ 0 h 173"/>
                <a:gd name="T10" fmla="*/ 0 60000 65536"/>
                <a:gd name="T11" fmla="*/ 0 60000 65536"/>
                <a:gd name="T12" fmla="*/ 0 60000 65536"/>
                <a:gd name="T13" fmla="*/ 0 60000 65536"/>
                <a:gd name="T14" fmla="*/ 0 60000 65536"/>
                <a:gd name="T15" fmla="*/ 0 w 57"/>
                <a:gd name="T16" fmla="*/ 0 h 173"/>
                <a:gd name="T17" fmla="*/ 57 w 57"/>
                <a:gd name="T18" fmla="*/ 173 h 173"/>
              </a:gdLst>
              <a:ahLst/>
              <a:cxnLst>
                <a:cxn ang="T10">
                  <a:pos x="T0" y="T1"/>
                </a:cxn>
                <a:cxn ang="T11">
                  <a:pos x="T2" y="T3"/>
                </a:cxn>
                <a:cxn ang="T12">
                  <a:pos x="T4" y="T5"/>
                </a:cxn>
                <a:cxn ang="T13">
                  <a:pos x="T6" y="T7"/>
                </a:cxn>
                <a:cxn ang="T14">
                  <a:pos x="T8" y="T9"/>
                </a:cxn>
              </a:cxnLst>
              <a:rect l="T15" t="T16" r="T17" b="T18"/>
              <a:pathLst>
                <a:path w="57" h="173">
                  <a:moveTo>
                    <a:pt x="0" y="0"/>
                  </a:moveTo>
                  <a:lnTo>
                    <a:pt x="28" y="173"/>
                  </a:lnTo>
                  <a:lnTo>
                    <a:pt x="57" y="0"/>
                  </a:lnTo>
                  <a:lnTo>
                    <a:pt x="28" y="0"/>
                  </a:lnTo>
                  <a:lnTo>
                    <a:pt x="0"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1" name="Line 42">
              <a:extLst>
                <a:ext uri="{FF2B5EF4-FFF2-40B4-BE49-F238E27FC236}">
                  <a16:creationId xmlns:a16="http://schemas.microsoft.com/office/drawing/2014/main" id="{6367FD15-1D11-4E64-B993-2F604890EFE3}"/>
                </a:ext>
              </a:extLst>
            </p:cNvPr>
            <p:cNvSpPr>
              <a:spLocks noChangeShapeType="1"/>
            </p:cNvSpPr>
            <p:nvPr/>
          </p:nvSpPr>
          <p:spPr bwMode="auto">
            <a:xfrm flipV="1">
              <a:off x="4613275" y="3113088"/>
              <a:ext cx="1588" cy="48101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2" name="Rectangle 48">
              <a:extLst>
                <a:ext uri="{FF2B5EF4-FFF2-40B4-BE49-F238E27FC236}">
                  <a16:creationId xmlns:a16="http://schemas.microsoft.com/office/drawing/2014/main" id="{E13D6512-38D5-4D1F-A44B-AC48B42A7D32}"/>
                </a:ext>
              </a:extLst>
            </p:cNvPr>
            <p:cNvSpPr>
              <a:spLocks noChangeArrowheads="1"/>
            </p:cNvSpPr>
            <p:nvPr/>
          </p:nvSpPr>
          <p:spPr bwMode="auto">
            <a:xfrm>
              <a:off x="4379913" y="1368425"/>
              <a:ext cx="214312"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3" name="Rectangle 49">
              <a:extLst>
                <a:ext uri="{FF2B5EF4-FFF2-40B4-BE49-F238E27FC236}">
                  <a16:creationId xmlns:a16="http://schemas.microsoft.com/office/drawing/2014/main" id="{066AF962-A203-4E2B-AA67-15CE9A8DB631}"/>
                </a:ext>
              </a:extLst>
            </p:cNvPr>
            <p:cNvSpPr>
              <a:spLocks noChangeArrowheads="1"/>
            </p:cNvSpPr>
            <p:nvPr/>
          </p:nvSpPr>
          <p:spPr bwMode="auto">
            <a:xfrm>
              <a:off x="4748213" y="1368425"/>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4" name="Freeform 50">
              <a:extLst>
                <a:ext uri="{FF2B5EF4-FFF2-40B4-BE49-F238E27FC236}">
                  <a16:creationId xmlns:a16="http://schemas.microsoft.com/office/drawing/2014/main" id="{DB02523A-4CD7-4412-BF2E-BBF8D89045CF}"/>
                </a:ext>
              </a:extLst>
            </p:cNvPr>
            <p:cNvSpPr>
              <a:spLocks/>
            </p:cNvSpPr>
            <p:nvPr/>
          </p:nvSpPr>
          <p:spPr bwMode="auto">
            <a:xfrm>
              <a:off x="4589463" y="4876800"/>
              <a:ext cx="46037" cy="160338"/>
            </a:xfrm>
            <a:custGeom>
              <a:avLst/>
              <a:gdLst>
                <a:gd name="T0" fmla="*/ 0 w 57"/>
                <a:gd name="T1" fmla="*/ 0 h 202"/>
                <a:gd name="T2" fmla="*/ 2147483646 w 57"/>
                <a:gd name="T3" fmla="*/ 2147483646 h 202"/>
                <a:gd name="T4" fmla="*/ 2147483646 w 57"/>
                <a:gd name="T5" fmla="*/ 0 h 202"/>
                <a:gd name="T6" fmla="*/ 2147483646 w 57"/>
                <a:gd name="T7" fmla="*/ 0 h 202"/>
                <a:gd name="T8" fmla="*/ 0 w 57"/>
                <a:gd name="T9" fmla="*/ 0 h 202"/>
                <a:gd name="T10" fmla="*/ 0 60000 65536"/>
                <a:gd name="T11" fmla="*/ 0 60000 65536"/>
                <a:gd name="T12" fmla="*/ 0 60000 65536"/>
                <a:gd name="T13" fmla="*/ 0 60000 65536"/>
                <a:gd name="T14" fmla="*/ 0 60000 65536"/>
                <a:gd name="T15" fmla="*/ 0 w 57"/>
                <a:gd name="T16" fmla="*/ 0 h 202"/>
                <a:gd name="T17" fmla="*/ 57 w 57"/>
                <a:gd name="T18" fmla="*/ 202 h 202"/>
              </a:gdLst>
              <a:ahLst/>
              <a:cxnLst>
                <a:cxn ang="T10">
                  <a:pos x="T0" y="T1"/>
                </a:cxn>
                <a:cxn ang="T11">
                  <a:pos x="T2" y="T3"/>
                </a:cxn>
                <a:cxn ang="T12">
                  <a:pos x="T4" y="T5"/>
                </a:cxn>
                <a:cxn ang="T13">
                  <a:pos x="T6" y="T7"/>
                </a:cxn>
                <a:cxn ang="T14">
                  <a:pos x="T8" y="T9"/>
                </a:cxn>
              </a:cxnLst>
              <a:rect l="T15" t="T16" r="T17" b="T18"/>
              <a:pathLst>
                <a:path w="57" h="202">
                  <a:moveTo>
                    <a:pt x="0" y="0"/>
                  </a:moveTo>
                  <a:lnTo>
                    <a:pt x="28" y="202"/>
                  </a:lnTo>
                  <a:lnTo>
                    <a:pt x="57" y="0"/>
                  </a:lnTo>
                  <a:lnTo>
                    <a:pt x="28" y="0"/>
                  </a:lnTo>
                  <a:lnTo>
                    <a:pt x="0"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5" name="Line 51">
              <a:extLst>
                <a:ext uri="{FF2B5EF4-FFF2-40B4-BE49-F238E27FC236}">
                  <a16:creationId xmlns:a16="http://schemas.microsoft.com/office/drawing/2014/main" id="{D34D9E27-5D52-4F14-ADBF-63DC2EED485A}"/>
                </a:ext>
              </a:extLst>
            </p:cNvPr>
            <p:cNvSpPr>
              <a:spLocks noChangeShapeType="1"/>
            </p:cNvSpPr>
            <p:nvPr/>
          </p:nvSpPr>
          <p:spPr bwMode="auto">
            <a:xfrm flipV="1">
              <a:off x="4613275" y="4418013"/>
              <a:ext cx="1588" cy="4587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6" name="Rectangle 52">
              <a:extLst>
                <a:ext uri="{FF2B5EF4-FFF2-40B4-BE49-F238E27FC236}">
                  <a16:creationId xmlns:a16="http://schemas.microsoft.com/office/drawing/2014/main" id="{9242194E-FDEE-4820-BA63-5AD70E0F90C2}"/>
                </a:ext>
              </a:extLst>
            </p:cNvPr>
            <p:cNvSpPr>
              <a:spLocks noChangeArrowheads="1"/>
            </p:cNvSpPr>
            <p:nvPr/>
          </p:nvSpPr>
          <p:spPr bwMode="auto">
            <a:xfrm>
              <a:off x="4662488" y="1362075"/>
              <a:ext cx="90487"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7" name="Rectangle 53">
              <a:extLst>
                <a:ext uri="{FF2B5EF4-FFF2-40B4-BE49-F238E27FC236}">
                  <a16:creationId xmlns:a16="http://schemas.microsoft.com/office/drawing/2014/main" id="{70FFC98F-4AD1-4167-8647-4D6CED54B56F}"/>
                </a:ext>
              </a:extLst>
            </p:cNvPr>
            <p:cNvSpPr>
              <a:spLocks noChangeArrowheads="1"/>
            </p:cNvSpPr>
            <p:nvPr/>
          </p:nvSpPr>
          <p:spPr bwMode="auto">
            <a:xfrm>
              <a:off x="5667375" y="3976688"/>
              <a:ext cx="2143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S5</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8" name="Rectangle 54">
              <a:extLst>
                <a:ext uri="{FF2B5EF4-FFF2-40B4-BE49-F238E27FC236}">
                  <a16:creationId xmlns:a16="http://schemas.microsoft.com/office/drawing/2014/main" id="{8E02794B-99D9-491D-A58B-ACCCF7EE506E}"/>
                </a:ext>
              </a:extLst>
            </p:cNvPr>
            <p:cNvSpPr>
              <a:spLocks noChangeArrowheads="1"/>
            </p:cNvSpPr>
            <p:nvPr/>
          </p:nvSpPr>
          <p:spPr bwMode="auto">
            <a:xfrm>
              <a:off x="6035675" y="3976688"/>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59" name="Freeform 55">
              <a:extLst>
                <a:ext uri="{FF2B5EF4-FFF2-40B4-BE49-F238E27FC236}">
                  <a16:creationId xmlns:a16="http://schemas.microsoft.com/office/drawing/2014/main" id="{47235188-C295-44BD-89D6-F3FDE16EB98B}"/>
                </a:ext>
              </a:extLst>
            </p:cNvPr>
            <p:cNvSpPr>
              <a:spLocks/>
            </p:cNvSpPr>
            <p:nvPr/>
          </p:nvSpPr>
          <p:spPr bwMode="auto">
            <a:xfrm>
              <a:off x="5573713" y="3752850"/>
              <a:ext cx="649287" cy="649288"/>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9" y="0"/>
                  </a:moveTo>
                  <a:lnTo>
                    <a:pt x="387" y="0"/>
                  </a:lnTo>
                  <a:lnTo>
                    <a:pt x="367" y="2"/>
                  </a:lnTo>
                  <a:lnTo>
                    <a:pt x="347" y="5"/>
                  </a:lnTo>
                  <a:lnTo>
                    <a:pt x="327" y="9"/>
                  </a:lnTo>
                  <a:lnTo>
                    <a:pt x="306" y="13"/>
                  </a:lnTo>
                  <a:lnTo>
                    <a:pt x="288" y="19"/>
                  </a:lnTo>
                  <a:lnTo>
                    <a:pt x="269" y="25"/>
                  </a:lnTo>
                  <a:lnTo>
                    <a:pt x="250" y="32"/>
                  </a:lnTo>
                  <a:lnTo>
                    <a:pt x="231" y="41"/>
                  </a:lnTo>
                  <a:lnTo>
                    <a:pt x="214" y="49"/>
                  </a:lnTo>
                  <a:lnTo>
                    <a:pt x="197" y="60"/>
                  </a:lnTo>
                  <a:lnTo>
                    <a:pt x="181" y="70"/>
                  </a:lnTo>
                  <a:lnTo>
                    <a:pt x="163" y="81"/>
                  </a:lnTo>
                  <a:lnTo>
                    <a:pt x="149" y="94"/>
                  </a:lnTo>
                  <a:lnTo>
                    <a:pt x="133" y="106"/>
                  </a:lnTo>
                  <a:lnTo>
                    <a:pt x="120" y="120"/>
                  </a:lnTo>
                  <a:lnTo>
                    <a:pt x="106" y="135"/>
                  </a:lnTo>
                  <a:lnTo>
                    <a:pt x="93" y="149"/>
                  </a:lnTo>
                  <a:lnTo>
                    <a:pt x="81" y="165"/>
                  </a:lnTo>
                  <a:lnTo>
                    <a:pt x="70" y="181"/>
                  </a:lnTo>
                  <a:lnTo>
                    <a:pt x="60" y="197"/>
                  </a:lnTo>
                  <a:lnTo>
                    <a:pt x="49" y="214"/>
                  </a:lnTo>
                  <a:lnTo>
                    <a:pt x="41" y="231"/>
                  </a:lnTo>
                  <a:lnTo>
                    <a:pt x="32" y="250"/>
                  </a:lnTo>
                  <a:lnTo>
                    <a:pt x="25" y="269"/>
                  </a:lnTo>
                  <a:lnTo>
                    <a:pt x="18" y="287"/>
                  </a:lnTo>
                  <a:lnTo>
                    <a:pt x="13" y="306"/>
                  </a:lnTo>
                  <a:lnTo>
                    <a:pt x="8" y="326"/>
                  </a:lnTo>
                  <a:lnTo>
                    <a:pt x="5" y="347"/>
                  </a:lnTo>
                  <a:lnTo>
                    <a:pt x="2" y="367"/>
                  </a:lnTo>
                  <a:lnTo>
                    <a:pt x="0" y="389"/>
                  </a:lnTo>
                  <a:lnTo>
                    <a:pt x="0" y="409"/>
                  </a:lnTo>
                  <a:lnTo>
                    <a:pt x="0" y="430"/>
                  </a:lnTo>
                  <a:lnTo>
                    <a:pt x="2" y="451"/>
                  </a:lnTo>
                  <a:lnTo>
                    <a:pt x="5" y="471"/>
                  </a:lnTo>
                  <a:lnTo>
                    <a:pt x="8" y="491"/>
                  </a:lnTo>
                  <a:lnTo>
                    <a:pt x="13" y="511"/>
                  </a:lnTo>
                  <a:lnTo>
                    <a:pt x="18" y="530"/>
                  </a:lnTo>
                  <a:lnTo>
                    <a:pt x="25" y="550"/>
                  </a:lnTo>
                  <a:lnTo>
                    <a:pt x="32" y="569"/>
                  </a:lnTo>
                  <a:lnTo>
                    <a:pt x="41" y="586"/>
                  </a:lnTo>
                  <a:lnTo>
                    <a:pt x="49" y="604"/>
                  </a:lnTo>
                  <a:lnTo>
                    <a:pt x="60" y="621"/>
                  </a:lnTo>
                  <a:lnTo>
                    <a:pt x="70" y="638"/>
                  </a:lnTo>
                  <a:lnTo>
                    <a:pt x="81" y="654"/>
                  </a:lnTo>
                  <a:lnTo>
                    <a:pt x="93" y="668"/>
                  </a:lnTo>
                  <a:lnTo>
                    <a:pt x="106" y="684"/>
                  </a:lnTo>
                  <a:lnTo>
                    <a:pt x="120" y="699"/>
                  </a:lnTo>
                  <a:lnTo>
                    <a:pt x="133" y="712"/>
                  </a:lnTo>
                  <a:lnTo>
                    <a:pt x="149" y="725"/>
                  </a:lnTo>
                  <a:lnTo>
                    <a:pt x="163" y="736"/>
                  </a:lnTo>
                  <a:lnTo>
                    <a:pt x="181" y="748"/>
                  </a:lnTo>
                  <a:lnTo>
                    <a:pt x="197" y="759"/>
                  </a:lnTo>
                  <a:lnTo>
                    <a:pt x="214" y="768"/>
                  </a:lnTo>
                  <a:lnTo>
                    <a:pt x="231" y="778"/>
                  </a:lnTo>
                  <a:lnTo>
                    <a:pt x="250" y="785"/>
                  </a:lnTo>
                  <a:lnTo>
                    <a:pt x="269" y="793"/>
                  </a:lnTo>
                  <a:lnTo>
                    <a:pt x="288" y="800"/>
                  </a:lnTo>
                  <a:lnTo>
                    <a:pt x="306" y="806"/>
                  </a:lnTo>
                  <a:lnTo>
                    <a:pt x="327" y="810"/>
                  </a:lnTo>
                  <a:lnTo>
                    <a:pt x="347" y="813"/>
                  </a:lnTo>
                  <a:lnTo>
                    <a:pt x="367" y="816"/>
                  </a:lnTo>
                  <a:lnTo>
                    <a:pt x="387" y="817"/>
                  </a:lnTo>
                  <a:lnTo>
                    <a:pt x="409" y="819"/>
                  </a:lnTo>
                  <a:lnTo>
                    <a:pt x="430" y="817"/>
                  </a:lnTo>
                  <a:lnTo>
                    <a:pt x="451" y="816"/>
                  </a:lnTo>
                  <a:lnTo>
                    <a:pt x="471" y="813"/>
                  </a:lnTo>
                  <a:lnTo>
                    <a:pt x="491" y="810"/>
                  </a:lnTo>
                  <a:lnTo>
                    <a:pt x="511" y="806"/>
                  </a:lnTo>
                  <a:lnTo>
                    <a:pt x="530" y="800"/>
                  </a:lnTo>
                  <a:lnTo>
                    <a:pt x="549" y="793"/>
                  </a:lnTo>
                  <a:lnTo>
                    <a:pt x="568" y="785"/>
                  </a:lnTo>
                  <a:lnTo>
                    <a:pt x="586" y="778"/>
                  </a:lnTo>
                  <a:lnTo>
                    <a:pt x="604" y="768"/>
                  </a:lnTo>
                  <a:lnTo>
                    <a:pt x="621" y="759"/>
                  </a:lnTo>
                  <a:lnTo>
                    <a:pt x="637" y="748"/>
                  </a:lnTo>
                  <a:lnTo>
                    <a:pt x="654" y="736"/>
                  </a:lnTo>
                  <a:lnTo>
                    <a:pt x="669" y="725"/>
                  </a:lnTo>
                  <a:lnTo>
                    <a:pt x="684" y="712"/>
                  </a:lnTo>
                  <a:lnTo>
                    <a:pt x="697" y="699"/>
                  </a:lnTo>
                  <a:lnTo>
                    <a:pt x="712" y="684"/>
                  </a:lnTo>
                  <a:lnTo>
                    <a:pt x="725" y="668"/>
                  </a:lnTo>
                  <a:lnTo>
                    <a:pt x="736" y="654"/>
                  </a:lnTo>
                  <a:lnTo>
                    <a:pt x="748" y="638"/>
                  </a:lnTo>
                  <a:lnTo>
                    <a:pt x="758" y="621"/>
                  </a:lnTo>
                  <a:lnTo>
                    <a:pt x="768" y="604"/>
                  </a:lnTo>
                  <a:lnTo>
                    <a:pt x="777" y="586"/>
                  </a:lnTo>
                  <a:lnTo>
                    <a:pt x="785" y="569"/>
                  </a:lnTo>
                  <a:lnTo>
                    <a:pt x="793" y="550"/>
                  </a:lnTo>
                  <a:lnTo>
                    <a:pt x="800" y="530"/>
                  </a:lnTo>
                  <a:lnTo>
                    <a:pt x="804" y="511"/>
                  </a:lnTo>
                  <a:lnTo>
                    <a:pt x="810" y="491"/>
                  </a:lnTo>
                  <a:lnTo>
                    <a:pt x="813" y="471"/>
                  </a:lnTo>
                  <a:lnTo>
                    <a:pt x="816" y="451"/>
                  </a:lnTo>
                  <a:lnTo>
                    <a:pt x="817" y="430"/>
                  </a:lnTo>
                  <a:lnTo>
                    <a:pt x="817" y="409"/>
                  </a:lnTo>
                  <a:lnTo>
                    <a:pt x="817" y="389"/>
                  </a:lnTo>
                  <a:lnTo>
                    <a:pt x="816" y="367"/>
                  </a:lnTo>
                  <a:lnTo>
                    <a:pt x="813" y="347"/>
                  </a:lnTo>
                  <a:lnTo>
                    <a:pt x="810" y="326"/>
                  </a:lnTo>
                  <a:lnTo>
                    <a:pt x="804" y="306"/>
                  </a:lnTo>
                  <a:lnTo>
                    <a:pt x="800" y="287"/>
                  </a:lnTo>
                  <a:lnTo>
                    <a:pt x="793" y="269"/>
                  </a:lnTo>
                  <a:lnTo>
                    <a:pt x="785" y="250"/>
                  </a:lnTo>
                  <a:lnTo>
                    <a:pt x="777" y="231"/>
                  </a:lnTo>
                  <a:lnTo>
                    <a:pt x="768" y="214"/>
                  </a:lnTo>
                  <a:lnTo>
                    <a:pt x="758" y="197"/>
                  </a:lnTo>
                  <a:lnTo>
                    <a:pt x="748" y="181"/>
                  </a:lnTo>
                  <a:lnTo>
                    <a:pt x="736" y="165"/>
                  </a:lnTo>
                  <a:lnTo>
                    <a:pt x="725" y="149"/>
                  </a:lnTo>
                  <a:lnTo>
                    <a:pt x="712" y="135"/>
                  </a:lnTo>
                  <a:lnTo>
                    <a:pt x="697" y="120"/>
                  </a:lnTo>
                  <a:lnTo>
                    <a:pt x="684" y="106"/>
                  </a:lnTo>
                  <a:lnTo>
                    <a:pt x="669" y="94"/>
                  </a:lnTo>
                  <a:lnTo>
                    <a:pt x="654" y="81"/>
                  </a:lnTo>
                  <a:lnTo>
                    <a:pt x="637" y="70"/>
                  </a:lnTo>
                  <a:lnTo>
                    <a:pt x="621" y="60"/>
                  </a:lnTo>
                  <a:lnTo>
                    <a:pt x="604" y="49"/>
                  </a:lnTo>
                  <a:lnTo>
                    <a:pt x="586" y="41"/>
                  </a:lnTo>
                  <a:lnTo>
                    <a:pt x="568" y="32"/>
                  </a:lnTo>
                  <a:lnTo>
                    <a:pt x="549" y="25"/>
                  </a:lnTo>
                  <a:lnTo>
                    <a:pt x="530" y="19"/>
                  </a:lnTo>
                  <a:lnTo>
                    <a:pt x="511" y="13"/>
                  </a:lnTo>
                  <a:lnTo>
                    <a:pt x="491" y="9"/>
                  </a:lnTo>
                  <a:lnTo>
                    <a:pt x="471" y="5"/>
                  </a:lnTo>
                  <a:lnTo>
                    <a:pt x="451" y="2"/>
                  </a:lnTo>
                  <a:lnTo>
                    <a:pt x="430" y="0"/>
                  </a:lnTo>
                  <a:lnTo>
                    <a:pt x="409" y="0"/>
                  </a:lnTo>
                </a:path>
              </a:pathLst>
            </a:custGeom>
            <a:noFill/>
            <a:ln w="222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0" name="Freeform 56">
              <a:extLst>
                <a:ext uri="{FF2B5EF4-FFF2-40B4-BE49-F238E27FC236}">
                  <a16:creationId xmlns:a16="http://schemas.microsoft.com/office/drawing/2014/main" id="{EF779E30-4F50-4D96-9BD6-9E53C3C6686E}"/>
                </a:ext>
              </a:extLst>
            </p:cNvPr>
            <p:cNvSpPr>
              <a:spLocks/>
            </p:cNvSpPr>
            <p:nvPr/>
          </p:nvSpPr>
          <p:spPr bwMode="auto">
            <a:xfrm>
              <a:off x="5414963" y="4051300"/>
              <a:ext cx="136525" cy="69850"/>
            </a:xfrm>
            <a:custGeom>
              <a:avLst/>
              <a:gdLst>
                <a:gd name="T0" fmla="*/ 0 w 173"/>
                <a:gd name="T1" fmla="*/ 2147483646 h 87"/>
                <a:gd name="T2" fmla="*/ 2147483646 w 173"/>
                <a:gd name="T3" fmla="*/ 2147483646 h 87"/>
                <a:gd name="T4" fmla="*/ 0 w 173"/>
                <a:gd name="T5" fmla="*/ 0 h 87"/>
                <a:gd name="T6" fmla="*/ 0 w 173"/>
                <a:gd name="T7" fmla="*/ 2147483646 h 87"/>
                <a:gd name="T8" fmla="*/ 0 w 173"/>
                <a:gd name="T9" fmla="*/ 2147483646 h 87"/>
                <a:gd name="T10" fmla="*/ 0 60000 65536"/>
                <a:gd name="T11" fmla="*/ 0 60000 65536"/>
                <a:gd name="T12" fmla="*/ 0 60000 65536"/>
                <a:gd name="T13" fmla="*/ 0 60000 65536"/>
                <a:gd name="T14" fmla="*/ 0 60000 65536"/>
                <a:gd name="T15" fmla="*/ 0 w 173"/>
                <a:gd name="T16" fmla="*/ 0 h 87"/>
                <a:gd name="T17" fmla="*/ 173 w 173"/>
                <a:gd name="T18" fmla="*/ 87 h 87"/>
              </a:gdLst>
              <a:ahLst/>
              <a:cxnLst>
                <a:cxn ang="T10">
                  <a:pos x="T0" y="T1"/>
                </a:cxn>
                <a:cxn ang="T11">
                  <a:pos x="T2" y="T3"/>
                </a:cxn>
                <a:cxn ang="T12">
                  <a:pos x="T4" y="T5"/>
                </a:cxn>
                <a:cxn ang="T13">
                  <a:pos x="T6" y="T7"/>
                </a:cxn>
                <a:cxn ang="T14">
                  <a:pos x="T8" y="T9"/>
                </a:cxn>
              </a:cxnLst>
              <a:rect l="T15" t="T16" r="T17" b="T18"/>
              <a:pathLst>
                <a:path w="173" h="87">
                  <a:moveTo>
                    <a:pt x="0" y="87"/>
                  </a:moveTo>
                  <a:lnTo>
                    <a:pt x="173" y="29"/>
                  </a:lnTo>
                  <a:lnTo>
                    <a:pt x="0" y="0"/>
                  </a:lnTo>
                  <a:lnTo>
                    <a:pt x="0" y="29"/>
                  </a:lnTo>
                  <a:lnTo>
                    <a:pt x="0" y="8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1" name="Line 57">
              <a:extLst>
                <a:ext uri="{FF2B5EF4-FFF2-40B4-BE49-F238E27FC236}">
                  <a16:creationId xmlns:a16="http://schemas.microsoft.com/office/drawing/2014/main" id="{320C70DB-2DFE-4E26-AE04-84DC675C2C3D}"/>
                </a:ext>
              </a:extLst>
            </p:cNvPr>
            <p:cNvSpPr>
              <a:spLocks noChangeShapeType="1"/>
            </p:cNvSpPr>
            <p:nvPr/>
          </p:nvSpPr>
          <p:spPr bwMode="auto">
            <a:xfrm flipH="1">
              <a:off x="4933950" y="4075113"/>
              <a:ext cx="481013" cy="15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2" name="Freeform 58">
              <a:extLst>
                <a:ext uri="{FF2B5EF4-FFF2-40B4-BE49-F238E27FC236}">
                  <a16:creationId xmlns:a16="http://schemas.microsoft.com/office/drawing/2014/main" id="{752A8773-39A2-4679-9AB9-20C55FDE1B14}"/>
                </a:ext>
              </a:extLst>
            </p:cNvPr>
            <p:cNvSpPr>
              <a:spLocks/>
            </p:cNvSpPr>
            <p:nvPr/>
          </p:nvSpPr>
          <p:spPr bwMode="auto">
            <a:xfrm>
              <a:off x="4864100" y="3044825"/>
              <a:ext cx="115888" cy="114300"/>
            </a:xfrm>
            <a:custGeom>
              <a:avLst/>
              <a:gdLst>
                <a:gd name="T0" fmla="*/ 2147483646 w 144"/>
                <a:gd name="T1" fmla="*/ 2147483646 h 144"/>
                <a:gd name="T2" fmla="*/ 0 w 144"/>
                <a:gd name="T3" fmla="*/ 0 h 144"/>
                <a:gd name="T4" fmla="*/ 2147483646 w 144"/>
                <a:gd name="T5" fmla="*/ 2147483646 h 144"/>
                <a:gd name="T6" fmla="*/ 2147483646 w 144"/>
                <a:gd name="T7" fmla="*/ 2147483646 h 144"/>
                <a:gd name="T8" fmla="*/ 2147483646 w 144"/>
                <a:gd name="T9" fmla="*/ 2147483646 h 144"/>
                <a:gd name="T10" fmla="*/ 0 60000 65536"/>
                <a:gd name="T11" fmla="*/ 0 60000 65536"/>
                <a:gd name="T12" fmla="*/ 0 60000 65536"/>
                <a:gd name="T13" fmla="*/ 0 60000 65536"/>
                <a:gd name="T14" fmla="*/ 0 60000 65536"/>
                <a:gd name="T15" fmla="*/ 0 w 144"/>
                <a:gd name="T16" fmla="*/ 0 h 144"/>
                <a:gd name="T17" fmla="*/ 144 w 144"/>
                <a:gd name="T18" fmla="*/ 144 h 144"/>
              </a:gdLst>
              <a:ahLst/>
              <a:cxnLst>
                <a:cxn ang="T10">
                  <a:pos x="T0" y="T1"/>
                </a:cxn>
                <a:cxn ang="T11">
                  <a:pos x="T2" y="T3"/>
                </a:cxn>
                <a:cxn ang="T12">
                  <a:pos x="T4" y="T5"/>
                </a:cxn>
                <a:cxn ang="T13">
                  <a:pos x="T6" y="T7"/>
                </a:cxn>
                <a:cxn ang="T14">
                  <a:pos x="T8" y="T9"/>
                </a:cxn>
              </a:cxnLst>
              <a:rect l="T15" t="T16" r="T17" b="T18"/>
              <a:pathLst>
                <a:path w="144" h="144">
                  <a:moveTo>
                    <a:pt x="144" y="87"/>
                  </a:moveTo>
                  <a:lnTo>
                    <a:pt x="0" y="0"/>
                  </a:lnTo>
                  <a:lnTo>
                    <a:pt x="87" y="144"/>
                  </a:lnTo>
                  <a:lnTo>
                    <a:pt x="115" y="116"/>
                  </a:lnTo>
                  <a:lnTo>
                    <a:pt x="144" y="8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3" name="Line 59">
              <a:extLst>
                <a:ext uri="{FF2B5EF4-FFF2-40B4-BE49-F238E27FC236}">
                  <a16:creationId xmlns:a16="http://schemas.microsoft.com/office/drawing/2014/main" id="{ADD0D937-9541-45FF-9884-9CCEBBA3C4C9}"/>
                </a:ext>
              </a:extLst>
            </p:cNvPr>
            <p:cNvSpPr>
              <a:spLocks noChangeShapeType="1"/>
            </p:cNvSpPr>
            <p:nvPr/>
          </p:nvSpPr>
          <p:spPr bwMode="auto">
            <a:xfrm>
              <a:off x="4956175" y="3135313"/>
              <a:ext cx="711200" cy="7112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4" name="Rectangle 60">
              <a:extLst>
                <a:ext uri="{FF2B5EF4-FFF2-40B4-BE49-F238E27FC236}">
                  <a16:creationId xmlns:a16="http://schemas.microsoft.com/office/drawing/2014/main" id="{96B3C24D-F170-4F9E-A802-1A98EE5F20BE}"/>
                </a:ext>
              </a:extLst>
            </p:cNvPr>
            <p:cNvSpPr>
              <a:spLocks noChangeArrowheads="1"/>
            </p:cNvSpPr>
            <p:nvPr/>
          </p:nvSpPr>
          <p:spPr bwMode="auto">
            <a:xfrm>
              <a:off x="5949950" y="3970338"/>
              <a:ext cx="9048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5" name="Line 61">
              <a:extLst>
                <a:ext uri="{FF2B5EF4-FFF2-40B4-BE49-F238E27FC236}">
                  <a16:creationId xmlns:a16="http://schemas.microsoft.com/office/drawing/2014/main" id="{034CD799-1D9A-44A0-9D64-7499E7CFE048}"/>
                </a:ext>
              </a:extLst>
            </p:cNvPr>
            <p:cNvSpPr>
              <a:spLocks noChangeShapeType="1"/>
            </p:cNvSpPr>
            <p:nvPr/>
          </p:nvSpPr>
          <p:spPr bwMode="auto">
            <a:xfrm flipH="1">
              <a:off x="5414963" y="32956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6" name="Line 62">
              <a:extLst>
                <a:ext uri="{FF2B5EF4-FFF2-40B4-BE49-F238E27FC236}">
                  <a16:creationId xmlns:a16="http://schemas.microsoft.com/office/drawing/2014/main" id="{99715A3D-7D0D-4E98-B7DA-7BB66FB32422}"/>
                </a:ext>
              </a:extLst>
            </p:cNvPr>
            <p:cNvSpPr>
              <a:spLocks noChangeShapeType="1"/>
            </p:cNvSpPr>
            <p:nvPr/>
          </p:nvSpPr>
          <p:spPr bwMode="auto">
            <a:xfrm flipH="1">
              <a:off x="5597525" y="32956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7" name="Rectangle 63">
              <a:extLst>
                <a:ext uri="{FF2B5EF4-FFF2-40B4-BE49-F238E27FC236}">
                  <a16:creationId xmlns:a16="http://schemas.microsoft.com/office/drawing/2014/main" id="{664B2197-234C-492D-9006-EA7A48E04E4D}"/>
                </a:ext>
              </a:extLst>
            </p:cNvPr>
            <p:cNvSpPr>
              <a:spLocks noChangeArrowheads="1"/>
            </p:cNvSpPr>
            <p:nvPr/>
          </p:nvSpPr>
          <p:spPr bwMode="auto">
            <a:xfrm>
              <a:off x="5408613" y="3308350"/>
              <a:ext cx="28098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8" name="Line 64">
              <a:extLst>
                <a:ext uri="{FF2B5EF4-FFF2-40B4-BE49-F238E27FC236}">
                  <a16:creationId xmlns:a16="http://schemas.microsoft.com/office/drawing/2014/main" id="{113D61A7-62AB-403D-8298-0A85EAAC3A94}"/>
                </a:ext>
              </a:extLst>
            </p:cNvPr>
            <p:cNvSpPr>
              <a:spLocks noChangeShapeType="1"/>
            </p:cNvSpPr>
            <p:nvPr/>
          </p:nvSpPr>
          <p:spPr bwMode="auto">
            <a:xfrm flipH="1">
              <a:off x="2230438" y="33194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69" name="Line 65">
              <a:extLst>
                <a:ext uri="{FF2B5EF4-FFF2-40B4-BE49-F238E27FC236}">
                  <a16:creationId xmlns:a16="http://schemas.microsoft.com/office/drawing/2014/main" id="{777B7E12-AE98-4B6E-9C93-4F3F3C11C12C}"/>
                </a:ext>
              </a:extLst>
            </p:cNvPr>
            <p:cNvSpPr>
              <a:spLocks noChangeShapeType="1"/>
            </p:cNvSpPr>
            <p:nvPr/>
          </p:nvSpPr>
          <p:spPr bwMode="auto">
            <a:xfrm flipH="1">
              <a:off x="2390775" y="33194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0" name="Rectangle 66">
              <a:extLst>
                <a:ext uri="{FF2B5EF4-FFF2-40B4-BE49-F238E27FC236}">
                  <a16:creationId xmlns:a16="http://schemas.microsoft.com/office/drawing/2014/main" id="{20619DAC-94BF-4290-9D04-407E706BCF42}"/>
                </a:ext>
              </a:extLst>
            </p:cNvPr>
            <p:cNvSpPr>
              <a:spLocks noChangeArrowheads="1"/>
            </p:cNvSpPr>
            <p:nvPr/>
          </p:nvSpPr>
          <p:spPr bwMode="auto">
            <a:xfrm>
              <a:off x="2219325" y="3330575"/>
              <a:ext cx="2809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1" name="Line 67">
              <a:extLst>
                <a:ext uri="{FF2B5EF4-FFF2-40B4-BE49-F238E27FC236}">
                  <a16:creationId xmlns:a16="http://schemas.microsoft.com/office/drawing/2014/main" id="{2A97B881-63E5-457D-8659-E85765E107B8}"/>
                </a:ext>
              </a:extLst>
            </p:cNvPr>
            <p:cNvSpPr>
              <a:spLocks noChangeShapeType="1"/>
            </p:cNvSpPr>
            <p:nvPr/>
          </p:nvSpPr>
          <p:spPr bwMode="auto">
            <a:xfrm flipH="1">
              <a:off x="4475163" y="34131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2" name="Line 68">
              <a:extLst>
                <a:ext uri="{FF2B5EF4-FFF2-40B4-BE49-F238E27FC236}">
                  <a16:creationId xmlns:a16="http://schemas.microsoft.com/office/drawing/2014/main" id="{067CCA51-A2E0-4109-99F6-4AC92178BE1A}"/>
                </a:ext>
              </a:extLst>
            </p:cNvPr>
            <p:cNvSpPr>
              <a:spLocks noChangeShapeType="1"/>
            </p:cNvSpPr>
            <p:nvPr/>
          </p:nvSpPr>
          <p:spPr bwMode="auto">
            <a:xfrm flipH="1">
              <a:off x="4635500" y="34131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3" name="Rectangle 69">
              <a:extLst>
                <a:ext uri="{FF2B5EF4-FFF2-40B4-BE49-F238E27FC236}">
                  <a16:creationId xmlns:a16="http://schemas.microsoft.com/office/drawing/2014/main" id="{B263DA98-366B-45EA-BE29-6447468FB8B1}"/>
                </a:ext>
              </a:extLst>
            </p:cNvPr>
            <p:cNvSpPr>
              <a:spLocks noChangeArrowheads="1"/>
            </p:cNvSpPr>
            <p:nvPr/>
          </p:nvSpPr>
          <p:spPr bwMode="auto">
            <a:xfrm>
              <a:off x="4456113" y="363538"/>
              <a:ext cx="28098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4" name="Line 70">
              <a:extLst>
                <a:ext uri="{FF2B5EF4-FFF2-40B4-BE49-F238E27FC236}">
                  <a16:creationId xmlns:a16="http://schemas.microsoft.com/office/drawing/2014/main" id="{5E5F65C1-6A4D-435D-8DF8-8F6443DBEB62}"/>
                </a:ext>
              </a:extLst>
            </p:cNvPr>
            <p:cNvSpPr>
              <a:spLocks noChangeShapeType="1"/>
            </p:cNvSpPr>
            <p:nvPr/>
          </p:nvSpPr>
          <p:spPr bwMode="auto">
            <a:xfrm flipH="1">
              <a:off x="3352800" y="396081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5" name="Line 71">
              <a:extLst>
                <a:ext uri="{FF2B5EF4-FFF2-40B4-BE49-F238E27FC236}">
                  <a16:creationId xmlns:a16="http://schemas.microsoft.com/office/drawing/2014/main" id="{DE9B6674-0C22-4A12-855D-289DAFAB5DA3}"/>
                </a:ext>
              </a:extLst>
            </p:cNvPr>
            <p:cNvSpPr>
              <a:spLocks noChangeShapeType="1"/>
            </p:cNvSpPr>
            <p:nvPr/>
          </p:nvSpPr>
          <p:spPr bwMode="auto">
            <a:xfrm flipH="1">
              <a:off x="3513138" y="396081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6" name="Rectangle 72">
              <a:extLst>
                <a:ext uri="{FF2B5EF4-FFF2-40B4-BE49-F238E27FC236}">
                  <a16:creationId xmlns:a16="http://schemas.microsoft.com/office/drawing/2014/main" id="{7783C0E6-F811-46CB-971E-6AB6B2E450B1}"/>
                </a:ext>
              </a:extLst>
            </p:cNvPr>
            <p:cNvSpPr>
              <a:spLocks noChangeArrowheads="1"/>
            </p:cNvSpPr>
            <p:nvPr/>
          </p:nvSpPr>
          <p:spPr bwMode="auto">
            <a:xfrm>
              <a:off x="3333750" y="3979863"/>
              <a:ext cx="2809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7" name="Line 73">
              <a:extLst>
                <a:ext uri="{FF2B5EF4-FFF2-40B4-BE49-F238E27FC236}">
                  <a16:creationId xmlns:a16="http://schemas.microsoft.com/office/drawing/2014/main" id="{82504F13-AE87-474E-8C7E-3EEAD068E335}"/>
                </a:ext>
              </a:extLst>
            </p:cNvPr>
            <p:cNvSpPr>
              <a:spLocks noChangeShapeType="1"/>
            </p:cNvSpPr>
            <p:nvPr/>
          </p:nvSpPr>
          <p:spPr bwMode="auto">
            <a:xfrm flipH="1">
              <a:off x="3971925" y="221932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8" name="Line 74">
              <a:extLst>
                <a:ext uri="{FF2B5EF4-FFF2-40B4-BE49-F238E27FC236}">
                  <a16:creationId xmlns:a16="http://schemas.microsoft.com/office/drawing/2014/main" id="{481AD458-3938-4052-850F-5C2DEAAE21D5}"/>
                </a:ext>
              </a:extLst>
            </p:cNvPr>
            <p:cNvSpPr>
              <a:spLocks noChangeShapeType="1"/>
            </p:cNvSpPr>
            <p:nvPr/>
          </p:nvSpPr>
          <p:spPr bwMode="auto">
            <a:xfrm flipH="1">
              <a:off x="4132263" y="221932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79" name="Rectangle 75">
              <a:extLst>
                <a:ext uri="{FF2B5EF4-FFF2-40B4-BE49-F238E27FC236}">
                  <a16:creationId xmlns:a16="http://schemas.microsoft.com/office/drawing/2014/main" id="{0F1D4F77-4028-4206-884F-441372B3BED5}"/>
                </a:ext>
              </a:extLst>
            </p:cNvPr>
            <p:cNvSpPr>
              <a:spLocks noChangeArrowheads="1"/>
            </p:cNvSpPr>
            <p:nvPr/>
          </p:nvSpPr>
          <p:spPr bwMode="auto">
            <a:xfrm>
              <a:off x="3957638" y="2224088"/>
              <a:ext cx="28098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0" name="Rectangle 76">
              <a:extLst>
                <a:ext uri="{FF2B5EF4-FFF2-40B4-BE49-F238E27FC236}">
                  <a16:creationId xmlns:a16="http://schemas.microsoft.com/office/drawing/2014/main" id="{EBF39350-A254-4A2F-9D95-B14DAB0F8CD1}"/>
                </a:ext>
              </a:extLst>
            </p:cNvPr>
            <p:cNvSpPr>
              <a:spLocks noChangeArrowheads="1"/>
            </p:cNvSpPr>
            <p:nvPr/>
          </p:nvSpPr>
          <p:spPr bwMode="auto">
            <a:xfrm>
              <a:off x="5119688" y="3851275"/>
              <a:ext cx="1968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1" name="Rectangle 77">
              <a:extLst>
                <a:ext uri="{FF2B5EF4-FFF2-40B4-BE49-F238E27FC236}">
                  <a16:creationId xmlns:a16="http://schemas.microsoft.com/office/drawing/2014/main" id="{D2A94178-198E-4265-9B63-BD3FEB1C31B6}"/>
                </a:ext>
              </a:extLst>
            </p:cNvPr>
            <p:cNvSpPr>
              <a:spLocks noChangeArrowheads="1"/>
            </p:cNvSpPr>
            <p:nvPr/>
          </p:nvSpPr>
          <p:spPr bwMode="auto">
            <a:xfrm>
              <a:off x="5627688" y="4929188"/>
              <a:ext cx="1968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2" name="Rectangle 78">
              <a:extLst>
                <a:ext uri="{FF2B5EF4-FFF2-40B4-BE49-F238E27FC236}">
                  <a16:creationId xmlns:a16="http://schemas.microsoft.com/office/drawing/2014/main" id="{5BAE0058-0ADE-4A19-AE24-CCD60C1CCB4C}"/>
                </a:ext>
              </a:extLst>
            </p:cNvPr>
            <p:cNvSpPr>
              <a:spLocks noChangeArrowheads="1"/>
            </p:cNvSpPr>
            <p:nvPr/>
          </p:nvSpPr>
          <p:spPr bwMode="auto">
            <a:xfrm>
              <a:off x="3219450" y="2852738"/>
              <a:ext cx="1968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3" name="Rectangle 79">
              <a:extLst>
                <a:ext uri="{FF2B5EF4-FFF2-40B4-BE49-F238E27FC236}">
                  <a16:creationId xmlns:a16="http://schemas.microsoft.com/office/drawing/2014/main" id="{9B448287-011B-40F3-B420-B9A481A7CEC0}"/>
                </a:ext>
              </a:extLst>
            </p:cNvPr>
            <p:cNvSpPr>
              <a:spLocks noChangeArrowheads="1"/>
            </p:cNvSpPr>
            <p:nvPr/>
          </p:nvSpPr>
          <p:spPr bwMode="auto">
            <a:xfrm>
              <a:off x="4697413" y="2028825"/>
              <a:ext cx="1857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4" name="Rectangle 80">
              <a:extLst>
                <a:ext uri="{FF2B5EF4-FFF2-40B4-BE49-F238E27FC236}">
                  <a16:creationId xmlns:a16="http://schemas.microsoft.com/office/drawing/2014/main" id="{2ADFFAD4-C99D-4719-A661-05F10F33E3DF}"/>
                </a:ext>
              </a:extLst>
            </p:cNvPr>
            <p:cNvSpPr>
              <a:spLocks noChangeArrowheads="1"/>
            </p:cNvSpPr>
            <p:nvPr/>
          </p:nvSpPr>
          <p:spPr bwMode="auto">
            <a:xfrm>
              <a:off x="4376738" y="3330575"/>
              <a:ext cx="1857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5" name="Freeform 82">
              <a:extLst>
                <a:ext uri="{FF2B5EF4-FFF2-40B4-BE49-F238E27FC236}">
                  <a16:creationId xmlns:a16="http://schemas.microsoft.com/office/drawing/2014/main" id="{8E85F284-F1BA-40B1-9DE0-6B238B84DBBD}"/>
                </a:ext>
              </a:extLst>
            </p:cNvPr>
            <p:cNvSpPr>
              <a:spLocks/>
            </p:cNvSpPr>
            <p:nvPr/>
          </p:nvSpPr>
          <p:spPr bwMode="auto">
            <a:xfrm>
              <a:off x="4292600" y="3662363"/>
              <a:ext cx="136525" cy="114300"/>
            </a:xfrm>
            <a:custGeom>
              <a:avLst/>
              <a:gdLst>
                <a:gd name="T0" fmla="*/ 0 w 174"/>
                <a:gd name="T1" fmla="*/ 2147483646 h 145"/>
                <a:gd name="T2" fmla="*/ 2147483646 w 174"/>
                <a:gd name="T3" fmla="*/ 2147483646 h 145"/>
                <a:gd name="T4" fmla="*/ 2147483646 w 174"/>
                <a:gd name="T5" fmla="*/ 0 h 145"/>
                <a:gd name="T6" fmla="*/ 2147483646 w 174"/>
                <a:gd name="T7" fmla="*/ 2147483646 h 145"/>
                <a:gd name="T8" fmla="*/ 0 w 174"/>
                <a:gd name="T9" fmla="*/ 2147483646 h 145"/>
                <a:gd name="T10" fmla="*/ 0 60000 65536"/>
                <a:gd name="T11" fmla="*/ 0 60000 65536"/>
                <a:gd name="T12" fmla="*/ 0 60000 65536"/>
                <a:gd name="T13" fmla="*/ 0 60000 65536"/>
                <a:gd name="T14" fmla="*/ 0 60000 65536"/>
                <a:gd name="T15" fmla="*/ 0 w 174"/>
                <a:gd name="T16" fmla="*/ 0 h 145"/>
                <a:gd name="T17" fmla="*/ 174 w 174"/>
                <a:gd name="T18" fmla="*/ 145 h 145"/>
              </a:gdLst>
              <a:ahLst/>
              <a:cxnLst>
                <a:cxn ang="T10">
                  <a:pos x="T0" y="T1"/>
                </a:cxn>
                <a:cxn ang="T11">
                  <a:pos x="T2" y="T3"/>
                </a:cxn>
                <a:cxn ang="T12">
                  <a:pos x="T4" y="T5"/>
                </a:cxn>
                <a:cxn ang="T13">
                  <a:pos x="T6" y="T7"/>
                </a:cxn>
                <a:cxn ang="T14">
                  <a:pos x="T8" y="T9"/>
                </a:cxn>
              </a:cxnLst>
              <a:rect l="T15" t="T16" r="T17" b="T18"/>
              <a:pathLst>
                <a:path w="174" h="145">
                  <a:moveTo>
                    <a:pt x="0" y="58"/>
                  </a:moveTo>
                  <a:lnTo>
                    <a:pt x="174" y="145"/>
                  </a:lnTo>
                  <a:lnTo>
                    <a:pt x="58" y="0"/>
                  </a:lnTo>
                  <a:lnTo>
                    <a:pt x="29" y="29"/>
                  </a:lnTo>
                  <a:lnTo>
                    <a:pt x="0" y="5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6" name="Freeform 83">
              <a:extLst>
                <a:ext uri="{FF2B5EF4-FFF2-40B4-BE49-F238E27FC236}">
                  <a16:creationId xmlns:a16="http://schemas.microsoft.com/office/drawing/2014/main" id="{A18E397F-376B-466B-B93E-3DFD05057A46}"/>
                </a:ext>
              </a:extLst>
            </p:cNvPr>
            <p:cNvSpPr>
              <a:spLocks/>
            </p:cNvSpPr>
            <p:nvPr/>
          </p:nvSpPr>
          <p:spPr bwMode="auto">
            <a:xfrm>
              <a:off x="3390900" y="1681163"/>
              <a:ext cx="955675" cy="2009775"/>
            </a:xfrm>
            <a:custGeom>
              <a:avLst/>
              <a:gdLst>
                <a:gd name="T0" fmla="*/ 2147483646 w 1205"/>
                <a:gd name="T1" fmla="*/ 2147483646 h 2532"/>
                <a:gd name="T2" fmla="*/ 2147483646 w 1205"/>
                <a:gd name="T3" fmla="*/ 2147483646 h 2532"/>
                <a:gd name="T4" fmla="*/ 2147483646 w 1205"/>
                <a:gd name="T5" fmla="*/ 2147483646 h 2532"/>
                <a:gd name="T6" fmla="*/ 2147483646 w 1205"/>
                <a:gd name="T7" fmla="*/ 2147483646 h 2532"/>
                <a:gd name="T8" fmla="*/ 2147483646 w 1205"/>
                <a:gd name="T9" fmla="*/ 2147483646 h 2532"/>
                <a:gd name="T10" fmla="*/ 2147483646 w 1205"/>
                <a:gd name="T11" fmla="*/ 2147483646 h 2532"/>
                <a:gd name="T12" fmla="*/ 2147483646 w 1205"/>
                <a:gd name="T13" fmla="*/ 2147483646 h 2532"/>
                <a:gd name="T14" fmla="*/ 2147483646 w 1205"/>
                <a:gd name="T15" fmla="*/ 2147483646 h 2532"/>
                <a:gd name="T16" fmla="*/ 2147483646 w 1205"/>
                <a:gd name="T17" fmla="*/ 2147483646 h 2532"/>
                <a:gd name="T18" fmla="*/ 2147483646 w 1205"/>
                <a:gd name="T19" fmla="*/ 2147483646 h 2532"/>
                <a:gd name="T20" fmla="*/ 2147483646 w 1205"/>
                <a:gd name="T21" fmla="*/ 2147483646 h 2532"/>
                <a:gd name="T22" fmla="*/ 2147483646 w 1205"/>
                <a:gd name="T23" fmla="*/ 2147483646 h 2532"/>
                <a:gd name="T24" fmla="*/ 2147483646 w 1205"/>
                <a:gd name="T25" fmla="*/ 2147483646 h 2532"/>
                <a:gd name="T26" fmla="*/ 2147483646 w 1205"/>
                <a:gd name="T27" fmla="*/ 2147483646 h 2532"/>
                <a:gd name="T28" fmla="*/ 2147483646 w 1205"/>
                <a:gd name="T29" fmla="*/ 2147483646 h 2532"/>
                <a:gd name="T30" fmla="*/ 2147483646 w 1205"/>
                <a:gd name="T31" fmla="*/ 2147483646 h 2532"/>
                <a:gd name="T32" fmla="*/ 0 w 1205"/>
                <a:gd name="T33" fmla="*/ 2147483646 h 2532"/>
                <a:gd name="T34" fmla="*/ 2147483646 w 1205"/>
                <a:gd name="T35" fmla="*/ 2147483646 h 2532"/>
                <a:gd name="T36" fmla="*/ 2147483646 w 1205"/>
                <a:gd name="T37" fmla="*/ 2147483646 h 2532"/>
                <a:gd name="T38" fmla="*/ 2147483646 w 1205"/>
                <a:gd name="T39" fmla="*/ 2147483646 h 2532"/>
                <a:gd name="T40" fmla="*/ 2147483646 w 1205"/>
                <a:gd name="T41" fmla="*/ 2147483646 h 2532"/>
                <a:gd name="T42" fmla="*/ 2147483646 w 1205"/>
                <a:gd name="T43" fmla="*/ 2147483646 h 2532"/>
                <a:gd name="T44" fmla="*/ 2147483646 w 1205"/>
                <a:gd name="T45" fmla="*/ 2147483646 h 2532"/>
                <a:gd name="T46" fmla="*/ 2147483646 w 1205"/>
                <a:gd name="T47" fmla="*/ 2147483646 h 2532"/>
                <a:gd name="T48" fmla="*/ 2147483646 w 1205"/>
                <a:gd name="T49" fmla="*/ 2147483646 h 2532"/>
                <a:gd name="T50" fmla="*/ 2147483646 w 1205"/>
                <a:gd name="T51" fmla="*/ 2147483646 h 2532"/>
                <a:gd name="T52" fmla="*/ 2147483646 w 1205"/>
                <a:gd name="T53" fmla="*/ 2147483646 h 2532"/>
                <a:gd name="T54" fmla="*/ 2147483646 w 1205"/>
                <a:gd name="T55" fmla="*/ 2147483646 h 2532"/>
                <a:gd name="T56" fmla="*/ 2147483646 w 1205"/>
                <a:gd name="T57" fmla="*/ 2147483646 h 2532"/>
                <a:gd name="T58" fmla="*/ 2147483646 w 1205"/>
                <a:gd name="T59" fmla="*/ 2147483646 h 2532"/>
                <a:gd name="T60" fmla="*/ 2147483646 w 1205"/>
                <a:gd name="T61" fmla="*/ 2147483646 h 2532"/>
                <a:gd name="T62" fmla="*/ 2147483646 w 1205"/>
                <a:gd name="T63" fmla="*/ 2147483646 h 2532"/>
                <a:gd name="T64" fmla="*/ 2147483646 w 1205"/>
                <a:gd name="T65" fmla="*/ 0 h 25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5"/>
                <a:gd name="T100" fmla="*/ 0 h 2532"/>
                <a:gd name="T101" fmla="*/ 1205 w 1205"/>
                <a:gd name="T102" fmla="*/ 2532 h 25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5" h="2532">
                  <a:moveTo>
                    <a:pt x="1161" y="2532"/>
                  </a:moveTo>
                  <a:lnTo>
                    <a:pt x="1017" y="2405"/>
                  </a:lnTo>
                  <a:lnTo>
                    <a:pt x="884" y="2286"/>
                  </a:lnTo>
                  <a:lnTo>
                    <a:pt x="759" y="2173"/>
                  </a:lnTo>
                  <a:lnTo>
                    <a:pt x="645" y="2068"/>
                  </a:lnTo>
                  <a:lnTo>
                    <a:pt x="539" y="1968"/>
                  </a:lnTo>
                  <a:lnTo>
                    <a:pt x="443" y="1873"/>
                  </a:lnTo>
                  <a:lnTo>
                    <a:pt x="356" y="1785"/>
                  </a:lnTo>
                  <a:lnTo>
                    <a:pt x="280" y="1701"/>
                  </a:lnTo>
                  <a:lnTo>
                    <a:pt x="212" y="1622"/>
                  </a:lnTo>
                  <a:lnTo>
                    <a:pt x="154" y="1547"/>
                  </a:lnTo>
                  <a:lnTo>
                    <a:pt x="105" y="1475"/>
                  </a:lnTo>
                  <a:lnTo>
                    <a:pt x="64" y="1405"/>
                  </a:lnTo>
                  <a:lnTo>
                    <a:pt x="34" y="1340"/>
                  </a:lnTo>
                  <a:lnTo>
                    <a:pt x="14" y="1276"/>
                  </a:lnTo>
                  <a:lnTo>
                    <a:pt x="2" y="1213"/>
                  </a:lnTo>
                  <a:lnTo>
                    <a:pt x="0" y="1153"/>
                  </a:lnTo>
                  <a:lnTo>
                    <a:pt x="7" y="1094"/>
                  </a:lnTo>
                  <a:lnTo>
                    <a:pt x="23" y="1035"/>
                  </a:lnTo>
                  <a:lnTo>
                    <a:pt x="49" y="975"/>
                  </a:lnTo>
                  <a:lnTo>
                    <a:pt x="83" y="915"/>
                  </a:lnTo>
                  <a:lnTo>
                    <a:pt x="127" y="854"/>
                  </a:lnTo>
                  <a:lnTo>
                    <a:pt x="178" y="792"/>
                  </a:lnTo>
                  <a:lnTo>
                    <a:pt x="241" y="729"/>
                  </a:lnTo>
                  <a:lnTo>
                    <a:pt x="311" y="662"/>
                  </a:lnTo>
                  <a:lnTo>
                    <a:pt x="392" y="593"/>
                  </a:lnTo>
                  <a:lnTo>
                    <a:pt x="482" y="522"/>
                  </a:lnTo>
                  <a:lnTo>
                    <a:pt x="580" y="446"/>
                  </a:lnTo>
                  <a:lnTo>
                    <a:pt x="686" y="366"/>
                  </a:lnTo>
                  <a:lnTo>
                    <a:pt x="802" y="283"/>
                  </a:lnTo>
                  <a:lnTo>
                    <a:pt x="928" y="195"/>
                  </a:lnTo>
                  <a:lnTo>
                    <a:pt x="1062" y="101"/>
                  </a:lnTo>
                  <a:lnTo>
                    <a:pt x="1205"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7" name="Rectangle 84">
              <a:extLst>
                <a:ext uri="{FF2B5EF4-FFF2-40B4-BE49-F238E27FC236}">
                  <a16:creationId xmlns:a16="http://schemas.microsoft.com/office/drawing/2014/main" id="{D3EA912C-7626-415A-981B-A8B6C29F1284}"/>
                </a:ext>
              </a:extLst>
            </p:cNvPr>
            <p:cNvSpPr>
              <a:spLocks noChangeArrowheads="1"/>
            </p:cNvSpPr>
            <p:nvPr/>
          </p:nvSpPr>
          <p:spPr bwMode="auto">
            <a:xfrm>
              <a:off x="4376738" y="4640263"/>
              <a:ext cx="1857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8" name="Rectangle 31">
              <a:extLst>
                <a:ext uri="{FF2B5EF4-FFF2-40B4-BE49-F238E27FC236}">
                  <a16:creationId xmlns:a16="http://schemas.microsoft.com/office/drawing/2014/main" id="{4B0A9E6F-DB48-405B-BA0D-97777B2A8DC8}"/>
                </a:ext>
              </a:extLst>
            </p:cNvPr>
            <p:cNvSpPr>
              <a:spLocks noChangeArrowheads="1"/>
            </p:cNvSpPr>
            <p:nvPr/>
          </p:nvSpPr>
          <p:spPr bwMode="auto">
            <a:xfrm>
              <a:off x="4368800" y="2678113"/>
              <a:ext cx="2143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89" name="Rectangle 32">
              <a:extLst>
                <a:ext uri="{FF2B5EF4-FFF2-40B4-BE49-F238E27FC236}">
                  <a16:creationId xmlns:a16="http://schemas.microsoft.com/office/drawing/2014/main" id="{5F12D313-5205-47F5-9248-C98FD4478C56}"/>
                </a:ext>
              </a:extLst>
            </p:cNvPr>
            <p:cNvSpPr>
              <a:spLocks noChangeArrowheads="1"/>
            </p:cNvSpPr>
            <p:nvPr/>
          </p:nvSpPr>
          <p:spPr bwMode="auto">
            <a:xfrm>
              <a:off x="4737100" y="2678113"/>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0" name="Rectangle 34">
              <a:extLst>
                <a:ext uri="{FF2B5EF4-FFF2-40B4-BE49-F238E27FC236}">
                  <a16:creationId xmlns:a16="http://schemas.microsoft.com/office/drawing/2014/main" id="{E335952E-4A3A-4377-A5E6-CBB208E8139E}"/>
                </a:ext>
              </a:extLst>
            </p:cNvPr>
            <p:cNvSpPr>
              <a:spLocks noChangeArrowheads="1"/>
            </p:cNvSpPr>
            <p:nvPr/>
          </p:nvSpPr>
          <p:spPr bwMode="auto">
            <a:xfrm>
              <a:off x="4651375" y="2671763"/>
              <a:ext cx="9048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1" name="Rectangle 35">
              <a:extLst>
                <a:ext uri="{FF2B5EF4-FFF2-40B4-BE49-F238E27FC236}">
                  <a16:creationId xmlns:a16="http://schemas.microsoft.com/office/drawing/2014/main" id="{DBB1D58F-B964-44E9-86EA-E65B318A8D89}"/>
                </a:ext>
              </a:extLst>
            </p:cNvPr>
            <p:cNvSpPr>
              <a:spLocks noChangeArrowheads="1"/>
            </p:cNvSpPr>
            <p:nvPr/>
          </p:nvSpPr>
          <p:spPr bwMode="auto">
            <a:xfrm>
              <a:off x="4368800" y="3976688"/>
              <a:ext cx="2143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2" name="Rectangle 43">
              <a:extLst>
                <a:ext uri="{FF2B5EF4-FFF2-40B4-BE49-F238E27FC236}">
                  <a16:creationId xmlns:a16="http://schemas.microsoft.com/office/drawing/2014/main" id="{5DCA6478-7DA2-4E9C-99DF-5CA87D58684D}"/>
                </a:ext>
              </a:extLst>
            </p:cNvPr>
            <p:cNvSpPr>
              <a:spLocks noChangeArrowheads="1"/>
            </p:cNvSpPr>
            <p:nvPr/>
          </p:nvSpPr>
          <p:spPr bwMode="auto">
            <a:xfrm>
              <a:off x="4651375" y="3970338"/>
              <a:ext cx="9048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3" name="Rectangle 36">
              <a:extLst>
                <a:ext uri="{FF2B5EF4-FFF2-40B4-BE49-F238E27FC236}">
                  <a16:creationId xmlns:a16="http://schemas.microsoft.com/office/drawing/2014/main" id="{28E4DC40-9CC1-44E1-BBA3-0A23E1ECB9DF}"/>
                </a:ext>
              </a:extLst>
            </p:cNvPr>
            <p:cNvSpPr>
              <a:spLocks noChangeArrowheads="1"/>
            </p:cNvSpPr>
            <p:nvPr/>
          </p:nvSpPr>
          <p:spPr bwMode="auto">
            <a:xfrm>
              <a:off x="4737100" y="3976688"/>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4" name="Freeform 46">
              <a:extLst>
                <a:ext uri="{FF2B5EF4-FFF2-40B4-BE49-F238E27FC236}">
                  <a16:creationId xmlns:a16="http://schemas.microsoft.com/office/drawing/2014/main" id="{01971F13-6CF8-4DE9-A446-A60FBED95F8F}"/>
                </a:ext>
              </a:extLst>
            </p:cNvPr>
            <p:cNvSpPr>
              <a:spLocks/>
            </p:cNvSpPr>
            <p:nvPr/>
          </p:nvSpPr>
          <p:spPr bwMode="auto">
            <a:xfrm>
              <a:off x="4291013" y="5059363"/>
              <a:ext cx="647700" cy="649287"/>
            </a:xfrm>
            <a:custGeom>
              <a:avLst/>
              <a:gdLst>
                <a:gd name="T0" fmla="*/ 2147483646 w 817"/>
                <a:gd name="T1" fmla="*/ 2147483646 h 819"/>
                <a:gd name="T2" fmla="*/ 2147483646 w 817"/>
                <a:gd name="T3" fmla="*/ 2147483646 h 819"/>
                <a:gd name="T4" fmla="*/ 2147483646 w 817"/>
                <a:gd name="T5" fmla="*/ 2147483646 h 819"/>
                <a:gd name="T6" fmla="*/ 2147483646 w 817"/>
                <a:gd name="T7" fmla="*/ 2147483646 h 819"/>
                <a:gd name="T8" fmla="*/ 2147483646 w 817"/>
                <a:gd name="T9" fmla="*/ 2147483646 h 819"/>
                <a:gd name="T10" fmla="*/ 2147483646 w 817"/>
                <a:gd name="T11" fmla="*/ 2147483646 h 819"/>
                <a:gd name="T12" fmla="*/ 2147483646 w 817"/>
                <a:gd name="T13" fmla="*/ 2147483646 h 819"/>
                <a:gd name="T14" fmla="*/ 2147483646 w 817"/>
                <a:gd name="T15" fmla="*/ 2147483646 h 819"/>
                <a:gd name="T16" fmla="*/ 2147483646 w 817"/>
                <a:gd name="T17" fmla="*/ 2147483646 h 819"/>
                <a:gd name="T18" fmla="*/ 2147483646 w 817"/>
                <a:gd name="T19" fmla="*/ 2147483646 h 819"/>
                <a:gd name="T20" fmla="*/ 0 w 817"/>
                <a:gd name="T21" fmla="*/ 2147483646 h 819"/>
                <a:gd name="T22" fmla="*/ 2147483646 w 817"/>
                <a:gd name="T23" fmla="*/ 2147483646 h 819"/>
                <a:gd name="T24" fmla="*/ 2147483646 w 817"/>
                <a:gd name="T25" fmla="*/ 2147483646 h 819"/>
                <a:gd name="T26" fmla="*/ 2147483646 w 817"/>
                <a:gd name="T27" fmla="*/ 2147483646 h 819"/>
                <a:gd name="T28" fmla="*/ 2147483646 w 817"/>
                <a:gd name="T29" fmla="*/ 2147483646 h 819"/>
                <a:gd name="T30" fmla="*/ 2147483646 w 817"/>
                <a:gd name="T31" fmla="*/ 2147483646 h 819"/>
                <a:gd name="T32" fmla="*/ 2147483646 w 817"/>
                <a:gd name="T33" fmla="*/ 2147483646 h 819"/>
                <a:gd name="T34" fmla="*/ 2147483646 w 817"/>
                <a:gd name="T35" fmla="*/ 2147483646 h 819"/>
                <a:gd name="T36" fmla="*/ 2147483646 w 817"/>
                <a:gd name="T37" fmla="*/ 2147483646 h 819"/>
                <a:gd name="T38" fmla="*/ 2147483646 w 817"/>
                <a:gd name="T39" fmla="*/ 2147483646 h 819"/>
                <a:gd name="T40" fmla="*/ 2147483646 w 817"/>
                <a:gd name="T41" fmla="*/ 2147483646 h 819"/>
                <a:gd name="T42" fmla="*/ 2147483646 w 817"/>
                <a:gd name="T43" fmla="*/ 2147483646 h 819"/>
                <a:gd name="T44" fmla="*/ 2147483646 w 817"/>
                <a:gd name="T45" fmla="*/ 2147483646 h 819"/>
                <a:gd name="T46" fmla="*/ 2147483646 w 817"/>
                <a:gd name="T47" fmla="*/ 2147483646 h 819"/>
                <a:gd name="T48" fmla="*/ 2147483646 w 817"/>
                <a:gd name="T49" fmla="*/ 2147483646 h 819"/>
                <a:gd name="T50" fmla="*/ 2147483646 w 817"/>
                <a:gd name="T51" fmla="*/ 2147483646 h 819"/>
                <a:gd name="T52" fmla="*/ 2147483646 w 817"/>
                <a:gd name="T53" fmla="*/ 2147483646 h 819"/>
                <a:gd name="T54" fmla="*/ 2147483646 w 817"/>
                <a:gd name="T55" fmla="*/ 2147483646 h 819"/>
                <a:gd name="T56" fmla="*/ 2147483646 w 817"/>
                <a:gd name="T57" fmla="*/ 2147483646 h 819"/>
                <a:gd name="T58" fmla="*/ 2147483646 w 817"/>
                <a:gd name="T59" fmla="*/ 2147483646 h 819"/>
                <a:gd name="T60" fmla="*/ 2147483646 w 817"/>
                <a:gd name="T61" fmla="*/ 2147483646 h 819"/>
                <a:gd name="T62" fmla="*/ 2147483646 w 817"/>
                <a:gd name="T63" fmla="*/ 2147483646 h 819"/>
                <a:gd name="T64" fmla="*/ 2147483646 w 817"/>
                <a:gd name="T65" fmla="*/ 2147483646 h 819"/>
                <a:gd name="T66" fmla="*/ 2147483646 w 817"/>
                <a:gd name="T67" fmla="*/ 2147483646 h 819"/>
                <a:gd name="T68" fmla="*/ 2147483646 w 817"/>
                <a:gd name="T69" fmla="*/ 2147483646 h 819"/>
                <a:gd name="T70" fmla="*/ 2147483646 w 817"/>
                <a:gd name="T71" fmla="*/ 2147483646 h 819"/>
                <a:gd name="T72" fmla="*/ 2147483646 w 817"/>
                <a:gd name="T73" fmla="*/ 2147483646 h 819"/>
                <a:gd name="T74" fmla="*/ 2147483646 w 817"/>
                <a:gd name="T75" fmla="*/ 2147483646 h 819"/>
                <a:gd name="T76" fmla="*/ 2147483646 w 817"/>
                <a:gd name="T77" fmla="*/ 2147483646 h 819"/>
                <a:gd name="T78" fmla="*/ 2147483646 w 817"/>
                <a:gd name="T79" fmla="*/ 2147483646 h 819"/>
                <a:gd name="T80" fmla="*/ 2147483646 w 817"/>
                <a:gd name="T81" fmla="*/ 2147483646 h 819"/>
                <a:gd name="T82" fmla="*/ 2147483646 w 817"/>
                <a:gd name="T83" fmla="*/ 2147483646 h 819"/>
                <a:gd name="T84" fmla="*/ 2147483646 w 817"/>
                <a:gd name="T85" fmla="*/ 2147483646 h 819"/>
                <a:gd name="T86" fmla="*/ 2147483646 w 817"/>
                <a:gd name="T87" fmla="*/ 0 h 8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7"/>
                <a:gd name="T133" fmla="*/ 0 h 819"/>
                <a:gd name="T134" fmla="*/ 817 w 817"/>
                <a:gd name="T135" fmla="*/ 819 h 8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7" h="819">
                  <a:moveTo>
                    <a:pt x="408" y="0"/>
                  </a:moveTo>
                  <a:lnTo>
                    <a:pt x="387" y="0"/>
                  </a:lnTo>
                  <a:lnTo>
                    <a:pt x="366" y="2"/>
                  </a:lnTo>
                  <a:lnTo>
                    <a:pt x="346" y="5"/>
                  </a:lnTo>
                  <a:lnTo>
                    <a:pt x="326" y="9"/>
                  </a:lnTo>
                  <a:lnTo>
                    <a:pt x="306" y="13"/>
                  </a:lnTo>
                  <a:lnTo>
                    <a:pt x="287" y="19"/>
                  </a:lnTo>
                  <a:lnTo>
                    <a:pt x="268" y="25"/>
                  </a:lnTo>
                  <a:lnTo>
                    <a:pt x="250" y="32"/>
                  </a:lnTo>
                  <a:lnTo>
                    <a:pt x="231" y="41"/>
                  </a:lnTo>
                  <a:lnTo>
                    <a:pt x="214" y="49"/>
                  </a:lnTo>
                  <a:lnTo>
                    <a:pt x="196" y="60"/>
                  </a:lnTo>
                  <a:lnTo>
                    <a:pt x="180" y="70"/>
                  </a:lnTo>
                  <a:lnTo>
                    <a:pt x="163" y="81"/>
                  </a:lnTo>
                  <a:lnTo>
                    <a:pt x="149" y="94"/>
                  </a:lnTo>
                  <a:lnTo>
                    <a:pt x="133" y="106"/>
                  </a:lnTo>
                  <a:lnTo>
                    <a:pt x="120" y="120"/>
                  </a:lnTo>
                  <a:lnTo>
                    <a:pt x="105" y="135"/>
                  </a:lnTo>
                  <a:lnTo>
                    <a:pt x="92" y="149"/>
                  </a:lnTo>
                  <a:lnTo>
                    <a:pt x="81" y="165"/>
                  </a:lnTo>
                  <a:lnTo>
                    <a:pt x="69" y="181"/>
                  </a:lnTo>
                  <a:lnTo>
                    <a:pt x="59" y="197"/>
                  </a:lnTo>
                  <a:lnTo>
                    <a:pt x="49" y="214"/>
                  </a:lnTo>
                  <a:lnTo>
                    <a:pt x="40" y="231"/>
                  </a:lnTo>
                  <a:lnTo>
                    <a:pt x="32" y="250"/>
                  </a:lnTo>
                  <a:lnTo>
                    <a:pt x="24" y="269"/>
                  </a:lnTo>
                  <a:lnTo>
                    <a:pt x="17" y="288"/>
                  </a:lnTo>
                  <a:lnTo>
                    <a:pt x="13" y="306"/>
                  </a:lnTo>
                  <a:lnTo>
                    <a:pt x="7" y="327"/>
                  </a:lnTo>
                  <a:lnTo>
                    <a:pt x="4" y="347"/>
                  </a:lnTo>
                  <a:lnTo>
                    <a:pt x="1" y="367"/>
                  </a:lnTo>
                  <a:lnTo>
                    <a:pt x="0" y="389"/>
                  </a:lnTo>
                  <a:lnTo>
                    <a:pt x="0" y="409"/>
                  </a:lnTo>
                  <a:lnTo>
                    <a:pt x="0" y="430"/>
                  </a:lnTo>
                  <a:lnTo>
                    <a:pt x="1" y="451"/>
                  </a:lnTo>
                  <a:lnTo>
                    <a:pt x="4" y="471"/>
                  </a:lnTo>
                  <a:lnTo>
                    <a:pt x="7" y="491"/>
                  </a:lnTo>
                  <a:lnTo>
                    <a:pt x="13" y="511"/>
                  </a:lnTo>
                  <a:lnTo>
                    <a:pt x="17" y="530"/>
                  </a:lnTo>
                  <a:lnTo>
                    <a:pt x="24" y="550"/>
                  </a:lnTo>
                  <a:lnTo>
                    <a:pt x="32" y="569"/>
                  </a:lnTo>
                  <a:lnTo>
                    <a:pt x="40" y="586"/>
                  </a:lnTo>
                  <a:lnTo>
                    <a:pt x="49" y="604"/>
                  </a:lnTo>
                  <a:lnTo>
                    <a:pt x="59" y="621"/>
                  </a:lnTo>
                  <a:lnTo>
                    <a:pt x="69" y="638"/>
                  </a:lnTo>
                  <a:lnTo>
                    <a:pt x="81" y="654"/>
                  </a:lnTo>
                  <a:lnTo>
                    <a:pt x="92" y="668"/>
                  </a:lnTo>
                  <a:lnTo>
                    <a:pt x="105" y="684"/>
                  </a:lnTo>
                  <a:lnTo>
                    <a:pt x="120" y="699"/>
                  </a:lnTo>
                  <a:lnTo>
                    <a:pt x="133" y="712"/>
                  </a:lnTo>
                  <a:lnTo>
                    <a:pt x="149" y="725"/>
                  </a:lnTo>
                  <a:lnTo>
                    <a:pt x="163" y="736"/>
                  </a:lnTo>
                  <a:lnTo>
                    <a:pt x="180" y="748"/>
                  </a:lnTo>
                  <a:lnTo>
                    <a:pt x="196" y="759"/>
                  </a:lnTo>
                  <a:lnTo>
                    <a:pt x="214" y="768"/>
                  </a:lnTo>
                  <a:lnTo>
                    <a:pt x="231" y="778"/>
                  </a:lnTo>
                  <a:lnTo>
                    <a:pt x="250" y="785"/>
                  </a:lnTo>
                  <a:lnTo>
                    <a:pt x="268" y="793"/>
                  </a:lnTo>
                  <a:lnTo>
                    <a:pt x="287" y="800"/>
                  </a:lnTo>
                  <a:lnTo>
                    <a:pt x="306" y="806"/>
                  </a:lnTo>
                  <a:lnTo>
                    <a:pt x="326" y="810"/>
                  </a:lnTo>
                  <a:lnTo>
                    <a:pt x="346" y="813"/>
                  </a:lnTo>
                  <a:lnTo>
                    <a:pt x="366" y="816"/>
                  </a:lnTo>
                  <a:lnTo>
                    <a:pt x="387" y="817"/>
                  </a:lnTo>
                  <a:lnTo>
                    <a:pt x="408" y="819"/>
                  </a:lnTo>
                  <a:lnTo>
                    <a:pt x="430" y="817"/>
                  </a:lnTo>
                  <a:lnTo>
                    <a:pt x="450" y="816"/>
                  </a:lnTo>
                  <a:lnTo>
                    <a:pt x="470" y="813"/>
                  </a:lnTo>
                  <a:lnTo>
                    <a:pt x="491" y="810"/>
                  </a:lnTo>
                  <a:lnTo>
                    <a:pt x="511" y="806"/>
                  </a:lnTo>
                  <a:lnTo>
                    <a:pt x="530" y="800"/>
                  </a:lnTo>
                  <a:lnTo>
                    <a:pt x="548" y="793"/>
                  </a:lnTo>
                  <a:lnTo>
                    <a:pt x="567" y="785"/>
                  </a:lnTo>
                  <a:lnTo>
                    <a:pt x="586" y="778"/>
                  </a:lnTo>
                  <a:lnTo>
                    <a:pt x="603" y="768"/>
                  </a:lnTo>
                  <a:lnTo>
                    <a:pt x="620" y="759"/>
                  </a:lnTo>
                  <a:lnTo>
                    <a:pt x="636" y="748"/>
                  </a:lnTo>
                  <a:lnTo>
                    <a:pt x="654" y="736"/>
                  </a:lnTo>
                  <a:lnTo>
                    <a:pt x="668" y="725"/>
                  </a:lnTo>
                  <a:lnTo>
                    <a:pt x="684" y="712"/>
                  </a:lnTo>
                  <a:lnTo>
                    <a:pt x="697" y="699"/>
                  </a:lnTo>
                  <a:lnTo>
                    <a:pt x="711" y="684"/>
                  </a:lnTo>
                  <a:lnTo>
                    <a:pt x="724" y="668"/>
                  </a:lnTo>
                  <a:lnTo>
                    <a:pt x="736" y="654"/>
                  </a:lnTo>
                  <a:lnTo>
                    <a:pt x="748" y="638"/>
                  </a:lnTo>
                  <a:lnTo>
                    <a:pt x="758" y="621"/>
                  </a:lnTo>
                  <a:lnTo>
                    <a:pt x="768" y="604"/>
                  </a:lnTo>
                  <a:lnTo>
                    <a:pt x="776" y="586"/>
                  </a:lnTo>
                  <a:lnTo>
                    <a:pt x="785" y="569"/>
                  </a:lnTo>
                  <a:lnTo>
                    <a:pt x="792" y="550"/>
                  </a:lnTo>
                  <a:lnTo>
                    <a:pt x="799" y="530"/>
                  </a:lnTo>
                  <a:lnTo>
                    <a:pt x="804" y="511"/>
                  </a:lnTo>
                  <a:lnTo>
                    <a:pt x="810" y="491"/>
                  </a:lnTo>
                  <a:lnTo>
                    <a:pt x="812" y="471"/>
                  </a:lnTo>
                  <a:lnTo>
                    <a:pt x="815" y="451"/>
                  </a:lnTo>
                  <a:lnTo>
                    <a:pt x="817" y="430"/>
                  </a:lnTo>
                  <a:lnTo>
                    <a:pt x="817" y="409"/>
                  </a:lnTo>
                  <a:lnTo>
                    <a:pt x="817" y="389"/>
                  </a:lnTo>
                  <a:lnTo>
                    <a:pt x="815" y="367"/>
                  </a:lnTo>
                  <a:lnTo>
                    <a:pt x="812" y="347"/>
                  </a:lnTo>
                  <a:lnTo>
                    <a:pt x="810" y="327"/>
                  </a:lnTo>
                  <a:lnTo>
                    <a:pt x="804" y="306"/>
                  </a:lnTo>
                  <a:lnTo>
                    <a:pt x="799" y="288"/>
                  </a:lnTo>
                  <a:lnTo>
                    <a:pt x="792" y="269"/>
                  </a:lnTo>
                  <a:lnTo>
                    <a:pt x="785" y="250"/>
                  </a:lnTo>
                  <a:lnTo>
                    <a:pt x="776" y="231"/>
                  </a:lnTo>
                  <a:lnTo>
                    <a:pt x="768" y="214"/>
                  </a:lnTo>
                  <a:lnTo>
                    <a:pt x="758" y="197"/>
                  </a:lnTo>
                  <a:lnTo>
                    <a:pt x="748" y="181"/>
                  </a:lnTo>
                  <a:lnTo>
                    <a:pt x="736" y="165"/>
                  </a:lnTo>
                  <a:lnTo>
                    <a:pt x="724" y="149"/>
                  </a:lnTo>
                  <a:lnTo>
                    <a:pt x="711" y="135"/>
                  </a:lnTo>
                  <a:lnTo>
                    <a:pt x="697" y="120"/>
                  </a:lnTo>
                  <a:lnTo>
                    <a:pt x="684" y="106"/>
                  </a:lnTo>
                  <a:lnTo>
                    <a:pt x="668" y="94"/>
                  </a:lnTo>
                  <a:lnTo>
                    <a:pt x="654" y="81"/>
                  </a:lnTo>
                  <a:lnTo>
                    <a:pt x="636" y="70"/>
                  </a:lnTo>
                  <a:lnTo>
                    <a:pt x="620" y="60"/>
                  </a:lnTo>
                  <a:lnTo>
                    <a:pt x="603" y="49"/>
                  </a:lnTo>
                  <a:lnTo>
                    <a:pt x="586" y="41"/>
                  </a:lnTo>
                  <a:lnTo>
                    <a:pt x="567" y="32"/>
                  </a:lnTo>
                  <a:lnTo>
                    <a:pt x="548" y="25"/>
                  </a:lnTo>
                  <a:lnTo>
                    <a:pt x="530" y="19"/>
                  </a:lnTo>
                  <a:lnTo>
                    <a:pt x="511" y="13"/>
                  </a:lnTo>
                  <a:lnTo>
                    <a:pt x="491" y="9"/>
                  </a:lnTo>
                  <a:lnTo>
                    <a:pt x="470" y="5"/>
                  </a:lnTo>
                  <a:lnTo>
                    <a:pt x="450" y="2"/>
                  </a:lnTo>
                  <a:lnTo>
                    <a:pt x="430" y="0"/>
                  </a:lnTo>
                  <a:lnTo>
                    <a:pt x="408" y="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5" name="Rectangle 44">
              <a:extLst>
                <a:ext uri="{FF2B5EF4-FFF2-40B4-BE49-F238E27FC236}">
                  <a16:creationId xmlns:a16="http://schemas.microsoft.com/office/drawing/2014/main" id="{221CE1CA-0FA3-4FA3-B469-7732D1088ED4}"/>
                </a:ext>
              </a:extLst>
            </p:cNvPr>
            <p:cNvSpPr>
              <a:spLocks noChangeArrowheads="1"/>
            </p:cNvSpPr>
            <p:nvPr/>
          </p:nvSpPr>
          <p:spPr bwMode="auto">
            <a:xfrm>
              <a:off x="4368800" y="5275263"/>
              <a:ext cx="2143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6" name="Freeform 9">
              <a:extLst>
                <a:ext uri="{FF2B5EF4-FFF2-40B4-BE49-F238E27FC236}">
                  <a16:creationId xmlns:a16="http://schemas.microsoft.com/office/drawing/2014/main" id="{4594266F-99DC-4146-97F4-CC3298057EF8}"/>
                </a:ext>
              </a:extLst>
            </p:cNvPr>
            <p:cNvSpPr>
              <a:spLocks/>
            </p:cNvSpPr>
            <p:nvPr/>
          </p:nvSpPr>
          <p:spPr bwMode="auto">
            <a:xfrm>
              <a:off x="4956175" y="5357813"/>
              <a:ext cx="138113" cy="46037"/>
            </a:xfrm>
            <a:custGeom>
              <a:avLst/>
              <a:gdLst>
                <a:gd name="T0" fmla="*/ 2147483646 w 174"/>
                <a:gd name="T1" fmla="*/ 0 h 58"/>
                <a:gd name="T2" fmla="*/ 0 w 174"/>
                <a:gd name="T3" fmla="*/ 2147483646 h 58"/>
                <a:gd name="T4" fmla="*/ 2147483646 w 174"/>
                <a:gd name="T5" fmla="*/ 2147483646 h 58"/>
                <a:gd name="T6" fmla="*/ 2147483646 w 174"/>
                <a:gd name="T7" fmla="*/ 2147483646 h 58"/>
                <a:gd name="T8" fmla="*/ 2147483646 w 174"/>
                <a:gd name="T9" fmla="*/ 0 h 58"/>
                <a:gd name="T10" fmla="*/ 0 60000 65536"/>
                <a:gd name="T11" fmla="*/ 0 60000 65536"/>
                <a:gd name="T12" fmla="*/ 0 60000 65536"/>
                <a:gd name="T13" fmla="*/ 0 60000 65536"/>
                <a:gd name="T14" fmla="*/ 0 60000 65536"/>
                <a:gd name="T15" fmla="*/ 0 w 174"/>
                <a:gd name="T16" fmla="*/ 0 h 58"/>
                <a:gd name="T17" fmla="*/ 174 w 174"/>
                <a:gd name="T18" fmla="*/ 58 h 58"/>
              </a:gdLst>
              <a:ahLst/>
              <a:cxnLst>
                <a:cxn ang="T10">
                  <a:pos x="T0" y="T1"/>
                </a:cxn>
                <a:cxn ang="T11">
                  <a:pos x="T2" y="T3"/>
                </a:cxn>
                <a:cxn ang="T12">
                  <a:pos x="T4" y="T5"/>
                </a:cxn>
                <a:cxn ang="T13">
                  <a:pos x="T6" y="T7"/>
                </a:cxn>
                <a:cxn ang="T14">
                  <a:pos x="T8" y="T9"/>
                </a:cxn>
              </a:cxnLst>
              <a:rect l="T15" t="T16" r="T17" b="T18"/>
              <a:pathLst>
                <a:path w="174" h="58">
                  <a:moveTo>
                    <a:pt x="174" y="0"/>
                  </a:moveTo>
                  <a:lnTo>
                    <a:pt x="0" y="29"/>
                  </a:lnTo>
                  <a:lnTo>
                    <a:pt x="174" y="58"/>
                  </a:lnTo>
                  <a:lnTo>
                    <a:pt x="174" y="29"/>
                  </a:lnTo>
                  <a:lnTo>
                    <a:pt x="174"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7" name="Rectangle 45">
              <a:extLst>
                <a:ext uri="{FF2B5EF4-FFF2-40B4-BE49-F238E27FC236}">
                  <a16:creationId xmlns:a16="http://schemas.microsoft.com/office/drawing/2014/main" id="{BAA97C13-20F7-4C93-9EAD-DAF2CBA6B7F1}"/>
                </a:ext>
              </a:extLst>
            </p:cNvPr>
            <p:cNvSpPr>
              <a:spLocks noChangeArrowheads="1"/>
            </p:cNvSpPr>
            <p:nvPr/>
          </p:nvSpPr>
          <p:spPr bwMode="auto">
            <a:xfrm>
              <a:off x="4737100" y="5275263"/>
              <a:ext cx="1524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8" name="Rectangle 47">
              <a:extLst>
                <a:ext uri="{FF2B5EF4-FFF2-40B4-BE49-F238E27FC236}">
                  <a16:creationId xmlns:a16="http://schemas.microsoft.com/office/drawing/2014/main" id="{8D79922A-6F88-4363-AE5C-A51D77E826E5}"/>
                </a:ext>
              </a:extLst>
            </p:cNvPr>
            <p:cNvSpPr>
              <a:spLocks noChangeArrowheads="1"/>
            </p:cNvSpPr>
            <p:nvPr/>
          </p:nvSpPr>
          <p:spPr bwMode="auto">
            <a:xfrm>
              <a:off x="4651375" y="5268913"/>
              <a:ext cx="90488" cy="25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699" name="Arc 85">
              <a:extLst>
                <a:ext uri="{FF2B5EF4-FFF2-40B4-BE49-F238E27FC236}">
                  <a16:creationId xmlns:a16="http://schemas.microsoft.com/office/drawing/2014/main" id="{B12BB6FB-43A2-4205-A475-3CFC91E329BD}"/>
                </a:ext>
              </a:extLst>
            </p:cNvPr>
            <p:cNvSpPr>
              <a:spLocks/>
            </p:cNvSpPr>
            <p:nvPr/>
          </p:nvSpPr>
          <p:spPr bwMode="auto">
            <a:xfrm flipH="1" flipV="1">
              <a:off x="2655888" y="3319463"/>
              <a:ext cx="1612900" cy="2062162"/>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0" name="Arc 86">
              <a:extLst>
                <a:ext uri="{FF2B5EF4-FFF2-40B4-BE49-F238E27FC236}">
                  <a16:creationId xmlns:a16="http://schemas.microsoft.com/office/drawing/2014/main" id="{5DC694B4-75FF-45D6-82BF-6685F126A0CB}"/>
                </a:ext>
              </a:extLst>
            </p:cNvPr>
            <p:cNvSpPr>
              <a:spLocks/>
            </p:cNvSpPr>
            <p:nvPr/>
          </p:nvSpPr>
          <p:spPr bwMode="auto">
            <a:xfrm flipH="1">
              <a:off x="2655888" y="1493838"/>
              <a:ext cx="1476375" cy="1836737"/>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1" name="Arc 87">
              <a:extLst>
                <a:ext uri="{FF2B5EF4-FFF2-40B4-BE49-F238E27FC236}">
                  <a16:creationId xmlns:a16="http://schemas.microsoft.com/office/drawing/2014/main" id="{C981383B-7BAA-4629-A2AF-EA779148FCD2}"/>
                </a:ext>
              </a:extLst>
            </p:cNvPr>
            <p:cNvSpPr>
              <a:spLocks/>
            </p:cNvSpPr>
            <p:nvPr/>
          </p:nvSpPr>
          <p:spPr bwMode="auto">
            <a:xfrm>
              <a:off x="4945063" y="2781300"/>
              <a:ext cx="1624012" cy="1325563"/>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69702" name="Arc 88">
              <a:extLst>
                <a:ext uri="{FF2B5EF4-FFF2-40B4-BE49-F238E27FC236}">
                  <a16:creationId xmlns:a16="http://schemas.microsoft.com/office/drawing/2014/main" id="{F70E543E-2566-4C37-A8FE-3BFF2D424795}"/>
                </a:ext>
              </a:extLst>
            </p:cNvPr>
            <p:cNvSpPr>
              <a:spLocks/>
            </p:cNvSpPr>
            <p:nvPr/>
          </p:nvSpPr>
          <p:spPr bwMode="auto">
            <a:xfrm flipV="1">
              <a:off x="5113338" y="4068763"/>
              <a:ext cx="1455737" cy="1309687"/>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69634" name="TextBox 125">
            <a:extLst>
              <a:ext uri="{FF2B5EF4-FFF2-40B4-BE49-F238E27FC236}">
                <a16:creationId xmlns:a16="http://schemas.microsoft.com/office/drawing/2014/main" id="{CF5316DE-5122-44BB-85AF-39F53152E05A}"/>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6.57 from the textbook ]</a:t>
            </a:r>
          </a:p>
        </p:txBody>
      </p:sp>
      <p:sp>
        <p:nvSpPr>
          <p:cNvPr id="69635" name="Title 1">
            <a:extLst>
              <a:ext uri="{FF2B5EF4-FFF2-40B4-BE49-F238E27FC236}">
                <a16:creationId xmlns:a16="http://schemas.microsoft.com/office/drawing/2014/main" id="{6C502A5D-760B-418C-9C58-8016A7307141}"/>
              </a:ext>
            </a:extLst>
          </p:cNvPr>
          <p:cNvSpPr txBox="1">
            <a:spLocks/>
          </p:cNvSpPr>
          <p:nvPr/>
        </p:nvSpPr>
        <p:spPr bwMode="auto">
          <a:xfrm>
            <a:off x="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Minimized State Diagram for the vending machine</a:t>
            </a:r>
          </a:p>
        </p:txBody>
      </p:sp>
      <p:grpSp>
        <p:nvGrpSpPr>
          <p:cNvPr id="72" name="Group 1">
            <a:extLst>
              <a:ext uri="{FF2B5EF4-FFF2-40B4-BE49-F238E27FC236}">
                <a16:creationId xmlns:a16="http://schemas.microsoft.com/office/drawing/2014/main" id="{AF154267-2899-42AA-BA69-150143D93AC1}"/>
              </a:ext>
            </a:extLst>
          </p:cNvPr>
          <p:cNvGrpSpPr>
            <a:grpSpLocks/>
          </p:cNvGrpSpPr>
          <p:nvPr/>
        </p:nvGrpSpPr>
        <p:grpSpPr bwMode="auto">
          <a:xfrm>
            <a:off x="4047309" y="973931"/>
            <a:ext cx="5046662" cy="2678112"/>
            <a:chOff x="2208213" y="1471613"/>
            <a:chExt cx="5046662" cy="2678112"/>
          </a:xfrm>
        </p:grpSpPr>
        <p:sp>
          <p:nvSpPr>
            <p:cNvPr id="73" name="Rectangle 4">
              <a:extLst>
                <a:ext uri="{FF2B5EF4-FFF2-40B4-BE49-F238E27FC236}">
                  <a16:creationId xmlns:a16="http://schemas.microsoft.com/office/drawing/2014/main" id="{5078C7EC-B008-451C-81A5-5D28103ECEB5}"/>
                </a:ext>
              </a:extLst>
            </p:cNvPr>
            <p:cNvSpPr>
              <a:spLocks noChangeArrowheads="1"/>
            </p:cNvSpPr>
            <p:nvPr/>
          </p:nvSpPr>
          <p:spPr bwMode="auto">
            <a:xfrm>
              <a:off x="2208213" y="1471613"/>
              <a:ext cx="5033962"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4" name="Rectangle 5">
              <a:extLst>
                <a:ext uri="{FF2B5EF4-FFF2-40B4-BE49-F238E27FC236}">
                  <a16:creationId xmlns:a16="http://schemas.microsoft.com/office/drawing/2014/main" id="{A9526BAC-58BD-4BF6-A58A-DD89E3C88855}"/>
                </a:ext>
              </a:extLst>
            </p:cNvPr>
            <p:cNvSpPr>
              <a:spLocks noChangeArrowheads="1"/>
            </p:cNvSpPr>
            <p:nvPr/>
          </p:nvSpPr>
          <p:spPr bwMode="auto">
            <a:xfrm>
              <a:off x="2208213" y="1500188"/>
              <a:ext cx="11112"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5" name="Rectangle 6">
              <a:extLst>
                <a:ext uri="{FF2B5EF4-FFF2-40B4-BE49-F238E27FC236}">
                  <a16:creationId xmlns:a16="http://schemas.microsoft.com/office/drawing/2014/main" id="{7D4A53D8-83F8-4480-B9A8-9197266DD00E}"/>
                </a:ext>
              </a:extLst>
            </p:cNvPr>
            <p:cNvSpPr>
              <a:spLocks noChangeArrowheads="1"/>
            </p:cNvSpPr>
            <p:nvPr/>
          </p:nvSpPr>
          <p:spPr bwMode="auto">
            <a:xfrm>
              <a:off x="3249613"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6" name="Rectangle 7">
              <a:extLst>
                <a:ext uri="{FF2B5EF4-FFF2-40B4-BE49-F238E27FC236}">
                  <a16:creationId xmlns:a16="http://schemas.microsoft.com/office/drawing/2014/main" id="{FC1A874B-C41D-432E-B254-4B65B309FC69}"/>
                </a:ext>
              </a:extLst>
            </p:cNvPr>
            <p:cNvSpPr>
              <a:spLocks noChangeArrowheads="1"/>
            </p:cNvSpPr>
            <p:nvPr/>
          </p:nvSpPr>
          <p:spPr bwMode="auto">
            <a:xfrm>
              <a:off x="2355850" y="1689100"/>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7" name="Rectangle 8">
              <a:extLst>
                <a:ext uri="{FF2B5EF4-FFF2-40B4-BE49-F238E27FC236}">
                  <a16:creationId xmlns:a16="http://schemas.microsoft.com/office/drawing/2014/main" id="{7A98C55B-AA4A-4DC5-81BC-5C76852C0126}"/>
                </a:ext>
              </a:extLst>
            </p:cNvPr>
            <p:cNvSpPr>
              <a:spLocks noChangeArrowheads="1"/>
            </p:cNvSpPr>
            <p:nvPr/>
          </p:nvSpPr>
          <p:spPr bwMode="auto">
            <a:xfrm>
              <a:off x="6224588"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8" name="Rectangle 9">
              <a:extLst>
                <a:ext uri="{FF2B5EF4-FFF2-40B4-BE49-F238E27FC236}">
                  <a16:creationId xmlns:a16="http://schemas.microsoft.com/office/drawing/2014/main" id="{C1DD8242-7AD8-4A9B-A088-41C481DB43F7}"/>
                </a:ext>
              </a:extLst>
            </p:cNvPr>
            <p:cNvSpPr>
              <a:spLocks noChangeArrowheads="1"/>
            </p:cNvSpPr>
            <p:nvPr/>
          </p:nvSpPr>
          <p:spPr bwMode="auto">
            <a:xfrm>
              <a:off x="4232275" y="1598613"/>
              <a:ext cx="1084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9" name="Rectangle 10">
              <a:extLst>
                <a:ext uri="{FF2B5EF4-FFF2-40B4-BE49-F238E27FC236}">
                  <a16:creationId xmlns:a16="http://schemas.microsoft.com/office/drawing/2014/main" id="{A0A68156-B7E3-41E8-A0A2-81F699EFD677}"/>
                </a:ext>
              </a:extLst>
            </p:cNvPr>
            <p:cNvSpPr>
              <a:spLocks noChangeArrowheads="1"/>
            </p:cNvSpPr>
            <p:nvPr/>
          </p:nvSpPr>
          <p:spPr bwMode="auto">
            <a:xfrm>
              <a:off x="7242175" y="1500188"/>
              <a:ext cx="12700" cy="4651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0" name="Rectangle 11">
              <a:extLst>
                <a:ext uri="{FF2B5EF4-FFF2-40B4-BE49-F238E27FC236}">
                  <a16:creationId xmlns:a16="http://schemas.microsoft.com/office/drawing/2014/main" id="{FFF684B8-7E9D-47F4-9C76-6DC48DFBAE4D}"/>
                </a:ext>
              </a:extLst>
            </p:cNvPr>
            <p:cNvSpPr>
              <a:spLocks noChangeArrowheads="1"/>
            </p:cNvSpPr>
            <p:nvPr/>
          </p:nvSpPr>
          <p:spPr bwMode="auto">
            <a:xfrm>
              <a:off x="3249613" y="1952625"/>
              <a:ext cx="2979737"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1" name="Rectangle 12">
              <a:extLst>
                <a:ext uri="{FF2B5EF4-FFF2-40B4-BE49-F238E27FC236}">
                  <a16:creationId xmlns:a16="http://schemas.microsoft.com/office/drawing/2014/main" id="{019971CE-078A-43F2-AFB7-558853DC3B0C}"/>
                </a:ext>
              </a:extLst>
            </p:cNvPr>
            <p:cNvSpPr>
              <a:spLocks noChangeArrowheads="1"/>
            </p:cNvSpPr>
            <p:nvPr/>
          </p:nvSpPr>
          <p:spPr bwMode="auto">
            <a:xfrm>
              <a:off x="2208213" y="1965325"/>
              <a:ext cx="11112"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2" name="Rectangle 13">
              <a:extLst>
                <a:ext uri="{FF2B5EF4-FFF2-40B4-BE49-F238E27FC236}">
                  <a16:creationId xmlns:a16="http://schemas.microsoft.com/office/drawing/2014/main" id="{4D7ACB3F-1643-4CE5-BEBB-6E53DD220922}"/>
                </a:ext>
              </a:extLst>
            </p:cNvPr>
            <p:cNvSpPr>
              <a:spLocks noChangeArrowheads="1"/>
            </p:cNvSpPr>
            <p:nvPr/>
          </p:nvSpPr>
          <p:spPr bwMode="auto">
            <a:xfrm>
              <a:off x="6381750" y="1689100"/>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3" name="Rectangle 14">
              <a:extLst>
                <a:ext uri="{FF2B5EF4-FFF2-40B4-BE49-F238E27FC236}">
                  <a16:creationId xmlns:a16="http://schemas.microsoft.com/office/drawing/2014/main" id="{EAE2ADA0-F2E3-44DE-9B22-74132188F8A5}"/>
                </a:ext>
              </a:extLst>
            </p:cNvPr>
            <p:cNvSpPr>
              <a:spLocks noChangeArrowheads="1"/>
            </p:cNvSpPr>
            <p:nvPr/>
          </p:nvSpPr>
          <p:spPr bwMode="auto">
            <a:xfrm>
              <a:off x="3249613"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4" name="Rectangle 15">
              <a:extLst>
                <a:ext uri="{FF2B5EF4-FFF2-40B4-BE49-F238E27FC236}">
                  <a16:creationId xmlns:a16="http://schemas.microsoft.com/office/drawing/2014/main" id="{FDBEC278-462C-4C7D-BAF0-1053BF56060A}"/>
                </a:ext>
              </a:extLst>
            </p:cNvPr>
            <p:cNvSpPr>
              <a:spLocks noChangeArrowheads="1"/>
            </p:cNvSpPr>
            <p:nvPr/>
          </p:nvSpPr>
          <p:spPr bwMode="auto">
            <a:xfrm>
              <a:off x="2497138" y="1970088"/>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5" name="Rectangle 16">
              <a:extLst>
                <a:ext uri="{FF2B5EF4-FFF2-40B4-BE49-F238E27FC236}">
                  <a16:creationId xmlns:a16="http://schemas.microsoft.com/office/drawing/2014/main" id="{B9C61FC5-B719-4AFE-ADAB-5E146DE5E4AF}"/>
                </a:ext>
              </a:extLst>
            </p:cNvPr>
            <p:cNvSpPr>
              <a:spLocks noChangeArrowheads="1"/>
            </p:cNvSpPr>
            <p:nvPr/>
          </p:nvSpPr>
          <p:spPr bwMode="auto">
            <a:xfrm>
              <a:off x="3406775" y="2062163"/>
              <a:ext cx="3540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DN</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6" name="Rectangle 17">
              <a:extLst>
                <a:ext uri="{FF2B5EF4-FFF2-40B4-BE49-F238E27FC236}">
                  <a16:creationId xmlns:a16="http://schemas.microsoft.com/office/drawing/2014/main" id="{58CBDB5D-3C13-4136-A36F-E35F0DC24086}"/>
                </a:ext>
              </a:extLst>
            </p:cNvPr>
            <p:cNvSpPr>
              <a:spLocks noChangeArrowheads="1"/>
            </p:cNvSpPr>
            <p:nvPr/>
          </p:nvSpPr>
          <p:spPr bwMode="auto">
            <a:xfrm>
              <a:off x="3916363" y="2062163"/>
              <a:ext cx="460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7" name="Rectangle 18">
              <a:extLst>
                <a:ext uri="{FF2B5EF4-FFF2-40B4-BE49-F238E27FC236}">
                  <a16:creationId xmlns:a16="http://schemas.microsoft.com/office/drawing/2014/main" id="{2F27CD85-784B-49D7-B5BF-AE7F4156FAC6}"/>
                </a:ext>
              </a:extLst>
            </p:cNvPr>
            <p:cNvSpPr>
              <a:spLocks noChangeArrowheads="1"/>
            </p:cNvSpPr>
            <p:nvPr/>
          </p:nvSpPr>
          <p:spPr bwMode="auto">
            <a:xfrm>
              <a:off x="4683125"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8" name="Rectangle 19">
              <a:extLst>
                <a:ext uri="{FF2B5EF4-FFF2-40B4-BE49-F238E27FC236}">
                  <a16:creationId xmlns:a16="http://schemas.microsoft.com/office/drawing/2014/main" id="{A41592E3-37BA-4DD4-BDB6-DAC880B14340}"/>
                </a:ext>
              </a:extLst>
            </p:cNvPr>
            <p:cNvSpPr>
              <a:spLocks noChangeArrowheads="1"/>
            </p:cNvSpPr>
            <p:nvPr/>
          </p:nvSpPr>
          <p:spPr bwMode="auto">
            <a:xfrm>
              <a:off x="5253038"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10</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89" name="Rectangle 20">
              <a:extLst>
                <a:ext uri="{FF2B5EF4-FFF2-40B4-BE49-F238E27FC236}">
                  <a16:creationId xmlns:a16="http://schemas.microsoft.com/office/drawing/2014/main" id="{4E048587-5B8C-47F8-A9D6-11932DF1DD75}"/>
                </a:ext>
              </a:extLst>
            </p:cNvPr>
            <p:cNvSpPr>
              <a:spLocks noChangeArrowheads="1"/>
            </p:cNvSpPr>
            <p:nvPr/>
          </p:nvSpPr>
          <p:spPr bwMode="auto">
            <a:xfrm>
              <a:off x="6224588"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0" name="Rectangle 21">
              <a:extLst>
                <a:ext uri="{FF2B5EF4-FFF2-40B4-BE49-F238E27FC236}">
                  <a16:creationId xmlns:a16="http://schemas.microsoft.com/office/drawing/2014/main" id="{BBD30C9F-0AA7-45FF-882D-4347C3832A1F}"/>
                </a:ext>
              </a:extLst>
            </p:cNvPr>
            <p:cNvSpPr>
              <a:spLocks noChangeArrowheads="1"/>
            </p:cNvSpPr>
            <p:nvPr/>
          </p:nvSpPr>
          <p:spPr bwMode="auto">
            <a:xfrm>
              <a:off x="5815013" y="2062163"/>
              <a:ext cx="25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1" name="Rectangle 22">
              <a:extLst>
                <a:ext uri="{FF2B5EF4-FFF2-40B4-BE49-F238E27FC236}">
                  <a16:creationId xmlns:a16="http://schemas.microsoft.com/office/drawing/2014/main" id="{9E1626C4-116E-4CBF-80E3-0522CECFAA9F}"/>
                </a:ext>
              </a:extLst>
            </p:cNvPr>
            <p:cNvSpPr>
              <a:spLocks noChangeArrowheads="1"/>
            </p:cNvSpPr>
            <p:nvPr/>
          </p:nvSpPr>
          <p:spPr bwMode="auto">
            <a:xfrm>
              <a:off x="7242175" y="19653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2" name="Rectangle 23">
              <a:extLst>
                <a:ext uri="{FF2B5EF4-FFF2-40B4-BE49-F238E27FC236}">
                  <a16:creationId xmlns:a16="http://schemas.microsoft.com/office/drawing/2014/main" id="{8EDFB22D-536C-4DA8-831F-6E8EFEF8BE01}"/>
                </a:ext>
              </a:extLst>
            </p:cNvPr>
            <p:cNvSpPr>
              <a:spLocks noChangeArrowheads="1"/>
            </p:cNvSpPr>
            <p:nvPr/>
          </p:nvSpPr>
          <p:spPr bwMode="auto">
            <a:xfrm>
              <a:off x="2208213" y="2409825"/>
              <a:ext cx="503396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3" name="Rectangle 24">
              <a:extLst>
                <a:ext uri="{FF2B5EF4-FFF2-40B4-BE49-F238E27FC236}">
                  <a16:creationId xmlns:a16="http://schemas.microsoft.com/office/drawing/2014/main" id="{77A5CC17-55D2-4C19-A01A-73BD0B70E780}"/>
                </a:ext>
              </a:extLst>
            </p:cNvPr>
            <p:cNvSpPr>
              <a:spLocks noChangeArrowheads="1"/>
            </p:cNvSpPr>
            <p:nvPr/>
          </p:nvSpPr>
          <p:spPr bwMode="auto">
            <a:xfrm>
              <a:off x="2208213" y="2422525"/>
              <a:ext cx="11112"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4" name="Rectangle 25">
              <a:extLst>
                <a:ext uri="{FF2B5EF4-FFF2-40B4-BE49-F238E27FC236}">
                  <a16:creationId xmlns:a16="http://schemas.microsoft.com/office/drawing/2014/main" id="{EBE4CD8D-DD53-4652-B7BE-ABA55E4204FB}"/>
                </a:ext>
              </a:extLst>
            </p:cNvPr>
            <p:cNvSpPr>
              <a:spLocks noChangeArrowheads="1"/>
            </p:cNvSpPr>
            <p:nvPr/>
          </p:nvSpPr>
          <p:spPr bwMode="auto">
            <a:xfrm>
              <a:off x="6667500" y="1970088"/>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5" name="Rectangle 26">
              <a:extLst>
                <a:ext uri="{FF2B5EF4-FFF2-40B4-BE49-F238E27FC236}">
                  <a16:creationId xmlns:a16="http://schemas.microsoft.com/office/drawing/2014/main" id="{7BAED879-E297-417B-A6D2-9700CB05B0EA}"/>
                </a:ext>
              </a:extLst>
            </p:cNvPr>
            <p:cNvSpPr>
              <a:spLocks noChangeArrowheads="1"/>
            </p:cNvSpPr>
            <p:nvPr/>
          </p:nvSpPr>
          <p:spPr bwMode="auto">
            <a:xfrm>
              <a:off x="3249613"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6" name="Rectangle 27">
              <a:extLst>
                <a:ext uri="{FF2B5EF4-FFF2-40B4-BE49-F238E27FC236}">
                  <a16:creationId xmlns:a16="http://schemas.microsoft.com/office/drawing/2014/main" id="{AB09F036-08BF-4F8D-B72B-D301564B992A}"/>
                </a:ext>
              </a:extLst>
            </p:cNvPr>
            <p:cNvSpPr>
              <a:spLocks noChangeArrowheads="1"/>
            </p:cNvSpPr>
            <p:nvPr/>
          </p:nvSpPr>
          <p:spPr bwMode="auto">
            <a:xfrm>
              <a:off x="2597150" y="25320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7" name="Rectangle 28">
              <a:extLst>
                <a:ext uri="{FF2B5EF4-FFF2-40B4-BE49-F238E27FC236}">
                  <a16:creationId xmlns:a16="http://schemas.microsoft.com/office/drawing/2014/main" id="{7A8D3074-0483-44A0-9D12-F40BAF352E8A}"/>
                </a:ext>
              </a:extLst>
            </p:cNvPr>
            <p:cNvSpPr>
              <a:spLocks noChangeArrowheads="1"/>
            </p:cNvSpPr>
            <p:nvPr/>
          </p:nvSpPr>
          <p:spPr bwMode="auto">
            <a:xfrm>
              <a:off x="4043363" y="2532063"/>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98" name="Rectangle 29">
              <a:extLst>
                <a:ext uri="{FF2B5EF4-FFF2-40B4-BE49-F238E27FC236}">
                  <a16:creationId xmlns:a16="http://schemas.microsoft.com/office/drawing/2014/main" id="{CF0E3876-87B1-45B9-B65A-694CF3FAD7B9}"/>
                </a:ext>
              </a:extLst>
            </p:cNvPr>
            <p:cNvSpPr>
              <a:spLocks noChangeArrowheads="1"/>
            </p:cNvSpPr>
            <p:nvPr/>
          </p:nvSpPr>
          <p:spPr bwMode="auto">
            <a:xfrm>
              <a:off x="4679950" y="253206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99" name="Rectangle 30">
              <a:extLst>
                <a:ext uri="{FF2B5EF4-FFF2-40B4-BE49-F238E27FC236}">
                  <a16:creationId xmlns:a16="http://schemas.microsoft.com/office/drawing/2014/main" id="{4623ECBE-4764-46FB-9740-1A2D7F069D5D}"/>
                </a:ext>
              </a:extLst>
            </p:cNvPr>
            <p:cNvSpPr>
              <a:spLocks noChangeArrowheads="1"/>
            </p:cNvSpPr>
            <p:nvPr/>
          </p:nvSpPr>
          <p:spPr bwMode="auto">
            <a:xfrm>
              <a:off x="5249863" y="253206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100" name="Rectangle 31">
              <a:extLst>
                <a:ext uri="{FF2B5EF4-FFF2-40B4-BE49-F238E27FC236}">
                  <a16:creationId xmlns:a16="http://schemas.microsoft.com/office/drawing/2014/main" id="{E2FB985D-93C5-4298-B7DC-8CE7E9BF8ADF}"/>
                </a:ext>
              </a:extLst>
            </p:cNvPr>
            <p:cNvSpPr>
              <a:spLocks noChangeArrowheads="1"/>
            </p:cNvSpPr>
            <p:nvPr/>
          </p:nvSpPr>
          <p:spPr bwMode="auto">
            <a:xfrm>
              <a:off x="6224588"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1" name="Rectangle 32">
              <a:extLst>
                <a:ext uri="{FF2B5EF4-FFF2-40B4-BE49-F238E27FC236}">
                  <a16:creationId xmlns:a16="http://schemas.microsoft.com/office/drawing/2014/main" id="{8EB69B2C-5DD0-4E72-AD6D-F11035F96E60}"/>
                </a:ext>
              </a:extLst>
            </p:cNvPr>
            <p:cNvSpPr>
              <a:spLocks noChangeArrowheads="1"/>
            </p:cNvSpPr>
            <p:nvPr/>
          </p:nvSpPr>
          <p:spPr bwMode="auto">
            <a:xfrm>
              <a:off x="7242175" y="2422525"/>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2" name="Rectangle 33">
              <a:extLst>
                <a:ext uri="{FF2B5EF4-FFF2-40B4-BE49-F238E27FC236}">
                  <a16:creationId xmlns:a16="http://schemas.microsoft.com/office/drawing/2014/main" id="{ECFA5DDA-17C0-4F9F-8B45-E121DAF13068}"/>
                </a:ext>
              </a:extLst>
            </p:cNvPr>
            <p:cNvSpPr>
              <a:spLocks noChangeArrowheads="1"/>
            </p:cNvSpPr>
            <p:nvPr/>
          </p:nvSpPr>
          <p:spPr bwMode="auto">
            <a:xfrm>
              <a:off x="2208213" y="28797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3" name="Rectangle 34">
              <a:extLst>
                <a:ext uri="{FF2B5EF4-FFF2-40B4-BE49-F238E27FC236}">
                  <a16:creationId xmlns:a16="http://schemas.microsoft.com/office/drawing/2014/main" id="{ABD01958-6FBB-4AD9-ABE0-DDFB12F82E83}"/>
                </a:ext>
              </a:extLst>
            </p:cNvPr>
            <p:cNvSpPr>
              <a:spLocks noChangeArrowheads="1"/>
            </p:cNvSpPr>
            <p:nvPr/>
          </p:nvSpPr>
          <p:spPr bwMode="auto">
            <a:xfrm>
              <a:off x="6665913" y="253206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4" name="Rectangle 35">
              <a:extLst>
                <a:ext uri="{FF2B5EF4-FFF2-40B4-BE49-F238E27FC236}">
                  <a16:creationId xmlns:a16="http://schemas.microsoft.com/office/drawing/2014/main" id="{7F958E95-3A8C-4272-99D3-6A5D6CE1CF43}"/>
                </a:ext>
              </a:extLst>
            </p:cNvPr>
            <p:cNvSpPr>
              <a:spLocks noChangeArrowheads="1"/>
            </p:cNvSpPr>
            <p:nvPr/>
          </p:nvSpPr>
          <p:spPr bwMode="auto">
            <a:xfrm>
              <a:off x="3249613"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05" name="Rectangle 36">
              <a:extLst>
                <a:ext uri="{FF2B5EF4-FFF2-40B4-BE49-F238E27FC236}">
                  <a16:creationId xmlns:a16="http://schemas.microsoft.com/office/drawing/2014/main" id="{7D2E36EA-8B94-43BD-BAA3-26F93A4DAB9C}"/>
                </a:ext>
              </a:extLst>
            </p:cNvPr>
            <p:cNvSpPr>
              <a:spLocks noChangeArrowheads="1"/>
            </p:cNvSpPr>
            <p:nvPr/>
          </p:nvSpPr>
          <p:spPr bwMode="auto">
            <a:xfrm>
              <a:off x="2597150" y="288131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106" name="Rectangle 37">
              <a:extLst>
                <a:ext uri="{FF2B5EF4-FFF2-40B4-BE49-F238E27FC236}">
                  <a16:creationId xmlns:a16="http://schemas.microsoft.com/office/drawing/2014/main" id="{4DE46586-5D3D-4F47-8F09-7ECBE6972F45}"/>
                </a:ext>
              </a:extLst>
            </p:cNvPr>
            <p:cNvSpPr>
              <a:spLocks noChangeArrowheads="1"/>
            </p:cNvSpPr>
            <p:nvPr/>
          </p:nvSpPr>
          <p:spPr bwMode="auto">
            <a:xfrm>
              <a:off x="4043363" y="288131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107" name="Rectangle 38">
              <a:extLst>
                <a:ext uri="{FF2B5EF4-FFF2-40B4-BE49-F238E27FC236}">
                  <a16:creationId xmlns:a16="http://schemas.microsoft.com/office/drawing/2014/main" id="{715FEBC4-13F3-4541-8027-E564637AD1DD}"/>
                </a:ext>
              </a:extLst>
            </p:cNvPr>
            <p:cNvSpPr>
              <a:spLocks noChangeArrowheads="1"/>
            </p:cNvSpPr>
            <p:nvPr/>
          </p:nvSpPr>
          <p:spPr bwMode="auto">
            <a:xfrm>
              <a:off x="4679950" y="2881313"/>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08" name="Rectangle 39">
              <a:extLst>
                <a:ext uri="{FF2B5EF4-FFF2-40B4-BE49-F238E27FC236}">
                  <a16:creationId xmlns:a16="http://schemas.microsoft.com/office/drawing/2014/main" id="{2B4EFF50-E36C-43CF-8B52-38DB960EF99C}"/>
                </a:ext>
              </a:extLst>
            </p:cNvPr>
            <p:cNvSpPr>
              <a:spLocks noChangeArrowheads="1"/>
            </p:cNvSpPr>
            <p:nvPr/>
          </p:nvSpPr>
          <p:spPr bwMode="auto">
            <a:xfrm>
              <a:off x="5249863" y="2881313"/>
              <a:ext cx="271462" cy="307975"/>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S5</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109" name="Rectangle 40">
              <a:extLst>
                <a:ext uri="{FF2B5EF4-FFF2-40B4-BE49-F238E27FC236}">
                  <a16:creationId xmlns:a16="http://schemas.microsoft.com/office/drawing/2014/main" id="{AAC8B2EA-DBDF-4F1B-ADE0-B793E9867992}"/>
                </a:ext>
              </a:extLst>
            </p:cNvPr>
            <p:cNvSpPr>
              <a:spLocks noChangeArrowheads="1"/>
            </p:cNvSpPr>
            <p:nvPr/>
          </p:nvSpPr>
          <p:spPr bwMode="auto">
            <a:xfrm>
              <a:off x="6224588"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0" name="Rectangle 41">
              <a:extLst>
                <a:ext uri="{FF2B5EF4-FFF2-40B4-BE49-F238E27FC236}">
                  <a16:creationId xmlns:a16="http://schemas.microsoft.com/office/drawing/2014/main" id="{4364A20B-1DDE-41D0-80C2-A179BB02AF6B}"/>
                </a:ext>
              </a:extLst>
            </p:cNvPr>
            <p:cNvSpPr>
              <a:spLocks noChangeArrowheads="1"/>
            </p:cNvSpPr>
            <p:nvPr/>
          </p:nvSpPr>
          <p:spPr bwMode="auto">
            <a:xfrm>
              <a:off x="7242175" y="28797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1" name="Rectangle 42">
              <a:extLst>
                <a:ext uri="{FF2B5EF4-FFF2-40B4-BE49-F238E27FC236}">
                  <a16:creationId xmlns:a16="http://schemas.microsoft.com/office/drawing/2014/main" id="{13C07F83-AA5C-4045-BC4D-7660104952AC}"/>
                </a:ext>
              </a:extLst>
            </p:cNvPr>
            <p:cNvSpPr>
              <a:spLocks noChangeArrowheads="1"/>
            </p:cNvSpPr>
            <p:nvPr/>
          </p:nvSpPr>
          <p:spPr bwMode="auto">
            <a:xfrm>
              <a:off x="2208213" y="31845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2" name="Rectangle 43">
              <a:extLst>
                <a:ext uri="{FF2B5EF4-FFF2-40B4-BE49-F238E27FC236}">
                  <a16:creationId xmlns:a16="http://schemas.microsoft.com/office/drawing/2014/main" id="{87752E02-978C-4186-84B6-DA8AFE55699C}"/>
                </a:ext>
              </a:extLst>
            </p:cNvPr>
            <p:cNvSpPr>
              <a:spLocks noChangeArrowheads="1"/>
            </p:cNvSpPr>
            <p:nvPr/>
          </p:nvSpPr>
          <p:spPr bwMode="auto">
            <a:xfrm>
              <a:off x="6665913" y="28813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113" name="Rectangle 44">
              <a:extLst>
                <a:ext uri="{FF2B5EF4-FFF2-40B4-BE49-F238E27FC236}">
                  <a16:creationId xmlns:a16="http://schemas.microsoft.com/office/drawing/2014/main" id="{C9E18D32-0FFC-45BA-A26B-30C9848B27AF}"/>
                </a:ext>
              </a:extLst>
            </p:cNvPr>
            <p:cNvSpPr>
              <a:spLocks noChangeArrowheads="1"/>
            </p:cNvSpPr>
            <p:nvPr/>
          </p:nvSpPr>
          <p:spPr bwMode="auto">
            <a:xfrm>
              <a:off x="3249613"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4" name="Rectangle 45">
              <a:extLst>
                <a:ext uri="{FF2B5EF4-FFF2-40B4-BE49-F238E27FC236}">
                  <a16:creationId xmlns:a16="http://schemas.microsoft.com/office/drawing/2014/main" id="{57FC2BB4-823B-41D7-857B-36679EC7C478}"/>
                </a:ext>
              </a:extLst>
            </p:cNvPr>
            <p:cNvSpPr>
              <a:spLocks noChangeArrowheads="1"/>
            </p:cNvSpPr>
            <p:nvPr/>
          </p:nvSpPr>
          <p:spPr bwMode="auto">
            <a:xfrm>
              <a:off x="2597150" y="31829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15" name="Rectangle 46">
              <a:extLst>
                <a:ext uri="{FF2B5EF4-FFF2-40B4-BE49-F238E27FC236}">
                  <a16:creationId xmlns:a16="http://schemas.microsoft.com/office/drawing/2014/main" id="{7DA650B2-3C70-425C-A72A-CC1E6B16C470}"/>
                </a:ext>
              </a:extLst>
            </p:cNvPr>
            <p:cNvSpPr>
              <a:spLocks noChangeArrowheads="1"/>
            </p:cNvSpPr>
            <p:nvPr/>
          </p:nvSpPr>
          <p:spPr bwMode="auto">
            <a:xfrm>
              <a:off x="4043363" y="3182938"/>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16" name="Rectangle 47">
              <a:extLst>
                <a:ext uri="{FF2B5EF4-FFF2-40B4-BE49-F238E27FC236}">
                  <a16:creationId xmlns:a16="http://schemas.microsoft.com/office/drawing/2014/main" id="{A8599087-A677-4379-9E43-6CBD91D2F2DB}"/>
                </a:ext>
              </a:extLst>
            </p:cNvPr>
            <p:cNvSpPr>
              <a:spLocks noChangeArrowheads="1"/>
            </p:cNvSpPr>
            <p:nvPr/>
          </p:nvSpPr>
          <p:spPr bwMode="auto">
            <a:xfrm>
              <a:off x="4679950" y="31829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FF"/>
                </a:solidFill>
                <a:effectLst/>
                <a:uLnTx/>
                <a:uFillTx/>
                <a:latin typeface="Times" panose="02020603050405020304" pitchFamily="18" charset="0"/>
                <a:ea typeface="MS PGothic" panose="020B0600070205080204" pitchFamily="34" charset="-128"/>
                <a:cs typeface="+mn-cs"/>
              </a:endParaRPr>
            </a:p>
          </p:txBody>
        </p:sp>
        <p:sp>
          <p:nvSpPr>
            <p:cNvPr id="117" name="Rectangle 48">
              <a:extLst>
                <a:ext uri="{FF2B5EF4-FFF2-40B4-BE49-F238E27FC236}">
                  <a16:creationId xmlns:a16="http://schemas.microsoft.com/office/drawing/2014/main" id="{FA1EA472-1D65-439E-A196-AFF9919B91D6}"/>
                </a:ext>
              </a:extLst>
            </p:cNvPr>
            <p:cNvSpPr>
              <a:spLocks noChangeArrowheads="1"/>
            </p:cNvSpPr>
            <p:nvPr/>
          </p:nvSpPr>
          <p:spPr bwMode="auto">
            <a:xfrm>
              <a:off x="5249863" y="3182938"/>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18" name="Rectangle 49">
              <a:extLst>
                <a:ext uri="{FF2B5EF4-FFF2-40B4-BE49-F238E27FC236}">
                  <a16:creationId xmlns:a16="http://schemas.microsoft.com/office/drawing/2014/main" id="{414F8545-6F78-4E97-8D6E-309E8E7E044D}"/>
                </a:ext>
              </a:extLst>
            </p:cNvPr>
            <p:cNvSpPr>
              <a:spLocks noChangeArrowheads="1"/>
            </p:cNvSpPr>
            <p:nvPr/>
          </p:nvSpPr>
          <p:spPr bwMode="auto">
            <a:xfrm>
              <a:off x="6224588"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19" name="Rectangle 50">
              <a:extLst>
                <a:ext uri="{FF2B5EF4-FFF2-40B4-BE49-F238E27FC236}">
                  <a16:creationId xmlns:a16="http://schemas.microsoft.com/office/drawing/2014/main" id="{880E9B17-A095-490C-B70D-C1648E512B00}"/>
                </a:ext>
              </a:extLst>
            </p:cNvPr>
            <p:cNvSpPr>
              <a:spLocks noChangeArrowheads="1"/>
            </p:cNvSpPr>
            <p:nvPr/>
          </p:nvSpPr>
          <p:spPr bwMode="auto">
            <a:xfrm>
              <a:off x="7242175" y="31845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0" name="Rectangle 51">
              <a:extLst>
                <a:ext uri="{FF2B5EF4-FFF2-40B4-BE49-F238E27FC236}">
                  <a16:creationId xmlns:a16="http://schemas.microsoft.com/office/drawing/2014/main" id="{2592F1E2-633C-4A9A-9FA8-746123874A66}"/>
                </a:ext>
              </a:extLst>
            </p:cNvPr>
            <p:cNvSpPr>
              <a:spLocks noChangeArrowheads="1"/>
            </p:cNvSpPr>
            <p:nvPr/>
          </p:nvSpPr>
          <p:spPr bwMode="auto">
            <a:xfrm>
              <a:off x="2208213" y="3489325"/>
              <a:ext cx="11112"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1" name="Rectangle 52">
              <a:extLst>
                <a:ext uri="{FF2B5EF4-FFF2-40B4-BE49-F238E27FC236}">
                  <a16:creationId xmlns:a16="http://schemas.microsoft.com/office/drawing/2014/main" id="{08247187-5A03-4EE4-99DE-4FC9D8A4C371}"/>
                </a:ext>
              </a:extLst>
            </p:cNvPr>
            <p:cNvSpPr>
              <a:spLocks noChangeArrowheads="1"/>
            </p:cNvSpPr>
            <p:nvPr/>
          </p:nvSpPr>
          <p:spPr bwMode="auto">
            <a:xfrm>
              <a:off x="6665913" y="31829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22" name="Rectangle 53">
              <a:extLst>
                <a:ext uri="{FF2B5EF4-FFF2-40B4-BE49-F238E27FC236}">
                  <a16:creationId xmlns:a16="http://schemas.microsoft.com/office/drawing/2014/main" id="{0B693666-BD8D-43A4-B31F-0D1995E290FA}"/>
                </a:ext>
              </a:extLst>
            </p:cNvPr>
            <p:cNvSpPr>
              <a:spLocks noChangeArrowheads="1"/>
            </p:cNvSpPr>
            <p:nvPr/>
          </p:nvSpPr>
          <p:spPr bwMode="auto">
            <a:xfrm>
              <a:off x="3249613"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3" name="Rectangle 54">
              <a:extLst>
                <a:ext uri="{FF2B5EF4-FFF2-40B4-BE49-F238E27FC236}">
                  <a16:creationId xmlns:a16="http://schemas.microsoft.com/office/drawing/2014/main" id="{0ECE3F0E-B129-42F9-ADBE-FC8F9383F376}"/>
                </a:ext>
              </a:extLst>
            </p:cNvPr>
            <p:cNvSpPr>
              <a:spLocks noChangeArrowheads="1"/>
            </p:cNvSpPr>
            <p:nvPr/>
          </p:nvSpPr>
          <p:spPr bwMode="auto">
            <a:xfrm>
              <a:off x="2597150" y="3487738"/>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S4</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4" name="Rectangle 55">
              <a:extLst>
                <a:ext uri="{FF2B5EF4-FFF2-40B4-BE49-F238E27FC236}">
                  <a16:creationId xmlns:a16="http://schemas.microsoft.com/office/drawing/2014/main" id="{ABAF37E4-4AD4-4C0F-8BA1-EB82C4D8066F}"/>
                </a:ext>
              </a:extLst>
            </p:cNvPr>
            <p:cNvSpPr>
              <a:spLocks noChangeArrowheads="1"/>
            </p:cNvSpPr>
            <p:nvPr/>
          </p:nvSpPr>
          <p:spPr bwMode="auto">
            <a:xfrm>
              <a:off x="4043363" y="3487738"/>
              <a:ext cx="268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5" name="Rectangle 56">
              <a:extLst>
                <a:ext uri="{FF2B5EF4-FFF2-40B4-BE49-F238E27FC236}">
                  <a16:creationId xmlns:a16="http://schemas.microsoft.com/office/drawing/2014/main" id="{94253BC3-9D70-4D07-BEB5-B899A8D545BD}"/>
                </a:ext>
              </a:extLst>
            </p:cNvPr>
            <p:cNvSpPr>
              <a:spLocks noChangeArrowheads="1"/>
            </p:cNvSpPr>
            <p:nvPr/>
          </p:nvSpPr>
          <p:spPr bwMode="auto">
            <a:xfrm>
              <a:off x="6224588"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6" name="Rectangle 57">
              <a:extLst>
                <a:ext uri="{FF2B5EF4-FFF2-40B4-BE49-F238E27FC236}">
                  <a16:creationId xmlns:a16="http://schemas.microsoft.com/office/drawing/2014/main" id="{2C603B90-D1CC-4C09-8B4A-DE702DB42CF9}"/>
                </a:ext>
              </a:extLst>
            </p:cNvPr>
            <p:cNvSpPr>
              <a:spLocks noChangeArrowheads="1"/>
            </p:cNvSpPr>
            <p:nvPr/>
          </p:nvSpPr>
          <p:spPr bwMode="auto">
            <a:xfrm>
              <a:off x="7242175" y="34893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7" name="Rectangle 58">
              <a:extLst>
                <a:ext uri="{FF2B5EF4-FFF2-40B4-BE49-F238E27FC236}">
                  <a16:creationId xmlns:a16="http://schemas.microsoft.com/office/drawing/2014/main" id="{19678103-2842-43A0-996B-432DE8FEEBBF}"/>
                </a:ext>
              </a:extLst>
            </p:cNvPr>
            <p:cNvSpPr>
              <a:spLocks noChangeArrowheads="1"/>
            </p:cNvSpPr>
            <p:nvPr/>
          </p:nvSpPr>
          <p:spPr bwMode="auto">
            <a:xfrm>
              <a:off x="2208213" y="3798888"/>
              <a:ext cx="11112"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28" name="Rectangle 59">
              <a:extLst>
                <a:ext uri="{FF2B5EF4-FFF2-40B4-BE49-F238E27FC236}">
                  <a16:creationId xmlns:a16="http://schemas.microsoft.com/office/drawing/2014/main" id="{B8F21624-B2F7-4264-903B-A7DDBCD68F6D}"/>
                </a:ext>
              </a:extLst>
            </p:cNvPr>
            <p:cNvSpPr>
              <a:spLocks noChangeArrowheads="1"/>
            </p:cNvSpPr>
            <p:nvPr/>
          </p:nvSpPr>
          <p:spPr bwMode="auto">
            <a:xfrm>
              <a:off x="6664325" y="348773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129" name="Rectangle 60">
              <a:extLst>
                <a:ext uri="{FF2B5EF4-FFF2-40B4-BE49-F238E27FC236}">
                  <a16:creationId xmlns:a16="http://schemas.microsoft.com/office/drawing/2014/main" id="{BC5777E9-DD07-4226-9773-A9E061560A88}"/>
                </a:ext>
              </a:extLst>
            </p:cNvPr>
            <p:cNvSpPr>
              <a:spLocks noChangeArrowheads="1"/>
            </p:cNvSpPr>
            <p:nvPr/>
          </p:nvSpPr>
          <p:spPr bwMode="auto">
            <a:xfrm>
              <a:off x="3249613"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0" name="Rectangle 61">
              <a:extLst>
                <a:ext uri="{FF2B5EF4-FFF2-40B4-BE49-F238E27FC236}">
                  <a16:creationId xmlns:a16="http://schemas.microsoft.com/office/drawing/2014/main" id="{4D8943BE-BCE2-4A0A-B49A-4D3C8328AA74}"/>
                </a:ext>
              </a:extLst>
            </p:cNvPr>
            <p:cNvSpPr>
              <a:spLocks noChangeArrowheads="1"/>
            </p:cNvSpPr>
            <p:nvPr/>
          </p:nvSpPr>
          <p:spPr bwMode="auto">
            <a:xfrm>
              <a:off x="2597150" y="3789363"/>
              <a:ext cx="268288" cy="304800"/>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S5</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131" name="Rectangle 62">
              <a:extLst>
                <a:ext uri="{FF2B5EF4-FFF2-40B4-BE49-F238E27FC236}">
                  <a16:creationId xmlns:a16="http://schemas.microsoft.com/office/drawing/2014/main" id="{678086D3-DCF6-498D-A3E6-14B0EDD0638E}"/>
                </a:ext>
              </a:extLst>
            </p:cNvPr>
            <p:cNvSpPr>
              <a:spLocks noChangeArrowheads="1"/>
            </p:cNvSpPr>
            <p:nvPr/>
          </p:nvSpPr>
          <p:spPr bwMode="auto">
            <a:xfrm>
              <a:off x="4043363" y="3789363"/>
              <a:ext cx="270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FFC000"/>
                </a:solidFill>
                <a:effectLst/>
                <a:uLnTx/>
                <a:uFillTx/>
                <a:latin typeface="Times" panose="02020603050405020304" pitchFamily="18" charset="0"/>
                <a:ea typeface="MS PGothic" panose="020B0600070205080204" pitchFamily="34" charset="-128"/>
                <a:cs typeface="+mn-cs"/>
              </a:endParaRPr>
            </a:p>
          </p:txBody>
        </p:sp>
        <p:sp>
          <p:nvSpPr>
            <p:cNvPr id="132" name="Rectangle 63">
              <a:extLst>
                <a:ext uri="{FF2B5EF4-FFF2-40B4-BE49-F238E27FC236}">
                  <a16:creationId xmlns:a16="http://schemas.microsoft.com/office/drawing/2014/main" id="{37E5B511-E2A2-49CB-866A-999E43FDAD67}"/>
                </a:ext>
              </a:extLst>
            </p:cNvPr>
            <p:cNvSpPr>
              <a:spLocks noChangeArrowheads="1"/>
            </p:cNvSpPr>
            <p:nvPr/>
          </p:nvSpPr>
          <p:spPr bwMode="auto">
            <a:xfrm>
              <a:off x="6224588"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3" name="Rectangle 64">
              <a:extLst>
                <a:ext uri="{FF2B5EF4-FFF2-40B4-BE49-F238E27FC236}">
                  <a16:creationId xmlns:a16="http://schemas.microsoft.com/office/drawing/2014/main" id="{937C469C-0AA8-45F6-955B-F2845D0BCFC2}"/>
                </a:ext>
              </a:extLst>
            </p:cNvPr>
            <p:cNvSpPr>
              <a:spLocks noChangeArrowheads="1"/>
            </p:cNvSpPr>
            <p:nvPr/>
          </p:nvSpPr>
          <p:spPr bwMode="auto">
            <a:xfrm>
              <a:off x="7242175" y="3798888"/>
              <a:ext cx="12700" cy="35083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4" name="Rectangle 65">
              <a:extLst>
                <a:ext uri="{FF2B5EF4-FFF2-40B4-BE49-F238E27FC236}">
                  <a16:creationId xmlns:a16="http://schemas.microsoft.com/office/drawing/2014/main" id="{D11044C0-685C-4122-9CF3-10F0E4437CEC}"/>
                </a:ext>
              </a:extLst>
            </p:cNvPr>
            <p:cNvSpPr>
              <a:spLocks noChangeArrowheads="1"/>
            </p:cNvSpPr>
            <p:nvPr/>
          </p:nvSpPr>
          <p:spPr bwMode="auto">
            <a:xfrm>
              <a:off x="2208213" y="4137025"/>
              <a:ext cx="5033962"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5" name="Rectangle 66">
              <a:extLst>
                <a:ext uri="{FF2B5EF4-FFF2-40B4-BE49-F238E27FC236}">
                  <a16:creationId xmlns:a16="http://schemas.microsoft.com/office/drawing/2014/main" id="{D1DE194F-6D9B-414F-8568-5056929414A4}"/>
                </a:ext>
              </a:extLst>
            </p:cNvPr>
            <p:cNvSpPr>
              <a:spLocks noChangeArrowheads="1"/>
            </p:cNvSpPr>
            <p:nvPr/>
          </p:nvSpPr>
          <p:spPr bwMode="auto">
            <a:xfrm>
              <a:off x="6664325" y="3789363"/>
              <a:ext cx="190500" cy="304800"/>
            </a:xfrm>
            <a:prstGeom prst="rect">
              <a:avLst/>
            </a:prstGeom>
            <a:noFill/>
            <a:ln>
              <a:noFill/>
            </a:ln>
            <a:extLst>
              <a:ext uri="{909E8E84-426E-40dd-AFC4-6F175D3DCCD1}"/>
              <a:ext uri="{91240B29-F687-4f45-9708-019B960494DF}"/>
            </a:extLst>
          </p:spPr>
          <p:txBody>
            <a:bodyPr wrap="none" lIns="0" tIns="0" rIns="0" bIns="0">
              <a:spAutoFit/>
            </a:bodyPr>
            <a:lstStyle>
              <a:lvl1pPr>
                <a:defRPr sz="2400">
                  <a:solidFill>
                    <a:schemeClr val="tx1"/>
                  </a:solidFill>
                  <a:latin typeface="Times" charset="0"/>
                  <a:ea typeface="MS PGothic" pitchFamily="34" charset="-128"/>
                </a:defRPr>
              </a:lvl1pPr>
              <a:lvl2pPr marL="742950" indent="-285750">
                <a:defRPr sz="2400">
                  <a:solidFill>
                    <a:schemeClr val="tx1"/>
                  </a:solidFill>
                  <a:latin typeface="Times" charset="0"/>
                  <a:ea typeface="MS PGothic" pitchFamily="34" charset="-128"/>
                </a:defRPr>
              </a:lvl2pPr>
              <a:lvl3pPr marL="1143000" indent="-228600">
                <a:defRPr sz="2400">
                  <a:solidFill>
                    <a:schemeClr val="tx1"/>
                  </a:solidFill>
                  <a:latin typeface="Times" charset="0"/>
                  <a:ea typeface="MS PGothic" pitchFamily="34" charset="-128"/>
                </a:defRPr>
              </a:lvl3pPr>
              <a:lvl4pPr marL="1600200" indent="-228600">
                <a:defRPr sz="2400">
                  <a:solidFill>
                    <a:schemeClr val="tx1"/>
                  </a:solidFill>
                  <a:latin typeface="Times" charset="0"/>
                  <a:ea typeface="MS PGothic" pitchFamily="34" charset="-128"/>
                </a:defRPr>
              </a:lvl4pPr>
              <a:lvl5pPr marL="2057400" indent="-228600">
                <a:defRPr sz="2400">
                  <a:solidFill>
                    <a:schemeClr val="tx1"/>
                  </a:solidFill>
                  <a:latin typeface="Times" charset="0"/>
                  <a:ea typeface="MS PGothic" pitchFamily="34" charset="-128"/>
                </a:defRPr>
              </a:lvl5pPr>
              <a:lvl6pPr marL="2514600" indent="-228600" eaLnBrk="0" fontAlgn="base" hangingPunct="0">
                <a:spcBef>
                  <a:spcPct val="0"/>
                </a:spcBef>
                <a:spcAft>
                  <a:spcPct val="0"/>
                </a:spcAft>
                <a:defRPr sz="2400">
                  <a:solidFill>
                    <a:schemeClr val="tx1"/>
                  </a:solidFill>
                  <a:latin typeface="Times" charset="0"/>
                  <a:ea typeface="MS PGothic" pitchFamily="34" charset="-128"/>
                </a:defRPr>
              </a:lvl6pPr>
              <a:lvl7pPr marL="2971800" indent="-228600" eaLnBrk="0" fontAlgn="base" hangingPunct="0">
                <a:spcBef>
                  <a:spcPct val="0"/>
                </a:spcBef>
                <a:spcAft>
                  <a:spcPct val="0"/>
                </a:spcAft>
                <a:defRPr sz="2400">
                  <a:solidFill>
                    <a:schemeClr val="tx1"/>
                  </a:solidFill>
                  <a:latin typeface="Times" charset="0"/>
                  <a:ea typeface="MS PGothic" pitchFamily="34" charset="-128"/>
                </a:defRPr>
              </a:lvl7pPr>
              <a:lvl8pPr marL="3429000" indent="-228600" eaLnBrk="0" fontAlgn="base" hangingPunct="0">
                <a:spcBef>
                  <a:spcPct val="0"/>
                </a:spcBef>
                <a:spcAft>
                  <a:spcPct val="0"/>
                </a:spcAft>
                <a:defRPr sz="2400">
                  <a:solidFill>
                    <a:schemeClr val="tx1"/>
                  </a:solidFill>
                  <a:latin typeface="Times" charset="0"/>
                  <a:ea typeface="MS PGothic" pitchFamily="34" charset="-128"/>
                </a:defRPr>
              </a:lvl8pPr>
              <a:lvl9pPr marL="3886200" indent="-228600" eaLnBrk="0" fontAlgn="base" hangingPunct="0">
                <a:spcBef>
                  <a:spcPct val="0"/>
                </a:spcBef>
                <a:spcAft>
                  <a:spcPct val="0"/>
                </a:spcAft>
                <a:defRPr sz="2400">
                  <a:solidFill>
                    <a:schemeClr val="tx1"/>
                  </a:solidFill>
                  <a:latin typeface="Times"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rPr>
                <a:t>1 </a:t>
              </a:r>
              <a:endParaRPr kumimoji="0" lang="en-US" altLang="en-US" sz="2400" b="1" i="0" u="none" strike="noStrike" kern="1200" cap="none" spc="0" normalizeH="0" baseline="0" noProof="0">
                <a:ln>
                  <a:noFill/>
                </a:ln>
                <a:solidFill>
                  <a:srgbClr val="FFFFFF">
                    <a:lumMod val="65000"/>
                  </a:srgbClr>
                </a:solidFill>
                <a:effectLst/>
                <a:uLnTx/>
                <a:uFillTx/>
                <a:latin typeface="Times" charset="0"/>
                <a:ea typeface="MS PGothic" pitchFamily="34" charset="-128"/>
                <a:cs typeface="+mn-cs"/>
              </a:endParaRPr>
            </a:p>
          </p:txBody>
        </p:sp>
        <p:sp>
          <p:nvSpPr>
            <p:cNvPr id="136" name="Rectangle 67">
              <a:extLst>
                <a:ext uri="{FF2B5EF4-FFF2-40B4-BE49-F238E27FC236}">
                  <a16:creationId xmlns:a16="http://schemas.microsoft.com/office/drawing/2014/main" id="{6061EFEB-32A1-4187-959D-E3A797F88338}"/>
                </a:ext>
              </a:extLst>
            </p:cNvPr>
            <p:cNvSpPr>
              <a:spLocks noChangeArrowheads="1"/>
            </p:cNvSpPr>
            <p:nvPr/>
          </p:nvSpPr>
          <p:spPr bwMode="auto">
            <a:xfrm>
              <a:off x="5880100" y="25114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7" name="Rectangle 68">
              <a:extLst>
                <a:ext uri="{FF2B5EF4-FFF2-40B4-BE49-F238E27FC236}">
                  <a16:creationId xmlns:a16="http://schemas.microsoft.com/office/drawing/2014/main" id="{DC5A0C02-0C83-4F77-9D9A-2349A3EC357C}"/>
                </a:ext>
              </a:extLst>
            </p:cNvPr>
            <p:cNvSpPr>
              <a:spLocks noChangeArrowheads="1"/>
            </p:cNvSpPr>
            <p:nvPr/>
          </p:nvSpPr>
          <p:spPr bwMode="auto">
            <a:xfrm>
              <a:off x="5880100" y="28289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8" name="Rectangle 69">
              <a:extLst>
                <a:ext uri="{FF2B5EF4-FFF2-40B4-BE49-F238E27FC236}">
                  <a16:creationId xmlns:a16="http://schemas.microsoft.com/office/drawing/2014/main" id="{D0B73731-C50B-4CAD-9250-5F252F32FE97}"/>
                </a:ext>
              </a:extLst>
            </p:cNvPr>
            <p:cNvSpPr>
              <a:spLocks noChangeArrowheads="1"/>
            </p:cNvSpPr>
            <p:nvPr/>
          </p:nvSpPr>
          <p:spPr bwMode="auto">
            <a:xfrm>
              <a:off x="5880100" y="314007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39" name="Rectangle 70">
              <a:extLst>
                <a:ext uri="{FF2B5EF4-FFF2-40B4-BE49-F238E27FC236}">
                  <a16:creationId xmlns:a16="http://schemas.microsoft.com/office/drawing/2014/main" id="{259EEE3D-F5CC-43E4-8A0C-777595B0E1E8}"/>
                </a:ext>
              </a:extLst>
            </p:cNvPr>
            <p:cNvSpPr>
              <a:spLocks noChangeArrowheads="1"/>
            </p:cNvSpPr>
            <p:nvPr/>
          </p:nvSpPr>
          <p:spPr bwMode="auto">
            <a:xfrm>
              <a:off x="5880100" y="3394075"/>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0" name="Rectangle 71">
              <a:extLst>
                <a:ext uri="{FF2B5EF4-FFF2-40B4-BE49-F238E27FC236}">
                  <a16:creationId xmlns:a16="http://schemas.microsoft.com/office/drawing/2014/main" id="{109E3786-3DA5-4483-8F09-61B2A8D6ECDC}"/>
                </a:ext>
              </a:extLst>
            </p:cNvPr>
            <p:cNvSpPr>
              <a:spLocks noChangeArrowheads="1"/>
            </p:cNvSpPr>
            <p:nvPr/>
          </p:nvSpPr>
          <p:spPr bwMode="auto">
            <a:xfrm>
              <a:off x="4735513"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1" name="Rectangle 72">
              <a:extLst>
                <a:ext uri="{FF2B5EF4-FFF2-40B4-BE49-F238E27FC236}">
                  <a16:creationId xmlns:a16="http://schemas.microsoft.com/office/drawing/2014/main" id="{99C42E24-239F-47A2-A872-6073B023EBBE}"/>
                </a:ext>
              </a:extLst>
            </p:cNvPr>
            <p:cNvSpPr>
              <a:spLocks noChangeArrowheads="1"/>
            </p:cNvSpPr>
            <p:nvPr/>
          </p:nvSpPr>
          <p:spPr bwMode="auto">
            <a:xfrm>
              <a:off x="5307013"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2" name="Rectangle 74">
              <a:extLst>
                <a:ext uri="{FF2B5EF4-FFF2-40B4-BE49-F238E27FC236}">
                  <a16:creationId xmlns:a16="http://schemas.microsoft.com/office/drawing/2014/main" id="{60A2354D-A4C7-4A81-A94C-D901D2AB63AA}"/>
                </a:ext>
              </a:extLst>
            </p:cNvPr>
            <p:cNvSpPr>
              <a:spLocks noChangeArrowheads="1"/>
            </p:cNvSpPr>
            <p:nvPr/>
          </p:nvSpPr>
          <p:spPr bwMode="auto">
            <a:xfrm>
              <a:off x="5880100" y="34496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3" name="Rectangle 75">
              <a:extLst>
                <a:ext uri="{FF2B5EF4-FFF2-40B4-BE49-F238E27FC236}">
                  <a16:creationId xmlns:a16="http://schemas.microsoft.com/office/drawing/2014/main" id="{7DEF76BA-691F-4851-A4BD-69AF00416E90}"/>
                </a:ext>
              </a:extLst>
            </p:cNvPr>
            <p:cNvSpPr>
              <a:spLocks noChangeArrowheads="1"/>
            </p:cNvSpPr>
            <p:nvPr/>
          </p:nvSpPr>
          <p:spPr bwMode="auto">
            <a:xfrm>
              <a:off x="4729163"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4" name="Rectangle 76">
              <a:extLst>
                <a:ext uri="{FF2B5EF4-FFF2-40B4-BE49-F238E27FC236}">
                  <a16:creationId xmlns:a16="http://schemas.microsoft.com/office/drawing/2014/main" id="{689C5342-E9F2-4CAC-9E8A-5BA966CCF46E}"/>
                </a:ext>
              </a:extLst>
            </p:cNvPr>
            <p:cNvSpPr>
              <a:spLocks noChangeArrowheads="1"/>
            </p:cNvSpPr>
            <p:nvPr/>
          </p:nvSpPr>
          <p:spPr bwMode="auto">
            <a:xfrm>
              <a:off x="5300663"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145" name="Rectangle 77">
              <a:extLst>
                <a:ext uri="{FF2B5EF4-FFF2-40B4-BE49-F238E27FC236}">
                  <a16:creationId xmlns:a16="http://schemas.microsoft.com/office/drawing/2014/main" id="{C6501F17-ACA3-4F3B-9BC5-FFB3AF48078D}"/>
                </a:ext>
              </a:extLst>
            </p:cNvPr>
            <p:cNvSpPr>
              <a:spLocks noChangeArrowheads="1"/>
            </p:cNvSpPr>
            <p:nvPr/>
          </p:nvSpPr>
          <p:spPr bwMode="auto">
            <a:xfrm>
              <a:off x="5873750" y="37607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extBox 125">
            <a:extLst>
              <a:ext uri="{FF2B5EF4-FFF2-40B4-BE49-F238E27FC236}">
                <a16:creationId xmlns:a16="http://schemas.microsoft.com/office/drawing/2014/main" id="{CF5316DE-5122-44BB-85AF-39F53152E05A}"/>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6.57 from the textbook ]</a:t>
            </a:r>
          </a:p>
        </p:txBody>
      </p:sp>
      <p:sp>
        <p:nvSpPr>
          <p:cNvPr id="69635" name="Title 1">
            <a:extLst>
              <a:ext uri="{FF2B5EF4-FFF2-40B4-BE49-F238E27FC236}">
                <a16:creationId xmlns:a16="http://schemas.microsoft.com/office/drawing/2014/main" id="{6C502A5D-760B-418C-9C58-8016A7307141}"/>
              </a:ext>
            </a:extLst>
          </p:cNvPr>
          <p:cNvSpPr txBox="1">
            <a:spLocks/>
          </p:cNvSpPr>
          <p:nvPr/>
        </p:nvSpPr>
        <p:spPr bwMode="auto">
          <a:xfrm>
            <a:off x="0" y="76200"/>
            <a:ext cx="9144000" cy="51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Minimized State Diagram for the vending machine</a:t>
            </a:r>
          </a:p>
        </p:txBody>
      </p:sp>
      <p:pic>
        <p:nvPicPr>
          <p:cNvPr id="2" name="Picture 1">
            <a:extLst>
              <a:ext uri="{FF2B5EF4-FFF2-40B4-BE49-F238E27FC236}">
                <a16:creationId xmlns:a16="http://schemas.microsoft.com/office/drawing/2014/main" id="{E560696C-A855-481F-81AB-98F6CCDB908B}"/>
              </a:ext>
            </a:extLst>
          </p:cNvPr>
          <p:cNvPicPr>
            <a:picLocks noChangeAspect="1"/>
          </p:cNvPicPr>
          <p:nvPr/>
        </p:nvPicPr>
        <p:blipFill>
          <a:blip r:embed="rId2"/>
          <a:stretch>
            <a:fillRect/>
          </a:stretch>
        </p:blipFill>
        <p:spPr>
          <a:xfrm>
            <a:off x="61542" y="712997"/>
            <a:ext cx="4896378" cy="3706604"/>
          </a:xfrm>
          <a:prstGeom prst="rect">
            <a:avLst/>
          </a:prstGeom>
        </p:spPr>
      </p:pic>
      <p:pic>
        <p:nvPicPr>
          <p:cNvPr id="3" name="Picture 2">
            <a:extLst>
              <a:ext uri="{FF2B5EF4-FFF2-40B4-BE49-F238E27FC236}">
                <a16:creationId xmlns:a16="http://schemas.microsoft.com/office/drawing/2014/main" id="{5CC44B6B-826D-4EBE-922F-DD9FF3893E44}"/>
              </a:ext>
            </a:extLst>
          </p:cNvPr>
          <p:cNvPicPr>
            <a:picLocks noChangeAspect="1"/>
          </p:cNvPicPr>
          <p:nvPr/>
        </p:nvPicPr>
        <p:blipFill>
          <a:blip r:embed="rId3"/>
          <a:stretch>
            <a:fillRect/>
          </a:stretch>
        </p:blipFill>
        <p:spPr>
          <a:xfrm>
            <a:off x="5814780" y="838200"/>
            <a:ext cx="3253020" cy="3933679"/>
          </a:xfrm>
          <a:prstGeom prst="rect">
            <a:avLst/>
          </a:prstGeom>
        </p:spPr>
      </p:pic>
      <p:sp>
        <p:nvSpPr>
          <p:cNvPr id="4" name="Arrow: Right 3">
            <a:extLst>
              <a:ext uri="{FF2B5EF4-FFF2-40B4-BE49-F238E27FC236}">
                <a16:creationId xmlns:a16="http://schemas.microsoft.com/office/drawing/2014/main" id="{B137F0FC-4274-4C73-8BA7-71B7FC15D1FF}"/>
              </a:ext>
            </a:extLst>
          </p:cNvPr>
          <p:cNvSpPr/>
          <p:nvPr/>
        </p:nvSpPr>
        <p:spPr bwMode="auto">
          <a:xfrm>
            <a:off x="4817310" y="2133600"/>
            <a:ext cx="1138080" cy="609600"/>
          </a:xfrm>
          <a:prstGeom prst="rightArrow">
            <a:avLst/>
          </a:prstGeom>
          <a:ln>
            <a:headEnd type="none" w="med" len="med"/>
            <a:tailEnd type="none" w="med" len="med"/>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charset="0"/>
              <a:ea typeface="ＭＳ Ｐゴシック" charset="0"/>
            </a:endParaRPr>
          </a:p>
        </p:txBody>
      </p:sp>
    </p:spTree>
    <p:extLst>
      <p:ext uri="{BB962C8B-B14F-4D97-AF65-F5344CB8AC3E}">
        <p14:creationId xmlns:p14="http://schemas.microsoft.com/office/powerpoint/2010/main" val="374377254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TextBox 125">
            <a:extLst>
              <a:ext uri="{FF2B5EF4-FFF2-40B4-BE49-F238E27FC236}">
                <a16:creationId xmlns:a16="http://schemas.microsoft.com/office/drawing/2014/main" id="{FC7F3387-F6E6-42AA-81B2-038455F23462}"/>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6.58 from the textbook ]</a:t>
            </a:r>
          </a:p>
        </p:txBody>
      </p:sp>
      <p:sp>
        <p:nvSpPr>
          <p:cNvPr id="70659" name="Title 1">
            <a:extLst>
              <a:ext uri="{FF2B5EF4-FFF2-40B4-BE49-F238E27FC236}">
                <a16:creationId xmlns:a16="http://schemas.microsoft.com/office/drawing/2014/main" id="{38AD8CD6-FDE3-43A1-A22C-BC1BF55A41B4}"/>
              </a:ext>
            </a:extLst>
          </p:cNvPr>
          <p:cNvSpPr txBox="1">
            <a:spLocks/>
          </p:cNvSpPr>
          <p:nvPr/>
        </p:nvSpPr>
        <p:spPr bwMode="auto">
          <a:xfrm>
            <a:off x="0" y="0"/>
            <a:ext cx="91440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Mealy-type FSM for the vending machine</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7" name="Group 1">
            <a:extLst>
              <a:ext uri="{FF2B5EF4-FFF2-40B4-BE49-F238E27FC236}">
                <a16:creationId xmlns:a16="http://schemas.microsoft.com/office/drawing/2014/main" id="{47BAB61F-D70E-41E2-B39C-27D7F930D699}"/>
              </a:ext>
            </a:extLst>
          </p:cNvPr>
          <p:cNvGrpSpPr>
            <a:grpSpLocks/>
          </p:cNvGrpSpPr>
          <p:nvPr/>
        </p:nvGrpSpPr>
        <p:grpSpPr bwMode="auto">
          <a:xfrm>
            <a:off x="2614613" y="695325"/>
            <a:ext cx="3424237" cy="5705475"/>
            <a:chOff x="2614613" y="373063"/>
            <a:chExt cx="3424237" cy="5705475"/>
          </a:xfrm>
        </p:grpSpPr>
        <p:sp>
          <p:nvSpPr>
            <p:cNvPr id="70660" name="Freeform 4">
              <a:extLst>
                <a:ext uri="{FF2B5EF4-FFF2-40B4-BE49-F238E27FC236}">
                  <a16:creationId xmlns:a16="http://schemas.microsoft.com/office/drawing/2014/main" id="{3F27F2D3-1120-4292-B504-D66F4F297D84}"/>
                </a:ext>
              </a:extLst>
            </p:cNvPr>
            <p:cNvSpPr>
              <a:spLocks/>
            </p:cNvSpPr>
            <p:nvPr/>
          </p:nvSpPr>
          <p:spPr bwMode="auto">
            <a:xfrm>
              <a:off x="4264025" y="5068888"/>
              <a:ext cx="114300" cy="114300"/>
            </a:xfrm>
            <a:custGeom>
              <a:avLst/>
              <a:gdLst>
                <a:gd name="T0" fmla="*/ 2147483646 w 144"/>
                <a:gd name="T1" fmla="*/ 2147483646 h 145"/>
                <a:gd name="T2" fmla="*/ 2147483646 w 144"/>
                <a:gd name="T3" fmla="*/ 0 h 145"/>
                <a:gd name="T4" fmla="*/ 0 w 144"/>
                <a:gd name="T5" fmla="*/ 2147483646 h 145"/>
                <a:gd name="T6" fmla="*/ 2147483646 w 144"/>
                <a:gd name="T7" fmla="*/ 2147483646 h 145"/>
                <a:gd name="T8" fmla="*/ 2147483646 w 144"/>
                <a:gd name="T9" fmla="*/ 2147483646 h 145"/>
                <a:gd name="T10" fmla="*/ 0 60000 65536"/>
                <a:gd name="T11" fmla="*/ 0 60000 65536"/>
                <a:gd name="T12" fmla="*/ 0 60000 65536"/>
                <a:gd name="T13" fmla="*/ 0 60000 65536"/>
                <a:gd name="T14" fmla="*/ 0 60000 65536"/>
                <a:gd name="T15" fmla="*/ 0 w 144"/>
                <a:gd name="T16" fmla="*/ 0 h 145"/>
                <a:gd name="T17" fmla="*/ 144 w 144"/>
                <a:gd name="T18" fmla="*/ 145 h 145"/>
              </a:gdLst>
              <a:ahLst/>
              <a:cxnLst>
                <a:cxn ang="T10">
                  <a:pos x="T0" y="T1"/>
                </a:cxn>
                <a:cxn ang="T11">
                  <a:pos x="T2" y="T3"/>
                </a:cxn>
                <a:cxn ang="T12">
                  <a:pos x="T4" y="T5"/>
                </a:cxn>
                <a:cxn ang="T13">
                  <a:pos x="T6" y="T7"/>
                </a:cxn>
                <a:cxn ang="T14">
                  <a:pos x="T8" y="T9"/>
                </a:cxn>
              </a:cxnLst>
              <a:rect l="T15" t="T16" r="T17" b="T18"/>
              <a:pathLst>
                <a:path w="144" h="145">
                  <a:moveTo>
                    <a:pt x="57" y="145"/>
                  </a:moveTo>
                  <a:lnTo>
                    <a:pt x="144" y="0"/>
                  </a:lnTo>
                  <a:lnTo>
                    <a:pt x="0" y="116"/>
                  </a:lnTo>
                  <a:lnTo>
                    <a:pt x="29" y="116"/>
                  </a:lnTo>
                  <a:lnTo>
                    <a:pt x="57" y="145"/>
                  </a:lnTo>
                  <a:close/>
                </a:path>
              </a:pathLst>
            </a:custGeom>
            <a:solidFill>
              <a:schemeClr val="tx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1" name="Freeform 7">
              <a:extLst>
                <a:ext uri="{FF2B5EF4-FFF2-40B4-BE49-F238E27FC236}">
                  <a16:creationId xmlns:a16="http://schemas.microsoft.com/office/drawing/2014/main" id="{F99E3AA8-EF3E-491B-BF25-A05DC7B5C752}"/>
                </a:ext>
              </a:extLst>
            </p:cNvPr>
            <p:cNvSpPr>
              <a:spLocks/>
            </p:cNvSpPr>
            <p:nvPr/>
          </p:nvSpPr>
          <p:spPr bwMode="auto">
            <a:xfrm>
              <a:off x="4241800" y="5022850"/>
              <a:ext cx="641350" cy="641350"/>
            </a:xfrm>
            <a:custGeom>
              <a:avLst/>
              <a:gdLst>
                <a:gd name="T0" fmla="*/ 2147483646 w 807"/>
                <a:gd name="T1" fmla="*/ 2147483646 h 808"/>
                <a:gd name="T2" fmla="*/ 2147483646 w 807"/>
                <a:gd name="T3" fmla="*/ 2147483646 h 808"/>
                <a:gd name="T4" fmla="*/ 2147483646 w 807"/>
                <a:gd name="T5" fmla="*/ 2147483646 h 808"/>
                <a:gd name="T6" fmla="*/ 2147483646 w 807"/>
                <a:gd name="T7" fmla="*/ 2147483646 h 808"/>
                <a:gd name="T8" fmla="*/ 2147483646 w 807"/>
                <a:gd name="T9" fmla="*/ 2147483646 h 808"/>
                <a:gd name="T10" fmla="*/ 2147483646 w 807"/>
                <a:gd name="T11" fmla="*/ 2147483646 h 808"/>
                <a:gd name="T12" fmla="*/ 2147483646 w 807"/>
                <a:gd name="T13" fmla="*/ 2147483646 h 808"/>
                <a:gd name="T14" fmla="*/ 2147483646 w 807"/>
                <a:gd name="T15" fmla="*/ 2147483646 h 808"/>
                <a:gd name="T16" fmla="*/ 2147483646 w 807"/>
                <a:gd name="T17" fmla="*/ 2147483646 h 808"/>
                <a:gd name="T18" fmla="*/ 2147483646 w 807"/>
                <a:gd name="T19" fmla="*/ 2147483646 h 808"/>
                <a:gd name="T20" fmla="*/ 2147483646 w 807"/>
                <a:gd name="T21" fmla="*/ 2147483646 h 808"/>
                <a:gd name="T22" fmla="*/ 2147483646 w 807"/>
                <a:gd name="T23" fmla="*/ 0 h 808"/>
                <a:gd name="T24" fmla="*/ 2147483646 w 807"/>
                <a:gd name="T25" fmla="*/ 2147483646 h 808"/>
                <a:gd name="T26" fmla="*/ 2147483646 w 807"/>
                <a:gd name="T27" fmla="*/ 2147483646 h 808"/>
                <a:gd name="T28" fmla="*/ 2147483646 w 807"/>
                <a:gd name="T29" fmla="*/ 2147483646 h 808"/>
                <a:gd name="T30" fmla="*/ 2147483646 w 807"/>
                <a:gd name="T31" fmla="*/ 2147483646 h 808"/>
                <a:gd name="T32" fmla="*/ 2147483646 w 807"/>
                <a:gd name="T33" fmla="*/ 2147483646 h 808"/>
                <a:gd name="T34" fmla="*/ 2147483646 w 807"/>
                <a:gd name="T35" fmla="*/ 2147483646 h 808"/>
                <a:gd name="T36" fmla="*/ 2147483646 w 807"/>
                <a:gd name="T37" fmla="*/ 2147483646 h 808"/>
                <a:gd name="T38" fmla="*/ 2147483646 w 807"/>
                <a:gd name="T39" fmla="*/ 2147483646 h 808"/>
                <a:gd name="T40" fmla="*/ 2147483646 w 807"/>
                <a:gd name="T41" fmla="*/ 2147483646 h 808"/>
                <a:gd name="T42" fmla="*/ 2147483646 w 807"/>
                <a:gd name="T43" fmla="*/ 2147483646 h 808"/>
                <a:gd name="T44" fmla="*/ 2147483646 w 807"/>
                <a:gd name="T45" fmla="*/ 2147483646 h 808"/>
                <a:gd name="T46" fmla="*/ 2147483646 w 807"/>
                <a:gd name="T47" fmla="*/ 2147483646 h 808"/>
                <a:gd name="T48" fmla="*/ 2147483646 w 807"/>
                <a:gd name="T49" fmla="*/ 2147483646 h 808"/>
                <a:gd name="T50" fmla="*/ 2147483646 w 807"/>
                <a:gd name="T51" fmla="*/ 2147483646 h 808"/>
                <a:gd name="T52" fmla="*/ 2147483646 w 807"/>
                <a:gd name="T53" fmla="*/ 2147483646 h 808"/>
                <a:gd name="T54" fmla="*/ 2147483646 w 807"/>
                <a:gd name="T55" fmla="*/ 2147483646 h 808"/>
                <a:gd name="T56" fmla="*/ 2147483646 w 807"/>
                <a:gd name="T57" fmla="*/ 2147483646 h 808"/>
                <a:gd name="T58" fmla="*/ 2147483646 w 807"/>
                <a:gd name="T59" fmla="*/ 2147483646 h 808"/>
                <a:gd name="T60" fmla="*/ 2147483646 w 807"/>
                <a:gd name="T61" fmla="*/ 2147483646 h 808"/>
                <a:gd name="T62" fmla="*/ 2147483646 w 807"/>
                <a:gd name="T63" fmla="*/ 2147483646 h 808"/>
                <a:gd name="T64" fmla="*/ 2147483646 w 807"/>
                <a:gd name="T65" fmla="*/ 2147483646 h 808"/>
                <a:gd name="T66" fmla="*/ 2147483646 w 807"/>
                <a:gd name="T67" fmla="*/ 2147483646 h 808"/>
                <a:gd name="T68" fmla="*/ 2147483646 w 807"/>
                <a:gd name="T69" fmla="*/ 2147483646 h 808"/>
                <a:gd name="T70" fmla="*/ 2147483646 w 807"/>
                <a:gd name="T71" fmla="*/ 2147483646 h 808"/>
                <a:gd name="T72" fmla="*/ 2147483646 w 807"/>
                <a:gd name="T73" fmla="*/ 2147483646 h 808"/>
                <a:gd name="T74" fmla="*/ 2147483646 w 807"/>
                <a:gd name="T75" fmla="*/ 2147483646 h 808"/>
                <a:gd name="T76" fmla="*/ 2147483646 w 807"/>
                <a:gd name="T77" fmla="*/ 2147483646 h 808"/>
                <a:gd name="T78" fmla="*/ 2147483646 w 807"/>
                <a:gd name="T79" fmla="*/ 2147483646 h 808"/>
                <a:gd name="T80" fmla="*/ 2147483646 w 807"/>
                <a:gd name="T81" fmla="*/ 2147483646 h 808"/>
                <a:gd name="T82" fmla="*/ 2147483646 w 807"/>
                <a:gd name="T83" fmla="*/ 2147483646 h 808"/>
                <a:gd name="T84" fmla="*/ 2147483646 w 807"/>
                <a:gd name="T85" fmla="*/ 2147483646 h 808"/>
                <a:gd name="T86" fmla="*/ 2147483646 w 807"/>
                <a:gd name="T87" fmla="*/ 2147483646 h 808"/>
                <a:gd name="T88" fmla="*/ 2147483646 w 807"/>
                <a:gd name="T89" fmla="*/ 2147483646 h 808"/>
                <a:gd name="T90" fmla="*/ 2147483646 w 807"/>
                <a:gd name="T91" fmla="*/ 2147483646 h 808"/>
                <a:gd name="T92" fmla="*/ 2147483646 w 807"/>
                <a:gd name="T93" fmla="*/ 2147483646 h 808"/>
                <a:gd name="T94" fmla="*/ 2147483646 w 807"/>
                <a:gd name="T95" fmla="*/ 2147483646 h 808"/>
                <a:gd name="T96" fmla="*/ 2147483646 w 807"/>
                <a:gd name="T97" fmla="*/ 2147483646 h 808"/>
                <a:gd name="T98" fmla="*/ 2147483646 w 807"/>
                <a:gd name="T99" fmla="*/ 2147483646 h 808"/>
                <a:gd name="T100" fmla="*/ 2147483646 w 807"/>
                <a:gd name="T101" fmla="*/ 2147483646 h 808"/>
                <a:gd name="T102" fmla="*/ 2147483646 w 807"/>
                <a:gd name="T103" fmla="*/ 2147483646 h 808"/>
                <a:gd name="T104" fmla="*/ 2147483646 w 807"/>
                <a:gd name="T105" fmla="*/ 2147483646 h 808"/>
                <a:gd name="T106" fmla="*/ 2147483646 w 807"/>
                <a:gd name="T107" fmla="*/ 2147483646 h 808"/>
                <a:gd name="T108" fmla="*/ 2147483646 w 807"/>
                <a:gd name="T109" fmla="*/ 2147483646 h 808"/>
                <a:gd name="T110" fmla="*/ 2147483646 w 807"/>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08"/>
                <a:gd name="T170" fmla="*/ 807 w 807"/>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08">
                  <a:moveTo>
                    <a:pt x="0" y="399"/>
                  </a:moveTo>
                  <a:lnTo>
                    <a:pt x="0" y="410"/>
                  </a:lnTo>
                  <a:lnTo>
                    <a:pt x="1" y="388"/>
                  </a:lnTo>
                  <a:lnTo>
                    <a:pt x="3" y="368"/>
                  </a:lnTo>
                  <a:lnTo>
                    <a:pt x="6" y="346"/>
                  </a:lnTo>
                  <a:lnTo>
                    <a:pt x="8" y="326"/>
                  </a:lnTo>
                  <a:lnTo>
                    <a:pt x="13" y="307"/>
                  </a:lnTo>
                  <a:lnTo>
                    <a:pt x="19" y="287"/>
                  </a:lnTo>
                  <a:lnTo>
                    <a:pt x="26" y="268"/>
                  </a:lnTo>
                  <a:lnTo>
                    <a:pt x="33" y="249"/>
                  </a:lnTo>
                  <a:lnTo>
                    <a:pt x="40" y="232"/>
                  </a:lnTo>
                  <a:lnTo>
                    <a:pt x="50" y="213"/>
                  </a:lnTo>
                  <a:lnTo>
                    <a:pt x="60" y="197"/>
                  </a:lnTo>
                  <a:lnTo>
                    <a:pt x="71" y="180"/>
                  </a:lnTo>
                  <a:lnTo>
                    <a:pt x="82" y="164"/>
                  </a:lnTo>
                  <a:lnTo>
                    <a:pt x="94" y="148"/>
                  </a:lnTo>
                  <a:lnTo>
                    <a:pt x="107" y="134"/>
                  </a:lnTo>
                  <a:lnTo>
                    <a:pt x="120" y="119"/>
                  </a:lnTo>
                  <a:lnTo>
                    <a:pt x="134" y="106"/>
                  </a:lnTo>
                  <a:lnTo>
                    <a:pt x="150" y="93"/>
                  </a:lnTo>
                  <a:lnTo>
                    <a:pt x="164" y="80"/>
                  </a:lnTo>
                  <a:lnTo>
                    <a:pt x="180" y="70"/>
                  </a:lnTo>
                  <a:lnTo>
                    <a:pt x="197" y="59"/>
                  </a:lnTo>
                  <a:lnTo>
                    <a:pt x="215" y="49"/>
                  </a:lnTo>
                  <a:lnTo>
                    <a:pt x="232" y="40"/>
                  </a:lnTo>
                  <a:lnTo>
                    <a:pt x="251" y="31"/>
                  </a:lnTo>
                  <a:lnTo>
                    <a:pt x="268" y="24"/>
                  </a:lnTo>
                  <a:lnTo>
                    <a:pt x="288" y="18"/>
                  </a:lnTo>
                  <a:lnTo>
                    <a:pt x="307" y="13"/>
                  </a:lnTo>
                  <a:lnTo>
                    <a:pt x="327" y="8"/>
                  </a:lnTo>
                  <a:lnTo>
                    <a:pt x="347" y="4"/>
                  </a:lnTo>
                  <a:lnTo>
                    <a:pt x="368" y="3"/>
                  </a:lnTo>
                  <a:lnTo>
                    <a:pt x="388" y="1"/>
                  </a:lnTo>
                  <a:lnTo>
                    <a:pt x="409" y="0"/>
                  </a:lnTo>
                  <a:lnTo>
                    <a:pt x="399" y="0"/>
                  </a:lnTo>
                  <a:lnTo>
                    <a:pt x="421" y="1"/>
                  </a:lnTo>
                  <a:lnTo>
                    <a:pt x="441" y="3"/>
                  </a:lnTo>
                  <a:lnTo>
                    <a:pt x="461" y="4"/>
                  </a:lnTo>
                  <a:lnTo>
                    <a:pt x="482" y="8"/>
                  </a:lnTo>
                  <a:lnTo>
                    <a:pt x="502" y="13"/>
                  </a:lnTo>
                  <a:lnTo>
                    <a:pt x="520" y="18"/>
                  </a:lnTo>
                  <a:lnTo>
                    <a:pt x="541" y="24"/>
                  </a:lnTo>
                  <a:lnTo>
                    <a:pt x="558" y="31"/>
                  </a:lnTo>
                  <a:lnTo>
                    <a:pt x="577" y="40"/>
                  </a:lnTo>
                  <a:lnTo>
                    <a:pt x="594" y="49"/>
                  </a:lnTo>
                  <a:lnTo>
                    <a:pt x="611" y="59"/>
                  </a:lnTo>
                  <a:lnTo>
                    <a:pt x="629" y="70"/>
                  </a:lnTo>
                  <a:lnTo>
                    <a:pt x="645" y="80"/>
                  </a:lnTo>
                  <a:lnTo>
                    <a:pt x="659" y="93"/>
                  </a:lnTo>
                  <a:lnTo>
                    <a:pt x="675" y="106"/>
                  </a:lnTo>
                  <a:lnTo>
                    <a:pt x="688" y="119"/>
                  </a:lnTo>
                  <a:lnTo>
                    <a:pt x="702" y="134"/>
                  </a:lnTo>
                  <a:lnTo>
                    <a:pt x="715" y="148"/>
                  </a:lnTo>
                  <a:lnTo>
                    <a:pt x="727" y="164"/>
                  </a:lnTo>
                  <a:lnTo>
                    <a:pt x="738" y="180"/>
                  </a:lnTo>
                  <a:lnTo>
                    <a:pt x="748" y="197"/>
                  </a:lnTo>
                  <a:lnTo>
                    <a:pt x="758" y="213"/>
                  </a:lnTo>
                  <a:lnTo>
                    <a:pt x="769" y="232"/>
                  </a:lnTo>
                  <a:lnTo>
                    <a:pt x="776" y="249"/>
                  </a:lnTo>
                  <a:lnTo>
                    <a:pt x="783" y="268"/>
                  </a:lnTo>
                  <a:lnTo>
                    <a:pt x="790" y="287"/>
                  </a:lnTo>
                  <a:lnTo>
                    <a:pt x="796" y="307"/>
                  </a:lnTo>
                  <a:lnTo>
                    <a:pt x="800" y="326"/>
                  </a:lnTo>
                  <a:lnTo>
                    <a:pt x="803" y="346"/>
                  </a:lnTo>
                  <a:lnTo>
                    <a:pt x="806" y="368"/>
                  </a:lnTo>
                  <a:lnTo>
                    <a:pt x="807" y="388"/>
                  </a:lnTo>
                  <a:lnTo>
                    <a:pt x="807" y="410"/>
                  </a:lnTo>
                  <a:lnTo>
                    <a:pt x="807" y="399"/>
                  </a:lnTo>
                  <a:lnTo>
                    <a:pt x="807" y="420"/>
                  </a:lnTo>
                  <a:lnTo>
                    <a:pt x="806" y="441"/>
                  </a:lnTo>
                  <a:lnTo>
                    <a:pt x="803" y="461"/>
                  </a:lnTo>
                  <a:lnTo>
                    <a:pt x="800" y="482"/>
                  </a:lnTo>
                  <a:lnTo>
                    <a:pt x="796" y="502"/>
                  </a:lnTo>
                  <a:lnTo>
                    <a:pt x="790" y="521"/>
                  </a:lnTo>
                  <a:lnTo>
                    <a:pt x="783" y="539"/>
                  </a:lnTo>
                  <a:lnTo>
                    <a:pt x="776" y="558"/>
                  </a:lnTo>
                  <a:lnTo>
                    <a:pt x="769" y="577"/>
                  </a:lnTo>
                  <a:lnTo>
                    <a:pt x="758" y="594"/>
                  </a:lnTo>
                  <a:lnTo>
                    <a:pt x="748" y="612"/>
                  </a:lnTo>
                  <a:lnTo>
                    <a:pt x="738" y="627"/>
                  </a:lnTo>
                  <a:lnTo>
                    <a:pt x="727" y="643"/>
                  </a:lnTo>
                  <a:lnTo>
                    <a:pt x="715" y="659"/>
                  </a:lnTo>
                  <a:lnTo>
                    <a:pt x="702" y="674"/>
                  </a:lnTo>
                  <a:lnTo>
                    <a:pt x="688" y="688"/>
                  </a:lnTo>
                  <a:lnTo>
                    <a:pt x="675" y="702"/>
                  </a:lnTo>
                  <a:lnTo>
                    <a:pt x="659" y="714"/>
                  </a:lnTo>
                  <a:lnTo>
                    <a:pt x="645" y="727"/>
                  </a:lnTo>
                  <a:lnTo>
                    <a:pt x="629" y="739"/>
                  </a:lnTo>
                  <a:lnTo>
                    <a:pt x="611" y="749"/>
                  </a:lnTo>
                  <a:lnTo>
                    <a:pt x="594" y="759"/>
                  </a:lnTo>
                  <a:lnTo>
                    <a:pt x="577" y="767"/>
                  </a:lnTo>
                  <a:lnTo>
                    <a:pt x="558" y="776"/>
                  </a:lnTo>
                  <a:lnTo>
                    <a:pt x="541" y="783"/>
                  </a:lnTo>
                  <a:lnTo>
                    <a:pt x="520" y="789"/>
                  </a:lnTo>
                  <a:lnTo>
                    <a:pt x="502" y="795"/>
                  </a:lnTo>
                  <a:lnTo>
                    <a:pt x="482" y="799"/>
                  </a:lnTo>
                  <a:lnTo>
                    <a:pt x="461" y="803"/>
                  </a:lnTo>
                  <a:lnTo>
                    <a:pt x="441" y="806"/>
                  </a:lnTo>
                  <a:lnTo>
                    <a:pt x="421" y="808"/>
                  </a:lnTo>
                  <a:lnTo>
                    <a:pt x="399" y="808"/>
                  </a:lnTo>
                  <a:lnTo>
                    <a:pt x="409" y="808"/>
                  </a:lnTo>
                  <a:lnTo>
                    <a:pt x="388" y="808"/>
                  </a:lnTo>
                  <a:lnTo>
                    <a:pt x="368" y="806"/>
                  </a:lnTo>
                  <a:lnTo>
                    <a:pt x="347" y="803"/>
                  </a:lnTo>
                  <a:lnTo>
                    <a:pt x="327" y="799"/>
                  </a:lnTo>
                  <a:lnTo>
                    <a:pt x="307" y="795"/>
                  </a:lnTo>
                  <a:lnTo>
                    <a:pt x="288" y="789"/>
                  </a:lnTo>
                  <a:lnTo>
                    <a:pt x="268" y="783"/>
                  </a:lnTo>
                  <a:lnTo>
                    <a:pt x="251" y="776"/>
                  </a:lnTo>
                  <a:lnTo>
                    <a:pt x="232" y="767"/>
                  </a:lnTo>
                  <a:lnTo>
                    <a:pt x="215" y="759"/>
                  </a:lnTo>
                  <a:lnTo>
                    <a:pt x="197" y="749"/>
                  </a:lnTo>
                  <a:lnTo>
                    <a:pt x="180" y="739"/>
                  </a:lnTo>
                  <a:lnTo>
                    <a:pt x="164" y="727"/>
                  </a:lnTo>
                  <a:lnTo>
                    <a:pt x="150" y="714"/>
                  </a:lnTo>
                  <a:lnTo>
                    <a:pt x="134" y="702"/>
                  </a:lnTo>
                  <a:lnTo>
                    <a:pt x="120" y="688"/>
                  </a:lnTo>
                  <a:lnTo>
                    <a:pt x="107" y="674"/>
                  </a:lnTo>
                  <a:lnTo>
                    <a:pt x="94" y="659"/>
                  </a:lnTo>
                  <a:lnTo>
                    <a:pt x="82" y="643"/>
                  </a:lnTo>
                  <a:lnTo>
                    <a:pt x="71" y="627"/>
                  </a:lnTo>
                  <a:lnTo>
                    <a:pt x="60" y="612"/>
                  </a:lnTo>
                  <a:lnTo>
                    <a:pt x="50" y="594"/>
                  </a:lnTo>
                  <a:lnTo>
                    <a:pt x="40" y="577"/>
                  </a:lnTo>
                  <a:lnTo>
                    <a:pt x="33" y="558"/>
                  </a:lnTo>
                  <a:lnTo>
                    <a:pt x="26" y="539"/>
                  </a:lnTo>
                  <a:lnTo>
                    <a:pt x="19" y="521"/>
                  </a:lnTo>
                  <a:lnTo>
                    <a:pt x="13" y="502"/>
                  </a:lnTo>
                  <a:lnTo>
                    <a:pt x="8" y="482"/>
                  </a:lnTo>
                  <a:lnTo>
                    <a:pt x="6" y="461"/>
                  </a:lnTo>
                  <a:lnTo>
                    <a:pt x="3" y="441"/>
                  </a:lnTo>
                  <a:lnTo>
                    <a:pt x="1" y="420"/>
                  </a:lnTo>
                  <a:lnTo>
                    <a:pt x="0" y="399"/>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2" name="Freeform 9">
              <a:extLst>
                <a:ext uri="{FF2B5EF4-FFF2-40B4-BE49-F238E27FC236}">
                  <a16:creationId xmlns:a16="http://schemas.microsoft.com/office/drawing/2014/main" id="{048192A6-A992-4B66-B4ED-6C5DA160DC8A}"/>
                </a:ext>
              </a:extLst>
            </p:cNvPr>
            <p:cNvSpPr>
              <a:spLocks/>
            </p:cNvSpPr>
            <p:nvPr/>
          </p:nvSpPr>
          <p:spPr bwMode="auto">
            <a:xfrm>
              <a:off x="4149725" y="2846388"/>
              <a:ext cx="114300" cy="138112"/>
            </a:xfrm>
            <a:custGeom>
              <a:avLst/>
              <a:gdLst>
                <a:gd name="T0" fmla="*/ 0 w 145"/>
                <a:gd name="T1" fmla="*/ 2147483646 h 173"/>
                <a:gd name="T2" fmla="*/ 2147483646 w 145"/>
                <a:gd name="T3" fmla="*/ 2147483646 h 173"/>
                <a:gd name="T4" fmla="*/ 2147483646 w 145"/>
                <a:gd name="T5" fmla="*/ 0 h 173"/>
                <a:gd name="T6" fmla="*/ 2147483646 w 145"/>
                <a:gd name="T7" fmla="*/ 2147483646 h 173"/>
                <a:gd name="T8" fmla="*/ 0 w 145"/>
                <a:gd name="T9" fmla="*/ 2147483646 h 173"/>
                <a:gd name="T10" fmla="*/ 0 60000 65536"/>
                <a:gd name="T11" fmla="*/ 0 60000 65536"/>
                <a:gd name="T12" fmla="*/ 0 60000 65536"/>
                <a:gd name="T13" fmla="*/ 0 60000 65536"/>
                <a:gd name="T14" fmla="*/ 0 60000 65536"/>
                <a:gd name="T15" fmla="*/ 0 w 145"/>
                <a:gd name="T16" fmla="*/ 0 h 173"/>
                <a:gd name="T17" fmla="*/ 145 w 145"/>
                <a:gd name="T18" fmla="*/ 173 h 173"/>
              </a:gdLst>
              <a:ahLst/>
              <a:cxnLst>
                <a:cxn ang="T10">
                  <a:pos x="T0" y="T1"/>
                </a:cxn>
                <a:cxn ang="T11">
                  <a:pos x="T2" y="T3"/>
                </a:cxn>
                <a:cxn ang="T12">
                  <a:pos x="T4" y="T5"/>
                </a:cxn>
                <a:cxn ang="T13">
                  <a:pos x="T6" y="T7"/>
                </a:cxn>
                <a:cxn ang="T14">
                  <a:pos x="T8" y="T9"/>
                </a:cxn>
              </a:cxnLst>
              <a:rect l="T15" t="T16" r="T17" b="T18"/>
              <a:pathLst>
                <a:path w="145" h="173">
                  <a:moveTo>
                    <a:pt x="0" y="57"/>
                  </a:moveTo>
                  <a:lnTo>
                    <a:pt x="145" y="173"/>
                  </a:lnTo>
                  <a:lnTo>
                    <a:pt x="29" y="0"/>
                  </a:lnTo>
                  <a:lnTo>
                    <a:pt x="29" y="29"/>
                  </a:lnTo>
                  <a:lnTo>
                    <a:pt x="0" y="57"/>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3" name="Freeform 12">
              <a:extLst>
                <a:ext uri="{FF2B5EF4-FFF2-40B4-BE49-F238E27FC236}">
                  <a16:creationId xmlns:a16="http://schemas.microsoft.com/office/drawing/2014/main" id="{50D4D0CF-4A33-4F1E-8016-6935182E8FFA}"/>
                </a:ext>
              </a:extLst>
            </p:cNvPr>
            <p:cNvSpPr>
              <a:spLocks/>
            </p:cNvSpPr>
            <p:nvPr/>
          </p:nvSpPr>
          <p:spPr bwMode="auto">
            <a:xfrm>
              <a:off x="3668713" y="2824163"/>
              <a:ext cx="641350" cy="641350"/>
            </a:xfrm>
            <a:custGeom>
              <a:avLst/>
              <a:gdLst>
                <a:gd name="T0" fmla="*/ 2147483646 w 807"/>
                <a:gd name="T1" fmla="*/ 2147483646 h 808"/>
                <a:gd name="T2" fmla="*/ 2147483646 w 807"/>
                <a:gd name="T3" fmla="*/ 2147483646 h 808"/>
                <a:gd name="T4" fmla="*/ 2147483646 w 807"/>
                <a:gd name="T5" fmla="*/ 2147483646 h 808"/>
                <a:gd name="T6" fmla="*/ 2147483646 w 807"/>
                <a:gd name="T7" fmla="*/ 2147483646 h 808"/>
                <a:gd name="T8" fmla="*/ 2147483646 w 807"/>
                <a:gd name="T9" fmla="*/ 2147483646 h 808"/>
                <a:gd name="T10" fmla="*/ 2147483646 w 807"/>
                <a:gd name="T11" fmla="*/ 2147483646 h 808"/>
                <a:gd name="T12" fmla="*/ 2147483646 w 807"/>
                <a:gd name="T13" fmla="*/ 2147483646 h 808"/>
                <a:gd name="T14" fmla="*/ 2147483646 w 807"/>
                <a:gd name="T15" fmla="*/ 2147483646 h 808"/>
                <a:gd name="T16" fmla="*/ 2147483646 w 807"/>
                <a:gd name="T17" fmla="*/ 2147483646 h 808"/>
                <a:gd name="T18" fmla="*/ 2147483646 w 807"/>
                <a:gd name="T19" fmla="*/ 2147483646 h 808"/>
                <a:gd name="T20" fmla="*/ 2147483646 w 807"/>
                <a:gd name="T21" fmla="*/ 2147483646 h 808"/>
                <a:gd name="T22" fmla="*/ 2147483646 w 807"/>
                <a:gd name="T23" fmla="*/ 0 h 808"/>
                <a:gd name="T24" fmla="*/ 2147483646 w 807"/>
                <a:gd name="T25" fmla="*/ 2147483646 h 808"/>
                <a:gd name="T26" fmla="*/ 2147483646 w 807"/>
                <a:gd name="T27" fmla="*/ 2147483646 h 808"/>
                <a:gd name="T28" fmla="*/ 2147483646 w 807"/>
                <a:gd name="T29" fmla="*/ 2147483646 h 808"/>
                <a:gd name="T30" fmla="*/ 2147483646 w 807"/>
                <a:gd name="T31" fmla="*/ 2147483646 h 808"/>
                <a:gd name="T32" fmla="*/ 2147483646 w 807"/>
                <a:gd name="T33" fmla="*/ 2147483646 h 808"/>
                <a:gd name="T34" fmla="*/ 2147483646 w 807"/>
                <a:gd name="T35" fmla="*/ 2147483646 h 808"/>
                <a:gd name="T36" fmla="*/ 2147483646 w 807"/>
                <a:gd name="T37" fmla="*/ 2147483646 h 808"/>
                <a:gd name="T38" fmla="*/ 2147483646 w 807"/>
                <a:gd name="T39" fmla="*/ 2147483646 h 808"/>
                <a:gd name="T40" fmla="*/ 2147483646 w 807"/>
                <a:gd name="T41" fmla="*/ 2147483646 h 808"/>
                <a:gd name="T42" fmla="*/ 2147483646 w 807"/>
                <a:gd name="T43" fmla="*/ 2147483646 h 808"/>
                <a:gd name="T44" fmla="*/ 2147483646 w 807"/>
                <a:gd name="T45" fmla="*/ 2147483646 h 808"/>
                <a:gd name="T46" fmla="*/ 2147483646 w 807"/>
                <a:gd name="T47" fmla="*/ 2147483646 h 808"/>
                <a:gd name="T48" fmla="*/ 2147483646 w 807"/>
                <a:gd name="T49" fmla="*/ 2147483646 h 808"/>
                <a:gd name="T50" fmla="*/ 2147483646 w 807"/>
                <a:gd name="T51" fmla="*/ 2147483646 h 808"/>
                <a:gd name="T52" fmla="*/ 2147483646 w 807"/>
                <a:gd name="T53" fmla="*/ 2147483646 h 808"/>
                <a:gd name="T54" fmla="*/ 2147483646 w 807"/>
                <a:gd name="T55" fmla="*/ 2147483646 h 808"/>
                <a:gd name="T56" fmla="*/ 2147483646 w 807"/>
                <a:gd name="T57" fmla="*/ 2147483646 h 808"/>
                <a:gd name="T58" fmla="*/ 2147483646 w 807"/>
                <a:gd name="T59" fmla="*/ 2147483646 h 808"/>
                <a:gd name="T60" fmla="*/ 2147483646 w 807"/>
                <a:gd name="T61" fmla="*/ 2147483646 h 808"/>
                <a:gd name="T62" fmla="*/ 2147483646 w 807"/>
                <a:gd name="T63" fmla="*/ 2147483646 h 808"/>
                <a:gd name="T64" fmla="*/ 2147483646 w 807"/>
                <a:gd name="T65" fmla="*/ 2147483646 h 808"/>
                <a:gd name="T66" fmla="*/ 2147483646 w 807"/>
                <a:gd name="T67" fmla="*/ 2147483646 h 808"/>
                <a:gd name="T68" fmla="*/ 2147483646 w 807"/>
                <a:gd name="T69" fmla="*/ 2147483646 h 808"/>
                <a:gd name="T70" fmla="*/ 2147483646 w 807"/>
                <a:gd name="T71" fmla="*/ 2147483646 h 808"/>
                <a:gd name="T72" fmla="*/ 2147483646 w 807"/>
                <a:gd name="T73" fmla="*/ 2147483646 h 808"/>
                <a:gd name="T74" fmla="*/ 2147483646 w 807"/>
                <a:gd name="T75" fmla="*/ 2147483646 h 808"/>
                <a:gd name="T76" fmla="*/ 2147483646 w 807"/>
                <a:gd name="T77" fmla="*/ 2147483646 h 808"/>
                <a:gd name="T78" fmla="*/ 2147483646 w 807"/>
                <a:gd name="T79" fmla="*/ 2147483646 h 808"/>
                <a:gd name="T80" fmla="*/ 2147483646 w 807"/>
                <a:gd name="T81" fmla="*/ 2147483646 h 808"/>
                <a:gd name="T82" fmla="*/ 2147483646 w 807"/>
                <a:gd name="T83" fmla="*/ 2147483646 h 808"/>
                <a:gd name="T84" fmla="*/ 2147483646 w 807"/>
                <a:gd name="T85" fmla="*/ 2147483646 h 808"/>
                <a:gd name="T86" fmla="*/ 2147483646 w 807"/>
                <a:gd name="T87" fmla="*/ 2147483646 h 808"/>
                <a:gd name="T88" fmla="*/ 2147483646 w 807"/>
                <a:gd name="T89" fmla="*/ 2147483646 h 808"/>
                <a:gd name="T90" fmla="*/ 2147483646 w 807"/>
                <a:gd name="T91" fmla="*/ 2147483646 h 808"/>
                <a:gd name="T92" fmla="*/ 2147483646 w 807"/>
                <a:gd name="T93" fmla="*/ 2147483646 h 808"/>
                <a:gd name="T94" fmla="*/ 2147483646 w 807"/>
                <a:gd name="T95" fmla="*/ 2147483646 h 808"/>
                <a:gd name="T96" fmla="*/ 2147483646 w 807"/>
                <a:gd name="T97" fmla="*/ 2147483646 h 808"/>
                <a:gd name="T98" fmla="*/ 2147483646 w 807"/>
                <a:gd name="T99" fmla="*/ 2147483646 h 808"/>
                <a:gd name="T100" fmla="*/ 2147483646 w 807"/>
                <a:gd name="T101" fmla="*/ 2147483646 h 808"/>
                <a:gd name="T102" fmla="*/ 2147483646 w 807"/>
                <a:gd name="T103" fmla="*/ 2147483646 h 808"/>
                <a:gd name="T104" fmla="*/ 2147483646 w 807"/>
                <a:gd name="T105" fmla="*/ 2147483646 h 808"/>
                <a:gd name="T106" fmla="*/ 2147483646 w 807"/>
                <a:gd name="T107" fmla="*/ 2147483646 h 808"/>
                <a:gd name="T108" fmla="*/ 2147483646 w 807"/>
                <a:gd name="T109" fmla="*/ 2147483646 h 808"/>
                <a:gd name="T110" fmla="*/ 2147483646 w 807"/>
                <a:gd name="T111" fmla="*/ 2147483646 h 8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08"/>
                <a:gd name="T170" fmla="*/ 807 w 807"/>
                <a:gd name="T171" fmla="*/ 808 h 8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08">
                  <a:moveTo>
                    <a:pt x="0" y="400"/>
                  </a:moveTo>
                  <a:lnTo>
                    <a:pt x="0" y="410"/>
                  </a:lnTo>
                  <a:lnTo>
                    <a:pt x="1" y="388"/>
                  </a:lnTo>
                  <a:lnTo>
                    <a:pt x="3" y="368"/>
                  </a:lnTo>
                  <a:lnTo>
                    <a:pt x="6" y="346"/>
                  </a:lnTo>
                  <a:lnTo>
                    <a:pt x="8" y="326"/>
                  </a:lnTo>
                  <a:lnTo>
                    <a:pt x="13" y="307"/>
                  </a:lnTo>
                  <a:lnTo>
                    <a:pt x="18" y="287"/>
                  </a:lnTo>
                  <a:lnTo>
                    <a:pt x="26" y="268"/>
                  </a:lnTo>
                  <a:lnTo>
                    <a:pt x="33" y="249"/>
                  </a:lnTo>
                  <a:lnTo>
                    <a:pt x="40" y="232"/>
                  </a:lnTo>
                  <a:lnTo>
                    <a:pt x="50" y="213"/>
                  </a:lnTo>
                  <a:lnTo>
                    <a:pt x="60" y="197"/>
                  </a:lnTo>
                  <a:lnTo>
                    <a:pt x="70" y="180"/>
                  </a:lnTo>
                  <a:lnTo>
                    <a:pt x="82" y="164"/>
                  </a:lnTo>
                  <a:lnTo>
                    <a:pt x="93" y="148"/>
                  </a:lnTo>
                  <a:lnTo>
                    <a:pt x="106" y="134"/>
                  </a:lnTo>
                  <a:lnTo>
                    <a:pt x="119" y="120"/>
                  </a:lnTo>
                  <a:lnTo>
                    <a:pt x="134" y="107"/>
                  </a:lnTo>
                  <a:lnTo>
                    <a:pt x="150" y="94"/>
                  </a:lnTo>
                  <a:lnTo>
                    <a:pt x="164" y="81"/>
                  </a:lnTo>
                  <a:lnTo>
                    <a:pt x="180" y="70"/>
                  </a:lnTo>
                  <a:lnTo>
                    <a:pt x="197" y="59"/>
                  </a:lnTo>
                  <a:lnTo>
                    <a:pt x="215" y="49"/>
                  </a:lnTo>
                  <a:lnTo>
                    <a:pt x="232" y="40"/>
                  </a:lnTo>
                  <a:lnTo>
                    <a:pt x="251" y="32"/>
                  </a:lnTo>
                  <a:lnTo>
                    <a:pt x="268" y="24"/>
                  </a:lnTo>
                  <a:lnTo>
                    <a:pt x="288" y="19"/>
                  </a:lnTo>
                  <a:lnTo>
                    <a:pt x="307" y="13"/>
                  </a:lnTo>
                  <a:lnTo>
                    <a:pt x="327" y="8"/>
                  </a:lnTo>
                  <a:lnTo>
                    <a:pt x="347" y="4"/>
                  </a:lnTo>
                  <a:lnTo>
                    <a:pt x="368" y="3"/>
                  </a:lnTo>
                  <a:lnTo>
                    <a:pt x="388" y="1"/>
                  </a:lnTo>
                  <a:lnTo>
                    <a:pt x="409" y="0"/>
                  </a:lnTo>
                  <a:lnTo>
                    <a:pt x="399" y="0"/>
                  </a:lnTo>
                  <a:lnTo>
                    <a:pt x="421" y="1"/>
                  </a:lnTo>
                  <a:lnTo>
                    <a:pt x="441" y="3"/>
                  </a:lnTo>
                  <a:lnTo>
                    <a:pt x="461" y="4"/>
                  </a:lnTo>
                  <a:lnTo>
                    <a:pt x="481" y="8"/>
                  </a:lnTo>
                  <a:lnTo>
                    <a:pt x="502" y="13"/>
                  </a:lnTo>
                  <a:lnTo>
                    <a:pt x="520" y="19"/>
                  </a:lnTo>
                  <a:lnTo>
                    <a:pt x="541" y="24"/>
                  </a:lnTo>
                  <a:lnTo>
                    <a:pt x="558" y="32"/>
                  </a:lnTo>
                  <a:lnTo>
                    <a:pt x="577" y="40"/>
                  </a:lnTo>
                  <a:lnTo>
                    <a:pt x="594" y="49"/>
                  </a:lnTo>
                  <a:lnTo>
                    <a:pt x="611" y="59"/>
                  </a:lnTo>
                  <a:lnTo>
                    <a:pt x="629" y="70"/>
                  </a:lnTo>
                  <a:lnTo>
                    <a:pt x="644" y="81"/>
                  </a:lnTo>
                  <a:lnTo>
                    <a:pt x="659" y="94"/>
                  </a:lnTo>
                  <a:lnTo>
                    <a:pt x="675" y="107"/>
                  </a:lnTo>
                  <a:lnTo>
                    <a:pt x="688" y="120"/>
                  </a:lnTo>
                  <a:lnTo>
                    <a:pt x="702" y="134"/>
                  </a:lnTo>
                  <a:lnTo>
                    <a:pt x="715" y="148"/>
                  </a:lnTo>
                  <a:lnTo>
                    <a:pt x="727" y="164"/>
                  </a:lnTo>
                  <a:lnTo>
                    <a:pt x="738" y="180"/>
                  </a:lnTo>
                  <a:lnTo>
                    <a:pt x="748" y="197"/>
                  </a:lnTo>
                  <a:lnTo>
                    <a:pt x="758" y="213"/>
                  </a:lnTo>
                  <a:lnTo>
                    <a:pt x="768" y="232"/>
                  </a:lnTo>
                  <a:lnTo>
                    <a:pt x="776" y="249"/>
                  </a:lnTo>
                  <a:lnTo>
                    <a:pt x="783" y="268"/>
                  </a:lnTo>
                  <a:lnTo>
                    <a:pt x="790" y="287"/>
                  </a:lnTo>
                  <a:lnTo>
                    <a:pt x="796" y="307"/>
                  </a:lnTo>
                  <a:lnTo>
                    <a:pt x="800" y="326"/>
                  </a:lnTo>
                  <a:lnTo>
                    <a:pt x="803" y="346"/>
                  </a:lnTo>
                  <a:lnTo>
                    <a:pt x="806" y="368"/>
                  </a:lnTo>
                  <a:lnTo>
                    <a:pt x="807" y="388"/>
                  </a:lnTo>
                  <a:lnTo>
                    <a:pt x="807" y="410"/>
                  </a:lnTo>
                  <a:lnTo>
                    <a:pt x="807" y="400"/>
                  </a:lnTo>
                  <a:lnTo>
                    <a:pt x="807" y="420"/>
                  </a:lnTo>
                  <a:lnTo>
                    <a:pt x="806" y="441"/>
                  </a:lnTo>
                  <a:lnTo>
                    <a:pt x="803" y="462"/>
                  </a:lnTo>
                  <a:lnTo>
                    <a:pt x="800" y="482"/>
                  </a:lnTo>
                  <a:lnTo>
                    <a:pt x="796" y="502"/>
                  </a:lnTo>
                  <a:lnTo>
                    <a:pt x="790" y="521"/>
                  </a:lnTo>
                  <a:lnTo>
                    <a:pt x="783" y="540"/>
                  </a:lnTo>
                  <a:lnTo>
                    <a:pt x="776" y="558"/>
                  </a:lnTo>
                  <a:lnTo>
                    <a:pt x="768" y="577"/>
                  </a:lnTo>
                  <a:lnTo>
                    <a:pt x="758" y="594"/>
                  </a:lnTo>
                  <a:lnTo>
                    <a:pt x="748" y="612"/>
                  </a:lnTo>
                  <a:lnTo>
                    <a:pt x="738" y="628"/>
                  </a:lnTo>
                  <a:lnTo>
                    <a:pt x="727" y="643"/>
                  </a:lnTo>
                  <a:lnTo>
                    <a:pt x="715" y="659"/>
                  </a:lnTo>
                  <a:lnTo>
                    <a:pt x="702" y="674"/>
                  </a:lnTo>
                  <a:lnTo>
                    <a:pt x="688" y="688"/>
                  </a:lnTo>
                  <a:lnTo>
                    <a:pt x="675" y="703"/>
                  </a:lnTo>
                  <a:lnTo>
                    <a:pt x="659" y="714"/>
                  </a:lnTo>
                  <a:lnTo>
                    <a:pt x="644" y="727"/>
                  </a:lnTo>
                  <a:lnTo>
                    <a:pt x="629" y="739"/>
                  </a:lnTo>
                  <a:lnTo>
                    <a:pt x="611" y="749"/>
                  </a:lnTo>
                  <a:lnTo>
                    <a:pt x="594" y="759"/>
                  </a:lnTo>
                  <a:lnTo>
                    <a:pt x="577" y="768"/>
                  </a:lnTo>
                  <a:lnTo>
                    <a:pt x="558" y="776"/>
                  </a:lnTo>
                  <a:lnTo>
                    <a:pt x="541" y="783"/>
                  </a:lnTo>
                  <a:lnTo>
                    <a:pt x="520" y="789"/>
                  </a:lnTo>
                  <a:lnTo>
                    <a:pt x="502" y="795"/>
                  </a:lnTo>
                  <a:lnTo>
                    <a:pt x="481" y="799"/>
                  </a:lnTo>
                  <a:lnTo>
                    <a:pt x="461" y="804"/>
                  </a:lnTo>
                  <a:lnTo>
                    <a:pt x="441" y="807"/>
                  </a:lnTo>
                  <a:lnTo>
                    <a:pt x="421" y="808"/>
                  </a:lnTo>
                  <a:lnTo>
                    <a:pt x="399" y="808"/>
                  </a:lnTo>
                  <a:lnTo>
                    <a:pt x="409" y="808"/>
                  </a:lnTo>
                  <a:lnTo>
                    <a:pt x="388" y="808"/>
                  </a:lnTo>
                  <a:lnTo>
                    <a:pt x="368" y="807"/>
                  </a:lnTo>
                  <a:lnTo>
                    <a:pt x="347" y="804"/>
                  </a:lnTo>
                  <a:lnTo>
                    <a:pt x="327" y="799"/>
                  </a:lnTo>
                  <a:lnTo>
                    <a:pt x="307" y="795"/>
                  </a:lnTo>
                  <a:lnTo>
                    <a:pt x="288" y="789"/>
                  </a:lnTo>
                  <a:lnTo>
                    <a:pt x="268" y="783"/>
                  </a:lnTo>
                  <a:lnTo>
                    <a:pt x="251" y="776"/>
                  </a:lnTo>
                  <a:lnTo>
                    <a:pt x="232" y="768"/>
                  </a:lnTo>
                  <a:lnTo>
                    <a:pt x="215" y="759"/>
                  </a:lnTo>
                  <a:lnTo>
                    <a:pt x="197" y="749"/>
                  </a:lnTo>
                  <a:lnTo>
                    <a:pt x="180" y="739"/>
                  </a:lnTo>
                  <a:lnTo>
                    <a:pt x="164" y="727"/>
                  </a:lnTo>
                  <a:lnTo>
                    <a:pt x="150" y="714"/>
                  </a:lnTo>
                  <a:lnTo>
                    <a:pt x="134" y="703"/>
                  </a:lnTo>
                  <a:lnTo>
                    <a:pt x="119" y="688"/>
                  </a:lnTo>
                  <a:lnTo>
                    <a:pt x="106" y="674"/>
                  </a:lnTo>
                  <a:lnTo>
                    <a:pt x="93" y="659"/>
                  </a:lnTo>
                  <a:lnTo>
                    <a:pt x="82" y="643"/>
                  </a:lnTo>
                  <a:lnTo>
                    <a:pt x="70" y="628"/>
                  </a:lnTo>
                  <a:lnTo>
                    <a:pt x="60" y="612"/>
                  </a:lnTo>
                  <a:lnTo>
                    <a:pt x="50" y="594"/>
                  </a:lnTo>
                  <a:lnTo>
                    <a:pt x="40" y="577"/>
                  </a:lnTo>
                  <a:lnTo>
                    <a:pt x="33" y="558"/>
                  </a:lnTo>
                  <a:lnTo>
                    <a:pt x="26" y="540"/>
                  </a:lnTo>
                  <a:lnTo>
                    <a:pt x="18" y="521"/>
                  </a:lnTo>
                  <a:lnTo>
                    <a:pt x="13" y="502"/>
                  </a:lnTo>
                  <a:lnTo>
                    <a:pt x="8" y="482"/>
                  </a:lnTo>
                  <a:lnTo>
                    <a:pt x="6" y="462"/>
                  </a:lnTo>
                  <a:lnTo>
                    <a:pt x="3" y="441"/>
                  </a:lnTo>
                  <a:lnTo>
                    <a:pt x="1" y="420"/>
                  </a:lnTo>
                  <a:lnTo>
                    <a:pt x="0" y="4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4" name="Freeform 14">
              <a:extLst>
                <a:ext uri="{FF2B5EF4-FFF2-40B4-BE49-F238E27FC236}">
                  <a16:creationId xmlns:a16="http://schemas.microsoft.com/office/drawing/2014/main" id="{1F6B8BF5-343C-4083-A1A5-77706C98B443}"/>
                </a:ext>
              </a:extLst>
            </p:cNvPr>
            <p:cNvSpPr>
              <a:spLocks/>
            </p:cNvSpPr>
            <p:nvPr/>
          </p:nvSpPr>
          <p:spPr bwMode="auto">
            <a:xfrm>
              <a:off x="4745038" y="1106488"/>
              <a:ext cx="114300" cy="136525"/>
            </a:xfrm>
            <a:custGeom>
              <a:avLst/>
              <a:gdLst>
                <a:gd name="T0" fmla="*/ 2147483646 w 145"/>
                <a:gd name="T1" fmla="*/ 0 h 173"/>
                <a:gd name="T2" fmla="*/ 0 w 145"/>
                <a:gd name="T3" fmla="*/ 2147483646 h 173"/>
                <a:gd name="T4" fmla="*/ 2147483646 w 145"/>
                <a:gd name="T5" fmla="*/ 2147483646 h 173"/>
                <a:gd name="T6" fmla="*/ 2147483646 w 145"/>
                <a:gd name="T7" fmla="*/ 2147483646 h 173"/>
                <a:gd name="T8" fmla="*/ 2147483646 w 145"/>
                <a:gd name="T9" fmla="*/ 0 h 173"/>
                <a:gd name="T10" fmla="*/ 0 60000 65536"/>
                <a:gd name="T11" fmla="*/ 0 60000 65536"/>
                <a:gd name="T12" fmla="*/ 0 60000 65536"/>
                <a:gd name="T13" fmla="*/ 0 60000 65536"/>
                <a:gd name="T14" fmla="*/ 0 60000 65536"/>
                <a:gd name="T15" fmla="*/ 0 w 145"/>
                <a:gd name="T16" fmla="*/ 0 h 173"/>
                <a:gd name="T17" fmla="*/ 145 w 145"/>
                <a:gd name="T18" fmla="*/ 173 h 173"/>
              </a:gdLst>
              <a:ahLst/>
              <a:cxnLst>
                <a:cxn ang="T10">
                  <a:pos x="T0" y="T1"/>
                </a:cxn>
                <a:cxn ang="T11">
                  <a:pos x="T2" y="T3"/>
                </a:cxn>
                <a:cxn ang="T12">
                  <a:pos x="T4" y="T5"/>
                </a:cxn>
                <a:cxn ang="T13">
                  <a:pos x="T6" y="T7"/>
                </a:cxn>
                <a:cxn ang="T14">
                  <a:pos x="T8" y="T9"/>
                </a:cxn>
              </a:cxnLst>
              <a:rect l="T15" t="T16" r="T17" b="T18"/>
              <a:pathLst>
                <a:path w="145" h="173">
                  <a:moveTo>
                    <a:pt x="87" y="0"/>
                  </a:moveTo>
                  <a:lnTo>
                    <a:pt x="0" y="173"/>
                  </a:lnTo>
                  <a:lnTo>
                    <a:pt x="145" y="58"/>
                  </a:lnTo>
                  <a:lnTo>
                    <a:pt x="116" y="29"/>
                  </a:lnTo>
                  <a:lnTo>
                    <a:pt x="87"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5" name="Freeform 17">
              <a:extLst>
                <a:ext uri="{FF2B5EF4-FFF2-40B4-BE49-F238E27FC236}">
                  <a16:creationId xmlns:a16="http://schemas.microsoft.com/office/drawing/2014/main" id="{4D9E0F42-B1F5-439C-B7AC-01C86C7D5B5E}"/>
                </a:ext>
              </a:extLst>
            </p:cNvPr>
            <p:cNvSpPr>
              <a:spLocks/>
            </p:cNvSpPr>
            <p:nvPr/>
          </p:nvSpPr>
          <p:spPr bwMode="auto">
            <a:xfrm>
              <a:off x="4241800" y="623888"/>
              <a:ext cx="641350" cy="665162"/>
            </a:xfrm>
            <a:custGeom>
              <a:avLst/>
              <a:gdLst>
                <a:gd name="T0" fmla="*/ 2147483646 w 807"/>
                <a:gd name="T1" fmla="*/ 2147483646 h 837"/>
                <a:gd name="T2" fmla="*/ 2147483646 w 807"/>
                <a:gd name="T3" fmla="*/ 2147483646 h 837"/>
                <a:gd name="T4" fmla="*/ 2147483646 w 807"/>
                <a:gd name="T5" fmla="*/ 2147483646 h 837"/>
                <a:gd name="T6" fmla="*/ 2147483646 w 807"/>
                <a:gd name="T7" fmla="*/ 2147483646 h 837"/>
                <a:gd name="T8" fmla="*/ 2147483646 w 807"/>
                <a:gd name="T9" fmla="*/ 2147483646 h 837"/>
                <a:gd name="T10" fmla="*/ 2147483646 w 807"/>
                <a:gd name="T11" fmla="*/ 2147483646 h 837"/>
                <a:gd name="T12" fmla="*/ 2147483646 w 807"/>
                <a:gd name="T13" fmla="*/ 2147483646 h 837"/>
                <a:gd name="T14" fmla="*/ 2147483646 w 807"/>
                <a:gd name="T15" fmla="*/ 2147483646 h 837"/>
                <a:gd name="T16" fmla="*/ 2147483646 w 807"/>
                <a:gd name="T17" fmla="*/ 2147483646 h 837"/>
                <a:gd name="T18" fmla="*/ 2147483646 w 807"/>
                <a:gd name="T19" fmla="*/ 2147483646 h 837"/>
                <a:gd name="T20" fmla="*/ 2147483646 w 807"/>
                <a:gd name="T21" fmla="*/ 2147483646 h 837"/>
                <a:gd name="T22" fmla="*/ 2147483646 w 807"/>
                <a:gd name="T23" fmla="*/ 0 h 837"/>
                <a:gd name="T24" fmla="*/ 2147483646 w 807"/>
                <a:gd name="T25" fmla="*/ 2147483646 h 837"/>
                <a:gd name="T26" fmla="*/ 2147483646 w 807"/>
                <a:gd name="T27" fmla="*/ 2147483646 h 837"/>
                <a:gd name="T28" fmla="*/ 2147483646 w 807"/>
                <a:gd name="T29" fmla="*/ 2147483646 h 837"/>
                <a:gd name="T30" fmla="*/ 2147483646 w 807"/>
                <a:gd name="T31" fmla="*/ 2147483646 h 837"/>
                <a:gd name="T32" fmla="*/ 2147483646 w 807"/>
                <a:gd name="T33" fmla="*/ 2147483646 h 837"/>
                <a:gd name="T34" fmla="*/ 2147483646 w 807"/>
                <a:gd name="T35" fmla="*/ 2147483646 h 837"/>
                <a:gd name="T36" fmla="*/ 2147483646 w 807"/>
                <a:gd name="T37" fmla="*/ 2147483646 h 837"/>
                <a:gd name="T38" fmla="*/ 2147483646 w 807"/>
                <a:gd name="T39" fmla="*/ 2147483646 h 837"/>
                <a:gd name="T40" fmla="*/ 2147483646 w 807"/>
                <a:gd name="T41" fmla="*/ 2147483646 h 837"/>
                <a:gd name="T42" fmla="*/ 2147483646 w 807"/>
                <a:gd name="T43" fmla="*/ 2147483646 h 837"/>
                <a:gd name="T44" fmla="*/ 2147483646 w 807"/>
                <a:gd name="T45" fmla="*/ 2147483646 h 837"/>
                <a:gd name="T46" fmla="*/ 2147483646 w 807"/>
                <a:gd name="T47" fmla="*/ 2147483646 h 837"/>
                <a:gd name="T48" fmla="*/ 2147483646 w 807"/>
                <a:gd name="T49" fmla="*/ 2147483646 h 837"/>
                <a:gd name="T50" fmla="*/ 2147483646 w 807"/>
                <a:gd name="T51" fmla="*/ 2147483646 h 837"/>
                <a:gd name="T52" fmla="*/ 2147483646 w 807"/>
                <a:gd name="T53" fmla="*/ 2147483646 h 837"/>
                <a:gd name="T54" fmla="*/ 2147483646 w 807"/>
                <a:gd name="T55" fmla="*/ 2147483646 h 837"/>
                <a:gd name="T56" fmla="*/ 2147483646 w 807"/>
                <a:gd name="T57" fmla="*/ 2147483646 h 837"/>
                <a:gd name="T58" fmla="*/ 2147483646 w 807"/>
                <a:gd name="T59" fmla="*/ 2147483646 h 837"/>
                <a:gd name="T60" fmla="*/ 2147483646 w 807"/>
                <a:gd name="T61" fmla="*/ 2147483646 h 837"/>
                <a:gd name="T62" fmla="*/ 2147483646 w 807"/>
                <a:gd name="T63" fmla="*/ 2147483646 h 837"/>
                <a:gd name="T64" fmla="*/ 2147483646 w 807"/>
                <a:gd name="T65" fmla="*/ 2147483646 h 837"/>
                <a:gd name="T66" fmla="*/ 2147483646 w 807"/>
                <a:gd name="T67" fmla="*/ 2147483646 h 837"/>
                <a:gd name="T68" fmla="*/ 2147483646 w 807"/>
                <a:gd name="T69" fmla="*/ 2147483646 h 837"/>
                <a:gd name="T70" fmla="*/ 2147483646 w 807"/>
                <a:gd name="T71" fmla="*/ 2147483646 h 837"/>
                <a:gd name="T72" fmla="*/ 2147483646 w 807"/>
                <a:gd name="T73" fmla="*/ 2147483646 h 837"/>
                <a:gd name="T74" fmla="*/ 2147483646 w 807"/>
                <a:gd name="T75" fmla="*/ 2147483646 h 837"/>
                <a:gd name="T76" fmla="*/ 2147483646 w 807"/>
                <a:gd name="T77" fmla="*/ 2147483646 h 837"/>
                <a:gd name="T78" fmla="*/ 2147483646 w 807"/>
                <a:gd name="T79" fmla="*/ 2147483646 h 837"/>
                <a:gd name="T80" fmla="*/ 2147483646 w 807"/>
                <a:gd name="T81" fmla="*/ 2147483646 h 837"/>
                <a:gd name="T82" fmla="*/ 2147483646 w 807"/>
                <a:gd name="T83" fmla="*/ 2147483646 h 837"/>
                <a:gd name="T84" fmla="*/ 2147483646 w 807"/>
                <a:gd name="T85" fmla="*/ 2147483646 h 837"/>
                <a:gd name="T86" fmla="*/ 2147483646 w 807"/>
                <a:gd name="T87" fmla="*/ 2147483646 h 837"/>
                <a:gd name="T88" fmla="*/ 2147483646 w 807"/>
                <a:gd name="T89" fmla="*/ 2147483646 h 837"/>
                <a:gd name="T90" fmla="*/ 2147483646 w 807"/>
                <a:gd name="T91" fmla="*/ 2147483646 h 837"/>
                <a:gd name="T92" fmla="*/ 2147483646 w 807"/>
                <a:gd name="T93" fmla="*/ 2147483646 h 837"/>
                <a:gd name="T94" fmla="*/ 2147483646 w 807"/>
                <a:gd name="T95" fmla="*/ 2147483646 h 837"/>
                <a:gd name="T96" fmla="*/ 2147483646 w 807"/>
                <a:gd name="T97" fmla="*/ 2147483646 h 837"/>
                <a:gd name="T98" fmla="*/ 2147483646 w 807"/>
                <a:gd name="T99" fmla="*/ 2147483646 h 837"/>
                <a:gd name="T100" fmla="*/ 2147483646 w 807"/>
                <a:gd name="T101" fmla="*/ 2147483646 h 837"/>
                <a:gd name="T102" fmla="*/ 2147483646 w 807"/>
                <a:gd name="T103" fmla="*/ 2147483646 h 837"/>
                <a:gd name="T104" fmla="*/ 2147483646 w 807"/>
                <a:gd name="T105" fmla="*/ 2147483646 h 837"/>
                <a:gd name="T106" fmla="*/ 2147483646 w 807"/>
                <a:gd name="T107" fmla="*/ 2147483646 h 837"/>
                <a:gd name="T108" fmla="*/ 2147483646 w 807"/>
                <a:gd name="T109" fmla="*/ 2147483646 h 837"/>
                <a:gd name="T110" fmla="*/ 2147483646 w 807"/>
                <a:gd name="T111" fmla="*/ 2147483646 h 8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7"/>
                <a:gd name="T169" fmla="*/ 0 h 837"/>
                <a:gd name="T170" fmla="*/ 807 w 807"/>
                <a:gd name="T171" fmla="*/ 837 h 8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7" h="837">
                  <a:moveTo>
                    <a:pt x="0" y="429"/>
                  </a:moveTo>
                  <a:lnTo>
                    <a:pt x="0" y="410"/>
                  </a:lnTo>
                  <a:lnTo>
                    <a:pt x="1" y="388"/>
                  </a:lnTo>
                  <a:lnTo>
                    <a:pt x="3" y="368"/>
                  </a:lnTo>
                  <a:lnTo>
                    <a:pt x="6" y="346"/>
                  </a:lnTo>
                  <a:lnTo>
                    <a:pt x="8" y="326"/>
                  </a:lnTo>
                  <a:lnTo>
                    <a:pt x="13" y="307"/>
                  </a:lnTo>
                  <a:lnTo>
                    <a:pt x="19" y="287"/>
                  </a:lnTo>
                  <a:lnTo>
                    <a:pt x="26" y="268"/>
                  </a:lnTo>
                  <a:lnTo>
                    <a:pt x="33" y="250"/>
                  </a:lnTo>
                  <a:lnTo>
                    <a:pt x="40" y="232"/>
                  </a:lnTo>
                  <a:lnTo>
                    <a:pt x="50" y="214"/>
                  </a:lnTo>
                  <a:lnTo>
                    <a:pt x="60" y="198"/>
                  </a:lnTo>
                  <a:lnTo>
                    <a:pt x="71" y="180"/>
                  </a:lnTo>
                  <a:lnTo>
                    <a:pt x="82" y="164"/>
                  </a:lnTo>
                  <a:lnTo>
                    <a:pt x="94" y="149"/>
                  </a:lnTo>
                  <a:lnTo>
                    <a:pt x="107" y="134"/>
                  </a:lnTo>
                  <a:lnTo>
                    <a:pt x="120" y="120"/>
                  </a:lnTo>
                  <a:lnTo>
                    <a:pt x="134" y="107"/>
                  </a:lnTo>
                  <a:lnTo>
                    <a:pt x="150" y="94"/>
                  </a:lnTo>
                  <a:lnTo>
                    <a:pt x="164" y="81"/>
                  </a:lnTo>
                  <a:lnTo>
                    <a:pt x="180" y="71"/>
                  </a:lnTo>
                  <a:lnTo>
                    <a:pt x="197" y="59"/>
                  </a:lnTo>
                  <a:lnTo>
                    <a:pt x="215" y="49"/>
                  </a:lnTo>
                  <a:lnTo>
                    <a:pt x="232" y="40"/>
                  </a:lnTo>
                  <a:lnTo>
                    <a:pt x="251" y="32"/>
                  </a:lnTo>
                  <a:lnTo>
                    <a:pt x="268" y="24"/>
                  </a:lnTo>
                  <a:lnTo>
                    <a:pt x="288" y="19"/>
                  </a:lnTo>
                  <a:lnTo>
                    <a:pt x="307" y="13"/>
                  </a:lnTo>
                  <a:lnTo>
                    <a:pt x="327" y="9"/>
                  </a:lnTo>
                  <a:lnTo>
                    <a:pt x="347" y="4"/>
                  </a:lnTo>
                  <a:lnTo>
                    <a:pt x="368" y="3"/>
                  </a:lnTo>
                  <a:lnTo>
                    <a:pt x="388" y="1"/>
                  </a:lnTo>
                  <a:lnTo>
                    <a:pt x="409" y="0"/>
                  </a:lnTo>
                  <a:lnTo>
                    <a:pt x="399" y="0"/>
                  </a:lnTo>
                  <a:lnTo>
                    <a:pt x="421" y="1"/>
                  </a:lnTo>
                  <a:lnTo>
                    <a:pt x="441" y="3"/>
                  </a:lnTo>
                  <a:lnTo>
                    <a:pt x="461" y="4"/>
                  </a:lnTo>
                  <a:lnTo>
                    <a:pt x="482" y="9"/>
                  </a:lnTo>
                  <a:lnTo>
                    <a:pt x="502" y="13"/>
                  </a:lnTo>
                  <a:lnTo>
                    <a:pt x="520" y="19"/>
                  </a:lnTo>
                  <a:lnTo>
                    <a:pt x="541" y="24"/>
                  </a:lnTo>
                  <a:lnTo>
                    <a:pt x="558" y="32"/>
                  </a:lnTo>
                  <a:lnTo>
                    <a:pt x="577" y="40"/>
                  </a:lnTo>
                  <a:lnTo>
                    <a:pt x="594" y="49"/>
                  </a:lnTo>
                  <a:lnTo>
                    <a:pt x="611" y="59"/>
                  </a:lnTo>
                  <a:lnTo>
                    <a:pt x="629" y="71"/>
                  </a:lnTo>
                  <a:lnTo>
                    <a:pt x="645" y="81"/>
                  </a:lnTo>
                  <a:lnTo>
                    <a:pt x="659" y="94"/>
                  </a:lnTo>
                  <a:lnTo>
                    <a:pt x="675" y="107"/>
                  </a:lnTo>
                  <a:lnTo>
                    <a:pt x="688" y="120"/>
                  </a:lnTo>
                  <a:lnTo>
                    <a:pt x="702" y="134"/>
                  </a:lnTo>
                  <a:lnTo>
                    <a:pt x="715" y="149"/>
                  </a:lnTo>
                  <a:lnTo>
                    <a:pt x="727" y="164"/>
                  </a:lnTo>
                  <a:lnTo>
                    <a:pt x="738" y="180"/>
                  </a:lnTo>
                  <a:lnTo>
                    <a:pt x="748" y="198"/>
                  </a:lnTo>
                  <a:lnTo>
                    <a:pt x="758" y="214"/>
                  </a:lnTo>
                  <a:lnTo>
                    <a:pt x="769" y="232"/>
                  </a:lnTo>
                  <a:lnTo>
                    <a:pt x="776" y="250"/>
                  </a:lnTo>
                  <a:lnTo>
                    <a:pt x="783" y="268"/>
                  </a:lnTo>
                  <a:lnTo>
                    <a:pt x="790" y="287"/>
                  </a:lnTo>
                  <a:lnTo>
                    <a:pt x="796" y="307"/>
                  </a:lnTo>
                  <a:lnTo>
                    <a:pt x="800" y="326"/>
                  </a:lnTo>
                  <a:lnTo>
                    <a:pt x="803" y="346"/>
                  </a:lnTo>
                  <a:lnTo>
                    <a:pt x="806" y="368"/>
                  </a:lnTo>
                  <a:lnTo>
                    <a:pt x="807" y="388"/>
                  </a:lnTo>
                  <a:lnTo>
                    <a:pt x="807" y="410"/>
                  </a:lnTo>
                  <a:lnTo>
                    <a:pt x="807" y="429"/>
                  </a:lnTo>
                  <a:lnTo>
                    <a:pt x="807" y="449"/>
                  </a:lnTo>
                  <a:lnTo>
                    <a:pt x="806" y="470"/>
                  </a:lnTo>
                  <a:lnTo>
                    <a:pt x="803" y="491"/>
                  </a:lnTo>
                  <a:lnTo>
                    <a:pt x="800" y="511"/>
                  </a:lnTo>
                  <a:lnTo>
                    <a:pt x="796" y="531"/>
                  </a:lnTo>
                  <a:lnTo>
                    <a:pt x="790" y="550"/>
                  </a:lnTo>
                  <a:lnTo>
                    <a:pt x="783" y="569"/>
                  </a:lnTo>
                  <a:lnTo>
                    <a:pt x="776" y="587"/>
                  </a:lnTo>
                  <a:lnTo>
                    <a:pt x="769" y="606"/>
                  </a:lnTo>
                  <a:lnTo>
                    <a:pt x="758" y="623"/>
                  </a:lnTo>
                  <a:lnTo>
                    <a:pt x="748" y="641"/>
                  </a:lnTo>
                  <a:lnTo>
                    <a:pt x="738" y="657"/>
                  </a:lnTo>
                  <a:lnTo>
                    <a:pt x="727" y="672"/>
                  </a:lnTo>
                  <a:lnTo>
                    <a:pt x="715" y="688"/>
                  </a:lnTo>
                  <a:lnTo>
                    <a:pt x="702" y="703"/>
                  </a:lnTo>
                  <a:lnTo>
                    <a:pt x="688" y="717"/>
                  </a:lnTo>
                  <a:lnTo>
                    <a:pt x="675" y="732"/>
                  </a:lnTo>
                  <a:lnTo>
                    <a:pt x="659" y="743"/>
                  </a:lnTo>
                  <a:lnTo>
                    <a:pt x="645" y="756"/>
                  </a:lnTo>
                  <a:lnTo>
                    <a:pt x="629" y="768"/>
                  </a:lnTo>
                  <a:lnTo>
                    <a:pt x="611" y="778"/>
                  </a:lnTo>
                  <a:lnTo>
                    <a:pt x="594" y="788"/>
                  </a:lnTo>
                  <a:lnTo>
                    <a:pt x="577" y="797"/>
                  </a:lnTo>
                  <a:lnTo>
                    <a:pt x="558" y="805"/>
                  </a:lnTo>
                  <a:lnTo>
                    <a:pt x="541" y="812"/>
                  </a:lnTo>
                  <a:lnTo>
                    <a:pt x="520" y="818"/>
                  </a:lnTo>
                  <a:lnTo>
                    <a:pt x="502" y="824"/>
                  </a:lnTo>
                  <a:lnTo>
                    <a:pt x="482" y="828"/>
                  </a:lnTo>
                  <a:lnTo>
                    <a:pt x="461" y="833"/>
                  </a:lnTo>
                  <a:lnTo>
                    <a:pt x="441" y="836"/>
                  </a:lnTo>
                  <a:lnTo>
                    <a:pt x="421" y="837"/>
                  </a:lnTo>
                  <a:lnTo>
                    <a:pt x="399" y="837"/>
                  </a:lnTo>
                  <a:lnTo>
                    <a:pt x="409" y="837"/>
                  </a:lnTo>
                  <a:lnTo>
                    <a:pt x="388" y="837"/>
                  </a:lnTo>
                  <a:lnTo>
                    <a:pt x="368" y="836"/>
                  </a:lnTo>
                  <a:lnTo>
                    <a:pt x="347" y="833"/>
                  </a:lnTo>
                  <a:lnTo>
                    <a:pt x="327" y="828"/>
                  </a:lnTo>
                  <a:lnTo>
                    <a:pt x="307" y="824"/>
                  </a:lnTo>
                  <a:lnTo>
                    <a:pt x="288" y="818"/>
                  </a:lnTo>
                  <a:lnTo>
                    <a:pt x="268" y="812"/>
                  </a:lnTo>
                  <a:lnTo>
                    <a:pt x="251" y="805"/>
                  </a:lnTo>
                  <a:lnTo>
                    <a:pt x="232" y="797"/>
                  </a:lnTo>
                  <a:lnTo>
                    <a:pt x="215" y="788"/>
                  </a:lnTo>
                  <a:lnTo>
                    <a:pt x="197" y="778"/>
                  </a:lnTo>
                  <a:lnTo>
                    <a:pt x="180" y="768"/>
                  </a:lnTo>
                  <a:lnTo>
                    <a:pt x="164" y="756"/>
                  </a:lnTo>
                  <a:lnTo>
                    <a:pt x="150" y="743"/>
                  </a:lnTo>
                  <a:lnTo>
                    <a:pt x="134" y="732"/>
                  </a:lnTo>
                  <a:lnTo>
                    <a:pt x="120" y="717"/>
                  </a:lnTo>
                  <a:lnTo>
                    <a:pt x="107" y="703"/>
                  </a:lnTo>
                  <a:lnTo>
                    <a:pt x="94" y="688"/>
                  </a:lnTo>
                  <a:lnTo>
                    <a:pt x="82" y="672"/>
                  </a:lnTo>
                  <a:lnTo>
                    <a:pt x="71" y="657"/>
                  </a:lnTo>
                  <a:lnTo>
                    <a:pt x="60" y="641"/>
                  </a:lnTo>
                  <a:lnTo>
                    <a:pt x="50" y="623"/>
                  </a:lnTo>
                  <a:lnTo>
                    <a:pt x="40" y="606"/>
                  </a:lnTo>
                  <a:lnTo>
                    <a:pt x="33" y="587"/>
                  </a:lnTo>
                  <a:lnTo>
                    <a:pt x="26" y="569"/>
                  </a:lnTo>
                  <a:lnTo>
                    <a:pt x="19" y="550"/>
                  </a:lnTo>
                  <a:lnTo>
                    <a:pt x="13" y="531"/>
                  </a:lnTo>
                  <a:lnTo>
                    <a:pt x="8" y="511"/>
                  </a:lnTo>
                  <a:lnTo>
                    <a:pt x="6" y="491"/>
                  </a:lnTo>
                  <a:lnTo>
                    <a:pt x="3" y="470"/>
                  </a:lnTo>
                  <a:lnTo>
                    <a:pt x="1" y="449"/>
                  </a:lnTo>
                  <a:lnTo>
                    <a:pt x="0" y="429"/>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6" name="Freeform 19">
              <a:extLst>
                <a:ext uri="{FF2B5EF4-FFF2-40B4-BE49-F238E27FC236}">
                  <a16:creationId xmlns:a16="http://schemas.microsoft.com/office/drawing/2014/main" id="{A2E0F935-6321-4FF6-9E7F-4D41B59A7CEB}"/>
                </a:ext>
              </a:extLst>
            </p:cNvPr>
            <p:cNvSpPr>
              <a:spLocks/>
            </p:cNvSpPr>
            <p:nvPr/>
          </p:nvSpPr>
          <p:spPr bwMode="auto">
            <a:xfrm>
              <a:off x="4240213" y="2820988"/>
              <a:ext cx="649287" cy="650875"/>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0 w 818"/>
                <a:gd name="T21" fmla="*/ 2147483646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2147483646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2147483646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2147483646 w 818"/>
                <a:gd name="T87" fmla="*/ 0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409" y="0"/>
                  </a:moveTo>
                  <a:lnTo>
                    <a:pt x="388" y="1"/>
                  </a:lnTo>
                  <a:lnTo>
                    <a:pt x="367" y="3"/>
                  </a:lnTo>
                  <a:lnTo>
                    <a:pt x="347" y="6"/>
                  </a:lnTo>
                  <a:lnTo>
                    <a:pt x="326" y="9"/>
                  </a:lnTo>
                  <a:lnTo>
                    <a:pt x="306" y="13"/>
                  </a:lnTo>
                  <a:lnTo>
                    <a:pt x="287" y="19"/>
                  </a:lnTo>
                  <a:lnTo>
                    <a:pt x="269" y="26"/>
                  </a:lnTo>
                  <a:lnTo>
                    <a:pt x="250" y="33"/>
                  </a:lnTo>
                  <a:lnTo>
                    <a:pt x="231" y="40"/>
                  </a:lnTo>
                  <a:lnTo>
                    <a:pt x="214" y="50"/>
                  </a:lnTo>
                  <a:lnTo>
                    <a:pt x="197" y="59"/>
                  </a:lnTo>
                  <a:lnTo>
                    <a:pt x="181" y="71"/>
                  </a:lnTo>
                  <a:lnTo>
                    <a:pt x="165" y="82"/>
                  </a:lnTo>
                  <a:lnTo>
                    <a:pt x="149" y="94"/>
                  </a:lnTo>
                  <a:lnTo>
                    <a:pt x="135" y="107"/>
                  </a:lnTo>
                  <a:lnTo>
                    <a:pt x="120" y="120"/>
                  </a:lnTo>
                  <a:lnTo>
                    <a:pt x="106" y="134"/>
                  </a:lnTo>
                  <a:lnTo>
                    <a:pt x="94" y="150"/>
                  </a:lnTo>
                  <a:lnTo>
                    <a:pt x="81" y="164"/>
                  </a:lnTo>
                  <a:lnTo>
                    <a:pt x="70" y="180"/>
                  </a:lnTo>
                  <a:lnTo>
                    <a:pt x="60" y="198"/>
                  </a:lnTo>
                  <a:lnTo>
                    <a:pt x="49" y="215"/>
                  </a:lnTo>
                  <a:lnTo>
                    <a:pt x="41" y="232"/>
                  </a:lnTo>
                  <a:lnTo>
                    <a:pt x="32" y="251"/>
                  </a:lnTo>
                  <a:lnTo>
                    <a:pt x="25" y="268"/>
                  </a:lnTo>
                  <a:lnTo>
                    <a:pt x="19" y="289"/>
                  </a:lnTo>
                  <a:lnTo>
                    <a:pt x="13" y="307"/>
                  </a:lnTo>
                  <a:lnTo>
                    <a:pt x="9" y="327"/>
                  </a:lnTo>
                  <a:lnTo>
                    <a:pt x="5" y="348"/>
                  </a:lnTo>
                  <a:lnTo>
                    <a:pt x="2" y="368"/>
                  </a:lnTo>
                  <a:lnTo>
                    <a:pt x="0" y="388"/>
                  </a:lnTo>
                  <a:lnTo>
                    <a:pt x="0" y="410"/>
                  </a:lnTo>
                  <a:lnTo>
                    <a:pt x="0" y="430"/>
                  </a:lnTo>
                  <a:lnTo>
                    <a:pt x="2" y="452"/>
                  </a:lnTo>
                  <a:lnTo>
                    <a:pt x="5" y="472"/>
                  </a:lnTo>
                  <a:lnTo>
                    <a:pt x="9" y="492"/>
                  </a:lnTo>
                  <a:lnTo>
                    <a:pt x="13" y="512"/>
                  </a:lnTo>
                  <a:lnTo>
                    <a:pt x="19" y="531"/>
                  </a:lnTo>
                  <a:lnTo>
                    <a:pt x="25" y="550"/>
                  </a:lnTo>
                  <a:lnTo>
                    <a:pt x="32" y="569"/>
                  </a:lnTo>
                  <a:lnTo>
                    <a:pt x="41" y="587"/>
                  </a:lnTo>
                  <a:lnTo>
                    <a:pt x="49" y="605"/>
                  </a:lnTo>
                  <a:lnTo>
                    <a:pt x="60" y="622"/>
                  </a:lnTo>
                  <a:lnTo>
                    <a:pt x="70" y="638"/>
                  </a:lnTo>
                  <a:lnTo>
                    <a:pt x="81" y="654"/>
                  </a:lnTo>
                  <a:lnTo>
                    <a:pt x="94" y="670"/>
                  </a:lnTo>
                  <a:lnTo>
                    <a:pt x="106" y="684"/>
                  </a:lnTo>
                  <a:lnTo>
                    <a:pt x="120" y="698"/>
                  </a:lnTo>
                  <a:lnTo>
                    <a:pt x="135" y="713"/>
                  </a:lnTo>
                  <a:lnTo>
                    <a:pt x="149" y="726"/>
                  </a:lnTo>
                  <a:lnTo>
                    <a:pt x="165" y="737"/>
                  </a:lnTo>
                  <a:lnTo>
                    <a:pt x="181" y="749"/>
                  </a:lnTo>
                  <a:lnTo>
                    <a:pt x="197" y="759"/>
                  </a:lnTo>
                  <a:lnTo>
                    <a:pt x="214" y="769"/>
                  </a:lnTo>
                  <a:lnTo>
                    <a:pt x="231" y="778"/>
                  </a:lnTo>
                  <a:lnTo>
                    <a:pt x="250" y="786"/>
                  </a:lnTo>
                  <a:lnTo>
                    <a:pt x="269" y="794"/>
                  </a:lnTo>
                  <a:lnTo>
                    <a:pt x="287" y="801"/>
                  </a:lnTo>
                  <a:lnTo>
                    <a:pt x="306" y="805"/>
                  </a:lnTo>
                  <a:lnTo>
                    <a:pt x="326" y="810"/>
                  </a:lnTo>
                  <a:lnTo>
                    <a:pt x="347" y="814"/>
                  </a:lnTo>
                  <a:lnTo>
                    <a:pt x="367" y="817"/>
                  </a:lnTo>
                  <a:lnTo>
                    <a:pt x="388" y="818"/>
                  </a:lnTo>
                  <a:lnTo>
                    <a:pt x="409" y="818"/>
                  </a:lnTo>
                  <a:lnTo>
                    <a:pt x="430" y="818"/>
                  </a:lnTo>
                  <a:lnTo>
                    <a:pt x="450" y="817"/>
                  </a:lnTo>
                  <a:lnTo>
                    <a:pt x="471" y="814"/>
                  </a:lnTo>
                  <a:lnTo>
                    <a:pt x="491" y="810"/>
                  </a:lnTo>
                  <a:lnTo>
                    <a:pt x="511" y="805"/>
                  </a:lnTo>
                  <a:lnTo>
                    <a:pt x="530" y="801"/>
                  </a:lnTo>
                  <a:lnTo>
                    <a:pt x="550" y="794"/>
                  </a:lnTo>
                  <a:lnTo>
                    <a:pt x="569" y="786"/>
                  </a:lnTo>
                  <a:lnTo>
                    <a:pt x="586" y="778"/>
                  </a:lnTo>
                  <a:lnTo>
                    <a:pt x="603" y="769"/>
                  </a:lnTo>
                  <a:lnTo>
                    <a:pt x="621" y="759"/>
                  </a:lnTo>
                  <a:lnTo>
                    <a:pt x="638" y="749"/>
                  </a:lnTo>
                  <a:lnTo>
                    <a:pt x="654" y="737"/>
                  </a:lnTo>
                  <a:lnTo>
                    <a:pt x="668" y="726"/>
                  </a:lnTo>
                  <a:lnTo>
                    <a:pt x="684" y="713"/>
                  </a:lnTo>
                  <a:lnTo>
                    <a:pt x="698" y="698"/>
                  </a:lnTo>
                  <a:lnTo>
                    <a:pt x="711" y="684"/>
                  </a:lnTo>
                  <a:lnTo>
                    <a:pt x="724" y="670"/>
                  </a:lnTo>
                  <a:lnTo>
                    <a:pt x="736" y="654"/>
                  </a:lnTo>
                  <a:lnTo>
                    <a:pt x="747" y="638"/>
                  </a:lnTo>
                  <a:lnTo>
                    <a:pt x="759" y="622"/>
                  </a:lnTo>
                  <a:lnTo>
                    <a:pt x="768" y="605"/>
                  </a:lnTo>
                  <a:lnTo>
                    <a:pt x="778" y="587"/>
                  </a:lnTo>
                  <a:lnTo>
                    <a:pt x="785" y="569"/>
                  </a:lnTo>
                  <a:lnTo>
                    <a:pt x="792" y="550"/>
                  </a:lnTo>
                  <a:lnTo>
                    <a:pt x="799" y="531"/>
                  </a:lnTo>
                  <a:lnTo>
                    <a:pt x="805" y="512"/>
                  </a:lnTo>
                  <a:lnTo>
                    <a:pt x="809" y="492"/>
                  </a:lnTo>
                  <a:lnTo>
                    <a:pt x="812" y="472"/>
                  </a:lnTo>
                  <a:lnTo>
                    <a:pt x="815" y="452"/>
                  </a:lnTo>
                  <a:lnTo>
                    <a:pt x="817" y="430"/>
                  </a:lnTo>
                  <a:lnTo>
                    <a:pt x="818" y="410"/>
                  </a:lnTo>
                  <a:lnTo>
                    <a:pt x="817" y="388"/>
                  </a:lnTo>
                  <a:lnTo>
                    <a:pt x="815" y="368"/>
                  </a:lnTo>
                  <a:lnTo>
                    <a:pt x="812" y="348"/>
                  </a:lnTo>
                  <a:lnTo>
                    <a:pt x="809" y="327"/>
                  </a:lnTo>
                  <a:lnTo>
                    <a:pt x="805" y="307"/>
                  </a:lnTo>
                  <a:lnTo>
                    <a:pt x="799" y="289"/>
                  </a:lnTo>
                  <a:lnTo>
                    <a:pt x="792" y="268"/>
                  </a:lnTo>
                  <a:lnTo>
                    <a:pt x="785" y="251"/>
                  </a:lnTo>
                  <a:lnTo>
                    <a:pt x="778" y="232"/>
                  </a:lnTo>
                  <a:lnTo>
                    <a:pt x="768" y="215"/>
                  </a:lnTo>
                  <a:lnTo>
                    <a:pt x="759" y="198"/>
                  </a:lnTo>
                  <a:lnTo>
                    <a:pt x="747" y="180"/>
                  </a:lnTo>
                  <a:lnTo>
                    <a:pt x="736" y="164"/>
                  </a:lnTo>
                  <a:lnTo>
                    <a:pt x="724" y="150"/>
                  </a:lnTo>
                  <a:lnTo>
                    <a:pt x="711" y="134"/>
                  </a:lnTo>
                  <a:lnTo>
                    <a:pt x="698" y="120"/>
                  </a:lnTo>
                  <a:lnTo>
                    <a:pt x="684" y="107"/>
                  </a:lnTo>
                  <a:lnTo>
                    <a:pt x="668" y="94"/>
                  </a:lnTo>
                  <a:lnTo>
                    <a:pt x="654" y="82"/>
                  </a:lnTo>
                  <a:lnTo>
                    <a:pt x="638" y="71"/>
                  </a:lnTo>
                  <a:lnTo>
                    <a:pt x="621" y="59"/>
                  </a:lnTo>
                  <a:lnTo>
                    <a:pt x="603" y="50"/>
                  </a:lnTo>
                  <a:lnTo>
                    <a:pt x="586" y="40"/>
                  </a:lnTo>
                  <a:lnTo>
                    <a:pt x="569" y="33"/>
                  </a:lnTo>
                  <a:lnTo>
                    <a:pt x="550" y="26"/>
                  </a:lnTo>
                  <a:lnTo>
                    <a:pt x="530" y="19"/>
                  </a:lnTo>
                  <a:lnTo>
                    <a:pt x="511" y="13"/>
                  </a:lnTo>
                  <a:lnTo>
                    <a:pt x="491" y="9"/>
                  </a:lnTo>
                  <a:lnTo>
                    <a:pt x="471" y="6"/>
                  </a:lnTo>
                  <a:lnTo>
                    <a:pt x="450" y="3"/>
                  </a:lnTo>
                  <a:lnTo>
                    <a:pt x="430" y="1"/>
                  </a:lnTo>
                  <a:lnTo>
                    <a:pt x="409" y="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7" name="Freeform 20">
              <a:extLst>
                <a:ext uri="{FF2B5EF4-FFF2-40B4-BE49-F238E27FC236}">
                  <a16:creationId xmlns:a16="http://schemas.microsoft.com/office/drawing/2014/main" id="{BAF11EB9-4600-42B4-8635-0DDE1ED8CC48}"/>
                </a:ext>
              </a:extLst>
            </p:cNvPr>
            <p:cNvSpPr>
              <a:spLocks/>
            </p:cNvSpPr>
            <p:nvPr/>
          </p:nvSpPr>
          <p:spPr bwMode="auto">
            <a:xfrm>
              <a:off x="4240213" y="4448175"/>
              <a:ext cx="649287" cy="649288"/>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2147483646 w 818"/>
                <a:gd name="T21" fmla="*/ 2147483646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2147483646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0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0 w 818"/>
                <a:gd name="T87" fmla="*/ 2147483646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0" y="410"/>
                  </a:moveTo>
                  <a:lnTo>
                    <a:pt x="0" y="430"/>
                  </a:lnTo>
                  <a:lnTo>
                    <a:pt x="2" y="452"/>
                  </a:lnTo>
                  <a:lnTo>
                    <a:pt x="5" y="472"/>
                  </a:lnTo>
                  <a:lnTo>
                    <a:pt x="9" y="492"/>
                  </a:lnTo>
                  <a:lnTo>
                    <a:pt x="13" y="513"/>
                  </a:lnTo>
                  <a:lnTo>
                    <a:pt x="19" y="531"/>
                  </a:lnTo>
                  <a:lnTo>
                    <a:pt x="25" y="550"/>
                  </a:lnTo>
                  <a:lnTo>
                    <a:pt x="32" y="569"/>
                  </a:lnTo>
                  <a:lnTo>
                    <a:pt x="41" y="588"/>
                  </a:lnTo>
                  <a:lnTo>
                    <a:pt x="49" y="605"/>
                  </a:lnTo>
                  <a:lnTo>
                    <a:pt x="60" y="622"/>
                  </a:lnTo>
                  <a:lnTo>
                    <a:pt x="70" y="638"/>
                  </a:lnTo>
                  <a:lnTo>
                    <a:pt x="81" y="654"/>
                  </a:lnTo>
                  <a:lnTo>
                    <a:pt x="94" y="670"/>
                  </a:lnTo>
                  <a:lnTo>
                    <a:pt x="106" y="684"/>
                  </a:lnTo>
                  <a:lnTo>
                    <a:pt x="120" y="699"/>
                  </a:lnTo>
                  <a:lnTo>
                    <a:pt x="135" y="713"/>
                  </a:lnTo>
                  <a:lnTo>
                    <a:pt x="149" y="726"/>
                  </a:lnTo>
                  <a:lnTo>
                    <a:pt x="165" y="738"/>
                  </a:lnTo>
                  <a:lnTo>
                    <a:pt x="181" y="749"/>
                  </a:lnTo>
                  <a:lnTo>
                    <a:pt x="197" y="759"/>
                  </a:lnTo>
                  <a:lnTo>
                    <a:pt x="214" y="769"/>
                  </a:lnTo>
                  <a:lnTo>
                    <a:pt x="231" y="778"/>
                  </a:lnTo>
                  <a:lnTo>
                    <a:pt x="250" y="787"/>
                  </a:lnTo>
                  <a:lnTo>
                    <a:pt x="269" y="794"/>
                  </a:lnTo>
                  <a:lnTo>
                    <a:pt x="287" y="801"/>
                  </a:lnTo>
                  <a:lnTo>
                    <a:pt x="306" y="805"/>
                  </a:lnTo>
                  <a:lnTo>
                    <a:pt x="326" y="810"/>
                  </a:lnTo>
                  <a:lnTo>
                    <a:pt x="347" y="814"/>
                  </a:lnTo>
                  <a:lnTo>
                    <a:pt x="367" y="817"/>
                  </a:lnTo>
                  <a:lnTo>
                    <a:pt x="388" y="818"/>
                  </a:lnTo>
                  <a:lnTo>
                    <a:pt x="409" y="818"/>
                  </a:lnTo>
                  <a:lnTo>
                    <a:pt x="430" y="818"/>
                  </a:lnTo>
                  <a:lnTo>
                    <a:pt x="450" y="817"/>
                  </a:lnTo>
                  <a:lnTo>
                    <a:pt x="471" y="814"/>
                  </a:lnTo>
                  <a:lnTo>
                    <a:pt x="491" y="810"/>
                  </a:lnTo>
                  <a:lnTo>
                    <a:pt x="511" y="805"/>
                  </a:lnTo>
                  <a:lnTo>
                    <a:pt x="530" y="801"/>
                  </a:lnTo>
                  <a:lnTo>
                    <a:pt x="550" y="794"/>
                  </a:lnTo>
                  <a:lnTo>
                    <a:pt x="569" y="787"/>
                  </a:lnTo>
                  <a:lnTo>
                    <a:pt x="586" y="778"/>
                  </a:lnTo>
                  <a:lnTo>
                    <a:pt x="603" y="769"/>
                  </a:lnTo>
                  <a:lnTo>
                    <a:pt x="621" y="759"/>
                  </a:lnTo>
                  <a:lnTo>
                    <a:pt x="638" y="749"/>
                  </a:lnTo>
                  <a:lnTo>
                    <a:pt x="654" y="738"/>
                  </a:lnTo>
                  <a:lnTo>
                    <a:pt x="668" y="726"/>
                  </a:lnTo>
                  <a:lnTo>
                    <a:pt x="684" y="713"/>
                  </a:lnTo>
                  <a:lnTo>
                    <a:pt x="698" y="699"/>
                  </a:lnTo>
                  <a:lnTo>
                    <a:pt x="711" y="684"/>
                  </a:lnTo>
                  <a:lnTo>
                    <a:pt x="724" y="670"/>
                  </a:lnTo>
                  <a:lnTo>
                    <a:pt x="736" y="654"/>
                  </a:lnTo>
                  <a:lnTo>
                    <a:pt x="747" y="638"/>
                  </a:lnTo>
                  <a:lnTo>
                    <a:pt x="759" y="622"/>
                  </a:lnTo>
                  <a:lnTo>
                    <a:pt x="768" y="605"/>
                  </a:lnTo>
                  <a:lnTo>
                    <a:pt x="778" y="588"/>
                  </a:lnTo>
                  <a:lnTo>
                    <a:pt x="785" y="569"/>
                  </a:lnTo>
                  <a:lnTo>
                    <a:pt x="792" y="550"/>
                  </a:lnTo>
                  <a:lnTo>
                    <a:pt x="799" y="531"/>
                  </a:lnTo>
                  <a:lnTo>
                    <a:pt x="805" y="513"/>
                  </a:lnTo>
                  <a:lnTo>
                    <a:pt x="809" y="492"/>
                  </a:lnTo>
                  <a:lnTo>
                    <a:pt x="812" y="472"/>
                  </a:lnTo>
                  <a:lnTo>
                    <a:pt x="815" y="452"/>
                  </a:lnTo>
                  <a:lnTo>
                    <a:pt x="817" y="430"/>
                  </a:lnTo>
                  <a:lnTo>
                    <a:pt x="818" y="410"/>
                  </a:lnTo>
                  <a:lnTo>
                    <a:pt x="817" y="388"/>
                  </a:lnTo>
                  <a:lnTo>
                    <a:pt x="815" y="368"/>
                  </a:lnTo>
                  <a:lnTo>
                    <a:pt x="812" y="348"/>
                  </a:lnTo>
                  <a:lnTo>
                    <a:pt x="809" y="328"/>
                  </a:lnTo>
                  <a:lnTo>
                    <a:pt x="805" y="308"/>
                  </a:lnTo>
                  <a:lnTo>
                    <a:pt x="799" y="289"/>
                  </a:lnTo>
                  <a:lnTo>
                    <a:pt x="792" y="269"/>
                  </a:lnTo>
                  <a:lnTo>
                    <a:pt x="785" y="251"/>
                  </a:lnTo>
                  <a:lnTo>
                    <a:pt x="778" y="233"/>
                  </a:lnTo>
                  <a:lnTo>
                    <a:pt x="768" y="215"/>
                  </a:lnTo>
                  <a:lnTo>
                    <a:pt x="759" y="198"/>
                  </a:lnTo>
                  <a:lnTo>
                    <a:pt x="747" y="181"/>
                  </a:lnTo>
                  <a:lnTo>
                    <a:pt x="736" y="165"/>
                  </a:lnTo>
                  <a:lnTo>
                    <a:pt x="724" y="150"/>
                  </a:lnTo>
                  <a:lnTo>
                    <a:pt x="711" y="134"/>
                  </a:lnTo>
                  <a:lnTo>
                    <a:pt x="698" y="120"/>
                  </a:lnTo>
                  <a:lnTo>
                    <a:pt x="684" y="107"/>
                  </a:lnTo>
                  <a:lnTo>
                    <a:pt x="668" y="94"/>
                  </a:lnTo>
                  <a:lnTo>
                    <a:pt x="654" y="82"/>
                  </a:lnTo>
                  <a:lnTo>
                    <a:pt x="638" y="71"/>
                  </a:lnTo>
                  <a:lnTo>
                    <a:pt x="621" y="59"/>
                  </a:lnTo>
                  <a:lnTo>
                    <a:pt x="603" y="51"/>
                  </a:lnTo>
                  <a:lnTo>
                    <a:pt x="586" y="41"/>
                  </a:lnTo>
                  <a:lnTo>
                    <a:pt x="569" y="33"/>
                  </a:lnTo>
                  <a:lnTo>
                    <a:pt x="550" y="26"/>
                  </a:lnTo>
                  <a:lnTo>
                    <a:pt x="530" y="19"/>
                  </a:lnTo>
                  <a:lnTo>
                    <a:pt x="511" y="13"/>
                  </a:lnTo>
                  <a:lnTo>
                    <a:pt x="491" y="9"/>
                  </a:lnTo>
                  <a:lnTo>
                    <a:pt x="471" y="6"/>
                  </a:lnTo>
                  <a:lnTo>
                    <a:pt x="450" y="3"/>
                  </a:lnTo>
                  <a:lnTo>
                    <a:pt x="430" y="2"/>
                  </a:lnTo>
                  <a:lnTo>
                    <a:pt x="409" y="0"/>
                  </a:lnTo>
                  <a:lnTo>
                    <a:pt x="388" y="2"/>
                  </a:lnTo>
                  <a:lnTo>
                    <a:pt x="367" y="3"/>
                  </a:lnTo>
                  <a:lnTo>
                    <a:pt x="347" y="6"/>
                  </a:lnTo>
                  <a:lnTo>
                    <a:pt x="326" y="9"/>
                  </a:lnTo>
                  <a:lnTo>
                    <a:pt x="306" y="13"/>
                  </a:lnTo>
                  <a:lnTo>
                    <a:pt x="287" y="19"/>
                  </a:lnTo>
                  <a:lnTo>
                    <a:pt x="269" y="26"/>
                  </a:lnTo>
                  <a:lnTo>
                    <a:pt x="250" y="33"/>
                  </a:lnTo>
                  <a:lnTo>
                    <a:pt x="231" y="41"/>
                  </a:lnTo>
                  <a:lnTo>
                    <a:pt x="214" y="51"/>
                  </a:lnTo>
                  <a:lnTo>
                    <a:pt x="197" y="59"/>
                  </a:lnTo>
                  <a:lnTo>
                    <a:pt x="181" y="71"/>
                  </a:lnTo>
                  <a:lnTo>
                    <a:pt x="165" y="82"/>
                  </a:lnTo>
                  <a:lnTo>
                    <a:pt x="149" y="94"/>
                  </a:lnTo>
                  <a:lnTo>
                    <a:pt x="135" y="107"/>
                  </a:lnTo>
                  <a:lnTo>
                    <a:pt x="120" y="120"/>
                  </a:lnTo>
                  <a:lnTo>
                    <a:pt x="106" y="134"/>
                  </a:lnTo>
                  <a:lnTo>
                    <a:pt x="94" y="150"/>
                  </a:lnTo>
                  <a:lnTo>
                    <a:pt x="81" y="165"/>
                  </a:lnTo>
                  <a:lnTo>
                    <a:pt x="70" y="181"/>
                  </a:lnTo>
                  <a:lnTo>
                    <a:pt x="60" y="198"/>
                  </a:lnTo>
                  <a:lnTo>
                    <a:pt x="49" y="215"/>
                  </a:lnTo>
                  <a:lnTo>
                    <a:pt x="41" y="233"/>
                  </a:lnTo>
                  <a:lnTo>
                    <a:pt x="32" y="251"/>
                  </a:lnTo>
                  <a:lnTo>
                    <a:pt x="25" y="269"/>
                  </a:lnTo>
                  <a:lnTo>
                    <a:pt x="19" y="289"/>
                  </a:lnTo>
                  <a:lnTo>
                    <a:pt x="13" y="308"/>
                  </a:lnTo>
                  <a:lnTo>
                    <a:pt x="9" y="328"/>
                  </a:lnTo>
                  <a:lnTo>
                    <a:pt x="5" y="348"/>
                  </a:lnTo>
                  <a:lnTo>
                    <a:pt x="2" y="368"/>
                  </a:lnTo>
                  <a:lnTo>
                    <a:pt x="0" y="388"/>
                  </a:lnTo>
                  <a:lnTo>
                    <a:pt x="0" y="410"/>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8" name="Rectangle 21">
              <a:extLst>
                <a:ext uri="{FF2B5EF4-FFF2-40B4-BE49-F238E27FC236}">
                  <a16:creationId xmlns:a16="http://schemas.microsoft.com/office/drawing/2014/main" id="{23F88320-3FA2-4864-946C-FA36BE6E15A2}"/>
                </a:ext>
              </a:extLst>
            </p:cNvPr>
            <p:cNvSpPr>
              <a:spLocks noChangeArrowheads="1"/>
            </p:cNvSpPr>
            <p:nvPr/>
          </p:nvSpPr>
          <p:spPr bwMode="auto">
            <a:xfrm>
              <a:off x="4432300" y="3041650"/>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S3</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69" name="Rectangle 22">
              <a:extLst>
                <a:ext uri="{FF2B5EF4-FFF2-40B4-BE49-F238E27FC236}">
                  <a16:creationId xmlns:a16="http://schemas.microsoft.com/office/drawing/2014/main" id="{463232BC-580F-46FF-A6A0-628D3F151B8B}"/>
                </a:ext>
              </a:extLst>
            </p:cNvPr>
            <p:cNvSpPr>
              <a:spLocks noChangeArrowheads="1"/>
            </p:cNvSpPr>
            <p:nvPr/>
          </p:nvSpPr>
          <p:spPr bwMode="auto">
            <a:xfrm>
              <a:off x="4432300" y="4657725"/>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S2</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0" name="Rectangle 23">
              <a:extLst>
                <a:ext uri="{FF2B5EF4-FFF2-40B4-BE49-F238E27FC236}">
                  <a16:creationId xmlns:a16="http://schemas.microsoft.com/office/drawing/2014/main" id="{21FC22E5-6796-412F-B97D-A20E1A1E1EA6}"/>
                </a:ext>
              </a:extLst>
            </p:cNvPr>
            <p:cNvSpPr>
              <a:spLocks noChangeArrowheads="1"/>
            </p:cNvSpPr>
            <p:nvPr/>
          </p:nvSpPr>
          <p:spPr bwMode="auto">
            <a:xfrm>
              <a:off x="5503863" y="3057525"/>
              <a:ext cx="2968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1" name="Rectangle 24">
              <a:extLst>
                <a:ext uri="{FF2B5EF4-FFF2-40B4-BE49-F238E27FC236}">
                  <a16:creationId xmlns:a16="http://schemas.microsoft.com/office/drawing/2014/main" id="{F96AF221-C62A-4080-82FF-2405DF1A4C90}"/>
                </a:ext>
              </a:extLst>
            </p:cNvPr>
            <p:cNvSpPr>
              <a:spLocks noChangeArrowheads="1"/>
            </p:cNvSpPr>
            <p:nvPr/>
          </p:nvSpPr>
          <p:spPr bwMode="auto">
            <a:xfrm>
              <a:off x="5791200" y="3057525"/>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2" name="Freeform 25">
              <a:extLst>
                <a:ext uri="{FF2B5EF4-FFF2-40B4-BE49-F238E27FC236}">
                  <a16:creationId xmlns:a16="http://schemas.microsoft.com/office/drawing/2014/main" id="{18884551-24BD-40B7-ACE7-F0273388B276}"/>
                </a:ext>
              </a:extLst>
            </p:cNvPr>
            <p:cNvSpPr>
              <a:spLocks/>
            </p:cNvSpPr>
            <p:nvPr/>
          </p:nvSpPr>
          <p:spPr bwMode="auto">
            <a:xfrm>
              <a:off x="4240213" y="1195388"/>
              <a:ext cx="649287" cy="649287"/>
            </a:xfrm>
            <a:custGeom>
              <a:avLst/>
              <a:gdLst>
                <a:gd name="T0" fmla="*/ 2147483646 w 818"/>
                <a:gd name="T1" fmla="*/ 2147483646 h 818"/>
                <a:gd name="T2" fmla="*/ 2147483646 w 818"/>
                <a:gd name="T3" fmla="*/ 2147483646 h 818"/>
                <a:gd name="T4" fmla="*/ 2147483646 w 818"/>
                <a:gd name="T5" fmla="*/ 2147483646 h 818"/>
                <a:gd name="T6" fmla="*/ 2147483646 w 818"/>
                <a:gd name="T7" fmla="*/ 2147483646 h 818"/>
                <a:gd name="T8" fmla="*/ 2147483646 w 818"/>
                <a:gd name="T9" fmla="*/ 2147483646 h 818"/>
                <a:gd name="T10" fmla="*/ 2147483646 w 818"/>
                <a:gd name="T11" fmla="*/ 2147483646 h 818"/>
                <a:gd name="T12" fmla="*/ 2147483646 w 818"/>
                <a:gd name="T13" fmla="*/ 2147483646 h 818"/>
                <a:gd name="T14" fmla="*/ 2147483646 w 818"/>
                <a:gd name="T15" fmla="*/ 2147483646 h 818"/>
                <a:gd name="T16" fmla="*/ 2147483646 w 818"/>
                <a:gd name="T17" fmla="*/ 2147483646 h 818"/>
                <a:gd name="T18" fmla="*/ 2147483646 w 818"/>
                <a:gd name="T19" fmla="*/ 2147483646 h 818"/>
                <a:gd name="T20" fmla="*/ 2147483646 w 818"/>
                <a:gd name="T21" fmla="*/ 0 h 818"/>
                <a:gd name="T22" fmla="*/ 2147483646 w 818"/>
                <a:gd name="T23" fmla="*/ 2147483646 h 818"/>
                <a:gd name="T24" fmla="*/ 2147483646 w 818"/>
                <a:gd name="T25" fmla="*/ 2147483646 h 818"/>
                <a:gd name="T26" fmla="*/ 2147483646 w 818"/>
                <a:gd name="T27" fmla="*/ 2147483646 h 818"/>
                <a:gd name="T28" fmla="*/ 2147483646 w 818"/>
                <a:gd name="T29" fmla="*/ 2147483646 h 818"/>
                <a:gd name="T30" fmla="*/ 2147483646 w 818"/>
                <a:gd name="T31" fmla="*/ 2147483646 h 818"/>
                <a:gd name="T32" fmla="*/ 2147483646 w 818"/>
                <a:gd name="T33" fmla="*/ 2147483646 h 818"/>
                <a:gd name="T34" fmla="*/ 2147483646 w 818"/>
                <a:gd name="T35" fmla="*/ 2147483646 h 818"/>
                <a:gd name="T36" fmla="*/ 2147483646 w 818"/>
                <a:gd name="T37" fmla="*/ 2147483646 h 818"/>
                <a:gd name="T38" fmla="*/ 2147483646 w 818"/>
                <a:gd name="T39" fmla="*/ 2147483646 h 818"/>
                <a:gd name="T40" fmla="*/ 2147483646 w 818"/>
                <a:gd name="T41" fmla="*/ 2147483646 h 818"/>
                <a:gd name="T42" fmla="*/ 0 w 818"/>
                <a:gd name="T43" fmla="*/ 2147483646 h 818"/>
                <a:gd name="T44" fmla="*/ 2147483646 w 818"/>
                <a:gd name="T45" fmla="*/ 2147483646 h 818"/>
                <a:gd name="T46" fmla="*/ 2147483646 w 818"/>
                <a:gd name="T47" fmla="*/ 2147483646 h 818"/>
                <a:gd name="T48" fmla="*/ 2147483646 w 818"/>
                <a:gd name="T49" fmla="*/ 2147483646 h 818"/>
                <a:gd name="T50" fmla="*/ 2147483646 w 818"/>
                <a:gd name="T51" fmla="*/ 2147483646 h 818"/>
                <a:gd name="T52" fmla="*/ 2147483646 w 818"/>
                <a:gd name="T53" fmla="*/ 2147483646 h 818"/>
                <a:gd name="T54" fmla="*/ 2147483646 w 818"/>
                <a:gd name="T55" fmla="*/ 2147483646 h 818"/>
                <a:gd name="T56" fmla="*/ 2147483646 w 818"/>
                <a:gd name="T57" fmla="*/ 2147483646 h 818"/>
                <a:gd name="T58" fmla="*/ 2147483646 w 818"/>
                <a:gd name="T59" fmla="*/ 2147483646 h 818"/>
                <a:gd name="T60" fmla="*/ 2147483646 w 818"/>
                <a:gd name="T61" fmla="*/ 2147483646 h 818"/>
                <a:gd name="T62" fmla="*/ 2147483646 w 818"/>
                <a:gd name="T63" fmla="*/ 2147483646 h 818"/>
                <a:gd name="T64" fmla="*/ 2147483646 w 818"/>
                <a:gd name="T65" fmla="*/ 2147483646 h 818"/>
                <a:gd name="T66" fmla="*/ 2147483646 w 818"/>
                <a:gd name="T67" fmla="*/ 2147483646 h 818"/>
                <a:gd name="T68" fmla="*/ 2147483646 w 818"/>
                <a:gd name="T69" fmla="*/ 2147483646 h 818"/>
                <a:gd name="T70" fmla="*/ 2147483646 w 818"/>
                <a:gd name="T71" fmla="*/ 2147483646 h 818"/>
                <a:gd name="T72" fmla="*/ 2147483646 w 818"/>
                <a:gd name="T73" fmla="*/ 2147483646 h 818"/>
                <a:gd name="T74" fmla="*/ 2147483646 w 818"/>
                <a:gd name="T75" fmla="*/ 2147483646 h 818"/>
                <a:gd name="T76" fmla="*/ 2147483646 w 818"/>
                <a:gd name="T77" fmla="*/ 2147483646 h 818"/>
                <a:gd name="T78" fmla="*/ 2147483646 w 818"/>
                <a:gd name="T79" fmla="*/ 2147483646 h 818"/>
                <a:gd name="T80" fmla="*/ 2147483646 w 818"/>
                <a:gd name="T81" fmla="*/ 2147483646 h 818"/>
                <a:gd name="T82" fmla="*/ 2147483646 w 818"/>
                <a:gd name="T83" fmla="*/ 2147483646 h 818"/>
                <a:gd name="T84" fmla="*/ 2147483646 w 818"/>
                <a:gd name="T85" fmla="*/ 2147483646 h 818"/>
                <a:gd name="T86" fmla="*/ 2147483646 w 818"/>
                <a:gd name="T87" fmla="*/ 2147483646 h 8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8"/>
                <a:gd name="T133" fmla="*/ 0 h 818"/>
                <a:gd name="T134" fmla="*/ 818 w 818"/>
                <a:gd name="T135" fmla="*/ 818 h 8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8" h="818">
                  <a:moveTo>
                    <a:pt x="818" y="409"/>
                  </a:moveTo>
                  <a:lnTo>
                    <a:pt x="817" y="388"/>
                  </a:lnTo>
                  <a:lnTo>
                    <a:pt x="815" y="368"/>
                  </a:lnTo>
                  <a:lnTo>
                    <a:pt x="812" y="347"/>
                  </a:lnTo>
                  <a:lnTo>
                    <a:pt x="809" y="327"/>
                  </a:lnTo>
                  <a:lnTo>
                    <a:pt x="805" y="307"/>
                  </a:lnTo>
                  <a:lnTo>
                    <a:pt x="799" y="288"/>
                  </a:lnTo>
                  <a:lnTo>
                    <a:pt x="792" y="268"/>
                  </a:lnTo>
                  <a:lnTo>
                    <a:pt x="785" y="251"/>
                  </a:lnTo>
                  <a:lnTo>
                    <a:pt x="778" y="232"/>
                  </a:lnTo>
                  <a:lnTo>
                    <a:pt x="768" y="215"/>
                  </a:lnTo>
                  <a:lnTo>
                    <a:pt x="759" y="197"/>
                  </a:lnTo>
                  <a:lnTo>
                    <a:pt x="747" y="180"/>
                  </a:lnTo>
                  <a:lnTo>
                    <a:pt x="736" y="164"/>
                  </a:lnTo>
                  <a:lnTo>
                    <a:pt x="724" y="150"/>
                  </a:lnTo>
                  <a:lnTo>
                    <a:pt x="711" y="134"/>
                  </a:lnTo>
                  <a:lnTo>
                    <a:pt x="698" y="119"/>
                  </a:lnTo>
                  <a:lnTo>
                    <a:pt x="684" y="106"/>
                  </a:lnTo>
                  <a:lnTo>
                    <a:pt x="668" y="93"/>
                  </a:lnTo>
                  <a:lnTo>
                    <a:pt x="654" y="82"/>
                  </a:lnTo>
                  <a:lnTo>
                    <a:pt x="638" y="70"/>
                  </a:lnTo>
                  <a:lnTo>
                    <a:pt x="621" y="59"/>
                  </a:lnTo>
                  <a:lnTo>
                    <a:pt x="603" y="50"/>
                  </a:lnTo>
                  <a:lnTo>
                    <a:pt x="586" y="40"/>
                  </a:lnTo>
                  <a:lnTo>
                    <a:pt x="569" y="33"/>
                  </a:lnTo>
                  <a:lnTo>
                    <a:pt x="550" y="26"/>
                  </a:lnTo>
                  <a:lnTo>
                    <a:pt x="530" y="18"/>
                  </a:lnTo>
                  <a:lnTo>
                    <a:pt x="511" y="13"/>
                  </a:lnTo>
                  <a:lnTo>
                    <a:pt x="491" y="8"/>
                  </a:lnTo>
                  <a:lnTo>
                    <a:pt x="471" y="5"/>
                  </a:lnTo>
                  <a:lnTo>
                    <a:pt x="450" y="2"/>
                  </a:lnTo>
                  <a:lnTo>
                    <a:pt x="430" y="1"/>
                  </a:lnTo>
                  <a:lnTo>
                    <a:pt x="409" y="0"/>
                  </a:lnTo>
                  <a:lnTo>
                    <a:pt x="388" y="1"/>
                  </a:lnTo>
                  <a:lnTo>
                    <a:pt x="367" y="2"/>
                  </a:lnTo>
                  <a:lnTo>
                    <a:pt x="347" y="5"/>
                  </a:lnTo>
                  <a:lnTo>
                    <a:pt x="326" y="8"/>
                  </a:lnTo>
                  <a:lnTo>
                    <a:pt x="306" y="13"/>
                  </a:lnTo>
                  <a:lnTo>
                    <a:pt x="287" y="18"/>
                  </a:lnTo>
                  <a:lnTo>
                    <a:pt x="269" y="26"/>
                  </a:lnTo>
                  <a:lnTo>
                    <a:pt x="250" y="33"/>
                  </a:lnTo>
                  <a:lnTo>
                    <a:pt x="231" y="40"/>
                  </a:lnTo>
                  <a:lnTo>
                    <a:pt x="214" y="50"/>
                  </a:lnTo>
                  <a:lnTo>
                    <a:pt x="197" y="59"/>
                  </a:lnTo>
                  <a:lnTo>
                    <a:pt x="181" y="70"/>
                  </a:lnTo>
                  <a:lnTo>
                    <a:pt x="165" y="82"/>
                  </a:lnTo>
                  <a:lnTo>
                    <a:pt x="149" y="93"/>
                  </a:lnTo>
                  <a:lnTo>
                    <a:pt x="135" y="106"/>
                  </a:lnTo>
                  <a:lnTo>
                    <a:pt x="120" y="119"/>
                  </a:lnTo>
                  <a:lnTo>
                    <a:pt x="106" y="134"/>
                  </a:lnTo>
                  <a:lnTo>
                    <a:pt x="94" y="150"/>
                  </a:lnTo>
                  <a:lnTo>
                    <a:pt x="81" y="164"/>
                  </a:lnTo>
                  <a:lnTo>
                    <a:pt x="70" y="180"/>
                  </a:lnTo>
                  <a:lnTo>
                    <a:pt x="60" y="197"/>
                  </a:lnTo>
                  <a:lnTo>
                    <a:pt x="49" y="215"/>
                  </a:lnTo>
                  <a:lnTo>
                    <a:pt x="41" y="232"/>
                  </a:lnTo>
                  <a:lnTo>
                    <a:pt x="32" y="251"/>
                  </a:lnTo>
                  <a:lnTo>
                    <a:pt x="25" y="268"/>
                  </a:lnTo>
                  <a:lnTo>
                    <a:pt x="19" y="288"/>
                  </a:lnTo>
                  <a:lnTo>
                    <a:pt x="13" y="307"/>
                  </a:lnTo>
                  <a:lnTo>
                    <a:pt x="9" y="327"/>
                  </a:lnTo>
                  <a:lnTo>
                    <a:pt x="5" y="347"/>
                  </a:lnTo>
                  <a:lnTo>
                    <a:pt x="2" y="368"/>
                  </a:lnTo>
                  <a:lnTo>
                    <a:pt x="0" y="388"/>
                  </a:lnTo>
                  <a:lnTo>
                    <a:pt x="0" y="409"/>
                  </a:lnTo>
                  <a:lnTo>
                    <a:pt x="0" y="430"/>
                  </a:lnTo>
                  <a:lnTo>
                    <a:pt x="2" y="451"/>
                  </a:lnTo>
                  <a:lnTo>
                    <a:pt x="5" y="472"/>
                  </a:lnTo>
                  <a:lnTo>
                    <a:pt x="9" y="492"/>
                  </a:lnTo>
                  <a:lnTo>
                    <a:pt x="13" y="512"/>
                  </a:lnTo>
                  <a:lnTo>
                    <a:pt x="19" y="531"/>
                  </a:lnTo>
                  <a:lnTo>
                    <a:pt x="25" y="549"/>
                  </a:lnTo>
                  <a:lnTo>
                    <a:pt x="32" y="568"/>
                  </a:lnTo>
                  <a:lnTo>
                    <a:pt x="41" y="587"/>
                  </a:lnTo>
                  <a:lnTo>
                    <a:pt x="49" y="604"/>
                  </a:lnTo>
                  <a:lnTo>
                    <a:pt x="60" y="622"/>
                  </a:lnTo>
                  <a:lnTo>
                    <a:pt x="70" y="637"/>
                  </a:lnTo>
                  <a:lnTo>
                    <a:pt x="81" y="653"/>
                  </a:lnTo>
                  <a:lnTo>
                    <a:pt x="94" y="669"/>
                  </a:lnTo>
                  <a:lnTo>
                    <a:pt x="106" y="684"/>
                  </a:lnTo>
                  <a:lnTo>
                    <a:pt x="120" y="698"/>
                  </a:lnTo>
                  <a:lnTo>
                    <a:pt x="135" y="713"/>
                  </a:lnTo>
                  <a:lnTo>
                    <a:pt x="149" y="726"/>
                  </a:lnTo>
                  <a:lnTo>
                    <a:pt x="165" y="737"/>
                  </a:lnTo>
                  <a:lnTo>
                    <a:pt x="181" y="749"/>
                  </a:lnTo>
                  <a:lnTo>
                    <a:pt x="197" y="759"/>
                  </a:lnTo>
                  <a:lnTo>
                    <a:pt x="214" y="769"/>
                  </a:lnTo>
                  <a:lnTo>
                    <a:pt x="231" y="777"/>
                  </a:lnTo>
                  <a:lnTo>
                    <a:pt x="250" y="786"/>
                  </a:lnTo>
                  <a:lnTo>
                    <a:pt x="269" y="793"/>
                  </a:lnTo>
                  <a:lnTo>
                    <a:pt x="287" y="801"/>
                  </a:lnTo>
                  <a:lnTo>
                    <a:pt x="306" y="805"/>
                  </a:lnTo>
                  <a:lnTo>
                    <a:pt x="326" y="811"/>
                  </a:lnTo>
                  <a:lnTo>
                    <a:pt x="347" y="814"/>
                  </a:lnTo>
                  <a:lnTo>
                    <a:pt x="367" y="816"/>
                  </a:lnTo>
                  <a:lnTo>
                    <a:pt x="388" y="818"/>
                  </a:lnTo>
                  <a:lnTo>
                    <a:pt x="409" y="818"/>
                  </a:lnTo>
                  <a:lnTo>
                    <a:pt x="430" y="818"/>
                  </a:lnTo>
                  <a:lnTo>
                    <a:pt x="450" y="816"/>
                  </a:lnTo>
                  <a:lnTo>
                    <a:pt x="471" y="814"/>
                  </a:lnTo>
                  <a:lnTo>
                    <a:pt x="491" y="811"/>
                  </a:lnTo>
                  <a:lnTo>
                    <a:pt x="511" y="805"/>
                  </a:lnTo>
                  <a:lnTo>
                    <a:pt x="530" y="801"/>
                  </a:lnTo>
                  <a:lnTo>
                    <a:pt x="550" y="793"/>
                  </a:lnTo>
                  <a:lnTo>
                    <a:pt x="569" y="786"/>
                  </a:lnTo>
                  <a:lnTo>
                    <a:pt x="586" y="777"/>
                  </a:lnTo>
                  <a:lnTo>
                    <a:pt x="603" y="769"/>
                  </a:lnTo>
                  <a:lnTo>
                    <a:pt x="621" y="759"/>
                  </a:lnTo>
                  <a:lnTo>
                    <a:pt x="638" y="749"/>
                  </a:lnTo>
                  <a:lnTo>
                    <a:pt x="654" y="737"/>
                  </a:lnTo>
                  <a:lnTo>
                    <a:pt x="668" y="726"/>
                  </a:lnTo>
                  <a:lnTo>
                    <a:pt x="684" y="713"/>
                  </a:lnTo>
                  <a:lnTo>
                    <a:pt x="698" y="698"/>
                  </a:lnTo>
                  <a:lnTo>
                    <a:pt x="711" y="684"/>
                  </a:lnTo>
                  <a:lnTo>
                    <a:pt x="724" y="669"/>
                  </a:lnTo>
                  <a:lnTo>
                    <a:pt x="736" y="653"/>
                  </a:lnTo>
                  <a:lnTo>
                    <a:pt x="747" y="637"/>
                  </a:lnTo>
                  <a:lnTo>
                    <a:pt x="759" y="622"/>
                  </a:lnTo>
                  <a:lnTo>
                    <a:pt x="768" y="604"/>
                  </a:lnTo>
                  <a:lnTo>
                    <a:pt x="778" y="587"/>
                  </a:lnTo>
                  <a:lnTo>
                    <a:pt x="785" y="568"/>
                  </a:lnTo>
                  <a:lnTo>
                    <a:pt x="792" y="549"/>
                  </a:lnTo>
                  <a:lnTo>
                    <a:pt x="799" y="531"/>
                  </a:lnTo>
                  <a:lnTo>
                    <a:pt x="805" y="512"/>
                  </a:lnTo>
                  <a:lnTo>
                    <a:pt x="809" y="492"/>
                  </a:lnTo>
                  <a:lnTo>
                    <a:pt x="812" y="472"/>
                  </a:lnTo>
                  <a:lnTo>
                    <a:pt x="815" y="451"/>
                  </a:lnTo>
                  <a:lnTo>
                    <a:pt x="817" y="430"/>
                  </a:lnTo>
                  <a:lnTo>
                    <a:pt x="818" y="409"/>
                  </a:lnTo>
                </a:path>
              </a:pathLst>
            </a:custGeom>
            <a:solidFill>
              <a:schemeClr val="bg1"/>
            </a:solidFill>
            <a:ln w="2857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3" name="Rectangle 26">
              <a:extLst>
                <a:ext uri="{FF2B5EF4-FFF2-40B4-BE49-F238E27FC236}">
                  <a16:creationId xmlns:a16="http://schemas.microsoft.com/office/drawing/2014/main" id="{899743EE-454D-4978-B0B5-8E7F04544C3A}"/>
                </a:ext>
              </a:extLst>
            </p:cNvPr>
            <p:cNvSpPr>
              <a:spLocks noChangeArrowheads="1"/>
            </p:cNvSpPr>
            <p:nvPr/>
          </p:nvSpPr>
          <p:spPr bwMode="auto">
            <a:xfrm>
              <a:off x="5703888" y="3051175"/>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4" name="Freeform 27">
              <a:extLst>
                <a:ext uri="{FF2B5EF4-FFF2-40B4-BE49-F238E27FC236}">
                  <a16:creationId xmlns:a16="http://schemas.microsoft.com/office/drawing/2014/main" id="{F1011E68-33BD-49BF-9F02-E39EE37E3E6E}"/>
                </a:ext>
              </a:extLst>
            </p:cNvPr>
            <p:cNvSpPr>
              <a:spLocks/>
            </p:cNvSpPr>
            <p:nvPr/>
          </p:nvSpPr>
          <p:spPr bwMode="auto">
            <a:xfrm>
              <a:off x="4314825" y="3460750"/>
              <a:ext cx="120650" cy="508000"/>
            </a:xfrm>
            <a:custGeom>
              <a:avLst/>
              <a:gdLst>
                <a:gd name="T0" fmla="*/ 2147483646 w 152"/>
                <a:gd name="T1" fmla="*/ 2147483646 h 641"/>
                <a:gd name="T2" fmla="*/ 2147483646 w 152"/>
                <a:gd name="T3" fmla="*/ 2147483646 h 641"/>
                <a:gd name="T4" fmla="*/ 2147483646 w 152"/>
                <a:gd name="T5" fmla="*/ 2147483646 h 641"/>
                <a:gd name="T6" fmla="*/ 2147483646 w 152"/>
                <a:gd name="T7" fmla="*/ 2147483646 h 641"/>
                <a:gd name="T8" fmla="*/ 2147483646 w 152"/>
                <a:gd name="T9" fmla="*/ 2147483646 h 641"/>
                <a:gd name="T10" fmla="*/ 2147483646 w 152"/>
                <a:gd name="T11" fmla="*/ 2147483646 h 641"/>
                <a:gd name="T12" fmla="*/ 2147483646 w 152"/>
                <a:gd name="T13" fmla="*/ 2147483646 h 641"/>
                <a:gd name="T14" fmla="*/ 2147483646 w 152"/>
                <a:gd name="T15" fmla="*/ 2147483646 h 641"/>
                <a:gd name="T16" fmla="*/ 2147483646 w 152"/>
                <a:gd name="T17" fmla="*/ 2147483646 h 641"/>
                <a:gd name="T18" fmla="*/ 2147483646 w 152"/>
                <a:gd name="T19" fmla="*/ 2147483646 h 641"/>
                <a:gd name="T20" fmla="*/ 2147483646 w 152"/>
                <a:gd name="T21" fmla="*/ 2147483646 h 641"/>
                <a:gd name="T22" fmla="*/ 2147483646 w 152"/>
                <a:gd name="T23" fmla="*/ 2147483646 h 641"/>
                <a:gd name="T24" fmla="*/ 2147483646 w 152"/>
                <a:gd name="T25" fmla="*/ 2147483646 h 641"/>
                <a:gd name="T26" fmla="*/ 2147483646 w 152"/>
                <a:gd name="T27" fmla="*/ 2147483646 h 641"/>
                <a:gd name="T28" fmla="*/ 2147483646 w 152"/>
                <a:gd name="T29" fmla="*/ 2147483646 h 641"/>
                <a:gd name="T30" fmla="*/ 2147483646 w 152"/>
                <a:gd name="T31" fmla="*/ 2147483646 h 641"/>
                <a:gd name="T32" fmla="*/ 2147483646 w 152"/>
                <a:gd name="T33" fmla="*/ 2147483646 h 641"/>
                <a:gd name="T34" fmla="*/ 2147483646 w 152"/>
                <a:gd name="T35" fmla="*/ 2147483646 h 641"/>
                <a:gd name="T36" fmla="*/ 2147483646 w 152"/>
                <a:gd name="T37" fmla="*/ 2147483646 h 641"/>
                <a:gd name="T38" fmla="*/ 2147483646 w 152"/>
                <a:gd name="T39" fmla="*/ 2147483646 h 641"/>
                <a:gd name="T40" fmla="*/ 2147483646 w 152"/>
                <a:gd name="T41" fmla="*/ 2147483646 h 641"/>
                <a:gd name="T42" fmla="*/ 2147483646 w 152"/>
                <a:gd name="T43" fmla="*/ 2147483646 h 641"/>
                <a:gd name="T44" fmla="*/ 2147483646 w 152"/>
                <a:gd name="T45" fmla="*/ 2147483646 h 641"/>
                <a:gd name="T46" fmla="*/ 2147483646 w 152"/>
                <a:gd name="T47" fmla="*/ 2147483646 h 641"/>
                <a:gd name="T48" fmla="*/ 2147483646 w 152"/>
                <a:gd name="T49" fmla="*/ 2147483646 h 641"/>
                <a:gd name="T50" fmla="*/ 2147483646 w 152"/>
                <a:gd name="T51" fmla="*/ 2147483646 h 641"/>
                <a:gd name="T52" fmla="*/ 2147483646 w 152"/>
                <a:gd name="T53" fmla="*/ 2147483646 h 641"/>
                <a:gd name="T54" fmla="*/ 2147483646 w 152"/>
                <a:gd name="T55" fmla="*/ 2147483646 h 641"/>
                <a:gd name="T56" fmla="*/ 2147483646 w 152"/>
                <a:gd name="T57" fmla="*/ 2147483646 h 641"/>
                <a:gd name="T58" fmla="*/ 2147483646 w 152"/>
                <a:gd name="T59" fmla="*/ 2147483646 h 641"/>
                <a:gd name="T60" fmla="*/ 2147483646 w 152"/>
                <a:gd name="T61" fmla="*/ 2147483646 h 641"/>
                <a:gd name="T62" fmla="*/ 2147483646 w 152"/>
                <a:gd name="T63" fmla="*/ 2147483646 h 641"/>
                <a:gd name="T64" fmla="*/ 2147483646 w 152"/>
                <a:gd name="T65" fmla="*/ 2147483646 h 641"/>
                <a:gd name="T66" fmla="*/ 2147483646 w 152"/>
                <a:gd name="T67" fmla="*/ 2147483646 h 641"/>
                <a:gd name="T68" fmla="*/ 2147483646 w 152"/>
                <a:gd name="T69" fmla="*/ 2147483646 h 641"/>
                <a:gd name="T70" fmla="*/ 2147483646 w 152"/>
                <a:gd name="T71" fmla="*/ 2147483646 h 641"/>
                <a:gd name="T72" fmla="*/ 2147483646 w 152"/>
                <a:gd name="T73" fmla="*/ 2147483646 h 641"/>
                <a:gd name="T74" fmla="*/ 2147483646 w 152"/>
                <a:gd name="T75" fmla="*/ 2147483646 h 641"/>
                <a:gd name="T76" fmla="*/ 2147483646 w 152"/>
                <a:gd name="T77" fmla="*/ 2147483646 h 641"/>
                <a:gd name="T78" fmla="*/ 2147483646 w 152"/>
                <a:gd name="T79" fmla="*/ 2147483646 h 641"/>
                <a:gd name="T80" fmla="*/ 2147483646 w 152"/>
                <a:gd name="T81" fmla="*/ 2147483646 h 641"/>
                <a:gd name="T82" fmla="*/ 2147483646 w 152"/>
                <a:gd name="T83" fmla="*/ 2147483646 h 641"/>
                <a:gd name="T84" fmla="*/ 2147483646 w 152"/>
                <a:gd name="T85" fmla="*/ 2147483646 h 641"/>
                <a:gd name="T86" fmla="*/ 0 w 152"/>
                <a:gd name="T87" fmla="*/ 2147483646 h 641"/>
                <a:gd name="T88" fmla="*/ 0 w 152"/>
                <a:gd name="T89" fmla="*/ 2147483646 h 641"/>
                <a:gd name="T90" fmla="*/ 0 w 152"/>
                <a:gd name="T91" fmla="*/ 2147483646 h 641"/>
                <a:gd name="T92" fmla="*/ 0 w 152"/>
                <a:gd name="T93" fmla="*/ 2147483646 h 641"/>
                <a:gd name="T94" fmla="*/ 0 w 152"/>
                <a:gd name="T95" fmla="*/ 2147483646 h 641"/>
                <a:gd name="T96" fmla="*/ 0 w 152"/>
                <a:gd name="T97" fmla="*/ 2147483646 h 6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2"/>
                <a:gd name="T148" fmla="*/ 0 h 641"/>
                <a:gd name="T149" fmla="*/ 152 w 152"/>
                <a:gd name="T150" fmla="*/ 641 h 6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2" h="641">
                  <a:moveTo>
                    <a:pt x="152" y="0"/>
                  </a:moveTo>
                  <a:lnTo>
                    <a:pt x="144" y="16"/>
                  </a:lnTo>
                  <a:lnTo>
                    <a:pt x="137" y="30"/>
                  </a:lnTo>
                  <a:lnTo>
                    <a:pt x="130" y="45"/>
                  </a:lnTo>
                  <a:lnTo>
                    <a:pt x="124" y="59"/>
                  </a:lnTo>
                  <a:lnTo>
                    <a:pt x="117" y="71"/>
                  </a:lnTo>
                  <a:lnTo>
                    <a:pt x="111" y="82"/>
                  </a:lnTo>
                  <a:lnTo>
                    <a:pt x="107" y="94"/>
                  </a:lnTo>
                  <a:lnTo>
                    <a:pt x="101" y="104"/>
                  </a:lnTo>
                  <a:lnTo>
                    <a:pt x="97" y="114"/>
                  </a:lnTo>
                  <a:lnTo>
                    <a:pt x="92" y="123"/>
                  </a:lnTo>
                  <a:lnTo>
                    <a:pt x="90" y="132"/>
                  </a:lnTo>
                  <a:lnTo>
                    <a:pt x="85" y="139"/>
                  </a:lnTo>
                  <a:lnTo>
                    <a:pt x="82" y="146"/>
                  </a:lnTo>
                  <a:lnTo>
                    <a:pt x="79" y="153"/>
                  </a:lnTo>
                  <a:lnTo>
                    <a:pt x="77" y="160"/>
                  </a:lnTo>
                  <a:lnTo>
                    <a:pt x="74" y="166"/>
                  </a:lnTo>
                  <a:lnTo>
                    <a:pt x="71" y="173"/>
                  </a:lnTo>
                  <a:lnTo>
                    <a:pt x="69" y="179"/>
                  </a:lnTo>
                  <a:lnTo>
                    <a:pt x="66" y="185"/>
                  </a:lnTo>
                  <a:lnTo>
                    <a:pt x="65" y="191"/>
                  </a:lnTo>
                  <a:lnTo>
                    <a:pt x="62" y="196"/>
                  </a:lnTo>
                  <a:lnTo>
                    <a:pt x="61" y="201"/>
                  </a:lnTo>
                  <a:lnTo>
                    <a:pt x="59" y="207"/>
                  </a:lnTo>
                  <a:lnTo>
                    <a:pt x="58" y="212"/>
                  </a:lnTo>
                  <a:lnTo>
                    <a:pt x="56" y="218"/>
                  </a:lnTo>
                  <a:lnTo>
                    <a:pt x="55" y="224"/>
                  </a:lnTo>
                  <a:lnTo>
                    <a:pt x="52" y="231"/>
                  </a:lnTo>
                  <a:lnTo>
                    <a:pt x="51" y="237"/>
                  </a:lnTo>
                  <a:lnTo>
                    <a:pt x="49" y="244"/>
                  </a:lnTo>
                  <a:lnTo>
                    <a:pt x="48" y="251"/>
                  </a:lnTo>
                  <a:lnTo>
                    <a:pt x="45" y="259"/>
                  </a:lnTo>
                  <a:lnTo>
                    <a:pt x="43" y="267"/>
                  </a:lnTo>
                  <a:lnTo>
                    <a:pt x="42" y="274"/>
                  </a:lnTo>
                  <a:lnTo>
                    <a:pt x="39" y="283"/>
                  </a:lnTo>
                  <a:lnTo>
                    <a:pt x="38" y="290"/>
                  </a:lnTo>
                  <a:lnTo>
                    <a:pt x="36" y="296"/>
                  </a:lnTo>
                  <a:lnTo>
                    <a:pt x="35" y="303"/>
                  </a:lnTo>
                  <a:lnTo>
                    <a:pt x="33" y="309"/>
                  </a:lnTo>
                  <a:lnTo>
                    <a:pt x="32" y="315"/>
                  </a:lnTo>
                  <a:lnTo>
                    <a:pt x="30" y="321"/>
                  </a:lnTo>
                  <a:lnTo>
                    <a:pt x="29" y="325"/>
                  </a:lnTo>
                  <a:lnTo>
                    <a:pt x="29" y="331"/>
                  </a:lnTo>
                  <a:lnTo>
                    <a:pt x="28" y="335"/>
                  </a:lnTo>
                  <a:lnTo>
                    <a:pt x="26" y="339"/>
                  </a:lnTo>
                  <a:lnTo>
                    <a:pt x="26" y="345"/>
                  </a:lnTo>
                  <a:lnTo>
                    <a:pt x="25" y="349"/>
                  </a:lnTo>
                  <a:lnTo>
                    <a:pt x="25" y="354"/>
                  </a:lnTo>
                  <a:lnTo>
                    <a:pt x="23" y="358"/>
                  </a:lnTo>
                  <a:lnTo>
                    <a:pt x="23" y="362"/>
                  </a:lnTo>
                  <a:lnTo>
                    <a:pt x="22" y="368"/>
                  </a:lnTo>
                  <a:lnTo>
                    <a:pt x="22" y="373"/>
                  </a:lnTo>
                  <a:lnTo>
                    <a:pt x="20" y="377"/>
                  </a:lnTo>
                  <a:lnTo>
                    <a:pt x="20" y="383"/>
                  </a:lnTo>
                  <a:lnTo>
                    <a:pt x="19" y="388"/>
                  </a:lnTo>
                  <a:lnTo>
                    <a:pt x="19" y="394"/>
                  </a:lnTo>
                  <a:lnTo>
                    <a:pt x="17" y="400"/>
                  </a:lnTo>
                  <a:lnTo>
                    <a:pt x="17" y="406"/>
                  </a:lnTo>
                  <a:lnTo>
                    <a:pt x="16" y="413"/>
                  </a:lnTo>
                  <a:lnTo>
                    <a:pt x="16" y="420"/>
                  </a:lnTo>
                  <a:lnTo>
                    <a:pt x="15" y="427"/>
                  </a:lnTo>
                  <a:lnTo>
                    <a:pt x="15" y="436"/>
                  </a:lnTo>
                  <a:lnTo>
                    <a:pt x="13" y="445"/>
                  </a:lnTo>
                  <a:lnTo>
                    <a:pt x="12" y="453"/>
                  </a:lnTo>
                  <a:lnTo>
                    <a:pt x="12" y="463"/>
                  </a:lnTo>
                  <a:lnTo>
                    <a:pt x="10" y="472"/>
                  </a:lnTo>
                  <a:lnTo>
                    <a:pt x="9" y="482"/>
                  </a:lnTo>
                  <a:lnTo>
                    <a:pt x="9" y="491"/>
                  </a:lnTo>
                  <a:lnTo>
                    <a:pt x="7" y="498"/>
                  </a:lnTo>
                  <a:lnTo>
                    <a:pt x="7" y="505"/>
                  </a:lnTo>
                  <a:lnTo>
                    <a:pt x="6" y="513"/>
                  </a:lnTo>
                  <a:lnTo>
                    <a:pt x="6" y="520"/>
                  </a:lnTo>
                  <a:lnTo>
                    <a:pt x="4" y="525"/>
                  </a:lnTo>
                  <a:lnTo>
                    <a:pt x="4" y="531"/>
                  </a:lnTo>
                  <a:lnTo>
                    <a:pt x="4" y="537"/>
                  </a:lnTo>
                  <a:lnTo>
                    <a:pt x="3" y="543"/>
                  </a:lnTo>
                  <a:lnTo>
                    <a:pt x="3" y="547"/>
                  </a:lnTo>
                  <a:lnTo>
                    <a:pt x="3" y="551"/>
                  </a:lnTo>
                  <a:lnTo>
                    <a:pt x="2" y="557"/>
                  </a:lnTo>
                  <a:lnTo>
                    <a:pt x="2" y="562"/>
                  </a:lnTo>
                  <a:lnTo>
                    <a:pt x="2" y="564"/>
                  </a:lnTo>
                  <a:lnTo>
                    <a:pt x="2" y="569"/>
                  </a:lnTo>
                  <a:lnTo>
                    <a:pt x="2" y="573"/>
                  </a:lnTo>
                  <a:lnTo>
                    <a:pt x="2" y="577"/>
                  </a:lnTo>
                  <a:lnTo>
                    <a:pt x="0" y="582"/>
                  </a:lnTo>
                  <a:lnTo>
                    <a:pt x="0" y="586"/>
                  </a:lnTo>
                  <a:lnTo>
                    <a:pt x="0" y="589"/>
                  </a:lnTo>
                  <a:lnTo>
                    <a:pt x="0" y="593"/>
                  </a:lnTo>
                  <a:lnTo>
                    <a:pt x="0" y="598"/>
                  </a:lnTo>
                  <a:lnTo>
                    <a:pt x="0" y="602"/>
                  </a:lnTo>
                  <a:lnTo>
                    <a:pt x="0" y="608"/>
                  </a:lnTo>
                  <a:lnTo>
                    <a:pt x="0" y="612"/>
                  </a:lnTo>
                  <a:lnTo>
                    <a:pt x="0" y="618"/>
                  </a:lnTo>
                  <a:lnTo>
                    <a:pt x="0" y="622"/>
                  </a:lnTo>
                  <a:lnTo>
                    <a:pt x="0" y="628"/>
                  </a:lnTo>
                  <a:lnTo>
                    <a:pt x="0" y="634"/>
                  </a:lnTo>
                  <a:lnTo>
                    <a:pt x="0" y="64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5" name="Freeform 28">
              <a:extLst>
                <a:ext uri="{FF2B5EF4-FFF2-40B4-BE49-F238E27FC236}">
                  <a16:creationId xmlns:a16="http://schemas.microsoft.com/office/drawing/2014/main" id="{9493C272-39CE-4CAD-95E8-0B67358449F5}"/>
                </a:ext>
              </a:extLst>
            </p:cNvPr>
            <p:cNvSpPr>
              <a:spLocks/>
            </p:cNvSpPr>
            <p:nvPr/>
          </p:nvSpPr>
          <p:spPr bwMode="auto">
            <a:xfrm>
              <a:off x="4333875" y="4313238"/>
              <a:ext cx="90488" cy="138112"/>
            </a:xfrm>
            <a:custGeom>
              <a:avLst/>
              <a:gdLst>
                <a:gd name="T0" fmla="*/ 0 w 116"/>
                <a:gd name="T1" fmla="*/ 2147483646 h 173"/>
                <a:gd name="T2" fmla="*/ 2147483646 w 116"/>
                <a:gd name="T3" fmla="*/ 2147483646 h 173"/>
                <a:gd name="T4" fmla="*/ 2147483646 w 116"/>
                <a:gd name="T5" fmla="*/ 0 h 173"/>
                <a:gd name="T6" fmla="*/ 2147483646 w 116"/>
                <a:gd name="T7" fmla="*/ 0 h 173"/>
                <a:gd name="T8" fmla="*/ 0 w 116"/>
                <a:gd name="T9" fmla="*/ 2147483646 h 173"/>
                <a:gd name="T10" fmla="*/ 0 60000 65536"/>
                <a:gd name="T11" fmla="*/ 0 60000 65536"/>
                <a:gd name="T12" fmla="*/ 0 60000 65536"/>
                <a:gd name="T13" fmla="*/ 0 60000 65536"/>
                <a:gd name="T14" fmla="*/ 0 60000 65536"/>
                <a:gd name="T15" fmla="*/ 0 w 116"/>
                <a:gd name="T16" fmla="*/ 0 h 173"/>
                <a:gd name="T17" fmla="*/ 116 w 116"/>
                <a:gd name="T18" fmla="*/ 173 h 173"/>
              </a:gdLst>
              <a:ahLst/>
              <a:cxnLst>
                <a:cxn ang="T10">
                  <a:pos x="T0" y="T1"/>
                </a:cxn>
                <a:cxn ang="T11">
                  <a:pos x="T2" y="T3"/>
                </a:cxn>
                <a:cxn ang="T12">
                  <a:pos x="T4" y="T5"/>
                </a:cxn>
                <a:cxn ang="T13">
                  <a:pos x="T6" y="T7"/>
                </a:cxn>
                <a:cxn ang="T14">
                  <a:pos x="T8" y="T9"/>
                </a:cxn>
              </a:cxnLst>
              <a:rect l="T15" t="T16" r="T17" b="T18"/>
              <a:pathLst>
                <a:path w="116" h="173">
                  <a:moveTo>
                    <a:pt x="0" y="29"/>
                  </a:moveTo>
                  <a:lnTo>
                    <a:pt x="116" y="173"/>
                  </a:lnTo>
                  <a:lnTo>
                    <a:pt x="87" y="0"/>
                  </a:lnTo>
                  <a:lnTo>
                    <a:pt x="29" y="0"/>
                  </a:lnTo>
                  <a:lnTo>
                    <a:pt x="0" y="29"/>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6" name="Freeform 29">
              <a:extLst>
                <a:ext uri="{FF2B5EF4-FFF2-40B4-BE49-F238E27FC236}">
                  <a16:creationId xmlns:a16="http://schemas.microsoft.com/office/drawing/2014/main" id="{4CD0E4F2-5B88-4B3D-B84C-1FE435EE71AC}"/>
                </a:ext>
              </a:extLst>
            </p:cNvPr>
            <p:cNvSpPr>
              <a:spLocks/>
            </p:cNvSpPr>
            <p:nvPr/>
          </p:nvSpPr>
          <p:spPr bwMode="auto">
            <a:xfrm>
              <a:off x="4314825" y="3968750"/>
              <a:ext cx="47625" cy="346075"/>
            </a:xfrm>
            <a:custGeom>
              <a:avLst/>
              <a:gdLst>
                <a:gd name="T0" fmla="*/ 2147483646 w 59"/>
                <a:gd name="T1" fmla="*/ 2147483646 h 434"/>
                <a:gd name="T2" fmla="*/ 2147483646 w 59"/>
                <a:gd name="T3" fmla="*/ 2147483646 h 434"/>
                <a:gd name="T4" fmla="*/ 2147483646 w 59"/>
                <a:gd name="T5" fmla="*/ 2147483646 h 434"/>
                <a:gd name="T6" fmla="*/ 2147483646 w 59"/>
                <a:gd name="T7" fmla="*/ 2147483646 h 434"/>
                <a:gd name="T8" fmla="*/ 2147483646 w 59"/>
                <a:gd name="T9" fmla="*/ 2147483646 h 434"/>
                <a:gd name="T10" fmla="*/ 2147483646 w 59"/>
                <a:gd name="T11" fmla="*/ 2147483646 h 434"/>
                <a:gd name="T12" fmla="*/ 2147483646 w 59"/>
                <a:gd name="T13" fmla="*/ 2147483646 h 434"/>
                <a:gd name="T14" fmla="*/ 2147483646 w 59"/>
                <a:gd name="T15" fmla="*/ 2147483646 h 434"/>
                <a:gd name="T16" fmla="*/ 2147483646 w 59"/>
                <a:gd name="T17" fmla="*/ 2147483646 h 434"/>
                <a:gd name="T18" fmla="*/ 2147483646 w 59"/>
                <a:gd name="T19" fmla="*/ 2147483646 h 434"/>
                <a:gd name="T20" fmla="*/ 2147483646 w 59"/>
                <a:gd name="T21" fmla="*/ 2147483646 h 434"/>
                <a:gd name="T22" fmla="*/ 2147483646 w 59"/>
                <a:gd name="T23" fmla="*/ 2147483646 h 434"/>
                <a:gd name="T24" fmla="*/ 2147483646 w 59"/>
                <a:gd name="T25" fmla="*/ 2147483646 h 434"/>
                <a:gd name="T26" fmla="*/ 2147483646 w 59"/>
                <a:gd name="T27" fmla="*/ 2147483646 h 434"/>
                <a:gd name="T28" fmla="*/ 2147483646 w 59"/>
                <a:gd name="T29" fmla="*/ 2147483646 h 434"/>
                <a:gd name="T30" fmla="*/ 2147483646 w 59"/>
                <a:gd name="T31" fmla="*/ 2147483646 h 434"/>
                <a:gd name="T32" fmla="*/ 2147483646 w 59"/>
                <a:gd name="T33" fmla="*/ 2147483646 h 434"/>
                <a:gd name="T34" fmla="*/ 2147483646 w 59"/>
                <a:gd name="T35" fmla="*/ 2147483646 h 434"/>
                <a:gd name="T36" fmla="*/ 2147483646 w 59"/>
                <a:gd name="T37" fmla="*/ 2147483646 h 434"/>
                <a:gd name="T38" fmla="*/ 2147483646 w 59"/>
                <a:gd name="T39" fmla="*/ 2147483646 h 434"/>
                <a:gd name="T40" fmla="*/ 2147483646 w 59"/>
                <a:gd name="T41" fmla="*/ 2147483646 h 434"/>
                <a:gd name="T42" fmla="*/ 2147483646 w 59"/>
                <a:gd name="T43" fmla="*/ 2147483646 h 434"/>
                <a:gd name="T44" fmla="*/ 2147483646 w 59"/>
                <a:gd name="T45" fmla="*/ 2147483646 h 434"/>
                <a:gd name="T46" fmla="*/ 2147483646 w 59"/>
                <a:gd name="T47" fmla="*/ 2147483646 h 434"/>
                <a:gd name="T48" fmla="*/ 2147483646 w 59"/>
                <a:gd name="T49" fmla="*/ 2147483646 h 434"/>
                <a:gd name="T50" fmla="*/ 2147483646 w 59"/>
                <a:gd name="T51" fmla="*/ 2147483646 h 434"/>
                <a:gd name="T52" fmla="*/ 2147483646 w 59"/>
                <a:gd name="T53" fmla="*/ 2147483646 h 434"/>
                <a:gd name="T54" fmla="*/ 2147483646 w 59"/>
                <a:gd name="T55" fmla="*/ 2147483646 h 434"/>
                <a:gd name="T56" fmla="*/ 2147483646 w 59"/>
                <a:gd name="T57" fmla="*/ 2147483646 h 434"/>
                <a:gd name="T58" fmla="*/ 2147483646 w 59"/>
                <a:gd name="T59" fmla="*/ 2147483646 h 434"/>
                <a:gd name="T60" fmla="*/ 2147483646 w 59"/>
                <a:gd name="T61" fmla="*/ 2147483646 h 434"/>
                <a:gd name="T62" fmla="*/ 2147483646 w 59"/>
                <a:gd name="T63" fmla="*/ 2147483646 h 434"/>
                <a:gd name="T64" fmla="*/ 2147483646 w 59"/>
                <a:gd name="T65" fmla="*/ 2147483646 h 434"/>
                <a:gd name="T66" fmla="*/ 2147483646 w 59"/>
                <a:gd name="T67" fmla="*/ 2147483646 h 434"/>
                <a:gd name="T68" fmla="*/ 2147483646 w 59"/>
                <a:gd name="T69" fmla="*/ 2147483646 h 434"/>
                <a:gd name="T70" fmla="*/ 2147483646 w 59"/>
                <a:gd name="T71" fmla="*/ 2147483646 h 434"/>
                <a:gd name="T72" fmla="*/ 2147483646 w 59"/>
                <a:gd name="T73" fmla="*/ 2147483646 h 434"/>
                <a:gd name="T74" fmla="*/ 2147483646 w 59"/>
                <a:gd name="T75" fmla="*/ 2147483646 h 434"/>
                <a:gd name="T76" fmla="*/ 2147483646 w 59"/>
                <a:gd name="T77" fmla="*/ 2147483646 h 434"/>
                <a:gd name="T78" fmla="*/ 2147483646 w 59"/>
                <a:gd name="T79" fmla="*/ 2147483646 h 434"/>
                <a:gd name="T80" fmla="*/ 2147483646 w 59"/>
                <a:gd name="T81" fmla="*/ 2147483646 h 434"/>
                <a:gd name="T82" fmla="*/ 2147483646 w 59"/>
                <a:gd name="T83" fmla="*/ 2147483646 h 434"/>
                <a:gd name="T84" fmla="*/ 2147483646 w 59"/>
                <a:gd name="T85" fmla="*/ 2147483646 h 434"/>
                <a:gd name="T86" fmla="*/ 0 w 59"/>
                <a:gd name="T87" fmla="*/ 2147483646 h 434"/>
                <a:gd name="T88" fmla="*/ 0 w 59"/>
                <a:gd name="T89" fmla="*/ 2147483646 h 434"/>
                <a:gd name="T90" fmla="*/ 0 w 59"/>
                <a:gd name="T91" fmla="*/ 2147483646 h 434"/>
                <a:gd name="T92" fmla="*/ 0 w 59"/>
                <a:gd name="T93" fmla="*/ 2147483646 h 434"/>
                <a:gd name="T94" fmla="*/ 0 w 59"/>
                <a:gd name="T95" fmla="*/ 2147483646 h 434"/>
                <a:gd name="T96" fmla="*/ 0 w 59"/>
                <a:gd name="T97" fmla="*/ 2147483646 h 43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34"/>
                <a:gd name="T149" fmla="*/ 59 w 59"/>
                <a:gd name="T150" fmla="*/ 434 h 43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34">
                  <a:moveTo>
                    <a:pt x="59" y="434"/>
                  </a:moveTo>
                  <a:lnTo>
                    <a:pt x="59" y="433"/>
                  </a:lnTo>
                  <a:lnTo>
                    <a:pt x="58" y="431"/>
                  </a:lnTo>
                  <a:lnTo>
                    <a:pt x="58" y="430"/>
                  </a:lnTo>
                  <a:lnTo>
                    <a:pt x="56" y="429"/>
                  </a:lnTo>
                  <a:lnTo>
                    <a:pt x="56" y="427"/>
                  </a:lnTo>
                  <a:lnTo>
                    <a:pt x="56" y="426"/>
                  </a:lnTo>
                  <a:lnTo>
                    <a:pt x="55" y="424"/>
                  </a:lnTo>
                  <a:lnTo>
                    <a:pt x="55" y="421"/>
                  </a:lnTo>
                  <a:lnTo>
                    <a:pt x="55" y="420"/>
                  </a:lnTo>
                  <a:lnTo>
                    <a:pt x="54" y="418"/>
                  </a:lnTo>
                  <a:lnTo>
                    <a:pt x="54" y="417"/>
                  </a:lnTo>
                  <a:lnTo>
                    <a:pt x="54" y="416"/>
                  </a:lnTo>
                  <a:lnTo>
                    <a:pt x="52" y="413"/>
                  </a:lnTo>
                  <a:lnTo>
                    <a:pt x="52" y="411"/>
                  </a:lnTo>
                  <a:lnTo>
                    <a:pt x="52" y="410"/>
                  </a:lnTo>
                  <a:lnTo>
                    <a:pt x="51" y="408"/>
                  </a:lnTo>
                  <a:lnTo>
                    <a:pt x="51" y="405"/>
                  </a:lnTo>
                  <a:lnTo>
                    <a:pt x="51" y="404"/>
                  </a:lnTo>
                  <a:lnTo>
                    <a:pt x="49" y="403"/>
                  </a:lnTo>
                  <a:lnTo>
                    <a:pt x="49" y="400"/>
                  </a:lnTo>
                  <a:lnTo>
                    <a:pt x="49" y="398"/>
                  </a:lnTo>
                  <a:lnTo>
                    <a:pt x="49" y="395"/>
                  </a:lnTo>
                  <a:lnTo>
                    <a:pt x="48" y="394"/>
                  </a:lnTo>
                  <a:lnTo>
                    <a:pt x="48" y="391"/>
                  </a:lnTo>
                  <a:lnTo>
                    <a:pt x="48" y="390"/>
                  </a:lnTo>
                  <a:lnTo>
                    <a:pt x="46" y="388"/>
                  </a:lnTo>
                  <a:lnTo>
                    <a:pt x="46" y="385"/>
                  </a:lnTo>
                  <a:lnTo>
                    <a:pt x="46" y="382"/>
                  </a:lnTo>
                  <a:lnTo>
                    <a:pt x="45" y="381"/>
                  </a:lnTo>
                  <a:lnTo>
                    <a:pt x="45" y="378"/>
                  </a:lnTo>
                  <a:lnTo>
                    <a:pt x="43" y="377"/>
                  </a:lnTo>
                  <a:lnTo>
                    <a:pt x="43" y="374"/>
                  </a:lnTo>
                  <a:lnTo>
                    <a:pt x="42" y="365"/>
                  </a:lnTo>
                  <a:lnTo>
                    <a:pt x="39" y="358"/>
                  </a:lnTo>
                  <a:lnTo>
                    <a:pt x="38" y="351"/>
                  </a:lnTo>
                  <a:lnTo>
                    <a:pt x="36" y="343"/>
                  </a:lnTo>
                  <a:lnTo>
                    <a:pt x="35" y="338"/>
                  </a:lnTo>
                  <a:lnTo>
                    <a:pt x="33" y="332"/>
                  </a:lnTo>
                  <a:lnTo>
                    <a:pt x="32" y="326"/>
                  </a:lnTo>
                  <a:lnTo>
                    <a:pt x="30" y="320"/>
                  </a:lnTo>
                  <a:lnTo>
                    <a:pt x="29" y="316"/>
                  </a:lnTo>
                  <a:lnTo>
                    <a:pt x="29" y="310"/>
                  </a:lnTo>
                  <a:lnTo>
                    <a:pt x="28" y="306"/>
                  </a:lnTo>
                  <a:lnTo>
                    <a:pt x="26" y="300"/>
                  </a:lnTo>
                  <a:lnTo>
                    <a:pt x="26" y="296"/>
                  </a:lnTo>
                  <a:lnTo>
                    <a:pt x="25" y="291"/>
                  </a:lnTo>
                  <a:lnTo>
                    <a:pt x="25" y="287"/>
                  </a:lnTo>
                  <a:lnTo>
                    <a:pt x="23" y="283"/>
                  </a:lnTo>
                  <a:lnTo>
                    <a:pt x="23" y="278"/>
                  </a:lnTo>
                  <a:lnTo>
                    <a:pt x="22" y="273"/>
                  </a:lnTo>
                  <a:lnTo>
                    <a:pt x="22" y="268"/>
                  </a:lnTo>
                  <a:lnTo>
                    <a:pt x="20" y="263"/>
                  </a:lnTo>
                  <a:lnTo>
                    <a:pt x="20" y="258"/>
                  </a:lnTo>
                  <a:lnTo>
                    <a:pt x="19" y="252"/>
                  </a:lnTo>
                  <a:lnTo>
                    <a:pt x="19" y="247"/>
                  </a:lnTo>
                  <a:lnTo>
                    <a:pt x="17" y="241"/>
                  </a:lnTo>
                  <a:lnTo>
                    <a:pt x="17" y="235"/>
                  </a:lnTo>
                  <a:lnTo>
                    <a:pt x="16" y="228"/>
                  </a:lnTo>
                  <a:lnTo>
                    <a:pt x="16" y="221"/>
                  </a:lnTo>
                  <a:lnTo>
                    <a:pt x="15" y="214"/>
                  </a:lnTo>
                  <a:lnTo>
                    <a:pt x="15" y="205"/>
                  </a:lnTo>
                  <a:lnTo>
                    <a:pt x="13" y="196"/>
                  </a:lnTo>
                  <a:lnTo>
                    <a:pt x="12" y="188"/>
                  </a:lnTo>
                  <a:lnTo>
                    <a:pt x="12" y="177"/>
                  </a:lnTo>
                  <a:lnTo>
                    <a:pt x="10" y="167"/>
                  </a:lnTo>
                  <a:lnTo>
                    <a:pt x="9" y="159"/>
                  </a:lnTo>
                  <a:lnTo>
                    <a:pt x="9" y="150"/>
                  </a:lnTo>
                  <a:lnTo>
                    <a:pt x="7" y="143"/>
                  </a:lnTo>
                  <a:lnTo>
                    <a:pt x="7" y="134"/>
                  </a:lnTo>
                  <a:lnTo>
                    <a:pt x="6" y="128"/>
                  </a:lnTo>
                  <a:lnTo>
                    <a:pt x="6" y="121"/>
                  </a:lnTo>
                  <a:lnTo>
                    <a:pt x="4" y="115"/>
                  </a:lnTo>
                  <a:lnTo>
                    <a:pt x="4" y="110"/>
                  </a:lnTo>
                  <a:lnTo>
                    <a:pt x="4" y="104"/>
                  </a:lnTo>
                  <a:lnTo>
                    <a:pt x="3" y="98"/>
                  </a:lnTo>
                  <a:lnTo>
                    <a:pt x="3" y="94"/>
                  </a:lnTo>
                  <a:lnTo>
                    <a:pt x="3" y="88"/>
                  </a:lnTo>
                  <a:lnTo>
                    <a:pt x="2" y="84"/>
                  </a:lnTo>
                  <a:lnTo>
                    <a:pt x="2" y="79"/>
                  </a:lnTo>
                  <a:lnTo>
                    <a:pt x="2" y="75"/>
                  </a:lnTo>
                  <a:lnTo>
                    <a:pt x="2" y="71"/>
                  </a:lnTo>
                  <a:lnTo>
                    <a:pt x="2" y="68"/>
                  </a:lnTo>
                  <a:lnTo>
                    <a:pt x="2" y="63"/>
                  </a:lnTo>
                  <a:lnTo>
                    <a:pt x="0" y="59"/>
                  </a:lnTo>
                  <a:lnTo>
                    <a:pt x="0" y="55"/>
                  </a:lnTo>
                  <a:lnTo>
                    <a:pt x="0" y="50"/>
                  </a:lnTo>
                  <a:lnTo>
                    <a:pt x="0" y="48"/>
                  </a:lnTo>
                  <a:lnTo>
                    <a:pt x="0" y="43"/>
                  </a:lnTo>
                  <a:lnTo>
                    <a:pt x="0" y="37"/>
                  </a:lnTo>
                  <a:lnTo>
                    <a:pt x="0" y="33"/>
                  </a:lnTo>
                  <a:lnTo>
                    <a:pt x="0" y="29"/>
                  </a:lnTo>
                  <a:lnTo>
                    <a:pt x="0" y="23"/>
                  </a:lnTo>
                  <a:lnTo>
                    <a:pt x="0" y="19"/>
                  </a:lnTo>
                  <a:lnTo>
                    <a:pt x="0" y="13"/>
                  </a:lnTo>
                  <a:lnTo>
                    <a:pt x="0" y="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7" name="Freeform 30">
              <a:extLst>
                <a:ext uri="{FF2B5EF4-FFF2-40B4-BE49-F238E27FC236}">
                  <a16:creationId xmlns:a16="http://schemas.microsoft.com/office/drawing/2014/main" id="{DF9106B1-CC9E-4F37-805F-2B7A7CCBBF40}"/>
                </a:ext>
              </a:extLst>
            </p:cNvPr>
            <p:cNvSpPr>
              <a:spLocks/>
            </p:cNvSpPr>
            <p:nvPr/>
          </p:nvSpPr>
          <p:spPr bwMode="auto">
            <a:xfrm>
              <a:off x="4686300" y="3965575"/>
              <a:ext cx="120650" cy="514350"/>
            </a:xfrm>
            <a:custGeom>
              <a:avLst/>
              <a:gdLst>
                <a:gd name="T0" fmla="*/ 2147483646 w 151"/>
                <a:gd name="T1" fmla="*/ 2147483646 h 648"/>
                <a:gd name="T2" fmla="*/ 2147483646 w 151"/>
                <a:gd name="T3" fmla="*/ 2147483646 h 648"/>
                <a:gd name="T4" fmla="*/ 2147483646 w 151"/>
                <a:gd name="T5" fmla="*/ 2147483646 h 648"/>
                <a:gd name="T6" fmla="*/ 2147483646 w 151"/>
                <a:gd name="T7" fmla="*/ 2147483646 h 648"/>
                <a:gd name="T8" fmla="*/ 2147483646 w 151"/>
                <a:gd name="T9" fmla="*/ 2147483646 h 648"/>
                <a:gd name="T10" fmla="*/ 2147483646 w 151"/>
                <a:gd name="T11" fmla="*/ 2147483646 h 648"/>
                <a:gd name="T12" fmla="*/ 2147483646 w 151"/>
                <a:gd name="T13" fmla="*/ 2147483646 h 648"/>
                <a:gd name="T14" fmla="*/ 2147483646 w 151"/>
                <a:gd name="T15" fmla="*/ 2147483646 h 648"/>
                <a:gd name="T16" fmla="*/ 2147483646 w 151"/>
                <a:gd name="T17" fmla="*/ 2147483646 h 648"/>
                <a:gd name="T18" fmla="*/ 2147483646 w 151"/>
                <a:gd name="T19" fmla="*/ 2147483646 h 648"/>
                <a:gd name="T20" fmla="*/ 2147483646 w 151"/>
                <a:gd name="T21" fmla="*/ 2147483646 h 648"/>
                <a:gd name="T22" fmla="*/ 2147483646 w 151"/>
                <a:gd name="T23" fmla="*/ 2147483646 h 648"/>
                <a:gd name="T24" fmla="*/ 2147483646 w 151"/>
                <a:gd name="T25" fmla="*/ 2147483646 h 648"/>
                <a:gd name="T26" fmla="*/ 2147483646 w 151"/>
                <a:gd name="T27" fmla="*/ 2147483646 h 648"/>
                <a:gd name="T28" fmla="*/ 2147483646 w 151"/>
                <a:gd name="T29" fmla="*/ 2147483646 h 648"/>
                <a:gd name="T30" fmla="*/ 2147483646 w 151"/>
                <a:gd name="T31" fmla="*/ 2147483646 h 648"/>
                <a:gd name="T32" fmla="*/ 2147483646 w 151"/>
                <a:gd name="T33" fmla="*/ 2147483646 h 648"/>
                <a:gd name="T34" fmla="*/ 2147483646 w 151"/>
                <a:gd name="T35" fmla="*/ 2147483646 h 648"/>
                <a:gd name="T36" fmla="*/ 2147483646 w 151"/>
                <a:gd name="T37" fmla="*/ 2147483646 h 648"/>
                <a:gd name="T38" fmla="*/ 2147483646 w 151"/>
                <a:gd name="T39" fmla="*/ 2147483646 h 648"/>
                <a:gd name="T40" fmla="*/ 2147483646 w 151"/>
                <a:gd name="T41" fmla="*/ 2147483646 h 648"/>
                <a:gd name="T42" fmla="*/ 2147483646 w 151"/>
                <a:gd name="T43" fmla="*/ 2147483646 h 648"/>
                <a:gd name="T44" fmla="*/ 2147483646 w 151"/>
                <a:gd name="T45" fmla="*/ 2147483646 h 648"/>
                <a:gd name="T46" fmla="*/ 2147483646 w 151"/>
                <a:gd name="T47" fmla="*/ 2147483646 h 648"/>
                <a:gd name="T48" fmla="*/ 2147483646 w 151"/>
                <a:gd name="T49" fmla="*/ 2147483646 h 648"/>
                <a:gd name="T50" fmla="*/ 2147483646 w 151"/>
                <a:gd name="T51" fmla="*/ 2147483646 h 648"/>
                <a:gd name="T52" fmla="*/ 2147483646 w 151"/>
                <a:gd name="T53" fmla="*/ 2147483646 h 648"/>
                <a:gd name="T54" fmla="*/ 2147483646 w 151"/>
                <a:gd name="T55" fmla="*/ 2147483646 h 648"/>
                <a:gd name="T56" fmla="*/ 2147483646 w 151"/>
                <a:gd name="T57" fmla="*/ 2147483646 h 648"/>
                <a:gd name="T58" fmla="*/ 2147483646 w 151"/>
                <a:gd name="T59" fmla="*/ 2147483646 h 648"/>
                <a:gd name="T60" fmla="*/ 2147483646 w 151"/>
                <a:gd name="T61" fmla="*/ 2147483646 h 648"/>
                <a:gd name="T62" fmla="*/ 2147483646 w 151"/>
                <a:gd name="T63" fmla="*/ 2147483646 h 648"/>
                <a:gd name="T64" fmla="*/ 2147483646 w 151"/>
                <a:gd name="T65" fmla="*/ 2147483646 h 648"/>
                <a:gd name="T66" fmla="*/ 2147483646 w 151"/>
                <a:gd name="T67" fmla="*/ 2147483646 h 648"/>
                <a:gd name="T68" fmla="*/ 2147483646 w 151"/>
                <a:gd name="T69" fmla="*/ 2147483646 h 648"/>
                <a:gd name="T70" fmla="*/ 2147483646 w 151"/>
                <a:gd name="T71" fmla="*/ 2147483646 h 648"/>
                <a:gd name="T72" fmla="*/ 2147483646 w 151"/>
                <a:gd name="T73" fmla="*/ 2147483646 h 648"/>
                <a:gd name="T74" fmla="*/ 2147483646 w 151"/>
                <a:gd name="T75" fmla="*/ 2147483646 h 648"/>
                <a:gd name="T76" fmla="*/ 2147483646 w 151"/>
                <a:gd name="T77" fmla="*/ 2147483646 h 648"/>
                <a:gd name="T78" fmla="*/ 2147483646 w 151"/>
                <a:gd name="T79" fmla="*/ 2147483646 h 648"/>
                <a:gd name="T80" fmla="*/ 2147483646 w 151"/>
                <a:gd name="T81" fmla="*/ 2147483646 h 648"/>
                <a:gd name="T82" fmla="*/ 2147483646 w 151"/>
                <a:gd name="T83" fmla="*/ 2147483646 h 648"/>
                <a:gd name="T84" fmla="*/ 2147483646 w 151"/>
                <a:gd name="T85" fmla="*/ 2147483646 h 648"/>
                <a:gd name="T86" fmla="*/ 2147483646 w 151"/>
                <a:gd name="T87" fmla="*/ 2147483646 h 648"/>
                <a:gd name="T88" fmla="*/ 2147483646 w 151"/>
                <a:gd name="T89" fmla="*/ 2147483646 h 648"/>
                <a:gd name="T90" fmla="*/ 2147483646 w 151"/>
                <a:gd name="T91" fmla="*/ 2147483646 h 648"/>
                <a:gd name="T92" fmla="*/ 2147483646 w 151"/>
                <a:gd name="T93" fmla="*/ 2147483646 h 648"/>
                <a:gd name="T94" fmla="*/ 2147483646 w 151"/>
                <a:gd name="T95" fmla="*/ 2147483646 h 648"/>
                <a:gd name="T96" fmla="*/ 2147483646 w 151"/>
                <a:gd name="T97" fmla="*/ 2147483646 h 6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1"/>
                <a:gd name="T148" fmla="*/ 0 h 648"/>
                <a:gd name="T149" fmla="*/ 151 w 151"/>
                <a:gd name="T150" fmla="*/ 648 h 6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1" h="648">
                  <a:moveTo>
                    <a:pt x="0" y="648"/>
                  </a:moveTo>
                  <a:lnTo>
                    <a:pt x="7" y="632"/>
                  </a:lnTo>
                  <a:lnTo>
                    <a:pt x="14" y="616"/>
                  </a:lnTo>
                  <a:lnTo>
                    <a:pt x="21" y="601"/>
                  </a:lnTo>
                  <a:lnTo>
                    <a:pt x="29" y="588"/>
                  </a:lnTo>
                  <a:lnTo>
                    <a:pt x="34" y="575"/>
                  </a:lnTo>
                  <a:lnTo>
                    <a:pt x="40" y="564"/>
                  </a:lnTo>
                  <a:lnTo>
                    <a:pt x="46" y="552"/>
                  </a:lnTo>
                  <a:lnTo>
                    <a:pt x="50" y="542"/>
                  </a:lnTo>
                  <a:lnTo>
                    <a:pt x="55" y="532"/>
                  </a:lnTo>
                  <a:lnTo>
                    <a:pt x="59" y="523"/>
                  </a:lnTo>
                  <a:lnTo>
                    <a:pt x="63" y="515"/>
                  </a:lnTo>
                  <a:lnTo>
                    <a:pt x="66" y="506"/>
                  </a:lnTo>
                  <a:lnTo>
                    <a:pt x="71" y="499"/>
                  </a:lnTo>
                  <a:lnTo>
                    <a:pt x="73" y="492"/>
                  </a:lnTo>
                  <a:lnTo>
                    <a:pt x="76" y="485"/>
                  </a:lnTo>
                  <a:lnTo>
                    <a:pt x="78" y="479"/>
                  </a:lnTo>
                  <a:lnTo>
                    <a:pt x="81" y="473"/>
                  </a:lnTo>
                  <a:lnTo>
                    <a:pt x="84" y="466"/>
                  </a:lnTo>
                  <a:lnTo>
                    <a:pt x="85" y="460"/>
                  </a:lnTo>
                  <a:lnTo>
                    <a:pt x="88" y="456"/>
                  </a:lnTo>
                  <a:lnTo>
                    <a:pt x="89" y="450"/>
                  </a:lnTo>
                  <a:lnTo>
                    <a:pt x="91" y="444"/>
                  </a:lnTo>
                  <a:lnTo>
                    <a:pt x="92" y="438"/>
                  </a:lnTo>
                  <a:lnTo>
                    <a:pt x="95" y="433"/>
                  </a:lnTo>
                  <a:lnTo>
                    <a:pt x="96" y="427"/>
                  </a:lnTo>
                  <a:lnTo>
                    <a:pt x="98" y="421"/>
                  </a:lnTo>
                  <a:lnTo>
                    <a:pt x="99" y="414"/>
                  </a:lnTo>
                  <a:lnTo>
                    <a:pt x="101" y="408"/>
                  </a:lnTo>
                  <a:lnTo>
                    <a:pt x="102" y="401"/>
                  </a:lnTo>
                  <a:lnTo>
                    <a:pt x="105" y="394"/>
                  </a:lnTo>
                  <a:lnTo>
                    <a:pt x="107" y="385"/>
                  </a:lnTo>
                  <a:lnTo>
                    <a:pt x="108" y="378"/>
                  </a:lnTo>
                  <a:lnTo>
                    <a:pt x="111" y="369"/>
                  </a:lnTo>
                  <a:lnTo>
                    <a:pt x="112" y="362"/>
                  </a:lnTo>
                  <a:lnTo>
                    <a:pt x="114" y="355"/>
                  </a:lnTo>
                  <a:lnTo>
                    <a:pt x="115" y="347"/>
                  </a:lnTo>
                  <a:lnTo>
                    <a:pt x="117" y="342"/>
                  </a:lnTo>
                  <a:lnTo>
                    <a:pt x="118" y="334"/>
                  </a:lnTo>
                  <a:lnTo>
                    <a:pt x="120" y="329"/>
                  </a:lnTo>
                  <a:lnTo>
                    <a:pt x="121" y="324"/>
                  </a:lnTo>
                  <a:lnTo>
                    <a:pt x="122" y="319"/>
                  </a:lnTo>
                  <a:lnTo>
                    <a:pt x="124" y="313"/>
                  </a:lnTo>
                  <a:lnTo>
                    <a:pt x="124" y="308"/>
                  </a:lnTo>
                  <a:lnTo>
                    <a:pt x="125" y="304"/>
                  </a:lnTo>
                  <a:lnTo>
                    <a:pt x="127" y="300"/>
                  </a:lnTo>
                  <a:lnTo>
                    <a:pt x="127" y="294"/>
                  </a:lnTo>
                  <a:lnTo>
                    <a:pt x="128" y="290"/>
                  </a:lnTo>
                  <a:lnTo>
                    <a:pt x="128" y="285"/>
                  </a:lnTo>
                  <a:lnTo>
                    <a:pt x="130" y="281"/>
                  </a:lnTo>
                  <a:lnTo>
                    <a:pt x="130" y="275"/>
                  </a:lnTo>
                  <a:lnTo>
                    <a:pt x="131" y="271"/>
                  </a:lnTo>
                  <a:lnTo>
                    <a:pt x="131" y="267"/>
                  </a:lnTo>
                  <a:lnTo>
                    <a:pt x="133" y="261"/>
                  </a:lnTo>
                  <a:lnTo>
                    <a:pt x="133" y="255"/>
                  </a:lnTo>
                  <a:lnTo>
                    <a:pt x="134" y="249"/>
                  </a:lnTo>
                  <a:lnTo>
                    <a:pt x="134" y="244"/>
                  </a:lnTo>
                  <a:lnTo>
                    <a:pt x="135" y="238"/>
                  </a:lnTo>
                  <a:lnTo>
                    <a:pt x="135" y="231"/>
                  </a:lnTo>
                  <a:lnTo>
                    <a:pt x="137" y="223"/>
                  </a:lnTo>
                  <a:lnTo>
                    <a:pt x="137" y="216"/>
                  </a:lnTo>
                  <a:lnTo>
                    <a:pt x="138" y="207"/>
                  </a:lnTo>
                  <a:lnTo>
                    <a:pt x="138" y="199"/>
                  </a:lnTo>
                  <a:lnTo>
                    <a:pt x="140" y="190"/>
                  </a:lnTo>
                  <a:lnTo>
                    <a:pt x="141" y="180"/>
                  </a:lnTo>
                  <a:lnTo>
                    <a:pt x="141" y="170"/>
                  </a:lnTo>
                  <a:lnTo>
                    <a:pt x="143" y="161"/>
                  </a:lnTo>
                  <a:lnTo>
                    <a:pt x="144" y="153"/>
                  </a:lnTo>
                  <a:lnTo>
                    <a:pt x="144" y="144"/>
                  </a:lnTo>
                  <a:lnTo>
                    <a:pt x="146" y="137"/>
                  </a:lnTo>
                  <a:lnTo>
                    <a:pt x="146" y="130"/>
                  </a:lnTo>
                  <a:lnTo>
                    <a:pt x="147" y="122"/>
                  </a:lnTo>
                  <a:lnTo>
                    <a:pt x="147" y="117"/>
                  </a:lnTo>
                  <a:lnTo>
                    <a:pt x="147" y="109"/>
                  </a:lnTo>
                  <a:lnTo>
                    <a:pt x="148" y="105"/>
                  </a:lnTo>
                  <a:lnTo>
                    <a:pt x="148" y="99"/>
                  </a:lnTo>
                  <a:lnTo>
                    <a:pt x="148" y="93"/>
                  </a:lnTo>
                  <a:lnTo>
                    <a:pt x="150" y="89"/>
                  </a:lnTo>
                  <a:lnTo>
                    <a:pt x="150" y="85"/>
                  </a:lnTo>
                  <a:lnTo>
                    <a:pt x="150" y="80"/>
                  </a:lnTo>
                  <a:lnTo>
                    <a:pt x="150" y="76"/>
                  </a:lnTo>
                  <a:lnTo>
                    <a:pt x="151" y="72"/>
                  </a:lnTo>
                  <a:lnTo>
                    <a:pt x="151" y="67"/>
                  </a:lnTo>
                  <a:lnTo>
                    <a:pt x="151" y="63"/>
                  </a:lnTo>
                  <a:lnTo>
                    <a:pt x="151" y="60"/>
                  </a:lnTo>
                  <a:lnTo>
                    <a:pt x="151" y="56"/>
                  </a:lnTo>
                  <a:lnTo>
                    <a:pt x="151" y="52"/>
                  </a:lnTo>
                  <a:lnTo>
                    <a:pt x="151" y="47"/>
                  </a:lnTo>
                  <a:lnTo>
                    <a:pt x="151" y="43"/>
                  </a:lnTo>
                  <a:lnTo>
                    <a:pt x="151" y="39"/>
                  </a:lnTo>
                  <a:lnTo>
                    <a:pt x="151" y="34"/>
                  </a:lnTo>
                  <a:lnTo>
                    <a:pt x="151" y="28"/>
                  </a:lnTo>
                  <a:lnTo>
                    <a:pt x="151" y="24"/>
                  </a:lnTo>
                  <a:lnTo>
                    <a:pt x="151" y="18"/>
                  </a:lnTo>
                  <a:lnTo>
                    <a:pt x="151" y="13"/>
                  </a:lnTo>
                  <a:lnTo>
                    <a:pt x="151" y="5"/>
                  </a:lnTo>
                  <a:lnTo>
                    <a:pt x="15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8" name="Freeform 31">
              <a:extLst>
                <a:ext uri="{FF2B5EF4-FFF2-40B4-BE49-F238E27FC236}">
                  <a16:creationId xmlns:a16="http://schemas.microsoft.com/office/drawing/2014/main" id="{6161FD9A-B42B-479E-B5A0-3956F234F05C}"/>
                </a:ext>
              </a:extLst>
            </p:cNvPr>
            <p:cNvSpPr>
              <a:spLocks/>
            </p:cNvSpPr>
            <p:nvPr/>
          </p:nvSpPr>
          <p:spPr bwMode="auto">
            <a:xfrm>
              <a:off x="4699000" y="3487738"/>
              <a:ext cx="92075" cy="138112"/>
            </a:xfrm>
            <a:custGeom>
              <a:avLst/>
              <a:gdLst>
                <a:gd name="T0" fmla="*/ 2147483646 w 115"/>
                <a:gd name="T1" fmla="*/ 2147483646 h 173"/>
                <a:gd name="T2" fmla="*/ 0 w 115"/>
                <a:gd name="T3" fmla="*/ 0 h 173"/>
                <a:gd name="T4" fmla="*/ 2147483646 w 115"/>
                <a:gd name="T5" fmla="*/ 2147483646 h 173"/>
                <a:gd name="T6" fmla="*/ 2147483646 w 115"/>
                <a:gd name="T7" fmla="*/ 2147483646 h 173"/>
                <a:gd name="T8" fmla="*/ 2147483646 w 115"/>
                <a:gd name="T9" fmla="*/ 2147483646 h 173"/>
                <a:gd name="T10" fmla="*/ 0 60000 65536"/>
                <a:gd name="T11" fmla="*/ 0 60000 65536"/>
                <a:gd name="T12" fmla="*/ 0 60000 65536"/>
                <a:gd name="T13" fmla="*/ 0 60000 65536"/>
                <a:gd name="T14" fmla="*/ 0 60000 65536"/>
                <a:gd name="T15" fmla="*/ 0 w 115"/>
                <a:gd name="T16" fmla="*/ 0 h 173"/>
                <a:gd name="T17" fmla="*/ 115 w 115"/>
                <a:gd name="T18" fmla="*/ 173 h 173"/>
              </a:gdLst>
              <a:ahLst/>
              <a:cxnLst>
                <a:cxn ang="T10">
                  <a:pos x="T0" y="T1"/>
                </a:cxn>
                <a:cxn ang="T11">
                  <a:pos x="T2" y="T3"/>
                </a:cxn>
                <a:cxn ang="T12">
                  <a:pos x="T4" y="T5"/>
                </a:cxn>
                <a:cxn ang="T13">
                  <a:pos x="T6" y="T7"/>
                </a:cxn>
                <a:cxn ang="T14">
                  <a:pos x="T8" y="T9"/>
                </a:cxn>
              </a:cxnLst>
              <a:rect l="T15" t="T16" r="T17" b="T18"/>
              <a:pathLst>
                <a:path w="115" h="173">
                  <a:moveTo>
                    <a:pt x="115" y="144"/>
                  </a:moveTo>
                  <a:lnTo>
                    <a:pt x="0" y="0"/>
                  </a:lnTo>
                  <a:lnTo>
                    <a:pt x="29" y="173"/>
                  </a:lnTo>
                  <a:lnTo>
                    <a:pt x="57" y="144"/>
                  </a:lnTo>
                  <a:lnTo>
                    <a:pt x="115" y="144"/>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79" name="Freeform 32">
              <a:extLst>
                <a:ext uri="{FF2B5EF4-FFF2-40B4-BE49-F238E27FC236}">
                  <a16:creationId xmlns:a16="http://schemas.microsoft.com/office/drawing/2014/main" id="{042EE904-DA73-43BA-8D66-17B3B0A5B426}"/>
                </a:ext>
              </a:extLst>
            </p:cNvPr>
            <p:cNvSpPr>
              <a:spLocks/>
            </p:cNvSpPr>
            <p:nvPr/>
          </p:nvSpPr>
          <p:spPr bwMode="auto">
            <a:xfrm>
              <a:off x="4760913" y="3616325"/>
              <a:ext cx="46037" cy="349250"/>
            </a:xfrm>
            <a:custGeom>
              <a:avLst/>
              <a:gdLst>
                <a:gd name="T0" fmla="*/ 0 w 59"/>
                <a:gd name="T1" fmla="*/ 2147483646 h 442"/>
                <a:gd name="T2" fmla="*/ 2147483646 w 59"/>
                <a:gd name="T3" fmla="*/ 2147483646 h 442"/>
                <a:gd name="T4" fmla="*/ 2147483646 w 59"/>
                <a:gd name="T5" fmla="*/ 2147483646 h 442"/>
                <a:gd name="T6" fmla="*/ 2147483646 w 59"/>
                <a:gd name="T7" fmla="*/ 2147483646 h 442"/>
                <a:gd name="T8" fmla="*/ 2147483646 w 59"/>
                <a:gd name="T9" fmla="*/ 2147483646 h 442"/>
                <a:gd name="T10" fmla="*/ 2147483646 w 59"/>
                <a:gd name="T11" fmla="*/ 2147483646 h 442"/>
                <a:gd name="T12" fmla="*/ 2147483646 w 59"/>
                <a:gd name="T13" fmla="*/ 2147483646 h 442"/>
                <a:gd name="T14" fmla="*/ 2147483646 w 59"/>
                <a:gd name="T15" fmla="*/ 2147483646 h 442"/>
                <a:gd name="T16" fmla="*/ 2147483646 w 59"/>
                <a:gd name="T17" fmla="*/ 2147483646 h 442"/>
                <a:gd name="T18" fmla="*/ 2147483646 w 59"/>
                <a:gd name="T19" fmla="*/ 2147483646 h 442"/>
                <a:gd name="T20" fmla="*/ 2147483646 w 59"/>
                <a:gd name="T21" fmla="*/ 2147483646 h 442"/>
                <a:gd name="T22" fmla="*/ 2147483646 w 59"/>
                <a:gd name="T23" fmla="*/ 2147483646 h 442"/>
                <a:gd name="T24" fmla="*/ 2147483646 w 59"/>
                <a:gd name="T25" fmla="*/ 2147483646 h 442"/>
                <a:gd name="T26" fmla="*/ 2147483646 w 59"/>
                <a:gd name="T27" fmla="*/ 2147483646 h 442"/>
                <a:gd name="T28" fmla="*/ 2147483646 w 59"/>
                <a:gd name="T29" fmla="*/ 2147483646 h 442"/>
                <a:gd name="T30" fmla="*/ 2147483646 w 59"/>
                <a:gd name="T31" fmla="*/ 2147483646 h 442"/>
                <a:gd name="T32" fmla="*/ 2147483646 w 59"/>
                <a:gd name="T33" fmla="*/ 2147483646 h 442"/>
                <a:gd name="T34" fmla="*/ 2147483646 w 59"/>
                <a:gd name="T35" fmla="*/ 2147483646 h 442"/>
                <a:gd name="T36" fmla="*/ 2147483646 w 59"/>
                <a:gd name="T37" fmla="*/ 2147483646 h 442"/>
                <a:gd name="T38" fmla="*/ 2147483646 w 59"/>
                <a:gd name="T39" fmla="*/ 2147483646 h 442"/>
                <a:gd name="T40" fmla="*/ 2147483646 w 59"/>
                <a:gd name="T41" fmla="*/ 2147483646 h 442"/>
                <a:gd name="T42" fmla="*/ 2147483646 w 59"/>
                <a:gd name="T43" fmla="*/ 2147483646 h 442"/>
                <a:gd name="T44" fmla="*/ 2147483646 w 59"/>
                <a:gd name="T45" fmla="*/ 2147483646 h 442"/>
                <a:gd name="T46" fmla="*/ 2147483646 w 59"/>
                <a:gd name="T47" fmla="*/ 2147483646 h 442"/>
                <a:gd name="T48" fmla="*/ 2147483646 w 59"/>
                <a:gd name="T49" fmla="*/ 2147483646 h 442"/>
                <a:gd name="T50" fmla="*/ 2147483646 w 59"/>
                <a:gd name="T51" fmla="*/ 2147483646 h 442"/>
                <a:gd name="T52" fmla="*/ 2147483646 w 59"/>
                <a:gd name="T53" fmla="*/ 2147483646 h 442"/>
                <a:gd name="T54" fmla="*/ 2147483646 w 59"/>
                <a:gd name="T55" fmla="*/ 2147483646 h 442"/>
                <a:gd name="T56" fmla="*/ 2147483646 w 59"/>
                <a:gd name="T57" fmla="*/ 2147483646 h 442"/>
                <a:gd name="T58" fmla="*/ 2147483646 w 59"/>
                <a:gd name="T59" fmla="*/ 2147483646 h 442"/>
                <a:gd name="T60" fmla="*/ 2147483646 w 59"/>
                <a:gd name="T61" fmla="*/ 2147483646 h 442"/>
                <a:gd name="T62" fmla="*/ 2147483646 w 59"/>
                <a:gd name="T63" fmla="*/ 2147483646 h 442"/>
                <a:gd name="T64" fmla="*/ 2147483646 w 59"/>
                <a:gd name="T65" fmla="*/ 2147483646 h 442"/>
                <a:gd name="T66" fmla="*/ 2147483646 w 59"/>
                <a:gd name="T67" fmla="*/ 2147483646 h 442"/>
                <a:gd name="T68" fmla="*/ 2147483646 w 59"/>
                <a:gd name="T69" fmla="*/ 2147483646 h 442"/>
                <a:gd name="T70" fmla="*/ 2147483646 w 59"/>
                <a:gd name="T71" fmla="*/ 2147483646 h 442"/>
                <a:gd name="T72" fmla="*/ 2147483646 w 59"/>
                <a:gd name="T73" fmla="*/ 2147483646 h 442"/>
                <a:gd name="T74" fmla="*/ 2147483646 w 59"/>
                <a:gd name="T75" fmla="*/ 2147483646 h 442"/>
                <a:gd name="T76" fmla="*/ 2147483646 w 59"/>
                <a:gd name="T77" fmla="*/ 2147483646 h 442"/>
                <a:gd name="T78" fmla="*/ 2147483646 w 59"/>
                <a:gd name="T79" fmla="*/ 2147483646 h 442"/>
                <a:gd name="T80" fmla="*/ 2147483646 w 59"/>
                <a:gd name="T81" fmla="*/ 2147483646 h 442"/>
                <a:gd name="T82" fmla="*/ 2147483646 w 59"/>
                <a:gd name="T83" fmla="*/ 2147483646 h 442"/>
                <a:gd name="T84" fmla="*/ 2147483646 w 59"/>
                <a:gd name="T85" fmla="*/ 2147483646 h 442"/>
                <a:gd name="T86" fmla="*/ 2147483646 w 59"/>
                <a:gd name="T87" fmla="*/ 2147483646 h 442"/>
                <a:gd name="T88" fmla="*/ 2147483646 w 59"/>
                <a:gd name="T89" fmla="*/ 2147483646 h 442"/>
                <a:gd name="T90" fmla="*/ 2147483646 w 59"/>
                <a:gd name="T91" fmla="*/ 2147483646 h 442"/>
                <a:gd name="T92" fmla="*/ 2147483646 w 59"/>
                <a:gd name="T93" fmla="*/ 2147483646 h 442"/>
                <a:gd name="T94" fmla="*/ 2147483646 w 59"/>
                <a:gd name="T95" fmla="*/ 2147483646 h 442"/>
                <a:gd name="T96" fmla="*/ 2147483646 w 59"/>
                <a:gd name="T97" fmla="*/ 2147483646 h 4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42"/>
                <a:gd name="T149" fmla="*/ 59 w 59"/>
                <a:gd name="T150" fmla="*/ 442 h 4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42">
                  <a:moveTo>
                    <a:pt x="0" y="0"/>
                  </a:moveTo>
                  <a:lnTo>
                    <a:pt x="0" y="1"/>
                  </a:lnTo>
                  <a:lnTo>
                    <a:pt x="2" y="3"/>
                  </a:lnTo>
                  <a:lnTo>
                    <a:pt x="2" y="6"/>
                  </a:lnTo>
                  <a:lnTo>
                    <a:pt x="3" y="7"/>
                  </a:lnTo>
                  <a:lnTo>
                    <a:pt x="3" y="9"/>
                  </a:lnTo>
                  <a:lnTo>
                    <a:pt x="3" y="10"/>
                  </a:lnTo>
                  <a:lnTo>
                    <a:pt x="4" y="12"/>
                  </a:lnTo>
                  <a:lnTo>
                    <a:pt x="4" y="13"/>
                  </a:lnTo>
                  <a:lnTo>
                    <a:pt x="6" y="16"/>
                  </a:lnTo>
                  <a:lnTo>
                    <a:pt x="6" y="17"/>
                  </a:lnTo>
                  <a:lnTo>
                    <a:pt x="6" y="19"/>
                  </a:lnTo>
                  <a:lnTo>
                    <a:pt x="7" y="20"/>
                  </a:lnTo>
                  <a:lnTo>
                    <a:pt x="7" y="23"/>
                  </a:lnTo>
                  <a:lnTo>
                    <a:pt x="7" y="25"/>
                  </a:lnTo>
                  <a:lnTo>
                    <a:pt x="9" y="26"/>
                  </a:lnTo>
                  <a:lnTo>
                    <a:pt x="9" y="29"/>
                  </a:lnTo>
                  <a:lnTo>
                    <a:pt x="9" y="30"/>
                  </a:lnTo>
                  <a:lnTo>
                    <a:pt x="9" y="32"/>
                  </a:lnTo>
                  <a:lnTo>
                    <a:pt x="10" y="35"/>
                  </a:lnTo>
                  <a:lnTo>
                    <a:pt x="10" y="36"/>
                  </a:lnTo>
                  <a:lnTo>
                    <a:pt x="10" y="39"/>
                  </a:lnTo>
                  <a:lnTo>
                    <a:pt x="12" y="40"/>
                  </a:lnTo>
                  <a:lnTo>
                    <a:pt x="12" y="43"/>
                  </a:lnTo>
                  <a:lnTo>
                    <a:pt x="12" y="45"/>
                  </a:lnTo>
                  <a:lnTo>
                    <a:pt x="13" y="48"/>
                  </a:lnTo>
                  <a:lnTo>
                    <a:pt x="13" y="49"/>
                  </a:lnTo>
                  <a:lnTo>
                    <a:pt x="13" y="52"/>
                  </a:lnTo>
                  <a:lnTo>
                    <a:pt x="15" y="53"/>
                  </a:lnTo>
                  <a:lnTo>
                    <a:pt x="15" y="56"/>
                  </a:lnTo>
                  <a:lnTo>
                    <a:pt x="15" y="59"/>
                  </a:lnTo>
                  <a:lnTo>
                    <a:pt x="16" y="61"/>
                  </a:lnTo>
                  <a:lnTo>
                    <a:pt x="16" y="64"/>
                  </a:lnTo>
                  <a:lnTo>
                    <a:pt x="19" y="72"/>
                  </a:lnTo>
                  <a:lnTo>
                    <a:pt x="20" y="79"/>
                  </a:lnTo>
                  <a:lnTo>
                    <a:pt x="22" y="87"/>
                  </a:lnTo>
                  <a:lnTo>
                    <a:pt x="23" y="94"/>
                  </a:lnTo>
                  <a:lnTo>
                    <a:pt x="25" y="100"/>
                  </a:lnTo>
                  <a:lnTo>
                    <a:pt x="26" y="105"/>
                  </a:lnTo>
                  <a:lnTo>
                    <a:pt x="28" y="111"/>
                  </a:lnTo>
                  <a:lnTo>
                    <a:pt x="29" y="117"/>
                  </a:lnTo>
                  <a:lnTo>
                    <a:pt x="30" y="123"/>
                  </a:lnTo>
                  <a:lnTo>
                    <a:pt x="32" y="127"/>
                  </a:lnTo>
                  <a:lnTo>
                    <a:pt x="32" y="133"/>
                  </a:lnTo>
                  <a:lnTo>
                    <a:pt x="33" y="137"/>
                  </a:lnTo>
                  <a:lnTo>
                    <a:pt x="35" y="141"/>
                  </a:lnTo>
                  <a:lnTo>
                    <a:pt x="35" y="147"/>
                  </a:lnTo>
                  <a:lnTo>
                    <a:pt x="36" y="152"/>
                  </a:lnTo>
                  <a:lnTo>
                    <a:pt x="36" y="156"/>
                  </a:lnTo>
                  <a:lnTo>
                    <a:pt x="38" y="160"/>
                  </a:lnTo>
                  <a:lnTo>
                    <a:pt x="38" y="165"/>
                  </a:lnTo>
                  <a:lnTo>
                    <a:pt x="39" y="170"/>
                  </a:lnTo>
                  <a:lnTo>
                    <a:pt x="39" y="175"/>
                  </a:lnTo>
                  <a:lnTo>
                    <a:pt x="41" y="180"/>
                  </a:lnTo>
                  <a:lnTo>
                    <a:pt x="41" y="186"/>
                  </a:lnTo>
                  <a:lnTo>
                    <a:pt x="42" y="192"/>
                  </a:lnTo>
                  <a:lnTo>
                    <a:pt x="42" y="198"/>
                  </a:lnTo>
                  <a:lnTo>
                    <a:pt x="43" y="203"/>
                  </a:lnTo>
                  <a:lnTo>
                    <a:pt x="43" y="211"/>
                  </a:lnTo>
                  <a:lnTo>
                    <a:pt x="45" y="218"/>
                  </a:lnTo>
                  <a:lnTo>
                    <a:pt x="45" y="225"/>
                  </a:lnTo>
                  <a:lnTo>
                    <a:pt x="46" y="234"/>
                  </a:lnTo>
                  <a:lnTo>
                    <a:pt x="46" y="242"/>
                  </a:lnTo>
                  <a:lnTo>
                    <a:pt x="48" y="251"/>
                  </a:lnTo>
                  <a:lnTo>
                    <a:pt x="49" y="261"/>
                  </a:lnTo>
                  <a:lnTo>
                    <a:pt x="49" y="271"/>
                  </a:lnTo>
                  <a:lnTo>
                    <a:pt x="51" y="280"/>
                  </a:lnTo>
                  <a:lnTo>
                    <a:pt x="52" y="289"/>
                  </a:lnTo>
                  <a:lnTo>
                    <a:pt x="52" y="297"/>
                  </a:lnTo>
                  <a:lnTo>
                    <a:pt x="54" y="305"/>
                  </a:lnTo>
                  <a:lnTo>
                    <a:pt x="54" y="312"/>
                  </a:lnTo>
                  <a:lnTo>
                    <a:pt x="55" y="319"/>
                  </a:lnTo>
                  <a:lnTo>
                    <a:pt x="55" y="325"/>
                  </a:lnTo>
                  <a:lnTo>
                    <a:pt x="55" y="330"/>
                  </a:lnTo>
                  <a:lnTo>
                    <a:pt x="56" y="336"/>
                  </a:lnTo>
                  <a:lnTo>
                    <a:pt x="56" y="342"/>
                  </a:lnTo>
                  <a:lnTo>
                    <a:pt x="56" y="346"/>
                  </a:lnTo>
                  <a:lnTo>
                    <a:pt x="58" y="352"/>
                  </a:lnTo>
                  <a:lnTo>
                    <a:pt x="58" y="356"/>
                  </a:lnTo>
                  <a:lnTo>
                    <a:pt x="58" y="361"/>
                  </a:lnTo>
                  <a:lnTo>
                    <a:pt x="58" y="365"/>
                  </a:lnTo>
                  <a:lnTo>
                    <a:pt x="59" y="369"/>
                  </a:lnTo>
                  <a:lnTo>
                    <a:pt x="59" y="374"/>
                  </a:lnTo>
                  <a:lnTo>
                    <a:pt x="59" y="378"/>
                  </a:lnTo>
                  <a:lnTo>
                    <a:pt x="59" y="381"/>
                  </a:lnTo>
                  <a:lnTo>
                    <a:pt x="59" y="385"/>
                  </a:lnTo>
                  <a:lnTo>
                    <a:pt x="59" y="390"/>
                  </a:lnTo>
                  <a:lnTo>
                    <a:pt x="59" y="394"/>
                  </a:lnTo>
                  <a:lnTo>
                    <a:pt x="59" y="398"/>
                  </a:lnTo>
                  <a:lnTo>
                    <a:pt x="59" y="403"/>
                  </a:lnTo>
                  <a:lnTo>
                    <a:pt x="59" y="407"/>
                  </a:lnTo>
                  <a:lnTo>
                    <a:pt x="59" y="413"/>
                  </a:lnTo>
                  <a:lnTo>
                    <a:pt x="59" y="417"/>
                  </a:lnTo>
                  <a:lnTo>
                    <a:pt x="59" y="423"/>
                  </a:lnTo>
                  <a:lnTo>
                    <a:pt x="59" y="429"/>
                  </a:lnTo>
                  <a:lnTo>
                    <a:pt x="59" y="434"/>
                  </a:lnTo>
                  <a:lnTo>
                    <a:pt x="59" y="442"/>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0" name="Freeform 33">
              <a:extLst>
                <a:ext uri="{FF2B5EF4-FFF2-40B4-BE49-F238E27FC236}">
                  <a16:creationId xmlns:a16="http://schemas.microsoft.com/office/drawing/2014/main" id="{9267811B-7919-4E15-BCAE-8813F9560D78}"/>
                </a:ext>
              </a:extLst>
            </p:cNvPr>
            <p:cNvSpPr>
              <a:spLocks/>
            </p:cNvSpPr>
            <p:nvPr/>
          </p:nvSpPr>
          <p:spPr bwMode="auto">
            <a:xfrm>
              <a:off x="4314825" y="1836738"/>
              <a:ext cx="120650" cy="508000"/>
            </a:xfrm>
            <a:custGeom>
              <a:avLst/>
              <a:gdLst>
                <a:gd name="T0" fmla="*/ 2147483646 w 152"/>
                <a:gd name="T1" fmla="*/ 2147483646 h 641"/>
                <a:gd name="T2" fmla="*/ 2147483646 w 152"/>
                <a:gd name="T3" fmla="*/ 2147483646 h 641"/>
                <a:gd name="T4" fmla="*/ 2147483646 w 152"/>
                <a:gd name="T5" fmla="*/ 2147483646 h 641"/>
                <a:gd name="T6" fmla="*/ 2147483646 w 152"/>
                <a:gd name="T7" fmla="*/ 2147483646 h 641"/>
                <a:gd name="T8" fmla="*/ 2147483646 w 152"/>
                <a:gd name="T9" fmla="*/ 2147483646 h 641"/>
                <a:gd name="T10" fmla="*/ 2147483646 w 152"/>
                <a:gd name="T11" fmla="*/ 2147483646 h 641"/>
                <a:gd name="T12" fmla="*/ 2147483646 w 152"/>
                <a:gd name="T13" fmla="*/ 2147483646 h 641"/>
                <a:gd name="T14" fmla="*/ 2147483646 w 152"/>
                <a:gd name="T15" fmla="*/ 2147483646 h 641"/>
                <a:gd name="T16" fmla="*/ 2147483646 w 152"/>
                <a:gd name="T17" fmla="*/ 2147483646 h 641"/>
                <a:gd name="T18" fmla="*/ 2147483646 w 152"/>
                <a:gd name="T19" fmla="*/ 2147483646 h 641"/>
                <a:gd name="T20" fmla="*/ 2147483646 w 152"/>
                <a:gd name="T21" fmla="*/ 2147483646 h 641"/>
                <a:gd name="T22" fmla="*/ 2147483646 w 152"/>
                <a:gd name="T23" fmla="*/ 2147483646 h 641"/>
                <a:gd name="T24" fmla="*/ 2147483646 w 152"/>
                <a:gd name="T25" fmla="*/ 2147483646 h 641"/>
                <a:gd name="T26" fmla="*/ 2147483646 w 152"/>
                <a:gd name="T27" fmla="*/ 2147483646 h 641"/>
                <a:gd name="T28" fmla="*/ 2147483646 w 152"/>
                <a:gd name="T29" fmla="*/ 2147483646 h 641"/>
                <a:gd name="T30" fmla="*/ 2147483646 w 152"/>
                <a:gd name="T31" fmla="*/ 2147483646 h 641"/>
                <a:gd name="T32" fmla="*/ 2147483646 w 152"/>
                <a:gd name="T33" fmla="*/ 2147483646 h 641"/>
                <a:gd name="T34" fmla="*/ 2147483646 w 152"/>
                <a:gd name="T35" fmla="*/ 2147483646 h 641"/>
                <a:gd name="T36" fmla="*/ 2147483646 w 152"/>
                <a:gd name="T37" fmla="*/ 2147483646 h 641"/>
                <a:gd name="T38" fmla="*/ 2147483646 w 152"/>
                <a:gd name="T39" fmla="*/ 2147483646 h 641"/>
                <a:gd name="T40" fmla="*/ 2147483646 w 152"/>
                <a:gd name="T41" fmla="*/ 2147483646 h 641"/>
                <a:gd name="T42" fmla="*/ 2147483646 w 152"/>
                <a:gd name="T43" fmla="*/ 2147483646 h 641"/>
                <a:gd name="T44" fmla="*/ 2147483646 w 152"/>
                <a:gd name="T45" fmla="*/ 2147483646 h 641"/>
                <a:gd name="T46" fmla="*/ 2147483646 w 152"/>
                <a:gd name="T47" fmla="*/ 2147483646 h 641"/>
                <a:gd name="T48" fmla="*/ 2147483646 w 152"/>
                <a:gd name="T49" fmla="*/ 2147483646 h 641"/>
                <a:gd name="T50" fmla="*/ 2147483646 w 152"/>
                <a:gd name="T51" fmla="*/ 2147483646 h 641"/>
                <a:gd name="T52" fmla="*/ 2147483646 w 152"/>
                <a:gd name="T53" fmla="*/ 2147483646 h 641"/>
                <a:gd name="T54" fmla="*/ 2147483646 w 152"/>
                <a:gd name="T55" fmla="*/ 2147483646 h 641"/>
                <a:gd name="T56" fmla="*/ 2147483646 w 152"/>
                <a:gd name="T57" fmla="*/ 2147483646 h 641"/>
                <a:gd name="T58" fmla="*/ 2147483646 w 152"/>
                <a:gd name="T59" fmla="*/ 2147483646 h 641"/>
                <a:gd name="T60" fmla="*/ 2147483646 w 152"/>
                <a:gd name="T61" fmla="*/ 2147483646 h 641"/>
                <a:gd name="T62" fmla="*/ 2147483646 w 152"/>
                <a:gd name="T63" fmla="*/ 2147483646 h 641"/>
                <a:gd name="T64" fmla="*/ 2147483646 w 152"/>
                <a:gd name="T65" fmla="*/ 2147483646 h 641"/>
                <a:gd name="T66" fmla="*/ 2147483646 w 152"/>
                <a:gd name="T67" fmla="*/ 2147483646 h 641"/>
                <a:gd name="T68" fmla="*/ 2147483646 w 152"/>
                <a:gd name="T69" fmla="*/ 2147483646 h 641"/>
                <a:gd name="T70" fmla="*/ 2147483646 w 152"/>
                <a:gd name="T71" fmla="*/ 2147483646 h 641"/>
                <a:gd name="T72" fmla="*/ 2147483646 w 152"/>
                <a:gd name="T73" fmla="*/ 2147483646 h 641"/>
                <a:gd name="T74" fmla="*/ 2147483646 w 152"/>
                <a:gd name="T75" fmla="*/ 2147483646 h 641"/>
                <a:gd name="T76" fmla="*/ 2147483646 w 152"/>
                <a:gd name="T77" fmla="*/ 2147483646 h 641"/>
                <a:gd name="T78" fmla="*/ 2147483646 w 152"/>
                <a:gd name="T79" fmla="*/ 2147483646 h 641"/>
                <a:gd name="T80" fmla="*/ 2147483646 w 152"/>
                <a:gd name="T81" fmla="*/ 2147483646 h 641"/>
                <a:gd name="T82" fmla="*/ 2147483646 w 152"/>
                <a:gd name="T83" fmla="*/ 2147483646 h 641"/>
                <a:gd name="T84" fmla="*/ 2147483646 w 152"/>
                <a:gd name="T85" fmla="*/ 2147483646 h 641"/>
                <a:gd name="T86" fmla="*/ 0 w 152"/>
                <a:gd name="T87" fmla="*/ 2147483646 h 641"/>
                <a:gd name="T88" fmla="*/ 0 w 152"/>
                <a:gd name="T89" fmla="*/ 2147483646 h 641"/>
                <a:gd name="T90" fmla="*/ 0 w 152"/>
                <a:gd name="T91" fmla="*/ 2147483646 h 641"/>
                <a:gd name="T92" fmla="*/ 0 w 152"/>
                <a:gd name="T93" fmla="*/ 2147483646 h 641"/>
                <a:gd name="T94" fmla="*/ 0 w 152"/>
                <a:gd name="T95" fmla="*/ 2147483646 h 641"/>
                <a:gd name="T96" fmla="*/ 0 w 152"/>
                <a:gd name="T97" fmla="*/ 2147483646 h 6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2"/>
                <a:gd name="T148" fmla="*/ 0 h 641"/>
                <a:gd name="T149" fmla="*/ 152 w 152"/>
                <a:gd name="T150" fmla="*/ 641 h 6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2" h="641">
                  <a:moveTo>
                    <a:pt x="152" y="0"/>
                  </a:moveTo>
                  <a:lnTo>
                    <a:pt x="144" y="17"/>
                  </a:lnTo>
                  <a:lnTo>
                    <a:pt x="137" y="32"/>
                  </a:lnTo>
                  <a:lnTo>
                    <a:pt x="130" y="46"/>
                  </a:lnTo>
                  <a:lnTo>
                    <a:pt x="124" y="59"/>
                  </a:lnTo>
                  <a:lnTo>
                    <a:pt x="117" y="72"/>
                  </a:lnTo>
                  <a:lnTo>
                    <a:pt x="111" y="83"/>
                  </a:lnTo>
                  <a:lnTo>
                    <a:pt x="107" y="94"/>
                  </a:lnTo>
                  <a:lnTo>
                    <a:pt x="101" y="105"/>
                  </a:lnTo>
                  <a:lnTo>
                    <a:pt x="97" y="114"/>
                  </a:lnTo>
                  <a:lnTo>
                    <a:pt x="92" y="122"/>
                  </a:lnTo>
                  <a:lnTo>
                    <a:pt x="90" y="131"/>
                  </a:lnTo>
                  <a:lnTo>
                    <a:pt x="85" y="140"/>
                  </a:lnTo>
                  <a:lnTo>
                    <a:pt x="82" y="147"/>
                  </a:lnTo>
                  <a:lnTo>
                    <a:pt x="79" y="154"/>
                  </a:lnTo>
                  <a:lnTo>
                    <a:pt x="77" y="160"/>
                  </a:lnTo>
                  <a:lnTo>
                    <a:pt x="74" y="167"/>
                  </a:lnTo>
                  <a:lnTo>
                    <a:pt x="71" y="173"/>
                  </a:lnTo>
                  <a:lnTo>
                    <a:pt x="69" y="179"/>
                  </a:lnTo>
                  <a:lnTo>
                    <a:pt x="66" y="185"/>
                  </a:lnTo>
                  <a:lnTo>
                    <a:pt x="65" y="190"/>
                  </a:lnTo>
                  <a:lnTo>
                    <a:pt x="62" y="196"/>
                  </a:lnTo>
                  <a:lnTo>
                    <a:pt x="61" y="202"/>
                  </a:lnTo>
                  <a:lnTo>
                    <a:pt x="59" y="208"/>
                  </a:lnTo>
                  <a:lnTo>
                    <a:pt x="58" y="213"/>
                  </a:lnTo>
                  <a:lnTo>
                    <a:pt x="56" y="219"/>
                  </a:lnTo>
                  <a:lnTo>
                    <a:pt x="55" y="225"/>
                  </a:lnTo>
                  <a:lnTo>
                    <a:pt x="52" y="231"/>
                  </a:lnTo>
                  <a:lnTo>
                    <a:pt x="51" y="238"/>
                  </a:lnTo>
                  <a:lnTo>
                    <a:pt x="49" y="244"/>
                  </a:lnTo>
                  <a:lnTo>
                    <a:pt x="48" y="251"/>
                  </a:lnTo>
                  <a:lnTo>
                    <a:pt x="45" y="260"/>
                  </a:lnTo>
                  <a:lnTo>
                    <a:pt x="43" y="267"/>
                  </a:lnTo>
                  <a:lnTo>
                    <a:pt x="42" y="275"/>
                  </a:lnTo>
                  <a:lnTo>
                    <a:pt x="39" y="283"/>
                  </a:lnTo>
                  <a:lnTo>
                    <a:pt x="38" y="290"/>
                  </a:lnTo>
                  <a:lnTo>
                    <a:pt x="36" y="297"/>
                  </a:lnTo>
                  <a:lnTo>
                    <a:pt x="35" y="303"/>
                  </a:lnTo>
                  <a:lnTo>
                    <a:pt x="33" y="309"/>
                  </a:lnTo>
                  <a:lnTo>
                    <a:pt x="32" y="314"/>
                  </a:lnTo>
                  <a:lnTo>
                    <a:pt x="30" y="320"/>
                  </a:lnTo>
                  <a:lnTo>
                    <a:pt x="29" y="326"/>
                  </a:lnTo>
                  <a:lnTo>
                    <a:pt x="29" y="330"/>
                  </a:lnTo>
                  <a:lnTo>
                    <a:pt x="28" y="335"/>
                  </a:lnTo>
                  <a:lnTo>
                    <a:pt x="26" y="340"/>
                  </a:lnTo>
                  <a:lnTo>
                    <a:pt x="26" y="345"/>
                  </a:lnTo>
                  <a:lnTo>
                    <a:pt x="25" y="349"/>
                  </a:lnTo>
                  <a:lnTo>
                    <a:pt x="25" y="353"/>
                  </a:lnTo>
                  <a:lnTo>
                    <a:pt x="23" y="358"/>
                  </a:lnTo>
                  <a:lnTo>
                    <a:pt x="23" y="363"/>
                  </a:lnTo>
                  <a:lnTo>
                    <a:pt x="22" y="368"/>
                  </a:lnTo>
                  <a:lnTo>
                    <a:pt x="22" y="372"/>
                  </a:lnTo>
                  <a:lnTo>
                    <a:pt x="20" y="378"/>
                  </a:lnTo>
                  <a:lnTo>
                    <a:pt x="20" y="382"/>
                  </a:lnTo>
                  <a:lnTo>
                    <a:pt x="19" y="388"/>
                  </a:lnTo>
                  <a:lnTo>
                    <a:pt x="19" y="394"/>
                  </a:lnTo>
                  <a:lnTo>
                    <a:pt x="17" y="400"/>
                  </a:lnTo>
                  <a:lnTo>
                    <a:pt x="17" y="405"/>
                  </a:lnTo>
                  <a:lnTo>
                    <a:pt x="16" y="413"/>
                  </a:lnTo>
                  <a:lnTo>
                    <a:pt x="16" y="420"/>
                  </a:lnTo>
                  <a:lnTo>
                    <a:pt x="15" y="427"/>
                  </a:lnTo>
                  <a:lnTo>
                    <a:pt x="15" y="436"/>
                  </a:lnTo>
                  <a:lnTo>
                    <a:pt x="13" y="444"/>
                  </a:lnTo>
                  <a:lnTo>
                    <a:pt x="12" y="453"/>
                  </a:lnTo>
                  <a:lnTo>
                    <a:pt x="12" y="463"/>
                  </a:lnTo>
                  <a:lnTo>
                    <a:pt x="10" y="472"/>
                  </a:lnTo>
                  <a:lnTo>
                    <a:pt x="9" y="482"/>
                  </a:lnTo>
                  <a:lnTo>
                    <a:pt x="9" y="490"/>
                  </a:lnTo>
                  <a:lnTo>
                    <a:pt x="7" y="498"/>
                  </a:lnTo>
                  <a:lnTo>
                    <a:pt x="7" y="505"/>
                  </a:lnTo>
                  <a:lnTo>
                    <a:pt x="6" y="512"/>
                  </a:lnTo>
                  <a:lnTo>
                    <a:pt x="6" y="519"/>
                  </a:lnTo>
                  <a:lnTo>
                    <a:pt x="4" y="525"/>
                  </a:lnTo>
                  <a:lnTo>
                    <a:pt x="4" y="531"/>
                  </a:lnTo>
                  <a:lnTo>
                    <a:pt x="4" y="537"/>
                  </a:lnTo>
                  <a:lnTo>
                    <a:pt x="3" y="542"/>
                  </a:lnTo>
                  <a:lnTo>
                    <a:pt x="3" y="547"/>
                  </a:lnTo>
                  <a:lnTo>
                    <a:pt x="3" y="553"/>
                  </a:lnTo>
                  <a:lnTo>
                    <a:pt x="2" y="557"/>
                  </a:lnTo>
                  <a:lnTo>
                    <a:pt x="2" y="561"/>
                  </a:lnTo>
                  <a:lnTo>
                    <a:pt x="2" y="565"/>
                  </a:lnTo>
                  <a:lnTo>
                    <a:pt x="2" y="570"/>
                  </a:lnTo>
                  <a:lnTo>
                    <a:pt x="2" y="573"/>
                  </a:lnTo>
                  <a:lnTo>
                    <a:pt x="2" y="577"/>
                  </a:lnTo>
                  <a:lnTo>
                    <a:pt x="0" y="581"/>
                  </a:lnTo>
                  <a:lnTo>
                    <a:pt x="0" y="586"/>
                  </a:lnTo>
                  <a:lnTo>
                    <a:pt x="0" y="589"/>
                  </a:lnTo>
                  <a:lnTo>
                    <a:pt x="0" y="593"/>
                  </a:lnTo>
                  <a:lnTo>
                    <a:pt x="0" y="597"/>
                  </a:lnTo>
                  <a:lnTo>
                    <a:pt x="0" y="602"/>
                  </a:lnTo>
                  <a:lnTo>
                    <a:pt x="0" y="607"/>
                  </a:lnTo>
                  <a:lnTo>
                    <a:pt x="0" y="612"/>
                  </a:lnTo>
                  <a:lnTo>
                    <a:pt x="0" y="617"/>
                  </a:lnTo>
                  <a:lnTo>
                    <a:pt x="0" y="622"/>
                  </a:lnTo>
                  <a:lnTo>
                    <a:pt x="0" y="628"/>
                  </a:lnTo>
                  <a:lnTo>
                    <a:pt x="0" y="633"/>
                  </a:lnTo>
                  <a:lnTo>
                    <a:pt x="0" y="64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1" name="Freeform 34">
              <a:extLst>
                <a:ext uri="{FF2B5EF4-FFF2-40B4-BE49-F238E27FC236}">
                  <a16:creationId xmlns:a16="http://schemas.microsoft.com/office/drawing/2014/main" id="{0B4B101E-CADC-493C-8406-654ED5397C1F}"/>
                </a:ext>
              </a:extLst>
            </p:cNvPr>
            <p:cNvSpPr>
              <a:spLocks/>
            </p:cNvSpPr>
            <p:nvPr/>
          </p:nvSpPr>
          <p:spPr bwMode="auto">
            <a:xfrm>
              <a:off x="4333875" y="2686050"/>
              <a:ext cx="90488" cy="138113"/>
            </a:xfrm>
            <a:custGeom>
              <a:avLst/>
              <a:gdLst>
                <a:gd name="T0" fmla="*/ 0 w 116"/>
                <a:gd name="T1" fmla="*/ 2147483646 h 173"/>
                <a:gd name="T2" fmla="*/ 2147483646 w 116"/>
                <a:gd name="T3" fmla="*/ 2147483646 h 173"/>
                <a:gd name="T4" fmla="*/ 2147483646 w 116"/>
                <a:gd name="T5" fmla="*/ 0 h 173"/>
                <a:gd name="T6" fmla="*/ 2147483646 w 116"/>
                <a:gd name="T7" fmla="*/ 0 h 173"/>
                <a:gd name="T8" fmla="*/ 0 w 116"/>
                <a:gd name="T9" fmla="*/ 2147483646 h 173"/>
                <a:gd name="T10" fmla="*/ 0 60000 65536"/>
                <a:gd name="T11" fmla="*/ 0 60000 65536"/>
                <a:gd name="T12" fmla="*/ 0 60000 65536"/>
                <a:gd name="T13" fmla="*/ 0 60000 65536"/>
                <a:gd name="T14" fmla="*/ 0 60000 65536"/>
                <a:gd name="T15" fmla="*/ 0 w 116"/>
                <a:gd name="T16" fmla="*/ 0 h 173"/>
                <a:gd name="T17" fmla="*/ 116 w 116"/>
                <a:gd name="T18" fmla="*/ 173 h 173"/>
              </a:gdLst>
              <a:ahLst/>
              <a:cxnLst>
                <a:cxn ang="T10">
                  <a:pos x="T0" y="T1"/>
                </a:cxn>
                <a:cxn ang="T11">
                  <a:pos x="T2" y="T3"/>
                </a:cxn>
                <a:cxn ang="T12">
                  <a:pos x="T4" y="T5"/>
                </a:cxn>
                <a:cxn ang="T13">
                  <a:pos x="T6" y="T7"/>
                </a:cxn>
                <a:cxn ang="T14">
                  <a:pos x="T8" y="T9"/>
                </a:cxn>
              </a:cxnLst>
              <a:rect l="T15" t="T16" r="T17" b="T18"/>
              <a:pathLst>
                <a:path w="116" h="173">
                  <a:moveTo>
                    <a:pt x="0" y="28"/>
                  </a:moveTo>
                  <a:lnTo>
                    <a:pt x="116" y="173"/>
                  </a:lnTo>
                  <a:lnTo>
                    <a:pt x="87" y="0"/>
                  </a:lnTo>
                  <a:lnTo>
                    <a:pt x="29" y="0"/>
                  </a:lnTo>
                  <a:lnTo>
                    <a:pt x="0" y="28"/>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2" name="Freeform 35">
              <a:extLst>
                <a:ext uri="{FF2B5EF4-FFF2-40B4-BE49-F238E27FC236}">
                  <a16:creationId xmlns:a16="http://schemas.microsoft.com/office/drawing/2014/main" id="{A0931AE8-0548-4B31-A411-A57E5FF93192}"/>
                </a:ext>
              </a:extLst>
            </p:cNvPr>
            <p:cNvSpPr>
              <a:spLocks/>
            </p:cNvSpPr>
            <p:nvPr/>
          </p:nvSpPr>
          <p:spPr bwMode="auto">
            <a:xfrm>
              <a:off x="4314825" y="2344738"/>
              <a:ext cx="47625" cy="344487"/>
            </a:xfrm>
            <a:custGeom>
              <a:avLst/>
              <a:gdLst>
                <a:gd name="T0" fmla="*/ 2147483646 w 59"/>
                <a:gd name="T1" fmla="*/ 2147483646 h 434"/>
                <a:gd name="T2" fmla="*/ 2147483646 w 59"/>
                <a:gd name="T3" fmla="*/ 2147483646 h 434"/>
                <a:gd name="T4" fmla="*/ 2147483646 w 59"/>
                <a:gd name="T5" fmla="*/ 2147483646 h 434"/>
                <a:gd name="T6" fmla="*/ 2147483646 w 59"/>
                <a:gd name="T7" fmla="*/ 2147483646 h 434"/>
                <a:gd name="T8" fmla="*/ 2147483646 w 59"/>
                <a:gd name="T9" fmla="*/ 2147483646 h 434"/>
                <a:gd name="T10" fmla="*/ 2147483646 w 59"/>
                <a:gd name="T11" fmla="*/ 2147483646 h 434"/>
                <a:gd name="T12" fmla="*/ 2147483646 w 59"/>
                <a:gd name="T13" fmla="*/ 2147483646 h 434"/>
                <a:gd name="T14" fmla="*/ 2147483646 w 59"/>
                <a:gd name="T15" fmla="*/ 2147483646 h 434"/>
                <a:gd name="T16" fmla="*/ 2147483646 w 59"/>
                <a:gd name="T17" fmla="*/ 2147483646 h 434"/>
                <a:gd name="T18" fmla="*/ 2147483646 w 59"/>
                <a:gd name="T19" fmla="*/ 2147483646 h 434"/>
                <a:gd name="T20" fmla="*/ 2147483646 w 59"/>
                <a:gd name="T21" fmla="*/ 2147483646 h 434"/>
                <a:gd name="T22" fmla="*/ 2147483646 w 59"/>
                <a:gd name="T23" fmla="*/ 2147483646 h 434"/>
                <a:gd name="T24" fmla="*/ 2147483646 w 59"/>
                <a:gd name="T25" fmla="*/ 2147483646 h 434"/>
                <a:gd name="T26" fmla="*/ 2147483646 w 59"/>
                <a:gd name="T27" fmla="*/ 2147483646 h 434"/>
                <a:gd name="T28" fmla="*/ 2147483646 w 59"/>
                <a:gd name="T29" fmla="*/ 2147483646 h 434"/>
                <a:gd name="T30" fmla="*/ 2147483646 w 59"/>
                <a:gd name="T31" fmla="*/ 2147483646 h 434"/>
                <a:gd name="T32" fmla="*/ 2147483646 w 59"/>
                <a:gd name="T33" fmla="*/ 2147483646 h 434"/>
                <a:gd name="T34" fmla="*/ 2147483646 w 59"/>
                <a:gd name="T35" fmla="*/ 2147483646 h 434"/>
                <a:gd name="T36" fmla="*/ 2147483646 w 59"/>
                <a:gd name="T37" fmla="*/ 2147483646 h 434"/>
                <a:gd name="T38" fmla="*/ 2147483646 w 59"/>
                <a:gd name="T39" fmla="*/ 2147483646 h 434"/>
                <a:gd name="T40" fmla="*/ 2147483646 w 59"/>
                <a:gd name="T41" fmla="*/ 2147483646 h 434"/>
                <a:gd name="T42" fmla="*/ 2147483646 w 59"/>
                <a:gd name="T43" fmla="*/ 2147483646 h 434"/>
                <a:gd name="T44" fmla="*/ 2147483646 w 59"/>
                <a:gd name="T45" fmla="*/ 2147483646 h 434"/>
                <a:gd name="T46" fmla="*/ 2147483646 w 59"/>
                <a:gd name="T47" fmla="*/ 2147483646 h 434"/>
                <a:gd name="T48" fmla="*/ 2147483646 w 59"/>
                <a:gd name="T49" fmla="*/ 2147483646 h 434"/>
                <a:gd name="T50" fmla="*/ 2147483646 w 59"/>
                <a:gd name="T51" fmla="*/ 2147483646 h 434"/>
                <a:gd name="T52" fmla="*/ 2147483646 w 59"/>
                <a:gd name="T53" fmla="*/ 2147483646 h 434"/>
                <a:gd name="T54" fmla="*/ 2147483646 w 59"/>
                <a:gd name="T55" fmla="*/ 2147483646 h 434"/>
                <a:gd name="T56" fmla="*/ 2147483646 w 59"/>
                <a:gd name="T57" fmla="*/ 2147483646 h 434"/>
                <a:gd name="T58" fmla="*/ 2147483646 w 59"/>
                <a:gd name="T59" fmla="*/ 2147483646 h 434"/>
                <a:gd name="T60" fmla="*/ 2147483646 w 59"/>
                <a:gd name="T61" fmla="*/ 2147483646 h 434"/>
                <a:gd name="T62" fmla="*/ 2147483646 w 59"/>
                <a:gd name="T63" fmla="*/ 2147483646 h 434"/>
                <a:gd name="T64" fmla="*/ 2147483646 w 59"/>
                <a:gd name="T65" fmla="*/ 2147483646 h 434"/>
                <a:gd name="T66" fmla="*/ 2147483646 w 59"/>
                <a:gd name="T67" fmla="*/ 2147483646 h 434"/>
                <a:gd name="T68" fmla="*/ 2147483646 w 59"/>
                <a:gd name="T69" fmla="*/ 2147483646 h 434"/>
                <a:gd name="T70" fmla="*/ 2147483646 w 59"/>
                <a:gd name="T71" fmla="*/ 2147483646 h 434"/>
                <a:gd name="T72" fmla="*/ 2147483646 w 59"/>
                <a:gd name="T73" fmla="*/ 2147483646 h 434"/>
                <a:gd name="T74" fmla="*/ 2147483646 w 59"/>
                <a:gd name="T75" fmla="*/ 2147483646 h 434"/>
                <a:gd name="T76" fmla="*/ 2147483646 w 59"/>
                <a:gd name="T77" fmla="*/ 2147483646 h 434"/>
                <a:gd name="T78" fmla="*/ 2147483646 w 59"/>
                <a:gd name="T79" fmla="*/ 2147483646 h 434"/>
                <a:gd name="T80" fmla="*/ 2147483646 w 59"/>
                <a:gd name="T81" fmla="*/ 2147483646 h 434"/>
                <a:gd name="T82" fmla="*/ 2147483646 w 59"/>
                <a:gd name="T83" fmla="*/ 2147483646 h 434"/>
                <a:gd name="T84" fmla="*/ 2147483646 w 59"/>
                <a:gd name="T85" fmla="*/ 2147483646 h 434"/>
                <a:gd name="T86" fmla="*/ 0 w 59"/>
                <a:gd name="T87" fmla="*/ 2147483646 h 434"/>
                <a:gd name="T88" fmla="*/ 0 w 59"/>
                <a:gd name="T89" fmla="*/ 2147483646 h 434"/>
                <a:gd name="T90" fmla="*/ 0 w 59"/>
                <a:gd name="T91" fmla="*/ 2147483646 h 434"/>
                <a:gd name="T92" fmla="*/ 0 w 59"/>
                <a:gd name="T93" fmla="*/ 2147483646 h 434"/>
                <a:gd name="T94" fmla="*/ 0 w 59"/>
                <a:gd name="T95" fmla="*/ 2147483646 h 434"/>
                <a:gd name="T96" fmla="*/ 0 w 59"/>
                <a:gd name="T97" fmla="*/ 2147483646 h 43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34"/>
                <a:gd name="T149" fmla="*/ 59 w 59"/>
                <a:gd name="T150" fmla="*/ 434 h 43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34">
                  <a:moveTo>
                    <a:pt x="59" y="434"/>
                  </a:moveTo>
                  <a:lnTo>
                    <a:pt x="59" y="432"/>
                  </a:lnTo>
                  <a:lnTo>
                    <a:pt x="58" y="431"/>
                  </a:lnTo>
                  <a:lnTo>
                    <a:pt x="58" y="430"/>
                  </a:lnTo>
                  <a:lnTo>
                    <a:pt x="56" y="428"/>
                  </a:lnTo>
                  <a:lnTo>
                    <a:pt x="56" y="427"/>
                  </a:lnTo>
                  <a:lnTo>
                    <a:pt x="56" y="425"/>
                  </a:lnTo>
                  <a:lnTo>
                    <a:pt x="55" y="422"/>
                  </a:lnTo>
                  <a:lnTo>
                    <a:pt x="55" y="421"/>
                  </a:lnTo>
                  <a:lnTo>
                    <a:pt x="55" y="420"/>
                  </a:lnTo>
                  <a:lnTo>
                    <a:pt x="54" y="418"/>
                  </a:lnTo>
                  <a:lnTo>
                    <a:pt x="54" y="417"/>
                  </a:lnTo>
                  <a:lnTo>
                    <a:pt x="54" y="414"/>
                  </a:lnTo>
                  <a:lnTo>
                    <a:pt x="52" y="412"/>
                  </a:lnTo>
                  <a:lnTo>
                    <a:pt x="52" y="411"/>
                  </a:lnTo>
                  <a:lnTo>
                    <a:pt x="52" y="409"/>
                  </a:lnTo>
                  <a:lnTo>
                    <a:pt x="51" y="407"/>
                  </a:lnTo>
                  <a:lnTo>
                    <a:pt x="51" y="405"/>
                  </a:lnTo>
                  <a:lnTo>
                    <a:pt x="51" y="404"/>
                  </a:lnTo>
                  <a:lnTo>
                    <a:pt x="49" y="401"/>
                  </a:lnTo>
                  <a:lnTo>
                    <a:pt x="49" y="399"/>
                  </a:lnTo>
                  <a:lnTo>
                    <a:pt x="49" y="398"/>
                  </a:lnTo>
                  <a:lnTo>
                    <a:pt x="49" y="395"/>
                  </a:lnTo>
                  <a:lnTo>
                    <a:pt x="48" y="394"/>
                  </a:lnTo>
                  <a:lnTo>
                    <a:pt x="48" y="391"/>
                  </a:lnTo>
                  <a:lnTo>
                    <a:pt x="48" y="389"/>
                  </a:lnTo>
                  <a:lnTo>
                    <a:pt x="46" y="386"/>
                  </a:lnTo>
                  <a:lnTo>
                    <a:pt x="46" y="385"/>
                  </a:lnTo>
                  <a:lnTo>
                    <a:pt x="46" y="382"/>
                  </a:lnTo>
                  <a:lnTo>
                    <a:pt x="45" y="381"/>
                  </a:lnTo>
                  <a:lnTo>
                    <a:pt x="45" y="378"/>
                  </a:lnTo>
                  <a:lnTo>
                    <a:pt x="43" y="375"/>
                  </a:lnTo>
                  <a:lnTo>
                    <a:pt x="43" y="373"/>
                  </a:lnTo>
                  <a:lnTo>
                    <a:pt x="42" y="365"/>
                  </a:lnTo>
                  <a:lnTo>
                    <a:pt x="39" y="357"/>
                  </a:lnTo>
                  <a:lnTo>
                    <a:pt x="38" y="350"/>
                  </a:lnTo>
                  <a:lnTo>
                    <a:pt x="36" y="343"/>
                  </a:lnTo>
                  <a:lnTo>
                    <a:pt x="35" y="337"/>
                  </a:lnTo>
                  <a:lnTo>
                    <a:pt x="33" y="331"/>
                  </a:lnTo>
                  <a:lnTo>
                    <a:pt x="32" y="326"/>
                  </a:lnTo>
                  <a:lnTo>
                    <a:pt x="30" y="320"/>
                  </a:lnTo>
                  <a:lnTo>
                    <a:pt x="29" y="314"/>
                  </a:lnTo>
                  <a:lnTo>
                    <a:pt x="29" y="310"/>
                  </a:lnTo>
                  <a:lnTo>
                    <a:pt x="28" y="305"/>
                  </a:lnTo>
                  <a:lnTo>
                    <a:pt x="26" y="300"/>
                  </a:lnTo>
                  <a:lnTo>
                    <a:pt x="26" y="295"/>
                  </a:lnTo>
                  <a:lnTo>
                    <a:pt x="25" y="291"/>
                  </a:lnTo>
                  <a:lnTo>
                    <a:pt x="25" y="287"/>
                  </a:lnTo>
                  <a:lnTo>
                    <a:pt x="23" y="282"/>
                  </a:lnTo>
                  <a:lnTo>
                    <a:pt x="23" y="277"/>
                  </a:lnTo>
                  <a:lnTo>
                    <a:pt x="22" y="272"/>
                  </a:lnTo>
                  <a:lnTo>
                    <a:pt x="22" y="268"/>
                  </a:lnTo>
                  <a:lnTo>
                    <a:pt x="20" y="262"/>
                  </a:lnTo>
                  <a:lnTo>
                    <a:pt x="20" y="258"/>
                  </a:lnTo>
                  <a:lnTo>
                    <a:pt x="19" y="252"/>
                  </a:lnTo>
                  <a:lnTo>
                    <a:pt x="19" y="246"/>
                  </a:lnTo>
                  <a:lnTo>
                    <a:pt x="17" y="241"/>
                  </a:lnTo>
                  <a:lnTo>
                    <a:pt x="17" y="235"/>
                  </a:lnTo>
                  <a:lnTo>
                    <a:pt x="16" y="228"/>
                  </a:lnTo>
                  <a:lnTo>
                    <a:pt x="16" y="220"/>
                  </a:lnTo>
                  <a:lnTo>
                    <a:pt x="15" y="213"/>
                  </a:lnTo>
                  <a:lnTo>
                    <a:pt x="15" y="204"/>
                  </a:lnTo>
                  <a:lnTo>
                    <a:pt x="13" y="196"/>
                  </a:lnTo>
                  <a:lnTo>
                    <a:pt x="12" y="187"/>
                  </a:lnTo>
                  <a:lnTo>
                    <a:pt x="12" y="177"/>
                  </a:lnTo>
                  <a:lnTo>
                    <a:pt x="10" y="167"/>
                  </a:lnTo>
                  <a:lnTo>
                    <a:pt x="9" y="158"/>
                  </a:lnTo>
                  <a:lnTo>
                    <a:pt x="9" y="150"/>
                  </a:lnTo>
                  <a:lnTo>
                    <a:pt x="7" y="142"/>
                  </a:lnTo>
                  <a:lnTo>
                    <a:pt x="7" y="134"/>
                  </a:lnTo>
                  <a:lnTo>
                    <a:pt x="6" y="128"/>
                  </a:lnTo>
                  <a:lnTo>
                    <a:pt x="6" y="121"/>
                  </a:lnTo>
                  <a:lnTo>
                    <a:pt x="4" y="115"/>
                  </a:lnTo>
                  <a:lnTo>
                    <a:pt x="4" y="109"/>
                  </a:lnTo>
                  <a:lnTo>
                    <a:pt x="4" y="103"/>
                  </a:lnTo>
                  <a:lnTo>
                    <a:pt x="3" y="98"/>
                  </a:lnTo>
                  <a:lnTo>
                    <a:pt x="3" y="93"/>
                  </a:lnTo>
                  <a:lnTo>
                    <a:pt x="3" y="88"/>
                  </a:lnTo>
                  <a:lnTo>
                    <a:pt x="2" y="83"/>
                  </a:lnTo>
                  <a:lnTo>
                    <a:pt x="2" y="79"/>
                  </a:lnTo>
                  <a:lnTo>
                    <a:pt x="2" y="75"/>
                  </a:lnTo>
                  <a:lnTo>
                    <a:pt x="2" y="72"/>
                  </a:lnTo>
                  <a:lnTo>
                    <a:pt x="2" y="67"/>
                  </a:lnTo>
                  <a:lnTo>
                    <a:pt x="2" y="63"/>
                  </a:lnTo>
                  <a:lnTo>
                    <a:pt x="0" y="59"/>
                  </a:lnTo>
                  <a:lnTo>
                    <a:pt x="0" y="54"/>
                  </a:lnTo>
                  <a:lnTo>
                    <a:pt x="0" y="51"/>
                  </a:lnTo>
                  <a:lnTo>
                    <a:pt x="0" y="47"/>
                  </a:lnTo>
                  <a:lnTo>
                    <a:pt x="0" y="43"/>
                  </a:lnTo>
                  <a:lnTo>
                    <a:pt x="0" y="39"/>
                  </a:lnTo>
                  <a:lnTo>
                    <a:pt x="0" y="33"/>
                  </a:lnTo>
                  <a:lnTo>
                    <a:pt x="0" y="28"/>
                  </a:lnTo>
                  <a:lnTo>
                    <a:pt x="0" y="23"/>
                  </a:lnTo>
                  <a:lnTo>
                    <a:pt x="0" y="18"/>
                  </a:lnTo>
                  <a:lnTo>
                    <a:pt x="0" y="13"/>
                  </a:lnTo>
                  <a:lnTo>
                    <a:pt x="0" y="5"/>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3" name="Freeform 36">
              <a:extLst>
                <a:ext uri="{FF2B5EF4-FFF2-40B4-BE49-F238E27FC236}">
                  <a16:creationId xmlns:a16="http://schemas.microsoft.com/office/drawing/2014/main" id="{7B27C476-BB06-4C38-A651-8FFC0F472C54}"/>
                </a:ext>
              </a:extLst>
            </p:cNvPr>
            <p:cNvSpPr>
              <a:spLocks/>
            </p:cNvSpPr>
            <p:nvPr/>
          </p:nvSpPr>
          <p:spPr bwMode="auto">
            <a:xfrm>
              <a:off x="4686300" y="2339975"/>
              <a:ext cx="120650" cy="514350"/>
            </a:xfrm>
            <a:custGeom>
              <a:avLst/>
              <a:gdLst>
                <a:gd name="T0" fmla="*/ 2147483646 w 151"/>
                <a:gd name="T1" fmla="*/ 2147483646 h 646"/>
                <a:gd name="T2" fmla="*/ 2147483646 w 151"/>
                <a:gd name="T3" fmla="*/ 2147483646 h 646"/>
                <a:gd name="T4" fmla="*/ 2147483646 w 151"/>
                <a:gd name="T5" fmla="*/ 2147483646 h 646"/>
                <a:gd name="T6" fmla="*/ 2147483646 w 151"/>
                <a:gd name="T7" fmla="*/ 2147483646 h 646"/>
                <a:gd name="T8" fmla="*/ 2147483646 w 151"/>
                <a:gd name="T9" fmla="*/ 2147483646 h 646"/>
                <a:gd name="T10" fmla="*/ 2147483646 w 151"/>
                <a:gd name="T11" fmla="*/ 2147483646 h 646"/>
                <a:gd name="T12" fmla="*/ 2147483646 w 151"/>
                <a:gd name="T13" fmla="*/ 2147483646 h 646"/>
                <a:gd name="T14" fmla="*/ 2147483646 w 151"/>
                <a:gd name="T15" fmla="*/ 2147483646 h 646"/>
                <a:gd name="T16" fmla="*/ 2147483646 w 151"/>
                <a:gd name="T17" fmla="*/ 2147483646 h 646"/>
                <a:gd name="T18" fmla="*/ 2147483646 w 151"/>
                <a:gd name="T19" fmla="*/ 2147483646 h 646"/>
                <a:gd name="T20" fmla="*/ 2147483646 w 151"/>
                <a:gd name="T21" fmla="*/ 2147483646 h 646"/>
                <a:gd name="T22" fmla="*/ 2147483646 w 151"/>
                <a:gd name="T23" fmla="*/ 2147483646 h 646"/>
                <a:gd name="T24" fmla="*/ 2147483646 w 151"/>
                <a:gd name="T25" fmla="*/ 2147483646 h 646"/>
                <a:gd name="T26" fmla="*/ 2147483646 w 151"/>
                <a:gd name="T27" fmla="*/ 2147483646 h 646"/>
                <a:gd name="T28" fmla="*/ 2147483646 w 151"/>
                <a:gd name="T29" fmla="*/ 2147483646 h 646"/>
                <a:gd name="T30" fmla="*/ 2147483646 w 151"/>
                <a:gd name="T31" fmla="*/ 2147483646 h 646"/>
                <a:gd name="T32" fmla="*/ 2147483646 w 151"/>
                <a:gd name="T33" fmla="*/ 2147483646 h 646"/>
                <a:gd name="T34" fmla="*/ 2147483646 w 151"/>
                <a:gd name="T35" fmla="*/ 2147483646 h 646"/>
                <a:gd name="T36" fmla="*/ 2147483646 w 151"/>
                <a:gd name="T37" fmla="*/ 2147483646 h 646"/>
                <a:gd name="T38" fmla="*/ 2147483646 w 151"/>
                <a:gd name="T39" fmla="*/ 2147483646 h 646"/>
                <a:gd name="T40" fmla="*/ 2147483646 w 151"/>
                <a:gd name="T41" fmla="*/ 2147483646 h 646"/>
                <a:gd name="T42" fmla="*/ 2147483646 w 151"/>
                <a:gd name="T43" fmla="*/ 2147483646 h 646"/>
                <a:gd name="T44" fmla="*/ 2147483646 w 151"/>
                <a:gd name="T45" fmla="*/ 2147483646 h 646"/>
                <a:gd name="T46" fmla="*/ 2147483646 w 151"/>
                <a:gd name="T47" fmla="*/ 2147483646 h 646"/>
                <a:gd name="T48" fmla="*/ 2147483646 w 151"/>
                <a:gd name="T49" fmla="*/ 2147483646 h 646"/>
                <a:gd name="T50" fmla="*/ 2147483646 w 151"/>
                <a:gd name="T51" fmla="*/ 2147483646 h 646"/>
                <a:gd name="T52" fmla="*/ 2147483646 w 151"/>
                <a:gd name="T53" fmla="*/ 2147483646 h 646"/>
                <a:gd name="T54" fmla="*/ 2147483646 w 151"/>
                <a:gd name="T55" fmla="*/ 2147483646 h 646"/>
                <a:gd name="T56" fmla="*/ 2147483646 w 151"/>
                <a:gd name="T57" fmla="*/ 2147483646 h 646"/>
                <a:gd name="T58" fmla="*/ 2147483646 w 151"/>
                <a:gd name="T59" fmla="*/ 2147483646 h 646"/>
                <a:gd name="T60" fmla="*/ 2147483646 w 151"/>
                <a:gd name="T61" fmla="*/ 2147483646 h 646"/>
                <a:gd name="T62" fmla="*/ 2147483646 w 151"/>
                <a:gd name="T63" fmla="*/ 2147483646 h 646"/>
                <a:gd name="T64" fmla="*/ 2147483646 w 151"/>
                <a:gd name="T65" fmla="*/ 2147483646 h 646"/>
                <a:gd name="T66" fmla="*/ 2147483646 w 151"/>
                <a:gd name="T67" fmla="*/ 2147483646 h 646"/>
                <a:gd name="T68" fmla="*/ 2147483646 w 151"/>
                <a:gd name="T69" fmla="*/ 2147483646 h 646"/>
                <a:gd name="T70" fmla="*/ 2147483646 w 151"/>
                <a:gd name="T71" fmla="*/ 2147483646 h 646"/>
                <a:gd name="T72" fmla="*/ 2147483646 w 151"/>
                <a:gd name="T73" fmla="*/ 2147483646 h 646"/>
                <a:gd name="T74" fmla="*/ 2147483646 w 151"/>
                <a:gd name="T75" fmla="*/ 2147483646 h 646"/>
                <a:gd name="T76" fmla="*/ 2147483646 w 151"/>
                <a:gd name="T77" fmla="*/ 2147483646 h 646"/>
                <a:gd name="T78" fmla="*/ 2147483646 w 151"/>
                <a:gd name="T79" fmla="*/ 2147483646 h 646"/>
                <a:gd name="T80" fmla="*/ 2147483646 w 151"/>
                <a:gd name="T81" fmla="*/ 2147483646 h 646"/>
                <a:gd name="T82" fmla="*/ 2147483646 w 151"/>
                <a:gd name="T83" fmla="*/ 2147483646 h 646"/>
                <a:gd name="T84" fmla="*/ 2147483646 w 151"/>
                <a:gd name="T85" fmla="*/ 2147483646 h 646"/>
                <a:gd name="T86" fmla="*/ 2147483646 w 151"/>
                <a:gd name="T87" fmla="*/ 2147483646 h 646"/>
                <a:gd name="T88" fmla="*/ 2147483646 w 151"/>
                <a:gd name="T89" fmla="*/ 2147483646 h 646"/>
                <a:gd name="T90" fmla="*/ 2147483646 w 151"/>
                <a:gd name="T91" fmla="*/ 2147483646 h 646"/>
                <a:gd name="T92" fmla="*/ 2147483646 w 151"/>
                <a:gd name="T93" fmla="*/ 2147483646 h 646"/>
                <a:gd name="T94" fmla="*/ 2147483646 w 151"/>
                <a:gd name="T95" fmla="*/ 2147483646 h 646"/>
                <a:gd name="T96" fmla="*/ 2147483646 w 151"/>
                <a:gd name="T97" fmla="*/ 2147483646 h 64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1"/>
                <a:gd name="T148" fmla="*/ 0 h 646"/>
                <a:gd name="T149" fmla="*/ 151 w 151"/>
                <a:gd name="T150" fmla="*/ 646 h 64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1" h="646">
                  <a:moveTo>
                    <a:pt x="0" y="646"/>
                  </a:moveTo>
                  <a:lnTo>
                    <a:pt x="7" y="630"/>
                  </a:lnTo>
                  <a:lnTo>
                    <a:pt x="14" y="615"/>
                  </a:lnTo>
                  <a:lnTo>
                    <a:pt x="21" y="600"/>
                  </a:lnTo>
                  <a:lnTo>
                    <a:pt x="29" y="587"/>
                  </a:lnTo>
                  <a:lnTo>
                    <a:pt x="34" y="574"/>
                  </a:lnTo>
                  <a:lnTo>
                    <a:pt x="40" y="563"/>
                  </a:lnTo>
                  <a:lnTo>
                    <a:pt x="46" y="551"/>
                  </a:lnTo>
                  <a:lnTo>
                    <a:pt x="50" y="541"/>
                  </a:lnTo>
                  <a:lnTo>
                    <a:pt x="55" y="531"/>
                  </a:lnTo>
                  <a:lnTo>
                    <a:pt x="59" y="522"/>
                  </a:lnTo>
                  <a:lnTo>
                    <a:pt x="63" y="514"/>
                  </a:lnTo>
                  <a:lnTo>
                    <a:pt x="66" y="506"/>
                  </a:lnTo>
                  <a:lnTo>
                    <a:pt x="71" y="498"/>
                  </a:lnTo>
                  <a:lnTo>
                    <a:pt x="73" y="492"/>
                  </a:lnTo>
                  <a:lnTo>
                    <a:pt x="76" y="485"/>
                  </a:lnTo>
                  <a:lnTo>
                    <a:pt x="78" y="477"/>
                  </a:lnTo>
                  <a:lnTo>
                    <a:pt x="81" y="472"/>
                  </a:lnTo>
                  <a:lnTo>
                    <a:pt x="84" y="466"/>
                  </a:lnTo>
                  <a:lnTo>
                    <a:pt x="85" y="460"/>
                  </a:lnTo>
                  <a:lnTo>
                    <a:pt x="88" y="454"/>
                  </a:lnTo>
                  <a:lnTo>
                    <a:pt x="89" y="449"/>
                  </a:lnTo>
                  <a:lnTo>
                    <a:pt x="91" y="443"/>
                  </a:lnTo>
                  <a:lnTo>
                    <a:pt x="92" y="437"/>
                  </a:lnTo>
                  <a:lnTo>
                    <a:pt x="95" y="431"/>
                  </a:lnTo>
                  <a:lnTo>
                    <a:pt x="96" y="426"/>
                  </a:lnTo>
                  <a:lnTo>
                    <a:pt x="98" y="420"/>
                  </a:lnTo>
                  <a:lnTo>
                    <a:pt x="99" y="414"/>
                  </a:lnTo>
                  <a:lnTo>
                    <a:pt x="101" y="407"/>
                  </a:lnTo>
                  <a:lnTo>
                    <a:pt x="102" y="400"/>
                  </a:lnTo>
                  <a:lnTo>
                    <a:pt x="105" y="392"/>
                  </a:lnTo>
                  <a:lnTo>
                    <a:pt x="107" y="385"/>
                  </a:lnTo>
                  <a:lnTo>
                    <a:pt x="108" y="376"/>
                  </a:lnTo>
                  <a:lnTo>
                    <a:pt x="111" y="369"/>
                  </a:lnTo>
                  <a:lnTo>
                    <a:pt x="112" y="361"/>
                  </a:lnTo>
                  <a:lnTo>
                    <a:pt x="114" y="353"/>
                  </a:lnTo>
                  <a:lnTo>
                    <a:pt x="115" y="346"/>
                  </a:lnTo>
                  <a:lnTo>
                    <a:pt x="117" y="340"/>
                  </a:lnTo>
                  <a:lnTo>
                    <a:pt x="118" y="335"/>
                  </a:lnTo>
                  <a:lnTo>
                    <a:pt x="120" y="329"/>
                  </a:lnTo>
                  <a:lnTo>
                    <a:pt x="121" y="323"/>
                  </a:lnTo>
                  <a:lnTo>
                    <a:pt x="122" y="317"/>
                  </a:lnTo>
                  <a:lnTo>
                    <a:pt x="124" y="313"/>
                  </a:lnTo>
                  <a:lnTo>
                    <a:pt x="124" y="307"/>
                  </a:lnTo>
                  <a:lnTo>
                    <a:pt x="125" y="303"/>
                  </a:lnTo>
                  <a:lnTo>
                    <a:pt x="127" y="299"/>
                  </a:lnTo>
                  <a:lnTo>
                    <a:pt x="127" y="294"/>
                  </a:lnTo>
                  <a:lnTo>
                    <a:pt x="128" y="290"/>
                  </a:lnTo>
                  <a:lnTo>
                    <a:pt x="128" y="284"/>
                  </a:lnTo>
                  <a:lnTo>
                    <a:pt x="130" y="280"/>
                  </a:lnTo>
                  <a:lnTo>
                    <a:pt x="130" y="275"/>
                  </a:lnTo>
                  <a:lnTo>
                    <a:pt x="131" y="270"/>
                  </a:lnTo>
                  <a:lnTo>
                    <a:pt x="131" y="265"/>
                  </a:lnTo>
                  <a:lnTo>
                    <a:pt x="133" y="260"/>
                  </a:lnTo>
                  <a:lnTo>
                    <a:pt x="133" y="255"/>
                  </a:lnTo>
                  <a:lnTo>
                    <a:pt x="134" y="249"/>
                  </a:lnTo>
                  <a:lnTo>
                    <a:pt x="134" y="242"/>
                  </a:lnTo>
                  <a:lnTo>
                    <a:pt x="135" y="236"/>
                  </a:lnTo>
                  <a:lnTo>
                    <a:pt x="135" y="229"/>
                  </a:lnTo>
                  <a:lnTo>
                    <a:pt x="137" y="222"/>
                  </a:lnTo>
                  <a:lnTo>
                    <a:pt x="137" y="215"/>
                  </a:lnTo>
                  <a:lnTo>
                    <a:pt x="138" y="206"/>
                  </a:lnTo>
                  <a:lnTo>
                    <a:pt x="138" y="197"/>
                  </a:lnTo>
                  <a:lnTo>
                    <a:pt x="140" y="189"/>
                  </a:lnTo>
                  <a:lnTo>
                    <a:pt x="141" y="179"/>
                  </a:lnTo>
                  <a:lnTo>
                    <a:pt x="141" y="169"/>
                  </a:lnTo>
                  <a:lnTo>
                    <a:pt x="143" y="160"/>
                  </a:lnTo>
                  <a:lnTo>
                    <a:pt x="144" y="151"/>
                  </a:lnTo>
                  <a:lnTo>
                    <a:pt x="144" y="143"/>
                  </a:lnTo>
                  <a:lnTo>
                    <a:pt x="146" y="135"/>
                  </a:lnTo>
                  <a:lnTo>
                    <a:pt x="146" y="128"/>
                  </a:lnTo>
                  <a:lnTo>
                    <a:pt x="147" y="122"/>
                  </a:lnTo>
                  <a:lnTo>
                    <a:pt x="147" y="115"/>
                  </a:lnTo>
                  <a:lnTo>
                    <a:pt x="147" y="109"/>
                  </a:lnTo>
                  <a:lnTo>
                    <a:pt x="148" y="104"/>
                  </a:lnTo>
                  <a:lnTo>
                    <a:pt x="148" y="98"/>
                  </a:lnTo>
                  <a:lnTo>
                    <a:pt x="148" y="94"/>
                  </a:lnTo>
                  <a:lnTo>
                    <a:pt x="150" y="89"/>
                  </a:lnTo>
                  <a:lnTo>
                    <a:pt x="150" y="83"/>
                  </a:lnTo>
                  <a:lnTo>
                    <a:pt x="150" y="79"/>
                  </a:lnTo>
                  <a:lnTo>
                    <a:pt x="150" y="75"/>
                  </a:lnTo>
                  <a:lnTo>
                    <a:pt x="151" y="72"/>
                  </a:lnTo>
                  <a:lnTo>
                    <a:pt x="151" y="68"/>
                  </a:lnTo>
                  <a:lnTo>
                    <a:pt x="151" y="63"/>
                  </a:lnTo>
                  <a:lnTo>
                    <a:pt x="151" y="59"/>
                  </a:lnTo>
                  <a:lnTo>
                    <a:pt x="151" y="55"/>
                  </a:lnTo>
                  <a:lnTo>
                    <a:pt x="151" y="50"/>
                  </a:lnTo>
                  <a:lnTo>
                    <a:pt x="151" y="47"/>
                  </a:lnTo>
                  <a:lnTo>
                    <a:pt x="151" y="43"/>
                  </a:lnTo>
                  <a:lnTo>
                    <a:pt x="151" y="37"/>
                  </a:lnTo>
                  <a:lnTo>
                    <a:pt x="151" y="33"/>
                  </a:lnTo>
                  <a:lnTo>
                    <a:pt x="151" y="29"/>
                  </a:lnTo>
                  <a:lnTo>
                    <a:pt x="151" y="23"/>
                  </a:lnTo>
                  <a:lnTo>
                    <a:pt x="151" y="17"/>
                  </a:lnTo>
                  <a:lnTo>
                    <a:pt x="151" y="11"/>
                  </a:lnTo>
                  <a:lnTo>
                    <a:pt x="151" y="6"/>
                  </a:lnTo>
                  <a:lnTo>
                    <a:pt x="151"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4" name="Freeform 37">
              <a:extLst>
                <a:ext uri="{FF2B5EF4-FFF2-40B4-BE49-F238E27FC236}">
                  <a16:creationId xmlns:a16="http://schemas.microsoft.com/office/drawing/2014/main" id="{D9EAE04F-383B-4C54-89A4-32BA60FDB4B9}"/>
                </a:ext>
              </a:extLst>
            </p:cNvPr>
            <p:cNvSpPr>
              <a:spLocks/>
            </p:cNvSpPr>
            <p:nvPr/>
          </p:nvSpPr>
          <p:spPr bwMode="auto">
            <a:xfrm>
              <a:off x="4699000" y="1862138"/>
              <a:ext cx="92075" cy="136525"/>
            </a:xfrm>
            <a:custGeom>
              <a:avLst/>
              <a:gdLst>
                <a:gd name="T0" fmla="*/ 2147483646 w 115"/>
                <a:gd name="T1" fmla="*/ 2147483646 h 173"/>
                <a:gd name="T2" fmla="*/ 0 w 115"/>
                <a:gd name="T3" fmla="*/ 0 h 173"/>
                <a:gd name="T4" fmla="*/ 2147483646 w 115"/>
                <a:gd name="T5" fmla="*/ 2147483646 h 173"/>
                <a:gd name="T6" fmla="*/ 2147483646 w 115"/>
                <a:gd name="T7" fmla="*/ 2147483646 h 173"/>
                <a:gd name="T8" fmla="*/ 2147483646 w 115"/>
                <a:gd name="T9" fmla="*/ 2147483646 h 173"/>
                <a:gd name="T10" fmla="*/ 0 60000 65536"/>
                <a:gd name="T11" fmla="*/ 0 60000 65536"/>
                <a:gd name="T12" fmla="*/ 0 60000 65536"/>
                <a:gd name="T13" fmla="*/ 0 60000 65536"/>
                <a:gd name="T14" fmla="*/ 0 60000 65536"/>
                <a:gd name="T15" fmla="*/ 0 w 115"/>
                <a:gd name="T16" fmla="*/ 0 h 173"/>
                <a:gd name="T17" fmla="*/ 115 w 115"/>
                <a:gd name="T18" fmla="*/ 173 h 173"/>
              </a:gdLst>
              <a:ahLst/>
              <a:cxnLst>
                <a:cxn ang="T10">
                  <a:pos x="T0" y="T1"/>
                </a:cxn>
                <a:cxn ang="T11">
                  <a:pos x="T2" y="T3"/>
                </a:cxn>
                <a:cxn ang="T12">
                  <a:pos x="T4" y="T5"/>
                </a:cxn>
                <a:cxn ang="T13">
                  <a:pos x="T6" y="T7"/>
                </a:cxn>
                <a:cxn ang="T14">
                  <a:pos x="T8" y="T9"/>
                </a:cxn>
              </a:cxnLst>
              <a:rect l="T15" t="T16" r="T17" b="T18"/>
              <a:pathLst>
                <a:path w="115" h="173">
                  <a:moveTo>
                    <a:pt x="115" y="144"/>
                  </a:moveTo>
                  <a:lnTo>
                    <a:pt x="0" y="0"/>
                  </a:lnTo>
                  <a:lnTo>
                    <a:pt x="29" y="173"/>
                  </a:lnTo>
                  <a:lnTo>
                    <a:pt x="57" y="144"/>
                  </a:lnTo>
                  <a:lnTo>
                    <a:pt x="115" y="144"/>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5" name="Freeform 38">
              <a:extLst>
                <a:ext uri="{FF2B5EF4-FFF2-40B4-BE49-F238E27FC236}">
                  <a16:creationId xmlns:a16="http://schemas.microsoft.com/office/drawing/2014/main" id="{ED1759A4-CC09-424B-9393-BB77F11B96B7}"/>
                </a:ext>
              </a:extLst>
            </p:cNvPr>
            <p:cNvSpPr>
              <a:spLocks/>
            </p:cNvSpPr>
            <p:nvPr/>
          </p:nvSpPr>
          <p:spPr bwMode="auto">
            <a:xfrm>
              <a:off x="4760913" y="1990725"/>
              <a:ext cx="46037" cy="349250"/>
            </a:xfrm>
            <a:custGeom>
              <a:avLst/>
              <a:gdLst>
                <a:gd name="T0" fmla="*/ 0 w 59"/>
                <a:gd name="T1" fmla="*/ 2147483646 h 442"/>
                <a:gd name="T2" fmla="*/ 2147483646 w 59"/>
                <a:gd name="T3" fmla="*/ 2147483646 h 442"/>
                <a:gd name="T4" fmla="*/ 2147483646 w 59"/>
                <a:gd name="T5" fmla="*/ 2147483646 h 442"/>
                <a:gd name="T6" fmla="*/ 2147483646 w 59"/>
                <a:gd name="T7" fmla="*/ 2147483646 h 442"/>
                <a:gd name="T8" fmla="*/ 2147483646 w 59"/>
                <a:gd name="T9" fmla="*/ 2147483646 h 442"/>
                <a:gd name="T10" fmla="*/ 2147483646 w 59"/>
                <a:gd name="T11" fmla="*/ 2147483646 h 442"/>
                <a:gd name="T12" fmla="*/ 2147483646 w 59"/>
                <a:gd name="T13" fmla="*/ 2147483646 h 442"/>
                <a:gd name="T14" fmla="*/ 2147483646 w 59"/>
                <a:gd name="T15" fmla="*/ 2147483646 h 442"/>
                <a:gd name="T16" fmla="*/ 2147483646 w 59"/>
                <a:gd name="T17" fmla="*/ 2147483646 h 442"/>
                <a:gd name="T18" fmla="*/ 2147483646 w 59"/>
                <a:gd name="T19" fmla="*/ 2147483646 h 442"/>
                <a:gd name="T20" fmla="*/ 2147483646 w 59"/>
                <a:gd name="T21" fmla="*/ 2147483646 h 442"/>
                <a:gd name="T22" fmla="*/ 2147483646 w 59"/>
                <a:gd name="T23" fmla="*/ 2147483646 h 442"/>
                <a:gd name="T24" fmla="*/ 2147483646 w 59"/>
                <a:gd name="T25" fmla="*/ 2147483646 h 442"/>
                <a:gd name="T26" fmla="*/ 2147483646 w 59"/>
                <a:gd name="T27" fmla="*/ 2147483646 h 442"/>
                <a:gd name="T28" fmla="*/ 2147483646 w 59"/>
                <a:gd name="T29" fmla="*/ 2147483646 h 442"/>
                <a:gd name="T30" fmla="*/ 2147483646 w 59"/>
                <a:gd name="T31" fmla="*/ 2147483646 h 442"/>
                <a:gd name="T32" fmla="*/ 2147483646 w 59"/>
                <a:gd name="T33" fmla="*/ 2147483646 h 442"/>
                <a:gd name="T34" fmla="*/ 2147483646 w 59"/>
                <a:gd name="T35" fmla="*/ 2147483646 h 442"/>
                <a:gd name="T36" fmla="*/ 2147483646 w 59"/>
                <a:gd name="T37" fmla="*/ 2147483646 h 442"/>
                <a:gd name="T38" fmla="*/ 2147483646 w 59"/>
                <a:gd name="T39" fmla="*/ 2147483646 h 442"/>
                <a:gd name="T40" fmla="*/ 2147483646 w 59"/>
                <a:gd name="T41" fmla="*/ 2147483646 h 442"/>
                <a:gd name="T42" fmla="*/ 2147483646 w 59"/>
                <a:gd name="T43" fmla="*/ 2147483646 h 442"/>
                <a:gd name="T44" fmla="*/ 2147483646 w 59"/>
                <a:gd name="T45" fmla="*/ 2147483646 h 442"/>
                <a:gd name="T46" fmla="*/ 2147483646 w 59"/>
                <a:gd name="T47" fmla="*/ 2147483646 h 442"/>
                <a:gd name="T48" fmla="*/ 2147483646 w 59"/>
                <a:gd name="T49" fmla="*/ 2147483646 h 442"/>
                <a:gd name="T50" fmla="*/ 2147483646 w 59"/>
                <a:gd name="T51" fmla="*/ 2147483646 h 442"/>
                <a:gd name="T52" fmla="*/ 2147483646 w 59"/>
                <a:gd name="T53" fmla="*/ 2147483646 h 442"/>
                <a:gd name="T54" fmla="*/ 2147483646 w 59"/>
                <a:gd name="T55" fmla="*/ 2147483646 h 442"/>
                <a:gd name="T56" fmla="*/ 2147483646 w 59"/>
                <a:gd name="T57" fmla="*/ 2147483646 h 442"/>
                <a:gd name="T58" fmla="*/ 2147483646 w 59"/>
                <a:gd name="T59" fmla="*/ 2147483646 h 442"/>
                <a:gd name="T60" fmla="*/ 2147483646 w 59"/>
                <a:gd name="T61" fmla="*/ 2147483646 h 442"/>
                <a:gd name="T62" fmla="*/ 2147483646 w 59"/>
                <a:gd name="T63" fmla="*/ 2147483646 h 442"/>
                <a:gd name="T64" fmla="*/ 2147483646 w 59"/>
                <a:gd name="T65" fmla="*/ 2147483646 h 442"/>
                <a:gd name="T66" fmla="*/ 2147483646 w 59"/>
                <a:gd name="T67" fmla="*/ 2147483646 h 442"/>
                <a:gd name="T68" fmla="*/ 2147483646 w 59"/>
                <a:gd name="T69" fmla="*/ 2147483646 h 442"/>
                <a:gd name="T70" fmla="*/ 2147483646 w 59"/>
                <a:gd name="T71" fmla="*/ 2147483646 h 442"/>
                <a:gd name="T72" fmla="*/ 2147483646 w 59"/>
                <a:gd name="T73" fmla="*/ 2147483646 h 442"/>
                <a:gd name="T74" fmla="*/ 2147483646 w 59"/>
                <a:gd name="T75" fmla="*/ 2147483646 h 442"/>
                <a:gd name="T76" fmla="*/ 2147483646 w 59"/>
                <a:gd name="T77" fmla="*/ 2147483646 h 442"/>
                <a:gd name="T78" fmla="*/ 2147483646 w 59"/>
                <a:gd name="T79" fmla="*/ 2147483646 h 442"/>
                <a:gd name="T80" fmla="*/ 2147483646 w 59"/>
                <a:gd name="T81" fmla="*/ 2147483646 h 442"/>
                <a:gd name="T82" fmla="*/ 2147483646 w 59"/>
                <a:gd name="T83" fmla="*/ 2147483646 h 442"/>
                <a:gd name="T84" fmla="*/ 2147483646 w 59"/>
                <a:gd name="T85" fmla="*/ 2147483646 h 442"/>
                <a:gd name="T86" fmla="*/ 2147483646 w 59"/>
                <a:gd name="T87" fmla="*/ 2147483646 h 442"/>
                <a:gd name="T88" fmla="*/ 2147483646 w 59"/>
                <a:gd name="T89" fmla="*/ 2147483646 h 442"/>
                <a:gd name="T90" fmla="*/ 2147483646 w 59"/>
                <a:gd name="T91" fmla="*/ 2147483646 h 442"/>
                <a:gd name="T92" fmla="*/ 2147483646 w 59"/>
                <a:gd name="T93" fmla="*/ 2147483646 h 442"/>
                <a:gd name="T94" fmla="*/ 2147483646 w 59"/>
                <a:gd name="T95" fmla="*/ 2147483646 h 442"/>
                <a:gd name="T96" fmla="*/ 2147483646 w 59"/>
                <a:gd name="T97" fmla="*/ 2147483646 h 4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
                <a:gd name="T148" fmla="*/ 0 h 442"/>
                <a:gd name="T149" fmla="*/ 59 w 59"/>
                <a:gd name="T150" fmla="*/ 442 h 4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 h="442">
                  <a:moveTo>
                    <a:pt x="0" y="0"/>
                  </a:moveTo>
                  <a:lnTo>
                    <a:pt x="0" y="2"/>
                  </a:lnTo>
                  <a:lnTo>
                    <a:pt x="2" y="3"/>
                  </a:lnTo>
                  <a:lnTo>
                    <a:pt x="2" y="6"/>
                  </a:lnTo>
                  <a:lnTo>
                    <a:pt x="3" y="7"/>
                  </a:lnTo>
                  <a:lnTo>
                    <a:pt x="3" y="9"/>
                  </a:lnTo>
                  <a:lnTo>
                    <a:pt x="3" y="10"/>
                  </a:lnTo>
                  <a:lnTo>
                    <a:pt x="4" y="12"/>
                  </a:lnTo>
                  <a:lnTo>
                    <a:pt x="4" y="13"/>
                  </a:lnTo>
                  <a:lnTo>
                    <a:pt x="6" y="16"/>
                  </a:lnTo>
                  <a:lnTo>
                    <a:pt x="6" y="17"/>
                  </a:lnTo>
                  <a:lnTo>
                    <a:pt x="6" y="19"/>
                  </a:lnTo>
                  <a:lnTo>
                    <a:pt x="7" y="20"/>
                  </a:lnTo>
                  <a:lnTo>
                    <a:pt x="7" y="23"/>
                  </a:lnTo>
                  <a:lnTo>
                    <a:pt x="7" y="25"/>
                  </a:lnTo>
                  <a:lnTo>
                    <a:pt x="9" y="26"/>
                  </a:lnTo>
                  <a:lnTo>
                    <a:pt x="9" y="29"/>
                  </a:lnTo>
                  <a:lnTo>
                    <a:pt x="9" y="30"/>
                  </a:lnTo>
                  <a:lnTo>
                    <a:pt x="9" y="32"/>
                  </a:lnTo>
                  <a:lnTo>
                    <a:pt x="10" y="35"/>
                  </a:lnTo>
                  <a:lnTo>
                    <a:pt x="10" y="36"/>
                  </a:lnTo>
                  <a:lnTo>
                    <a:pt x="10" y="39"/>
                  </a:lnTo>
                  <a:lnTo>
                    <a:pt x="12" y="41"/>
                  </a:lnTo>
                  <a:lnTo>
                    <a:pt x="12" y="43"/>
                  </a:lnTo>
                  <a:lnTo>
                    <a:pt x="12" y="45"/>
                  </a:lnTo>
                  <a:lnTo>
                    <a:pt x="13" y="48"/>
                  </a:lnTo>
                  <a:lnTo>
                    <a:pt x="13" y="49"/>
                  </a:lnTo>
                  <a:lnTo>
                    <a:pt x="13" y="52"/>
                  </a:lnTo>
                  <a:lnTo>
                    <a:pt x="15" y="54"/>
                  </a:lnTo>
                  <a:lnTo>
                    <a:pt x="15" y="56"/>
                  </a:lnTo>
                  <a:lnTo>
                    <a:pt x="15" y="59"/>
                  </a:lnTo>
                  <a:lnTo>
                    <a:pt x="16" y="61"/>
                  </a:lnTo>
                  <a:lnTo>
                    <a:pt x="16" y="64"/>
                  </a:lnTo>
                  <a:lnTo>
                    <a:pt x="19" y="72"/>
                  </a:lnTo>
                  <a:lnTo>
                    <a:pt x="20" y="80"/>
                  </a:lnTo>
                  <a:lnTo>
                    <a:pt x="22" y="87"/>
                  </a:lnTo>
                  <a:lnTo>
                    <a:pt x="23" y="94"/>
                  </a:lnTo>
                  <a:lnTo>
                    <a:pt x="25" y="100"/>
                  </a:lnTo>
                  <a:lnTo>
                    <a:pt x="26" y="106"/>
                  </a:lnTo>
                  <a:lnTo>
                    <a:pt x="28" y="111"/>
                  </a:lnTo>
                  <a:lnTo>
                    <a:pt x="29" y="117"/>
                  </a:lnTo>
                  <a:lnTo>
                    <a:pt x="30" y="123"/>
                  </a:lnTo>
                  <a:lnTo>
                    <a:pt x="32" y="127"/>
                  </a:lnTo>
                  <a:lnTo>
                    <a:pt x="32" y="133"/>
                  </a:lnTo>
                  <a:lnTo>
                    <a:pt x="33" y="137"/>
                  </a:lnTo>
                  <a:lnTo>
                    <a:pt x="35" y="142"/>
                  </a:lnTo>
                  <a:lnTo>
                    <a:pt x="35" y="146"/>
                  </a:lnTo>
                  <a:lnTo>
                    <a:pt x="36" y="152"/>
                  </a:lnTo>
                  <a:lnTo>
                    <a:pt x="36" y="156"/>
                  </a:lnTo>
                  <a:lnTo>
                    <a:pt x="38" y="160"/>
                  </a:lnTo>
                  <a:lnTo>
                    <a:pt x="38" y="165"/>
                  </a:lnTo>
                  <a:lnTo>
                    <a:pt x="39" y="170"/>
                  </a:lnTo>
                  <a:lnTo>
                    <a:pt x="39" y="175"/>
                  </a:lnTo>
                  <a:lnTo>
                    <a:pt x="41" y="181"/>
                  </a:lnTo>
                  <a:lnTo>
                    <a:pt x="41" y="186"/>
                  </a:lnTo>
                  <a:lnTo>
                    <a:pt x="42" y="192"/>
                  </a:lnTo>
                  <a:lnTo>
                    <a:pt x="42" y="198"/>
                  </a:lnTo>
                  <a:lnTo>
                    <a:pt x="43" y="204"/>
                  </a:lnTo>
                  <a:lnTo>
                    <a:pt x="43" y="211"/>
                  </a:lnTo>
                  <a:lnTo>
                    <a:pt x="45" y="218"/>
                  </a:lnTo>
                  <a:lnTo>
                    <a:pt x="45" y="225"/>
                  </a:lnTo>
                  <a:lnTo>
                    <a:pt x="46" y="234"/>
                  </a:lnTo>
                  <a:lnTo>
                    <a:pt x="46" y="243"/>
                  </a:lnTo>
                  <a:lnTo>
                    <a:pt x="48" y="251"/>
                  </a:lnTo>
                  <a:lnTo>
                    <a:pt x="49" y="261"/>
                  </a:lnTo>
                  <a:lnTo>
                    <a:pt x="49" y="271"/>
                  </a:lnTo>
                  <a:lnTo>
                    <a:pt x="51" y="280"/>
                  </a:lnTo>
                  <a:lnTo>
                    <a:pt x="52" y="289"/>
                  </a:lnTo>
                  <a:lnTo>
                    <a:pt x="52" y="297"/>
                  </a:lnTo>
                  <a:lnTo>
                    <a:pt x="54" y="305"/>
                  </a:lnTo>
                  <a:lnTo>
                    <a:pt x="54" y="312"/>
                  </a:lnTo>
                  <a:lnTo>
                    <a:pt x="55" y="319"/>
                  </a:lnTo>
                  <a:lnTo>
                    <a:pt x="55" y="325"/>
                  </a:lnTo>
                  <a:lnTo>
                    <a:pt x="55" y="331"/>
                  </a:lnTo>
                  <a:lnTo>
                    <a:pt x="56" y="336"/>
                  </a:lnTo>
                  <a:lnTo>
                    <a:pt x="56" y="342"/>
                  </a:lnTo>
                  <a:lnTo>
                    <a:pt x="56" y="347"/>
                  </a:lnTo>
                  <a:lnTo>
                    <a:pt x="58" y="351"/>
                  </a:lnTo>
                  <a:lnTo>
                    <a:pt x="58" y="357"/>
                  </a:lnTo>
                  <a:lnTo>
                    <a:pt x="58" y="361"/>
                  </a:lnTo>
                  <a:lnTo>
                    <a:pt x="58" y="365"/>
                  </a:lnTo>
                  <a:lnTo>
                    <a:pt x="59" y="370"/>
                  </a:lnTo>
                  <a:lnTo>
                    <a:pt x="59" y="372"/>
                  </a:lnTo>
                  <a:lnTo>
                    <a:pt x="59" y="377"/>
                  </a:lnTo>
                  <a:lnTo>
                    <a:pt x="59" y="381"/>
                  </a:lnTo>
                  <a:lnTo>
                    <a:pt x="59" y="385"/>
                  </a:lnTo>
                  <a:lnTo>
                    <a:pt x="59" y="390"/>
                  </a:lnTo>
                  <a:lnTo>
                    <a:pt x="59" y="394"/>
                  </a:lnTo>
                  <a:lnTo>
                    <a:pt x="59" y="398"/>
                  </a:lnTo>
                  <a:lnTo>
                    <a:pt x="59" y="403"/>
                  </a:lnTo>
                  <a:lnTo>
                    <a:pt x="59" y="407"/>
                  </a:lnTo>
                  <a:lnTo>
                    <a:pt x="59" y="411"/>
                  </a:lnTo>
                  <a:lnTo>
                    <a:pt x="59" y="417"/>
                  </a:lnTo>
                  <a:lnTo>
                    <a:pt x="59" y="423"/>
                  </a:lnTo>
                  <a:lnTo>
                    <a:pt x="59" y="429"/>
                  </a:lnTo>
                  <a:lnTo>
                    <a:pt x="59" y="435"/>
                  </a:lnTo>
                  <a:lnTo>
                    <a:pt x="59" y="442"/>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6" name="Rectangle 39">
              <a:extLst>
                <a:ext uri="{FF2B5EF4-FFF2-40B4-BE49-F238E27FC236}">
                  <a16:creationId xmlns:a16="http://schemas.microsoft.com/office/drawing/2014/main" id="{CECE2AF7-B70E-48A3-B372-94EF7880F8A3}"/>
                </a:ext>
              </a:extLst>
            </p:cNvPr>
            <p:cNvSpPr>
              <a:spLocks noChangeArrowheads="1"/>
            </p:cNvSpPr>
            <p:nvPr/>
          </p:nvSpPr>
          <p:spPr bwMode="auto">
            <a:xfrm>
              <a:off x="4432300" y="1419225"/>
              <a:ext cx="31432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S1</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7" name="Rectangle 40">
              <a:extLst>
                <a:ext uri="{FF2B5EF4-FFF2-40B4-BE49-F238E27FC236}">
                  <a16:creationId xmlns:a16="http://schemas.microsoft.com/office/drawing/2014/main" id="{3BCD41E2-67DA-466B-B5C0-B28759E266FC}"/>
                </a:ext>
              </a:extLst>
            </p:cNvPr>
            <p:cNvSpPr>
              <a:spLocks noChangeArrowheads="1"/>
            </p:cNvSpPr>
            <p:nvPr/>
          </p:nvSpPr>
          <p:spPr bwMode="auto">
            <a:xfrm>
              <a:off x="4895850" y="2139950"/>
              <a:ext cx="2968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8" name="Rectangle 41">
              <a:extLst>
                <a:ext uri="{FF2B5EF4-FFF2-40B4-BE49-F238E27FC236}">
                  <a16:creationId xmlns:a16="http://schemas.microsoft.com/office/drawing/2014/main" id="{BF2916DF-2DBC-46E8-B5F3-516721FCAFA4}"/>
                </a:ext>
              </a:extLst>
            </p:cNvPr>
            <p:cNvSpPr>
              <a:spLocks noChangeArrowheads="1"/>
            </p:cNvSpPr>
            <p:nvPr/>
          </p:nvSpPr>
          <p:spPr bwMode="auto">
            <a:xfrm>
              <a:off x="5181600" y="21399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89" name="Rectangle 42">
              <a:extLst>
                <a:ext uri="{FF2B5EF4-FFF2-40B4-BE49-F238E27FC236}">
                  <a16:creationId xmlns:a16="http://schemas.microsoft.com/office/drawing/2014/main" id="{DFC29308-06AB-4438-8175-12FEB97CD4B5}"/>
                </a:ext>
              </a:extLst>
            </p:cNvPr>
            <p:cNvSpPr>
              <a:spLocks noChangeArrowheads="1"/>
            </p:cNvSpPr>
            <p:nvPr/>
          </p:nvSpPr>
          <p:spPr bwMode="auto">
            <a:xfrm>
              <a:off x="5095875" y="21336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0" name="Rectangle 43">
              <a:extLst>
                <a:ext uri="{FF2B5EF4-FFF2-40B4-BE49-F238E27FC236}">
                  <a16:creationId xmlns:a16="http://schemas.microsoft.com/office/drawing/2014/main" id="{F4DB9395-277A-4C29-81D0-2D18ECC5E9E8}"/>
                </a:ext>
              </a:extLst>
            </p:cNvPr>
            <p:cNvSpPr>
              <a:spLocks noChangeArrowheads="1"/>
            </p:cNvSpPr>
            <p:nvPr/>
          </p:nvSpPr>
          <p:spPr bwMode="auto">
            <a:xfrm>
              <a:off x="4895850" y="3868738"/>
              <a:ext cx="2968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1" name="Rectangle 44">
              <a:extLst>
                <a:ext uri="{FF2B5EF4-FFF2-40B4-BE49-F238E27FC236}">
                  <a16:creationId xmlns:a16="http://schemas.microsoft.com/office/drawing/2014/main" id="{80C4CE88-8AC2-4918-AF16-537228AD838B}"/>
                </a:ext>
              </a:extLst>
            </p:cNvPr>
            <p:cNvSpPr>
              <a:spLocks noChangeArrowheads="1"/>
            </p:cNvSpPr>
            <p:nvPr/>
          </p:nvSpPr>
          <p:spPr bwMode="auto">
            <a:xfrm>
              <a:off x="5181600" y="3868738"/>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2" name="Rectangle 45">
              <a:extLst>
                <a:ext uri="{FF2B5EF4-FFF2-40B4-BE49-F238E27FC236}">
                  <a16:creationId xmlns:a16="http://schemas.microsoft.com/office/drawing/2014/main" id="{F832ECF6-819C-4568-A640-6DD0C8B9EA7A}"/>
                </a:ext>
              </a:extLst>
            </p:cNvPr>
            <p:cNvSpPr>
              <a:spLocks noChangeArrowheads="1"/>
            </p:cNvSpPr>
            <p:nvPr/>
          </p:nvSpPr>
          <p:spPr bwMode="auto">
            <a:xfrm>
              <a:off x="5095875" y="3862388"/>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3" name="Rectangle 46">
              <a:extLst>
                <a:ext uri="{FF2B5EF4-FFF2-40B4-BE49-F238E27FC236}">
                  <a16:creationId xmlns:a16="http://schemas.microsoft.com/office/drawing/2014/main" id="{D6E83803-E465-455E-ACA4-0F64DD750619}"/>
                </a:ext>
              </a:extLst>
            </p:cNvPr>
            <p:cNvSpPr>
              <a:spLocks noChangeArrowheads="1"/>
            </p:cNvSpPr>
            <p:nvPr/>
          </p:nvSpPr>
          <p:spPr bwMode="auto">
            <a:xfrm>
              <a:off x="2614613" y="3057525"/>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4" name="Rectangle 47">
              <a:extLst>
                <a:ext uri="{FF2B5EF4-FFF2-40B4-BE49-F238E27FC236}">
                  <a16:creationId xmlns:a16="http://schemas.microsoft.com/office/drawing/2014/main" id="{47FD9910-478F-418C-8F83-92C81B1B2E38}"/>
                </a:ext>
              </a:extLst>
            </p:cNvPr>
            <p:cNvSpPr>
              <a:spLocks noChangeArrowheads="1"/>
            </p:cNvSpPr>
            <p:nvPr/>
          </p:nvSpPr>
          <p:spPr bwMode="auto">
            <a:xfrm>
              <a:off x="2901950" y="3057525"/>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5" name="Rectangle 48">
              <a:extLst>
                <a:ext uri="{FF2B5EF4-FFF2-40B4-BE49-F238E27FC236}">
                  <a16:creationId xmlns:a16="http://schemas.microsoft.com/office/drawing/2014/main" id="{2020E8CA-DC64-4B9E-B566-5CF2EECF7A34}"/>
                </a:ext>
              </a:extLst>
            </p:cNvPr>
            <p:cNvSpPr>
              <a:spLocks noChangeArrowheads="1"/>
            </p:cNvSpPr>
            <p:nvPr/>
          </p:nvSpPr>
          <p:spPr bwMode="auto">
            <a:xfrm>
              <a:off x="2816225" y="3051175"/>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6" name="Rectangle 49">
              <a:extLst>
                <a:ext uri="{FF2B5EF4-FFF2-40B4-BE49-F238E27FC236}">
                  <a16:creationId xmlns:a16="http://schemas.microsoft.com/office/drawing/2014/main" id="{04AA5286-1CCA-4F56-8FF6-D0B37B629EA2}"/>
                </a:ext>
              </a:extLst>
            </p:cNvPr>
            <p:cNvSpPr>
              <a:spLocks noChangeArrowheads="1"/>
            </p:cNvSpPr>
            <p:nvPr/>
          </p:nvSpPr>
          <p:spPr bwMode="auto">
            <a:xfrm>
              <a:off x="3849688" y="3868738"/>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7" name="Rectangle 50">
              <a:extLst>
                <a:ext uri="{FF2B5EF4-FFF2-40B4-BE49-F238E27FC236}">
                  <a16:creationId xmlns:a16="http://schemas.microsoft.com/office/drawing/2014/main" id="{EA0F1CB8-E83A-447C-A249-FC50426ED6FF}"/>
                </a:ext>
              </a:extLst>
            </p:cNvPr>
            <p:cNvSpPr>
              <a:spLocks noChangeArrowheads="1"/>
            </p:cNvSpPr>
            <p:nvPr/>
          </p:nvSpPr>
          <p:spPr bwMode="auto">
            <a:xfrm>
              <a:off x="4137025" y="3868738"/>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8" name="Rectangle 51">
              <a:extLst>
                <a:ext uri="{FF2B5EF4-FFF2-40B4-BE49-F238E27FC236}">
                  <a16:creationId xmlns:a16="http://schemas.microsoft.com/office/drawing/2014/main" id="{ECCF8DE8-EC87-4924-922D-30462C3E042C}"/>
                </a:ext>
              </a:extLst>
            </p:cNvPr>
            <p:cNvSpPr>
              <a:spLocks noChangeArrowheads="1"/>
            </p:cNvSpPr>
            <p:nvPr/>
          </p:nvSpPr>
          <p:spPr bwMode="auto">
            <a:xfrm>
              <a:off x="4049713" y="3862388"/>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699" name="Rectangle 52">
              <a:extLst>
                <a:ext uri="{FF2B5EF4-FFF2-40B4-BE49-F238E27FC236}">
                  <a16:creationId xmlns:a16="http://schemas.microsoft.com/office/drawing/2014/main" id="{D91E19A7-F1CD-4DBA-A845-4E76E1AE9A7A}"/>
                </a:ext>
              </a:extLst>
            </p:cNvPr>
            <p:cNvSpPr>
              <a:spLocks noChangeArrowheads="1"/>
            </p:cNvSpPr>
            <p:nvPr/>
          </p:nvSpPr>
          <p:spPr bwMode="auto">
            <a:xfrm>
              <a:off x="3849688" y="2139950"/>
              <a:ext cx="2841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N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0" name="Rectangle 53">
              <a:extLst>
                <a:ext uri="{FF2B5EF4-FFF2-40B4-BE49-F238E27FC236}">
                  <a16:creationId xmlns:a16="http://schemas.microsoft.com/office/drawing/2014/main" id="{3CB1B039-3EC3-46BD-B968-D0F0D22D3FF3}"/>
                </a:ext>
              </a:extLst>
            </p:cNvPr>
            <p:cNvSpPr>
              <a:spLocks noChangeArrowheads="1"/>
            </p:cNvSpPr>
            <p:nvPr/>
          </p:nvSpPr>
          <p:spPr bwMode="auto">
            <a:xfrm>
              <a:off x="4137025" y="21399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1" name="Rectangle 54">
              <a:extLst>
                <a:ext uri="{FF2B5EF4-FFF2-40B4-BE49-F238E27FC236}">
                  <a16:creationId xmlns:a16="http://schemas.microsoft.com/office/drawing/2014/main" id="{00E5B2EA-C458-43A3-9EC8-CC79031D59BE}"/>
                </a:ext>
              </a:extLst>
            </p:cNvPr>
            <p:cNvSpPr>
              <a:spLocks noChangeArrowheads="1"/>
            </p:cNvSpPr>
            <p:nvPr/>
          </p:nvSpPr>
          <p:spPr bwMode="auto">
            <a:xfrm>
              <a:off x="4049713" y="21336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2" name="Rectangle 55">
              <a:extLst>
                <a:ext uri="{FF2B5EF4-FFF2-40B4-BE49-F238E27FC236}">
                  <a16:creationId xmlns:a16="http://schemas.microsoft.com/office/drawing/2014/main" id="{A807992E-1CD3-4880-B1C7-668D3CF34C57}"/>
                </a:ext>
              </a:extLst>
            </p:cNvPr>
            <p:cNvSpPr>
              <a:spLocks noChangeArrowheads="1"/>
            </p:cNvSpPr>
            <p:nvPr/>
          </p:nvSpPr>
          <p:spPr bwMode="auto">
            <a:xfrm>
              <a:off x="3563938" y="2582863"/>
              <a:ext cx="3857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3" name="Rectangle 56">
              <a:extLst>
                <a:ext uri="{FF2B5EF4-FFF2-40B4-BE49-F238E27FC236}">
                  <a16:creationId xmlns:a16="http://schemas.microsoft.com/office/drawing/2014/main" id="{B6E8BAB2-5BF8-4533-9828-B918A9C6B21A}"/>
                </a:ext>
              </a:extLst>
            </p:cNvPr>
            <p:cNvSpPr>
              <a:spLocks noChangeArrowheads="1"/>
            </p:cNvSpPr>
            <p:nvPr/>
          </p:nvSpPr>
          <p:spPr bwMode="auto">
            <a:xfrm>
              <a:off x="4016375" y="2582863"/>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4" name="Line 57">
              <a:extLst>
                <a:ext uri="{FF2B5EF4-FFF2-40B4-BE49-F238E27FC236}">
                  <a16:creationId xmlns:a16="http://schemas.microsoft.com/office/drawing/2014/main" id="{9594E0A1-CF34-4FAB-910C-E491F25E0BAC}"/>
                </a:ext>
              </a:extLst>
            </p:cNvPr>
            <p:cNvSpPr>
              <a:spLocks noChangeShapeType="1"/>
            </p:cNvSpPr>
            <p:nvPr/>
          </p:nvSpPr>
          <p:spPr bwMode="auto">
            <a:xfrm flipH="1">
              <a:off x="3578225" y="25717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5" name="Line 58">
              <a:extLst>
                <a:ext uri="{FF2B5EF4-FFF2-40B4-BE49-F238E27FC236}">
                  <a16:creationId xmlns:a16="http://schemas.microsoft.com/office/drawing/2014/main" id="{5C1E8DCE-385B-4370-A4C9-1B9CE01F56DB}"/>
                </a:ext>
              </a:extLst>
            </p:cNvPr>
            <p:cNvSpPr>
              <a:spLocks noChangeShapeType="1"/>
            </p:cNvSpPr>
            <p:nvPr/>
          </p:nvSpPr>
          <p:spPr bwMode="auto">
            <a:xfrm flipH="1">
              <a:off x="3738563" y="2571750"/>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6" name="Rectangle 59">
              <a:extLst>
                <a:ext uri="{FF2B5EF4-FFF2-40B4-BE49-F238E27FC236}">
                  <a16:creationId xmlns:a16="http://schemas.microsoft.com/office/drawing/2014/main" id="{DC79815D-8FA9-447C-81CA-4A2F76556FDB}"/>
                </a:ext>
              </a:extLst>
            </p:cNvPr>
            <p:cNvSpPr>
              <a:spLocks noChangeArrowheads="1"/>
            </p:cNvSpPr>
            <p:nvPr/>
          </p:nvSpPr>
          <p:spPr bwMode="auto">
            <a:xfrm>
              <a:off x="3930650" y="257651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7" name="Rectangle 60">
              <a:extLst>
                <a:ext uri="{FF2B5EF4-FFF2-40B4-BE49-F238E27FC236}">
                  <a16:creationId xmlns:a16="http://schemas.microsoft.com/office/drawing/2014/main" id="{92140FBD-7D48-4072-8A97-049B5AF1C0E4}"/>
                </a:ext>
              </a:extLst>
            </p:cNvPr>
            <p:cNvSpPr>
              <a:spLocks noChangeArrowheads="1"/>
            </p:cNvSpPr>
            <p:nvPr/>
          </p:nvSpPr>
          <p:spPr bwMode="auto">
            <a:xfrm>
              <a:off x="4279900" y="379413"/>
              <a:ext cx="3857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8" name="Rectangle 61">
              <a:extLst>
                <a:ext uri="{FF2B5EF4-FFF2-40B4-BE49-F238E27FC236}">
                  <a16:creationId xmlns:a16="http://schemas.microsoft.com/office/drawing/2014/main" id="{32330ECB-47FE-47C4-BEB3-97D54AAD19FA}"/>
                </a:ext>
              </a:extLst>
            </p:cNvPr>
            <p:cNvSpPr>
              <a:spLocks noChangeArrowheads="1"/>
            </p:cNvSpPr>
            <p:nvPr/>
          </p:nvSpPr>
          <p:spPr bwMode="auto">
            <a:xfrm>
              <a:off x="4732338" y="379413"/>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09" name="Line 62">
              <a:extLst>
                <a:ext uri="{FF2B5EF4-FFF2-40B4-BE49-F238E27FC236}">
                  <a16:creationId xmlns:a16="http://schemas.microsoft.com/office/drawing/2014/main" id="{15CD777A-84BF-4DE0-8B78-929A74C8E126}"/>
                </a:ext>
              </a:extLst>
            </p:cNvPr>
            <p:cNvSpPr>
              <a:spLocks noChangeShapeType="1"/>
            </p:cNvSpPr>
            <p:nvPr/>
          </p:nvSpPr>
          <p:spPr bwMode="auto">
            <a:xfrm flipH="1">
              <a:off x="4310063" y="373063"/>
              <a:ext cx="92075"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0" name="Line 63">
              <a:extLst>
                <a:ext uri="{FF2B5EF4-FFF2-40B4-BE49-F238E27FC236}">
                  <a16:creationId xmlns:a16="http://schemas.microsoft.com/office/drawing/2014/main" id="{C2AC1DF4-E694-4D2F-99F8-B2D9FD1E5B4D}"/>
                </a:ext>
              </a:extLst>
            </p:cNvPr>
            <p:cNvSpPr>
              <a:spLocks noChangeShapeType="1"/>
            </p:cNvSpPr>
            <p:nvPr/>
          </p:nvSpPr>
          <p:spPr bwMode="auto">
            <a:xfrm flipH="1">
              <a:off x="4470400" y="373063"/>
              <a:ext cx="114300" cy="1587"/>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1" name="Rectangle 64">
              <a:extLst>
                <a:ext uri="{FF2B5EF4-FFF2-40B4-BE49-F238E27FC236}">
                  <a16:creationId xmlns:a16="http://schemas.microsoft.com/office/drawing/2014/main" id="{D02C461B-9338-465A-86C6-A73730246FD6}"/>
                </a:ext>
              </a:extLst>
            </p:cNvPr>
            <p:cNvSpPr>
              <a:spLocks noChangeArrowheads="1"/>
            </p:cNvSpPr>
            <p:nvPr/>
          </p:nvSpPr>
          <p:spPr bwMode="auto">
            <a:xfrm>
              <a:off x="4646613" y="373063"/>
              <a:ext cx="219075"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2" name="Rectangle 65">
              <a:extLst>
                <a:ext uri="{FF2B5EF4-FFF2-40B4-BE49-F238E27FC236}">
                  <a16:creationId xmlns:a16="http://schemas.microsoft.com/office/drawing/2014/main" id="{56EE85B6-B359-45A1-878D-FD676290FFF3}"/>
                </a:ext>
              </a:extLst>
            </p:cNvPr>
            <p:cNvSpPr>
              <a:spLocks noChangeArrowheads="1"/>
            </p:cNvSpPr>
            <p:nvPr/>
          </p:nvSpPr>
          <p:spPr bwMode="auto">
            <a:xfrm>
              <a:off x="4292600" y="5772150"/>
              <a:ext cx="3857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DN</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3" name="Rectangle 66">
              <a:extLst>
                <a:ext uri="{FF2B5EF4-FFF2-40B4-BE49-F238E27FC236}">
                  <a16:creationId xmlns:a16="http://schemas.microsoft.com/office/drawing/2014/main" id="{74CBDA25-376D-4EFD-B3BD-C8640DFAC137}"/>
                </a:ext>
              </a:extLst>
            </p:cNvPr>
            <p:cNvSpPr>
              <a:spLocks noChangeArrowheads="1"/>
            </p:cNvSpPr>
            <p:nvPr/>
          </p:nvSpPr>
          <p:spPr bwMode="auto">
            <a:xfrm>
              <a:off x="4745038" y="5772150"/>
              <a:ext cx="24765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Times-Roman"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4" name="Line 67">
              <a:extLst>
                <a:ext uri="{FF2B5EF4-FFF2-40B4-BE49-F238E27FC236}">
                  <a16:creationId xmlns:a16="http://schemas.microsoft.com/office/drawing/2014/main" id="{15AD9F41-9C54-4241-9BCD-9500AB83BB33}"/>
                </a:ext>
              </a:extLst>
            </p:cNvPr>
            <p:cNvSpPr>
              <a:spLocks noChangeShapeType="1"/>
            </p:cNvSpPr>
            <p:nvPr/>
          </p:nvSpPr>
          <p:spPr bwMode="auto">
            <a:xfrm flipH="1">
              <a:off x="4310063" y="575627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5" name="Line 68">
              <a:extLst>
                <a:ext uri="{FF2B5EF4-FFF2-40B4-BE49-F238E27FC236}">
                  <a16:creationId xmlns:a16="http://schemas.microsoft.com/office/drawing/2014/main" id="{489EA7F0-1995-4A2B-A49B-F0EDA7F8B4E9}"/>
                </a:ext>
              </a:extLst>
            </p:cNvPr>
            <p:cNvSpPr>
              <a:spLocks noChangeShapeType="1"/>
            </p:cNvSpPr>
            <p:nvPr/>
          </p:nvSpPr>
          <p:spPr bwMode="auto">
            <a:xfrm flipH="1">
              <a:off x="4470400" y="5756275"/>
              <a:ext cx="114300" cy="1588"/>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6" name="Freeform 69">
              <a:extLst>
                <a:ext uri="{FF2B5EF4-FFF2-40B4-BE49-F238E27FC236}">
                  <a16:creationId xmlns:a16="http://schemas.microsoft.com/office/drawing/2014/main" id="{1B3C4D7D-2914-46D6-9B18-34589EB52E03}"/>
                </a:ext>
              </a:extLst>
            </p:cNvPr>
            <p:cNvSpPr>
              <a:spLocks/>
            </p:cNvSpPr>
            <p:nvPr/>
          </p:nvSpPr>
          <p:spPr bwMode="auto">
            <a:xfrm>
              <a:off x="4103688" y="1563688"/>
              <a:ext cx="114300" cy="114300"/>
            </a:xfrm>
            <a:custGeom>
              <a:avLst/>
              <a:gdLst>
                <a:gd name="T0" fmla="*/ 2147483646 w 144"/>
                <a:gd name="T1" fmla="*/ 2147483646 h 145"/>
                <a:gd name="T2" fmla="*/ 2147483646 w 144"/>
                <a:gd name="T3" fmla="*/ 0 h 145"/>
                <a:gd name="T4" fmla="*/ 0 w 144"/>
                <a:gd name="T5" fmla="*/ 2147483646 h 145"/>
                <a:gd name="T6" fmla="*/ 2147483646 w 144"/>
                <a:gd name="T7" fmla="*/ 2147483646 h 145"/>
                <a:gd name="T8" fmla="*/ 2147483646 w 144"/>
                <a:gd name="T9" fmla="*/ 2147483646 h 145"/>
                <a:gd name="T10" fmla="*/ 0 60000 65536"/>
                <a:gd name="T11" fmla="*/ 0 60000 65536"/>
                <a:gd name="T12" fmla="*/ 0 60000 65536"/>
                <a:gd name="T13" fmla="*/ 0 60000 65536"/>
                <a:gd name="T14" fmla="*/ 0 60000 65536"/>
                <a:gd name="T15" fmla="*/ 0 w 144"/>
                <a:gd name="T16" fmla="*/ 0 h 145"/>
                <a:gd name="T17" fmla="*/ 144 w 144"/>
                <a:gd name="T18" fmla="*/ 145 h 145"/>
              </a:gdLst>
              <a:ahLst/>
              <a:cxnLst>
                <a:cxn ang="T10">
                  <a:pos x="T0" y="T1"/>
                </a:cxn>
                <a:cxn ang="T11">
                  <a:pos x="T2" y="T3"/>
                </a:cxn>
                <a:cxn ang="T12">
                  <a:pos x="T4" y="T5"/>
                </a:cxn>
                <a:cxn ang="T13">
                  <a:pos x="T6" y="T7"/>
                </a:cxn>
                <a:cxn ang="T14">
                  <a:pos x="T8" y="T9"/>
                </a:cxn>
              </a:cxnLst>
              <a:rect l="T15" t="T16" r="T17" b="T18"/>
              <a:pathLst>
                <a:path w="144" h="145">
                  <a:moveTo>
                    <a:pt x="29" y="145"/>
                  </a:moveTo>
                  <a:lnTo>
                    <a:pt x="144" y="0"/>
                  </a:lnTo>
                  <a:lnTo>
                    <a:pt x="0" y="87"/>
                  </a:lnTo>
                  <a:lnTo>
                    <a:pt x="29" y="116"/>
                  </a:lnTo>
                  <a:lnTo>
                    <a:pt x="29" y="145"/>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7" name="Freeform 70">
              <a:extLst>
                <a:ext uri="{FF2B5EF4-FFF2-40B4-BE49-F238E27FC236}">
                  <a16:creationId xmlns:a16="http://schemas.microsoft.com/office/drawing/2014/main" id="{2D9C1DF0-1116-4449-8CC4-A2995E418AF0}"/>
                </a:ext>
              </a:extLst>
            </p:cNvPr>
            <p:cNvSpPr>
              <a:spLocks/>
            </p:cNvSpPr>
            <p:nvPr/>
          </p:nvSpPr>
          <p:spPr bwMode="auto">
            <a:xfrm>
              <a:off x="3098800" y="1660525"/>
              <a:ext cx="1135063" cy="3114675"/>
            </a:xfrm>
            <a:custGeom>
              <a:avLst/>
              <a:gdLst>
                <a:gd name="T0" fmla="*/ 2147483646 w 1429"/>
                <a:gd name="T1" fmla="*/ 2147483646 h 3925"/>
                <a:gd name="T2" fmla="*/ 2147483646 w 1429"/>
                <a:gd name="T3" fmla="*/ 2147483646 h 3925"/>
                <a:gd name="T4" fmla="*/ 2147483646 w 1429"/>
                <a:gd name="T5" fmla="*/ 2147483646 h 3925"/>
                <a:gd name="T6" fmla="*/ 2147483646 w 1429"/>
                <a:gd name="T7" fmla="*/ 2147483646 h 3925"/>
                <a:gd name="T8" fmla="*/ 2147483646 w 1429"/>
                <a:gd name="T9" fmla="*/ 2147483646 h 3925"/>
                <a:gd name="T10" fmla="*/ 2147483646 w 1429"/>
                <a:gd name="T11" fmla="*/ 2147483646 h 3925"/>
                <a:gd name="T12" fmla="*/ 2147483646 w 1429"/>
                <a:gd name="T13" fmla="*/ 2147483646 h 3925"/>
                <a:gd name="T14" fmla="*/ 2147483646 w 1429"/>
                <a:gd name="T15" fmla="*/ 2147483646 h 3925"/>
                <a:gd name="T16" fmla="*/ 2147483646 w 1429"/>
                <a:gd name="T17" fmla="*/ 2147483646 h 3925"/>
                <a:gd name="T18" fmla="*/ 2147483646 w 1429"/>
                <a:gd name="T19" fmla="*/ 2147483646 h 3925"/>
                <a:gd name="T20" fmla="*/ 2147483646 w 1429"/>
                <a:gd name="T21" fmla="*/ 2147483646 h 3925"/>
                <a:gd name="T22" fmla="*/ 2147483646 w 1429"/>
                <a:gd name="T23" fmla="*/ 2147483646 h 3925"/>
                <a:gd name="T24" fmla="*/ 2147483646 w 1429"/>
                <a:gd name="T25" fmla="*/ 2147483646 h 3925"/>
                <a:gd name="T26" fmla="*/ 2147483646 w 1429"/>
                <a:gd name="T27" fmla="*/ 2147483646 h 3925"/>
                <a:gd name="T28" fmla="*/ 2147483646 w 1429"/>
                <a:gd name="T29" fmla="*/ 2147483646 h 3925"/>
                <a:gd name="T30" fmla="*/ 2147483646 w 1429"/>
                <a:gd name="T31" fmla="*/ 2147483646 h 3925"/>
                <a:gd name="T32" fmla="*/ 0 w 1429"/>
                <a:gd name="T33" fmla="*/ 2147483646 h 3925"/>
                <a:gd name="T34" fmla="*/ 0 w 1429"/>
                <a:gd name="T35" fmla="*/ 2147483646 h 3925"/>
                <a:gd name="T36" fmla="*/ 2147483646 w 1429"/>
                <a:gd name="T37" fmla="*/ 2147483646 h 3925"/>
                <a:gd name="T38" fmla="*/ 2147483646 w 1429"/>
                <a:gd name="T39" fmla="*/ 2147483646 h 3925"/>
                <a:gd name="T40" fmla="*/ 2147483646 w 1429"/>
                <a:gd name="T41" fmla="*/ 2147483646 h 3925"/>
                <a:gd name="T42" fmla="*/ 2147483646 w 1429"/>
                <a:gd name="T43" fmla="*/ 2147483646 h 3925"/>
                <a:gd name="T44" fmla="*/ 2147483646 w 1429"/>
                <a:gd name="T45" fmla="*/ 2147483646 h 3925"/>
                <a:gd name="T46" fmla="*/ 2147483646 w 1429"/>
                <a:gd name="T47" fmla="*/ 2147483646 h 3925"/>
                <a:gd name="T48" fmla="*/ 2147483646 w 1429"/>
                <a:gd name="T49" fmla="*/ 2147483646 h 3925"/>
                <a:gd name="T50" fmla="*/ 2147483646 w 1429"/>
                <a:gd name="T51" fmla="*/ 2147483646 h 3925"/>
                <a:gd name="T52" fmla="*/ 2147483646 w 1429"/>
                <a:gd name="T53" fmla="*/ 2147483646 h 3925"/>
                <a:gd name="T54" fmla="*/ 2147483646 w 1429"/>
                <a:gd name="T55" fmla="*/ 2147483646 h 3925"/>
                <a:gd name="T56" fmla="*/ 2147483646 w 1429"/>
                <a:gd name="T57" fmla="*/ 2147483646 h 3925"/>
                <a:gd name="T58" fmla="*/ 2147483646 w 1429"/>
                <a:gd name="T59" fmla="*/ 2147483646 h 3925"/>
                <a:gd name="T60" fmla="*/ 2147483646 w 1429"/>
                <a:gd name="T61" fmla="*/ 2147483646 h 3925"/>
                <a:gd name="T62" fmla="*/ 2147483646 w 1429"/>
                <a:gd name="T63" fmla="*/ 2147483646 h 3925"/>
                <a:gd name="T64" fmla="*/ 2147483646 w 1429"/>
                <a:gd name="T65" fmla="*/ 0 h 39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29"/>
                <a:gd name="T100" fmla="*/ 0 h 3925"/>
                <a:gd name="T101" fmla="*/ 1429 w 1429"/>
                <a:gd name="T102" fmla="*/ 3925 h 39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29" h="3925">
                  <a:moveTo>
                    <a:pt x="1429" y="3925"/>
                  </a:moveTo>
                  <a:lnTo>
                    <a:pt x="1260" y="3745"/>
                  </a:lnTo>
                  <a:lnTo>
                    <a:pt x="1103" y="3574"/>
                  </a:lnTo>
                  <a:lnTo>
                    <a:pt x="954" y="3414"/>
                  </a:lnTo>
                  <a:lnTo>
                    <a:pt x="817" y="3263"/>
                  </a:lnTo>
                  <a:lnTo>
                    <a:pt x="692" y="3120"/>
                  </a:lnTo>
                  <a:lnTo>
                    <a:pt x="576" y="2985"/>
                  </a:lnTo>
                  <a:lnTo>
                    <a:pt x="471" y="2858"/>
                  </a:lnTo>
                  <a:lnTo>
                    <a:pt x="376" y="2737"/>
                  </a:lnTo>
                  <a:lnTo>
                    <a:pt x="292" y="2622"/>
                  </a:lnTo>
                  <a:lnTo>
                    <a:pt x="219" y="2512"/>
                  </a:lnTo>
                  <a:lnTo>
                    <a:pt x="155" y="2407"/>
                  </a:lnTo>
                  <a:lnTo>
                    <a:pt x="103" y="2304"/>
                  </a:lnTo>
                  <a:lnTo>
                    <a:pt x="62" y="2206"/>
                  </a:lnTo>
                  <a:lnTo>
                    <a:pt x="30" y="2109"/>
                  </a:lnTo>
                  <a:lnTo>
                    <a:pt x="10" y="2016"/>
                  </a:lnTo>
                  <a:lnTo>
                    <a:pt x="0" y="1922"/>
                  </a:lnTo>
                  <a:lnTo>
                    <a:pt x="0" y="1828"/>
                  </a:lnTo>
                  <a:lnTo>
                    <a:pt x="11" y="1734"/>
                  </a:lnTo>
                  <a:lnTo>
                    <a:pt x="33" y="1640"/>
                  </a:lnTo>
                  <a:lnTo>
                    <a:pt x="64" y="1544"/>
                  </a:lnTo>
                  <a:lnTo>
                    <a:pt x="108" y="1444"/>
                  </a:lnTo>
                  <a:lnTo>
                    <a:pt x="160" y="1343"/>
                  </a:lnTo>
                  <a:lnTo>
                    <a:pt x="225" y="1236"/>
                  </a:lnTo>
                  <a:lnTo>
                    <a:pt x="298" y="1127"/>
                  </a:lnTo>
                  <a:lnTo>
                    <a:pt x="383" y="1011"/>
                  </a:lnTo>
                  <a:lnTo>
                    <a:pt x="480" y="890"/>
                  </a:lnTo>
                  <a:lnTo>
                    <a:pt x="585" y="762"/>
                  </a:lnTo>
                  <a:lnTo>
                    <a:pt x="702" y="626"/>
                  </a:lnTo>
                  <a:lnTo>
                    <a:pt x="830" y="483"/>
                  </a:lnTo>
                  <a:lnTo>
                    <a:pt x="967" y="331"/>
                  </a:lnTo>
                  <a:lnTo>
                    <a:pt x="1116" y="170"/>
                  </a:lnTo>
                  <a:lnTo>
                    <a:pt x="1276"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8" name="Freeform 71">
              <a:extLst>
                <a:ext uri="{FF2B5EF4-FFF2-40B4-BE49-F238E27FC236}">
                  <a16:creationId xmlns:a16="http://schemas.microsoft.com/office/drawing/2014/main" id="{D8B98689-D3AC-4E58-A824-94045CCF9DAE}"/>
                </a:ext>
              </a:extLst>
            </p:cNvPr>
            <p:cNvSpPr>
              <a:spLocks/>
            </p:cNvSpPr>
            <p:nvPr/>
          </p:nvSpPr>
          <p:spPr bwMode="auto">
            <a:xfrm>
              <a:off x="4905375" y="4633913"/>
              <a:ext cx="114300" cy="114300"/>
            </a:xfrm>
            <a:custGeom>
              <a:avLst/>
              <a:gdLst>
                <a:gd name="T0" fmla="*/ 2147483646 w 145"/>
                <a:gd name="T1" fmla="*/ 0 h 144"/>
                <a:gd name="T2" fmla="*/ 0 w 145"/>
                <a:gd name="T3" fmla="*/ 2147483646 h 144"/>
                <a:gd name="T4" fmla="*/ 2147483646 w 145"/>
                <a:gd name="T5" fmla="*/ 2147483646 h 144"/>
                <a:gd name="T6" fmla="*/ 2147483646 w 145"/>
                <a:gd name="T7" fmla="*/ 2147483646 h 144"/>
                <a:gd name="T8" fmla="*/ 2147483646 w 145"/>
                <a:gd name="T9" fmla="*/ 0 h 144"/>
                <a:gd name="T10" fmla="*/ 0 60000 65536"/>
                <a:gd name="T11" fmla="*/ 0 60000 65536"/>
                <a:gd name="T12" fmla="*/ 0 60000 65536"/>
                <a:gd name="T13" fmla="*/ 0 60000 65536"/>
                <a:gd name="T14" fmla="*/ 0 60000 65536"/>
                <a:gd name="T15" fmla="*/ 0 w 145"/>
                <a:gd name="T16" fmla="*/ 0 h 144"/>
                <a:gd name="T17" fmla="*/ 145 w 145"/>
                <a:gd name="T18" fmla="*/ 144 h 144"/>
              </a:gdLst>
              <a:ahLst/>
              <a:cxnLst>
                <a:cxn ang="T10">
                  <a:pos x="T0" y="T1"/>
                </a:cxn>
                <a:cxn ang="T11">
                  <a:pos x="T2" y="T3"/>
                </a:cxn>
                <a:cxn ang="T12">
                  <a:pos x="T4" y="T5"/>
                </a:cxn>
                <a:cxn ang="T13">
                  <a:pos x="T6" y="T7"/>
                </a:cxn>
                <a:cxn ang="T14">
                  <a:pos x="T8" y="T9"/>
                </a:cxn>
              </a:cxnLst>
              <a:rect l="T15" t="T16" r="T17" b="T18"/>
              <a:pathLst>
                <a:path w="145" h="144">
                  <a:moveTo>
                    <a:pt x="87" y="0"/>
                  </a:moveTo>
                  <a:lnTo>
                    <a:pt x="0" y="144"/>
                  </a:lnTo>
                  <a:lnTo>
                    <a:pt x="145" y="58"/>
                  </a:lnTo>
                  <a:lnTo>
                    <a:pt x="116" y="29"/>
                  </a:lnTo>
                  <a:lnTo>
                    <a:pt x="87" y="0"/>
                  </a:lnTo>
                  <a:close/>
                </a:path>
              </a:pathLst>
            </a:custGeom>
            <a:solidFill>
              <a:srgbClr val="000000"/>
            </a:solidFill>
            <a:ln w="222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19" name="Freeform 72">
              <a:extLst>
                <a:ext uri="{FF2B5EF4-FFF2-40B4-BE49-F238E27FC236}">
                  <a16:creationId xmlns:a16="http://schemas.microsoft.com/office/drawing/2014/main" id="{8C1BD2DC-CBEB-4A00-AE41-B78775059167}"/>
                </a:ext>
              </a:extLst>
            </p:cNvPr>
            <p:cNvSpPr>
              <a:spLocks/>
            </p:cNvSpPr>
            <p:nvPr/>
          </p:nvSpPr>
          <p:spPr bwMode="auto">
            <a:xfrm>
              <a:off x="4883150" y="1528763"/>
              <a:ext cx="1135063" cy="3116262"/>
            </a:xfrm>
            <a:custGeom>
              <a:avLst/>
              <a:gdLst>
                <a:gd name="T0" fmla="*/ 0 w 1431"/>
                <a:gd name="T1" fmla="*/ 0 h 3926"/>
                <a:gd name="T2" fmla="*/ 2147483646 w 1431"/>
                <a:gd name="T3" fmla="*/ 2147483646 h 3926"/>
                <a:gd name="T4" fmla="*/ 2147483646 w 1431"/>
                <a:gd name="T5" fmla="*/ 2147483646 h 3926"/>
                <a:gd name="T6" fmla="*/ 2147483646 w 1431"/>
                <a:gd name="T7" fmla="*/ 2147483646 h 3926"/>
                <a:gd name="T8" fmla="*/ 2147483646 w 1431"/>
                <a:gd name="T9" fmla="*/ 2147483646 h 3926"/>
                <a:gd name="T10" fmla="*/ 2147483646 w 1431"/>
                <a:gd name="T11" fmla="*/ 2147483646 h 3926"/>
                <a:gd name="T12" fmla="*/ 2147483646 w 1431"/>
                <a:gd name="T13" fmla="*/ 2147483646 h 3926"/>
                <a:gd name="T14" fmla="*/ 2147483646 w 1431"/>
                <a:gd name="T15" fmla="*/ 2147483646 h 3926"/>
                <a:gd name="T16" fmla="*/ 2147483646 w 1431"/>
                <a:gd name="T17" fmla="*/ 2147483646 h 3926"/>
                <a:gd name="T18" fmla="*/ 2147483646 w 1431"/>
                <a:gd name="T19" fmla="*/ 2147483646 h 3926"/>
                <a:gd name="T20" fmla="*/ 2147483646 w 1431"/>
                <a:gd name="T21" fmla="*/ 2147483646 h 3926"/>
                <a:gd name="T22" fmla="*/ 2147483646 w 1431"/>
                <a:gd name="T23" fmla="*/ 2147483646 h 3926"/>
                <a:gd name="T24" fmla="*/ 2147483646 w 1431"/>
                <a:gd name="T25" fmla="*/ 2147483646 h 3926"/>
                <a:gd name="T26" fmla="*/ 2147483646 w 1431"/>
                <a:gd name="T27" fmla="*/ 2147483646 h 3926"/>
                <a:gd name="T28" fmla="*/ 2147483646 w 1431"/>
                <a:gd name="T29" fmla="*/ 2147483646 h 3926"/>
                <a:gd name="T30" fmla="*/ 2147483646 w 1431"/>
                <a:gd name="T31" fmla="*/ 2147483646 h 3926"/>
                <a:gd name="T32" fmla="*/ 2147483646 w 1431"/>
                <a:gd name="T33" fmla="*/ 2147483646 h 3926"/>
                <a:gd name="T34" fmla="*/ 2147483646 w 1431"/>
                <a:gd name="T35" fmla="*/ 2147483646 h 3926"/>
                <a:gd name="T36" fmla="*/ 2147483646 w 1431"/>
                <a:gd name="T37" fmla="*/ 2147483646 h 3926"/>
                <a:gd name="T38" fmla="*/ 2147483646 w 1431"/>
                <a:gd name="T39" fmla="*/ 2147483646 h 3926"/>
                <a:gd name="T40" fmla="*/ 2147483646 w 1431"/>
                <a:gd name="T41" fmla="*/ 2147483646 h 3926"/>
                <a:gd name="T42" fmla="*/ 2147483646 w 1431"/>
                <a:gd name="T43" fmla="*/ 2147483646 h 3926"/>
                <a:gd name="T44" fmla="*/ 2147483646 w 1431"/>
                <a:gd name="T45" fmla="*/ 2147483646 h 3926"/>
                <a:gd name="T46" fmla="*/ 2147483646 w 1431"/>
                <a:gd name="T47" fmla="*/ 2147483646 h 3926"/>
                <a:gd name="T48" fmla="*/ 2147483646 w 1431"/>
                <a:gd name="T49" fmla="*/ 2147483646 h 3926"/>
                <a:gd name="T50" fmla="*/ 2147483646 w 1431"/>
                <a:gd name="T51" fmla="*/ 2147483646 h 3926"/>
                <a:gd name="T52" fmla="*/ 2147483646 w 1431"/>
                <a:gd name="T53" fmla="*/ 2147483646 h 3926"/>
                <a:gd name="T54" fmla="*/ 2147483646 w 1431"/>
                <a:gd name="T55" fmla="*/ 2147483646 h 3926"/>
                <a:gd name="T56" fmla="*/ 2147483646 w 1431"/>
                <a:gd name="T57" fmla="*/ 2147483646 h 3926"/>
                <a:gd name="T58" fmla="*/ 2147483646 w 1431"/>
                <a:gd name="T59" fmla="*/ 2147483646 h 3926"/>
                <a:gd name="T60" fmla="*/ 2147483646 w 1431"/>
                <a:gd name="T61" fmla="*/ 2147483646 h 3926"/>
                <a:gd name="T62" fmla="*/ 2147483646 w 1431"/>
                <a:gd name="T63" fmla="*/ 2147483646 h 3926"/>
                <a:gd name="T64" fmla="*/ 2147483646 w 1431"/>
                <a:gd name="T65" fmla="*/ 2147483646 h 39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31"/>
                <a:gd name="T100" fmla="*/ 0 h 3926"/>
                <a:gd name="T101" fmla="*/ 1431 w 1431"/>
                <a:gd name="T102" fmla="*/ 3926 h 39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31" h="3926">
                  <a:moveTo>
                    <a:pt x="0" y="0"/>
                  </a:moveTo>
                  <a:lnTo>
                    <a:pt x="169" y="181"/>
                  </a:lnTo>
                  <a:lnTo>
                    <a:pt x="328" y="352"/>
                  </a:lnTo>
                  <a:lnTo>
                    <a:pt x="475" y="512"/>
                  </a:lnTo>
                  <a:lnTo>
                    <a:pt x="612" y="663"/>
                  </a:lnTo>
                  <a:lnTo>
                    <a:pt x="739" y="805"/>
                  </a:lnTo>
                  <a:lnTo>
                    <a:pt x="854" y="941"/>
                  </a:lnTo>
                  <a:lnTo>
                    <a:pt x="960" y="1068"/>
                  </a:lnTo>
                  <a:lnTo>
                    <a:pt x="1053" y="1189"/>
                  </a:lnTo>
                  <a:lnTo>
                    <a:pt x="1138" y="1303"/>
                  </a:lnTo>
                  <a:lnTo>
                    <a:pt x="1212" y="1414"/>
                  </a:lnTo>
                  <a:lnTo>
                    <a:pt x="1274" y="1519"/>
                  </a:lnTo>
                  <a:lnTo>
                    <a:pt x="1327" y="1620"/>
                  </a:lnTo>
                  <a:lnTo>
                    <a:pt x="1369" y="1720"/>
                  </a:lnTo>
                  <a:lnTo>
                    <a:pt x="1399" y="1815"/>
                  </a:lnTo>
                  <a:lnTo>
                    <a:pt x="1421" y="1910"/>
                  </a:lnTo>
                  <a:lnTo>
                    <a:pt x="1431" y="2004"/>
                  </a:lnTo>
                  <a:lnTo>
                    <a:pt x="1430" y="2096"/>
                  </a:lnTo>
                  <a:lnTo>
                    <a:pt x="1420" y="2190"/>
                  </a:lnTo>
                  <a:lnTo>
                    <a:pt x="1398" y="2286"/>
                  </a:lnTo>
                  <a:lnTo>
                    <a:pt x="1366" y="2382"/>
                  </a:lnTo>
                  <a:lnTo>
                    <a:pt x="1323" y="2480"/>
                  </a:lnTo>
                  <a:lnTo>
                    <a:pt x="1270" y="2583"/>
                  </a:lnTo>
                  <a:lnTo>
                    <a:pt x="1206" y="2688"/>
                  </a:lnTo>
                  <a:lnTo>
                    <a:pt x="1131" y="2799"/>
                  </a:lnTo>
                  <a:lnTo>
                    <a:pt x="1046" y="2915"/>
                  </a:lnTo>
                  <a:lnTo>
                    <a:pt x="951" y="3036"/>
                  </a:lnTo>
                  <a:lnTo>
                    <a:pt x="844" y="3164"/>
                  </a:lnTo>
                  <a:lnTo>
                    <a:pt x="727" y="3299"/>
                  </a:lnTo>
                  <a:lnTo>
                    <a:pt x="600" y="3443"/>
                  </a:lnTo>
                  <a:lnTo>
                    <a:pt x="462" y="3594"/>
                  </a:lnTo>
                  <a:lnTo>
                    <a:pt x="313" y="3755"/>
                  </a:lnTo>
                  <a:lnTo>
                    <a:pt x="155" y="392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0720" name="Rectangle 73">
              <a:extLst>
                <a:ext uri="{FF2B5EF4-FFF2-40B4-BE49-F238E27FC236}">
                  <a16:creationId xmlns:a16="http://schemas.microsoft.com/office/drawing/2014/main" id="{6D7210D2-C9C5-4BCD-BBF9-4F7EE89D012F}"/>
                </a:ext>
              </a:extLst>
            </p:cNvPr>
            <p:cNvSpPr>
              <a:spLocks noChangeArrowheads="1"/>
            </p:cNvSpPr>
            <p:nvPr/>
          </p:nvSpPr>
          <p:spPr bwMode="auto">
            <a:xfrm>
              <a:off x="4659313" y="5765800"/>
              <a:ext cx="219075"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700" b="0" i="0" u="none" strike="noStrike" kern="1200" cap="none" spc="0" normalizeH="0" baseline="0" noProof="0">
                  <a:ln>
                    <a:noFill/>
                  </a:ln>
                  <a:solidFill>
                    <a:srgbClr val="000000"/>
                  </a:solidFill>
                  <a:effectLst/>
                  <a:uLnTx/>
                  <a:uFillTx/>
                  <a:latin typeface="Symbol" panose="05050102010706020507" pitchFamily="18" charset="2"/>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0658" name="TextBox 125">
            <a:extLst>
              <a:ext uri="{FF2B5EF4-FFF2-40B4-BE49-F238E27FC236}">
                <a16:creationId xmlns:a16="http://schemas.microsoft.com/office/drawing/2014/main" id="{FC7F3387-F6E6-42AA-81B2-038455F23462}"/>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6.58 from the textbook ]</a:t>
            </a:r>
          </a:p>
        </p:txBody>
      </p:sp>
      <p:sp>
        <p:nvSpPr>
          <p:cNvPr id="70659" name="Title 1">
            <a:extLst>
              <a:ext uri="{FF2B5EF4-FFF2-40B4-BE49-F238E27FC236}">
                <a16:creationId xmlns:a16="http://schemas.microsoft.com/office/drawing/2014/main" id="{38AD8CD6-FDE3-43A1-A22C-BC1BF55A41B4}"/>
              </a:ext>
            </a:extLst>
          </p:cNvPr>
          <p:cNvSpPr txBox="1">
            <a:spLocks/>
          </p:cNvSpPr>
          <p:nvPr/>
        </p:nvSpPr>
        <p:spPr bwMode="auto">
          <a:xfrm>
            <a:off x="0" y="0"/>
            <a:ext cx="91440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Mealy-type FSM for the vending machine</a:t>
            </a:r>
          </a:p>
        </p:txBody>
      </p:sp>
    </p:spTree>
    <p:extLst>
      <p:ext uri="{BB962C8B-B14F-4D97-AF65-F5344CB8AC3E}">
        <p14:creationId xmlns:p14="http://schemas.microsoft.com/office/powerpoint/2010/main" val="267673852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a:t>
            </a:r>
          </a:p>
        </p:txBody>
      </p:sp>
      <p:sp>
        <p:nvSpPr>
          <p:cNvPr id="2" name="Rectangle 1">
            <a:extLst>
              <a:ext uri="{FF2B5EF4-FFF2-40B4-BE49-F238E27FC236}">
                <a16:creationId xmlns:a16="http://schemas.microsoft.com/office/drawing/2014/main" id="{44A9CE15-D38A-4CAA-9941-58217B636A41}"/>
              </a:ext>
            </a:extLst>
          </p:cNvPr>
          <p:cNvSpPr/>
          <p:nvPr/>
        </p:nvSpPr>
        <p:spPr>
          <a:xfrm>
            <a:off x="152400" y="982177"/>
            <a:ext cx="8851900" cy="2308324"/>
          </a:xfrm>
          <a:prstGeom prst="rect">
            <a:avLst/>
          </a:prstGeom>
        </p:spPr>
        <p:txBody>
          <a:bodyPr wrap="square">
            <a:spAutoFit/>
          </a:bodyPr>
          <a:lstStyle/>
          <a:p>
            <a:pPr marL="342900" indent="-342900" algn="just">
              <a:buFont typeface="Arial" panose="020B0604020202020204" pitchFamily="34" charset="0"/>
              <a:buChar char="•"/>
            </a:pPr>
            <a:r>
              <a:rPr lang="en-US"/>
              <a:t>The partitioning scheme for minimization of states works well when all entries in the state table are specified. </a:t>
            </a:r>
          </a:p>
          <a:p>
            <a:pPr marL="342900" indent="-342900" algn="just">
              <a:buFont typeface="Arial" panose="020B0604020202020204" pitchFamily="34" charset="0"/>
              <a:buChar char="•"/>
            </a:pPr>
            <a:endParaRPr lang="en-US"/>
          </a:p>
          <a:p>
            <a:pPr marL="342900" indent="-342900" algn="just">
              <a:buFont typeface="Arial" panose="020B0604020202020204" pitchFamily="34" charset="0"/>
              <a:buChar char="•"/>
            </a:pPr>
            <a:r>
              <a:rPr lang="en-US"/>
              <a:t>If one or more entries in the state table are not specified, corresponding to don’t-care conditions, then the FSM is said to be incompletely specified.</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2209800" y="685800"/>
            <a:ext cx="4886325" cy="3292475"/>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Tree>
    <p:extLst>
      <p:ext uri="{BB962C8B-B14F-4D97-AF65-F5344CB8AC3E}">
        <p14:creationId xmlns:p14="http://schemas.microsoft.com/office/powerpoint/2010/main" val="263151649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2209800" y="685800"/>
            <a:ext cx="4886325" cy="3292475"/>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82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2000" b="0">
                  <a:solidFill>
                    <a:srgbClr val="FF0000"/>
                  </a:solidFill>
                  <a:latin typeface="Times" panose="02020603050405020304" pitchFamily="18" charset="0"/>
                </a:rPr>
                <a:t>0</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
        <p:nvSpPr>
          <p:cNvPr id="2" name="Rectangle 1">
            <a:extLst>
              <a:ext uri="{FF2B5EF4-FFF2-40B4-BE49-F238E27FC236}">
                <a16:creationId xmlns:a16="http://schemas.microsoft.com/office/drawing/2014/main" id="{D616B4A0-1579-488E-9695-D039902F02E6}"/>
              </a:ext>
            </a:extLst>
          </p:cNvPr>
          <p:cNvSpPr/>
          <p:nvPr/>
        </p:nvSpPr>
        <p:spPr>
          <a:xfrm>
            <a:off x="87313" y="4193053"/>
            <a:ext cx="8916987" cy="830997"/>
          </a:xfrm>
          <a:prstGeom prst="rect">
            <a:avLst/>
          </a:prstGeom>
        </p:spPr>
        <p:txBody>
          <a:bodyPr wrap="square">
            <a:spAutoFit/>
          </a:bodyPr>
          <a:lstStyle/>
          <a:p>
            <a:r>
              <a:rPr lang="en-US" dirty="0"/>
              <a:t>Not knowing whether these values should be </a:t>
            </a:r>
            <a:r>
              <a:rPr lang="en-US" b="1" dirty="0">
                <a:solidFill>
                  <a:srgbClr val="0000FF"/>
                </a:solidFill>
              </a:rPr>
              <a:t>0 or 1</a:t>
            </a:r>
            <a:r>
              <a:rPr lang="en-US" dirty="0"/>
              <a:t>, let us first assume that both unspecified outputs have a value of 0.</a:t>
            </a:r>
          </a:p>
        </p:txBody>
      </p:sp>
    </p:spTree>
    <p:extLst>
      <p:ext uri="{BB962C8B-B14F-4D97-AF65-F5344CB8AC3E}">
        <p14:creationId xmlns:p14="http://schemas.microsoft.com/office/powerpoint/2010/main" val="115251803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5" name="Group 1">
            <a:extLst>
              <a:ext uri="{FF2B5EF4-FFF2-40B4-BE49-F238E27FC236}">
                <a16:creationId xmlns:a16="http://schemas.microsoft.com/office/drawing/2014/main" id="{D07E4F4B-D903-4FA9-A681-BB313B0DE478}"/>
              </a:ext>
            </a:extLst>
          </p:cNvPr>
          <p:cNvGrpSpPr>
            <a:grpSpLocks/>
          </p:cNvGrpSpPr>
          <p:nvPr/>
        </p:nvGrpSpPr>
        <p:grpSpPr bwMode="auto">
          <a:xfrm>
            <a:off x="2209800" y="685800"/>
            <a:ext cx="4886325" cy="3292475"/>
            <a:chOff x="2235200" y="1201738"/>
            <a:chExt cx="4886325" cy="3292475"/>
          </a:xfrm>
        </p:grpSpPr>
        <p:sp>
          <p:nvSpPr>
            <p:cNvPr id="72708" name="Rectangle 4">
              <a:extLst>
                <a:ext uri="{FF2B5EF4-FFF2-40B4-BE49-F238E27FC236}">
                  <a16:creationId xmlns:a16="http://schemas.microsoft.com/office/drawing/2014/main" id="{69120E8D-EAC0-4409-8BCA-CD6729959422}"/>
                </a:ext>
              </a:extLst>
            </p:cNvPr>
            <p:cNvSpPr>
              <a:spLocks noChangeArrowheads="1"/>
            </p:cNvSpPr>
            <p:nvPr/>
          </p:nvSpPr>
          <p:spPr bwMode="auto">
            <a:xfrm>
              <a:off x="2235200" y="1201738"/>
              <a:ext cx="4881563" cy="11112"/>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09" name="Rectangle 5">
              <a:extLst>
                <a:ext uri="{FF2B5EF4-FFF2-40B4-BE49-F238E27FC236}">
                  <a16:creationId xmlns:a16="http://schemas.microsoft.com/office/drawing/2014/main" id="{539FC859-E248-4179-96F3-7AAAA875B2EB}"/>
                </a:ext>
              </a:extLst>
            </p:cNvPr>
            <p:cNvSpPr>
              <a:spLocks noChangeArrowheads="1"/>
            </p:cNvSpPr>
            <p:nvPr/>
          </p:nvSpPr>
          <p:spPr bwMode="auto">
            <a:xfrm>
              <a:off x="2235200" y="1212850"/>
              <a:ext cx="11113"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0" name="Rectangle 6">
              <a:extLst>
                <a:ext uri="{FF2B5EF4-FFF2-40B4-BE49-F238E27FC236}">
                  <a16:creationId xmlns:a16="http://schemas.microsoft.com/office/drawing/2014/main" id="{B08C9045-EB6C-45DC-8F91-95F97C98B7BC}"/>
                </a:ext>
              </a:extLst>
            </p:cNvPr>
            <p:cNvSpPr>
              <a:spLocks noChangeArrowheads="1"/>
            </p:cNvSpPr>
            <p:nvPr/>
          </p:nvSpPr>
          <p:spPr bwMode="auto">
            <a:xfrm>
              <a:off x="3276600"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1" name="Rectangle 7">
              <a:extLst>
                <a:ext uri="{FF2B5EF4-FFF2-40B4-BE49-F238E27FC236}">
                  <a16:creationId xmlns:a16="http://schemas.microsoft.com/office/drawing/2014/main" id="{B1FB0D19-B2CF-4FEB-BEC2-C86C274914C9}"/>
                </a:ext>
              </a:extLst>
            </p:cNvPr>
            <p:cNvSpPr>
              <a:spLocks noChangeArrowheads="1"/>
            </p:cNvSpPr>
            <p:nvPr/>
          </p:nvSpPr>
          <p:spPr bwMode="auto">
            <a:xfrm>
              <a:off x="2386013" y="1420813"/>
              <a:ext cx="8096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Present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2" name="Rectangle 8">
              <a:extLst>
                <a:ext uri="{FF2B5EF4-FFF2-40B4-BE49-F238E27FC236}">
                  <a16:creationId xmlns:a16="http://schemas.microsoft.com/office/drawing/2014/main" id="{BC0BB0E9-F4BD-4BAB-A6BB-9BB02BE8D1D0}"/>
                </a:ext>
              </a:extLst>
            </p:cNvPr>
            <p:cNvSpPr>
              <a:spLocks noChangeArrowheads="1"/>
            </p:cNvSpPr>
            <p:nvPr/>
          </p:nvSpPr>
          <p:spPr bwMode="auto">
            <a:xfrm>
              <a:off x="518477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3" name="Rectangle 9">
              <a:extLst>
                <a:ext uri="{FF2B5EF4-FFF2-40B4-BE49-F238E27FC236}">
                  <a16:creationId xmlns:a16="http://schemas.microsoft.com/office/drawing/2014/main" id="{F418FF17-7B57-4DB4-A1EE-92F9A8641AE7}"/>
                </a:ext>
              </a:extLst>
            </p:cNvPr>
            <p:cNvSpPr>
              <a:spLocks noChangeArrowheads="1"/>
            </p:cNvSpPr>
            <p:nvPr/>
          </p:nvSpPr>
          <p:spPr bwMode="auto">
            <a:xfrm>
              <a:off x="3732213" y="1328738"/>
              <a:ext cx="1084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Next 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4" name="Rectangle 10">
              <a:extLst>
                <a:ext uri="{FF2B5EF4-FFF2-40B4-BE49-F238E27FC236}">
                  <a16:creationId xmlns:a16="http://schemas.microsoft.com/office/drawing/2014/main" id="{26BBBF07-69B5-4FF5-BA8E-38176F4B066C}"/>
                </a:ext>
              </a:extLst>
            </p:cNvPr>
            <p:cNvSpPr>
              <a:spLocks noChangeArrowheads="1"/>
            </p:cNvSpPr>
            <p:nvPr/>
          </p:nvSpPr>
          <p:spPr bwMode="auto">
            <a:xfrm>
              <a:off x="5707063" y="1328738"/>
              <a:ext cx="704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Output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5" name="Rectangle 11">
              <a:extLst>
                <a:ext uri="{FF2B5EF4-FFF2-40B4-BE49-F238E27FC236}">
                  <a16:creationId xmlns:a16="http://schemas.microsoft.com/office/drawing/2014/main" id="{5D2B3BF9-92F3-435C-815A-CB0DBBF4AA27}"/>
                </a:ext>
              </a:extLst>
            </p:cNvPr>
            <p:cNvSpPr>
              <a:spLocks noChangeArrowheads="1"/>
            </p:cNvSpPr>
            <p:nvPr/>
          </p:nvSpPr>
          <p:spPr bwMode="auto">
            <a:xfrm>
              <a:off x="7108825" y="1212850"/>
              <a:ext cx="12700" cy="4587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6" name="Rectangle 12">
              <a:extLst>
                <a:ext uri="{FF2B5EF4-FFF2-40B4-BE49-F238E27FC236}">
                  <a16:creationId xmlns:a16="http://schemas.microsoft.com/office/drawing/2014/main" id="{E8B0C4C3-6635-4676-815A-0DC4267FF7C3}"/>
                </a:ext>
              </a:extLst>
            </p:cNvPr>
            <p:cNvSpPr>
              <a:spLocks noChangeArrowheads="1"/>
            </p:cNvSpPr>
            <p:nvPr/>
          </p:nvSpPr>
          <p:spPr bwMode="auto">
            <a:xfrm>
              <a:off x="3276600" y="1684338"/>
              <a:ext cx="3832225"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7" name="Rectangle 13">
              <a:extLst>
                <a:ext uri="{FF2B5EF4-FFF2-40B4-BE49-F238E27FC236}">
                  <a16:creationId xmlns:a16="http://schemas.microsoft.com/office/drawing/2014/main" id="{A160759C-C257-441A-AB55-502E54299685}"/>
                </a:ext>
              </a:extLst>
            </p:cNvPr>
            <p:cNvSpPr>
              <a:spLocks noChangeArrowheads="1"/>
            </p:cNvSpPr>
            <p:nvPr/>
          </p:nvSpPr>
          <p:spPr bwMode="auto">
            <a:xfrm>
              <a:off x="2235200" y="16716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8" name="Rectangle 14">
              <a:extLst>
                <a:ext uri="{FF2B5EF4-FFF2-40B4-BE49-F238E27FC236}">
                  <a16:creationId xmlns:a16="http://schemas.microsoft.com/office/drawing/2014/main" id="{65FBB6CF-0337-47FE-8DFD-356111D6C86C}"/>
                </a:ext>
              </a:extLst>
            </p:cNvPr>
            <p:cNvSpPr>
              <a:spLocks noChangeArrowheads="1"/>
            </p:cNvSpPr>
            <p:nvPr/>
          </p:nvSpPr>
          <p:spPr bwMode="auto">
            <a:xfrm>
              <a:off x="6469063" y="1327150"/>
              <a:ext cx="161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z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19" name="Rectangle 15">
              <a:extLst>
                <a:ext uri="{FF2B5EF4-FFF2-40B4-BE49-F238E27FC236}">
                  <a16:creationId xmlns:a16="http://schemas.microsoft.com/office/drawing/2014/main" id="{78A18632-DE06-47B2-BDD4-C26757BCC21C}"/>
                </a:ext>
              </a:extLst>
            </p:cNvPr>
            <p:cNvSpPr>
              <a:spLocks noChangeArrowheads="1"/>
            </p:cNvSpPr>
            <p:nvPr/>
          </p:nvSpPr>
          <p:spPr bwMode="auto">
            <a:xfrm>
              <a:off x="3276600"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0" name="Rectangle 16">
              <a:extLst>
                <a:ext uri="{FF2B5EF4-FFF2-40B4-BE49-F238E27FC236}">
                  <a16:creationId xmlns:a16="http://schemas.microsoft.com/office/drawing/2014/main" id="{720F120A-814B-4BEA-BE86-220C8EF911F9}"/>
                </a:ext>
              </a:extLst>
            </p:cNvPr>
            <p:cNvSpPr>
              <a:spLocks noChangeArrowheads="1"/>
            </p:cNvSpPr>
            <p:nvPr/>
          </p:nvSpPr>
          <p:spPr bwMode="auto">
            <a:xfrm>
              <a:off x="2527300" y="1695450"/>
              <a:ext cx="527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state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1" name="Rectangle 17">
              <a:extLst>
                <a:ext uri="{FF2B5EF4-FFF2-40B4-BE49-F238E27FC236}">
                  <a16:creationId xmlns:a16="http://schemas.microsoft.com/office/drawing/2014/main" id="{CEC93259-BD25-4F42-A88E-3E0E525815DA}"/>
                </a:ext>
              </a:extLst>
            </p:cNvPr>
            <p:cNvSpPr>
              <a:spLocks noChangeArrowheads="1"/>
            </p:cNvSpPr>
            <p:nvPr/>
          </p:nvSpPr>
          <p:spPr bwMode="auto">
            <a:xfrm>
              <a:off x="343693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2" name="Rectangle 18">
              <a:extLst>
                <a:ext uri="{FF2B5EF4-FFF2-40B4-BE49-F238E27FC236}">
                  <a16:creationId xmlns:a16="http://schemas.microsoft.com/office/drawing/2014/main" id="{9724F768-CF25-41D4-85D0-4E573AC1F157}"/>
                </a:ext>
              </a:extLst>
            </p:cNvPr>
            <p:cNvSpPr>
              <a:spLocks noChangeArrowheads="1"/>
            </p:cNvSpPr>
            <p:nvPr/>
          </p:nvSpPr>
          <p:spPr bwMode="auto">
            <a:xfrm>
              <a:off x="369728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3" name="Rectangle 19">
              <a:extLst>
                <a:ext uri="{FF2B5EF4-FFF2-40B4-BE49-F238E27FC236}">
                  <a16:creationId xmlns:a16="http://schemas.microsoft.com/office/drawing/2014/main" id="{6AC922E7-92B3-4B0B-A2CB-C66540DD1ED3}"/>
                </a:ext>
              </a:extLst>
            </p:cNvPr>
            <p:cNvSpPr>
              <a:spLocks noChangeArrowheads="1"/>
            </p:cNvSpPr>
            <p:nvPr/>
          </p:nvSpPr>
          <p:spPr bwMode="auto">
            <a:xfrm>
              <a:off x="396240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4" name="Rectangle 20">
              <a:extLst>
                <a:ext uri="{FF2B5EF4-FFF2-40B4-BE49-F238E27FC236}">
                  <a16:creationId xmlns:a16="http://schemas.microsoft.com/office/drawing/2014/main" id="{F0913C24-4E91-4AA8-9A82-CE285E565C56}"/>
                </a:ext>
              </a:extLst>
            </p:cNvPr>
            <p:cNvSpPr>
              <a:spLocks noChangeArrowheads="1"/>
            </p:cNvSpPr>
            <p:nvPr/>
          </p:nvSpPr>
          <p:spPr bwMode="auto">
            <a:xfrm>
              <a:off x="439102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5" name="Rectangle 21">
              <a:extLst>
                <a:ext uri="{FF2B5EF4-FFF2-40B4-BE49-F238E27FC236}">
                  <a16:creationId xmlns:a16="http://schemas.microsoft.com/office/drawing/2014/main" id="{25C3F2EF-5B21-45A3-8272-1A4836B68886}"/>
                </a:ext>
              </a:extLst>
            </p:cNvPr>
            <p:cNvSpPr>
              <a:spLocks noChangeArrowheads="1"/>
            </p:cNvSpPr>
            <p:nvPr/>
          </p:nvSpPr>
          <p:spPr bwMode="auto">
            <a:xfrm>
              <a:off x="465137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6" name="Rectangle 22">
              <a:extLst>
                <a:ext uri="{FF2B5EF4-FFF2-40B4-BE49-F238E27FC236}">
                  <a16:creationId xmlns:a16="http://schemas.microsoft.com/office/drawing/2014/main" id="{6E590839-354A-490D-B7F1-C627FE8EF6B9}"/>
                </a:ext>
              </a:extLst>
            </p:cNvPr>
            <p:cNvSpPr>
              <a:spLocks noChangeArrowheads="1"/>
            </p:cNvSpPr>
            <p:nvPr/>
          </p:nvSpPr>
          <p:spPr bwMode="auto">
            <a:xfrm>
              <a:off x="518477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7" name="Rectangle 23">
              <a:extLst>
                <a:ext uri="{FF2B5EF4-FFF2-40B4-BE49-F238E27FC236}">
                  <a16:creationId xmlns:a16="http://schemas.microsoft.com/office/drawing/2014/main" id="{49EF7582-C044-4D79-9F4D-681F21E3981A}"/>
                </a:ext>
              </a:extLst>
            </p:cNvPr>
            <p:cNvSpPr>
              <a:spLocks noChangeArrowheads="1"/>
            </p:cNvSpPr>
            <p:nvPr/>
          </p:nvSpPr>
          <p:spPr bwMode="auto">
            <a:xfrm>
              <a:off x="491966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8" name="Rectangle 24">
              <a:extLst>
                <a:ext uri="{FF2B5EF4-FFF2-40B4-BE49-F238E27FC236}">
                  <a16:creationId xmlns:a16="http://schemas.microsoft.com/office/drawing/2014/main" id="{53871CD9-9199-4082-9D26-5A856E527EFF}"/>
                </a:ext>
              </a:extLst>
            </p:cNvPr>
            <p:cNvSpPr>
              <a:spLocks noChangeArrowheads="1"/>
            </p:cNvSpPr>
            <p:nvPr/>
          </p:nvSpPr>
          <p:spPr bwMode="auto">
            <a:xfrm>
              <a:off x="5348288" y="17843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29" name="Rectangle 25">
              <a:extLst>
                <a:ext uri="{FF2B5EF4-FFF2-40B4-BE49-F238E27FC236}">
                  <a16:creationId xmlns:a16="http://schemas.microsoft.com/office/drawing/2014/main" id="{CE39EE87-587A-4DDA-820B-E54C895A4D43}"/>
                </a:ext>
              </a:extLst>
            </p:cNvPr>
            <p:cNvSpPr>
              <a:spLocks noChangeArrowheads="1"/>
            </p:cNvSpPr>
            <p:nvPr/>
          </p:nvSpPr>
          <p:spPr bwMode="auto">
            <a:xfrm>
              <a:off x="5608638"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0" name="Rectangle 26">
              <a:extLst>
                <a:ext uri="{FF2B5EF4-FFF2-40B4-BE49-F238E27FC236}">
                  <a16:creationId xmlns:a16="http://schemas.microsoft.com/office/drawing/2014/main" id="{46754C87-FD7C-4882-B085-06F9E0B4E498}"/>
                </a:ext>
              </a:extLst>
            </p:cNvPr>
            <p:cNvSpPr>
              <a:spLocks noChangeArrowheads="1"/>
            </p:cNvSpPr>
            <p:nvPr/>
          </p:nvSpPr>
          <p:spPr bwMode="auto">
            <a:xfrm>
              <a:off x="5873750"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1" name="Rectangle 27">
              <a:extLst>
                <a:ext uri="{FF2B5EF4-FFF2-40B4-BE49-F238E27FC236}">
                  <a16:creationId xmlns:a16="http://schemas.microsoft.com/office/drawing/2014/main" id="{977EC87B-F6C8-42F9-B3CA-02E8AFED1C14}"/>
                </a:ext>
              </a:extLst>
            </p:cNvPr>
            <p:cNvSpPr>
              <a:spLocks noChangeArrowheads="1"/>
            </p:cNvSpPr>
            <p:nvPr/>
          </p:nvSpPr>
          <p:spPr bwMode="auto">
            <a:xfrm>
              <a:off x="6302375" y="1784350"/>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w </a:t>
              </a:r>
              <a:endParaRPr kumimoji="0" lang="en-US" altLang="en-US" sz="2400" b="0" i="1"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2" name="Rectangle 28">
              <a:extLst>
                <a:ext uri="{FF2B5EF4-FFF2-40B4-BE49-F238E27FC236}">
                  <a16:creationId xmlns:a16="http://schemas.microsoft.com/office/drawing/2014/main" id="{18457D18-0E85-4E3A-AC90-7E4D1871CE03}"/>
                </a:ext>
              </a:extLst>
            </p:cNvPr>
            <p:cNvSpPr>
              <a:spLocks noChangeArrowheads="1"/>
            </p:cNvSpPr>
            <p:nvPr/>
          </p:nvSpPr>
          <p:spPr bwMode="auto">
            <a:xfrm>
              <a:off x="6562725" y="1784350"/>
              <a:ext cx="206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3" name="Rectangle 29">
              <a:extLst>
                <a:ext uri="{FF2B5EF4-FFF2-40B4-BE49-F238E27FC236}">
                  <a16:creationId xmlns:a16="http://schemas.microsoft.com/office/drawing/2014/main" id="{5B46F9A0-2B53-44F6-9D9C-67A7F397895E}"/>
                </a:ext>
              </a:extLst>
            </p:cNvPr>
            <p:cNvSpPr>
              <a:spLocks noChangeArrowheads="1"/>
            </p:cNvSpPr>
            <p:nvPr/>
          </p:nvSpPr>
          <p:spPr bwMode="auto">
            <a:xfrm>
              <a:off x="7108825" y="16716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4" name="Rectangle 30">
              <a:extLst>
                <a:ext uri="{FF2B5EF4-FFF2-40B4-BE49-F238E27FC236}">
                  <a16:creationId xmlns:a16="http://schemas.microsoft.com/office/drawing/2014/main" id="{5A79D4FE-2D5D-476E-BF51-8258648CB0F2}"/>
                </a:ext>
              </a:extLst>
            </p:cNvPr>
            <p:cNvSpPr>
              <a:spLocks noChangeArrowheads="1"/>
            </p:cNvSpPr>
            <p:nvPr/>
          </p:nvSpPr>
          <p:spPr bwMode="auto">
            <a:xfrm>
              <a:off x="2235200" y="2141538"/>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5" name="Rectangle 31">
              <a:extLst>
                <a:ext uri="{FF2B5EF4-FFF2-40B4-BE49-F238E27FC236}">
                  <a16:creationId xmlns:a16="http://schemas.microsoft.com/office/drawing/2014/main" id="{B58900ED-C539-4210-92CA-059E6E183256}"/>
                </a:ext>
              </a:extLst>
            </p:cNvPr>
            <p:cNvSpPr>
              <a:spLocks noChangeArrowheads="1"/>
            </p:cNvSpPr>
            <p:nvPr/>
          </p:nvSpPr>
          <p:spPr bwMode="auto">
            <a:xfrm>
              <a:off x="2235200" y="2154238"/>
              <a:ext cx="11113"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6" name="Rectangle 32">
              <a:extLst>
                <a:ext uri="{FF2B5EF4-FFF2-40B4-BE49-F238E27FC236}">
                  <a16:creationId xmlns:a16="http://schemas.microsoft.com/office/drawing/2014/main" id="{F85AA122-FAC5-41B5-8488-273DC7FDA288}"/>
                </a:ext>
              </a:extLst>
            </p:cNvPr>
            <p:cNvSpPr>
              <a:spLocks noChangeArrowheads="1"/>
            </p:cNvSpPr>
            <p:nvPr/>
          </p:nvSpPr>
          <p:spPr bwMode="auto">
            <a:xfrm>
              <a:off x="6831013" y="17843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7" name="Rectangle 33">
              <a:extLst>
                <a:ext uri="{FF2B5EF4-FFF2-40B4-BE49-F238E27FC236}">
                  <a16:creationId xmlns:a16="http://schemas.microsoft.com/office/drawing/2014/main" id="{2A1BC864-3CBD-447F-A3EC-02690C96B535}"/>
                </a:ext>
              </a:extLst>
            </p:cNvPr>
            <p:cNvSpPr>
              <a:spLocks noChangeArrowheads="1"/>
            </p:cNvSpPr>
            <p:nvPr/>
          </p:nvSpPr>
          <p:spPr bwMode="auto">
            <a:xfrm>
              <a:off x="3276600"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8" name="Rectangle 34">
              <a:extLst>
                <a:ext uri="{FF2B5EF4-FFF2-40B4-BE49-F238E27FC236}">
                  <a16:creationId xmlns:a16="http://schemas.microsoft.com/office/drawing/2014/main" id="{112BBEC4-FA49-410A-9555-59B841BFA4B6}"/>
                </a:ext>
              </a:extLst>
            </p:cNvPr>
            <p:cNvSpPr>
              <a:spLocks noChangeArrowheads="1"/>
            </p:cNvSpPr>
            <p:nvPr/>
          </p:nvSpPr>
          <p:spPr bwMode="auto">
            <a:xfrm>
              <a:off x="2667000" y="2254250"/>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39" name="Rectangle 35">
              <a:extLst>
                <a:ext uri="{FF2B5EF4-FFF2-40B4-BE49-F238E27FC236}">
                  <a16:creationId xmlns:a16="http://schemas.microsoft.com/office/drawing/2014/main" id="{0EADE07A-B52E-48FF-B504-4D0E42F6B7C6}"/>
                </a:ext>
              </a:extLst>
            </p:cNvPr>
            <p:cNvSpPr>
              <a:spLocks noChangeArrowheads="1"/>
            </p:cNvSpPr>
            <p:nvPr/>
          </p:nvSpPr>
          <p:spPr bwMode="auto">
            <a:xfrm>
              <a:off x="367823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0" name="Rectangle 36">
              <a:extLst>
                <a:ext uri="{FF2B5EF4-FFF2-40B4-BE49-F238E27FC236}">
                  <a16:creationId xmlns:a16="http://schemas.microsoft.com/office/drawing/2014/main" id="{B701E902-8676-433B-8088-B6FC0F906143}"/>
                </a:ext>
              </a:extLst>
            </p:cNvPr>
            <p:cNvSpPr>
              <a:spLocks noChangeArrowheads="1"/>
            </p:cNvSpPr>
            <p:nvPr/>
          </p:nvSpPr>
          <p:spPr bwMode="auto">
            <a:xfrm>
              <a:off x="518477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1" name="Rectangle 37">
              <a:extLst>
                <a:ext uri="{FF2B5EF4-FFF2-40B4-BE49-F238E27FC236}">
                  <a16:creationId xmlns:a16="http://schemas.microsoft.com/office/drawing/2014/main" id="{E9B79077-7183-48F0-B9E4-26801F1236C0}"/>
                </a:ext>
              </a:extLst>
            </p:cNvPr>
            <p:cNvSpPr>
              <a:spLocks noChangeArrowheads="1"/>
            </p:cNvSpPr>
            <p:nvPr/>
          </p:nvSpPr>
          <p:spPr bwMode="auto">
            <a:xfrm>
              <a:off x="4637088" y="2254250"/>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2" name="Rectangle 38">
              <a:extLst>
                <a:ext uri="{FF2B5EF4-FFF2-40B4-BE49-F238E27FC236}">
                  <a16:creationId xmlns:a16="http://schemas.microsoft.com/office/drawing/2014/main" id="{A4974D39-CBA3-4331-8D70-E7486927B44C}"/>
                </a:ext>
              </a:extLst>
            </p:cNvPr>
            <p:cNvSpPr>
              <a:spLocks noChangeArrowheads="1"/>
            </p:cNvSpPr>
            <p:nvPr/>
          </p:nvSpPr>
          <p:spPr bwMode="auto">
            <a:xfrm>
              <a:off x="561498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3" name="Rectangle 39">
              <a:extLst>
                <a:ext uri="{FF2B5EF4-FFF2-40B4-BE49-F238E27FC236}">
                  <a16:creationId xmlns:a16="http://schemas.microsoft.com/office/drawing/2014/main" id="{2C237393-73C7-4D7B-8425-044456835A1B}"/>
                </a:ext>
              </a:extLst>
            </p:cNvPr>
            <p:cNvSpPr>
              <a:spLocks noChangeArrowheads="1"/>
            </p:cNvSpPr>
            <p:nvPr/>
          </p:nvSpPr>
          <p:spPr bwMode="auto">
            <a:xfrm>
              <a:off x="7108825" y="2154238"/>
              <a:ext cx="12700" cy="4572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4" name="Rectangle 40">
              <a:extLst>
                <a:ext uri="{FF2B5EF4-FFF2-40B4-BE49-F238E27FC236}">
                  <a16:creationId xmlns:a16="http://schemas.microsoft.com/office/drawing/2014/main" id="{F4B933B8-CA30-4FF6-8946-267376F55597}"/>
                </a:ext>
              </a:extLst>
            </p:cNvPr>
            <p:cNvSpPr>
              <a:spLocks noChangeArrowheads="1"/>
            </p:cNvSpPr>
            <p:nvPr/>
          </p:nvSpPr>
          <p:spPr bwMode="auto">
            <a:xfrm>
              <a:off x="2235200" y="2611438"/>
              <a:ext cx="11113"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5" name="Rectangle 41">
              <a:extLst>
                <a:ext uri="{FF2B5EF4-FFF2-40B4-BE49-F238E27FC236}">
                  <a16:creationId xmlns:a16="http://schemas.microsoft.com/office/drawing/2014/main" id="{5BBC5E7A-438E-4ECC-9E22-7F9BA2CCE57B}"/>
                </a:ext>
              </a:extLst>
            </p:cNvPr>
            <p:cNvSpPr>
              <a:spLocks noChangeArrowheads="1"/>
            </p:cNvSpPr>
            <p:nvPr/>
          </p:nvSpPr>
          <p:spPr bwMode="auto">
            <a:xfrm>
              <a:off x="6573838" y="2254250"/>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6" name="Rectangle 42">
              <a:extLst>
                <a:ext uri="{FF2B5EF4-FFF2-40B4-BE49-F238E27FC236}">
                  <a16:creationId xmlns:a16="http://schemas.microsoft.com/office/drawing/2014/main" id="{E2BB848F-B2B9-4A8E-BDB0-C55DE0A50B07}"/>
                </a:ext>
              </a:extLst>
            </p:cNvPr>
            <p:cNvSpPr>
              <a:spLocks noChangeArrowheads="1"/>
            </p:cNvSpPr>
            <p:nvPr/>
          </p:nvSpPr>
          <p:spPr bwMode="auto">
            <a:xfrm>
              <a:off x="3276600"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7" name="Rectangle 43">
              <a:extLst>
                <a:ext uri="{FF2B5EF4-FFF2-40B4-BE49-F238E27FC236}">
                  <a16:creationId xmlns:a16="http://schemas.microsoft.com/office/drawing/2014/main" id="{4D79DBF5-9E37-424C-9C9F-817FD53F1AA1}"/>
                </a:ext>
              </a:extLst>
            </p:cNvPr>
            <p:cNvSpPr>
              <a:spLocks noChangeArrowheads="1"/>
            </p:cNvSpPr>
            <p:nvPr/>
          </p:nvSpPr>
          <p:spPr bwMode="auto">
            <a:xfrm>
              <a:off x="2673350" y="2605088"/>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8" name="Rectangle 44">
              <a:extLst>
                <a:ext uri="{FF2B5EF4-FFF2-40B4-BE49-F238E27FC236}">
                  <a16:creationId xmlns:a16="http://schemas.microsoft.com/office/drawing/2014/main" id="{59BB1D1A-833E-4FD0-90DA-68BA6E735710}"/>
                </a:ext>
              </a:extLst>
            </p:cNvPr>
            <p:cNvSpPr>
              <a:spLocks noChangeArrowheads="1"/>
            </p:cNvSpPr>
            <p:nvPr/>
          </p:nvSpPr>
          <p:spPr bwMode="auto">
            <a:xfrm>
              <a:off x="3673475" y="2605088"/>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49" name="Rectangle 45">
              <a:extLst>
                <a:ext uri="{FF2B5EF4-FFF2-40B4-BE49-F238E27FC236}">
                  <a16:creationId xmlns:a16="http://schemas.microsoft.com/office/drawing/2014/main" id="{E3E24EDB-A433-4E22-A745-835C6A339940}"/>
                </a:ext>
              </a:extLst>
            </p:cNvPr>
            <p:cNvSpPr>
              <a:spLocks noChangeArrowheads="1"/>
            </p:cNvSpPr>
            <p:nvPr/>
          </p:nvSpPr>
          <p:spPr bwMode="auto">
            <a:xfrm>
              <a:off x="518477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0" name="Rectangle 46">
              <a:extLst>
                <a:ext uri="{FF2B5EF4-FFF2-40B4-BE49-F238E27FC236}">
                  <a16:creationId xmlns:a16="http://schemas.microsoft.com/office/drawing/2014/main" id="{5997F8B1-CFCF-44A1-AAEE-23D8FAD5A0AC}"/>
                </a:ext>
              </a:extLst>
            </p:cNvPr>
            <p:cNvSpPr>
              <a:spLocks noChangeArrowheads="1"/>
            </p:cNvSpPr>
            <p:nvPr/>
          </p:nvSpPr>
          <p:spPr bwMode="auto">
            <a:xfrm>
              <a:off x="5613400" y="2605088"/>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1" name="Rectangle 47">
              <a:extLst>
                <a:ext uri="{FF2B5EF4-FFF2-40B4-BE49-F238E27FC236}">
                  <a16:creationId xmlns:a16="http://schemas.microsoft.com/office/drawing/2014/main" id="{7EA92005-45EA-48F7-943D-EE06C09540E0}"/>
                </a:ext>
              </a:extLst>
            </p:cNvPr>
            <p:cNvSpPr>
              <a:spLocks noChangeArrowheads="1"/>
            </p:cNvSpPr>
            <p:nvPr/>
          </p:nvSpPr>
          <p:spPr bwMode="auto">
            <a:xfrm>
              <a:off x="7108825" y="2611438"/>
              <a:ext cx="12700" cy="306387"/>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2" name="Rectangle 48">
              <a:extLst>
                <a:ext uri="{FF2B5EF4-FFF2-40B4-BE49-F238E27FC236}">
                  <a16:creationId xmlns:a16="http://schemas.microsoft.com/office/drawing/2014/main" id="{73E75DF0-7373-4DD4-A188-E0FB0CAA8DEB}"/>
                </a:ext>
              </a:extLst>
            </p:cNvPr>
            <p:cNvSpPr>
              <a:spLocks noChangeArrowheads="1"/>
            </p:cNvSpPr>
            <p:nvPr/>
          </p:nvSpPr>
          <p:spPr bwMode="auto">
            <a:xfrm>
              <a:off x="2235200" y="29178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3" name="Rectangle 49">
              <a:extLst>
                <a:ext uri="{FF2B5EF4-FFF2-40B4-BE49-F238E27FC236}">
                  <a16:creationId xmlns:a16="http://schemas.microsoft.com/office/drawing/2014/main" id="{B6723532-7383-4DAE-8696-EC0D3ECDB318}"/>
                </a:ext>
              </a:extLst>
            </p:cNvPr>
            <p:cNvSpPr>
              <a:spLocks noChangeArrowheads="1"/>
            </p:cNvSpPr>
            <p:nvPr/>
          </p:nvSpPr>
          <p:spPr bwMode="auto">
            <a:xfrm>
              <a:off x="3276600"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4" name="Rectangle 50">
              <a:extLst>
                <a:ext uri="{FF2B5EF4-FFF2-40B4-BE49-F238E27FC236}">
                  <a16:creationId xmlns:a16="http://schemas.microsoft.com/office/drawing/2014/main" id="{2C1BDF91-FBAA-40AD-BBE3-2396C1D7523A}"/>
                </a:ext>
              </a:extLst>
            </p:cNvPr>
            <p:cNvSpPr>
              <a:spLocks noChangeArrowheads="1"/>
            </p:cNvSpPr>
            <p:nvPr/>
          </p:nvSpPr>
          <p:spPr bwMode="auto">
            <a:xfrm>
              <a:off x="2673350" y="2906713"/>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C</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5" name="Rectangle 51">
              <a:extLst>
                <a:ext uri="{FF2B5EF4-FFF2-40B4-BE49-F238E27FC236}">
                  <a16:creationId xmlns:a16="http://schemas.microsoft.com/office/drawing/2014/main" id="{1EB52E17-7FB2-47C7-A98F-C991FAC3B03C}"/>
                </a:ext>
              </a:extLst>
            </p:cNvPr>
            <p:cNvSpPr>
              <a:spLocks noChangeArrowheads="1"/>
            </p:cNvSpPr>
            <p:nvPr/>
          </p:nvSpPr>
          <p:spPr bwMode="auto">
            <a:xfrm>
              <a:off x="3694113" y="2906713"/>
              <a:ext cx="2047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6" name="Rectangle 52">
              <a:extLst>
                <a:ext uri="{FF2B5EF4-FFF2-40B4-BE49-F238E27FC236}">
                  <a16:creationId xmlns:a16="http://schemas.microsoft.com/office/drawing/2014/main" id="{8F55075F-4429-41C1-B927-F93418AE10BF}"/>
                </a:ext>
              </a:extLst>
            </p:cNvPr>
            <p:cNvSpPr>
              <a:spLocks noChangeArrowheads="1"/>
            </p:cNvSpPr>
            <p:nvPr/>
          </p:nvSpPr>
          <p:spPr bwMode="auto">
            <a:xfrm>
              <a:off x="518477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7" name="Rectangle 53">
              <a:extLst>
                <a:ext uri="{FF2B5EF4-FFF2-40B4-BE49-F238E27FC236}">
                  <a16:creationId xmlns:a16="http://schemas.microsoft.com/office/drawing/2014/main" id="{8A2E4FC3-9C3B-4209-8B38-A8D84514DFD2}"/>
                </a:ext>
              </a:extLst>
            </p:cNvPr>
            <p:cNvSpPr>
              <a:spLocks noChangeArrowheads="1"/>
            </p:cNvSpPr>
            <p:nvPr/>
          </p:nvSpPr>
          <p:spPr bwMode="auto">
            <a:xfrm>
              <a:off x="4645025" y="2906713"/>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8" name="Rectangle 54">
              <a:extLst>
                <a:ext uri="{FF2B5EF4-FFF2-40B4-BE49-F238E27FC236}">
                  <a16:creationId xmlns:a16="http://schemas.microsoft.com/office/drawing/2014/main" id="{9BBDC61F-5669-4DC7-BEE3-5D20F1AEE6D5}"/>
                </a:ext>
              </a:extLst>
            </p:cNvPr>
            <p:cNvSpPr>
              <a:spLocks noChangeArrowheads="1"/>
            </p:cNvSpPr>
            <p:nvPr/>
          </p:nvSpPr>
          <p:spPr bwMode="auto">
            <a:xfrm>
              <a:off x="5614988"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59" name="Rectangle 55">
              <a:extLst>
                <a:ext uri="{FF2B5EF4-FFF2-40B4-BE49-F238E27FC236}">
                  <a16:creationId xmlns:a16="http://schemas.microsoft.com/office/drawing/2014/main" id="{08318438-C0DA-4D18-BFAF-87641AC1B6CB}"/>
                </a:ext>
              </a:extLst>
            </p:cNvPr>
            <p:cNvSpPr>
              <a:spLocks noChangeArrowheads="1"/>
            </p:cNvSpPr>
            <p:nvPr/>
          </p:nvSpPr>
          <p:spPr bwMode="auto">
            <a:xfrm>
              <a:off x="7108825" y="29178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0" name="Rectangle 56">
              <a:extLst>
                <a:ext uri="{FF2B5EF4-FFF2-40B4-BE49-F238E27FC236}">
                  <a16:creationId xmlns:a16="http://schemas.microsoft.com/office/drawing/2014/main" id="{20F1D679-BBE0-4CF8-852E-5EDD75421920}"/>
                </a:ext>
              </a:extLst>
            </p:cNvPr>
            <p:cNvSpPr>
              <a:spLocks noChangeArrowheads="1"/>
            </p:cNvSpPr>
            <p:nvPr/>
          </p:nvSpPr>
          <p:spPr bwMode="auto">
            <a:xfrm>
              <a:off x="2235200" y="32226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1" name="Rectangle 57">
              <a:extLst>
                <a:ext uri="{FF2B5EF4-FFF2-40B4-BE49-F238E27FC236}">
                  <a16:creationId xmlns:a16="http://schemas.microsoft.com/office/drawing/2014/main" id="{E0DD771F-B5AF-4510-BFE8-30E4784F2E4E}"/>
                </a:ext>
              </a:extLst>
            </p:cNvPr>
            <p:cNvSpPr>
              <a:spLocks noChangeArrowheads="1"/>
            </p:cNvSpPr>
            <p:nvPr/>
          </p:nvSpPr>
          <p:spPr bwMode="auto">
            <a:xfrm>
              <a:off x="6572250" y="29067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62" name="Rectangle 58">
              <a:extLst>
                <a:ext uri="{FF2B5EF4-FFF2-40B4-BE49-F238E27FC236}">
                  <a16:creationId xmlns:a16="http://schemas.microsoft.com/office/drawing/2014/main" id="{F2CD3948-C25D-47F9-AECA-1A67D00DDCC1}"/>
                </a:ext>
              </a:extLst>
            </p:cNvPr>
            <p:cNvSpPr>
              <a:spLocks noChangeArrowheads="1"/>
            </p:cNvSpPr>
            <p:nvPr/>
          </p:nvSpPr>
          <p:spPr bwMode="auto">
            <a:xfrm>
              <a:off x="3276600"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3" name="Rectangle 59">
              <a:extLst>
                <a:ext uri="{FF2B5EF4-FFF2-40B4-BE49-F238E27FC236}">
                  <a16:creationId xmlns:a16="http://schemas.microsoft.com/office/drawing/2014/main" id="{DE8D5812-F0A3-49FB-8AFA-647519E49C6D}"/>
                </a:ext>
              </a:extLst>
            </p:cNvPr>
            <p:cNvSpPr>
              <a:spLocks noChangeArrowheads="1"/>
            </p:cNvSpPr>
            <p:nvPr/>
          </p:nvSpPr>
          <p:spPr bwMode="auto">
            <a:xfrm>
              <a:off x="2667000"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4" name="Rectangle 60">
              <a:extLst>
                <a:ext uri="{FF2B5EF4-FFF2-40B4-BE49-F238E27FC236}">
                  <a16:creationId xmlns:a16="http://schemas.microsoft.com/office/drawing/2014/main" id="{F1E442F4-800C-4F72-9F0E-4CD087339D45}"/>
                </a:ext>
              </a:extLst>
            </p:cNvPr>
            <p:cNvSpPr>
              <a:spLocks noChangeArrowheads="1"/>
            </p:cNvSpPr>
            <p:nvPr/>
          </p:nvSpPr>
          <p:spPr bwMode="auto">
            <a:xfrm>
              <a:off x="3678238" y="3211513"/>
              <a:ext cx="2333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B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5" name="Rectangle 61">
              <a:extLst>
                <a:ext uri="{FF2B5EF4-FFF2-40B4-BE49-F238E27FC236}">
                  <a16:creationId xmlns:a16="http://schemas.microsoft.com/office/drawing/2014/main" id="{3788FC57-9BFA-4708-B59C-426D12D04A54}"/>
                </a:ext>
              </a:extLst>
            </p:cNvPr>
            <p:cNvSpPr>
              <a:spLocks noChangeArrowheads="1"/>
            </p:cNvSpPr>
            <p:nvPr/>
          </p:nvSpPr>
          <p:spPr bwMode="auto">
            <a:xfrm>
              <a:off x="518477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6" name="Rectangle 62">
              <a:extLst>
                <a:ext uri="{FF2B5EF4-FFF2-40B4-BE49-F238E27FC236}">
                  <a16:creationId xmlns:a16="http://schemas.microsoft.com/office/drawing/2014/main" id="{43ED8FFD-CB5A-49AE-AE41-788931DFD724}"/>
                </a:ext>
              </a:extLst>
            </p:cNvPr>
            <p:cNvSpPr>
              <a:spLocks noChangeArrowheads="1"/>
            </p:cNvSpPr>
            <p:nvPr/>
          </p:nvSpPr>
          <p:spPr bwMode="auto">
            <a:xfrm>
              <a:off x="4627563" y="3211513"/>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G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7" name="Rectangle 63">
              <a:extLst>
                <a:ext uri="{FF2B5EF4-FFF2-40B4-BE49-F238E27FC236}">
                  <a16:creationId xmlns:a16="http://schemas.microsoft.com/office/drawing/2014/main" id="{AB9AA5F4-95BC-4F6E-9D52-9217D868A20A}"/>
                </a:ext>
              </a:extLst>
            </p:cNvPr>
            <p:cNvSpPr>
              <a:spLocks noChangeArrowheads="1"/>
            </p:cNvSpPr>
            <p:nvPr/>
          </p:nvSpPr>
          <p:spPr bwMode="auto">
            <a:xfrm>
              <a:off x="5614988"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8" name="Rectangle 64">
              <a:extLst>
                <a:ext uri="{FF2B5EF4-FFF2-40B4-BE49-F238E27FC236}">
                  <a16:creationId xmlns:a16="http://schemas.microsoft.com/office/drawing/2014/main" id="{52F34B5F-504A-44D9-9B6A-BB3C36B9F9FB}"/>
                </a:ext>
              </a:extLst>
            </p:cNvPr>
            <p:cNvSpPr>
              <a:spLocks noChangeArrowheads="1"/>
            </p:cNvSpPr>
            <p:nvPr/>
          </p:nvSpPr>
          <p:spPr bwMode="auto">
            <a:xfrm>
              <a:off x="7108825" y="32226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69" name="Rectangle 65">
              <a:extLst>
                <a:ext uri="{FF2B5EF4-FFF2-40B4-BE49-F238E27FC236}">
                  <a16:creationId xmlns:a16="http://schemas.microsoft.com/office/drawing/2014/main" id="{C8F9294D-1157-41D3-9465-FC3C0C8DF00B}"/>
                </a:ext>
              </a:extLst>
            </p:cNvPr>
            <p:cNvSpPr>
              <a:spLocks noChangeArrowheads="1"/>
            </p:cNvSpPr>
            <p:nvPr/>
          </p:nvSpPr>
          <p:spPr bwMode="auto">
            <a:xfrm>
              <a:off x="2235200" y="3502025"/>
              <a:ext cx="11113"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0" name="Rectangle 66">
              <a:extLst>
                <a:ext uri="{FF2B5EF4-FFF2-40B4-BE49-F238E27FC236}">
                  <a16:creationId xmlns:a16="http://schemas.microsoft.com/office/drawing/2014/main" id="{CE33AD8D-FECB-4BB5-B720-244F8043F05F}"/>
                </a:ext>
              </a:extLst>
            </p:cNvPr>
            <p:cNvSpPr>
              <a:spLocks noChangeArrowheads="1"/>
            </p:cNvSpPr>
            <p:nvPr/>
          </p:nvSpPr>
          <p:spPr bwMode="auto">
            <a:xfrm>
              <a:off x="6572250" y="3211513"/>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1" name="Rectangle 67">
              <a:extLst>
                <a:ext uri="{FF2B5EF4-FFF2-40B4-BE49-F238E27FC236}">
                  <a16:creationId xmlns:a16="http://schemas.microsoft.com/office/drawing/2014/main" id="{6176D04C-D619-4061-BE8F-47A2FA00BBB8}"/>
                </a:ext>
              </a:extLst>
            </p:cNvPr>
            <p:cNvSpPr>
              <a:spLocks noChangeArrowheads="1"/>
            </p:cNvSpPr>
            <p:nvPr/>
          </p:nvSpPr>
          <p:spPr bwMode="auto">
            <a:xfrm>
              <a:off x="3276600"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2" name="Rectangle 68">
              <a:extLst>
                <a:ext uri="{FF2B5EF4-FFF2-40B4-BE49-F238E27FC236}">
                  <a16:creationId xmlns:a16="http://schemas.microsoft.com/office/drawing/2014/main" id="{428A238C-ACC2-4EA4-9C7A-0E59A230CBFC}"/>
                </a:ext>
              </a:extLst>
            </p:cNvPr>
            <p:cNvSpPr>
              <a:spLocks noChangeArrowheads="1"/>
            </p:cNvSpPr>
            <p:nvPr/>
          </p:nvSpPr>
          <p:spPr bwMode="auto">
            <a:xfrm>
              <a:off x="2681288" y="35147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73" name="Rectangle 69">
              <a:extLst>
                <a:ext uri="{FF2B5EF4-FFF2-40B4-BE49-F238E27FC236}">
                  <a16:creationId xmlns:a16="http://schemas.microsoft.com/office/drawing/2014/main" id="{62445263-4231-4646-9895-C86CC8B3C1A8}"/>
                </a:ext>
              </a:extLst>
            </p:cNvPr>
            <p:cNvSpPr>
              <a:spLocks noChangeArrowheads="1"/>
            </p:cNvSpPr>
            <p:nvPr/>
          </p:nvSpPr>
          <p:spPr bwMode="auto">
            <a:xfrm>
              <a:off x="3692525" y="35147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4" name="Rectangle 70">
              <a:extLst>
                <a:ext uri="{FF2B5EF4-FFF2-40B4-BE49-F238E27FC236}">
                  <a16:creationId xmlns:a16="http://schemas.microsoft.com/office/drawing/2014/main" id="{0DAF8036-1A5E-46EB-9423-A4330B37DC0F}"/>
                </a:ext>
              </a:extLst>
            </p:cNvPr>
            <p:cNvSpPr>
              <a:spLocks noChangeArrowheads="1"/>
            </p:cNvSpPr>
            <p:nvPr/>
          </p:nvSpPr>
          <p:spPr bwMode="auto">
            <a:xfrm>
              <a:off x="518477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5" name="Rectangle 71">
              <a:extLst>
                <a:ext uri="{FF2B5EF4-FFF2-40B4-BE49-F238E27FC236}">
                  <a16:creationId xmlns:a16="http://schemas.microsoft.com/office/drawing/2014/main" id="{A6B46ED6-299F-4E0F-A3A0-6A91929956C2}"/>
                </a:ext>
              </a:extLst>
            </p:cNvPr>
            <p:cNvSpPr>
              <a:spLocks noChangeArrowheads="1"/>
            </p:cNvSpPr>
            <p:nvPr/>
          </p:nvSpPr>
          <p:spPr bwMode="auto">
            <a:xfrm>
              <a:off x="4635500" y="3514725"/>
              <a:ext cx="2333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C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6" name="Rectangle 72">
              <a:extLst>
                <a:ext uri="{FF2B5EF4-FFF2-40B4-BE49-F238E27FC236}">
                  <a16:creationId xmlns:a16="http://schemas.microsoft.com/office/drawing/2014/main" id="{FC0779A7-1E21-437B-A660-10ABB103284D}"/>
                </a:ext>
              </a:extLst>
            </p:cNvPr>
            <p:cNvSpPr>
              <a:spLocks noChangeArrowheads="1"/>
            </p:cNvSpPr>
            <p:nvPr/>
          </p:nvSpPr>
          <p:spPr bwMode="auto">
            <a:xfrm>
              <a:off x="5614988"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7" name="Rectangle 73">
              <a:extLst>
                <a:ext uri="{FF2B5EF4-FFF2-40B4-BE49-F238E27FC236}">
                  <a16:creationId xmlns:a16="http://schemas.microsoft.com/office/drawing/2014/main" id="{9C5DF406-BFA5-485E-91D2-756A729641DB}"/>
                </a:ext>
              </a:extLst>
            </p:cNvPr>
            <p:cNvSpPr>
              <a:spLocks noChangeArrowheads="1"/>
            </p:cNvSpPr>
            <p:nvPr/>
          </p:nvSpPr>
          <p:spPr bwMode="auto">
            <a:xfrm>
              <a:off x="7108825" y="3502025"/>
              <a:ext cx="12700" cy="3048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8" name="Rectangle 74">
              <a:extLst>
                <a:ext uri="{FF2B5EF4-FFF2-40B4-BE49-F238E27FC236}">
                  <a16:creationId xmlns:a16="http://schemas.microsoft.com/office/drawing/2014/main" id="{816337FA-0597-4206-BA45-66606B0858CB}"/>
                </a:ext>
              </a:extLst>
            </p:cNvPr>
            <p:cNvSpPr>
              <a:spLocks noChangeArrowheads="1"/>
            </p:cNvSpPr>
            <p:nvPr/>
          </p:nvSpPr>
          <p:spPr bwMode="auto">
            <a:xfrm>
              <a:off x="2235200" y="3806825"/>
              <a:ext cx="11113"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79" name="Rectangle 75">
              <a:extLst>
                <a:ext uri="{FF2B5EF4-FFF2-40B4-BE49-F238E27FC236}">
                  <a16:creationId xmlns:a16="http://schemas.microsoft.com/office/drawing/2014/main" id="{819C6E9F-2B46-41DA-8FD8-B4E3C4A4485F}"/>
                </a:ext>
              </a:extLst>
            </p:cNvPr>
            <p:cNvSpPr>
              <a:spLocks noChangeArrowheads="1"/>
            </p:cNvSpPr>
            <p:nvPr/>
          </p:nvSpPr>
          <p:spPr bwMode="auto">
            <a:xfrm>
              <a:off x="6572250" y="35147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80" name="Rectangle 76">
              <a:extLst>
                <a:ext uri="{FF2B5EF4-FFF2-40B4-BE49-F238E27FC236}">
                  <a16:creationId xmlns:a16="http://schemas.microsoft.com/office/drawing/2014/main" id="{601AD9EF-C88F-44B3-95E5-A5ED3E4661BA}"/>
                </a:ext>
              </a:extLst>
            </p:cNvPr>
            <p:cNvSpPr>
              <a:spLocks noChangeArrowheads="1"/>
            </p:cNvSpPr>
            <p:nvPr/>
          </p:nvSpPr>
          <p:spPr bwMode="auto">
            <a:xfrm>
              <a:off x="3276600"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1" name="Rectangle 77">
              <a:extLst>
                <a:ext uri="{FF2B5EF4-FFF2-40B4-BE49-F238E27FC236}">
                  <a16:creationId xmlns:a16="http://schemas.microsoft.com/office/drawing/2014/main" id="{5A2780A9-77C5-4A6E-AF7D-1F95748D69D2}"/>
                </a:ext>
              </a:extLst>
            </p:cNvPr>
            <p:cNvSpPr>
              <a:spLocks noChangeArrowheads="1"/>
            </p:cNvSpPr>
            <p:nvPr/>
          </p:nvSpPr>
          <p:spPr bwMode="auto">
            <a:xfrm>
              <a:off x="2687638" y="3819525"/>
              <a:ext cx="2067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F</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2" name="Rectangle 78">
              <a:extLst>
                <a:ext uri="{FF2B5EF4-FFF2-40B4-BE49-F238E27FC236}">
                  <a16:creationId xmlns:a16="http://schemas.microsoft.com/office/drawing/2014/main" id="{A647EF1B-5BAA-4259-BCD4-7B7FA5E2F52E}"/>
                </a:ext>
              </a:extLst>
            </p:cNvPr>
            <p:cNvSpPr>
              <a:spLocks noChangeArrowheads="1"/>
            </p:cNvSpPr>
            <p:nvPr/>
          </p:nvSpPr>
          <p:spPr bwMode="auto">
            <a:xfrm>
              <a:off x="3684588" y="3819525"/>
              <a:ext cx="219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E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3" name="Rectangle 79">
              <a:extLst>
                <a:ext uri="{FF2B5EF4-FFF2-40B4-BE49-F238E27FC236}">
                  <a16:creationId xmlns:a16="http://schemas.microsoft.com/office/drawing/2014/main" id="{E50CE953-E4B6-410A-A1B8-29120B5C7359}"/>
                </a:ext>
              </a:extLst>
            </p:cNvPr>
            <p:cNvSpPr>
              <a:spLocks noChangeArrowheads="1"/>
            </p:cNvSpPr>
            <p:nvPr/>
          </p:nvSpPr>
          <p:spPr bwMode="auto">
            <a:xfrm>
              <a:off x="518477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4" name="Rectangle 80">
              <a:extLst>
                <a:ext uri="{FF2B5EF4-FFF2-40B4-BE49-F238E27FC236}">
                  <a16:creationId xmlns:a16="http://schemas.microsoft.com/office/drawing/2014/main" id="{DA900CC1-AEE7-4497-BF4E-0F2A54885151}"/>
                </a:ext>
              </a:extLst>
            </p:cNvPr>
            <p:cNvSpPr>
              <a:spLocks noChangeArrowheads="1"/>
            </p:cNvSpPr>
            <p:nvPr/>
          </p:nvSpPr>
          <p:spPr bwMode="auto">
            <a:xfrm>
              <a:off x="4627563" y="38195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D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5" name="Rectangle 81">
              <a:extLst>
                <a:ext uri="{FF2B5EF4-FFF2-40B4-BE49-F238E27FC236}">
                  <a16:creationId xmlns:a16="http://schemas.microsoft.com/office/drawing/2014/main" id="{68257508-FB35-4D3B-B159-CC293FBC86AD}"/>
                </a:ext>
              </a:extLst>
            </p:cNvPr>
            <p:cNvSpPr>
              <a:spLocks noChangeArrowheads="1"/>
            </p:cNvSpPr>
            <p:nvPr/>
          </p:nvSpPr>
          <p:spPr bwMode="auto">
            <a:xfrm>
              <a:off x="5613400"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6" name="Rectangle 82">
              <a:extLst>
                <a:ext uri="{FF2B5EF4-FFF2-40B4-BE49-F238E27FC236}">
                  <a16:creationId xmlns:a16="http://schemas.microsoft.com/office/drawing/2014/main" id="{DA69E4CD-9AF9-4667-8C0D-E2C648138D3C}"/>
                </a:ext>
              </a:extLst>
            </p:cNvPr>
            <p:cNvSpPr>
              <a:spLocks noChangeArrowheads="1"/>
            </p:cNvSpPr>
            <p:nvPr/>
          </p:nvSpPr>
          <p:spPr bwMode="auto">
            <a:xfrm>
              <a:off x="7108825" y="3806825"/>
              <a:ext cx="12700" cy="30638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7" name="Rectangle 83">
              <a:extLst>
                <a:ext uri="{FF2B5EF4-FFF2-40B4-BE49-F238E27FC236}">
                  <a16:creationId xmlns:a16="http://schemas.microsoft.com/office/drawing/2014/main" id="{0047C314-B57A-4235-8210-FE6406EEF7B4}"/>
                </a:ext>
              </a:extLst>
            </p:cNvPr>
            <p:cNvSpPr>
              <a:spLocks noChangeArrowheads="1"/>
            </p:cNvSpPr>
            <p:nvPr/>
          </p:nvSpPr>
          <p:spPr bwMode="auto">
            <a:xfrm>
              <a:off x="2235200" y="4117975"/>
              <a:ext cx="11113"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88" name="Rectangle 84">
              <a:extLst>
                <a:ext uri="{FF2B5EF4-FFF2-40B4-BE49-F238E27FC236}">
                  <a16:creationId xmlns:a16="http://schemas.microsoft.com/office/drawing/2014/main" id="{7C60C004-F60F-4D35-92EA-D04BC19A74AD}"/>
                </a:ext>
              </a:extLst>
            </p:cNvPr>
            <p:cNvSpPr>
              <a:spLocks noChangeArrowheads="1"/>
            </p:cNvSpPr>
            <p:nvPr/>
          </p:nvSpPr>
          <p:spPr bwMode="auto">
            <a:xfrm>
              <a:off x="6570663" y="38195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rPr>
                <a:t>1 </a:t>
              </a:r>
              <a:endParaRPr kumimoji="0" lang="en-US" altLang="en-US" sz="2400" b="0" i="0" u="none" strike="noStrike" kern="1200" cap="none" spc="0" normalizeH="0" baseline="0" noProof="0">
                <a:ln>
                  <a:noFill/>
                </a:ln>
                <a:solidFill>
                  <a:srgbClr val="FF0000"/>
                </a:solidFill>
                <a:effectLst/>
                <a:uLnTx/>
                <a:uFillTx/>
                <a:latin typeface="Times" panose="02020603050405020304" pitchFamily="18" charset="0"/>
                <a:ea typeface="MS PGothic" panose="020B0600070205080204" pitchFamily="34" charset="-128"/>
                <a:cs typeface="+mn-cs"/>
              </a:endParaRPr>
            </a:p>
          </p:txBody>
        </p:sp>
        <p:sp>
          <p:nvSpPr>
            <p:cNvPr id="72789" name="Rectangle 85">
              <a:extLst>
                <a:ext uri="{FF2B5EF4-FFF2-40B4-BE49-F238E27FC236}">
                  <a16:creationId xmlns:a16="http://schemas.microsoft.com/office/drawing/2014/main" id="{DF2CE6D5-644F-4A12-84A5-3E41D5141FB1}"/>
                </a:ext>
              </a:extLst>
            </p:cNvPr>
            <p:cNvSpPr>
              <a:spLocks noChangeArrowheads="1"/>
            </p:cNvSpPr>
            <p:nvPr/>
          </p:nvSpPr>
          <p:spPr bwMode="auto">
            <a:xfrm>
              <a:off x="3276600"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0" name="Rectangle 86">
              <a:extLst>
                <a:ext uri="{FF2B5EF4-FFF2-40B4-BE49-F238E27FC236}">
                  <a16:creationId xmlns:a16="http://schemas.microsoft.com/office/drawing/2014/main" id="{8EAE41ED-3F87-4682-AFC7-54F0230FC34D}"/>
                </a:ext>
              </a:extLst>
            </p:cNvPr>
            <p:cNvSpPr>
              <a:spLocks noChangeArrowheads="1"/>
            </p:cNvSpPr>
            <p:nvPr/>
          </p:nvSpPr>
          <p:spPr bwMode="auto">
            <a:xfrm>
              <a:off x="2667000" y="4124325"/>
              <a:ext cx="2476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rPr>
                <a:t>G</a:t>
              </a: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1" name="Rectangle 87">
              <a:extLst>
                <a:ext uri="{FF2B5EF4-FFF2-40B4-BE49-F238E27FC236}">
                  <a16:creationId xmlns:a16="http://schemas.microsoft.com/office/drawing/2014/main" id="{6B6D5404-17DE-45B1-B7EF-7F93035CC0FB}"/>
                </a:ext>
              </a:extLst>
            </p:cNvPr>
            <p:cNvSpPr>
              <a:spLocks noChangeArrowheads="1"/>
            </p:cNvSpPr>
            <p:nvPr/>
          </p:nvSpPr>
          <p:spPr bwMode="auto">
            <a:xfrm>
              <a:off x="3692525" y="4124325"/>
              <a:ext cx="204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F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2" name="Rectangle 88">
              <a:extLst>
                <a:ext uri="{FF2B5EF4-FFF2-40B4-BE49-F238E27FC236}">
                  <a16:creationId xmlns:a16="http://schemas.microsoft.com/office/drawing/2014/main" id="{FD6661B5-9DDB-422B-B9FD-FA1BA33DA89F}"/>
                </a:ext>
              </a:extLst>
            </p:cNvPr>
            <p:cNvSpPr>
              <a:spLocks noChangeArrowheads="1"/>
            </p:cNvSpPr>
            <p:nvPr/>
          </p:nvSpPr>
          <p:spPr bwMode="auto">
            <a:xfrm>
              <a:off x="518477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3" name="Rectangle 89">
              <a:extLst>
                <a:ext uri="{FF2B5EF4-FFF2-40B4-BE49-F238E27FC236}">
                  <a16:creationId xmlns:a16="http://schemas.microsoft.com/office/drawing/2014/main" id="{B154B9DA-9060-4A02-AD7D-4538D1A974A2}"/>
                </a:ext>
              </a:extLst>
            </p:cNvPr>
            <p:cNvSpPr>
              <a:spLocks noChangeArrowheads="1"/>
            </p:cNvSpPr>
            <p:nvPr/>
          </p:nvSpPr>
          <p:spPr bwMode="auto">
            <a:xfrm>
              <a:off x="5613400" y="4124325"/>
              <a:ext cx="190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0 </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4" name="Rectangle 90">
              <a:extLst>
                <a:ext uri="{FF2B5EF4-FFF2-40B4-BE49-F238E27FC236}">
                  <a16:creationId xmlns:a16="http://schemas.microsoft.com/office/drawing/2014/main" id="{D8B589E5-4F28-45AE-A5EC-2AE602854255}"/>
                </a:ext>
              </a:extLst>
            </p:cNvPr>
            <p:cNvSpPr>
              <a:spLocks noChangeArrowheads="1"/>
            </p:cNvSpPr>
            <p:nvPr/>
          </p:nvSpPr>
          <p:spPr bwMode="auto">
            <a:xfrm>
              <a:off x="7108825" y="4117975"/>
              <a:ext cx="12700" cy="350838"/>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5" name="Rectangle 91">
              <a:extLst>
                <a:ext uri="{FF2B5EF4-FFF2-40B4-BE49-F238E27FC236}">
                  <a16:creationId xmlns:a16="http://schemas.microsoft.com/office/drawing/2014/main" id="{211B7C3D-DC69-45D5-96A6-1F905115EB46}"/>
                </a:ext>
              </a:extLst>
            </p:cNvPr>
            <p:cNvSpPr>
              <a:spLocks noChangeArrowheads="1"/>
            </p:cNvSpPr>
            <p:nvPr/>
          </p:nvSpPr>
          <p:spPr bwMode="auto">
            <a:xfrm>
              <a:off x="2235200" y="4481513"/>
              <a:ext cx="4881563" cy="12700"/>
            </a:xfrm>
            <a:prstGeom prst="rect">
              <a:avLst/>
            </a:prstGeom>
            <a:solidFill>
              <a:srgbClr val="000000"/>
            </a:solidFill>
            <a:ln w="6350">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6" name="Rectangle 92">
              <a:extLst>
                <a:ext uri="{FF2B5EF4-FFF2-40B4-BE49-F238E27FC236}">
                  <a16:creationId xmlns:a16="http://schemas.microsoft.com/office/drawing/2014/main" id="{9F00680A-D784-4E59-8A96-DF7BFA0E0839}"/>
                </a:ext>
              </a:extLst>
            </p:cNvPr>
            <p:cNvSpPr>
              <a:spLocks noChangeArrowheads="1"/>
            </p:cNvSpPr>
            <p:nvPr/>
          </p:nvSpPr>
          <p:spPr bwMode="auto">
            <a:xfrm>
              <a:off x="4665663" y="257968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7" name="Rectangle 93">
              <a:extLst>
                <a:ext uri="{FF2B5EF4-FFF2-40B4-BE49-F238E27FC236}">
                  <a16:creationId xmlns:a16="http://schemas.microsoft.com/office/drawing/2014/main" id="{40307A33-D96C-4459-B5CF-74CEC4B456ED}"/>
                </a:ext>
              </a:extLst>
            </p:cNvPr>
            <p:cNvSpPr>
              <a:spLocks noChangeArrowheads="1"/>
            </p:cNvSpPr>
            <p:nvPr/>
          </p:nvSpPr>
          <p:spPr bwMode="auto">
            <a:xfrm>
              <a:off x="4637088" y="4125913"/>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a:t>
              </a:r>
              <a:endParaRPr kumimoji="0" lang="en-US" altLang="en-US" sz="2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endParaRPr>
            </a:p>
          </p:txBody>
        </p:sp>
        <p:sp>
          <p:nvSpPr>
            <p:cNvPr id="72798" name="Rectangle 94">
              <a:extLst>
                <a:ext uri="{FF2B5EF4-FFF2-40B4-BE49-F238E27FC236}">
                  <a16:creationId xmlns:a16="http://schemas.microsoft.com/office/drawing/2014/main" id="{18ED51EC-E371-4F9D-9760-F99858864063}"/>
                </a:ext>
              </a:extLst>
            </p:cNvPr>
            <p:cNvSpPr>
              <a:spLocks noChangeArrowheads="1"/>
            </p:cNvSpPr>
            <p:nvPr/>
          </p:nvSpPr>
          <p:spPr bwMode="auto">
            <a:xfrm>
              <a:off x="6561138" y="2586038"/>
              <a:ext cx="127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rPr>
                <a:t>0</a:t>
              </a:r>
              <a:endParaRPr kumimoji="0" lang="en-US" altLang="en-US" sz="2400" b="0" i="0" u="none" strike="noStrike" kern="1200" cap="none" spc="0" normalizeH="0" baseline="0" noProof="0">
                <a:ln>
                  <a:noFill/>
                </a:ln>
                <a:effectLst/>
                <a:uLnTx/>
                <a:uFillTx/>
                <a:latin typeface="Times" panose="02020603050405020304" pitchFamily="18" charset="0"/>
                <a:ea typeface="MS PGothic" panose="020B0600070205080204" pitchFamily="34" charset="-128"/>
                <a:cs typeface="+mn-cs"/>
              </a:endParaRPr>
            </a:p>
          </p:txBody>
        </p:sp>
        <p:sp>
          <p:nvSpPr>
            <p:cNvPr id="72799" name="Rectangle 95">
              <a:extLst>
                <a:ext uri="{FF2B5EF4-FFF2-40B4-BE49-F238E27FC236}">
                  <a16:creationId xmlns:a16="http://schemas.microsoft.com/office/drawing/2014/main" id="{8295F4F6-9D50-4FEC-AD3C-76764DDACACB}"/>
                </a:ext>
              </a:extLst>
            </p:cNvPr>
            <p:cNvSpPr>
              <a:spLocks noChangeArrowheads="1"/>
            </p:cNvSpPr>
            <p:nvPr/>
          </p:nvSpPr>
          <p:spPr bwMode="auto">
            <a:xfrm>
              <a:off x="6561138" y="4124325"/>
              <a:ext cx="1282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2000" b="0">
                  <a:latin typeface="Times" panose="02020603050405020304" pitchFamily="18" charset="0"/>
                </a:rPr>
                <a:t>0</a:t>
              </a:r>
              <a:endParaRPr kumimoji="0" lang="en-US" altLang="en-US" sz="2400" b="0" i="0" u="none" strike="noStrike" kern="1200" cap="none" spc="0" normalizeH="0" baseline="0" noProof="0">
                <a:ln>
                  <a:noFill/>
                </a:ln>
                <a:effectLst/>
                <a:uLnTx/>
                <a:uFillTx/>
                <a:latin typeface="Times" panose="02020603050405020304" pitchFamily="18" charset="0"/>
              </a:endParaRPr>
            </a:p>
          </p:txBody>
        </p:sp>
      </p:grpSp>
      <p:sp>
        <p:nvSpPr>
          <p:cNvPr id="72706" name="TextBox 125">
            <a:extLst>
              <a:ext uri="{FF2B5EF4-FFF2-40B4-BE49-F238E27FC236}">
                <a16:creationId xmlns:a16="http://schemas.microsoft.com/office/drawing/2014/main" id="{16EFEB35-6F3D-4B5C-A82B-4196D0C2A829}"/>
              </a:ext>
            </a:extLst>
          </p:cNvPr>
          <p:cNvSpPr txBox="1">
            <a:spLocks noChangeArrowheads="1"/>
          </p:cNvSpPr>
          <p:nvPr/>
        </p:nvSpPr>
        <p:spPr bwMode="auto">
          <a:xfrm>
            <a:off x="6451600" y="6477000"/>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Times" panose="02020603050405020304" pitchFamily="18" charset="0"/>
                <a:ea typeface="MS PGothic" panose="020B0600070205080204" pitchFamily="34" charset="-128"/>
                <a:cs typeface="+mn-cs"/>
              </a:rPr>
              <a:t>[ Figure 6.59 from the textbook ]</a:t>
            </a:r>
          </a:p>
        </p:txBody>
      </p:sp>
      <p:sp>
        <p:nvSpPr>
          <p:cNvPr id="72707" name="Title 1">
            <a:extLst>
              <a:ext uri="{FF2B5EF4-FFF2-40B4-BE49-F238E27FC236}">
                <a16:creationId xmlns:a16="http://schemas.microsoft.com/office/drawing/2014/main" id="{60C8CC88-C862-4055-95BC-A192C2AEC18D}"/>
              </a:ext>
            </a:extLst>
          </p:cNvPr>
          <p:cNvSpPr txBox="1">
            <a:spLocks/>
          </p:cNvSpPr>
          <p:nvPr/>
        </p:nvSpPr>
        <p:spPr bwMode="auto">
          <a:xfrm>
            <a:off x="-4763" y="46038"/>
            <a:ext cx="9144001" cy="608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MS PGothic" panose="020B0600070205080204" pitchFamily="34" charset="-128"/>
              </a:defRPr>
            </a:lvl1pPr>
            <a:lvl2pPr marL="742950" indent="-285750">
              <a:spcBef>
                <a:spcPct val="20000"/>
              </a:spcBef>
              <a:buFont typeface="Wingdings" panose="05000000000000000000" pitchFamily="2" charset="2"/>
              <a:buChar char="§"/>
              <a:defRPr sz="2000" b="1">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200" b="1"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rPr>
              <a:t>Incompletely specified state table: Example </a:t>
            </a:r>
          </a:p>
        </p:txBody>
      </p:sp>
      <p:sp>
        <p:nvSpPr>
          <p:cNvPr id="3" name="Rectangle 2">
            <a:extLst>
              <a:ext uri="{FF2B5EF4-FFF2-40B4-BE49-F238E27FC236}">
                <a16:creationId xmlns:a16="http://schemas.microsoft.com/office/drawing/2014/main" id="{5142E58E-BC46-4E56-A623-B935DB282351}"/>
              </a:ext>
            </a:extLst>
          </p:cNvPr>
          <p:cNvSpPr/>
          <p:nvPr/>
        </p:nvSpPr>
        <p:spPr>
          <a:xfrm>
            <a:off x="2354263" y="4272572"/>
            <a:ext cx="4572000" cy="2215991"/>
          </a:xfrm>
          <a:prstGeom prst="rect">
            <a:avLst/>
          </a:prstGeom>
        </p:spPr>
        <p:txBody>
          <a:bodyPr>
            <a:spAutoFit/>
          </a:bodyPr>
          <a:lstStyle/>
          <a:p>
            <a:r>
              <a:rPr lang="en-US" sz="2300" i="1">
                <a:latin typeface="Times-Italic"/>
              </a:rPr>
              <a:t>P</a:t>
            </a:r>
            <a:r>
              <a:rPr lang="en-US" sz="2300">
                <a:latin typeface="Times-Roman"/>
              </a:rPr>
              <a:t>1 </a:t>
            </a:r>
            <a:r>
              <a:rPr lang="en-US" sz="2300">
                <a:latin typeface="MTSYN"/>
              </a:rPr>
              <a:t>= </a:t>
            </a:r>
            <a:r>
              <a:rPr lang="en-US" sz="2300" i="1">
                <a:latin typeface="MTMI"/>
              </a:rPr>
              <a:t>(</a:t>
            </a:r>
            <a:r>
              <a:rPr lang="en-US" sz="2300" i="1">
                <a:latin typeface="Times-Italic"/>
              </a:rPr>
              <a:t>ABCDEFG</a:t>
            </a:r>
            <a:r>
              <a:rPr lang="en-US" sz="2300" i="1">
                <a:latin typeface="MTMI"/>
              </a:rPr>
              <a:t>)</a:t>
            </a:r>
          </a:p>
          <a:p>
            <a:r>
              <a:rPr lang="en-US" sz="2300" i="1">
                <a:latin typeface="Times-Italic"/>
              </a:rPr>
              <a:t>P</a:t>
            </a:r>
            <a:r>
              <a:rPr lang="en-US" sz="2300">
                <a:latin typeface="Times-Roman"/>
              </a:rPr>
              <a:t>2 </a:t>
            </a:r>
            <a:r>
              <a:rPr lang="en-US" sz="2300">
                <a:latin typeface="MTSYN"/>
              </a:rPr>
              <a:t>= </a:t>
            </a:r>
            <a:r>
              <a:rPr lang="en-US" sz="2300" i="1">
                <a:latin typeface="MTMI"/>
              </a:rPr>
              <a:t>(</a:t>
            </a:r>
            <a:r>
              <a:rPr lang="en-US" sz="2300" i="1">
                <a:latin typeface="Times-Italic"/>
              </a:rPr>
              <a:t>ABDG</a:t>
            </a:r>
            <a:r>
              <a:rPr lang="en-US" sz="2300" i="1">
                <a:latin typeface="MTMI"/>
              </a:rPr>
              <a:t>)(</a:t>
            </a:r>
            <a:r>
              <a:rPr lang="en-US" sz="2300" i="1">
                <a:solidFill>
                  <a:srgbClr val="FF0000"/>
                </a:solidFill>
                <a:latin typeface="Times-Italic"/>
              </a:rPr>
              <a:t>CEF</a:t>
            </a:r>
            <a:r>
              <a:rPr lang="en-US" sz="2300" i="1">
                <a:latin typeface="MTMI"/>
              </a:rPr>
              <a:t>)</a:t>
            </a:r>
          </a:p>
          <a:p>
            <a:r>
              <a:rPr lang="en-US" sz="2300" i="1">
                <a:latin typeface="Times-Italic"/>
              </a:rPr>
              <a:t>P</a:t>
            </a:r>
            <a:r>
              <a:rPr lang="en-US" sz="2300">
                <a:latin typeface="Times-Roman"/>
              </a:rPr>
              <a:t>3 </a:t>
            </a:r>
            <a:r>
              <a:rPr lang="en-US" sz="2300">
                <a:latin typeface="MTSYN"/>
              </a:rPr>
              <a:t>= </a:t>
            </a:r>
            <a:r>
              <a:rPr lang="en-US" sz="2300" i="1">
                <a:latin typeface="MTMI"/>
              </a:rPr>
              <a:t>(</a:t>
            </a:r>
            <a:r>
              <a:rPr lang="en-US" sz="2300" i="1">
                <a:latin typeface="Times-Italic"/>
              </a:rPr>
              <a:t>AB</a:t>
            </a:r>
            <a:r>
              <a:rPr lang="en-US" sz="2300" i="1">
                <a:latin typeface="MTMI"/>
              </a:rPr>
              <a:t>)(</a:t>
            </a:r>
            <a:r>
              <a:rPr lang="en-US" sz="2300" i="1">
                <a:latin typeface="Times-Italic"/>
              </a:rPr>
              <a:t>D</a:t>
            </a:r>
            <a:r>
              <a:rPr lang="en-US" sz="2300" i="1">
                <a:latin typeface="MTMI"/>
              </a:rPr>
              <a:t>)(</a:t>
            </a:r>
            <a:r>
              <a:rPr lang="en-US" sz="2300" i="1">
                <a:latin typeface="Times-Italic"/>
              </a:rPr>
              <a:t>G</a:t>
            </a:r>
            <a:r>
              <a:rPr lang="en-US" sz="2300" i="1">
                <a:latin typeface="MTMI"/>
              </a:rPr>
              <a:t>)(</a:t>
            </a:r>
            <a:r>
              <a:rPr lang="en-US" sz="2300" i="1">
                <a:latin typeface="Times-Italic"/>
              </a:rPr>
              <a:t>CE</a:t>
            </a:r>
            <a:r>
              <a:rPr lang="en-US" sz="2300" i="1">
                <a:latin typeface="MTMI"/>
              </a:rPr>
              <a:t>)(</a:t>
            </a:r>
            <a:r>
              <a:rPr lang="en-US" sz="2300" i="1">
                <a:latin typeface="Times-Italic"/>
              </a:rPr>
              <a:t>F</a:t>
            </a:r>
            <a:r>
              <a:rPr lang="en-US" sz="2300" i="1">
                <a:latin typeface="MTMI"/>
              </a:rPr>
              <a:t>)</a:t>
            </a:r>
          </a:p>
          <a:p>
            <a:r>
              <a:rPr lang="fr-FR" sz="2300" i="1">
                <a:latin typeface="Times-Italic"/>
              </a:rPr>
              <a:t>P</a:t>
            </a:r>
            <a:r>
              <a:rPr lang="fr-FR" sz="2300">
                <a:latin typeface="Times-Roman"/>
              </a:rPr>
              <a:t>4 </a:t>
            </a:r>
            <a:r>
              <a:rPr lang="fr-FR" sz="2300">
                <a:latin typeface="MTSYN"/>
              </a:rPr>
              <a:t>= </a:t>
            </a:r>
            <a:r>
              <a:rPr lang="fr-FR" sz="2300" i="1">
                <a:latin typeface="MTMI"/>
              </a:rPr>
              <a:t>(</a:t>
            </a:r>
            <a:r>
              <a:rPr lang="fr-FR" sz="2300" i="1">
                <a:latin typeface="Times-Italic"/>
              </a:rPr>
              <a:t>A</a:t>
            </a:r>
            <a:r>
              <a:rPr lang="fr-FR" sz="2300" i="1">
                <a:latin typeface="MTMI"/>
              </a:rPr>
              <a:t>)(</a:t>
            </a:r>
            <a:r>
              <a:rPr lang="fr-FR" sz="2300" i="1">
                <a:latin typeface="Times-Italic"/>
              </a:rPr>
              <a:t>B</a:t>
            </a:r>
            <a:r>
              <a:rPr lang="fr-FR" sz="2300" i="1">
                <a:latin typeface="MTMI"/>
              </a:rPr>
              <a:t>)(</a:t>
            </a:r>
            <a:r>
              <a:rPr lang="fr-FR" sz="2300" i="1">
                <a:latin typeface="Times-Italic"/>
              </a:rPr>
              <a:t>D</a:t>
            </a:r>
            <a:r>
              <a:rPr lang="fr-FR" sz="2300" i="1">
                <a:latin typeface="MTMI"/>
              </a:rPr>
              <a:t>)(</a:t>
            </a:r>
            <a:r>
              <a:rPr lang="fr-FR" sz="2300" i="1">
                <a:latin typeface="Times-Italic"/>
              </a:rPr>
              <a:t>G</a:t>
            </a:r>
            <a:r>
              <a:rPr lang="fr-FR" sz="2300" i="1">
                <a:latin typeface="MTMI"/>
              </a:rPr>
              <a:t>)(</a:t>
            </a:r>
            <a:r>
              <a:rPr lang="fr-FR" sz="2300" i="1">
                <a:latin typeface="Times-Italic"/>
              </a:rPr>
              <a:t>CE</a:t>
            </a:r>
            <a:r>
              <a:rPr lang="fr-FR" sz="2300" i="1">
                <a:latin typeface="MTMI"/>
              </a:rPr>
              <a:t>)(</a:t>
            </a:r>
            <a:r>
              <a:rPr lang="fr-FR" sz="2300" i="1">
                <a:latin typeface="Times-Italic"/>
              </a:rPr>
              <a:t>F</a:t>
            </a:r>
            <a:r>
              <a:rPr lang="fr-FR" sz="2300" i="1">
                <a:latin typeface="MTMI"/>
              </a:rPr>
              <a:t>)</a:t>
            </a:r>
          </a:p>
          <a:p>
            <a:r>
              <a:rPr lang="en-US" sz="2300" i="1">
                <a:latin typeface="Times-Italic"/>
              </a:rPr>
              <a:t>P</a:t>
            </a:r>
            <a:r>
              <a:rPr lang="en-US" sz="2300">
                <a:latin typeface="Times-Roman"/>
              </a:rPr>
              <a:t>5 </a:t>
            </a:r>
            <a:r>
              <a:rPr lang="en-US" sz="2300">
                <a:latin typeface="MTSYN"/>
              </a:rPr>
              <a:t>= </a:t>
            </a:r>
            <a:r>
              <a:rPr lang="en-US" sz="2300" i="1">
                <a:latin typeface="Times-Italic"/>
              </a:rPr>
              <a:t>P</a:t>
            </a:r>
            <a:r>
              <a:rPr lang="en-US" sz="2300">
                <a:latin typeface="Times-Roman"/>
              </a:rPr>
              <a:t>4</a:t>
            </a:r>
            <a:endParaRPr lang="en-US" sz="2300" i="1">
              <a:latin typeface="MTMI"/>
            </a:endParaRPr>
          </a:p>
          <a:p>
            <a:endParaRPr lang="en-US" sz="2300"/>
          </a:p>
        </p:txBody>
      </p:sp>
    </p:spTree>
    <p:extLst>
      <p:ext uri="{BB962C8B-B14F-4D97-AF65-F5344CB8AC3E}">
        <p14:creationId xmlns:p14="http://schemas.microsoft.com/office/powerpoint/2010/main" val="61043639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6A6597-0E44-4F9E-9167-9A8E3C21418B}"/>
              </a:ext>
            </a:extLst>
          </p:cNvPr>
          <p:cNvSpPr>
            <a:spLocks noGrp="1"/>
          </p:cNvSpPr>
          <p:nvPr>
            <p:ph type="title"/>
          </p:nvPr>
        </p:nvSpPr>
        <p:spPr>
          <a:xfrm>
            <a:off x="228600" y="228600"/>
            <a:ext cx="8686800" cy="609600"/>
          </a:xfrm>
        </p:spPr>
        <p:txBody>
          <a:bodyPr/>
          <a:lstStyle/>
          <a:p>
            <a:r>
              <a:rPr lang="en-US" sz="4800"/>
              <a:t>END Slide</a:t>
            </a:r>
          </a:p>
        </p:txBody>
      </p:sp>
      <p:sp>
        <p:nvSpPr>
          <p:cNvPr id="3" name="Slide Number Placeholder 2">
            <a:extLst>
              <a:ext uri="{FF2B5EF4-FFF2-40B4-BE49-F238E27FC236}">
                <a16:creationId xmlns:a16="http://schemas.microsoft.com/office/drawing/2014/main" id="{890BAC1C-2592-44F2-852C-C27A9C18F2EA}"/>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97966BF-D65F-4E28-A407-653B2DF03F01}" type="slidenum">
              <a:rPr kumimoji="0" lang="en-US" altLang="zh-CN" sz="1400" b="0" i="0" u="none" strike="noStrike" kern="1200" cap="none" spc="0" normalizeH="0" baseline="0" noProof="0" smtClean="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zh-CN" sz="1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pic>
        <p:nvPicPr>
          <p:cNvPr id="5" name="Picture 2" descr="Q &amp; A – Mechatronics World">
            <a:extLst>
              <a:ext uri="{FF2B5EF4-FFF2-40B4-BE49-F238E27FC236}">
                <a16:creationId xmlns:a16="http://schemas.microsoft.com/office/drawing/2014/main" id="{B84F8481-55AC-4F48-B0CC-DA3B1C727772}"/>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38934" y="1295400"/>
            <a:ext cx="7971420" cy="478285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3982849"/>
      </p:ext>
    </p:extLst>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D927F5C48263E44CA0E4BF48DA5842DF" ma:contentTypeVersion="10" ma:contentTypeDescription="Create a new document." ma:contentTypeScope="" ma:versionID="cc6a9fdc59c3920af0e32ab9cc6bc759">
  <xsd:schema xmlns:xsd="http://www.w3.org/2001/XMLSchema" xmlns:xs="http://www.w3.org/2001/XMLSchema" xmlns:p="http://schemas.microsoft.com/office/2006/metadata/properties" xmlns:ns3="2545ccdc-34fc-4cec-a48d-ba29d7877a97" targetNamespace="http://schemas.microsoft.com/office/2006/metadata/properties" ma:root="true" ma:fieldsID="7474bca7c2d6847eb37e3847f5421f7f" ns3:_="">
    <xsd:import namespace="2545ccdc-34fc-4cec-a48d-ba29d7877a97"/>
    <xsd:element name="properties">
      <xsd:complexType>
        <xsd:sequence>
          <xsd:element name="documentManagement">
            <xsd:complexType>
              <xsd:all>
                <xsd:element ref="ns3:MediaServiceMetadata" minOccurs="0"/>
                <xsd:element ref="ns3:MediaServiceFastMetadata" minOccurs="0"/>
                <xsd:element ref="ns3:MediaServiceDateTaken" minOccurs="0"/>
                <xsd:element ref="ns3:MediaServiceAutoTags" minOccurs="0"/>
                <xsd:element ref="ns3:MediaServiceGenerationTime" minOccurs="0"/>
                <xsd:element ref="ns3:MediaServiceEventHashCode" minOccurs="0"/>
                <xsd:element ref="ns3:MediaServiceOCR" minOccurs="0"/>
                <xsd:element ref="ns3:MediaServiceAutoKeyPoints" minOccurs="0"/>
                <xsd:element ref="ns3:MediaServiceKeyPoints"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545ccdc-34fc-4cec-a48d-ba29d7877a9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ternalName="MediaServiceDateTaken" ma:readOnly="true">
      <xsd:simpleType>
        <xsd:restriction base="dms:Text"/>
      </xsd:simpleType>
    </xsd:element>
    <xsd:element name="MediaServiceAutoTags" ma:index="11" nillable="true" ma:displayName="Tags" ma:internalName="MediaServiceAutoTags"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AutoKeyPoints" ma:index="15" nillable="true" ma:displayName="MediaServiceAutoKeyPoints" ma:hidden="true" ma:internalName="MediaServiceAutoKeyPoints" ma:readOnly="true">
      <xsd:simpleType>
        <xsd:restriction base="dms:Note"/>
      </xsd:simpleType>
    </xsd:element>
    <xsd:element name="MediaServiceKeyPoints" ma:index="16" nillable="true" ma:displayName="KeyPoints" ma:internalName="MediaServiceKeyPoints"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2C638D98-A44F-4A29-B2B9-D9FD8ACC44EE}">
  <ds:schemaRefs>
    <ds:schemaRef ds:uri="http://schemas.microsoft.com/sharepoint/v3/contenttype/forms"/>
  </ds:schemaRefs>
</ds:datastoreItem>
</file>

<file path=customXml/itemProps2.xml><?xml version="1.0" encoding="utf-8"?>
<ds:datastoreItem xmlns:ds="http://schemas.openxmlformats.org/officeDocument/2006/customXml" ds:itemID="{89D90360-3B21-4048-9E84-CD66033C6025}">
  <ds:schemaRefs>
    <ds:schemaRef ds:uri="http://purl.org/dc/dcmitype/"/>
    <ds:schemaRef ds:uri="http://purl.org/dc/terms/"/>
    <ds:schemaRef ds:uri="2545ccdc-34fc-4cec-a48d-ba29d7877a97"/>
    <ds:schemaRef ds:uri="http://purl.org/dc/elements/1.1/"/>
    <ds:schemaRef ds:uri="http://schemas.microsoft.com/office/infopath/2007/PartnerControls"/>
    <ds:schemaRef ds:uri="http://schemas.microsoft.com/office/2006/documentManagement/types"/>
    <ds:schemaRef ds:uri="http://schemas.openxmlformats.org/package/2006/metadata/core-properties"/>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E956FE2E-B4F1-4025-B184-05238CA68BD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545ccdc-34fc-4cec-a48d-ba29d7877a9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218</TotalTime>
  <Words>4966</Words>
  <Application>Microsoft Office PowerPoint</Application>
  <PresentationFormat>On-screen Show (4:3)</PresentationFormat>
  <Paragraphs>2422</Paragraphs>
  <Slides>96</Slides>
  <Notes>1</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96</vt:i4>
      </vt:variant>
    </vt:vector>
  </HeadingPairs>
  <TitlesOfParts>
    <vt:vector size="109" baseType="lpstr">
      <vt:lpstr>MS PGothic</vt:lpstr>
      <vt:lpstr>MS PGothic</vt:lpstr>
      <vt:lpstr>Arial</vt:lpstr>
      <vt:lpstr>Calibri</vt:lpstr>
      <vt:lpstr>Helvetica</vt:lpstr>
      <vt:lpstr>MTMI</vt:lpstr>
      <vt:lpstr>MTSYN</vt:lpstr>
      <vt:lpstr>Symbol</vt:lpstr>
      <vt:lpstr>Times</vt:lpstr>
      <vt:lpstr>Times New Roman</vt:lpstr>
      <vt:lpstr>Times-Italic</vt:lpstr>
      <vt:lpstr>Times-Roman</vt:lpstr>
      <vt:lpstr>Default Design</vt:lpstr>
      <vt:lpstr>PowerPoint Presentation</vt:lpstr>
      <vt:lpstr>Administrative Stuff</vt:lpstr>
      <vt:lpstr>31-State Minimization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State Minimization : Motivation</vt:lpstr>
      <vt:lpstr>PowerPoint Presentation</vt:lpstr>
      <vt:lpstr>Partition Minimization Procedure</vt:lpstr>
      <vt:lpstr>PowerPoint Presentation</vt:lpstr>
      <vt:lpstr>0-successor </vt:lpstr>
      <vt:lpstr>0-successor </vt:lpstr>
      <vt:lpstr>1-successor </vt:lpstr>
      <vt:lpstr>1-successor </vt:lpstr>
      <vt:lpstr>1-successor </vt:lpstr>
      <vt:lpstr>k-successors of a State </vt:lpstr>
      <vt:lpstr>k-successors of a State </vt:lpstr>
      <vt:lpstr>k-successors of a State </vt:lpstr>
      <vt:lpstr>k-successors of a State </vt:lpstr>
      <vt:lpstr>PowerPoint Presentation</vt:lpstr>
      <vt:lpstr>Partition </vt:lpstr>
      <vt:lpstr>PowerPoint Presentation</vt:lpstr>
      <vt:lpstr>PowerPoint Presentation</vt:lpstr>
      <vt:lpstr>PowerPoint Presentation</vt:lpstr>
      <vt:lpstr>PowerPoint Presentation</vt:lpstr>
      <vt:lpstr>PowerPoint Presentation</vt:lpstr>
      <vt:lpstr>Partition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Vending Machine Example</vt:lpstr>
      <vt:lpstr>Vending Machine Example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END Slide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Copyright 2004 Pearson Addison-Wesley</dc:creator>
  <cp:lastModifiedBy>Ahamed, Md Maruf [E CPE]</cp:lastModifiedBy>
  <cp:revision>5</cp:revision>
  <dcterms:created xsi:type="dcterms:W3CDTF">2003-05-23T15:49:24Z</dcterms:created>
  <dcterms:modified xsi:type="dcterms:W3CDTF">2022-04-15T22:26:11Z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0x010100D927F5C48263E44CA0E4BF48DA5842DF</vt:lpwstr>
  </property>
</Properties>
</file>