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51"/>
  </p:notesMasterIdLst>
  <p:handoutMasterIdLst>
    <p:handoutMasterId r:id="rId52"/>
  </p:handoutMasterIdLst>
  <p:sldIdLst>
    <p:sldId id="788" r:id="rId5"/>
    <p:sldId id="2048" r:id="rId6"/>
    <p:sldId id="790" r:id="rId7"/>
    <p:sldId id="1599" r:id="rId8"/>
    <p:sldId id="1602" r:id="rId9"/>
    <p:sldId id="2030" r:id="rId10"/>
    <p:sldId id="1629" r:id="rId11"/>
    <p:sldId id="1517" r:id="rId12"/>
    <p:sldId id="2049" r:id="rId13"/>
    <p:sldId id="2029" r:id="rId14"/>
    <p:sldId id="1636" r:id="rId15"/>
    <p:sldId id="1676" r:id="rId16"/>
    <p:sldId id="1678" r:id="rId17"/>
    <p:sldId id="1680" r:id="rId18"/>
    <p:sldId id="1681" r:id="rId19"/>
    <p:sldId id="1682" r:id="rId20"/>
    <p:sldId id="1816" r:id="rId21"/>
    <p:sldId id="1817" r:id="rId22"/>
    <p:sldId id="2042" r:id="rId23"/>
    <p:sldId id="1691" r:id="rId24"/>
    <p:sldId id="1887" r:id="rId25"/>
    <p:sldId id="1865" r:id="rId26"/>
    <p:sldId id="1692" r:id="rId27"/>
    <p:sldId id="2041" r:id="rId28"/>
    <p:sldId id="2044" r:id="rId29"/>
    <p:sldId id="1662" r:id="rId30"/>
    <p:sldId id="2038" r:id="rId31"/>
    <p:sldId id="2039" r:id="rId32"/>
    <p:sldId id="2040" r:id="rId33"/>
    <p:sldId id="2050" r:id="rId34"/>
    <p:sldId id="2051" r:id="rId35"/>
    <p:sldId id="1801" r:id="rId36"/>
    <p:sldId id="1802" r:id="rId37"/>
    <p:sldId id="1803" r:id="rId38"/>
    <p:sldId id="1804" r:id="rId39"/>
    <p:sldId id="2031" r:id="rId40"/>
    <p:sldId id="2032" r:id="rId41"/>
    <p:sldId id="2043" r:id="rId42"/>
    <p:sldId id="2015" r:id="rId43"/>
    <p:sldId id="2016" r:id="rId44"/>
    <p:sldId id="2033" r:id="rId45"/>
    <p:sldId id="2021" r:id="rId46"/>
    <p:sldId id="2034" r:id="rId47"/>
    <p:sldId id="2025" r:id="rId48"/>
    <p:sldId id="2035" r:id="rId49"/>
    <p:sldId id="772" r:id="rId5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26" autoAdjust="0"/>
    <p:restoredTop sz="94690"/>
  </p:normalViewPr>
  <p:slideViewPr>
    <p:cSldViewPr>
      <p:cViewPr varScale="1">
        <p:scale>
          <a:sx n="83" d="100"/>
          <a:sy n="83" d="100"/>
        </p:scale>
        <p:origin x="1043" y="51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" userId="6f647de5-aeca-43cd-b76c-e84c6089bcf4" providerId="ADAL" clId="{F54F8C02-0978-4F50-9FDF-566518E38BFE}"/>
  </pc:docChgLst>
  <pc:docChgLst>
    <pc:chgData name="Md Maruf Ahamed" userId="6f647de5-aeca-43cd-b76c-e84c6089bcf4" providerId="ADAL" clId="{F54F8C02-0978-4F50-9FDF-566518E38BFE}"/>
  </pc:docChgLst>
  <pc:docChgLst>
    <pc:chgData name="Md Maruf Ahamed" userId="6f647de5-aeca-43cd-b76c-e84c6089bcf4" providerId="ADAL" clId="{ED264251-DC27-421F-B0E6-643B96142241}"/>
  </pc:docChgLst>
  <pc:docChgLst>
    <pc:chgData name="Ahamed, Md Maruf [E CPE]" userId="6f647de5-aeca-43cd-b76c-e84c6089bcf4" providerId="ADAL" clId="{429A4DDF-5A47-4918-BB57-CC2DA8C1D471}"/>
    <pc:docChg chg="undo custSel addSld delSld modSld sldOrd">
      <pc:chgData name="Ahamed, Md Maruf [E CPE]" userId="6f647de5-aeca-43cd-b76c-e84c6089bcf4" providerId="ADAL" clId="{429A4DDF-5A47-4918-BB57-CC2DA8C1D471}" dt="2022-03-23T22:06:36.824" v="163"/>
      <pc:docMkLst>
        <pc:docMk/>
      </pc:docMkLst>
      <pc:sldChg chg="del ord">
        <pc:chgData name="Ahamed, Md Maruf [E CPE]" userId="6f647de5-aeca-43cd-b76c-e84c6089bcf4" providerId="ADAL" clId="{429A4DDF-5A47-4918-BB57-CC2DA8C1D471}" dt="2022-03-23T16:56:01.977" v="15" actId="2696"/>
        <pc:sldMkLst>
          <pc:docMk/>
          <pc:sldMk cId="1865281566" sldId="774"/>
        </pc:sldMkLst>
      </pc:sldChg>
      <pc:sldChg chg="modSp">
        <pc:chgData name="Ahamed, Md Maruf [E CPE]" userId="6f647de5-aeca-43cd-b76c-e84c6089bcf4" providerId="ADAL" clId="{429A4DDF-5A47-4918-BB57-CC2DA8C1D471}" dt="2022-03-23T16:56:11.862" v="18" actId="20577"/>
        <pc:sldMkLst>
          <pc:docMk/>
          <pc:sldMk cId="151351172" sldId="790"/>
        </pc:sldMkLst>
        <pc:spChg chg="mod">
          <ac:chgData name="Ahamed, Md Maruf [E CPE]" userId="6f647de5-aeca-43cd-b76c-e84c6089bcf4" providerId="ADAL" clId="{429A4DDF-5A47-4918-BB57-CC2DA8C1D471}" dt="2022-03-23T16:56:11.862" v="18" actId="20577"/>
          <ac:spMkLst>
            <pc:docMk/>
            <pc:sldMk cId="151351172" sldId="790"/>
            <ac:spMk id="4" creationId="{CA5AE38B-8B29-4CFD-8DC4-49E537DD3855}"/>
          </ac:spMkLst>
        </pc:spChg>
      </pc:sldChg>
      <pc:sldChg chg="add del">
        <pc:chgData name="Ahamed, Md Maruf [E CPE]" userId="6f647de5-aeca-43cd-b76c-e84c6089bcf4" providerId="ADAL" clId="{429A4DDF-5A47-4918-BB57-CC2DA8C1D471}" dt="2022-03-23T19:06:22.387" v="137" actId="2696"/>
        <pc:sldMkLst>
          <pc:docMk/>
          <pc:sldMk cId="0" sldId="1496"/>
        </pc:sldMkLst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517"/>
        </pc:sldMkLst>
        <pc:inkChg chg="del">
          <ac:chgData name="Ahamed, Md Maruf [E CPE]" userId="6f647de5-aeca-43cd-b76c-e84c6089bcf4" providerId="ADAL" clId="{429A4DDF-5A47-4918-BB57-CC2DA8C1D471}" dt="2022-03-23T16:58:00.484" v="25" actId="478"/>
          <ac:inkMkLst>
            <pc:docMk/>
            <pc:sldMk cId="0" sldId="1517"/>
            <ac:inkMk id="2" creationId="{99871132-9B98-4980-B56B-6F280115F31E}"/>
          </ac:inkMkLst>
        </pc:ink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517"/>
            <ac:inkMk id="2" creationId="{F483244C-2D39-4781-B056-E0948EB64A1C}"/>
          </ac:inkMkLst>
        </pc:inkChg>
      </pc:sldChg>
      <pc:sldChg chg="addSp delSp mo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602"/>
        </pc:sldMkLst>
        <pc:grpChg chg="mod">
          <ac:chgData name="Ahamed, Md Maruf [E CPE]" userId="6f647de5-aeca-43cd-b76c-e84c6089bcf4" providerId="ADAL" clId="{429A4DDF-5A47-4918-BB57-CC2DA8C1D471}" dt="2022-03-23T19:04:21.165" v="130" actId="1036"/>
          <ac:grpSpMkLst>
            <pc:docMk/>
            <pc:sldMk cId="0" sldId="1602"/>
            <ac:grpSpMk id="107521" creationId="{ACB6F221-A165-42EB-8597-9F2E274E90B3}"/>
          </ac:grpSpMkLst>
        </pc:grpChg>
        <pc:picChg chg="mod">
          <ac:chgData name="Ahamed, Md Maruf [E CPE]" userId="6f647de5-aeca-43cd-b76c-e84c6089bcf4" providerId="ADAL" clId="{429A4DDF-5A47-4918-BB57-CC2DA8C1D471}" dt="2022-03-23T19:04:21.165" v="130" actId="1036"/>
          <ac:picMkLst>
            <pc:docMk/>
            <pc:sldMk cId="0" sldId="1602"/>
            <ac:picMk id="2" creationId="{2FD31A25-DB79-409B-A6BC-7D89616103B9}"/>
          </ac:picMkLst>
        </pc:picChg>
        <pc:picChg chg="add mod">
          <ac:chgData name="Ahamed, Md Maruf [E CPE]" userId="6f647de5-aeca-43cd-b76c-e84c6089bcf4" providerId="ADAL" clId="{429A4DDF-5A47-4918-BB57-CC2DA8C1D471}" dt="2022-03-23T19:04:25.546" v="132" actId="1076"/>
          <ac:picMkLst>
            <pc:docMk/>
            <pc:sldMk cId="0" sldId="1602"/>
            <ac:picMk id="22" creationId="{E379CDFC-3E70-424D-BBC5-5AD2FF51A8CF}"/>
          </ac:picMkLst>
        </pc:pic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602"/>
            <ac:inkMk id="3" creationId="{19C3F32F-B054-4479-B1E0-FB9C2092D3BC}"/>
          </ac:inkMkLst>
        </pc:inkChg>
        <pc:inkChg chg="del">
          <ac:chgData name="Ahamed, Md Maruf [E CPE]" userId="6f647de5-aeca-43cd-b76c-e84c6089bcf4" providerId="ADAL" clId="{429A4DDF-5A47-4918-BB57-CC2DA8C1D471}" dt="2022-03-23T17:02:26.525" v="37" actId="478"/>
          <ac:inkMkLst>
            <pc:docMk/>
            <pc:sldMk cId="0" sldId="1602"/>
            <ac:inkMk id="3" creationId="{26C16274-02D5-4BB3-A9BC-35119E4769D8}"/>
          </ac:inkMkLst>
        </pc:inkChg>
      </pc:sldChg>
      <pc:sldChg chg="del">
        <pc:chgData name="Ahamed, Md Maruf [E CPE]" userId="6f647de5-aeca-43cd-b76c-e84c6089bcf4" providerId="ADAL" clId="{429A4DDF-5A47-4918-BB57-CC2DA8C1D471}" dt="2022-03-23T19:06:20.180" v="136" actId="2696"/>
        <pc:sldMkLst>
          <pc:docMk/>
          <pc:sldMk cId="0" sldId="1606"/>
        </pc:sldMkLst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629"/>
        </pc:sldMkLst>
        <pc:inkChg chg="del">
          <ac:chgData name="Ahamed, Md Maruf [E CPE]" userId="6f647de5-aeca-43cd-b76c-e84c6089bcf4" providerId="ADAL" clId="{429A4DDF-5A47-4918-BB57-CC2DA8C1D471}" dt="2022-03-23T16:57:57.903" v="24" actId="478"/>
          <ac:inkMkLst>
            <pc:docMk/>
            <pc:sldMk cId="0" sldId="1629"/>
            <ac:inkMk id="2" creationId="{88BFEC3F-C187-4634-8E33-74E882D713AC}"/>
          </ac:inkMkLst>
        </pc:ink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629"/>
            <ac:inkMk id="2" creationId="{90514184-CE77-45E6-B52F-0CFB6B9E940D}"/>
          </ac:inkMkLst>
        </pc:inkChg>
      </pc:sldChg>
      <pc:sldChg chg="del">
        <pc:chgData name="Ahamed, Md Maruf [E CPE]" userId="6f647de5-aeca-43cd-b76c-e84c6089bcf4" providerId="ADAL" clId="{429A4DDF-5A47-4918-BB57-CC2DA8C1D471}" dt="2022-03-23T19:10:49.981" v="139" actId="2696"/>
        <pc:sldMkLst>
          <pc:docMk/>
          <pc:sldMk cId="0" sldId="1630"/>
        </pc:sldMkLst>
      </pc:sldChg>
      <pc:sldChg chg="del">
        <pc:chgData name="Ahamed, Md Maruf [E CPE]" userId="6f647de5-aeca-43cd-b76c-e84c6089bcf4" providerId="ADAL" clId="{429A4DDF-5A47-4918-BB57-CC2DA8C1D471}" dt="2022-03-23T19:10:51.268" v="140" actId="2696"/>
        <pc:sldMkLst>
          <pc:docMk/>
          <pc:sldMk cId="0" sldId="1633"/>
        </pc:sldMkLst>
      </pc:sldChg>
      <pc:sldChg chg="del">
        <pc:chgData name="Ahamed, Md Maruf [E CPE]" userId="6f647de5-aeca-43cd-b76c-e84c6089bcf4" providerId="ADAL" clId="{429A4DDF-5A47-4918-BB57-CC2DA8C1D471}" dt="2022-03-23T19:10:53.559" v="141" actId="2696"/>
        <pc:sldMkLst>
          <pc:docMk/>
          <pc:sldMk cId="0" sldId="1635"/>
        </pc:sldMkLst>
      </pc:sldChg>
      <pc:sldChg chg="addSp delSp mo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636"/>
        </pc:sldMkLst>
        <pc:spChg chg="mod">
          <ac:chgData name="Ahamed, Md Maruf [E CPE]" userId="6f647de5-aeca-43cd-b76c-e84c6089bcf4" providerId="ADAL" clId="{429A4DDF-5A47-4918-BB57-CC2DA8C1D471}" dt="2022-03-23T16:58:24.976" v="26"/>
          <ac:spMkLst>
            <pc:docMk/>
            <pc:sldMk cId="0" sldId="1636"/>
            <ac:spMk id="58371" creationId="{DC82A0A7-8658-4240-AF4D-AF1DC7E4749F}"/>
          </ac:spMkLst>
        </pc:spChg>
        <pc:inkChg chg="del">
          <ac:chgData name="Ahamed, Md Maruf [E CPE]" userId="6f647de5-aeca-43cd-b76c-e84c6089bcf4" providerId="ADAL" clId="{429A4DDF-5A47-4918-BB57-CC2DA8C1D471}" dt="2022-03-23T16:58:28.533" v="27" actId="478"/>
          <ac:inkMkLst>
            <pc:docMk/>
            <pc:sldMk cId="0" sldId="1636"/>
            <ac:inkMk id="2" creationId="{6B614355-DFF2-4EC1-A336-C010F2A6EC30}"/>
          </ac:inkMkLst>
        </pc:ink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636"/>
            <ac:inkMk id="2" creationId="{F2137C93-FF56-42D2-98FD-3CD2A69B3A97}"/>
          </ac:inkMkLst>
        </pc:inkChg>
      </pc:sldChg>
      <pc:sldChg chg="delSp del">
        <pc:chgData name="Ahamed, Md Maruf [E CPE]" userId="6f647de5-aeca-43cd-b76c-e84c6089bcf4" providerId="ADAL" clId="{429A4DDF-5A47-4918-BB57-CC2DA8C1D471}" dt="2022-03-23T19:06:17.504" v="135" actId="2696"/>
        <pc:sldMkLst>
          <pc:docMk/>
          <pc:sldMk cId="0" sldId="1675"/>
        </pc:sldMkLst>
        <pc:inkChg chg="del">
          <ac:chgData name="Ahamed, Md Maruf [E CPE]" userId="6f647de5-aeca-43cd-b76c-e84c6089bcf4" providerId="ADAL" clId="{429A4DDF-5A47-4918-BB57-CC2DA8C1D471}" dt="2022-03-23T16:57:43.141" v="22" actId="478"/>
          <ac:inkMkLst>
            <pc:docMk/>
            <pc:sldMk cId="0" sldId="1675"/>
            <ac:inkMk id="2" creationId="{125FFF53-734A-468C-9870-DB7E515A7508}"/>
          </ac:inkMkLst>
        </pc:inkChg>
      </pc:sldChg>
      <pc:sldChg chg="ad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676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676"/>
            <ac:inkMk id="2" creationId="{B1E64F0D-20DE-44F2-A327-3B7C8E55B2D1}"/>
          </ac:inkMkLst>
        </pc:ink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680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680"/>
            <ac:inkMk id="2" creationId="{3D389F7A-84A6-4253-9567-AC3D87C74EF4}"/>
          </ac:inkMkLst>
        </pc:inkChg>
        <pc:inkChg chg="del">
          <ac:chgData name="Ahamed, Md Maruf [E CPE]" userId="6f647de5-aeca-43cd-b76c-e84c6089bcf4" providerId="ADAL" clId="{429A4DDF-5A47-4918-BB57-CC2DA8C1D471}" dt="2022-03-23T16:58:34.877" v="28" actId="478"/>
          <ac:inkMkLst>
            <pc:docMk/>
            <pc:sldMk cId="0" sldId="1680"/>
            <ac:inkMk id="2" creationId="{FAAF47EC-6C18-4A41-BF91-2039E5C39536}"/>
          </ac:inkMkLst>
        </pc:inkChg>
      </pc:sldChg>
      <pc:sldChg chg="ad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692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692"/>
            <ac:inkMk id="5" creationId="{303D3F20-F328-40CC-9C4A-5481C7C6F463}"/>
          </ac:inkMkLst>
        </pc:inkChg>
      </pc:sldChg>
      <pc:sldChg chg="ad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801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801"/>
            <ac:inkMk id="2" creationId="{C73B0ED7-4BB3-4540-A25E-0BB39D1643F9}"/>
          </ac:inkMkLst>
        </pc:inkChg>
      </pc:sldChg>
      <pc:sldChg chg="addSp mo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802"/>
        </pc:sldMkLst>
        <pc:grpChg chg="mod">
          <ac:chgData name="Ahamed, Md Maruf [E CPE]" userId="6f647de5-aeca-43cd-b76c-e84c6089bcf4" providerId="ADAL" clId="{429A4DDF-5A47-4918-BB57-CC2DA8C1D471}" dt="2022-03-23T20:51:10.427" v="162" actId="1076"/>
          <ac:grpSpMkLst>
            <pc:docMk/>
            <pc:sldMk cId="0" sldId="1802"/>
            <ac:grpSpMk id="72708" creationId="{C7469826-E7B6-48F2-AB7E-3F9B5C2D95C8}"/>
          </ac:grpSpMkLst>
        </pc:grpChg>
        <pc:picChg chg="mod">
          <ac:chgData name="Ahamed, Md Maruf [E CPE]" userId="6f647de5-aeca-43cd-b76c-e84c6089bcf4" providerId="ADAL" clId="{429A4DDF-5A47-4918-BB57-CC2DA8C1D471}" dt="2022-03-23T20:51:06.473" v="161" actId="1038"/>
          <ac:picMkLst>
            <pc:docMk/>
            <pc:sldMk cId="0" sldId="1802"/>
            <ac:picMk id="72707" creationId="{A8D67B42-E22E-4E05-BF04-D90526C421B1}"/>
          </ac:picMkLst>
        </pc:pic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802"/>
            <ac:inkMk id="2" creationId="{66B73EE2-8852-4862-AC2B-CADC24CD1D19}"/>
          </ac:inkMkLst>
        </pc:ink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804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804"/>
            <ac:inkMk id="6" creationId="{04286512-C001-47E3-ACD8-CBD5A2094BC4}"/>
          </ac:inkMkLst>
        </pc:inkChg>
        <pc:inkChg chg="del">
          <ac:chgData name="Ahamed, Md Maruf [E CPE]" userId="6f647de5-aeca-43cd-b76c-e84c6089bcf4" providerId="ADAL" clId="{429A4DDF-5A47-4918-BB57-CC2DA8C1D471}" dt="2022-03-23T16:59:08.187" v="32" actId="478"/>
          <ac:inkMkLst>
            <pc:docMk/>
            <pc:sldMk cId="0" sldId="1804"/>
            <ac:inkMk id="6" creationId="{5C18EA79-0E32-4120-BC5E-564CFA678BE4}"/>
          </ac:inkMkLst>
        </pc:ink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816"/>
        </pc:sldMkLst>
        <pc:inkChg chg="del">
          <ac:chgData name="Ahamed, Md Maruf [E CPE]" userId="6f647de5-aeca-43cd-b76c-e84c6089bcf4" providerId="ADAL" clId="{429A4DDF-5A47-4918-BB57-CC2DA8C1D471}" dt="2022-03-23T16:58:40.027" v="29" actId="478"/>
          <ac:inkMkLst>
            <pc:docMk/>
            <pc:sldMk cId="0" sldId="1816"/>
            <ac:inkMk id="2" creationId="{14433F0B-551B-4303-914D-6817CD22EC1D}"/>
          </ac:inkMkLst>
        </pc:ink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816"/>
            <ac:inkMk id="2" creationId="{304943BD-75A1-4265-A0CE-C5A59A3BB3D5}"/>
          </ac:inkMkLst>
        </pc:inkChg>
      </pc:sldChg>
      <pc:sldChg chg="add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1887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1887"/>
            <ac:inkMk id="2" creationId="{FBFAA411-2E50-4240-9115-06E564530415}"/>
          </ac:inkMkLst>
        </pc:inkChg>
      </pc:sldChg>
      <pc:sldChg chg="delSp">
        <pc:chgData name="Ahamed, Md Maruf [E CPE]" userId="6f647de5-aeca-43cd-b76c-e84c6089bcf4" providerId="ADAL" clId="{429A4DDF-5A47-4918-BB57-CC2DA8C1D471}" dt="2022-03-23T16:59:36.516" v="34" actId="478"/>
        <pc:sldMkLst>
          <pc:docMk/>
          <pc:sldMk cId="0" sldId="2021"/>
        </pc:sldMkLst>
        <pc:inkChg chg="del">
          <ac:chgData name="Ahamed, Md Maruf [E CPE]" userId="6f647de5-aeca-43cd-b76c-e84c6089bcf4" providerId="ADAL" clId="{429A4DDF-5A47-4918-BB57-CC2DA8C1D471}" dt="2022-03-23T16:59:36.516" v="34" actId="478"/>
          <ac:inkMkLst>
            <pc:docMk/>
            <pc:sldMk cId="0" sldId="2021"/>
            <ac:inkMk id="2" creationId="{CA97B370-105A-492D-9AF6-F45BF18B77EE}"/>
          </ac:inkMkLst>
        </pc:ink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318232325" sldId="2030"/>
        </pc:sldMkLst>
        <pc:inkChg chg="del">
          <ac:chgData name="Ahamed, Md Maruf [E CPE]" userId="6f647de5-aeca-43cd-b76c-e84c6089bcf4" providerId="ADAL" clId="{429A4DDF-5A47-4918-BB57-CC2DA8C1D471}" dt="2022-03-23T16:57:52.052" v="23" actId="478"/>
          <ac:inkMkLst>
            <pc:docMk/>
            <pc:sldMk cId="318232325" sldId="2030"/>
            <ac:inkMk id="2" creationId="{2D89E2DF-D43F-469E-B92A-859A521B001D}"/>
          </ac:inkMkLst>
        </pc:ink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318232325" sldId="2030"/>
            <ac:inkMk id="2" creationId="{DA5682C2-9944-49B8-8E6E-1A24213F9315}"/>
          </ac:inkMkLst>
        </pc:ink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411365341" sldId="2032"/>
        </pc:sldMkLst>
        <pc:inkChg chg="del">
          <ac:chgData name="Ahamed, Md Maruf [E CPE]" userId="6f647de5-aeca-43cd-b76c-e84c6089bcf4" providerId="ADAL" clId="{429A4DDF-5A47-4918-BB57-CC2DA8C1D471}" dt="2022-03-23T16:59:27.958" v="33" actId="478"/>
          <ac:inkMkLst>
            <pc:docMk/>
            <pc:sldMk cId="411365341" sldId="2032"/>
            <ac:inkMk id="2" creationId="{6839B811-3967-482E-834A-38D2A35798FF}"/>
          </ac:inkMkLst>
        </pc:ink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411365341" sldId="2032"/>
            <ac:inkMk id="2" creationId="{A70F2143-481F-48EF-8C6B-0846F78F17BF}"/>
          </ac:inkMkLst>
        </pc:inkChg>
      </pc:sldChg>
      <pc:sldChg chg="delSp">
        <pc:chgData name="Ahamed, Md Maruf [E CPE]" userId="6f647de5-aeca-43cd-b76c-e84c6089bcf4" providerId="ADAL" clId="{429A4DDF-5A47-4918-BB57-CC2DA8C1D471}" dt="2022-03-23T17:04:36.367" v="38" actId="478"/>
        <pc:sldMkLst>
          <pc:docMk/>
          <pc:sldMk cId="4232449384" sldId="2033"/>
        </pc:sldMkLst>
        <pc:inkChg chg="del">
          <ac:chgData name="Ahamed, Md Maruf [E CPE]" userId="6f647de5-aeca-43cd-b76c-e84c6089bcf4" providerId="ADAL" clId="{429A4DDF-5A47-4918-BB57-CC2DA8C1D471}" dt="2022-03-23T17:04:36.367" v="38" actId="478"/>
          <ac:inkMkLst>
            <pc:docMk/>
            <pc:sldMk cId="4232449384" sldId="2033"/>
            <ac:inkMk id="2" creationId="{4BE316A5-D074-4505-AD2A-00B377119EBC}"/>
          </ac:inkMkLst>
        </pc:inkChg>
      </pc:sldChg>
      <pc:sldChg chg="delSp">
        <pc:chgData name="Ahamed, Md Maruf [E CPE]" userId="6f647de5-aeca-43cd-b76c-e84c6089bcf4" providerId="ADAL" clId="{429A4DDF-5A47-4918-BB57-CC2DA8C1D471}" dt="2022-03-23T16:59:38.910" v="35" actId="478"/>
        <pc:sldMkLst>
          <pc:docMk/>
          <pc:sldMk cId="2301335160" sldId="2034"/>
        </pc:sldMkLst>
        <pc:inkChg chg="del">
          <ac:chgData name="Ahamed, Md Maruf [E CPE]" userId="6f647de5-aeca-43cd-b76c-e84c6089bcf4" providerId="ADAL" clId="{429A4DDF-5A47-4918-BB57-CC2DA8C1D471}" dt="2022-03-23T16:59:38.910" v="35" actId="478"/>
          <ac:inkMkLst>
            <pc:docMk/>
            <pc:sldMk cId="2301335160" sldId="2034"/>
            <ac:inkMk id="2" creationId="{ADEA4B0B-D902-4800-9526-826CC63C8241}"/>
          </ac:inkMkLst>
        </pc:inkChg>
      </pc:sldChg>
      <pc:sldChg chg="delSp">
        <pc:chgData name="Ahamed, Md Maruf [E CPE]" userId="6f647de5-aeca-43cd-b76c-e84c6089bcf4" providerId="ADAL" clId="{429A4DDF-5A47-4918-BB57-CC2DA8C1D471}" dt="2022-03-23T16:59:41.893" v="36" actId="478"/>
        <pc:sldMkLst>
          <pc:docMk/>
          <pc:sldMk cId="2239738134" sldId="2035"/>
        </pc:sldMkLst>
        <pc:inkChg chg="del">
          <ac:chgData name="Ahamed, Md Maruf [E CPE]" userId="6f647de5-aeca-43cd-b76c-e84c6089bcf4" providerId="ADAL" clId="{429A4DDF-5A47-4918-BB57-CC2DA8C1D471}" dt="2022-03-23T16:59:41.893" v="36" actId="478"/>
          <ac:inkMkLst>
            <pc:docMk/>
            <pc:sldMk cId="2239738134" sldId="2035"/>
            <ac:inkMk id="2" creationId="{199D8437-7F4A-48F9-9AB2-70A8658A5DE7}"/>
          </ac:inkMkLst>
        </pc:inkChg>
      </pc:sldChg>
      <pc:sldChg chg="delSp">
        <pc:chgData name="Ahamed, Md Maruf [E CPE]" userId="6f647de5-aeca-43cd-b76c-e84c6089bcf4" providerId="ADAL" clId="{429A4DDF-5A47-4918-BB57-CC2DA8C1D471}" dt="2022-03-23T16:58:57.124" v="31" actId="478"/>
        <pc:sldMkLst>
          <pc:docMk/>
          <pc:sldMk cId="1644518381" sldId="2041"/>
        </pc:sldMkLst>
        <pc:inkChg chg="del">
          <ac:chgData name="Ahamed, Md Maruf [E CPE]" userId="6f647de5-aeca-43cd-b76c-e84c6089bcf4" providerId="ADAL" clId="{429A4DDF-5A47-4918-BB57-CC2DA8C1D471}" dt="2022-03-23T16:58:57.124" v="31" actId="478"/>
          <ac:inkMkLst>
            <pc:docMk/>
            <pc:sldMk cId="1644518381" sldId="2041"/>
            <ac:inkMk id="3" creationId="{2B611E9B-C413-4932-A0A1-D8DD01EFDBA1}"/>
          </ac:inkMkLst>
        </pc:ink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3852684275" sldId="2042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3852684275" sldId="2042"/>
            <ac:inkMk id="2" creationId="{301DD78F-0A61-4417-80D4-1471F9939ECA}"/>
          </ac:inkMkLst>
        </pc:inkChg>
        <pc:inkChg chg="del">
          <ac:chgData name="Ahamed, Md Maruf [E CPE]" userId="6f647de5-aeca-43cd-b76c-e84c6089bcf4" providerId="ADAL" clId="{429A4DDF-5A47-4918-BB57-CC2DA8C1D471}" dt="2022-03-23T16:58:43.941" v="30" actId="478"/>
          <ac:inkMkLst>
            <pc:docMk/>
            <pc:sldMk cId="3852684275" sldId="2042"/>
            <ac:inkMk id="2" creationId="{F3C99740-63BE-4A64-81C1-3039165C6C2A}"/>
          </ac:inkMkLst>
        </pc:inkChg>
      </pc:sldChg>
      <pc:sldChg chg="del">
        <pc:chgData name="Ahamed, Md Maruf [E CPE]" userId="6f647de5-aeca-43cd-b76c-e84c6089bcf4" providerId="ADAL" clId="{429A4DDF-5A47-4918-BB57-CC2DA8C1D471}" dt="2022-03-23T16:57:33.174" v="20" actId="2696"/>
        <pc:sldMkLst>
          <pc:docMk/>
          <pc:sldMk cId="1862539535" sldId="2045"/>
        </pc:sldMkLst>
      </pc:sldChg>
      <pc:sldChg chg="del">
        <pc:chgData name="Ahamed, Md Maruf [E CPE]" userId="6f647de5-aeca-43cd-b76c-e84c6089bcf4" providerId="ADAL" clId="{429A4DDF-5A47-4918-BB57-CC2DA8C1D471}" dt="2022-03-23T16:57:32.421" v="19" actId="2696"/>
        <pc:sldMkLst>
          <pc:docMk/>
          <pc:sldMk cId="2133805386" sldId="2046"/>
        </pc:sldMkLst>
      </pc:sldChg>
      <pc:sldChg chg="del">
        <pc:chgData name="Ahamed, Md Maruf [E CPE]" userId="6f647de5-aeca-43cd-b76c-e84c6089bcf4" providerId="ADAL" clId="{429A4DDF-5A47-4918-BB57-CC2DA8C1D471}" dt="2022-03-23T16:57:33.910" v="21" actId="2696"/>
        <pc:sldMkLst>
          <pc:docMk/>
          <pc:sldMk cId="2401424371" sldId="2047"/>
        </pc:sldMkLst>
      </pc:sldChg>
      <pc:sldChg chg="modSp">
        <pc:chgData name="Ahamed, Md Maruf [E CPE]" userId="6f647de5-aeca-43cd-b76c-e84c6089bcf4" providerId="ADAL" clId="{429A4DDF-5A47-4918-BB57-CC2DA8C1D471}" dt="2022-03-23T17:46:44.766" v="124" actId="113"/>
        <pc:sldMkLst>
          <pc:docMk/>
          <pc:sldMk cId="2980452377" sldId="2048"/>
        </pc:sldMkLst>
        <pc:spChg chg="mod">
          <ac:chgData name="Ahamed, Md Maruf [E CPE]" userId="6f647de5-aeca-43cd-b76c-e84c6089bcf4" providerId="ADAL" clId="{429A4DDF-5A47-4918-BB57-CC2DA8C1D471}" dt="2022-03-23T17:46:44.766" v="124" actId="113"/>
          <ac:spMkLst>
            <pc:docMk/>
            <pc:sldMk cId="2980452377" sldId="2048"/>
            <ac:spMk id="207875" creationId="{D583FDE5-0A59-BD41-A182-AC71C16B0812}"/>
          </ac:spMkLst>
        </pc:spChg>
      </pc:sldChg>
      <pc:sldChg chg="addSp delSp">
        <pc:chgData name="Ahamed, Md Maruf [E CPE]" userId="6f647de5-aeca-43cd-b76c-e84c6089bcf4" providerId="ADAL" clId="{429A4DDF-5A47-4918-BB57-CC2DA8C1D471}" dt="2022-03-23T22:06:36.824" v="163"/>
        <pc:sldMkLst>
          <pc:docMk/>
          <pc:sldMk cId="0" sldId="2049"/>
        </pc:sldMkLst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0" sldId="2049"/>
            <ac:inkMk id="2" creationId="{40824EE5-4C10-4DEC-987C-DA43AA950D86}"/>
          </ac:inkMkLst>
        </pc:inkChg>
        <pc:inkChg chg="del">
          <ac:chgData name="Ahamed, Md Maruf [E CPE]" userId="6f647de5-aeca-43cd-b76c-e84c6089bcf4" providerId="ADAL" clId="{429A4DDF-5A47-4918-BB57-CC2DA8C1D471}" dt="2022-03-23T19:10:42.979" v="138" actId="478"/>
          <ac:inkMkLst>
            <pc:docMk/>
            <pc:sldMk cId="0" sldId="2049"/>
            <ac:inkMk id="2" creationId="{4A8CFD86-7F08-44A8-8985-DC050E0AC60A}"/>
          </ac:inkMkLst>
        </pc:inkChg>
      </pc:sldChg>
      <pc:sldChg chg="addSp modSp add">
        <pc:chgData name="Ahamed, Md Maruf [E CPE]" userId="6f647de5-aeca-43cd-b76c-e84c6089bcf4" providerId="ADAL" clId="{429A4DDF-5A47-4918-BB57-CC2DA8C1D471}" dt="2022-03-23T22:06:36.824" v="163"/>
        <pc:sldMkLst>
          <pc:docMk/>
          <pc:sldMk cId="4156026445" sldId="2050"/>
        </pc:sldMkLst>
        <pc:spChg chg="mod">
          <ac:chgData name="Ahamed, Md Maruf [E CPE]" userId="6f647de5-aeca-43cd-b76c-e84c6089bcf4" providerId="ADAL" clId="{429A4DDF-5A47-4918-BB57-CC2DA8C1D471}" dt="2022-03-23T19:30:01.022" v="149" actId="207"/>
          <ac:spMkLst>
            <pc:docMk/>
            <pc:sldMk cId="4156026445" sldId="2050"/>
            <ac:spMk id="34819" creationId="{7B8F27FB-A492-4675-B102-EB1E00512E99}"/>
          </ac:spMkLst>
        </pc:spChg>
        <pc:inkChg chg="add">
          <ac:chgData name="Ahamed, Md Maruf [E CPE]" userId="6f647de5-aeca-43cd-b76c-e84c6089bcf4" providerId="ADAL" clId="{429A4DDF-5A47-4918-BB57-CC2DA8C1D471}" dt="2022-03-23T22:06:36.824" v="163"/>
          <ac:inkMkLst>
            <pc:docMk/>
            <pc:sldMk cId="4156026445" sldId="2050"/>
            <ac:inkMk id="5" creationId="{4A52FB15-9600-47AF-8707-31FDC53D1920}"/>
          </ac:inkMkLst>
        </pc:inkChg>
      </pc:sldChg>
      <pc:sldChg chg="addSp delSp modSp add">
        <pc:chgData name="Ahamed, Md Maruf [E CPE]" userId="6f647de5-aeca-43cd-b76c-e84c6089bcf4" providerId="ADAL" clId="{429A4DDF-5A47-4918-BB57-CC2DA8C1D471}" dt="2022-03-23T19:30:06.137" v="150" actId="207"/>
        <pc:sldMkLst>
          <pc:docMk/>
          <pc:sldMk cId="1109798627" sldId="2051"/>
        </pc:sldMkLst>
        <pc:spChg chg="add mod">
          <ac:chgData name="Ahamed, Md Maruf [E CPE]" userId="6f647de5-aeca-43cd-b76c-e84c6089bcf4" providerId="ADAL" clId="{429A4DDF-5A47-4918-BB57-CC2DA8C1D471}" dt="2022-03-23T19:30:06.137" v="150" actId="207"/>
          <ac:spMkLst>
            <pc:docMk/>
            <pc:sldMk cId="1109798627" sldId="2051"/>
            <ac:spMk id="15" creationId="{9FF690DE-0D92-4D88-ACFB-3CBA255882E2}"/>
          </ac:spMkLst>
        </pc:spChg>
        <pc:spChg chg="del">
          <ac:chgData name="Ahamed, Md Maruf [E CPE]" userId="6f647de5-aeca-43cd-b76c-e84c6089bcf4" providerId="ADAL" clId="{429A4DDF-5A47-4918-BB57-CC2DA8C1D471}" dt="2022-03-23T19:29:44.346" v="147" actId="478"/>
          <ac:spMkLst>
            <pc:docMk/>
            <pc:sldMk cId="1109798627" sldId="2051"/>
            <ac:spMk id="34819" creationId="{7B8F27FB-A492-4675-B102-EB1E00512E99}"/>
          </ac:spMkLst>
        </pc:spChg>
      </pc:sldChg>
    </pc:docChg>
  </pc:docChgLst>
  <pc:docChgLst>
    <pc:chgData name="Ahamed, Md Maruf [E CPE]" userId="6f647de5-aeca-43cd-b76c-e84c6089bcf4" providerId="ADAL" clId="{0387E302-34F4-4FC6-99D6-82BCD7F04C5B}"/>
  </pc:docChgLst>
  <pc:docChgLst>
    <pc:chgData name="Ahamed, Md Maruf [E CPE]" userId="6f647de5-aeca-43cd-b76c-e84c6089bcf4" providerId="ADAL" clId="{B666AD8B-3B27-416D-9089-D6947BF87C29}"/>
  </pc:docChgLst>
  <pc:docChgLst>
    <pc:chgData name="Ahamed, Md Maruf [E CPE]" userId="6f647de5-aeca-43cd-b76c-e84c6089bcf4" providerId="ADAL" clId="{6B312F4A-810C-482E-A2B7-2C0D7617F205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10-09T19:21:08.9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21550 6051 1036 0,'0'0'23'0,"0"0"5"0,-6 3 0 0,-3 2 1 0,3-2-29 0,0 0 0 15,3-1 0-15,-3 4 0 0,0-4 39 0,0 1 1 16,1 0 1-16,-1-1 0 15,-3 1-17-15,3-1-3 0,0 1-1 0,-3 0 0 16,0-1-20-16,0-2 9 0,0 3-9 0,0-3 0 0,-3 0 51 0,3 3 3 16,-3-3 1-16,-3 0 0 0,1 0-19 0,-4 0-3 15,0 2-1-15,0-2 0 0,-3 0-8 0,0 0-1 16,0 3-1-16,-2 0 0 0,-1-1-3 0,3 1-1 16,-3 0 0-16,0 2 0 0,1 0-18 15,2 0 0-15,3-2 0 0,0 2 0 0,0 1 0 0,0-1 0 16,-3-2 0-16,4 2 0 0,-4 0 21 0,3-2-2 0,0 2-1 15,-3 0 0-15,0 1-18 16,1-1 0-16,-1 3 0 0,0 0 0 0,0 2-11 0,3 4-5 0,-3-4-2 16,0 6 0-1,4-3 18-15,-1 6 0 0,0-3 0 0,3 0 0 16,0 0 0-16,0 2 0 0,3-2 0 0,0 5 0 0,1-5 0 16,-4 2 0-16,6 1 0 0,-3 0 0 0,3-4 21 0,0 1 8 0,0 0 2 15,3 0 0-15,0-3-22 0,0 6-9 0,3-3 8 0,3 2-8 16,0 1 0-1,0-1 8-15,3 1-8 0,3-1 0 0,-3 1 0 0,6-3 0 0,-3 0 0 16,3-1 0-16,0 1 0 0,3 0 0 0,-3-3 0 0,3 3 0 16,-3-2 0-16,2-1 0 0,1-3 0 15,3 4 0-15,0-7 0 0,0 1 8 0,0 3-8 0,3-6 0 16,0 3 0-16,-1-2 0 0,4-1 0 0,0 0 0 16,0 0-36-16,3 1 1 0,-3-4 0 0,2 1 0 15,1 0 59-15,0-3 12 0,0 0 3 0,-3 0 0 0,3 0-39 0,-1-3 0 16,4-2 0-16,0-1 0 15,0-2 0-15,2 3 0 0,1-3 0 0,3 0 0 0,-3-2 0 0,2-1 0 16,-2 1 0-16,-3-4 0 0,3 1 0 0,-6 0 0 16,-1 0 0-16,1-3 0 15,0 0 0-15,-3 0 0 0,3-3 8 0,-3-2-8 16,-1 0 13-16,1 0-1 0,0 0-1 0,0 0 0 0,-3 2 1 0,0 1 1 16,-4 2 0-16,4-3 0 0,-3 3-13 0,-3-2 0 15,3-1 0-15,-3-2 0 0,0 0 22 16,-3 0 2-16,0-3 0 0,0 0 0 0,-3-2-24 0,-3 2 9 0,0-3-9 0,-3 4 0 31,0-4 10-31,-3 3-10 0,0 1 8 0,-3-1-8 0,0 3 8 0,-3 2-8 0,-3 0 8 16,-3 1-8-16,0-1 0 0,0 4 0 0,-6-4 0 0,0 6 0 31,-2 0-23-31,-1 2-9 0,-3 0-3 0,-3 1 0 16,4 2-23-16,-1 5-5 0,0 3-1 0,-6 6-477 0,3 1-96 0</inkml:trace>
  <inkml:trace contextRef="#ctx0" brushRef="#br0" timeOffset="1346.47">21708 14683 1186 0,'-12'8'33'16,"3"-6"9"-16,3 4-34 0,-3-4-8 0,0 3 0 0,0 1 0 15,0 2 53-15,-3-3 9 0,3 0 2 0,1 3 0 16,-1-2-24-16,-3 1-5 0,3-1-1 0,0 2 0 16,-3-3 2-16,3 0 1 15,0 1 0-15,-3 1 0 0,3-1-9 0,0-4-1 0,-3 4-1 0,1-4 0 0,2 1-26 0,-3 0 0 16,0 2 8-16,3-2-8 16,-3 2 39-16,0-2 5 0,3-1 2 0,-3 1 0 15,0 2-22-15,0 0-5 0,0 3-1 0,1 0 0 0,-4 0-18 0,3 0 0 16,-3 0 0-16,3 3 0 0,0-3 23 0,0 2 1 15,0 1 0-15,0-3 0 16,0 2-24-16,4 1 8 0,-4-3-8 0,0 2 0 0,3 1 0 0,3-3 0 16,-3 0 0-16,3 2-8 0,0 1-1 0,0 0 0 15,0-1 0-15,0 1 0 16,0-1-3-16,3 4-1 0,-3-1 0 0,3 3 0 0,0 0 13 0,0-1 0 16,3 4 0-16,-3 0 0 0,3 2-11 0,0-3 11 15,0 3-12-15,0 1 12 16,3-4-14-16,0 1 4 0,0-4 1 0,0 4 0 0,0-3 9 0,0 0-8 15,3-3 8-15,0 3-8 0,0-3 8 16,3 0 0-16,0-2 0 0,0 2-8 0,3-2 8 0,0-1 0 16,3 1 0-16,-4-1-8 0,4-2 8 0,3 3 0 0,-3-3 0 0,3 0-8 15,3-3 8 1,-3-2 0-16,0-1 0 0,-1-2 0 0,4 0 0 0,0-2 0 0,3-4 0 0,0 1 0 16,2 0 0-16,1-3 0 15,0 0 0-15,3-3 0 0,-3 4 0 0,-1-4 0 0,1-2 0 16,3-1 0-16,-6 1 0 0,0 0 0 0,-4 0 0 0,-2-3 0 15,0 0 0-15,-3 0 0 0,3-2 0 0,-6-1 11 16,3 1-2-16,-3-4 0 0,-4-1 0 0,1-1 0 16,0 0 3-16,-3 0 1 15,-3 3 0-15,0-3 0 0,0 3-13 0,-3 0 0 16,-3 2 0-16,0-2 0 0,0 0 54 0,-3 0 8 0,0 2 2 0,-3-2 0 0,4-3-52 16,-4 0-12-16,-3 3 0 0,0-2 0 15,3 1 32-15,-3 1 4 0,0 0 1 0,-3 2 0 16,0 4-21-16,-3-1-5 0,-5 0-1 0,-1 3 0 15,0-1-10-15,-3 6 0 0,-3 1 0 0,-2 1 0 16,2 4-43-16,-3-1-1 0,0 3 0 0,1 0 0 16,-1 3-69-16,0-3-15 15,-3 2-2-15</inkml:trace>
  <inkml:trace contextRef="#ctx0" brushRef="#br0" timeOffset="21715.01">20827 7721 1530 0,'0'0'33'0,"0"0"7"0,0 0 2 0,6 0 2 0,-3 0-36 0,-3 0-8 0,0 0 0 0,3 0 0 0,-3 0 81 0,0 0 15 15,0 0 2-15,0 0 1 0,6 0-22 0,-6 0-4 16,3 3-1-16,-3-3 0 16,0 0-14-16,3 2-3 0,0 4-1 0,-3-1 0 0,0 3-22 0,0 0-5 15,0 0-1-15,0 2 0 0,-3 1-7 0,3 2-2 16,-3 3 0-16,0 5 0 0,3 3-5 0,-3 2-2 16,0 4 0-16,0-1 0 0,-3-3 18 0,3 1 4 0,0-1 1 0,0 0 0 31,-3-2-50-31,3 0-11 0,0 0-1 0,-3 2-1 15,3 3 48-15,-3 3 10 0,3 3 1 0,0-1 1 0,0 3-30 0,0-5 0 0,3-3 0 0,-3 0 0 32,0-2-15-17,3-1-9-15,-3-2-1 0,0 0-1 0,3-3 42 0,0 3 8 0,-3-1 1 0,3 1 1 0,0 5-26 0,0 0 0 0,0 1 0 0,3-1 0 32,-3 2-16-32,0-4-8 0,3 2-1 0,-3-5-1 0,3 2 42 0,-3-2 8 0,0 0 1 0,3 0 1 15,-3 2-26-15,0 1 0 0,0 2 0 0,0 5 0 16,0 3 47-16,0-2 4 0,3-4 1 15,-3 4 0-15,0-6-22 0,0 0-4 0,0-3-1 0,0 1 0 16,0-6-3-16,0 3-1 16,0 2 0-16,0 3 0 0,-3 0-5 0,3 3-2 0,0 0 0 0,-3 0 0 15,3-3-6-15,0 0 0 0,-3-5-8 0,3-3 12 16,0 0-12-16,-3-5 8 0,3 2-8 0,-3-4 0 16,3-1 0-16,0-2 0 0,-3 2 0 0,3-3 0 0,0-4 0 0,0 2-15 15,0-6 2-15,0-2 0 16,0 6-32-16,0-6-7 0,0 0 0 0,6 0-1 31,-3-3-111-31,3-2-23 0,0-6-4 0,0 0-884 0</inkml:trace>
  <inkml:trace contextRef="#ctx0" brushRef="#br0" timeOffset="23597.88">20803 7734 1263 0,'0'0'28'0,"0"0"5"0,0 0 2 0,0 0 1 0,0 0-36 0,0 0 0 16,0 0 0-16,0 0 0 16,0 0 69-16,0 0 7 0,0 0 2 0,0 0 0 15,6 3-27-15,0-3-6 0,-6 0-1 0,6 3 0 16,-3-1-1-16,3 1-1 0,0-3 0 0,-3 2 0 0,3 1-6 0,3 0 0 15,-3-3-1-15,-1 2 0 0,4 1-14 0,0 0-2 16,0-1-1-16,3 1 0 0,0 0-2 0,3-1 0 16,-3-2 0-16,0 0 0 0,3 0 1 0,0 0 0 0,2 0 0 0,4-2 0 31,0-1-5-31,0 3 0 0,6-3-1 0,-1 1 0 0,4-1 1 0,0 3 1 0,0 0 0 0,0 0 0 31,-1 0-1-31,-2 0 0 0,0 0 0 0,0-3 0 0,-4 1-3 0,4-1-1 0,0 0 0 0,6 1 0 16,-3-3-8-16,-1 2 0 15,7 0 9-15,0 3-9 0,-3 0 0 0,2 0 8 0,1 0-8 0,-3 0 0 16,-1 0 12-16,-2 0-1 0,0-2-1 0,3-1 0 16,-1 0-10-16,4 3 0 15,-3 0 9-15,3 0-9 0,-4 3 0 0,1 0 8 0,0-3-8 0,-3 2 0 16,-1 1 0-16,-5-3 0 0,3 0 0 0,-3 0 8 16,0 3-8-16,-1-3 0 0,1 2 0 0,0-2 8 15,0 0-8-15,0 3 0 0,2-1 0 0,-2 1 0 0,-3 0 0 0,3-1 0 16,0 1 8-16,0 2-8 15,-1-2 0-15,-2 2 8 0,0-5-8 0,0 0 0 0,3 0 0 0,0 0 0 16,-1-2 0-16,1 2 0 16,3-3 0-16,0 3 0 0,2 0 0 0,-2 0 0 15,3 3 0-15,-3-3 0 0,0 2 0 0,-4-2 0 0,4 3 0 0,-6-3 0 0,3 0 0 16,-3 0 8-16,0 0-8 0,-1-3 0 16,1 3 0-16,0-2 0 0,3-1 0 0,0 0 0 15,0 3 0-15,-4-2 0 0,4-1 0 0,0 3 0 16,-3-3 0-16,0 3 8 0,-1 0-8 15,-2 0 0-15,-3 0 0 0,3 0 0 0,-3 0 0 0,-3-2 0 16,0 2 0-16,0 0 8 0,-3-3-8 0,3 3 0 16,-4 0 0-16,4-3 0 0,0 1 0 0,0-1 0 0,0 3 0 0,0-2 0 15,0-1 0-15,0 0 0 0,0 3 0 0,0-2 0 16,0-1 0-16,-1 0 8 16,1 3-8-16,0 0 0 0,-3-2 0 0,3-1 0 0,-3 3 0 0,0 0 0 15,0 0 0-15,-3 0 0 0,0 0 0 0,0 0 8 16,-6 0 1-16,6 0 1 0,0 0 0 15,-6 0 0-15,0 0 6 0,0 0 2 16,0 0 0-16,0 0 0 0,0 0 2 0,0 0 1 0,3 5 0 0,-3-5 0 16,0 8-7-16,0-2-2 0,0-6 0 0,0 7 0 15,-3-1-1-15,0 2-1 16,3 0 0-16,-3 2 0 0,0-2-1 0,3 3 0 0,-3-1 0 0,0 4 0 16,0 1-9-16,0 1 10 0,0 0-10 0,0 5 10 15,0 1-10-15,0-4 12 0,0 3-12 0,0 3 12 16,0-3-4-16,0 0-8 0,0 1 12 0,0 1-4 0,-3-1-8 15,3-1 0 1,0 3 9-16,0 5-9 0,0 2 0 0,0 4 8 0,0 2-8 0,0 0 0 0,0 0 0 16,0-3 8-16,0-2-8 0,0 2 0 15,0-7 10-15,0 2-2 0,-3 0-8 0,3 3 12 16,-3 0-4-16,4 5-8 0,-1 0 11 0,-3 2-11 0,3-2 0 0,0-2 0 16,0-3 0-16,-3-1 0 0,3-4 0 0,0 2 0 15,0-3 0-15,0 3 0 0,0-2 0 16,0 2 0-16,-3 3 0 0,3 0 0 0,0-1 0 0,0-2 0 15,0 1 0-15,0-1 0 0,0-6 0 0,3 1 0 16,-3-3 0-16,0-2 0 0,3-1 0 0,-3-2 0 16,3-2 0-16,-3 1 0 0,0-1 58 0,0-1 5 0,3-3 1 0,-6 4 0 15,6-6-52-15,-3 2-12 0,0 1 0 0,0-1 0 16,0 1 0-16,-3-3 0 0,3 0 0 16,0 0 0-16,0 0 0 0,0-3 0 15,0 3 0-15,0-5 0 0,1 5 0 0,-4-3 0 0,3-3 0 0,-3 4 0 16,0-1 0-16,0-2 0 0,-3 2 0 15,3-2 0-15,-3 2 0 0,0 0 0 16,-3-2 0-16,0 2 0 0,0-2 0 0,0 2 0 0,-3-2 0 0,-2-1 0 16,2 1 0-16,-3 2 0 0,0-2 0 0,-3 2 0 15,3 1 0-15,-3-4 0 0,4 4 0 0,-4-4 0 0,3 1 8 16,0 2-8-16,0-5 0 0,-3 3 0 16,1 2 0-16,-1-2 8 0,0-1-8 15,-3 1 0-15,-3 2 0 0,0-2 0 0,1-3 0 0,-4 5-10 16,0-5 10-16,0 3 0 0,1-1 0 0,2-2 0 0,0 0 0 15,3 0 0-15,0 0 8 0,1 3-8 0,-4-3 0 16,-3 3 0-16,3-3 0 0,-5 2 0 16,-1-2 0-16,0 0 0 0,0 0 0 0,-2 0-8 0,5 0 8 15,0 0 0-15,0 0 8 0,0 0-8 0,1 0 0 0,-1 0 0 16,0 0 0-16,-6 3 0 16,4-3 0-16,-1 0 0 0,0 0 0 0,1 3-8 0,2-1 8 0,0-2 0 15,3 0 8-15,0 0-8 0,4 0 0 0,-1 0 0 16,3 0 0-16,-3 0 0 0,0 0 0 0,0 3 0 0,1-3 0 0,-1 3 0 15,-3-1 0-15,3-2 0 0,0 0 0 0,-2 3-8 16,5-3 8 0,-3 0 0-16,3 0 0 0,0 0 0 0,3 0 0 0,1-3 0 0,-1 3 0 15,3 3 8 1,0-3-8-16,0 0 0 0,0 0 0 0,0 0 0 16,0 0 0-16,1 0 0 0,-1-3 0 0,-3 3 0 0,3 0 0 0,0-2 0 0,0 2 0 0,-3-3 0 15,3 3 0-15,1-3 0 0,-4 1 0 0,0 2-8 16,3-3 8-16,0 3 0 15,-3-3 0-15,3 3 0 0,0-2 0 0,1-1 0 0,-1 3 0 0,0-3 0 16,3 1 0 0,0 2 0-16,0-3 8 0,0 3-8 0,3-2 0 0,-3 2 0 0,3-3 0 0,-2 3 0 15,2 0 0-15,0 0 0 0,-3 0 0 0,3 0 0 16,0 0 0-16,0 0 0 0,0 3 0 0,3-3 0 16,-3 2 0-16,0-2 0 0,3 0 0 0,0 3-8 15,0-1 8-15,0 1 0 0,0-3 0 0,-2 3 0 16,2-1 0-16,0 1 0 0,0-3 0 0,-3 3 0 31,3-1-53-31,0-2-9 0,-3 0-2 0,0 3 0 16,3-3 0-16,0 3 0 0,0-3 0 0,6 0 0 0,-6-3-153 15,6 3-31-15</inkml:trace>
  <inkml:trace contextRef="#ctx0" brushRef="#br0" timeOffset="24457.06">19520 8113 576 0,'0'0'12'0,"-6"-3"4"0,-3 0 0 0,0 3 0 0,3-2-16 0,0-4 0 0,-3 4 0 0,3-1 0 0,0-2 41 0,-2 0 6 16,2-1 1-16,0 1 0 0,-3 0-26 0,3-1-5 15,0-2-1-15,0 6 0 16,0-6 82-16,0 3 16 0,-3 2 3 0,3-2 1 0,0 2-35 0,0 0-7 15,-3 1-2-15,3-4 0 0,0 6-8 0,-3-2-2 16,3-1 0-16,0 0 0 0,1 3 0 0,-1 0 0 0,6 0 0 0,-9-2 0 16,9 2-36-1,0 0-8-15,0 0-2 0,-3-3 0 0,3 3 13 0,0 0 2 0,0 0 1 0,0 0 0 16,0 0-10-16,0 0-3 0,0 0 0 0,0 0 0 16,0 0-7-16,0 0-2 0,3 0 0 0,3-3 0 31,0 3-1-31,2 0-1 0,-2 0 0 0,3 0 0 0,0 0-1 0,0 0 0 0,0 0 0 0,0 0 0 15,3 3 0-15,0-3 0 0,0 0 0 0,6 0 0 32,-3 0-1-32,5 3 0 0,1-3 0 0,0 0 0 0,6 0 0 0,-3 0 0 0,2-3 0 0,1 3 0 15,3 0 1-15,-6 0 0 0,3-3 0 0,-4 3 0 16,1 0 2-16,0 0 0 0,-3-2 0 0,3 2 0 16,0-3 2-16,-1 3 1 0,4 0 0 0,0-2 0 15,3 2-5-15,-4-3-1 0,4 0 0 0,-3 1 0 0,3 2 0 0,-6-3-8 16,-1 0 12-1,1 1-4-15,-3 2 1 0,0-3 0 0,0 3 0 0,0-3 0 0,-1 3-1 16,4 0 0-16,-3-2 0 0,3-1 0 0,0 3 0 16,-1 0-8-16,1 0 12 0,0 0-4 15,0 0-8-15,-3 0 10 0,3-3-10 0,-4 3 10 0,1 0-10 0,-3 0 12 16,0 0-12-16,0 0 12 16,0 0-12-16,-3 0 0 0,2 0 9 0,-2 0-9 15,0 3 0-15,0-3 9 0,0 0-9 0,-3 0 0 0,3 0 8 0,-3 0-8 16,3 0 0-16,-7 0 0 0,4 0 0 0,0 0-17 15,-3 0 1-15,3 0 1 32,-3-3-107-32,3 3-22 0,-3 0-4 0,3 0-903 0</inkml:trace>
  <inkml:trace contextRef="#ctx0" brushRef="#br0" timeOffset="25766.44">23586 8121 1130 0,'0'0'24'0,"0"0"6"0,0 0 33 0,0 0-63 0,0 0 0 0,6-3 0 0,0 3 0 16,0 0 80-1,-3-3 8-15,3 3 3 0,0-2 0 0,3 2-11 0,-3 0-3 16,0 0 0-16,3-3 0 0,0 3-22 0,2-3-5 16,-2 3-1-16,6 0 0 0,-3 0-7 0,3 0-2 0,3 0 0 0,0-2 0 15,0 2 0-15,2-3 0 0,-2 0 0 0,6 1 0 31,0-1-4-31,3 0-2 0,2 1 0 0,1-1 0 0,3 1-19 0,0-1-4 16,-1 0-1-16,-2 1 0 0,3 2-10 0,-3 0 0 0,-6 0 0 0,2-3 8 16,-2 3-8-16,0 0 0 0,-3 0 0 0,0 0 0 15,-1 0-8-15,-2 0 8 0,0 0-10 0,-3 0 10 32,0 3-28-32,-3-3 0 0,0 0 0 0,0 2 0 0,-3-2-34 15,0 3-6-15,-1-3-2 0,-2 3-551 0,0-1-111 0</inkml:trace>
  <inkml:trace contextRef="#ctx0" brushRef="#br0" timeOffset="26562.74">23509 9176 1036 0,'0'0'23'0,"0"0"5"0,0 0 0 0,0 0 1 0,-3-2-29 0,-3-4 0 16,6 6 0-16,-3 0 0 0,-3-5 57 0,6 5 6 16,-6 0 1-16,0-3 0 0,6 3 0 15,-6-2 0-15,6 2 0 0,-6 0 0 16,6 0 0-16,-6-3 0 0,6 3 0 0,0 0 0 0,0 0 0 0,0 0 0 15,0 0 0-15,0 0 0 0,0 0-52 0,0 0-12 0,0 0 0 16,0 0 0-16,6 3 54 16,0-1 8-16,3 1 2 0,0-3 0 0,3 3-52 0,3-1-12 15,0-2 0-15,5 0 0 16,1 3 22-16,0 0 2 0,6-3 0 0,0 0 0 0,-1-3-4 0,1 3 0 16,3-3 0-16,-3 3 0 0,0 0 0 0,-1-2-1 15,4-1 0-15,0 3 0 0,3-3-3 0,-1-2-1 16,4 3 0-16,-3-4 0 0,0 4-1 0,-4-4 0 0,4 4 0 15,-6-1 0-15,0 0 1 0,-7 1 0 0,4-1 0 0,-6 0 0 16,0-2-3-16,-3 2 0 0,0 1 0 0,-3-1 0 16,0 1-4-16,-1-4-8 0,-2 6 11 15,0-2-11-15,0-1 10 0,-3 3-10 0,0 0 8 0,0-3-8 16,-3 3 0-16,3 0 0 0,-6 0-9 0,3 0 9 31,3 0-40-31,0 0-2 0,-3 0 0 0,3-2 0 16,0 2-102-16,-3-3-20 0,3 3-4 0,0 0 0 15,0-3 48-15,-3 1 11 0,3-1 1 0</inkml:trace>
  <inkml:trace contextRef="#ctx0" brushRef="#br0" timeOffset="28917.18">19770 9367 1137 0,'0'0'24'0,"0"0"6"0,0 0 1 0,-6 2 2 0,0-2-33 0,0 3 0 0,-3-3 0 0,-3 3 0 16,6-3 60-16,-3 0 4 16,1 0 2-16,2 0 0 0,-3 0-26 0,3 0-4 15,0 2-2-15,0-2 0 0,6 0 26 0,-6 0 4 0,3 3 2 0,-3-3 0 16,6 0-12-16,-6 0-2 0,6 0-1 0,-3 0 0 16,3 0-18-16,0 0-3 15,0 0-1-15,0 0 0 0,0 0-13 0,0 0-2 16,0 0-1-16,0 0 0 0,0 0-1 0,0 0-1 0,0 0 0 0,0 0 0 15,0 0 3-15,3 3 1 0,3-3 0 0,0 2 0 16,3-2 7-16,-3 3 2 0,3-3 0 0,0 0 0 16,-3 0-1-16,3 0 0 0,-1 0 0 0,1 0 0 15,3 0-11-15,-3 0-1 0,0 0-1 0,0-3 0 16,0 3-2-16,0-2-8 0,3-1 12 0,-3 0-4 16,3 3-8-16,0-2 10 0,-1-1-10 0,4 0 10 15,0 1-10-15,0 2 0 0,0-3 0 0,0 1 8 0,3 2-8 0,-3 0 0 16,3 0 0-16,-1 0 0 15,-2-3 0-15,3 3 0 0,-3 0 0 0,0 3 8 0,3-3-8 16,-3 0 0-16,-1 2 0 0,-2-2 0 0,0 3 0 0,0-3 0 16,0 0 0-16,-3 0 0 15,0 0 0-15,3 0 0 0,-3 0 0 0,0 0 0 0,0 2 0 0,0-4 0 16,0 2 0-16,2 0 0 0,-2 0 0 0,3 0 0 16,0 0 0-16,0-3 0 15,0 3 0-15,0-2 0 0,0 2 0 0,0-3 0 0,0 3 0 0,0 0 0 16,-1-3 0-16,1 3 0 15,0-2 0-15,0 2 0 0,0 0 0 0,0 2 0 0,0-2 0 0,-3 0 0 16,0 0 0-16,0 3 0 0,0-3 0 0,0 0 0 0,-1 3 0 16,1-3 0-16,-3 0 0 0,3 2 0 0,0-2 0 0,-3 0 0 31,3 0 0-31,-3 3 0 0,0-3 0 0,0 0 0 16,0 0 0-16,0 0 0 0,0 0 0 0,0 0 0 0,0 0 0 0,0 0 0 0,0 0 0 0,0 0 0 15,0 2 0-15,-1-2 0 0,1-2 0 0,0 2 0 16,0 0 0-16,0 0 0 0,-3 0 0 0,3 0 0 15,0-3 0-15,0 3 0 0,-3 0 0 0,3 0 0 16,0 0 0-16,-3 0 0 0,3 0 0 0,0 0 0 16,-6 0 0-16,6 0 0 0,0 0 0 0,0 0 0 15,0 0 0-15,-6 0 0 0,6 0 0 0,0 0 0 16,0 0 0-16,-6 0 0 16,6 0 0-16,-1 0 0 0,1 0 0 0,0 0 0 0,0 0 0 0,0 0 0 31,0 0-107-31,3 0-17 0,0 0-3 0,0-2-820 0</inkml:trace>
  <inkml:trace contextRef="#ctx0" brushRef="#br0" timeOffset="31312.32">21160 7994 1601 0,'0'0'45'0,"0"0"11"0,0 0-45 0,0 0-11 0,0 0 0 0,0 0 0 16,0 0 113-16,0 0 21 0,0 0 4 0,0 0 1 15,0 0-62-15,0 0-12 0,0 0-2 0,0 0-1 16,0 7-30-16,0 4-5 0,3 0-2 0,-3 5 0 16,3-3-16-16,-3 3-9 0,3 2 10 0,0 1-10 15,0-1 0-15,0 3 0 0,0 3 0 0,0 3 0 0,3 2-10 0,-3-3-8 16,3 1-2-16,0-1 0 16,0-2-60-16,0-6-13 0,0 1-3 0,0-3 0 15,0-3-25-15,-3-5-6 16,2 0-1-16,1 0 0 0</inkml:trace>
  <inkml:trace contextRef="#ctx0" brushRef="#br0" timeOffset="31594.62">21276 8086 1552 0,'-12'-16'44'0,"6"11"10"0,-3 0-43 0,3-1-11 0,-2-2 0 0,2 6 0 16,0-3 104-16,0 2 20 0,0 0 3 0,6 3 1 15,0 0-22-15,0 0-4 16,0 0-1-16,0 0 0 0,0 0-43 0,6 6-9 0,0 1-1 0,3-1-1 15,0 2 5-15,-1-3 2 0,4 6 0 0,0-3 0 32,0-1-16-32,3 1-3 0,3 0-1 0,-3 3 0 0,0 0-21 0,0-1-4 0,-1 1-1 0,1 2 0 15,0-3-8-15,0 4 0 0,0 2 0 0,-3-3 8 16,0 3-8 0,0 0 0-16,-3-1 0 0,-3 1 0 0,0 0 0 0,-6 0 13 0,3-3 0 0,-6 1 0 15,0-4-13-15,-3 3 0 0,-3-2 0 0,0-3 0 31,0 2-48-31,0-2-13 0,-3 0-3 0,0-5 0 0,0 2 0 0,-3-2 0 0,3 0 0 0,-3-1-682 16,-2-2-137-16</inkml:trace>
  <inkml:trace contextRef="#ctx0" brushRef="#br0" timeOffset="32459.91">23006 8081 2084 0,'0'0'46'0,"0"0"10"0,0 0 1 0,0 0 1 0,0 0-46 0,0 0-12 16,-6 0 0-16,0 3 0 16,6-3 25-16,-6 5 3 0,0-3 1 0,0 4 0 15,0-1 28-15,0 3 6 0,0 0 1 0,0 0 0 16,0 2-52-16,3 4-12 0,-3-1 0 0,0 3 0 0,3 2 0 0,0 1 0 15,0 2 0-15,0 3 0 16,3 0 0-16,0-1 0 0,0-1 0 0,0-4 0 31,3 1-48-31,0-1-13 0,0-5-3 0,3 1 0 0,0-1 52 0,0-3 12 0,0-2 0 0,0-2 0 0,0-1 0 0,3 0 0 0,-3-2 0 16,0-3 0 0,3 0 0-16,-3-3 0 0,3-2 0 0,0 0 0 15,-3-1 48-15,2-4 13 0,1-1 3 0,0-2 0 0,0-3-52 0,3-5-12 0,-3 0 0 0,0-3 0 16,0-3 54-16,0 4 8 15,0-1 2-15,-3 3 0 0,0 0-52 0,0 2-12 0,-6 3 0 0,0 3 0 16,0 0 54-16,-3-1 8 16,-3 4 2-16,-3-1 0 0,0 1-52 0,0 2-12 0,0 2 0 0,-3-1 0 15,3 4 0-15,-3-2 0 0,0 2 0 0,0 3 0 16,1 0 0-16,-1 3 0 16,0-1 0-16,0 4 0 0,0-4 0 0,3 3 0 0,0 1 0 0,0-1 0 15,3 0 0-15,3 3 0 0,3-2-9 16,0 4 9-16,3-2-10 0,3 3 10 0,3-1-10 0,3 3 10 15,0-2-8-15,0 2 8 0,3-2 0 0,3-1-9 16,-1 1 17-16,4 0 4 0,3 2 1 0,3 0 0 16,-3-2-13-16,-1 2-18 0,1 0 4 0,-3-2 1 15,-3-1 13-15,0 1 0 0,-6-3 0 16,0 2 0-16,-3-2 0 0,-4 3 0 16,-2-3 0-16,0 0 0 0,-3 2 0 0,-3-2 0 0,0 0-12 0,-2 0 12 15,-1 0-26-15,-6 0 1 0,3 0 0 0,-6 0 0 16,3 0-32-16,-3-3-7 0,0 3 0 0,0 0-1 15,0-3-119-15,4 3-23 16,-4-2-5-16,0-1 0 0</inkml:trace>
  <inkml:trace contextRef="#ctx0" brushRef="#br0" timeOffset="33328.88">22961 8991 1314 0,'0'0'37'0,"0"-5"8"0,-3-3-36 0,3 3-9 16,-3-3 0-16,-3 2 0 15,3 1 104-15,0 0 20 0,-3 2 3 0,3-2 1 0,-3 2-52 0,0 3-9 16,-3 0-3-16,3 0 0 16,0 0 0-16,1 0 0 0,-1 3 0 0,-3 2 0 0,0-2 0 0,3 5 0 15,-3 2 0-15,0 1 0 0,-3 5-51 0,0 2-13 16,0 3 0-16,0 3 0 0,0 5 0 0,0 0 0 16,4 1 0-16,-1-4 0 0,0 0 0 0,3-2 0 15,3 0 0-15,0-3 0 16,0-2-48-16,3-1-13 15,3-4-3-15,0 1 0 0,3-4 0 0,0 0 0 0,3-6 0 0,-1 3 0 0,1 0 52 0,3-6 12 16,-3 4 0-16,6-4 0 16,-3-2 0-16,3-2 0 0,0 2 0 0,0-6 0 0,3 1 48 0,-4 0 13 0,4-3 3 0,0 0 0 15,-3-3 0-15,0-2 0 0,-3 0 0 0,0-6 0 16,0-2 0 0,-3 3 0-16,2-3 0 0,-5-3 0 0,3 0-52 0,-6 0-12 0,0 3 0 0,0 0 0 15,-3 0 54-15,-3 2 8 0,0 3 2 0,-3 3 0 16,0-3-52-16,0 6-12 0,-5-1 0 0,-1 3 0 15,0 0 0-15,-3 3 0 0,-3-1 0 0,0 4 0 16,0-1 0-16,0 3 0 0,-2 0 0 0,-1 0 0 16,3 3 0-16,3 2 0 0,-3 0 0 15,3 3 0-15,3-2 0 0,0 2 0 0,1 2 0 0,5-2 0 32,0 5-48-32,0-2-13 0,3-1-3 0,0 4 0 0,3-1 52 0,0-2 12 0,3 2 0 0,0 0 0 0,3 0 0 0,0-2 0 15,3-1 0-15,-1-2 0 16,4 3 0-16,0-3 0 0,6 0 0 15,-3 0 0-15,3 0 0 0,0 0 0 0,3-3 0 0,-1 0 0 16,1 0 0-16,-3 3 0 0,0-2 0 16,-3 2 0-16,0-3 0 0,0 0 0 0,-3 1 0 0,2-1 0 0,-2 3 0 0,-3-3 0 15,0 0 0-15,-3 3 0 0,0-2 0 0,0-1 0 16,-3 0 0-16,-3 0 0 0,0 1 0 16,0 2 0-16,-3-3 0 0,-3 3 0 0,3 0 0 0,-3 0 0 0,-3 0 0 0,3 2 0 31,-3-2 0-31,3 3 0 0,-3-3 0 0,1 0 0 15,2-3-54 1,-3 3-8-16,0-5-2 0,-3 2 0 0,0-2-153 0,0-1-31 16,-9-2-7-16,6 0-1 0</inkml:trace>
  <inkml:trace contextRef="#ctx0" brushRef="#br0" timeOffset="33697.17">22768 8811 1267 0,'0'0'28'0,"0"0"5"0,0 0 2 0,0 0 1 0,0 0-36 0,0 0 0 0,0 0 0 0,0 0 0 0,0 0 109 0,0 0 15 15,0 0 4-15,0 0 0 16,0 0-14-16,0 0-2 0,0 0-1 0,0 0 0 16,0 0-39-16,0 0-8 0,0 0-2 0,0 0 0 15,0 0 17-15,5 3 3 0,7-3 1 0,0 2 0 0,3-2-67 0,0 3-16 16,3-3 0-16,0 0 0 16,3 0 34-16,-1 0 3 0,4 0 1 0,-3 3 0 0,0-3-10 0,0 0-1 15,-3 2-1-15,5-2 0 0,-2 3-26 0,3-3 0 0,0 0 0 16,0 0 0-1,3 0-117-15,-4 0-29 0,1-3-6 0,3 3-975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20T03:53:31.596"/>
    </inkml:context>
    <inkml:brush xml:id="br0">
      <inkml:brushProperty name="width" value="0.05" units="cm"/>
      <inkml:brushProperty name="height" value="0.05" units="cm"/>
      <inkml:brushProperty name="color" value="#FF3300"/>
    </inkml:brush>
  </inkml:definitions>
  <inkml:trace contextRef="#ctx0" brushRef="#br0">128 142 8592 0 0,'0'0'250'0'0,"0"0"4"0"0,0 0-22 0 0,0 0 497 0 0,-5-13 3926 0 0,4 11-4691 0 0,1 1 188 0 0,-1 0 1 0 0,1 1 0 0 0,-1-1-1 0 0,1 0 1 0 0,-1 0-1 0 0,1 1 1 0 0,-1-1 0 0 0,0 0-1 0 0,1 1 1 0 0,-1-1-1 0 0,0 1 1 0 0,0-1-1 0 0,1 1 1 0 0,-1-1 0 0 0,0 1-1 0 0,0-1 1 0 0,0 1-1 0 0,0 0 1 0 0,1 0 0 0 0,-1-1-1 0 0,0 1 1 0 0,0 0-1 0 0,0 0 1 0 0,0 0 0 0 0,0 0-1 0 0,0 0 1 0 0,0 0-1 0 0,0 0 1 0 0,0 0-1 0 0,0 0 1 0 0,0 1-153 0 0,-15 6 460 0 0,-25 45 1145 0 0,6 22-2481 0 0,31-42-224 0 0,13 8 1084 0 0,-8-39 16 0 0,0 1 0 0 0,0-1 0 0 0,0 1 0 0 0,0-1 0 0 0,1 1 0 0 0,-1-1 0 0 0,0 1 0 0 0,1-1 0 0 0,-1 0 0 0 0,1 0 0 0 0,0 0 0 0 0,-1 0 0 0 0,1 0 0 0 0,0 0 0 0 0,-1 0 0 0 0,1-1 0 0 0,0 1 0 0 0,0 0 0 0 0,0-1 0 0 0,0 0 0 0 0,0 1 0 0 0,0-1 0 0 0,0 0 0 0 0,0 0 0 0 0,25 1 0 0 0,33-6 0 0 0,-6 4-3399 0 0,-45 1 2183 0 0</inkml:trace>
  <inkml:trace contextRef="#ctx0" brushRef="#br0" timeOffset="530.5">360 5 10136 0 0,'0'0'230'0'0,"0"0"30"0"0,0 0 19 0 0,0 0 105 0 0,0 0 411 0 0,0 0 182 0 0,0 0 42 0 0,0 0-133 0 0,0 0-516 0 0,0 0-4 0 0,0 0 61 0 0,0 0 11 0 0,0 0-47 0 0,0 0-207 0 0,0 0-89 0 0,0 0-21 0 0,0 1-14 0 0,8 25-137 0 0,-7-7 54 0 0,-15 79-1864 0 0,-3-14-145 0 0,16-68 2016 0 0,2-8 16 0 0,2 0 0 0 0,3 15 0 0 0,33-4 0 0 0,4-14 1810 0 0,47-1-2948 0 0,-80-5-41 0 0,3-1-3466 0 0</inkml:trace>
  <inkml:trace contextRef="#ctx0" brushRef="#br0" timeOffset="1218.639">643 5 10136 0 0,'0'0'230'0'0,"0"0"30"0"0,0 0 19 0 0,0 0 37 0 0,0 0 125 0 0,0 0 58 0 0,-1-1 12 0 0,-7-2 934 0 0,8 3-454 0 0,0 0 29 0 0,0 0-134 0 0,0 0-507 0 0,0 0 37 0 0,0 0 80 0 0,0 0 14 0 0,-1 1-67 0 0,-11 61-278 0 0,24 33-1041 0 0,-2 7-240 0 0,-5-86 739 0 0,-5-16 178 0 0,0 0-15 0 0,0 0-63 0 0,0 0-31 0 0,0 0-4 0 0,0-2 110 0 0,27-56 2035 0 0,-1-36-1833 0 0,-12 39 0 0 0,-3 24 1440 0 0,-10 29-997 0 0,-1-4-294 0 0,-8 23 1307 0 0,0 4-2233 0 0,7-19 336 0 0,1 5 291 0 0,0 3 134 0 0,1-1 16 0 0,3 1 0 0 0,0-3 0 0 0,22 7 192 0 0,-17-13 18 0 0,53 14-408 0 0,26 1 810 0 0,-42-12-3504 0 0,-34-4-3431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29:45.3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11177 3649 1074 0,'0'0'30'0,"0"0"8"0,0 0-30 0,0 0-8 0,0 0 0 0,0 0 0 16,0 0 104-16,0 0 19 0,0 0 4 15,0 0 1-15,0 0-52 0,0 0-9 16,0 0-3-16,0 0 0 0,0 0 38 0,0 0 7 0,0 0 2 0,0 0 0 15,0 0-24-15,0 0-5 0,0 0-1 0,0 0 0 16,-3 2-65-16,-3 1-16 0,3 2 0 0,-3-2 0 16,0 5 27-16,0-8 1 0,0 8 1 0,0-5 0 15,0 2-18-15,-3 0-11 0,0 3 12 0,3 3-12 16,-3-3 30-16,0 2-1 0,0 1 0 0,0 2 0 16,-2-2-29-16,2 2 0 0,0 0 0 0,0 3 0 15,3-3 0-15,-3 0 0 0,3 3 0 16,-3-5 0-16,3 2 0 0,0 0 0 0,0-2 0 0,0-1 0 31,0 1-45-31,0 2-15 0,3-7-4 0,0 2 0 0,-3 2 40 0,3-5 8 0,0 3 2 16,0-2 0-1,3-1-29-15,-3 0-5 0,3 1-2 0,0-6 0 0,-3 7 20 0,3-7 4 0,0 0 1 0,0 0 0 16,0 0-63-16,0 0-12 0,3 0-2 0,-3 0-458 16,0 0-91-16</inkml:trace>
  <inkml:trace contextRef="#ctx0" brushRef="#br0" timeOffset="410.661">11159 3636 1267 0,'0'0'28'0,"0"0"5"0,0 0 2 0,0 0 1 0,0 0-36 0,0 0 0 0,0 0 0 0,0 0 0 15,0 0 109-15,0 0 15 0,0 0 4 0,6 0 0 16,0 0-52-16,0 5-9 0,-3-5-3 0,3 8 0 16,-1-8 52-16,-2 5 9 0,3-2 3 0,0 2 0 15,0 3-52-15,0-5-9 0,0 2-3 0,0 3 0 16,3-3-51-16,-3 3-13 0,3 0 0 0,-3 0 0 15,3 0 54-15,0-3 8 0,-3 6 2 0,0-3 0 16,3 0-52-16,-3 0-12 0,0 2 0 0,0-2 0 16,2 3 54-16,-2-3 8 0,0 2 2 0,3-2 0 15,-3 3-64-15,0-3-24 0,3 2 0 0,-3-2 1 16,0 0 23-16,3 0 0 0,0 0 0 0,-3 0 0 0,0-3 19 16,0 1 1-16,0-1 1 0,0-3 0 15,0 4-68-15,0-6-13 16,-1 2-4-16,1-2-819 0,0-2-164 0</inkml:trace>
  <inkml:trace contextRef="#ctx0" brushRef="#br0" timeOffset="5071.585">10171 4191 1879 0,'0'0'41'0,"0"0"9"0,-3-5 2 0,0 2 0 0,-3-2-41 0,3 2-11 0,0 1 0 0,0-4 0 16,0 4 96-16,3 2 16 15,-3-5 4-15,-3 2 1 0,6 3-37 0,-3-3-8 0,3 3-2 16,0 0 0-16,0 0-34 0,-6-2-8 15,6 2 0-15,0 0-1 0,-9 0 8 0,9 0 1 0,-6 2 1 0,0 4 0 16,0-1-23-16,0 3-5 0,0 0-1 0,3 2 0 16,-3 1 9-16,3 2 2 0,-3 3 0 0,3 0 0 15,0-3-19-15,0 3 0 0,3 0 0 0,-3 0 0 32,3-3-18-32,0 0-7 0,3 3-2 0,-3-5 0 15,3-1-8-15,0 1-1 0,3-3-1 0,-3 0 0 0,3 0 20 0,-3-3 4 0,3 0 1 16,3 0 0-16,-3-5 12 0,3 3 16 0,-3-3-3 15,3-3-1-15,0 3-12 0,0-2 0 0,3-1 0 0,-3-5 0 16,2 3 0-16,-2-3 0 0,3 3 0 0,0-3 0 16,0-3 14-16,0 1 0 0,0-1 0 0,-3 3 0 15,3-8 29-15,-6 3 5 0,3-3 2 0,-6-2 0 16,3-1-34-16,-6 1-6 0,3-1-2 0,-6-2 0 16,0 0-8-16,0 5-11 0,-3-5 3 0,-3 5 0 15,0 0 8-15,0 3 0 0,0-3 0 0,-3 3 0 16,0 5 28-16,0-6 8 0,0 6 2 0,0 1 0 0,0-1-10 0,1 0-1 15,2 5-1-15,-3-2 0 16,3 2-98-16,0 0-20 0,3 1-4 0,-3 2-768 16,9 0-152-16</inkml:trace>
  <inkml:trace contextRef="#ctx0" brushRef="#br0" timeOffset="5927.899">11492 2847 1918 0,'0'0'42'0,"0"0"9"0,0 0 1 0,0 0 3 0,0 0-44 0,0 0-11 16,0 0 0-16,0 0 0 15,0 0 101-15,0 0 19 0,0 0 3 0,0 0 1 0,0 0-39 0,0 0-7 16,-9 0-2-16,3 0 0 16,3 3-25-16,0 5-6 0,-3-6-1 0,3 6 0 0,0 0-21 0,0 3-5 15,0 5-1-15,0 0 0 0,0-3-9 0,0 5-8 16,1 3 12-16,-1 3-12 0,-3-3 0 0,3-2 0 16,3 5 0-16,-3-8 0 0,3 0 0 0,-3 2 0 0,3-2 0 15,0-5 0 1,3-1-96-16,-3 6-25 0,0-8-6 15,3 5-1025-15</inkml:trace>
  <inkml:trace contextRef="#ctx0" brushRef="#br0" timeOffset="6619.981">10480 4006 1659 0,'0'0'36'0,"0"0"8"0,-6 0 2 0,6 0 1 0,-6 0-38 0,0 0-9 0,6 0 0 0,-6 0 0 15,0-3 88-15,0 1 15 0,6 2 3 0,-6-3 1 16,3 0-36-16,0-2-7 0,0 3-2 0,0-6 0 16,3 2-17-16,-2 1-3 0,2-3-1 0,2 5 0 15,-2-7 19-15,3-1 4 0,0 3 1 0,0-5 0 16,3 0-65-16,-3-3-19 0,3-3-1 0,3 1 0 16,-3-1 20-16,3-2 9 0,0 0-1 0,3-3 0 15,0 6 4-15,0-1 0 0,6 1 0 0,-1-1 0 16,4 6-12-16,3-6-11 0,3 4 3 0,3-1 0 15,-1 2 8-15,4 4 0 0,0-6 0 0,0 3 0 0,-7 5 0 16,1-8 11-16,-3 11-3 0,-3-9 0 0,-3 6-20 16,0 1-4-16,-1-1 0 0,-2 2-1 15,0 4-24-15,-3-4-5 0,0 4-1 0,-3 2 0 16,0-6-167-16,-3 4-34 0,-6 2-6 0,0 0-2 0</inkml:trace>
  <inkml:trace contextRef="#ctx0" brushRef="#br0" timeOffset="7017.131">10799 3268 1728 0,'0'0'38'0,"0"0"8"0,0 0 2 0,0 0 0 0,-6-3-39 0,6 3-9 0,0 0 0 0,0 0 0 16,0 0 104-16,0 0 20 0,0 0 3 0,3 0 1 16,3 0-60-16,2 0-11 0,1 0-2 0,0 3-1 15,0-1 16-15,0 4 3 0,3-1 1 0,-3 0 0 16,0 3-59-16,3 0-15 0,-3-3 0 0,0 3 0 16,0 0 0-16,3 3 0 0,-4-3 0 0,1 2 0 15,0 1 0-15,3 2 0 0,0 1 0 0,-3 1 0 16,0-4 29-16,0 2 3 0,0 3 1 0,0-3 0 15,0 1-22-15,-3-1-11 0,-3 3 10 0,3-8-10 16,-3 2 10-16,0 1-10 0,0-3 10 0,-3 2-10 16,0-2 10-16,0-2-10 0,0 1 10 0,-3-1-10 15,0 2 9-15,0-6-9 0,0 4 8 0,-3-1-8 0,6-5 0 0,-3 8 0 16,3-8 0-16,-3 2 0 16,3-2-72-16,0 0-19 0,0 0-4 0,0 0-688 15,0 0-137-15</inkml:trace>
  <inkml:trace contextRef="#ctx0" brushRef="#br0" timeOffset="12897.921">19079 3662 1458 0,'0'0'32'0,"0"0"6"0,0 0 2 0,0 0 1 0,0 0-33 0,0 0-8 0,0 0 0 0,0 0 0 15,0 0 48-15,-5 3 8 0,5-3 2 0,-9 5 0 16,9-5-15-16,-6 0-3 0,0 3-1 0,0 2 0 16,6-5-7-16,-6 3 0 0,0 2-1 0,0-2 0 15,0 2-3-15,0 0 0 0,0 3 0 0,0-5 0 16,0 5-12-16,0 0-4 0,0 0 0 0,-3 2 0 15,3-2-12-15,0 3 0 0,0-1 8 0,-2 1-8 16,-1-3 0-16,3 2 0 0,-3 1 8 0,0-3-8 16,0 0 0-16,3 0 0 0,-3 2 0 0,3-2 0 15,0-5-9-15,0 2 9 0,0 0-13 0,6-5 5 16,-6 3 8-16,6-3-12 0,0 0 12 0,0 0-12 16,0 0-1-16,0 0-1 0,0-5 0 0,0-3 0 15,3 0-11 1,0 0-3-16,3-3 0 0,0 1 0 0,3-1 14 0,0-2 2 0,3 5 1 0,-3-8 0 15,0 6 11-15,3-1 0 0,-3-2 0 0,2 0 0 16,-2 2 0-16,0-5 0 0,0 6 0 0,0-1 0 0,3 3 16 16,-3-8 0-16,0 6-1 0,0 2 0 15,-3-3 4-15,3 3 1 0,-3 3 0 0,0-3 0 0,0 0 5 0,0 5 2 16,-1 1 0-16,-5 2 0 0,6 0 5 0,-6 0 0 16,3 0 1-16,3 2 0 0,0 4 4 0,0-1 1 15,-3 3 0-15,3-6 0 0,0 6-6 0,0 0-2 16,0 3 0-16,0-3 0 0,3 2-9 0,-3 1-1 15,0 0-1-15,0 2 0 0,0 0-11 0,0-2-8 0,0 5 9 16,0-3-9-16,0 0 8 0,0 0-8 0,-4 3 0 0,4-5 9 16,0 2-9-16,-3 0 0 0,3-5 0 15,-3 5 8-15,3-5-8 0,-3 0 0 0,3-3 0 16,-3 3 0-16,0 0 0 0,3-5-14 0,0 2 2 0,0-5 0 31,0 0-100-31,3 0-20 0,0 0-4 0</inkml:trace>
  <inkml:trace contextRef="#ctx0" brushRef="#br0" timeOffset="24093.89">7712 8652 1544 0,'0'0'34'0,"-6"0"7"0,-6-2 45 0,6-4-78 0,0 4-8 15,0-1 0-15,0 1 0 0,3-1 71 0,3 3 12 16,-6-5 2-16,6 5 1 0,-3-3-46 0,3 3-8 16,0 0-3-16,0 0 0 0,0 0 11 0,-3-5 3 15,3 5 0-15,0 0 0 0,0 0-33 0,0 0-10 16,0 0 0-16,0 0 0 0,0 0 0 0,0 0 0 15,6 2 0-15,0 1 0 0,0 0 0 0,0-1 0 0,3 4 0 0,-3-4 0 16,3-2 0-16,-3 0 0 0,6 0 0 0,-3-2 0 16,0-4 0-16,3 1 0 15,-4 0 0-15,4-3-9 0,0-3 9 0,0 1 0 0,0-4 0 0,0 1 0 16,3 0 0-16,0-6 0 0,3 1 0 0,-1-1 0 16,1-2 0-16,0-3 0 15,3-2 0-15,0-1 0 0,0 1 0 0,0-3 0 0,-4 0 0 0,4 2 8 16,-3 1-8-16,0-1 0 0,0 1 0 0,0 5 0 31,0-3-33-31,-4 3-8 0,1 2-2 0,-3 1 0 0,0 2 26 0,-3 3 5 0,0-1 0 0,0 4 1 16,-3-1-65-1,0 3-12-15,-3 0-4 0</inkml:trace>
  <inkml:trace contextRef="#ctx0" brushRef="#br0" timeOffset="24529.319">7920 8369 1396 0,'0'0'40'0,"0"0"8"0,-6 0-39 0,6 0-9 0,0 0 0 0,0 0 0 15,0 0 15-15,0 0 1 0,0 0 0 0,0 0 0 16,0 0 10-16,-3 3 2 16,0 2 1-16,3 1 0 0,0 1-2 0,0 1-1 0,3 3 0 0,3 0 0 15,-3 2-13-15,3 0-2 0,3 3-1 0,0 2 0 16,0 1-10-16,0-1 0 0,0 1 0 0,3 0 8 16,-3-1-8-16,3 1 0 0,-1-4 0 15,-2 1 0-15,3-2 0 16,-3-1 0-16,0-3 0 0,-3 1-11 0,3 0 11 0,0-6 0 0,-3 0 0 0,3-2 0 15,0-1 19-15,-3-2 5 0,3-5 2 16,0-3 0-16,0-2-26 0,2-4 0 0,-2-2 8 0,6-2-8 16,-3-1 34-16,3-2 5 0,0 0 1 0,3-3 0 15,0 0-31-15,-1-2-9 0,1-3 0 0,0 0 0 16,6-3 0-16,-6 3 0 0,3-3 0 0,3 3 0 31,-7 3-32-31,4-1-6 0,0 1-2 0,-3 2-490 0,0-3-98 0</inkml:trace>
  <inkml:trace contextRef="#ctx0" brushRef="#br0" timeOffset="33989.246">14668 3191 1616 0,'0'0'36'0,"0"0"7"0,0 0 1 0,0-8 1 0,3 3-36 0,-3 5-9 16,3-3 0-16,-3 3 0 0,3-8 99 0,0 6 17 16,0-1 4-16,-3 3 1 0,0 0-27 0,0 0-6 15,3 0 0-15,-3 0-1 0,0 0-25 0,3-5-5 16,-3 5-1-16,6 0 0 0,0 5-10 0,-6-5-2 16,3 0-1-16,3 3 0 0,-3-1-16 0,0 6-3 15,0-5-1-15,-3 5 0 0,3 0-15 0,0 0-8 16,-3 2 10-16,3-2-10 0,0 0 0 0,-3 0 8 0,0 5-8 0,3-2 0 15,-3-1 0-15,3 6 0 0,-3-5 8 16,3 2-8-16,0 0 0 0,-3 1 0 0,3 1 0 0,0 1 0 31,0-2-28-31,-1 1-1 0,1-7-1 0,-3 6 0 16,3-4-173-16,3 3-34 0,9 3-7 0,-3-2-718 0</inkml:trace>
  <inkml:trace contextRef="#ctx0" brushRef="#br0" timeOffset="34712.93">15490 4064 1074 0,'0'0'30'0,"-3"8"8"0,-3-3-30 0,0 1-8 0,0 4 0 0,0-2 0 16,0 0 104-16,3 3 19 0,-3-3 4 0,3 2 1 16,0 1-103-16,0-3-25 0,0 2 0 0,0 1 0 15,3-3 0-15,0 3 0 0,0-4 0 0,0 4 0 16,3-3 0-16,-3 0 0 0,3 0 0 0,0 0 0 15,3-6 36-15,-3 1 3 0,3 2 0 0,0-2 0 0,0 0-20 0,0-3-4 16,3 0-1-16,0 0 0 0,0 0 27 16,3-3 6-16,-4 0 1 0,4 1 0 0,0-1 0 0,-3-2 1 15,3 0 0-15,0 2 0 0,0-8 2 0,-3 3 0 16,0 0 0-16,3 0 0 0,-6 1-5 0,3-4-1 16,-3 0 0-16,-1 1 0 0,1-1-3 0,-3-2-1 15,3 2 0-15,-3 1 0 0,-3-1-6 0,0 1-2 16,0-1 0-16,0 3 0 0,-3-2-33 0,0 2 0 15,-3-3 0-15,0 3-9 0,1 0 9 0,-4 6 0 16,0-6 0-16,-3 0 8 16,3 0-42-16,-3 5-8 0,-3-2-2 0,3 2-712 0,-3 0-144 0</inkml:trace>
  <inkml:trace contextRef="#ctx0" brushRef="#br0" timeOffset="35430.856">14874 3995 1728 0,'0'0'38'0,"0"0"8"0,0 0 2 0,0 0 0 0,0 0-39 0,0 0-9 0,0 0 0 0,0 0 0 16,0 0 104-16,0 0 20 0,0 0 3 0,0 0 1 15,0 0-27-15,0 0-5 0,0 0 0 0,6 0-1 16,-6 0-36-16,2 0-7 0,-2 0-2 0,6 3 0 16,-6-3-14-16,3 3-4 0,3-1 0 0,-3 4 0 15,0-1-13-15,0 0-3 0,0 1-1 0,0 2 0 16,0-3-15-16,3 3 0 0,-3 2 0 0,0-2 0 16,0 0 0-16,3 3 0 0,-3-3 0 0,3 2 0 15,-3-2 0-15,3 3 0 0,0-3 0 0,3 2 0 16,-3-2 0-16,3-2 0 0,-3 2 0 0,3-3 0 15,-3 3 0-15,2-6 0 0,1 1 0 0,0 0 0 16,0-3 0-16,0 0 0 0,0-3 0 0,3-2 0 0,0 5 0 16,3-8 0-16,0 0 0 0,0 0 0 0,2-3 0 15,-2 3 0-15,0-2 0 0,3 2 0 0,0-3 0 0,3 3 0 16,-3-5 0-16,-1 3 0 0,1 2 0 0,0-8 0 16,-3 3 0-16,0-1 0 0,3 1 0 0,-3 2 0 15,3-2 0-15,-1 3 0 16,1-4-48-16,0 1-13 0,0 0-3 0,3-3 0 15,0 3-157-15,-1-6-32 0,31-18-7 0,-18 8 0 16</inkml:trace>
  <inkml:trace contextRef="#ctx0" brushRef="#br0" timeOffset="36715.99">22654 4083 1235 0,'0'0'35'0,"0"0"8"16,0 0-35-16,0 0-8 0,0 0 0 0,0 0 0 0,0 0 96 0,0 0 18 16,0 0 3-16,0 0 1 0,0 0-27 0,0 0-6 15,3-3-1-15,-3 3 0 0,6-3-5 0,-3 3-2 16,3 0 0-16,0 0 0 0,0 3-13 0,0-3-2 16,0 3-1-16,-6-3 0 0,6 2-18 0,0 1-4 15,3 2-1-15,-3 1 0 16,0-4-18-16,3 6-3 0,-3-2-1 0,3 1 0 0,0 1-8 15,-1 3-8-15,1-3 12 0,0 3-12 0,3 2 0 0,0-5 0 16,-3 2 0-16,3 1 0 0,0-1 8 0,0-2-8 16,0 0 0-16,0 3 0 0,0-3 0 0,2-3 0 15,1 3 0-15,-3-3 0 0,0 1 0 0,3-1 0 16,-3-5 0-16,-3 3 0 0,3-1 10 0,-3-2-10 0,3 0 8 0,-1-2-8 16,-2-1 9-16,3-2-9 0,0-1 10 0,0 1-10 15,0-3 10-15,0 3-10 0,0-3 10 16,3-3-10-16,-3 1 8 0,3 2-8 15,-1-8 0-15,1 3 9 0,3-1-9 0,-3 1 0 0,-3 3 0 0,6-4 8 16,-3 4-24-16,0-3-4 0,-1-1-2 0,4 1 0 16,-3 3-131-1,0-4-27-15,0 4-4 0</inkml:trace>
  <inkml:trace contextRef="#ctx0" brushRef="#br0" timeOffset="37318.976">22696 2934 1652 0,'0'0'36'0,"0"0"8"0,0 0 2 0,0 0 0 0,0 0-37 0,0 0-9 0,0 0 0 0,0 0 0 15,0 0 112-15,0 0 20 0,0 0 4 0,0 0 0 16,0 0-43-16,0 0-9 0,0 0-1 0,0 0-1 15,0 0-26-15,0 0-6 0,0 0-1 0,0 0 0 16,0 8-11-16,3-2-2 0,-3-1-1 0,0 3 0 0,3 0-11 0,-3 0-1 16,0 2-1-16,0 4 0 0,0-1-6 0,0-3 0 15,0 9-1-15,0-9 0 0,0 9-15 0,-3-3 11 16,3-6-11-16,-3 9 10 0,3-6-10 16,-3 3 0-16,3 0 0 0,-3-3 0 0,0 3 0 15,3-5 0-15,0 2 0 0,-3 0 8 16,3-2-8-16,0 2 0 0,0 0-12 0,3-5 12 15,-3 5-46-15,0-5-2 0,3 0 0 0,0 3-776 16,3-1-156-16</inkml:trace>
  <inkml:trace contextRef="#ctx0" brushRef="#br0" timeOffset="38308.088">23684 4075 1900 0,'0'0'42'0,"0"0"9"0,-6 0 54 0,0 0-94 0,0 2-11 15,0-2 0-15,-2 3 0 0,2 0 70 0,0-3 12 16,-3 5 2-16,0 0 1 0,3 1-37 0,-3-4-7 16,0 6-1-16,3-2-1 0,-3 1-16 0,0 7-3 15,3-9-1-15,0 8 0 0,-3-2-19 0,3-1 0 16,3 4 0-16,0-1 0 0,0-3 0 0,3 1 0 16,0 5 0-16,0-8 0 0,3 2 0 0,0-2 0 0,0 3 0 0,3-6 0 15,0 1 12-15,0-1-12 0,3 0 12 0,3 3-12 16,-3-8 9-16,3 0-9 0,3 3 0 0,-3-3 9 15,3-3 7-15,2 3 0 0,-2-8 1 0,0 3 0 16,3 0 8-16,-3-1 2 0,0 1 0 0,0-3 0 16,-3-3-2-16,0 3 0 0,-4-2 0 0,4-1 0 15,-6-2-1-15,3 2-1 0,-3-4 0 0,0 1 0 16,-3-1-7-16,0 1-2 0,0 4 0 0,-3-9 0 16,3 9-14-16,-6-4 11 0,3 1-11 15,-3 3 10-15,-3 2-10 0,0-8 0 0,0 8 9 0,-3-3-9 31,-3 1-18-31,1 2-8 0,-7 2-2 0,0 1 0 0,-3 2-156 16,3-4-32-16</inkml:trace>
  <inkml:trace contextRef="#ctx0" brushRef="#br0" timeOffset="43768.1">7992 9952 1818 0,'0'0'40'0,"0"0"8"0,-9 5 53 0,3 0-91 0,3 0-10 0,0 1 0 0,-3 2 0 16,3 0 17-16,0 0 2 0,0 0 0 0,0 2 0 15,-3 3-10-15,3 1-1 0,0 1-8 0,0 4 12 16,3-1-12-16,-3 1 0 0,3 2 0 0,0 0 0 16,3 1-11-16,0 1-1 0,0-2-1 0,3 3 0 31,0-5-11-31,3-1-3 0,3-2 0 0,0 0 0 0,0-5 8 0,-1-1 2 16,1-2 0-16,0 0 0 0,0-5 5 0,0-3 2 0,-3-3 0 0,6-2 0 15,-3-3 2-15,3-5 0 0,3-1 0 0,-1-4 0 16,1 2 8-16,6-2 0 0,0-1 8 0,0 0-8 15,3 1 17-15,-4 2-1 0,4-5 0 0,0 2 0 16,-3 1-7-16,0 2-1 0,-7-5-8 0,4 2 12 16,-3 1-12-16,-3-1 0 0,0-2 0 0,0 3 0 15,0-4 0-15,-3 7 0 0,2-4 0 0,-2 0 0 0,0 4 0 16,0-1 12-16,0 3-1 0,-3-1-1 16,3 4-20-16,-3 2-4 0,-3 0-1 0,0 3-498 15,0-1-100-15</inkml:trace>
  <inkml:trace contextRef="#ctx0" brushRef="#br0" timeOffset="44176.915">8393 9899 1497 0,'0'0'32'0,"0"0"8"0,0 0 44 0,0 0-76 0,0 0-8 0,0 0 0 0,-5-3 0 15,5 3 68-15,0 0 11 0,0 0 2 0,-6 5 1 16,3 3-50-16,0 3-11 0,3-1-1 0,0 4-1 16,-3-1-11-16,-1444 3-8 0,2894 2 9 0,-1444 1-9 15,-3-3 8-15,3 2-8 0,0 1 0 0,3-1 0 16,-1-2 0-16,1 3 0 0,0-3 0 0,0-1 0 15,3 1 0-15,-3-5 0 0,0 2 0 0,0-2 0 16,0-1 13-16,0-2 3 0,0-3 1 0,3 1 0 16,-3-1 27-16,0-5 4 0,3 0 2 0,0-3 0 15,0-2-25-15,3-3-5 0,2 0 0 0,1-5-1 0,6 0-8 16,0 0-2-16,3-3 0 0,6 0 0 16,-4 0-9-16,7-3-12 0,-3-2 2 0,3-3 1 15,-4 1 9-15,-2-4 0 0,3 1 0 0,0-6 0 31,-1 3-24-31,4 0-4 0,3 0 0 0,0 2-604 0,2 3-120 0</inkml:trace>
  <inkml:trace contextRef="#ctx0" brushRef="#br0" timeOffset="121981.699">21386 12497 1958 0,'0'0'43'0,"0"0"9"0,0 0 1 0,0 0 3 0,0 0-45 0,0 0-11 0,0 0 0 0,0 0 0 16,0 0 53-16,0 0 9 0,0 0 2 0,0 0 0 16,0 0-14-16,0 0-2 0,0 0-1 0,0 0 0 15,0 0-23-15,0 0-4 0,-6 5 0 0,-3 1-1 16,-2-1-19-16,-1 0 0 0,0 3 0 0,-6 3 0 16,-3-3 0-16,0 8 16 15,-3-3-3-15,1 8-1 0,-7-3-12 0,3 6-16 0,-6 3 3 0,1 5 1 16,2-1 12-16,0 1 0 0,-3 0 0 0,-2 5 0 15,2-5 0-15,3-1 0 0,-3 4 0 0,4-4 0 16,-1-1 0-16,3-1 0 0,3 0 0 0,3 0-9 16,3 0-43-16,1-5-8 0,2 0-1 15,0-3-1-15,3-3-60 0,3-2-12 0,0-3-2 0,0-5-1 16</inkml:trace>
  <inkml:trace contextRef="#ctx0" brushRef="#br0" timeOffset="122289.467">20758 12508 2095 0,'0'0'46'0,"0"0"10"0,0 0 1 0,0 0 2 0,0 0-47 0,0 0-12 0,0 0 0 0,0 0 0 15,6 2 35-15,0 4 5 0,0-1 0 0,3 3 1 16,0 0 1-16,3 0 0 0,0 2 0 0,0 1 0 15,0 5-3-15,3 0-1 0,-1 2 0 0,4 1 0 16,-3 2-8-16,3 0-2 16,0 5 0-16,0 1 0 0,0-1-12 0,-1 3-4 0,1 1 0 15,0-1 0-15,0-3-12 0,-3 1-8 0,3-1 8 0,0 1-13 16,0-1 13-16,-1 0 0 0,4-2 0 0,-3 3 0 16,3-1 0-16,-3 1 0 0,3-6 12 0,-4 3-12 15,4-6 0-15,-3-2-20 0,3 0 2 0,0-6 1 16,0-2-156-16,-6-2-31 15</inkml:trace>
  <inkml:trace contextRef="#ctx0" brushRef="#br0" timeOffset="122717.705">22342 12725 2156 0,'0'0'48'0,"0"0"9"0,3-6 3 0,0 1 0 0,0 0-48 0,0-1-12 0,0 1 0 0,0 0 0 15,-3 0 60-15,3-1 11 0,-3 1 1 0,0 5 1 16,0-3-7-16,0 3-2 0,-6-5 0 0,3 5 0 16,-3-3-51-16,0 3-13 0,-3 0 0 0,0 3 0 15,0 0 0-15,0 2 0 0,-3 3 0 0,-3 0 0 16,0 2 32-16,1 4 4 16,-1-1 1-16,-3 3 0 0,0 0-29 0,-3 2-8 15,-3 3 0-15,1 1 0 0,-1-1 0 0,-3 0-10 0,0 0 10 0,-3 3-13 16,1 0-14-1,2-1-2-15,0-1-1 0,0 4 0 0,3-2 30 0,1 0 0 0,2 0 0 0,0-3 0 16,3 0-24-16,-3 0 0 0,3-2 1 0,-2-4 0 16,5 1-44-16,0-2-9 15,0-4-1-15,0 1-637 0,3-6-127 0</inkml:trace>
  <inkml:trace contextRef="#ctx0" brushRef="#br0" timeOffset="123016.465">21690 12576 2152 0,'0'0'48'0,"0"0"9"0,0 0 3 0,0 0 0 0,0 0-48 0,6 3-12 16,0 0 0-16,3 2 0 0,0 0 52 0,0 1 8 0,3 2 1 15,-3-1 1-15,2 1-18 0,-2 0-3 0,3 3-1 0,-3 2 0 16,0 3-8-16,3 0-1 0,-3 5-1 0,3 0 0 15,0 3-19-15,6 3-11 0,-3 2 12 16,2 0-12-16,1-3 0 0,3 3 0 16,-3-2 0-16,6 2 0 0,-3-3 31 0,2 3-1 15,-2 3 0-15,0 0 0 0,3 2-30 0,0-2 0 0,-3 0 0 0,-1 0 0 32,1-3-20-32,0-3-8 0,0 1 0 0,0-4-771 0,0-1-153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3:05.5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13299 8121 1458 0,'0'0'32'0,"-3"0"6"0,3 0 2 0,0 0 1 0,0 0-33 0,0 0-8 0,0 0 0 0,0 0 0 16,0 0 0-16,0 0 12 0,3 2-12 0,3 1 12 16,0 0 1-16,0 2 1 0,3-5 0 0,-3 2 0 0,0 4 21 0,3-4 4 15,-3 4 1-15,2-1 0 16,1 0-20-16,0 1-4 0,0-1-1 0,3-3 0 0,0 4 38 0,0-1 8 16,0 0 2-16,3 1 0 0,-3 2-50 0,3-3-13 15,-1 0 0-15,1 0 0 0,3 1 56 0,-3 2 7 16,3-3 1-16,3 0 0 0,-3 1-52 0,2-1-12 15,1 0 0-15,3-2 0 0,-3 2 0 0,3-2 0 16,3-1 0-16,-1 1 0 0,1 2 0 0,3-2 0 16,0 0 0-16,2-1 0 0,-2 1 0 0,3 2 0 15,0-2 0-15,-1-1 0 0,4 4 8 0,-3-4 0 16,0 4-8-16,5-1 12 0,-2 0-12 16,0 3 0-16,-1-5 0 0,4 5 0 0,-3-3 0 0,0-2-8 15,2 2 8-15,1 3-13 0,0-3 24 0,-1 3 5 0,4-2 0 16,3-1 1-16,-4-3-27 0,4 1-6 15,-3 0 0-15,5-1-1 0,1-2 39 0,0 3 8 16,2 0 2-16,4-1 0 0,-4 1-24 0,1-3-8 16,0 0 0-16,-1 3 9 0,4-3-9 0,-4 2 0 0,1 1 0 0,5 0 0 15,-5-1 23-15,3-2 5 0,-4 0 2 0,7 3 0 16,-4 0-40-16,1-1-8 0,3 1-2 0,-1-1 0 16,-2 1 20-16,2 0 9 0,1-1-1 0,2 1 0 15,-5 0-8-15,2-1 0 0,1 1 9 0,5 2-9 16,-5-5 0-16,3 3 8 0,-4 0-8 0,10-1 0 15,-7-2 8-15,1 3-8 0,-1-3 10 0,4 2-10 16,-4-2 8-16,1 0-8 0,2 3 0 0,4-3 0 0,-7 0 0 16,4 0 0-16,-4 0 0 0,10 0 0 0,-10 0 0 15,4 0 0-15,-1 0 0 0,4-3 0 0,-1 3 12 16,-2-2-4-16,-4-1-8 0,10 3 12 16,-7-2-12-16,1-1-8 0,2 0 8 0,1-2-13 15,-1 5 13-15,-2-3 0 0,-1 1 0 0,7-4 0 0,-7 4 0 16,1-4 13-16,2 4-2 0,4-1-1 0,-1-2-10 15,-2 2-14-15,-1-2 3 0,7 2 1 0,-7 1 10 0,1-1 14 16,2 0-3-16,1 3-1 0,-4-5-10 0,0 5-14 16,1 0 3-16,2 0 1 0,-2 0 10 0,-1 0 0 15,-2 0 0-15,5 0 0 0,-2 0 0 0,-4 0 0 16,7 5 0-16,-1-5 0 0,-2 0 0 0,-4 0 0 16,4 3 0-16,2-3 0 0,-5 3 0 0,2-1 0 15,-2-2 0-15,2 0 0 0,-2 3 16 0,-1-3 6 0,1 3 1 0,2-1 0 16,-2-2-37-16,-4 3-7 0,1-3-2 0,2 0 0 15,-2 3 44-15,-1-1 9 0,1-2 2 0,-1 3 0 16,-5-3-17-16,0 2-3 0,2-2-1 0,4 3 0 16,-7-3 7-16,1 3 2 0,-1-3 0 0,4-3 0 15,-6 3-20-15,-1-3 0 0,-2 3 0 16,5 0 0-16,-2-2 0 0,0-1 0 16,-4 3 0-16,4-5 0 0,-7 2 0 0,1-2 0 0,3 0 0 15,-4-1 0-15,1 1 0 0,0 0 0 0,-4-3 0 0,1 0 0 16,0-3 0-16,-4 1 0 0,-2-1 0 0,3-2 0 15,0 0-111 1,-4-3-29-16,1 0-5 0,0-5-886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3:23.9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17832 6382 1497 0,'0'0'32'0,"0"0"8"0,0 0 0 0,0 0 4 0,0 0-36 0,0 0-8 0,6 0 0 0,3 0 0 16,0 0 96-16,0 0 16 0,3 3 4 0,0-3 1 15,6 0-33-15,0 2-8 0,2-2 0 0,4-2-1 16,0 2 42-16,3-3 9 0,0 1 2 0,-1 2 0 15,-2-3-103-15,0-2-25 0,-3 2 0 0,3 0 0 16,-3 1 0-16,-1-1 0 0,4-2 0 0,-3 2 0 16,0-2 16-16,0 2-3 0,0 0 0 0,-4 1 0 15,-2-1-13-15,0 1 0 0,0-1 0 0,-6 3 0 16,0 0-44 0,0-3-1-16,-3 3-1 0,-6 0 0 0,0 0-185 15,3 0-37-15,9 0-7 0,-12 0-1 0</inkml:trace>
  <inkml:trace contextRef="#ctx0" brushRef="#br0" timeOffset="280.893">18192 6356 2419 0,'0'0'53'0,"0"0"11"0,0 0 3 0,0 0 1 0,0 0-55 0,0 0-13 15,0 0 0-15,-3 5 0 0,1 3 54 0,2 0 8 0,0 0 2 0,0 0 0 16,0 2 0-16,-3 4 0 0,3-1 0 0,0 0 0 15,-3 3 0-15,3 2 0 16,-3-2 0-16,0 5 0 0,0 1-52 0,0 1-12 16,0 4 0-16,0-1 0 0,0 3 0 0,0 1 0 0,0-4 0 15,0 0 0-15,0 1 0 0,3-3 0 0,-3 0 0 16,0-3-10-16,3 0 10 0,-3 0 0 0,3-2 0 16,0-1 0-16,-3 1 0 0,3-3 0 0,0 2-11 0,0-2 11 31,0 0-36-31,3 0 0 0,-3-3-1 0,0 0 0 15,3-2-156-15,-3-3-31 0,-3 5-7 0,3-13-1 0</inkml:trace>
  <inkml:trace contextRef="#ctx0" brushRef="#br0" timeOffset="766.161">18743 6716 1958 0,'0'0'43'0,"-3"0"9"0,3 0 1 0,0 0 3 0,0 0-45 0,0 0-11 0,0 0 0 0,0 0 0 15,0 0 104-15,0 0 20 0,0 0 3 0,0 0 1 16,0 0-52-16,0 0-9 0,6 2-3 0,0 3 0 15,6-2 0-15,-3-3 0 0,3 0 0 0,3 3 0 16,0-3-51-16,2 0-13 0,-2-3 0 0,6 3 0 16,-3 0 0-16,0 0 0 0,-3-3 0 0,3 3 0 15,-3 0 0-15,-1-2 0 0,1 2 0 0,0 0 0 16,0 0 0-16,3 0 0 0,-3 0 0 0,0 0 0 16,0 2 0-16,-4-2 0 0,1 0 0 0,0 3 0 15,0-3-140 1,-6 3-30-16,0-1-6 0,-6-2-571 0,6 6-113 0</inkml:trace>
  <inkml:trace contextRef="#ctx0" brushRef="#br0" timeOffset="1011.825">18853 6927 1552 0,'0'0'44'0,"0"0"10"0,6 0-43 0,0 3-11 16,3-3 0-16,-3 0 0 0,3 3 104 0,3-3 20 0,-3 0 3 0,0 0 1 15,0 0 0-15,0 0 0 16,0 0 0-16,-1 0 0 0,1-3-58 0,0 3-11 16,0 0-3-16,0-3 0 0,3 1-38 0,-3 2-8 15,3-3-2-15,0-2 0 0,3 2-8 0,0 0 0 0,-1-2 0 0,4 2 0 16,3-2 13-16,0 0 1 0,0 0 0 16,3-1 0-1,2-2-114-15,1-2-22 0,3-1-5 0,-3 1-1 0</inkml:trace>
  <inkml:trace contextRef="#ctx0" brushRef="#br0" timeOffset="1408.082">19597 6533 2419 0,'0'0'53'0,"0"0"11"0,-6 3 3 0,1-3 1 0,-4 0-55 0,3 2-13 15,0-2 0-15,-3 3 0 16,0 2 105-16,0-2 19 0,3 2 3 0,-3 0 1 0,3 3-103 0,-3 0-25 15,3 0 0-15,0 3 0 16,0-1 23-16,0 4-1 0,0-1 0 0,0 0 0 0,3 3-22 16,0 0 0-16,0 0 0 0,1 0 0 0,2-1 0 0,0 1 0 15,2 0 0-15,4-3 0 0,0 1-13 0,0-4-7 16,3 4-2-16,0-4 0 16,3-2 22-16,0 0 0 0,3 0 0 0,3 0 0 0,0-3 0 0,-1-2 0 15,4-1 0-15,0 1 0 0,0 0 0 0,0-6 0 16,-3 0 0-16,0 1 0 0,-1-1 0 0,-2-2 0 15,-3 0 0-15,3-1 0 0,-3-2 0 0,-3 0 0 16,3 0 0-16,-3-2 0 0,0-1 47 0,0 1 13 0,0-6 4 16,-1 0 0-16,-2-3-52 0,0-2-12 0,0 0 0 15,0 0 0-15,-3-3 0 16,0 3 0-16,-3 2 0 0,0 1 0 0,-6-1 23 0,3 6 1 0,-3 0 1 16,-3 0 0-16,0 2-16 0,-2 1-9 15,-1-1 10-15,0 3-10 16,-3 3-20-16,-6-3-11 0,0 2-1 0,-6 1-1 15,-2 3-125-15,-1-1-25 0,0 0-5 0,0 3 0 0</inkml:trace>
  <inkml:trace contextRef="#ctx0" brushRef="#br0" timeOffset="1914.79">20353 6776 2055 0,'0'0'45'0,"0"0"10"0,0 0 1 0,0 0 2 0,0 0-46 0,3 0-12 0,-3 0 0 0,6 3 0 15,-6-3 104-15,0 0 18 0,0 0 4 0,0 0 1 16,3 5-53-16,0 1-10 0,-3-1-3 0,-3 3 0 16,3 0-25-16,-3 0-6 0,-3 0-1 0,1 0 0 15,-4 2-11-15,0 3-2 0,0-2-1 0,-3 2 0 16,0 0-15-16,0 3 0 0,0 0 0 0,-3 3 0 16,0-1 0-16,0 3 0 0,4 1 0 0,-4-1 0 15,0 0 0-15,0 0 0 0,0 0 0 0,-3-2 0 31,3 2-58-31,-3-3-5 0,4-2-1 0,-1 0 0 0,3-3-160 0,0 1-33 16,0 10-7-16,3-14 0 0</inkml:trace>
  <inkml:trace contextRef="#ctx0" brushRef="#br0" timeOffset="2615.454">21482 6716 1792 0,'0'0'51'0,"-9"5"10"0,3 0-49 0,0 0-12 0,-3 3 0 0,3 0 0 16,0 0 68-16,0 3 10 0,0 2 2 0,0 0 1 15,3 1-50-15,-3 1-11 0,6 1-1 0,-6 3-1 16,3-3-18-16,3 2 0 0,-3 1 0 0,3-3 0 16,0 2 0-16,0 1 0 0,0-1 0 0,3 1-9 15,0-1-18-15,0 1-3 16,0-3-1-16,0 2 0 0,3-2 6 0,0 0 1 0,0-3 0 0,3 0 0 16,0-2-13-16,0-3-3 0,3 0 0 0,-3 0 0 15,3-6 32-15,-1 1 8 0,4 0 0 0,0-6 0 0,3 0 0 0,0-5 0 16,0 3 0-16,3-8 0 0,-1 0 101 0,1-3 22 15,0-3 4-15,0-2 1 0,-3-3 0 0,0 3 0 16,-3-5 0-16,2-1 0 0,-5 1-52 0,0-1-9 16,-3 1-3-16,0-6 0 0,0 0 0 0,-3-2 0 15,-3-6 0-15,0 1 0 0,0 1-51 0,0 1-13 16,-6 3 0-16,3 2 0 0,-3 1 0 0,-3 4 0 16,0 1 0-16,-3-1 0 0,0 6 34 0,-3 2 4 0,-3 1 1 15,-2 5 0-15,-4 0-11 0,0 2-3 0,-3 0 0 0,-3 6 0 31,-3-3-45-31,1 5-8 0,-1 3-3 0,0 0 0 0,6 6 7 0,1 2 2 0,2 0 0 16,0 2 0 0,6 3-42-16,-3 3-9 0,6 0-2 0,-3 3 0 15,3 2 28-15,4 0 6 0,-1 0 1 0,3 3 0 16,3 2-51-16,3 1-9 0,0 2-3 0,6 0 0 16,0-2-110-16,2-1-23 0,4 1-4 0,0-4 0 0</inkml:trace>
  <inkml:trace contextRef="#ctx0" brushRef="#br0" timeOffset="2981.942">21455 6959 2012 0,'0'0'44'0,"0"0"10"0,-6-5 2 0,6 5 0 0,-3-3-45 0,3 3-11 15,0-5 0-15,0-3 0 0,3 3 83 0,0-1 14 16,3 1 3-16,3 0 1 0,0 2-24 0,3 0-5 15,2 1 0-15,1-1-1 0,3 3-2 0,3-3 0 16,0 3 0-16,0 0 0 0,0 0-55 0,-1 3-14 16,4 0 0-16,-6 2 0 0,0-2 54 0,0 2 8 0,-3 3 2 15,0-3 0-15,-4 3-52 0,1 0-12 16,-3 0 0-16,0 3 0 0,0-1 0 16,-3 3 0-16,0 1 0 0,0-1 0 0,0 3 0 0,0 0 0 15,-3-1 0-15,3 4 0 0,-3-3 0 0,0 0 0 0,-3 0 0 16,3-1 0-16,-3 1 0 0,3-2 0 15,-6-1 0-15,3 0-10 0,-3 0-4 0,0 1-1 0,0-1 0 0,-3 0 0 32,3-2-24-32,0 2-5 0,-3-3 0 0,3 4-1 15,0-4-15-15,-3 1-4 0,3-1 0 0,0 1 0 16,0-3-102-16,3 2-21 0,-3-2-4 0,3-2-1 0</inkml:trace>
  <inkml:trace contextRef="#ctx0" brushRef="#br0" timeOffset="3375.392">22378 6996 1897 0,'0'0'41'0,"0"0"9"0,6 0 2 0,2-3 2 0,1 3-43 0,0-2-11 0,3 2 0 0,0 0 0 15,3 0 118-15,0 0 22 0,0 0 4 0,3 0 0 16,0 0-64-16,-1 0-12 0,1 0-4 0,0-3 0 15,0 3-51-15,0-3-13 0,0 1 0 0,0-4 0 16,2 4 32-16,1-1 4 0,0 1 1 0,6-1 0 16,-3 0-29-16,-4 1-8 0,1 2 0 0,0 0 0 15,-3 0 0-15,-3 0 0 16,0-3 0-16,-3 6 0 16,-3-3-38-16,-3 0-9 0,-6 0-1 0,0 0-1 15,0 0-156-15,-6 8-31 0,0-3-7 0</inkml:trace>
  <inkml:trace contextRef="#ctx0" brushRef="#br0" timeOffset="3593.903">22363 7224 1940 0,'0'0'43'0,"0"0"9"0,0 0 1 0,0 0 1 0,6 2-43 0,0 4-11 0,3-6 0 0,2 2 0 0,1 1 108 0,0-3 20 15,3 2 4-15,0-2 1 0,3 0-55 0,0 0-11 16,0 0-3-16,2 0 0 0,-5 0 0 0,3-2 0 15,-3 2 0-15,0-3 0 0,0 3-51 0,0-2-13 16,0 2 0-16,-1-3 0 0,4 0 0 0,0 1 0 16,0-4 0-16,3 1 0 15,0 2-65-15,0-5-16 0,2 3-3 0,1-3-719 16,0-2-143-16</inkml:trace>
  <inkml:trace contextRef="#ctx0" brushRef="#br0" timeOffset="4245.219">23476 6790 1728 0,'0'0'38'0,"0"0"8"0,-3 5 2 0,-3 0 0 0,3 3-39 0,-3 0-9 16,0 0 0-16,3 3 0 0,-3-1 53 0,0 3 9 16,3 1 2-16,-3-1 0 0,3 0 0 0,0 0 0 15,-3 3 0-15,0-3 0 0,3 6-52 0,1-3-12 16,-1 0 0-16,0 2 0 0,0 1 0 0,3-1 0 0,-3 1 0 16,3-3 0-16,0 2 0 0,0-2 0 0,3 0 0 0,-3-3 0 15,3 0 0-15,0-2 0 0,0 0 0 0,2-1 0 16,1-5 0-16,0 3 0 0,0-5 0 0,0 2 0 15,3-2 0-15,0 0 0 0,0-1 0 0,3-2 0 16,0 0 0-16,0-2 0 0,3-1 0 0,0-2 0 16,2-3 35-16,1 0 4 0,0-3 1 15,0-2 0-15,0-3 24 0,0-2 4 0,0-4 2 16,2 1 0-16,-5-3 10 0,0 1 1 0,0-1 1 16,0 0 0-16,-3 3-46 0,-3-3-8 0,0 3-3 0,-3-3 0 15,0 3 11-15,-3-3 1 0,-3 3 1 0,-3-3 0 16,0 0-13-16,-3 0-2 0,-3 1-1 0,0-1 0 15,-6-3-8-15,0 6-2 0,-3-3 0 0,-3 6 0 16,-2-1-12-16,2 6 9 0,-3 0-9 0,0 2 8 16,0 3-36-16,3 3-7 0,1 2-1 15,-1 1-1-15,3 2 37 0,3 0 0 0,-3 2 0 0,0 1 0 16,0 2-59-16,1 3-4 16,2 0-1-16,0 0 0 0,3 5-102 0,0 3-21 0,0 3-4 0,6-1-1 15</inkml:trace>
  <inkml:trace contextRef="#ctx0" brushRef="#br0" timeOffset="4620.668">23470 6938 1958 0,'0'0'43'0,"0"0"9"0,0 0 1 0,0 0 3 0,3-5-45 0,3 2-11 0,3 0 0 0,-3 1 0 16,3-1 104-16,3 3 20 0,-3-3 3 0,2 3 1 16,4 0-52-16,0 0-9 0,0 0-3 0,0 0 0 15,0 3 0-15,0 0 0 0,0-3 0 0,-3 5 0 16,2-2-51-16,1-1-13 0,-3 3 0 0,3 1 0 16,-3 2 0-16,0 0 0 0,0 0 0 0,-3 2 0 15,3 1 0-15,-6-1 0 0,3 4 0 0,-3 1 0 16,-1-1 0-16,1 2 0 0,0 2 0 0,-3-2 0 15,3 0 0-15,-3 0 0 0,0 0 0 0,0-1 0 16,0 1 0-16,-3 0 0 0,3-3 0 0,-3 1 0 16,0-1 0-16,-3 0 0 0,3 0 0 0,-3 1 0 15,3-4-48 1,-3 1-13-16,3-1-3 0,-3 1 0 0,3-3 32 0,-3 2 5 0,3-2 2 0,0 0 0 16,0 0-114-1,0-2-22-15,0-1-5 0,0-5-805 0</inkml:trace>
  <inkml:trace contextRef="#ctx0" brushRef="#br0" timeOffset="4943.419">24387 6745 2368 0,'0'-6'52'0,"-3"-2"12"0,0-2 1 0,0 2 1 0,3-3-53 0,-3 3-13 0,-3 3 0 0,3-3 0 16,-3 5 65-16,0-2 11 0,0 5 1 0,0-2 1 15,-3 4-11-15,0 1-3 0,0-1 0 0,0 6 0 16,0 3-51-16,-2 2-13 0,2 0 0 0,0 6 0 16,3-3 0-16,-3 2 0 0,3 4 0 0,0-1 0 15,3 3 0-15,-3-3 0 0,3 3 0 16,0 5 0-16,3-3 0 0,0 3 0 0,0 3 0 16,3 5 0-16,-3-5 0 0,3 0 0 0,3-1 0 0,-3-2 0 15,3-2 0-15,0-3 0 0,-3-1 0 0,3 1 0 16,3-5 0-16,-3-1 0 0,3-2 0 0,2 3 0 31,-2-6-48-31,3 0-13 0,3-2-3 0,-3-1 0 16,6-2 0-16,0-2 0 0,3-4 0 0,0-2-682 0,-1-2-137 0</inkml:trace>
  <inkml:trace contextRef="#ctx0" brushRef="#br0" timeOffset="5263.253">24664 6634 1926 0,'0'0'42'0,"0"0"9"0,0 0 1 0,0 0 3 0,0 0-44 0,0 0-11 16,-6 2 0-16,3 3 0 0,0 1 104 0,0 2 18 0,3 0 4 0,0 2 1 16,-3 1-39-16,3-1-8 0,0 4-2 0,0-4 0 15,0 6-38-15,0-3-8 0,0 3-2 0,0-3 0 16,0 3-14-16,0 0-2 0,0 3-1 0,0-3 0 15,0 2-13-15,0 1 0 0,0-4 8 16,0 7-8-16,0-1 0 0,0 3 0 0,0-1 8 0,0 4-8 16,0-3 0-16,0 2 0 0,3 1 0 0,-3-1 0 15,3-2 0-15,-3 0 0 0,3-6 0 16,-3 3 0-16,3-5 0 0,-3 3-10 0,0-3 2 0,3-3 0 31,-3 0-28-31,0-2-6 0,0-1-1 0,0-2 0 16,0 0-81-16,0-3-17 0,0-5-3 0,0 0-889 0</inkml:trace>
  <inkml:trace contextRef="#ctx0" brushRef="#br0" timeOffset="5489.057">24503 7041 1818 0,'-9'-5'40'0,"9"5"8"0,-6-3 1 0,0-2 3 0,6 5-42 0,0 0-10 16,0 0 0-16,0 0 0 0,0 0 105 15,0 0 19-15,0 0 4 0,0 0 1 0,6 0-48 0,0 0-9 16,0 2-3-16,3 1 0 0,0 0-28 0,0-3-5 16,0 2-2-16,0 1 0 0,2-3-21 0,1 3-4 15,3-3-1-15,-3 0 0 0,3-3-8 0,0 3 0 16,3-3 0-16,3 1 0 16,-1-1-140-16,4-2-20 0,3-1-4 0</inkml:trace>
  <inkml:trace contextRef="#ctx0" brushRef="#br0" timeOffset="5857.789">24920 6681 2070 0,'0'0'45'0,"-3"-3"10"0,3 3 1 0,0 0 3 0,0 0-47 0,0 0-12 0,0 0 0 0,0 0 0 16,0 0 89-16,0 0 16 0,0 0 3 0,3 8 1 15,0-2-35-15,3 2-7 0,-1 0-2 0,1 2 0 16,0 1-24-16,0-1-5 0,0 4 0 0,3 1-1 16,0 1-12-16,-3 0-3 0,3 3 0 0,-3-1 0 15,3 1-8-15,-3-1-3 0,-3 1 0 0,3 5 0 16,-3-1-9-16,0 1 8 0,0 3-8 0,-3 2 8 16,3 0-8-16,-3-3 8 0,0 1-8 0,-3 2 8 15,0-5 0-15,-3 2-8 0,0-5 12 0,0 3-4 16,-6-3-8-16,0-2 12 0,0-3-12 0,-6 2 12 0,0-4-4 15,-2 1-8-15,-1-1 12 0,-3 2-4 0,-3-3-8 16,3 0 0-16,-2 0 0 0,2 3 8 0,3-3-24 0,0 1-6 16,3-4-1-16,0 1 0 15,3-3-136 1,1 0-27-16,2 0-6 0</inkml:trace>
  <inkml:trace contextRef="#ctx0" brushRef="#br0" timeOffset="6519.034">17889 8324 1756 0,'0'0'39'0,"-6"3"8"0,6-3 1 0,-6 3 1 0,0 2-39 0,6-5-10 0,-3 3 0 0,3-3 0 15,0 0 98-15,-3 5 18 0,3-5 3 0,0 5 1 16,3 0-45-16,3 1-9 0,0-1-2 0,6 0 0 15,0-2 0-15,6 2 0 0,-1-2 0 0,10 0 0 16,-3-1-51-16,3 1-13 0,3-3 0 0,-1 0 0 16,1-3 39-16,-3 3 5 0,3 0 0 0,2-2 1 15,4-1-21-15,0 3-4 0,3-3 0 0,-1-2-1 16,1 2-31-16,-6-2-5 0,-4 2-2 0,-2-2 0 16,-3 0-2-16,-6 2-1 0,0-2 0 0,-6 2 0 15,0-2-157-15,-3 0-31 0,-4-1-6 16,-5 4-2-16</inkml:trace>
  <inkml:trace contextRef="#ctx0" brushRef="#br0" timeOffset="6796.469">18243 8253 2127 0,'0'0'47'0,"0"0"9"0,0 0 3 0,0 0 1 0,0 0-48 0,0 0-12 0,0 0 0 0,0 0 0 0,-3 5 118 0,0 0 22 15,3 1 4-15,0 2 0 0,0 0-64 0,0 2-12 16,0 1-4-16,0 2 0 0,0 0-51 0,0 3-13 0,0 0 0 0,0 5 0 16,0-2 0-16,0 2 0 0,-3 0 0 0,3 0 0 15,0 3 18-15,-3 2 1 16,3 4 0-16,-3 1 0 0,3 4-19 0,0-1 0 16,0 3 0-16,-3 0 0 0,6-5 0 0,-3-3 0 0,3 0 0 0,0 0 0 15,-3-2 0-15,3-3 0 0,0-3 0 0,-3 0-9 16,3 0-6-16,0-2-1 0,0-1 0 0,0-2 0 31,0 0-88-31,0-3-19 0,3-2-3 0,0-1-650 0,0-4-129 0</inkml:trace>
  <inkml:trace contextRef="#ctx0" brushRef="#br0" timeOffset="7087.079">18672 8719 2012 0,'0'0'44'0,"0"0"10"0,0 0 2 0,0 0 0 0,0 0-45 0,0 0-11 16,0 0 0-16,0 0 0 15,0 0 120-15,6-3 21 0,0 0 5 0,3 1 1 0,-1 2-61 0,1-3-12 16,3 3-2-16,0-3-1 0,0 3-33 0,3 0-6 16,0-2-2-16,3 2 0 0,-3-3-14 0,2 0-2 15,-2 3-1-15,3 0 0 0,0-2-13 0,-3 2 8 16,3-3-8-16,-3 3 0 0,-3 0 8 0,0 3-8 15,-1-3 0-15,1 0 9 0,0 2-9 0,-3-2-17 0,3 3 4 16,0 0 1 0,-3-1-104-16,0 4-21 0,0-4-4 0,-3 1-1 15,0 2-92-15,-3 1-18 0,-3 7-4 0,0 0-1 0</inkml:trace>
  <inkml:trace contextRef="#ctx0" brushRef="#br0" timeOffset="7263.483">18731 8941 1578 0,'0'0'44'0,"0"0"12"0,0 0-45 0,0 0-11 0,0 0 0 0,6 0 0 16,0 2 99-16,3-2 17 0,0 0 4 0,3 0 1 15,0 0 11-15,3 0 3 0,0 0 0 0,-1 0 0 16,1-2-64-16,3 2-13 0,0-3-2 0,-3 3-1 16,3-5-34-16,-3 2-6 0,0-5-2 0,-1 3 0 15,1-3-23-15,3-3-5 0,0 1-1 0,3 2-1163 16</inkml:trace>
  <inkml:trace contextRef="#ctx0" brushRef="#br0" timeOffset="7554.233">19684 8480 2311 0,'-3'-2'51'0,"-3"-1"10"0,0 0 3 0,0 1 0 0,0-1-51 0,0-2-13 16,-3 2 0-16,3 3 0 0,-3-2 108 0,3-1 20 15,-3 3 3-15,3 0 1 0,-3 3-54 0,3-1-10 16,1 1-3-16,-1 0 0 0,0 2-28 0,3 0-5 16,-3 0-2-16,3 3 0 0,-3 0-12 0,3 3-2 15,0-1-1-15,3 1 0 0,-3 2-15 0,0 3 11 0,3 3-11 0,-3 2 10 16,3 3-10-16,0-1 0 0,0 7 9 16,-3-4-9-16,3 1 0 0,3-4 0 0,-3 1 0 0,0 0 0 31,3-6-18-31,-3 1-8 0,0-3-2 0,3 0 0 0,0-3 28 0,-3 3 0 0,3-3 0 0,-3-2 0 31,3 2-56-31,0-5-7 0,-3 2-1 0,3 1-819 0,0-3-164 0</inkml:trace>
  <inkml:trace contextRef="#ctx0" brushRef="#br0" timeOffset="7963.63">20228 8970 2030 0,'0'0'57'0,"0"0"14"0,0 0-57 0,0 0-14 15,0 0 0-15,0 0 0 0,0 5 105 0,3 1 19 16,-3-6 3-16,0 5 1 0,0 3 0 0,0-3 0 0,0 0 0 0,-3 3 0 16,0 0-103-16,1 0-25 0,-1 0 0 0,-3 0 0 15,3 3 0-15,-3 2 0 0,-3-3 0 0,0 4 0 16,0 2 0-16,0-3 0 0,-3 3 0 15,-3 0 0-15,3-1 0 0,-3 1 0 0,-3-3 0 0,4 3 0 32,-4-2-46-32,3-1-14 0,0 0-4 0,0 0 0 15,0-5-153-15,3 3-31 0,-6-1-7 0,4 1-1 0</inkml:trace>
  <inkml:trace contextRef="#ctx0" brushRef="#br0" timeOffset="8580.04">21294 8740 2419 0,'-9'0'53'0,"3"0"11"0,-3 2 3 0,0-2 1 0,0 6-55 0,0-4-13 0,1 1 0 0,-4 2 0 15,0 1 54-15,0-1 8 0,0 3 2 0,0 2 0 16,-3 1-52-16,3 0-12 0,0 2 0 0,0 0 0 15,-2 3 0-15,5 0 0 0,-3 0 0 0,3-1 0 16,0 1 0-16,3 3 0 0,-3-1 0 0,3 4 0 16,0 1 0-16,3-1 0 0,0 4 0 0,0-2 0 15,3 0-16-15,3-1-5 0,-3-1-2 16,3-1 0 0,3-3-14-16,-3 1-3 0,3-3-1 0,3-3 0 15,-3 0-19-15,6-2-3 0,-3-1-1 0,3-4 0 0,2-1 52 0,4 0 12 0,0-2 0 0,0-3 0 16,3 0 0-16,3-3 0 0,0-2 0 0,-1 0 0 15,-2-3 0-15,3-3 0 0,-3-2 0 0,0 0 0 16,-3-6 48-16,-4-2 13 0,1-3 3 0,3 0 0 16,-3-5 0-16,0 0 0 0,0 3 0 0,-3-3 0 0,3 2 0 15,-6 3 0-15,2-2 0 0,-2-3 0 0,-3 2 8 16,0-2 3-16,-3-3 0 0,-3-2 0 0,-3-3-18 0,0 3-3 16,-3 2-1-16,-3 3 0 0,-3 2-42 0,1 3-11 15,-4 3 0-15,0 0 0 0,0 5 0 0,-3 0 0 16,3 3 0-16,-3 0 0 0,-5 5 0 0,2 0 0 15,-6 3 0-15,0-1 0 0,3 6 0 0,0 0 0 16,-2 0 0-16,5 3 0 16,0 5-49-16,0-3-12 0,3 3-3 0,3 5 0 15,1-2-153-15,2 2-31 0,0 6-7 0,0-1-1 0</inkml:trace>
  <inkml:trace contextRef="#ctx0" brushRef="#br0" timeOffset="8956.171">21178 8946 1792 0,'0'0'51'0,"-6"-3"10"0,3 1-49 0,-3-1-12 0,3-2 0 0,-3 2 0 16,6 3 143-16,-3-5 25 0,3 5 6 0,0-5 1 16,0 5-75-16,3-3-16 0,0-2-2 0,3-1-1 15,3 1-13-15,0 2-4 0,3 1 0 0,3 2 0 16,3-3-51-16,-1 3-13 0,1 0 0 0,3 3 0 15,0-3 54-15,0 2 8 0,-3 1 2 0,3 0 0 16,-4 2-52-16,4-2-12 0,-3 2 0 0,3-2 0 16,-3 2 0-16,3 3 0 0,-1-3 0 0,-2 6 0 15,3-3 12-15,0 5-1 0,-3 0 0 0,-3 6 0 16,0-1-11-16,0 3 0 0,-4 1 9 0,-2 4-9 16,0-2 0-16,-3 0-18 0,0-1 3 0,0 1 1 15,-6-3 14-15,3-2 0 0,-3 2 0 0,-3-2 0 16,0-1 0-16,0 1 0 0,0-3 0 0,-3 2 0 0,0-2 0 15,0 2 0-15,-3-2 0 0,3 3 0 16,1-3-54-16,2 2-8 0,-3-2-2 0,3 0 0 16,0 0-104-16,0-3-22 0,3 0-4 0,3-2-1 0</inkml:trace>
  <inkml:trace contextRef="#ctx0" brushRef="#br0" timeOffset="9431.041">22101 9004 1497 0,'0'0'32'0,"-6"3"8"0,6-3 0 0,-6 0 4 0,6 0-36 0,-6 0-8 0,6 0 0 0,0 0 0 0,0 0 104 0,0 0 20 15,0 0 3-15,0 0 1 0,0 0-52 0,0 0-9 16,0 0-3-16,0 0 0 0,6 5 0 0,3-2 0 16,0 2 0-16,3-2 0 0,0 2 0 0,2-2 0 15,-2-1 0-15,3 4 0 0,0-4 0 0,-3 1 0 16,6 0 0-16,-3-1 0 0,3-2-51 0,2 0-13 16,1 0 0-16,3 0 0 0,0 0 0 0,0 0-12 15,-3 0 3-15,2 0 0 0,1 0 9 0,-6 0 0 16,3 0 0-16,-6 0 0 0,3-2-19 0,-6 2-5 15,-1-3 0-15,-5 3-1 16,3 0-42-16,-6 0-8 0,-3 0-1 0,0 0-1 16,0 0-147-16,0 0-30 0</inkml:trace>
  <inkml:trace contextRef="#ctx0" brushRef="#br0" timeOffset="9669.441">22139 9229 2188 0,'0'0'48'0,"0"0"11"0,0 0 1 0,6 6 1 0,0-1-49 0,3-3-12 0,-3 4 0 0,0-4 0 0,3 4 105 0,0-4 19 15,0 1 3-15,0 0 1 16,0-1-52-16,0-2-9 0,3 3-3 0,3 0 0 0,-4-3-51 0,4 2-13 16,3-2 0-16,0 0 0 15,0 0 12-15,3-2 0 0,0 2 0 0,-1 0 0 0,4-3-12 0,-3 0 0 16,0 1 0-16,0-4 0 15,0 1-29-15,-4 0-9 0,4-1-2 0,-6-1-1219 16</inkml:trace>
  <inkml:trace contextRef="#ctx0" brushRef="#br0" timeOffset="10327.298">23092 8904 2030 0,'0'0'57'0,"-6"2"14"0,6-2-57 0,-6 3-14 0,0 0 0 0,0 2 0 0,0-2 105 0,0 2 19 15,3 0 3-15,-3 3 1 0,3 0-52 0,0 0-9 16,-3 3-3-16,3-1 0 0,-3 6-51 0,1 0-13 15,2 3 0-15,0-1 0 0,0 3 0 0,-3 0 0 16,6 3 0-16,-3 3 0 0,0-6 0 0,0 3 0 16,0-3 0-16,3 3 0 0,0-3 0 0,0-3 0 15,0 1 0-15,0-1 0 0,3 1 0 16,0-3 0-16,0-3 0 0,0 3 0 16,0-3-48-16,0 0-13 0,3-2-3 0,0-1 0 15,-1-2 27-15,4-2 5 0,0-1 0 0,0-2 1 16,3-1-1-16,0-2-1 0,3-2 0 0,0-1 0 0,0-2 33 0,3-1 0 15,2-2 0-15,1 1 0 0,0-1 44 0,0-3 16 0,3 0 4 0,0-2 0 16,-1 0 0-16,-2-3 0 0,0-2 0 0,-3-1 0 16,0-5 0-16,-3 0 0 0,0-2 0 0,-4-6 0 15,1 0 0-15,0 1 0 0,-3-1 0 0,0 0 0 16,-3 3-52-16,-3 0-12 16,0 3 0-16,0 2 0 0,-6-3 0 0,0 3 0 0,0 1 0 0,-6-1 0 15,0 0 54-15,-3 3 8 0,0-3 2 0,-3 3 0 16,-2 0-52-16,-1 5-12 0,-3 0 0 0,-3 3 0 15,-3 2 0-15,1 1 0 0,2 7 0 0,-3 0 0 16,3 1-48-16,0 4-13 0,3 4-3 16,1 1 0-16,2 1-51 0,3 6-10 15,3-1-3-15,0 3-716 0,0 0-144 0</inkml:trace>
  <inkml:trace contextRef="#ctx0" brushRef="#br0" timeOffset="10672.792">23071 9121 2419 0,'0'0'53'0,"0"0"11"0,0 0 3 0,0 0 1 0,-3-6-55 16,3 1-13-16,0 0 0 0,0 0 0 0,0-1 54 0,3 1 8 16,-3 0 2-16,3-1 0 0,3 4-16 0,0-4-2 0,0 4-1 0,3-1 0 15,3 1-21-15,-3 2-4 0,6 0 0 0,0 0-1 16,-1 2-19-16,4 3 0 0,3-2 0 0,-3 5 0 15,6-3 55-15,-6 3 7 0,2 3 2 0,-2-1 0 16,3 1-52-16,-3 2-12 0,-3 1 0 0,-3-4 0 16,0 3 0-16,-3-2 0 0,3 2 0 0,-7 0 0 15,4 1 0-15,-6-4 0 0,3 3 0 0,-3 1 0 16,0-1 0-16,-3 0 0 16,3 0 0-16,-3 1 0 0,-3-1 0 0,0-3 0 0,3 4 0 15,-3-1 0-15,0 0 0 0,-3-2 0 0,3 2 0 0,-3-3 0 16,4 1-42-1,-1 0-11-15,0-3-3 0,-3 2 0 16,3-2-47-16,0 0-9 0,0-3-3 0,3-5-677 0,0 0-136 0</inkml:trace>
  <inkml:trace contextRef="#ctx0" brushRef="#br0" timeOffset="11011.796">23869 8854 2030 0,'-3'-14'57'0,"3"9"14"0,0 0-57 0,0-1-14 16,-3 1 0-16,3-3 0 0,0 3 156 0,-3 0 29 15,3 5 6-15,0 0 1 0,0 0-103 0,0 0-20 16,0 0-4-16,-6 2-1 0,0 1-51 0,0 2-13 16,0 0 0-16,0 3 0 0,0 3 54 0,-3 0 8 15,0 2 2-15,-3 3 0 0,-2 2-52 0,-1 1-12 0,0 2 0 16,-3 0 0-1,3 6-48-15,0 2-13 0,0 5-3 0,3 0 0 0,3 3 52 0,3-5 12 16,1 3 0-16,5-4 0 0,0-2 0 0,5-2 0 0,1-1 0 16,3 1 0-16,0-3 0 0,6 2 0 0,0 1 0 0,0 2 0 15,3-3 0-15,3 1 0 0,-3-4 0 0,2-1 0 16,1-1 0-16,3-5 0 16,0-3 0-16,3 0 0 15,2-5-35-15,1-3-4 0,3-2-1 0,0-3 0 16,-1-3-212-16,-5-2-42 0</inkml:trace>
  <inkml:trace contextRef="#ctx0" brushRef="#br0" timeOffset="11422.522">24202 8806 2282 0,'0'0'50'0,"0"0"10"0,0 0 3 0,0 0 1 0,0 0-51 0,0 0-13 0,0 0 0 0,0 0 0 16,0 0 95-16,0 5 16 0,-3 3 3 0,3-3 1 15,-3 3-52-15,0 0-11 0,3 3-1 0,-3-1-1 16,-3 1-26-16,6 2-4 0,-3 0-2 0,0 3 0 16,0 0-18-16,0 0 10 0,-2 3-10 0,2 2 8 15,0 0-8-15,-3 5 0 0,3-2 0 16,0 5 8-16,0 0-8 0,0-2 0 16,0-3 0-16,3 2 0 0,0-2 0 0,0-3 0 0,0 0 0 0,0 1-11 31,0-4-18-31,0-2-4 0,0 0-1 0,0 0 0 15,0-3-28-15,-3-3-6 0,3 1 0 0,-3 0-1 16,3-3-167-16,0-3-32 0</inkml:trace>
  <inkml:trace contextRef="#ctx0" brushRef="#br0" timeOffset="11652.075">23878 9158 2419 0,'0'0'53'0,"0"0"11"0,0 0 3 0,0 0 1 0,0 0-55 0,3 5-13 16,0 0 0-16,3 3 0 0,0-2 54 0,0-1 8 15,3 0 2-15,2 3 0 0,1-3 0 16,0 1 0-16,6-1 0 0,0-2 0 0,0-1-46 0,0 4-9 16,3-6-1-16,-1 2-8 0,4-4 9 0,0 2-9 15,-3 0 0-15,3-3 9 16,-4 0-34-16,4 1-7 0,-3-1-2 0,3 0-810 15,-3-2-161-15</inkml:trace>
  <inkml:trace contextRef="#ctx0" brushRef="#br0" timeOffset="12043.346">24470 8793 1549 0,'0'0'44'0,"0"0"9"0,0 0-42 0,0 0-11 0,0 0 0 0,0 0 0 15,0 0 104-15,0 0 20 0,0 0 3 0,3 5 1 16,3-2-20-16,-3 2-3 0,3 0-1 0,0 3 0 16,0 0-11-16,0 0-2 0,0 3-1 0,0 2 0 15,3 0-29-15,-3 3-5 0,0-3-2 0,3 6 0 16,-4-3-24-16,1 2-5 0,0 1-1 0,0 4 0 15,-3-1-12-15,0 4-2 0,3 0-1 0,-3 1 0 16,-3-1-9-16,3 1 8 0,-3-3-8 0,-3 2 8 0,0-5-8 16,0 3 0-16,-3-3 9 0,0 3-9 0,0-5 8 0,-3 2-8 15,1-3 10-15,-4 1-10 0,0-3 8 0,-3 0-8 16,-3 2 0-16,0-2 9 0,-3 3-9 0,-3-4 0 16,1 4 0-16,-7-3 0 0,6-3-8 0,-3 0-8 15,1-2 0-15,-1 5-1 16,-3-6-19-16,0 1-3 0,-3-1-1 0,1 1 0 15,-1-3-82-15,0-3-17 0,0 1-3 0,1-1-968 16</inkml:trace>
  <inkml:trace contextRef="#ctx0" brushRef="#br0" timeOffset="12569.299">22928 8557 1362 0,'-15'-5'38'0,"6"2"10"16,1 1-39-16,-1-4-9 0,-3 1 0 0,3 0 0 0,0-1 94 0,-3 1 17 16,3-3 3-16,0 0 1 0,0 3-41 0,-3-3-8 15,3 0-2-15,3 3 0 0,-3-1 0 0,3 1 0 16,3 0 0-16,-2 0 0 0,2-1 0 0,3 6 0 15,0 0 0-15,0 0 0 0,0 0 0 0,3-5 0 16,2 2 0-16,1 1 0 0,6-1-51 0,0 0-13 0,3 3 0 0,6 0 0 16,0-2 54-16,3 2 8 0,2 0 2 15,1 0 0-15,0 0-52 0,0 0-12 0,6 2 0 16,5-2 0-16,7 0 0 0,2-2 0 16,1 2 0-16,3-3 0 0,-10 3 0 0,1 0 0 15,0-2 0-15,2 2 0 0,1-3 0 0,0 3 9 16,-1-3-9-16,4 3 8 0,-9-2-8 0,-4-1 0 0,-2 0 0 0,-6 1 8 15,-3-1-26-15,-3 0-6 0,-4 1 0 0,-2-1-1 32,0 3-119-32,-3-3-23 0,0 3-5 0,-6 3-904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3:57.9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5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3-23T21:35:35.016"/>
    </inkml:context>
  </inkml:definitions>
  <inkml:trace contextRef="#ctx0" brushRef="#br0">17829 680 1688 0,'0'0'37'0,"0"0"8"0,0 0 2 0,0 0 0 0,0 0-38 0,0 0-9 0,0 0 0 0,-6 0 0 0,6 0 93 0,0 0 17 16,0 0 3-16,0 0 1 0,0 0-36 0,0 0-7 16,0 0-2-16,0 0 0 0,0 0-39 0,0 0-8 15,0 0-2-15,0 0 0 16,0 0 36-16,0 0 6 0,6 0 2 0,3 0 0 0,0 0-34 0,0 3-6 16,3-3-2-16,3 0 0 0,0 0-5 0,3 0-1 15,0 0 0-15,-1 0 0 0,4 0 8 0,0-3 2 16,0 3 0-16,3 0 0 0,-3-5-26 0,-1 5 0 0,1 0 0 15,-3-3 0-15,0-2-12 0,-3 5-7 0,3 0-1 16,-6-6-1 0,-1 6-74-16,1-2-14 0,-3 2-3 0</inkml:trace>
  <inkml:trace contextRef="#ctx0" brushRef="#br0" timeOffset="261.028">18061 638 1552 0,'0'0'44'0,"0"0"10"0,0 0-43 0,-5 0-11 15,5 0 0-15,-6 5 0 0,6-5 104 0,-6 3 20 0,3 2 3 0,0 3 1 16,0-6-52-16,3 9-9 0,0-3-3 0,0 0 0 16,3 0 0-16,-3 5 0 0,3-5 0 0,-3 3 0 15,3 2-43-15,0 0-9 0,-3-2-1 0,3 2-1 16,0 3-10-16,-3 2-14 0,3-2 3 0,-3 0 1 0,3 5 20 0,-3 0 4 15,2-2 1-15,-2 2 0 0,0 6-24 0,0-4-5 16,0-1-1-16,0-4 0 16,0 3-39-16,0 0-8 0,0-7-2 0,0 4-614 15,0 1-123-15</inkml:trace>
  <inkml:trace contextRef="#ctx0" brushRef="#br0" timeOffset="542.125">18344 828 1990 0,'0'0'44'0,"0"0"8"0,0 0 3 0,0 0 1 0,3-5-44 0,3 2-12 0,-3 3 0 0,3 0 0 15,3-5 92-15,0 5 16 0,0-3 3 0,0 3 1 16,3 0-43-16,-3-5-8 0,3 5-1 0,-3 0-1 15,2 0-25-15,1 0-5 0,0 0-1 0,0 0 0 16,0 0-17-16,0 0-11 0,0 0 12 0,3 5-12 16,-3-5 8-16,0 0-8 0,-1 0 0 0,1 0 0 15,-3 0 0-15,3 0-17 0,-3 0 3 0,0 0 1 32,0 3-114-32,0-3-22 0,-3 0-5 0</inkml:trace>
  <inkml:trace contextRef="#ctx0" brushRef="#br0" timeOffset="793.461">18434 998 1347 0,'0'0'38'0,"0"0"9"0,0 0-38 16,0 0-9-16,-3 7 0 0,3-7 0 0,0 0 112 0,0 0 20 15,3 3 4-15,0 2 0 0,0-2-34 0,2-3-7 16,-2 5-2-16,3-5 0 0,0 0-21 0,3 0-5 15,-3 6-1-15,3-6 0 0,0-6-22 0,0 6-5 0,0 0-1 16,0 0 0-16,0-5-21 0,3 2-4 0,-3 3-1 16,3-5 0-16,-4 2 14 0,7-2 2 0,-3 3 1 0,3-4 0 31,0-2-74-15,0 0-15-16,0 0-4 0</inkml:trace>
  <inkml:trace contextRef="#ctx0" brushRef="#br0" timeOffset="1179.301">19038 749 1728 0,'0'0'38'0,"-6"0"8"0,3-3 2 0,0-2 0 0,-3 0-39 16,3 2-9-16,-3 3 0 0,6 0 0 0,-6-5 104 0,6 5 20 0,-6 0 3 0,-3 0 1 16,6 5-55-16,-3-5-10 0,0 3-3 0,0 2 0 15,0 3-44-15,0-3-16 0,3 3 9 0,-2 0-9 16,-1 0 28-16,0 0 1 0,0 0 0 0,3 5 0 15,0-5 5-15,0 5 1 0,0-2 0 0,3 2 0 16,0 0-59-16,3 3-11 0,0-3-2 0,3 3-1 16,0-3 29-16,0-5 9 0,0 8 0 0,-1-8 0 0,4 5-26 0,0-5 2 15,0 0 0-15,0 0 0 16,0-8 24-16,3 6 0 0,0-6 0 0,-3 0 0 16,3-6 0-16,0 6 0 0,0-8 0 0,-1 0 0 0,1 0 46 15,0 0 14-15,3 1 4 0,-6-7 0 0,3 1-52 0,-3 5-12 16,0-8 0-16,-3 8 0 0,3-5 54 0,-3-3 8 15,-3 3 2-15,0 5 0 0,0-8-52 16,-3 8-12-16,0-5 0 0,0 0 0 0,-3 2 0 0,0-2 0 16,-3 5 0-16,0 0 0 0,0 0 0 0,-3-2 0 15,3 2 0-15,-3 5 0 0,0-5 0 0,-3 8 0 16,3-5 0-16,-3 5 0 16,0 0-120-16,4 0-26 0,-1 5-6 0</inkml:trace>
  <inkml:trace contextRef="#ctx0" brushRef="#br0" timeOffset="1452.539">19603 889 2440 0,'0'0'54'0,"0"0"11"0,0 0 3 0,0 0 0 0,0 0-55 0,0 0-13 15,0 0 0-15,0 0 0 0,0 0 65 0,0 0 11 16,0 0 1-16,0 0 1 0,0 0-42 0,0 0-9 16,-3 5-2-16,0 3 0 0,-3 0-13 0,3 0-2 15,-2 0-1-15,-1 5 0 16,-3 1-9-16,0 1 8 0,0 1-8 0,-3 0 8 0,0 0-8 0,-3 3 12 16,3-9-12-16,-3 9 12 15,3-3-61-15,-2-1-12 0,2-1-3 0,0 2-751 16,0-1-150-16</inkml:trace>
  <inkml:trace contextRef="#ctx0" brushRef="#br0" timeOffset="2219.589">20764 725 1897 0,'0'0'41'16,"0"0"9"-16,0 0 2 0,0 0 2 0,0 0-43 0,-6 8-11 0,0-8 0 0,0 8 0 0,0 0 64 0,-2-3 12 0,-1 3 1 0,0 3 1 15,-3 2-60-15,0 0-18 0,3 0 8 0,-3 3-8 16,3 0 36-16,0 0 2 0,0 5 1 0,0 0 0 15,3 0-11-15,0 3-3 0,0-3 0 0,0 1 0 16,3-4-37-16,3 3-8 0,0 0-2 0,0 1 0 16,3-6 35-16,0-1 7 0,0 1 2 0,3-3 0 15,0 1-22-15,3-6 0 16,0 0 0-16,3-3 0 16,0-2-47-16,3-3-13 0,6-3-4 0,-3-2 0 0,2-3 103 0,1 0 20 0,0 0 4 0,6-5 1 15,-3-1-52-15,2-2-12 0,-2 1 0 0,0-7 0 16,-3-1 64-16,0-4 11 0,-6 3 1 0,3-5 1 15,-4 5-21-15,1-5-4 0,-3 3 0 0,0 2-1 16,-3 0 10-16,-3-2 3 0,-3 2 0 0,-3 3 0 16,0-3-52-16,-3 3-12 0,0-3 0 0,-6 3 0 15,3 5 0-15,-3-5 0 0,-3 5 0 0,0 3 0 0,0-3 0 16,-2 8 0-16,-4 0 0 0,-3-3 0 0,3 3 0 0,-6 6 0 16,3 2 0-16,-2 0 0 15,-1 2 0-15,0 4 0 0,0 2 0 0,0 0 0 0,3 5-12 0,4-3-6 16,-1 4-1-16,0 1 0 15,3-1-121-15,3 2-25 0,3 2-5 0</inkml:trace>
  <inkml:trace contextRef="#ctx0" brushRef="#br0" timeOffset="2554.109">20758 910 1792 0,'0'0'51'0,"-6"0"10"0,-3 3-49 15,3-6-12-15,1 3 0 0,-1 0 0 0,6 0 126 0,0 0 22 0,0 0 5 0,0 0 1 16,0 0-42-16,3-8-8 0,0 8-1 0,5-5-1 16,1 2-82-16,3 3-20 0,3-5 0 0,0 5 0 15,3 0 56-15,0 0 6 0,0 5 2 0,2-5 0 16,1 3-52-16,-3 2-12 0,0 3 0 0,0-5 0 16,-3 7 0-16,0-2 0 0,0 0 0 0,-4 0 0 15,1 5 0-15,3-5 0 0,-6 8 0 0,3-2 0 16,-3-4 0-16,-3 9 0 0,0-3 0 0,0-1 0 15,0-1 0-15,-3 2 0 0,-3-1 0 0,0 1 0 16,0 3 0-16,-3-3 0 0,0 0 0 0,0-3 0 16,-3 3 0-16,0-3 0 0,0 3 0 0,-3-3 0 0,0-2 0 15,3 7-13-15,-3-7 4 0,0 2 1 16,3 3-8-16,0-3-2 0,0-2 0 0,1-1 0 16,2-2-34-16,0 0-6 15,0 0-2-15,3-8-728 0,0 0-147 0</inkml:trace>
  <inkml:trace contextRef="#ctx0" brushRef="#br0" timeOffset="2946.957">21470 873 1879 0,'0'0'41'0,"0"0"9"0,0 0 2 0,0 0 0 0,6 0-41 0,0 0-11 0,0 0 0 0,3 0 0 15,-1 0 115-15,4 0 21 0,0 0 4 0,3 0 0 16,0-5-53-16,0 5-11 0,3-3-3 0,0 3 0 16,2 0-58-16,-2 0-15 0,3 0 0 0,-3-5 0 15,3 5 54-15,-3 0 8 0,0 0 2 0,2-3 0 16,-5 3-52-16,3 0-12 0,-3 0 0 0,0-5 0 0,0 5 0 16,0 0 0-16,-3 0 0 0,-1 0 0 15,1 0-100-15,0 0-22 0,-6 5-5 16</inkml:trace>
  <inkml:trace contextRef="#ctx0" brushRef="#br0" timeOffset="3168.722">21592 1088 1958 0,'0'0'43'0,"0"0"9"0,0 0 1 0,0 0 3 0,0 0-45 16,0 0-11-16,0 0 0 0,0 0 0 0,6 2 156 0,0-2 28 0,0 0 7 0,3 0 1 15,2 0-103-15,1-2-20 0,0 2-4 0,0 0-1 16,0 0-51-16,3-6-13 0,0 4 0 0,0 2 0 16,0 0 0-16,-1-6 0 0,1 4 0 0,3 2 0 15,-3 0 0-15,3-6 0 0,3 4 0 0,0 2 0 32,2-6-151-32,1 6-33 0</inkml:trace>
  <inkml:trace contextRef="#ctx0" brushRef="#br0" timeOffset="6186.466">22648 823 1668 0,'-8'-11'47'0,"5"6"11"0,0-3-46 0,0-5-12 0,0 5 0 0,-3-5 0 16,3 2 81-16,0 3 15 0,-3-2 2 0,3 2 1 15,0 0-30-15,-3 5-5 0,0-2-2 0,3 2 0 16,-3 3 2-16,0 0 0 0,0 3 0 0,0-3 0 16,-3 5 0-16,3 3 0 0,0 0 0 0,-3 0 0 15,0 5-52-15,3-2-12 0,-2 2 0 0,-1 0 0 16,0 3 0-16,0 0 0 0,3 5 0 0,-3 0 0 15,3 3 0-15,3 0 0 0,-3 2 0 0,3 3 0 16,3-5 0-16,0 0 0 0,3 3 0 0,3-6 0 0,0-5 0 0,0 5 0 16,3-5 0-16,0-3 0 0,3-3 0 15,2 4 0-15,1-6 0 0,3-3 0 16,0-5-48-16,0 0-13 16,0-5-3-16,3-1 0 0,2-2 52 0,-2-2 12 0,3-3 0 0,3-1 0 15,-3-2 27-15,0 1 8 0,-1-7 1 0,1-1 1 0,-3-4-12 0,0 9-2 16,-6-12-1-16,0 9 0 0,-4-5-14 15,1 2-8-15,-6 0 10 0,0 3-10 0,-3-3 57 0,-3-2 6 16,0 2 1-16,-3 0 0 0,-6 3-52 0,3 0-12 16,-5 0 0-16,-1 5 0 0,0-5 0 0,-3 10 0 0,0-2 0 0,-3 0 0 15,-3 5 0-15,0 2 0 0,1 4 0 0,-1 2 0 16,0 2 0-16,-3 4 0 16,6-1 0-16,0 3 0 15,-2 0-100-15,2 5-22 0,0-2-5 0</inkml:trace>
  <inkml:trace contextRef="#ctx0" brushRef="#br0" timeOffset="6487.026">22532 873 1792 0,'0'0'51'0,"0"0"10"0,0 0-49 0,0 0-12 0,0 0 0 0,3 0 0 15,3-5 122-15,0 2 22 0,0 3 4 0,3 0 0 0,0-5-49 0,3 2-11 16,0 3-1-16,0-5-1 15,3 5-26-15,0 0-4 0,-1 0-2 0,1 0 0 0,3 0-26 16,0 0-4-16,0 5-2 0,0-2 0 0,0 2-14 16,-1 3-8-16,1 0 8 0,0 0-8 15,0 0 0-15,-3 5 0 0,0 0 0 0,-3 3 8 16,0-2-8-16,-3 1 0 0,-1 1 0 0,-2 5 8 0,0-5-8 0,0 0 0 16,-3 5 0-16,0-5 0 0,-3 5 0 0,0-5 0 15,-3 5 0-15,0-5 0 0,0 3 0 0,0-9-16 16,-3 6 4-16,3-2 0 15,-2-1-31-15,-1 3-6 0,3-8-2 0,-3 5 0 16,0-5-61-16,0 5-13 0,3-5-3 0,0-5-921 0</inkml:trace>
  <inkml:trace contextRef="#ctx0" brushRef="#br0" timeOffset="6778.125">23294 646 2419 0,'0'0'53'0,"0"0"11"0,0 0 3 0,0 0 1 0,-9 0-55 0,3 0-13 0,-2 5 0 0,-1-5 0 16,3 8 54-16,-3 0 8 0,0 0 2 0,-3 0 0 16,3 5-52-16,0 3-12 0,3 0 0 0,-3 2 0 15,3-2 0-15,0 0 0 0,0 0 0 0,3 5 0 16,3 0 0-16,0 8 0 0,0-5 0 0,3 5 0 15,0 0 0-15,3 0 0 0,0 0 0 0,0 1 0 16,3-7 0-16,0-1 0 0,0-1 0 0,0 3 0 0,3-11 0 16,0 3 0-16,-3 0 0 0,3-9 0 15,-1 7-48 1,1-12-13-16,-3 9-3 0,6-11-682 0,-3 8-137 0</inkml:trace>
  <inkml:trace contextRef="#ctx0" brushRef="#br0" timeOffset="7063.128">23747 542 1958 0,'-12'-8'43'0,"9"1"9"0,-3 1 1 0,0 4 3 0,0-4-45 0,3 4-11 0,-3-4 0 0,6 6 0 16,0 0 104-16,0 0 18 0,0 0 4 0,-3 6 1 15,-3-4-47-15,3 6-10 0,3 5-2 0,-3 1 0 16,3 2-16-16,-3-3-3 0,3 5-1 0,0 4 0 15,0-1-20-15,0 0-4 0,0 0 0 0,3 3-1 16,-3-3-15-16,0 0-8 0,3-2 10 0,0 2-10 16,-3 0 0-16,3 3 8 0,-3 2-8 0,3 3 0 15,-3-5 0-15,3 5 0 0,-3 0 0 16,0 1 0-16,0-7-8 0,0-1-8 0,-3 1-2 16,0-1 0-1,0-7-102-15,0 7-21 0,-3-9-4 0,3-3-987 0</inkml:trace>
  <inkml:trace contextRef="#ctx0" brushRef="#br0" timeOffset="7271.944">23577 905 1958 0,'-9'-8'43'0,"6"5"9"0,-3-2 1 0,3 5 3 0,0-3-45 0,3 3-11 15,0-5 0-15,0 5 0 0,0 0 104 0,3-5 20 16,0 2 3-16,3 3 1 0,0 0-39 0,3-5-7 0,0 5-2 15,3 0 0-15,0 0-41 0,0 0-9 16,3 0-2-16,0 0 0 0,2 0-18 0,-2 0-10 16,3 0 10-16,0 0-10 15,0 0-96-15,3 0-26 0,0-3-5 0</inkml:trace>
  <inkml:trace contextRef="#ctx0" brushRef="#br0" timeOffset="7563.41">24027 564 2170 0,'0'0'48'0,"-3"0"9"0,-3-6 3 0,3 4 1 0,-3-4-49 15,3 4-12-15,3 2 0 0,0 0 0 0,0 0 86 0,0 0 14 0,0 0 4 0,0 0 0 16,3 8-34-16,0 0-6 0,3 0-2 0,3 5 0 16,0-3-20-16,2 4-4 0,-2 1-1 0,3 4 0 15,3-3-21-15,-6 0-4 0,3 0 0 0,-3 2-1 16,0-2 0-16,0 5 0 0,-3-5 0 0,0 5 0 0,-3-5-3 0,0 5-8 15,0-2 12-15,0 7-4 16,-6-2-8-16,3-3 12 0,-6 8-12 0,3 0 12 0,-6-5-4 0,0 5-8 16,0-7 12-16,-6 1-4 0,0 1-8 15,-3-3 0-15,0 0 0 0,-5-5 0 16,2 3-34-16,-3-3-12 0,0 0-2 16,-3-3-1-16,4 3 39 0,-1-3 10 0,0 3 0 0,-3-3 0 15,3-5-104-15,-2 3-20 0,-1-3-3 0,0-3-1 0</inkml:trace>
  <inkml:trace contextRef="#ctx0" brushRef="#br0" timeOffset="8406.852">17707 1699 1735 0,'0'0'38'0,"0"0"8"0,0 0 2 0,0 0 0 0,0 0-38 0,0 0-10 0,0 0 0 0,6 2 0 0,0 4 96 0,0-6 18 16,6 2 3-16,-3 4 1 16,0-6-36-16,3 0-7 0,3 0-2 0,3 0 0 0,2 0-15 0,4 0-3 15,0 0-1-15,6 0 0 0,0 0-21 0,2 0-4 16,1 2-1-16,0 4 0 0,-3-6-18 0,-1 0-10 15,-2 2 10-15,0-2-10 0,-3 0-13 16,0 0-9-16,-4 0-2 0,-2 0 0 0,0 0 24 16,-3 0 0-16,-3 0 0 0,0 0 0 15,-6 0-158-15,0 0-27 0,-6 0-6 0,0 0-794 16</inkml:trace>
  <inkml:trace contextRef="#ctx0" brushRef="#br0" timeOffset="8651.856">18073 1701 1742 0,'0'0'38'0,"0"0"8"0,-6 0 2 0,6 0 1 0,-6 0-39 0,6 0-10 0,-5 6 0 0,5-6 0 15,-3 2 97-15,-3 4 18 0,3 2 3 0,0-1 1 16,3 1-32-16,-3 6-7 0,3-1 0 0,-3 3-1 16,3 0-20-16,0 5-4 0,-3 0-1 0,3-3 0 15,-3 4-43-15,0-1-11 0,3 3 0 0,-3 2 0 16,0-7 0-16,3 7 0 0,-3-5 0 0,0 3 0 15,3 5 0-15,0 0 0 0,-3 0 0 0,3 3 0 16,0 3 0-16,0-6 0 0,0-3 0 0,0 3 0 16,0-2 0-16,0-6 0 0,0 3 0 0,0-3 0 15,0-5-203-15,3-3-42 16,6 3-9-16,-3-6-2 0</inkml:trace>
  <inkml:trace contextRef="#ctx0" brushRef="#br0" timeOffset="8915.739">18410 2045 2030 0,'0'0'57'0,"0"0"14"0,0 0-57 0,0 0-14 0,0 0 0 0,0 0 0 16,3-2 133-16,3-1 24 0,0 3 5 0,0 0 1 15,3 0-75-15,-1-5-14 0,1 5-3 0,3 0-1 16,3 0-32-16,-3 0-6 0,3 0-2 0,0 0 0 15,0 0-20-15,-3-3-10 16,3 3 10-16,-1 0-10 0,1 0 8 0,0 0-8 0,0-5 0 0,0 5 9 16,0 0-9-16,-3 0-17 0,3 0 4 0,-3 5 1 31,-4-5-147-31,1 3-29 0,-3 2-5 0,0-5-897 16</inkml:trace>
  <inkml:trace contextRef="#ctx0" brushRef="#br0" timeOffset="9083.309">18526 2231 1958 0,'0'0'43'0,"0"0"9"15,0 0 1-15,0 0 3 0,0 0-45 0,3 0-11 0,3 0 0 0,0 0 0 16,0 0 75-16,3 0 13 0,0 0 2 0,-1-6 1 0,1 4-32 0,0 2-7 16,3-6 0-16,0-2-1 0,0 0-51 0,3 1-12 15,3-4-2-15,0 3 0 16,2-3-142-16,1-2-29 0,30-16-6 0,-12 13-1 15</inkml:trace>
  <inkml:trace contextRef="#ctx0" brushRef="#br0" timeOffset="9349.554">19068 1876 2113 0,'-6'-5'46'0,"3"-1"10"0,3 4 1 0,-3-6 3 0,0 3-48 0,0 2-12 0,0-5 0 0,3 8 0 15,-3 0 122-15,3 0 22 0,0 0 4 0,0 0 0 16,0 0-67-16,0 0-13 0,0 0-4 0,0 0 0 15,-3 3-24-15,0 2-6 0,0 3-1 0,3 0 0 16,-3 0-1-16,3 5-1 0,0-5 0 0,0 5 0 16,0-2-31-16,0 2 0 0,0 0 0 0,0 3 0 15,-3-5 0-15,3 7 0 0,0-7 0 16,-3 7 0-16,3-7 16 0,0 5-4 0,0 2 0 0,0 3 0 16,0-2-12-16,-3-1-16 0,3 1 3 0,0 2 1 15,0 0 12-15,0-5 0 0,0 5 0 0,0-5 0 31,0 0-105-31,3-3-19 0,-3 1-3 0,0-4-1127 0</inkml:trace>
  <inkml:trace contextRef="#ctx0" brushRef="#br0" timeOffset="9606.331">19466 2119 2269 0,'0'0'64'0,"0"0"15"0,0 0-63 0,0 0-16 16,0 0 0-16,-3 8 0 15,3-8 151-15,-2 3 27 0,-1 5 6 0,3-3 0 0,-3 3-110 16,0-3-22-16,3 3-5 0,-3 0-1 0,3 0-24 0,-3 6-5 0,0-7-1 0,-3 4 0 16,3 0-8-16,0-1-8 0,-3 3 9 0,0 1-9 15,-3-4 8-15,3 3-8 0,-3 1 0 16,0-4 0-1,-3 4-28-15,0-1-12 0,3-3-3 0,-3 4 0 16,1-1-179-16,-1-5-36 0</inkml:trace>
  <inkml:trace contextRef="#ctx0" brushRef="#br0" timeOffset="10417.751">20723 2008 1980 0,'0'0'44'0,"0"0"8"0,0 0 3 0,0 0 0 0,0 0-44 0,0 0-11 0,0 0 0 0,0 0 0 15,-6 8 88-15,0-5 16 0,0 2 4 0,-3 3 0 16,3-5-66-16,0 7-13 0,-3 1-2 0,3 2-1 16,0 0-14-16,0 3-4 0,0 0 0 0,0 5 0 15,0-5-8-15,0 5 0 0,3 1 0 0,0-4 0 16,3 3-14-16,-3 0-5 0,3-5-1 0,0 3 0 16,3-1 20-16,-3 1 0 0,3-3 0 0,3 0 0 0,-3-1 0 15,3-1 0-15,3-6 0 0,0 5 0 0,3-5 0 16,0 0 0-16,0-6 0 0,3 4 0 0,0-1 0 0,2-5 0 15,1 0 0-15,3 0 0 0,0-5 0 0,-3-1 0 16,3 4 0-16,-1-6 0 0,1 0 0 0,0-5 0 16,0-1 0-16,-3 4 0 0,0-9 33 15,-3 3 11-15,-1 1 1 0,1-9 1 16,0 3 29-16,-3-6 5 0,0 3 2 0,-3-5 0 16,0 5-66-16,0-5-16 0,-3 5 0 0,-3-2 0 0,-3 2 55 15,0 3 7-15,-6 0 2 0,0 0 0 0,0 2-52 16,-6-2-12-16,3 0 0 0,-6 5 0 0,3 0 0 0,-6-2 0 15,4 7 0-15,-7-2 0 0,3 5 0 0,-6 0 0 0,0 3 0 16,0 2 0-16,1 3 0 0,-1 3 0 16,0 2 0-16,0 3 0 0,0-6 0 0,3 9 0 0,4-3 0 0,-1 3 0 31,0-1-144-31,3 1-31 0,3 2-6 0,0 3-631 16,6 0-125-16</inkml:trace>
  <inkml:trace contextRef="#ctx0" brushRef="#br0" timeOffset="10728.116">20675 2196 2188 0,'0'0'48'15,"0"0"11"-15,0 0 1 0,0 0 1 0,3-2-49 0,3-4-12 0,0 4 0 0,3-4 0 16,3 1 54-16,3 2 8 0,-1-5 2 0,4 3 0 0,3 2 18 0,0-2 4 16,3 3 1-16,-3-1 0 0,2 0-42 0,-2 3-8 15,3 0-1-15,-3 0-1 16,-3 3-23-16,3-3-12 0,-4 5 12 0,1 0-12 15,3-5 13-15,-3 8-4 0,-3-5-1 0,3 5 0 0,-3 3-8 16,0-1-11-16,-1-2 3 0,-2 5 0 0,-3 1 8 0,0 1 0 16,-3-1 0-16,-3 2 0 0,0-3 0 15,-3 3 0-15,-3 0 0 0,0-1 0 0,-3 1 16 0,0 3 6 16,-3-3 1-16,0-3 0 0,0 3-37 0,-2-6-7 16,-1 4-2-16,3-1 0 0,-3 0 39 0,3 3 7 15,0-5 1-15,0 2 1 0,3 0-40 0,0-2-8 0,0-1-1 16,3-2-1-1,0 0-119-15,0 0-23 0,3-5-5 0</inkml:trace>
  <inkml:trace contextRef="#ctx0" brushRef="#br0" timeOffset="11008.298">21491 2204 2113 0,'0'0'46'0,"0"0"10"0,0 0 1 0,0 0 3 0,0 0-48 0,0 0-12 0,6-3 0 0,2-2 0 15,1 3 71-15,3 2 11 0,3-6 2 0,3 4 1 16,0-1-17-16,3 3-3 0,0-3-1 0,2 3 0 16,1 0 0-16,-3 0 0 0,0-5 0 0,3 5 0 0,-4 0-51 0,1 0-13 15,-3 0 0-15,3-3 0 0,-3 3 0 0,0 0 0 16,3-5 0-16,-1 5 0 0,-2 0 0 0,0 0 0 15,0 0 0-15,-3 0 0 0,3 0 0 0,-6 0-10 16,0 0 2-16,-4 5 0 16,1-5-162-16,-3 0-32 15,-3 3-6-15</inkml:trace>
  <inkml:trace contextRef="#ctx0" brushRef="#br0" timeOffset="11237.825">21622 2395 2419 0,'0'0'53'0,"0"0"11"0,0 0 3 0,0 0 1 0,0 0-55 0,0 0-13 0,0 0 0 0,0 0 0 15,5 5 54-15,1-5 8 16,3 0 2-16,0 0 0 0,3 0 0 0,0 0 0 0,0 0 0 0,3 0 0 16,0-5 0-16,0 5 0 0,0-6 0 0,-1 4 0 15,4 2-52-15,-3-8-12 0,3 8 0 0,3-8 0 16,-3 3 0-16,6 2 0 0,-4-2 0 0,4 5 0 31,0-6-32-31,3 4-8 0,-3-4-3 0,-1 4-853 0,-2-6-170 0</inkml:trace>
  <inkml:trace contextRef="#ctx0" brushRef="#br0" timeOffset="12133.027">22672 2043 1861 0,'-6'2'40'0,"0"6"9"0,0-5 2 0,0 5 2 0,0 0-42 0,1 2-11 0,-1-2 0 0,0 0 0 15,0 8 61-15,0-3 11 0,3-2 1 0,-3 7 1 16,3-7-46-16,0 8-8 0,0-4-3 0,0 1 0 0,3 6 19 0,0-7 3 15,0-1 1-15,0 1 0 0,3-1-21 16,0 2-4-16,3-6-1 0,-3 3 0 16,3 1-14-16,-3-1 8 0,3-3-8 0,0 4 0 15,0-6 0-15,2-3 8 0,1 3-8 0,0-8 0 16,3 3 8-16,0-3-8 0,0 0 11 0,3-3-11 0,0 3 58 16,0-5 5-16,0-3 1 0,2 0 0 0,1 0-52 0,0 0-12 15,0-5 0-15,0-3 0 0,-3 0 0 0,3-3 0 16,-3 1 0-16,-4-3 0 0,4-6 54 0,-3 3 8 15,3 1 2-15,-3-4 0 0,-3 3-52 0,0 0-12 0,-3-2 0 16,0 2 0-16,0 0 0 0,-3 3 0 0,-3 0 0 0,0-3 0 16,-3 3 54-16,0 0 8 0,-3 0 2 0,-3 5 0 15,0 0-52-15,-3-3-12 16,0 9 0-16,0-6 0 0,-3 5 0 0,-3 3 0 16,4 6 0-16,-4-3 0 0,-3 2 0 0,3 3 0 0,-3 8 0 0,3-6 0 31,0 6-48-31,1 3-13 0,-1 0-3 0,3 2 0 0,0 0 52 0,3-2 12 0,0 7 0 0,3-2 0 15,3 0 0-15,3-3 0 0,0 6 0 0,3-1 0 16,3-2 0-16,0 0 0 0,3 0 0 0,6 2 0 16,0 1 0-16,6 2 0 0,0 0 0 0,3 0 0 15,2 0 0-15,1 3 0 0,0-3 0 0,3 1 0 16,-3-6 0-16,-1-1 0 0,1-1 0 0,-3 1 0 16,-3-1 0-16,0-4 0 0,-3 4 0 0,-3-7 0 15,0 1 0-15,-1 6 0 0,-5-6 0 0,0-6 0 16,0 9 0-16,-3-9 0 0,-3 4 0 0,0-6 10 15,0 8-33-15,-3 0-6 0,0-3-2 0,-3-2 0 16,-3 2-40-16,4-2-8 0,-4 2-1 0,0-3-1 16,0 4-79-16,0-6-15 0,0 2-3 0,0-4-750 0</inkml:trace>
  <inkml:trace contextRef="#ctx0" brushRef="#br0" timeOffset="12449.813">23562 1744 2419 0,'-3'-6'53'0,"-3"4"11"0,0 2 3 0,-3-6 1 0,4 6-55 0,-4 0-13 0,-3 0 0 0,3 6 0 16,-3-4 54-16,-3 6 8 0,3 6 2 0,-3-1 0 15,-3-3-52-15,3 9-12 0,-2-1 0 0,-1 4 0 16,3-1 0-16,3 3 0 0,-3 2 0 0,3-2 0 15,3-3 0-15,3 8 0 0,0-8 0 0,3 11 0 32,0-8-48-32,6 10-13 0,0-5-3 0,0 3 0 0,3 3 52 0,3-6 12 0,0-3 0 15,3 1 0-15,0 2 0 0,3-11 0 0,-3 3 0 16,3-2 0-16,-1-3 0 0,1 0 0 0,3-8 0 0,0 0 0 16,0-1 0-16,0-1 0 0,3-4 0 0,2-2 0 31,-2 0-105-31,3 0-19 0,-3-2-3 0,3-4-1 0</inkml:trace>
  <inkml:trace contextRef="#ctx0" brushRef="#br0" timeOffset="12724.168">23922 1736 1958 0,'0'0'43'0,"-6"0"9"0,6 0 1 0,-5 0 3 0,-1 0-45 0,0 2-11 0,3 4 0 15,-3 2 0-15,3-6 104 0,0 9 20 0,-3-1 3 16,3 4 1-16,0 2-52 0,0 5-9 0,0-5-3 0,3 5 0 16,0 0 0-16,0 0 0 0,0-5 0 0,0 5 0 15,0-2-51-15,3-1-13 16,-3 6 0-16,3-3 0 0,-3-2 0 0,0 2 0 0,0 5 0 0,3-2 0 16,-3 5 0-16,0-5 0 15,0 5 0-15,3-2 0 0,-6-4 0 0,3 1 0 0,0-3 0 0,0 1 0 31,-3-1-100-31,3-5-22 0,-6 0-5 0,0-3-1025 0</inkml:trace>
  <inkml:trace contextRef="#ctx0" brushRef="#br0" timeOffset="12924.572">23693 2119 2030 0,'0'0'57'0,"-3"0"14"0,3 0-57 15,0 0-14-15,-3-5 0 0,3 5 0 0,0 0 105 16,0 0 19-16,6-5 3 0,0 2 1 0,3 3-52 0,0 0-9 16,0 3-3-16,3-3 0 15,0 5 0-15,3-5 0 0,-3 5 0 0,-1-5 0 16,4 0-51-16,0 0-13 0,0 0 0 0,3 0 0 16,3 0-100-16,0-5-22 0,2 5-5 0,1-5-649 15,0 5-131-15</inkml:trace>
  <inkml:trace contextRef="#ctx0" brushRef="#br0" timeOffset="13219.424">24232 1950 1864 0,'-9'-13'41'0,"3"5"9"0,0 0 2 0,0 0 0 0,-3 0-42 0,0-2-10 0,0-1 0 0,3 3 0 16,-2 0 110-16,2 3 20 0,0-3 4 16,3 8 1-16,3 0-43 0,0 0-8 15,0 0-1-15,0 0-1 0,0 0-27 0,3 2-6 0,0 6-1 0,3 3 0 16,0-3-18-16,2 3-4 0,1-1-1 0,3 6 0 15,-3 0-10-15,3 0-3 0,0 0 0 0,-3 2 0 16,0-2-1-16,3 0-1 0,-3 0 0 0,0 5 0 16,-3 0-10-16,3 3 10 0,-1 2-10 0,-5 3 10 15,3-2-10-15,-6-1 8 0,3 4-8 0,-6-1 8 16,0-6-8-16,-3 1 12 0,-2 3-12 0,-1-9 12 16,-3 1 5-16,-3 2 2 0,0-5 0 0,-3-6 0 15,-3 4-67 1,-3-1-12-16,1-5-4 0,-7 0 0 15,3 0-51-15,-3-3-10 0,-2 3-3 0,-4-5-1024 0</inkml:trace>
  <inkml:trace contextRef="#ctx0" brushRef="#br0" timeOffset="13641.534">22360 1590 1623 0,'-15'-2'36'0,"9"2"7"0,-3 0 1 0,3 0 2 0,0-6-37 0,0 6-9 0,0-5 0 0,0 2 0 15,6 3 124-15,-3 0 22 0,3 0 5 0,0 0 1 16,-3-5-51-16,3 5-9 0,0-3-3 0,6-2 0 16,0 2-30-16,3-2-7 0,6 0 0 0,0 5-1 15,6-3-12-15,5 3-3 0,1 0 0 0,3 0 0 16,0 0-16-16,0 0-3 0,2 0-1 0,1 3 0 15,0-3-16-15,0 0 0 0,5 5 0 0,4-5 0 16,0 0 0-16,-1 5 0 0,1-5 0 0,0 0 0 16,-4 3-155-16,-2-3-34 0,32-3-7 15,-14-2-2-15</inkml:trace>
  <inkml:trace contextRef="#ctx0" brushRef="#br0" timeOffset="27926.65">4729 11587 921 0,'-24'2'20'0,"21"1"4"0,3-3 0 0,0 0 4 0,0 0-28 0,3 5 0 0,3-2 0 0,-6-3 0 16,0 0 65-16,0 5 8 0,0-5 2 0,0 0 0 15,6 6-15-15,-6-6-2 0,0 0-1 0,0 0 0 16,0 0-11-16,0 0-2 0,0 0-1 0,0 0 0 16,0 0-1-16,0 0 0 0,0 0 0 0,0 0 0 15,0 0 0-15,0 0 0 0,0 0 0 0,0 0 0 16,0 0-3-16,0 0-1 0,0 0 0 0,0 0 0 0,0-6-4 0,0 1-1 15,0 2 0-15,0 3 0 0,0-5-9 0,-3 0-1 16,3 0-1-16,0-1 0 0,0 4-6 0,0-4 0 16,0 4-1-16,6-4 0 15,-3 4-3-15,0-1 0 0,-3 3 0 0,0 0 0 0,3-5-12 0,0-1 11 16,3 4-11-16</inkml:trace>
  <inkml:trace contextRef="#ctx0" brushRef="#br0" timeOffset="31791.524">9629 3212 1645 0,'0'0'36'0,"6"-5"7"16,6 0 1-16,-3-1 4 0,2 1-39 0,4 0-9 0,0-3 0 0,3 5 0 15,0-5 61-15,3 3 11 0,3-3 1 0,2 0 1 0,4 0-49 0,0-2-9 16,0 2-3-16,2-3 0 0,-2 0-13 0,0 4 0 15,0-4 0-15,-1 3 0 0,-2-5 0 0,-3 5 0 16,0-5 0-16,-3 2 0 0,0 0 8 0,-1 4 0 16,-2-4-8-16,-3 0 12 15,-3 3-66 1,-3 0-14-16,0 1-2 0,-3-1-741 0</inkml:trace>
  <inkml:trace contextRef="#ctx0" brushRef="#br0" timeOffset="32011.204">9920 3043 1314 0,'0'0'37'0,"-3"3"8"0,1 2-36 0,2 3-9 0,-3-3 0 0,0 3 0 16,3 0 112-16,0 3 21 0,-3-1 4 0,3 6 1 16,0-8-58-16,0 5-12 0,0-2-3 0,0 5 0 15,0 2-27-15,0-5-6 0,0 3 0 0,3 0-1 16,-3 5-23-16,0-5-8 0,3 0 0 0,0 5 9 15,-3 3-9-15,2-3 0 0,4 3 0 0,-3 2 0 32,3-7-60-32,-3 2-5 0,3 0-1 0,0-2-519 0,0-1-104 0</inkml:trace>
  <inkml:trace contextRef="#ctx0" brushRef="#br0" timeOffset="32292.923">10462 3228 1724 0,'0'0'38'0,"3"-5"8"0,6 2 2 0,-3 3 0 0,3-5-39 0,0 2-9 0,0-2 0 0,0 2 0 16,0 1 54-16,3-4 9 0,0 4 1 0,2-1 1 15,-2 3-52-15,3-5-13 0,0 2 0 0,0-2 0 16,3 2 0-16,-3-2 0 0,0 0 0 0,2 2 0 16,-2-2 32-16,3 2 3 0,-3-2 1 0,0 2 0 15,-3 3-36-15,-3-5-12 0,3 5 0 0,-6 0 0 32,0 0-166-32,0 5-33 0</inkml:trace>
  <inkml:trace contextRef="#ctx0" brushRef="#br0" timeOffset="32791.29">10489 3456 1270 0,'0'0'28'0,"0"0"5"0,0 0 2 0,3 8 1 0,3-8-28 0,-3 2-8 0,3 4 0 0,3-6 0 16,-3 0 56-16,3-6 9 0,3 4 3 0,-1-4 0 15,1-4-36-15,6 4-6 0,0-7-2 0,3 0 0 16,0-3-42-16,3 0-9 0,-1 0-1 0,4 3-1 0,-3-3 29 0,0 0 0 15,0 3 0-15,-1 0 0 0,-2 2 0 0,0-5 0 16,-3 3 0-16,-3 0 0 0,0 0 20 16,-3 2 0-16,0-2 0 0,-4 2 0 0,1 6 44 0,-3-3 10 15,-3 0 2-15,3 0 0 0,-6 6 6 16,0 2 2-16,0-3 0 0,0 3 0 0,0 0-9 0,0 0-2 16,-6 0 0-16,-3 0 0 0,3 5-58 15,1 3-15-15,-4 0 0 0,3 0 0 0,0 0-13 16,0 5-6-16,0-5-1 0,0 5 0 0,3 3 32 0,0-8 7 15,0 5 1-15,3-2 0 16,0 2-38-16,3-2-7 0,0-3-2 0,3 2 0 0,0-2 11 0,0-2 3 16,3-1 0-16,0 0 0 0,2 0 1 0,-2-2 1 0,6-3 0 0,-3 0 0 15,3 0-1-15,0-3-1 0,0 3 0 0,3-5 0 16,0 0 13-16,-1 0 0 0,1 2 0 16,0-5 0-16,0 5 0 0,-3-7 0 0,3 2 0 0,-3 5 0 15,0-5 48-15,-4 0 13 0,1-5 3 0,0 5 0 16,-3 0 0-16,0-5 0 0,-3 0 0 0,0 2 0 15,0-5-52-15,-3 3-12 0,0 0 0 0,-3-3 0 16,0 3 54-16,0 0 8 0,-3 2 2 0,-3-2 0 16,0-1-52-16,0 4-12 0,-3 2 0 0,0 0 0 15,-3-3-48-15,0 9-13 16,-5-6-3-16,-1 8 0 0,-3 0-153 16,-6 0-31-16,-30 8-7 0,13 0-1 0</inkml:trace>
  <inkml:trace contextRef="#ctx0" brushRef="#br0" timeOffset="36962.622">6750 7819 2188 0,'0'0'48'0,"0"0"11"0,0 0 1 0,0 0 1 0,0 0-49 0,0 0-12 0,0 0 0 0,0-3 0 15,0 3 105-15,0-5 19 0,0 5 3 0,0 0 1 16,0-5-103-16,0 5-25 0,0 0 0 0,0 0 0 16,0 0 56-16,0 0 7 0,0 0 1 0,0 0 0 15,0 0-40-15,0 0-7 0,0 0-1 0,0 0-1 16,0 0-5-16,-3 5-1 0,0 0 0 0,0 3 0 15,3 0-9-15,0 3 8 0,0-1-8 0,0 4 8 16,0-1-8-16,-3 0 0 0,3 0 0 0,0 0 0 16,0 3 0-16,0-2 0 0,0-1 0 0,0 0 0 15,0-2-21-15,-2-1 3 0,2 1 1 0,0-1 0 16,-3-2-6-16,3 0-1 0,0 0 0 0,0 0 0 16,0-3-19-16,0 1-4 15,0-1-1-15,0 0 0 0,0-5 39 0,0 0 9 0,-3 6 0 0,3-6 0 16,0 0-12-16,0 0 0 0,0 0 0 0,0 0 0 15,0 0 3-15,0 0 0 0,0 0 0 0,0 0 0 0,3-6 9 0,0-2-12 16,-1 0 12-16,1 0-12 0,0-2 32 0,0-1 5 16,3-2 2-16,-3-3 0 15,3 0-43-15,0-2-9 0,0-1-2 0,0-2 0 0,0 0 43 16,0 2 9-16,0-2 2 0,-3 3 0 0,3-1-16 0,-3 3-3 16,3 3-8-16,-3 0 12 0,0 2 4 0,-3 3 1 0,3 0 0 0,-3 3 0 15,3 0-2-15,-3 5-1 0,0 0 0 0,0 0 0 16,0-3-6-16,0 3 0 0,0 0-8 0,0 0 12 15,0 0-3-15,0 0-1 0,0 5 0 0,0 3 0 16,0 3 3-16,-3 0 0 0,3-1 0 0,-3 6 0 16,0 0-11-16,0 0 0 0,0 2 0 0,0 1 0 15,0 2 0-15,0-2 0 0,0-1 0 0,0 3 0 32,0-5-23-32,0 3-6 0,0-6-2 0,0 3 0 0,0-3 6 0,0 0 1 0,-3-2 0 0,3-3 0 15,0 2-14 1,0-2-2-16,0 0-1 0,0-3 0 0,0 3-88 15,3-8-18-15,0 0-3 0,0 0-826 0</inkml:trace>
  <inkml:trace contextRef="#ctx0" brushRef="#br0" timeOffset="51083.646">6935 5715 1074 0,'0'0'30'0,"0"0"8"0,0 0-30 0,0 0-8 16,0 0 0-16,0 0 0 0,0 0 104 0,0 0 19 16,0 0 4-16,0 0 1 15,0 0-13-15,0 0-3 0,0 0 0 0,0 0 0 16,0 0-76-16,0 0-16 0,0 0-4 0,0 0 0 16,0 0 39-16,0 0 7 0,0 0 2 0,-6 3 0 0,6-3-52 0,-6 5-12 15,3 1 0-15,0-1 0 0,0 3 54 0,3-3 8 16,-3 3 2-16,3 3 0 0,-3-1-52 0,3 1-12 15,0 2 0-15,0 0 0 0,0 0 0 0,0 1 0 16,0 2 0-16,0 2 0 0,0-2 0 0,0 0 0 0,0 0 0 16,0 0 0-16,0-1 0 0,0 1 0 15,0-2 0-15,-3 1 0 0,3-1 0 0,-3-1 0 0,3 0 0 0,-3 3 0 16,3-3 0-16,0-2 0 0,-3-1 0 0,3-2 0 16,0 3 0-16,0-3 0 0,0 0 0 0,0 0 0 15,0 0 0-15,0-3 0 0,0 0 0 0,0 1 0 31,0-6-172-31,0 0-38 0</inkml:trace>
  <inkml:trace contextRef="#ctx0" brushRef="#br0" timeOffset="53715.93">16975 8668 1076 0,'0'0'24'0,"0"0"4"0,0 0 2 0,0 0 0 0,0 0-30 0,0 0 0 16,0 0 0-16,0 0 0 15,0 0 74-15,0 0 9 0,0 0 1 0,0 0 1 16,0 0-3-16,0 0-1 0,0 0 0 0,-3 8 0 0,3 0-1 0,0 0-1 15,3 0 0-15,-3 3 0 0,0-3-13 0,3 5-2 16,-3 0-1-16,0 0 0 0,3 3-50 0,-3 0-13 16,0 0 0-16,3 5 0 0,-3-2 41 0,0 2 3 15,0 0 1-15,0 0 0 16,0 0-29-16,-3 0-5 0,3 3-2 0,-3 0 0 0,3-3-9 0,0 3 0 16,-3-3 0-16,3 3 0 0,0-3 8 0,0 0-8 0,0-5 0 0,0 3 8 15,-3-3-8-15,3-3 0 0,3 0 0 16,-3-2 0-1,0-1-154-15,0-2-23 0</inkml:trace>
  <inkml:trace contextRef="#ctx0" brushRef="#br0" timeOffset="65071.673">10173 3905 1144 0,'0'0'25'0,"0"0"6"0,0 0 1 0,0 0 0 0,0 0-32 0,-5 0 0 0,5 0 0 0,-6 0 0 16,6 0 84-16,-3 0 12 0,3 0 1 0,0 0 1 16,0 0-27-16,0 0-6 0,0 0-1 0,0 0 0 15,0 0 0-15,0 0 0 0,0 0 0 0,0 0 0 16,0 0-2-16,0 0-1 0,6 3 0 0,0 0 0 15,2-1-46-15,1 1-15 0,3 2 8 0,0-5-8 16,3 0 31-16,3 0 2 0,-3 0 1 0,3 0 0 16,0-5-34-16,2 5 0 0,1-5 0 0,0 2 0 15,0-2 8-15,0 2-8 0,0-2 0 0,-1 2 0 16,1-2-22 0,-3 2-11-16,0-7-3 0,0 4 0 0,0 1-22 0,-3-3-5 0,-1 0-1 0,1 0 0 15,-3 0-51-15,0 3-10 0,-3-3-3 16,-3 0-375-16,0 3-75 0</inkml:trace>
  <inkml:trace contextRef="#ctx0" brushRef="#br0" timeOffset="65286.811">10519 3826 1360 0,'0'0'30'0,"-3"3"6"0,-3 2 2 0,0 0 0 0,3 3-30 0,0 0-8 0,0 0 0 0,0-3 0 16,0 3 83-16,0 3 15 0,0-3 3 0,3 0 1 15,-3 2-17-15,3 1-3 0,0 0-1 0,0-1 0 16,0 3-33-16,0-2-6 0,0 0-2 0,0 4 0 15,0-4-26-15,0 2-6 0,0 1 0 0,3-4-8 16,-3 1 0-16,0-1 0 0,0 1 0 16,3 2 0-16,-3-2 15 0,0-1-4 15,0-2-1-15,3 3 0 0,-3-3-26 0,3-3-6 0,-3 3-1 0,0 0-622 16,3 0-125-16</inkml:trace>
  <inkml:trace contextRef="#ctx0" brushRef="#br0" timeOffset="65586.922">10760 4033 1551 0,'0'0'34'15,"0"0"7"-15,0 0 2 0,3 0 1 0,6 0-36 0,-3 0-8 0,3 0 0 0,0-6 0 0,3 6 41 0,-4-2 7 16,4-4 0-16,0 4 1 0,3-4 12 0,-3 4 3 16,0-4 0-16,-3 1 0 0,3 2 0 0,0-4 0 15,-3 1 0-15,3 1 0 0,-1 0-52 0,-2-1-12 16,6 1 0-16,-6 2 0 0,3-2 0 0,0 0 0 0,-3 0 0 16,3-1 0-16,-3 4 0 0,0-1 0 15,-3 0-9-15,3-2 9 16,-3 2-60-16,-1 3-7 0,-5 0-1 0,0 0 0 15,0 0-140-15,0 0-28 0</inkml:trace>
  <inkml:trace contextRef="#ctx0" brushRef="#br0" timeOffset="65825.13">10873 4146 1458 0,'0'0'32'0,"0"0"6"0,0 0 2 0,0 0 1 0,0 0-33 0,6 0-8 0,0-2 0 0,0-1 0 16,3 0 62-16,-3 1 10 0,3-4 3 0,0 4 0 16,0-4-9-16,-1 4-2 0,4-3 0 0,0-1 0 15,0 4-16-15,-3-4-4 0,3 4-1 0,-3 2 0 16,3-8-30-16,0 5-5 0,-3-2-8 0,3 2 11 16,-1-2-11-16,4 2 0 0,-3 1 9 0,0-6-9 15,3 8-82-15,0-8-21 0,0 2-4 0,0 1-738 16</inkml:trace>
  <inkml:trace contextRef="#ctx0" brushRef="#br0" timeOffset="66276.748">11412 3739 1497 0,'0'0'32'0,"0"0"8"0,0 0 0 0,0 0 4 0,0 0-36 0,0 0-8 0,0 0 0 0,0 0 0 16,0 0 94-16,0 0 17 0,0 0 3 0,0 5 1 15,0 3-39-15,3-5-8 0,-3 5-2 0,0-3 0 16,0 3 7-16,0 0 2 0,0 2 0 0,0 1 0 16,0 2-60-16,-3-2-15 0,3 7 0 0,0-7 0 15,-3 5 0-15,3 2 0 0,-3-7 0 0,0 7 0 16,3-4 0-16,-3-1 0 0,3 5 0 0,-3-7 0 15,0 7 0-15,3-4 0 0,-3 2 0 0,3-3 0 0,-3 0 21 16,3 0 2-16,0-2 0 0,-3-1 0 0,3 4-37 16,0-6-7-16,0 0-2 0,0 5 0 15,0-5-88-15,3-3-17 0,0 3-4 0</inkml:trace>
  <inkml:trace contextRef="#ctx0" brushRef="#br0" timeOffset="76701.274">6792 7811 1036 0,'0'0'23'0,"0"0"5"0,0 0 0 0,0 0 1 0,0-5-29 0,3-1 0 0,-3 1 0 0,3 2 0 15,0-2 82-15,-3 5 10 0,3-2 3 0,-3 2 0 16,3-6-50-16,0 4-9 0,3-1-3 0,-3 0 0 15,0 1-8-15,-3 2-1 0,3-3-1 0,3 0 0 16,0 3 5-16,0 0 2 0,-3-2 0 0,0 2 0 16,3-3 10-16,-3 3 1 15,2 0 1-15,-2 3 0 0,3-3-6 0,0 2 0 16,-3-2-1-16,3 0 0 0,0 3-35 0,0-3 0 0,0 0 0 0,0 3 0 16,0-1 52-16,0-2 9 0,0 3 3 0,0-3 0 15,-3 3-52-15,3-1-12 0,-6-2 0 0,6 3 0 16,0 0 0-16,0-1 0 0,0 1 0 0,0 2 0 15,-3 0 0-15,0-2 0 0,3 2 0 0,-6-5 0 16,3 6 10-16,2-1-1 0,-2 0 0 0,0 1 0 16,0 1-9-16,-3-1 0 0,3 2 9 0,-3 0-9 15,0 0 8-15,0-1-8 0,-3 1 10 0,3 3-10 16,-3-3 8-16,3 3-8 0,-3-1 0 0,3-2 0 16,-3 5-9-16,0-5-8 0,3 0-2 0,-2 3 0 0,-1-3 19 15,0 0 0-15,0-3 0 0,0 3 0 0,3-3 0 16,-3 3 0-16,0-3 0 0,0 1 0 0,0-4 0 0,0 4 0 15,0-4 0-15,0 4 0 0,3-6 17 0,-6 5 7 16,0-3 2-16,3 4 0 16,3-6-42-16,-6 2-8 0,0 4-1 15,0-4-1-15,3 1 42 0,-3 0 9 0,6-3 2 0,-6 5 0 16,0-2-43-16,0 2-9 0,0-2-2 0,0-1 0 0,6-2 27 16,-6 3 0-16,0-1 0 0,-3 4 0 0,4-6 0 15,-1 2 0-15,-3 1 0 0,0 0 0 0,3-1 18 0,-3-2 9 16,3 3 1-16,0 0 1 0,0-3-29 0,-3 2 0 15,3 1 0-15,0-3 0 16,-3 3-17-16,3-3-10 0,0 2-1 0,0-2-1 0,0 3 29 0,6-3 0 0,-6 0 0 0,1 0 0 16,-1 3 16-16,3-3 8 0,3 0 3 0,-9 0 0 15,3 0-27-15,3 0 8 16,3 0-8-16,0 0 0 0,-6 0 0 0,6 0 8 0,-6-3-8 0,6 3 0 16,-3 0 9-16,3 0-9 0,-6-3 10 0,6 3-10 15,-3-5 18-15,0 2-2 0,0 1-1 0,0-4 0 16,3 6-2-16,-3-5 0 0,3 0 0 0,-3-1 0 15,3 4-13-15,-3-6 0 0,3 3 0 0,0-1 0 16,0-2 21-16,0 0 2 0,0 3 0 0,0-3 0 16,0 0-9-16,0 0-2 0,0-2 0 0,0-1 0 15,0 1 14-15,-3-1 2 0,3-2 1 0,0 2 0 16,0-2-29-16,0 2-16 0,0-2 1 0,0 3 1 16,3-1 22-16,0 0 5 0,0 3 1 0,0 0 0 15,0 1-14-15,0-1 0 0,0 2 0 0,3-2 0 16,-3 0 0-16,3 3 0 0,0 0 0 0,0 0 0 15,0 2 0-15,3 0 0 0,-3-2 0 0,2 5 0 16,1-3 0-16,-3 1 0 0,3 2 0 0,0-3 0 0,0 3 0 0,0 0 0 16,0 0 0-16,0 0 0 0,0 3 0 0,0-1 0 15,-3-2 0-15,3 0 0 0,-3 3 0 0,3-3 0 16,-4 0 0-16,4 0 0 0,-3 0 0 0,0 0 0 16,0 0 0-16,-3 0 0 0,6 0 0 0,-3-3 0 0,0 3 0 15,3 0 0 1,-3-2-121-16,3 2-27 0,0-3-6 0,0 0-869 0</inkml:trace>
  <inkml:trace contextRef="#ctx0" brushRef="#br0" timeOffset="79671.255">24003 9528 1149 0,'0'0'32'0,"0"0"8"0,0 0-32 0,0 0-8 0,0 0 0 0,0 0 0 15,0 0 84-15,0 0 16 0,0 0 2 0,0 0 1 16,0 0-28-16,0 0-6 0,0 0-1 0,0 0 0 16,0 0-8-16,0 0-1 0,0 0-1 0,6 3 0 15,0 0-7-15,0-3-2 0,0 2 0 0,0-2 0 16,3 3-20-16,-4-3-4 0,4 0-1 0,0 2 0 15,0-2-15-15,0 0-9 0,3 0 10 0,-3 0-10 16,3 0 0-16,0 0 0 0,0-2 0 0,3 2 0 16,-3 0 0-16,2-3 0 0,1 3 0 0,-3-2 0 15,3-1-21-15,-6 0-4 0,3 3-1 16,-3-2 0-16,3 2-57 0,-3-3-11 0,-3 3-2 0,0 0-472 16,0 0-95-16</inkml:trace>
  <inkml:trace contextRef="#ctx0" brushRef="#br0" timeOffset="80008.349">24006 9698 1724 0,'0'0'38'0,"0"0"8"0,0 0 2 0,0 0 0 0,0 0-39 0,0 0-9 0,6 0 0 0,0 0 0 16,-3 0 80-16,3 0 15 0,0 0 2 0,0 0 1 16,-1 0-36-16,4 0-7 0,-3 0-2 0,0 0 0 15,3 0-17-15,-3 0-3 0,3-3-1 0,-3 3 0 16,3 0-9-16,-3 0-3 0,0 0 0 0,3 0 0 16,0 0-10-16,-3 0-2 0,3 0-8 0,0 0 12 15,3 0-12-15,-4 0 0 0,4 0 0 0,-3 0 0 16,3-3 0-16,0 1 0 0,0-1 0 0,3 3 0 15,-3-3-22-15,3 1-7 0,-3-1-2 16,2 0 0-16,1-2-142 16,0 2-29-16,0-2-6 0</inkml:trace>
  <inkml:trace contextRef="#ctx0" brushRef="#br0" timeOffset="80292.977">24503 9528 1347 0,'0'0'38'0,"0"0"9"0,0 0-38 0,0 0-9 0,0 0 0 0,0 0 0 16,0 0 104-16,0 0 18 0,0 0 4 0,0 0 1 15,0 0-32-15,0 0-7 16,0 0 0-16,0 0-1 0,0 0-22 0,0 0-4 0,0 0-1 0,0 0 0 16,0 6-12-16,0 1-4 0,0-1 0 0,0 2 0 15,0-3-10-15,-3 3-2 0,3-3-1 0,0 3 0 16,-3 0-13-16,3 3-2 0,-3-3-1 0,0 0 0 15,3-1-7-15,-3 4-8 0,0-3 11 0,0 3-11 16,0-3 8-16,0 2-8 0,0-2 0 0,0 3 0 16,0-3 0-16,0 2 0 0,0-2 0 0,0 0 0 15,0 0 0-15,0 0-11 0,3-3 0 0,-3 3 0 32,3-3-113-32,0-5-22 0,0 8-5 0</inkml:trace>
  <inkml:trace contextRef="#ctx0" brushRef="#br0" timeOffset="84972.446">11355 7165 1436 0,'0'0'32'0,"-6"0"6"0,0 0 2 16,0-2 0-16,0 2-32 0,0 0-8 0,0 0 0 0,-2 2 0 0,2-2 66 0,-3 3 12 16,0-3 2-16,0 5 1 0,-3-2-13 0,0 2-4 15,0-2 0-15,0 5 0 0,-3 0 0 0,3 0 0 16,-2 0 0-16,-1 0 0 0,-3 2 0 0,3 1 0 15,0-1 0-15,0 1 0 0,0-1-51 0,3 1-13 0,0 2 0 0,1 1 0 16,-1-1 0-16,3 3 0 0,3 2 0 16,0 1 0-16,0-3 0 15,3 5 0-15,0-3 0 0,3 1 0 0,3-1 0 0,0 1 0 16,0-1 0-16,6-2 0 0,0-3 0 0,0-2 0 16,5 0 0-16,-2-3 0 0,3-1 0 0,3-1 0 0,0-4 0 15,0 1 0-15,3-3 0 0,0-3 0 0,-1-2 0 0,1 0 0 16,-3-6 0-16,3 1 0 0,-3-4 0 0,0-1 0 15,-1-1 0-15,1-3 0 0,0 1 0 0,0-4 0 16,0 4 34-16,-3-1 4 0,-3 1 1 0,0-1 0 16,-3 4-11-16,-1-1-3 0,-2-3 0 0,0 3 0 15,-6 0 13-15,0 0 2 0,-3-2 1 16,-3 2 0-16,-3 3-14 0,1-3-3 0,-1 0-1 0,-6 3 0 16,3 0-23-16,0 2 0 0,-3 0 0 0,3 1 0 15,0 5 0-15,0-1 9 0,3 1-9 0,-2 2 0 16,-1 1-47-16,0 4-16 15,0 1-3-15,-6 0-750 0,6 2-151 0</inkml:trace>
  <inkml:trace contextRef="#ctx0" brushRef="#br0" timeOffset="88818.747">6587 11320 1552 0,'0'0'44'0,"0"0"10"0,0 0-43 0,0 0-11 0,0 0 0 0,0 0 0 16,0 0 100-16,0 0 19 0,0 0 3 0,0 0 1 16,0 0-43-16,0 0-9 0,0 0-2 0,0 0 0 15,-3 2-4-15,-3 4-1 0,6-6 0 0,-3 7 0 0,0 1 0 0,0-2 0 16,0 2 0-16,0 0 0 15,0 0-51-15,0-1-13 0,3 1 0 0,-3 0 0 0,0 3 0 0,0-3 0 16,0 5 0-16,0-2 0 0,0 2-11 0,3 0-5 16,-3 3 0-16,0-3-1 15,0 3 27-15,3-3 6 0,-3 3 0 0,3-3 1 0,-3 1-17 0,3-1 0 16,0-3 0-16,0 4 0 0,0-4 0 16,0 1 0-16,0-3 0 0,-3 0 0 0,3 0 0 15,0-3 0-15,0 0 0 0,0-5 0 16,0 6-48-16,0-6-12 0,0 0-4 0,0 0 0 0,0 0 64 0,0 0 0 15,0 0 0-15,0 0 0 0,3-6-12 0,-3-2-10 16,3-2-2-16,-3-1 0 0,3-5 12 0,0 3 3 16,0-3 0-16,0-2 0 0,0-1 9 0,3 1 0 15,0-1 0-15,-3-2 0 0,3 2 24 0,-3 1 1 0,3 2 0 16,-3-3 0-16,3 4 31 0,-3-1 7 0,0 0 1 0,0 0 0 16,0 3-52-16,-3 2-12 0,3-2 0 0,-3 5 0 15,0 0 0-15,0 0 0 0,0 3 0 0,0 5 0 16,0 0 0-16,0 0 0 0,0 0 0 0,0 0 0 15,0 0 40-15,-3 2 6 0,3-2 1 0,-6 3 0 16,0 5-24-16,3-3-5 0,0 3-1 0,0 3 0 16,0-1-27-16,0 4-6 0,3-1 0 0,-3 0-1 15,0-2 27-15,3 2 6 0,0 3 0 0,-3 2 1 16,3-2-17-16,0 0 0 0,0 0 0 0,0 0 0 16,3 2-48-16,-3-2-12 15,0 0-4-15,3-3 0 0,0 1-61 0,0-4-13 0,0 1-2 16</inkml:trace>
  <inkml:trace contextRef="#ctx0" brushRef="#br0" timeOffset="94000.628">23997 11841 1497 0,'0'0'32'0,"0"0"8"0,0 0 0 0,0 0 4 0,0 0-36 0,0 0-8 15,0 0 0-15,6 2 0 0,0-2 94 0,-3 3 17 16,3 0 3-16,3-1 1 16,-3 1-31-16,3-3-5 0,-1 3-2 0,-2-1 0 15,3 1-10-15,3 0-3 0,-3-3 0 0,3 5 0 0,0-5 0 0,0 3 0 16,0-3 0-16,3 2 0 0,-3 1-51 0,-1-3-13 16,4 0 0-16,-3 0 0 0,0-3 0 0,0 1 0 15,-3 2 0-15,3-3 0 16,0 0-48-16,-3 3-13 0,3-2-3 0,-3 2 0 0,0-3 52 15,-1 0 12-15,-2 1 0 0,3 2 0 16,-3 0-91-16,-3-3-15 0,-3 3-3 0,0 0-1 16,0 0-80-16,0 0-16 0,0 0-3 0,0 0-1 0</inkml:trace>
  <inkml:trace contextRef="#ctx0" brushRef="#br0" timeOffset="94235.201">24053 12039 1314 0,'0'0'37'0,"0"0"8"0,0 0-36 0,0 0-9 0,6 3 0 0,0 0 0 15,0-3 156-15,3 2 28 0,0-2 7 0,0 0 1 16,0 0-103-16,0 0-20 0,3-2-4 0,0 2-1 0,0-3 0 0,0 0 0 16,-4 3 0-16,4-2 0 0,0-1-51 15,0 0-13-15,0 1 0 0,-3-1 0 0,3 0 0 0,0 1 0 16,0-1 0-16,0-2 0 15,0-3-48-15,-1 3-13 0,4-1-3 0,0-4-614 16,0 2-123-16</inkml:trace>
  <inkml:trace contextRef="#ctx0" brushRef="#br0" timeOffset="94666.702">24717 11783 1549 0,'0'0'44'0,"0"0"9"0,0 0-42 0,0 0-11 16,0 0 0-16,0 0 0 0,-6 2 123 0,6-2 22 0,-6 3 5 0,0 0 1 16,6-3-51-16,-3 5-11 0,3-5-1 0,-6 5-1 15,0 0-40-15,3 1-8 0,-2 2-2 0,2-3 0 16,0 0-25-16,0 3-4 0,-3 0-8 0,3 3 11 16,0-3-11-16,-3 5 0 0,3 0 0 0,0-2 8 15,0 2-8-15,0-2 0 0,3 2 0 0,0-3 0 16,-3 1 0-16,3 2-12 0,3-2 2 0,-3-1 1 15,3-2-7-15,0 0 0 0,3 0-1 0,-3 0 0 32,3-3-38-32,0 1-7 0,3-1-2 0,-4-2 0 0,4-1 52 0,0-2 12 0,3 0 0 0,0-2 0 15,-3-1-23-15,3-2-1 0,3-1-1 0,-3 1 0 16,3 0 25-16,-3-3 16 0,-1 0-3 0,1-3 0 16,0 1 23-16,0-1 4 0,0 1 0 0,-3-4 1 15,0 1 12-15,-3 0 3 0,0 0 0 0,0-1 0 16,-3 4 0-16,0-3 0 0,0 2 0 0,-3-2 0 15,-3 2-12-15,3 1-1 0,-6-1-1 0,0 3 0 0,0-2-18 16,-3 2-3-16,-3 2-1 0,0-2 0 16,0 3-11-16,-3 2-9 0,-2-2 12 0,-1 2-12 15,0 1 0-15,0 2 0 0,0-3-10 0,0 3 10 16,0 0-104-16,3 3-14 0,1-3-2 0,-4 5-1056 0</inkml:trace>
  <inkml:trace contextRef="#ctx0" brushRef="#br0" timeOffset="96503.227">6935 12767 1552 0,'0'0'44'0,"0"0"10"0,-6 0-43 0,0 0-11 16,6 0 0-16,-6-3 0 0,0 3 139 0,0 3 25 15,-3-3 6-15,3 3 1 0,0-1-76 0,-3 1-15 16,3 0-4-16,-2 2 0 0,-1 0-2 0,0 0-1 15,0 3 0-15,0 0 0 0,-3 0-73 0,0 3-22 16,3-1-1-16,0 4 0 0,-3-4 23 0,3 3 0 16,0 1 0-16,-3-4 0 0,4 3 0 0,-4-2 0 15,6 2 0-15,-3 1 0 0,6-1 19 0,-3-3 1 0,3 4 1 16,0-1 0 0,3-3-68-16,3 1-13 0,0 0-4 0,0-4 0 0,3 1 51 0,3-2 13 0,3 2 0 15,-3-3 0-15,2-2 0 0,1 2 0 0,3-5 0 0,0 0 0 31,0 0-53-31,0-5-9 0,0 2-2 0,0-2 0 0,2-3 52 0,-2 0 12 0,0-5 0 0,3 2 0 16,-3 0 20-16,3 1 8 0,-3-3 0 16,0-1 1-16,-1 1-5 0,-2 0-2 15,3 0 0-15,-6-1 0 0,0 1 5 0,0-3 1 0,-6-2 0 0,-3 2 0 16,3-3 15-16,-6 4 3 0,0-1 1 0,-3-3 0 16,-3 1 15-16,0 2 3 0,0 0 1 0,-3 3 0 15,1-1-53-15,-1 4-13 0,0-1 0 0,-3 3 0 16,0 0 0-16,3 3 0 0,-3 0 0 0,3 2-10 15,0-2 10-15,0 5 0 0,-2-3 8 0,2 3-8 32,0-2-105-32,-3 2-26 0,6-3-5 0,0 0-1007 0</inkml:trace>
  <inkml:trace contextRef="#ctx1" brushRef="#br0">15374 12407 0,'0'0'15,"0"0"1,0 0-1</inkml:trace>
  <inkml:trace contextRef="#ctx0" brushRef="#br0" timeOffset="97642.969">11820 10237 1578 0,'0'0'44'0,"-6"3"12"0,0-3-45 0,-3 3-11 0,3-1 0 0,0 1 0 0,0-3 77 0,-3 5 14 15,3-2 2-15,0 2 1 0,0 0-38 0,-3 1-8 16,3-1-2-16,0 3 0 0,0 0-18 0,-3 0-3 15,3 0-1-15,0 0 0 0,-2 0-4 0,2 2 0 16,-3 1-1-16,3 2 0 0,0-2-4 16,0 2-1-16,0 0 0 0,0 0 0 0,0 1-14 0,3-4 0 15,0 3 8-15,0 1-8 0,3-4 0 0,0 3 0 16,0-2 0-16,3 0 0 0,3 2 0 0,0-3-8 16,0 1 8-16,3-3 0 0,0 0-10 0,0 0 10 15,0 0-8-15,2-3 8 0,1 0-9 0,0-2 9 16,3 0-10-16,0-1 10 0,3-2 0 0,0-2 0 0,0-1 0 0,2 0 0 15,-2-2 0-15,3 0 0 0,0-1 0 0,0-1 0 16,3-1 0-16,-4 0 0 0,-2-3 0 0,3 0 0 16,-3 1 0-16,0-1 0 0,0-2 0 0,-6 3 0 15,3-4 38-15,-7-2 14 0,1 3 2 0,-3-3 1 16,-3 0-5-16,0 3-1 0,0-3 0 0,-6 0 0 16,0 3-6-16,0-3-2 0,-6 3 0 0,0 0 0 15,-2 0-17-15,-1-1-4 0,-3 4-1 0,-3-1 0 16,0 1-10-16,0 2-1 0,-3 2-8 0,1 1 12 15,-1 0 8-15,0 5 0 0,3-3 1 0,-3 3 0 16,3 0-68 0,-3 3-13-16,7-1-4 0,-4 1 0 15,6 2-153-15,-6 1-31 0,-18 4-7 0,9 1-1 0</inkml:trace>
  <inkml:trace contextRef="#ctx0" brushRef="#br0" timeOffset="101070.589">16633 9579 1522 0,'0'0'33'0,"0"0"7"0,0 0 2 0,0 0 2 0,0 0-36 0,0 0-8 15,0 0 0-15,0 0 0 0,-3 5 99 0,3-5 17 16,-3 5 4-16,-3-2 1 0,3 2-45 0,-3 0-10 16,0-2-2-16,0 2 0 0,0-2 19 0,0 2 3 15,0-2 1-15,-3 2 0 0,3 0-51 0,-3 3-11 16,3-2-1-16,-6-1-1 0,4 3-4 0,-1 0-1 15,-3 0 0-15,3 2 0 0,-3-2-18 0,3 6 0 16,-3-4 0-16,3 1 0 0,3 2 0 0,-3 0 0 16,3 0 0-16,3 1 0 0,0-4 0 15,0 3 0-15,3-2 0 0,3 2 0 0,0 0 0 0,3-2 0 0,0 0 0 16,3-3 0-16,3 2 0 0,-3-2 0 0,3-3 0 16,0 1 0-16,0-4-11 0,0 1-5 0,2-3-2 0,-2-3 0 15,6 1 18-15,0-4 0 0,-3 1-8 0,6-3 8 16,-3-2 12-16,2 2 7 0,1-6 1 0,0 4 0 15,0-1-20-15,-3 1 0 0,-3-4 0 0,0 6 0 16,0-5 0-16,-7 3 0 0,-2-4 0 0,0 1 0 16,-3 0 0-16,-3 0 0 0,-3 0 0 0,0-1 0 15,-6 1 55-15,1 0 7 0,-4-3 2 0,-3 3 0 16,0-3-52-16,0 3-12 0,-3-1 0 0,0 1 0 16,0 0 0-16,-2 2 0 0,2 3 0 0,0 0 0 15,3 1-48 1,0 1-13-16,0 1-3 0,0 0-751 0,3 2-150 0</inkml:trace>
  <inkml:trace contextRef="#ctx0" brushRef="#br0" timeOffset="102002.266">16270 9470 2347 0,'0'0'52'0,"0"0"10"0,0 0 2 0,0 0 2 0,-6 3-53 0,0-1-13 0,3 1 0 0,-3 2 0 15,3 3 19-15,-3 0 1 0,0 0 0 0,0 3 0 16,3-1 35-16,-3 3 7 0,0 1 2 0,0 4 0 16,0-2-72-16,0 0-15 0,0 2-2 0,0 1-1 15,0 2 26-15,0 0 0 0,0 3 0 0,0 0-8 16,0-3 28-16,4 6 5 0,-1-4 2 0,-3 4 0 16,0-3-59-16,3 0-12 0,0-1-3 15,3 1 0-15,0 0 24 0,-3-6 5 0,6 4 1 0,-3-6 0 16,3 2 17-16,-3-2 12 0,6-3-1 0,-3 3-1 15,3-5-10-15,-1 2 0 0,4-3 0 0,3 1-11 16,-3 0 11-16,3-3-12 0,3-3 12 0,0 3-12 16,3-6-24-1,3 1-4-15,2 0-2 0,4-1 0 0,3-2 22 0,3 0 4 0,-1-2 0 16,1-1 1-16,-3-2 15 0,0 2-11 0,-3-5 11 0,2 3-10 0,-2 0 10 16,0-1 0-16,0 1 0 0,2 0-8 0,-2-1 8 15,0 1 0-15,-3 0 0 0,-3 2 0 0,2-2 0 0,-2 0 8 16,-3 2-8-16,-3-2 0 0,3 2 0 0,-6 0 0 15,3 1 0-15,-3-1 0 0,-3 3 0 0,-1-3 0 16,1 1 0-16,-3 2 8 0,0-3-8 0,0 1 0 16,0 2 0-16,-3 0 0 0,-3 0-9 0,0 0 0 15,0 0 0-15,0 0 0 0,0 0 9 0,0 0 0 0,0 0 0 0,6-3 0 16,-3 0 0-16,-3 3 0 0,0 0 0 0,0 0 0 16,0-5 10-16,3 0-2 0,-3-1-8 0,0 1 12 15,3-3-12-15,-3 0 0 0,0-2 0 0,0-1-10 16,0 0 48-16,3-4 10 0,-3-1 1 0,0 0 1 15,3-3-12-15,0 1-2 0,0-3-1 0,0-1 0 16,0 1 1-16,0 0 1 0,3 0 0 0,-3-3 0 16,0 3-25-16,3 2-4 0,-6-2-8 0,3 3 11 15,0-1 42-15,0-2 9 0,0 2 2 0,-3-2 0 16,3 3-52-16,-3-3-12 0,0 2 0 0,-3 3 0 16,3-2 0-16,-3 2 0 0,0 0 0 0,0 3 0 15,0 2 0-15,0-2 0 0,-3 2 0 0,3 3 0 16,-3-2 9-16,0 5-1 0,-3-3 0 0,3 2 0 15,0 1-8-15,-3 0 0 0,0-1 9 0,-3 4-9 16,3-1 0-16,-5 0 8 0,2 3-8 0,-6-2 0 16,3 2 0-16,0-3 0 0,-3 3 0 0,0 3 0 0,-3-3 0 15,1 2 0-15,-1-2 0 0,-3 6 0 0,3-4 0 16,-3 6-16-16,1 0 2 0,-1 0 1 0,3 3 13 0,-3-3-9 16,3 2 9-16,-6 4-8 0,4-4-8 0,-4 3 0 15,3 1-1-15,-3-1 0 16,3 0-11-16,1 3-1 0,2-3-1 0,0 0 0 15,3 1-12-15,3-1-2 0,3-3-1 0,0 1 0 16,3-3-19-16,1 0-4 0,2 0-1 0,0-3 0 16,3 0-120-16,3-5-24 0,0 0-5 0</inkml:trace>
  <inkml:trace contextRef="#ctx0" brushRef="#br0" timeOffset="105089.482">23440 10330 1666 0,'-9'5'36'15,"3"-2"8"-15,0 2 2 0,0 0 2 0,0 3-39 0,-2-2-9 0,-1 2 0 0,0 2 0 0,0 1 67 0,-3-1 11 0,0 4 2 0,0-4 1 16,0 3-72-16,3 1-9 0,-3-1-12 0,3 3 2 15,0-6 0-15,3 6 0 0,1-3 0 0,2 1 0 16,0-4 10-16,3 1-12 0,0-1 12 16,3 1-12-1,0-3-21-15,2 0-5 0,1 0-1 0,3-3 0 0,0 0 39 0,0-2 0 0,3 0 0 0,0-1 0 16,3-2 0-16,-3 0 0 0,3-2 0 0,-3-4 0 16,3 1 44-16,-4 0 16 0,1-3 3 0,0 0 1 15,0-3 0-15,0 1 0 0,0-3 0 0,-3 2 0 16,0-2 0-16,0 0 0 0,-3-1 0 0,0-2 0 15,0 1 0-15,-3-1 0 0,-3-5 0 0,0 2 0 16,-3 0-52-16,0 1-12 0,-3-1 0 0,0 4 0 16,0 1 0-16,-3 1 0 0,0 0 0 0,0 2 0 15,-3 3 0-15,0 0 0 0,0 3 0 0,-3 0 0 16,0 0 0-16,-2 2 0 0,-1 0 0 0,-3-2 0 16,0 5 0-16,6 0 0 0,-3 3 0 0,3 2 0 0,7-2 0 15,-1 4 0-15,0 1 0 0,3 3 0 0,3 2 0 16,3 0 0-16,3 1 0 0,3 2 0 15,3-1-48-15,3 1-13 0,2-2-3 0,1 1 0 16,3-1 52-16,3-1 12 0,-3 0 0 0,0 0 0 16,-3 1 0-16,-1-4 0 0,1 1 0 0,0-1 0 0,0 1 0 15,-3-1 0-15,0 1 0 0,-3 0 0 16,3-3 0-16,-3 2 0 0,0-2 0 0,-3 0 0 16,0 0-54-16,-3 0-8 0,-3 0-2 0,0 0 0 0,0 0 32 0,-3 2 5 15,0-2 2-15,-3 3 0 16,0-1-63-16,0 1-12 0,-3-3-2 0,3 3-1 15,-3-1-20-15,0-2-4 0,0 0-1 0</inkml:trace>
  <inkml:trace contextRef="#ctx0" brushRef="#br0" timeOffset="105845.379">23863 10327 1958 0,'0'0'43'0,"0"0"9"0,-6 0 1 0,6 0 3 0,-3-2-45 15,3 2-11-15,-6-3 0 0,0 6 0 0,0-3 53 0,0 2 9 16,-3 4 2-16,3 2 0 0,-3-1-52 0,0 1-12 15,-2 6 0-15,-4 2 0 0,0-3 0 0,3 3 0 16,0 2 0-16,-3 1 0 16,0-3 0-16,3 2 0 0,3 1 0 0,0 2 0 15,3-3 0-15,0 1 0 0,4-3 0 0,-1 2 0 16,3 1 0-16,3 2 0 0,2-3 0 0,1 1 0 16,0-1 0-16,3 1 0 0,0-3 0 0,0 0 0 0,3-3 0 0,-3 0 0 15,3-2 0-15,0 2 0 0,0-5 0 0,0-3 0 16,0 1 0-16,-1-4 0 15,-2 1-151-15,0-1-33 0,-9-2-6 0,12-2-2 0</inkml:trace>
  <inkml:trace contextRef="#ctx0" brushRef="#br0" timeOffset="106146.821">23964 10378 1552 0,'0'0'44'0,"0"0"10"0,0 0-43 0,0 0-11 0,0 0 0 0,0 0 0 15,0 0 104-15,0 0 20 0,0 0 3 0,0 0 1 16,0 0-56-16,0 8-10 0,0-3-2 0,0 3-1 16,0 2 8-16,0 1 1 0,0 0 1 0,0-1 0 15,0 1-55-15,0 2-14 0,-3 0 0 0,0 0 0 16,0 3 0-16,0-3 0 0,0 3 0 0,0 0 0 0,-3 0 0 15,3 0 0-15,-3 0 0 0,0 0 0 0,3 2 0 0,-3-2 0 16,1 3 0-16,2-3 0 16,0-1-48-1,0-1-13-15,0-1-3 0,0 0 0 0,0-2-153 0,-3 2-31 0,-9 5-7 16,6-4-1-16</inkml:trace>
  <inkml:trace contextRef="#ctx0" brushRef="#br0" timeOffset="106403.363">23842 10565 1497 0,'0'0'32'0,"0"0"8"0,0 0 0 0,0 0 4 0,0 0-36 0,0 0-8 0,0 0 0 0,0 0 0 16,6 0 53-16,0 0 9 0,0 0 2 0,3 3 0 15,0-3 0-15,0 3 0 0,0-3 0 0,0 2 0 16,2-2-52-16,1 3-12 0,0 0 0 0,0-3 0 16,0 0 31-16,0 2 3 0,3-2 1 0,0 0 0 15,-3 0-35-15,0 0 0 0,2 0-12 0,-2 0-602 16,3-2-120-16</inkml:trace>
  <inkml:trace contextRef="#ctx0" brushRef="#br0" timeOffset="107288.076">24178 10362 1609 0,'0'0'35'0,"0"0"7"0,0 0 2 0,0 0 2 0,0 0-37 0,0 0-9 0,0 0 0 0,3 5 0 16,0 3 88-16,0-3 16 0,3 1 4 0,-3-1 0 16,0 3-32-16,3 0-7 0,-3-3-1 0,0 3 0 15,0 0-18-15,0 0-4 0,0 0-1 0,0 0 0 16,0 2-16-16,0-2-3 0,0 3-1 0,0-3 0 16,0 0-9-16,0 2-1 0,-3 1-1 0,0-1 0 15,0 4-14-15,0-4 11 0,0 1-11 0,0-1 10 16,-3 4-10-16,3-1 0 0,-3-3 0 0,-3 4 0 15,3-1 0-15,-3 0 0 0,3 3 0 0,-6-3 0 16,3 0-11-16,-3 1-7 0,-3-1-2 0,3 3 0 0,-2-3 1 16,2 0 0-16,-3 1 0 0,0-4 0 0,0 3 0 0,3-2 0 15,-3-3 0-15,3 0 0 16,-3 0-125-16,3-3-24 0,0 0-6 16,0 1-1-16</inkml:trace>
  <inkml:trace contextRef="#ctx0" brushRef="#br0" timeOffset="107556.268">24366 10528 1728 0,'0'0'38'0,"0"0"8"0,0 0 2 0,0 0 0 0,0 0-39 0,0 0-9 0,0 0 0 0,3 0 0 16,3 0 80-16,3 0 13 0,-3-2 3 0,6 2 1 15,-3 0-43-15,0-3-9 0,2 3-1 0,1 0-1 16,3 0-15-16,-3 0-4 0,0-3 0 0,0 3 0 16,3 0-12-16,-3 0-2 0,-3-2-1 0,3 2 0 15,-3 0-9-15,2 0 8 0,-2 0-8 0,-3 0 8 16,3 2-8-16,0-2-12 0,-3 0 2 0,0 3 1 16,0 0-47-16,-3-3-10 15,-3 0-2-15,0 0-900 0</inkml:trace>
  <inkml:trace contextRef="#ctx0" brushRef="#br0" timeOffset="107775.937">24390 10669 1314 0,'0'0'28'0,"0"0"7"0,0 0 1 0,0 0 1 0,0 0-29 0,0 0-8 15,3 2 0-15,3-2 0 0,0 3 103 0,0-3 19 16,3 0 4-16,-4 0 1 0,4 0-32 0,0 0-7 15,3 0 0-15,-3 0-1 0,0 0-23 0,3 0-5 16,-3 0-1-16,3 0 0 0,-3 0-26 0,3 0-4 16,0-3-2-16,-3 3 0 0,5-2-17 0,-2-1-9 0,-3 0 10 0,3 1-10 31,0-4-115-31,0 1-29 0,0 0-5 0</inkml:trace>
  <inkml:trace contextRef="#ctx0" brushRef="#br0" timeOffset="108198.169">24955 10452 1764 0,'0'0'39'0,"-3"0"8"0,3 0 1 0,-9 2 1 0,9-2-39 0,-3 0-10 0,-3 3 0 0,6-3 0 16,0 0 91-16,-5 5 16 0,2-2 3 0,-3 2 1 15,3-2-39-15,0 2-8 0,0 0-2 0,-3 1 0 16,3-1-24-16,0 0-5 0,-3 1-1 0,3 2 0 15,0-1-16-15,-3 1-4 0,3 0-1 0,-3 0 0 16,3 0-11-16,-3 0 0 0,3 3 9 0,0-3-9 16,0 0 0-16,3 0 0 0,-3 0 0 0,3-1 0 15,0 1 0-15,0 0-12 0,0-2 12 0,3 2-12 16,0-1-4-16,0-1 0 0,0-1-1 0,3 0 0 16,0-2 5-16,0 0 2 0,-3-1 0 0,6 1 0 0,0-3 10 0,-3 0 0 15,3 0-9-15,0 0 9 0,2-3 0 0,-2 1 0 16,0-4 0-16,0 4 0 0,0-4 0 0,0 1 0 15,-3 0 0-15,0 0 0 0,0-3 28 0,0 0 1 16,0-3 0-16,0 3 0 0,-3 0 4 0,0 0 1 16,3-2 0-16,-3 2 0 0,0-3-5 0,0 1-1 15,0-4 0-15,-3 6 0 0,0-2-8 0,-3-1-1 0,3 1-1 16,-3 2 0-16,-3 0-10 0,3 0-8 0,-3 0 9 0,0 3-9 16,0-3 0-16,0 0 0 0,-6-3 0 0,0 6-10 31,0-6-138-31,-3 3-28 0,-3 0-6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5:09.4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10248 11105 1908 0,'0'0'42'0,"-3"-2"9"0,-3-6 54 0,6 2-94 0,-3 4-11 16,0-4 0-16,3 6 0 0,0 0 94 0,0 0 17 0,-3-5 3 0,3 5 1 16,0 0-19-16,0 0-4 15,0 0-1-15,0 0 0 0,0 0-73 0,0 0-18 0,0 0 0 16,0 0 0-16,0 0 0 0,0 0 0 0,0 5 0 0,0 3 0 16,0 3 0-16,0 0 0 0,0-1 0 0,0 3 0 15,0 3 55-15,0 0 7 0,0 3 2 0,3-3 0 16,-3 2-52-16,0 1-12 0,3-1 0 0,-3 1 0 15,0-4 0-15,3 4 0 0,-3-3 0 0,3 2 0 16,-3-2 0-16,0-2 0 0,0 1 0 0,0 1 0 16,0-3 0-16,0 1 0 0,0-1 0 0,0 3 0 15,0-3 0-15,-3 0 0 0,3-2 0 0,-3 2 0 16,3-5-48-16,0 3-13 0,-3-1-3 0,3-2 0 16,0-3-71-16,0-5-14 0,0 0-3 0,0 0-873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6:44.5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11760 2630 1652 0,'0'0'36'0,"0"0"8"0,0 0 2 0,0 0 0 0,0 0-37 0,0 0-9 16,0 0 0-16,0 0 0 0,0 0 104 0,0 0 20 16,0 0 3-16,0 0 1 0,0 0-35 0,0 0-6 0,0 0-2 0,-3 3 0 15,3-3-35-15,0 5-7 16,3 0-2-16,-3 3 0 0,6-5 2 0,-3 2 0 0,0-2 0 0,6 2 0 15,-3-5-10-15,6 3-1 16,0-1-1-16,-3 4 0 0,5-6-15 0,-2 2-4 16,3 1 0-16,3-3 0 0,3 5-12 0,0-5 8 15,-3 0-8-15,2 0 0 0,4 0 0 0,-3 0 8 0,3 0-8 16,-3 0 0-16,-3 0 0 0,2 0 0 0,-2 0 0 16,0 0 0-16,-3 0 0 0,3 0 0 0,-3 0 0 0,-3 0 0 31,3 3-40-31,-4-3-7 0,-2 5-1 0,3-5-1 15,-6 0-135-15,0 3-28 0,0-3-4 0,-3 5-2 0</inkml:trace>
  <inkml:trace contextRef="#ctx0" brushRef="#br0" timeOffset="345.221">12049 2678 1958 0,'0'0'43'0,"0"0"9"0,0 0 1 0,-6 0 3 0,6 0-45 0,0 0-11 16,0 0 0-16,-3-3 0 0,3 3 135 0,0 0 25 15,0 0 4-15,0 0 2 0,0 0-74 0,0 0-16 16,0 0-2-16,0 0-1 0,0 0-29 0,0 0-7 16,0 0-1-16,0 5 0 0,0 3-16 0,0 0-4 15,3 0-1-15,0-2 0 0,-3 1-3 0,3 1-1 16,0 3 0-16,0 2 0 0,0 0-11 0,0 3 12 15,-3-2-12-15,3 1 12 0,0-4 0 0,-3 2 0 16,0 3 0-16,3 3 0 0,-3-4-12 0,0-1 0 0,0 4 0 16,0 1 0-16,0-3 0 0,0 0 0 15,-3-1 0-15,3 1 0 0,0-2 0 0,0-1 0 0,0 3 0 0,0-3 0 16,0-5 0-16,3 0 0 0,-3 0 0 0,0 5 0 31,6-10-148-31,-3 2-36 0,2-3-6 0,-2 4-2 0</inkml:trace>
  <inkml:trace contextRef="#ctx0" brushRef="#br0" timeOffset="6994.635">15344 4858 1267 0,'0'0'28'0,"0"0"5"0,0 0 2 0,0 0 1 16,0 0-36-16,0 0 0 0,0 0 0 0,0 0 0 15,0 0 109-15,0 0 15 0,0 0 4 0,0 0 0 16,0 0-52-16,0 0-9 0,0 0-3 0,0 0 0 0,0 0-51 0,0 0-13 15,0 0 0-15,3 5 0 0,-3-5 54 0,0 0 8 16,6 3 2-16,-3 0 0 0,-3-3-52 0,6 0-12 16,0 5 0-16,-3-5 0 0,3 0 0 0,0 0 0 15,0 0 0-15,-1 0 0 0,1 0 0 0,0 0 0 16,0 3 0-16,0-3 0 0,3-3 54 0,-3 3 8 16,3 0 2-16,0 3 0 0,0-3-52 0,0 0-12 15,3 2 0-15,0-2 0 0,0 0 0 0,2 3 0 16,-2-3 0-16,3 3-10 0,-3-3 10 0,3 0 0 0,0 2 0 15,0-2 8-15,0 0-8 16,0 3 0-16,-1-1 0 0,1-2 0 0,3 0 0 0,-6 3 0 16,3-3 0-16,-3 0 0 0,3 0 0 0,-3 0 0 15,0 0 0-15,0 0 0 0,-1-3 0 0,1 3 0 0,0 0 0 16,0-2 0-16,3 2 0 0,-3 0 0 0,3-3 0 0,-3 3 0 16,3 0 56-16,-3 0 6 0,2 0 2 0,1 0 0 15,0 0-52-15,-3 0-12 0,3 0 0 0,-3 3 0 16,3-3 0-16,-3 0 0 0,3 2 0 0,-4-2 0 15,7 0 0-15,-3 3 0 0,0-3 0 0,0 0 0 16,0 3 0-16,0-3 0 0,0-3 0 0,-1 3 0 16,4 0 0-16,-3-3 0 0,0 3 0 0,3 0 0 15,0-2 0-15,0 2 0 0,3 0 0 0,-4 0 0 16,4 0 26-16,0 0 2 0,0 0 1 0,0 2 0 16,0-2-17-16,-4 3-3 0,4-3-1 0,0 0 0 15,0 0 0-15,-3 3 0 0,3-3 0 0,-4 0 0 0,1 0-8 16,0-3 12-16,3 3-12 0,0 0 12 0,0-3-4 15,-3 3 0-15,5 0 0 0,-2 0 0 16,0 3 1-16,3-3 0 0,-3 0 0 0,0 3 0 0,-1-1-1 16,1-2-8-16,-3 3 12 0,3 0-4 0,-3 2-8 0,0-5 0 15,-1 0 0-15,1 0 8 0,-3 0-8 0,3 0 8 16,-3 0-8-16,6 0 8 0,-3 0-8 0,0 0 12 16,-1 0-12-16,1 0 12 0,0 0-12 0,3-5 12 15,-3 5-12-15,0 0 12 0,0 0-12 0,-1 0 10 16,1 0-10-16,-3 0 10 0,0 0-10 0,0 0 12 15,0 0-12-15,0 0 12 0,-3 0-12 0,-1 0 10 16,1 0-10-16,0 0 10 0,0 0-10 0,0 0 0 0,-3 0 9 0,3 0-9 16,0-3 0-16,-3 3 8 0,3-3-8 15,0 3 0-15,-1 0 0 0,1-2 0 0,3 2 0 0,-3-3 8 16,0 3-8-16,0-3 0 0,0 3 0 0,0 0 0 16,3 0 0-16,-3 0 0 0,2 0 0 0,-2 3 0 15,0-3 0-15,0 0 0 0,0 0 0 0,0 0 0 16,0 3 0-16,0-3 0 0,0 2 0 0,-3-2 0 15,3 0 0-15,-1 3 0 0,1-3 0 16,0 3 0-16,0-3 0 0,-3 0 0 0,3 0 0 0,-3 0 0 16,0-3 0-16,0 3 8 0,0-3-8 0,0 3 0 15,0 0 0-15,0-2 0 0,-1 2 0 0,1 0 8 16,0-3-8-16,3 3 0 0,-3 0 0 0,0-3 0 16,0 3 0-16,3 0 8 0,-3 0-8 0,0-2 0 15,3 2 0-15,-3 0 8 0,3 0-8 0,-4 0 0 16,7 0 0-16,-6 0 0 0,3 0 0 0,0 0 0 15,-3 0 0-15,3 0 0 0,0 0 0 0,-3 2 0 0,0-2 0 16,0 0 0-16,0 3 0 0,-1-3 8 16,1 0-8-16,-3 0 0 0,3 3 0 0,-3-3 0 0,3 0 0 0,0 0 0 15,-3 2 0-15,3-2 0 0,-3 0 0 0,0 0 0 16,3 0 0-16,-3 0 0 0,0 0 0 0,0 0 0 16,0 0 0-16,0 0 8 0,0 0-8 0,-1-2 0 15,1 2 0-15,0 0 8 0,0 0-8 0,0 0 9 16,0-3-9-16,0 3 10 0,0 0-10 0,0 0 0 0,3 0 0 15,-3 0 8-15,0 0-8 16,3 0 8-16,-3 0-8 0,0 0 8 0,0 0-8 0,3 0 0 16,-3-3 0-16,3 3 0 0,-3 0 8 0,-1 0-8 15,1 0 0-15,3 0 8 0,-3 0-8 0,0 0 12 0,3 0-12 16,-3 0 12-16,0 0-4 0,3 0-8 16,-3 0 12-16,0 0-4 0,3 0-8 0,-3 0 8 0,0 0-8 0,0 3 8 15,0-3-8-15,0 0 8 0,0 0-8 0,0 0 8 16,-1 0 0-16,-2 0-8 0,3 0 12 0,0 0-4 15,0 0-8-15,-3 3 10 0,3-3-10 0,-3 2 10 16,3-2-10-16,-3 0 8 0,3 0-8 0,-6 0 8 16,6 0-8-16,-3 0 0 0,3 3 0 0,-6-3 0 15,6 0 0-15,-6 0 0 0,3 0 8 0,3 3-8 16,-6-3 0-16,3 0 0 0,3 0 0 0,-6 0 0 16,0 0 0-16,3 0 0 0,-3 0 0 0,0 0 0 15,6 0 0-15,-6 0 0 0,0 0-14 0,3 0 5 16,-3 0-69-16,3 0-14 0,3-3-2 0,-6 3-822 15,3-3-164-15</inkml:trace>
  <inkml:trace contextRef="#ctx0" brushRef="#br0" timeOffset="12031.694">12793 4234 1026 0,'0'0'22'0,"0"0"5"0,0 0 1 0,0 0 1 0,0 0-29 0,0 0 0 0,0 0 0 0,0 0 0 16,0 0 70-16,0 0 8 0,-6-3 2 0,6 3 0 15,0 0-21-15,0 0-4 0,-6 0-1 0,6 0 0 16,0 0-5-16,-6 3-1 0,6-3 0 0,-6 0 0 16,6 0-8-16,-6 5-1 0,6-5-1 0,-6 0 0 15,0 3-5-15,0-3-1 0,0 5 0 0,0-5 0 16,0 0 0-16,0 0-1 0,1 2 0 0,-4-2 0 15,3 0-7-15,-3 0 0 0,0 0-1 0,0 0 0 16,0 0-2-16,-3 0 0 0,3 0 0 0,-3 0 0 16,0 0-1-16,3 0 0 0,-3 0 0 0,1 0 0 15,2 0 1-15,-3 0 0 0,3 0 0 0,-3 0 0 16,3-2 0-16,-3 2 0 0,-3 0 0 0,3-5 0 0,-3 5 7 0,-3 0 2 16,4-3 0-16,-7 3 0 0,3 0-8 15,-3 0-2-15,3 0 0 0,-3 0 0 0,-2 0-11 16,2 0-9-16,0 0 12 0,-3 0-12 15,3 0 8-15,0 0-8 0,1 0 0 0,-1 0 0 16,3 0 0-16,-3 3 0 0,3-3 8 0,-3 0-8 0,3 0 0 0,-2 5 10 16,-4-5-10-16,3 0 8 0,-3 0-8 0,0 0 0 15,1 2 9-15,-1-2-9 0,0 3 0 0,3 0 0 16,0-1 0-16,3 1-8 0,-2 0 8 0,2-1 0 0,3 1 0 16,0 0 0-16,0 2 0 0,3-5 0 15,-3 0 0-15,3 3 0 0,-3-3 0 0,4 2 0 0,-4 1 0 0,3 0 0 16,-3-3 0-16,3 2 0 0,0 1 0 0,0-1 0 15,3-2 0-15,-3 3 0 0,3 0 0 16,0 2 0-16,1-5 0 0,-1 0 0 0,3 3 0 16,0-3 0-16,0 5 0 0,6-5 0 0,-6 0 0 15,6 0 0-15,0 0 0 0,0 0 0 0,0 0 0 0,0 0 0 16,0 0 0-16,0 0 0 0,0 0 0 0,0 0 0 16,0 0 0-16,0 0 0 0,0 0 0 0,0 0 0 15,0 0 0-15,0 0 0 0,0 0 0 0,0 0 0 16,0 0 0-16,0 0 0 0,0 0 0 0,0 0 0 15,0-5 0-15,-3 2 0 0,0-8 0 0,3 6 0 16,-3-3 49-16,0 3 12 0,0-6 3 0,0 1 0 16,0 2-52-16,0-5-12 0,-3 2 0 0,0-2 0 15,3-3 0-15,0 3 0 0,-3-3 0 0,0 0 0 16,3 3 0-16,-3-3 0 0,3 3 0 0,-3-6 0 16,3 3 0-16,-3-2 0 0,3-1 0 0,-3-2 0 0,4-3 0 15,-4-5 0-15,3 0 0 0,-3-8 0 0,3 5 0 0,0-2 0 16,0-1 0-16,0 4 0 0,-3 2 0 0,3 2 0 15,-3 1 0-15,3-4 0 0,-3 1 0 16,0 0 0-16,0-2 0 0,0-1 0 0,0-5 0 16,0 0 0-16,3 2 0 0,-3-2 0 0,3 5 0 0,0 3 0 15,0 0 0-15,0 0 0 0,0-3 30 0,-3 3 3 0,3 0 1 16,-3-5 0-16,3 2-34 0,1-2 0 0,-4 2 0 0,3-2 0 16,0 2 9-16,0 3-9 0,0 0 0 0,0 5 9 15,0-5 15-15,0 2 2 0,0 1 1 0,-3-1 0 16,3-2-27-16,0 0 0 0,0-3 0 15,0-2 0-15,3 5 0 0,-3 0 0 16,3 2 0-16,-3-2 0 0,3 8 0 0,0-3 0 16,0 6 0-16,-3-1 0 0,3 1 0 0,0 2 0 15,0 2 0-15,0-1 0 0,0-1 0 0,0 2 0 0,0-1 0 0,0 1 0 16,0 4 0-16,0-3 0 0,0 5 0 0,3-6 0 16,-3 4 0-16,3 4 0 0,-3-7 0 0,0 5 0 15,3 6 0-15,-3-9 0 0,3 8 0 0,-3-4 0 16,0 7 0-16,3-8 0 0,-3 2 0 0,3 4 0 15,-3 2 0-15,0 0 0 0,3 0 0 0,0 0 0 16,-3 0 0-16,3-6 0 0,-3 6 0 0,3 0 0 16,3 0 0-16,-3 0 0 0,-3 0 0 0,6 6 0 0,3-6 0 15,-4 0 0-15,1 0 0 0,3 0 0 0,0 2 0 16,0-2 0-16,3 0 0 0,3 6 0 0,0-6 0 0,0 0 0 16,0 0 0-16,5 0 0 15,-2 0-20-15,3 2-8 0,3-2-3 0,0 0 0 16,-3 6 31-16,2-6-9 0,1 0 9 0,0 0 0 0,-3 0 0 0,3 0 0 15,0 0 0-15,2 0 0 16,1 0 0-16,3 0 0 0,3-6 0 0,2 6-8 0,-2 0 8 0,3 0 0 16,-6 0 0-16,2 0 0 0,-2 0 0 0,0 0 0 15,-3 0 0-15,-1 0 0 0,4 0 0 0,3 0 0 16,-3 0 0-16,5 0 0 0,1 0 0 0,-3 0 0 16,0 0 0-16,2-2 0 0,-5 2 0 0,0 0 0 15,-3 0 0-15,-1 0 0 0,1 0 0 0,0 0 0 0,0 0 0 0,3 0 0 16,-1 0 0-16,1 0 0 0,3 0 0 0,-3 2 0 15,-1-2 0-15,-2 0 0 0,0 6 0 0,-3-6 0 16,0 2 0-16,-4 3 0 0,1-5 0 16,0 3 0-16,0-3 0 0,0 5 0 0,3-5 0 0,2 6 0 15,1-6 0-15,0 0 0 0,3 2 0 0,0 4 0 16,-1-6 0-16,1 2 0 0,-3 4 0 0,0-6 0 16,-1 2 0-16,1 3 0 0,-3-5 0 0,6 3 0 15,-3 0 0-15,5-3 0 0,4 0 0 0,0 2 0 16,-1-2 0-16,1 6 0 0,0-6 0 0,0 0 0 15,-4 0 0-15,1 2 0 0,0-2 0 0,3 0 0 16,-1 6 0-16,1-6 0 0,6 0 0 0,2 0 0 16,-5 0 0-16,0 0 0 0,-4 0 0 0,4 2 0 15,-9-2 0-15,6 6 0 0,-1-6 0 0,4 0 0 16,0 2 0-16,2-2 0 0,1 6 0 0,-3-6 0 16,-1 0 0-16,-2 2 0 0,0 1 0 0,3-1 0 15,-4-2 0-15,4 0 0 0,3 6 0 0,2-6 0 0,-2 0 0 0,0 2 0 16,-1-2 0-16,-2 6 0 0,-6-6 0 0,6 2 0 15,-1-2 0-15,1 0 0 0,3 6 0 16,2-6 0-16,1 0 0 0,-3 0 0 0,-1 2 0 0,-2-2 0 16,-3 6 0-16,-1-6 0 0,4 0 0 0,0 0 0 15,-1 0 0-15,7 0 0 0,-3 0 0 0,-1 2 0 0,-2-2 0 16,0 3 0-16,0-3 0 0,-4 3 0 16,1-3 0-16,3 0 0 0,2-3 0 0,1 3 0 0,0 0 0 0,-1 3 0 15,1-3 0-15,-3 0 0 0,-4 5 0 0,4-5 0 16,-3 0 0-16,3-5 0 15,-1 5 0-15,7 0 0 0,0 0 0 0,-1 0 0 16,-2 5 0-16,3-5 0 0,-7 0 0 0,4 0 0 0,-3 0 0 16,5 0 0-16,4 0 0 0,-4 0 0 0,7 0 0 0,-3 0 0 15,-4 2 0-15,1-2 0 0,0 0 0 0,5-2 0 16,1 2 0-16,-1 2 0 0,7-2 0 0,-3 0 0 16,-4 6 0-16,1-6 0 0,-4 0 0 0,10 0 0 15,0 0 0-15,-1 0 0 0,1 0 0 0,2 2 0 16,-8 4 0-16,2-6 0 0,7 0 0 0,2 0 0 15,1 0 0-15,-7 2 0 0,1 4 0 0,3-6 0 16,-4 0 0-16,4 0 0 0,2 0 0 0,4 5 0 16,-10-5 0-16,1 3 0 0,-1-3 0 0,4 5 0 15,-1-5 0-15,1 0 0 0,2 3 0 0,-2 2 0 16,-3-3 0-16,-4-2 0 0,7 6 0 0,-1-6 0 0,1 0 0 16,-1 2 0-16,-5 4 0 0,5-1 0 15,-8-5 0-15,3 3 0 0,-1-3 0 0,10 5 0 16,-7-2 0-16,1 2 0 0,-4-3 0 0,1 4 0 15,-4-6 0-15,1 2 0 0,6 1 0 0,2 0 0 16,-5 2 0-16,-4 3 0 0,-2-5 0 0,6 2 0 0,-7-2 0 0,4 2 0 16,2-5 0-16,4 2 0 0,-6 4 0 0,-1-1 0 15,-5 3 0-15,2-5 0 0,-2 2 0 0,3-5 0 16,2 3 0-16,1 2 0 0,-1 0 0 0,-2 3 0 16,-3-5 0-16,-1 5 0 0,-2-3 0 0,0-2 0 15,-1-1 0-15,10 6 0 0,-3-5 0 0,-4 2 0 16,1-2 0-16,-3 5 0 0,-4-3 0 0,1 0 0 0,0 3 0 0,-1 0 0 15,4-5 0-15,0 5 0 0,-1-3 0 16,4 0 0-16,-3 3 0 0,-1-5 0 0,-2 5 0 16,-3 0 0-16,0 0 0 0,-1-3 0 0,4 3 0 0,3-3 0 15,-4 3 0-15,4-2 0 0,0 1 0 0,-4 1 0 16,-2 0 0-16,0 0 0 0,-3-5 0 0,-1 7 0 16,4-7 0-16,-3 5 0 0,2-3 0 0,4 3 0 15,0-5 0-15,0 2 0 0,-4 3 0 0,-2 0 0 16,0 0 0-16,0-3 0 0,-4 1 0 0,1 2 0 15,3-8 0-15,-3 8 0 0,2-8 0 0,1 7 0 16,0-4 0-16,0 2 0 0,-4 1 0 0,4 2 0 16,-6 0 0-16,0-1 0 0,-1-1 0 0,1 2 0 15,-6 0 0-15,3 0 0 0,-3-6 0 0,0 4 0 16,2-4 0-16,-2 9 0 0,3-9 0 0,0 6 8 16,0-2-8-16,-4 2 0 0,4 0 0 0,0-1 0 15,-3 1 0-15,0 3 0 0,-3-3 0 0,-4 3 0 0,4 2 0 0,-3-8 0 16,0 6 0-16,0-3 8 0,0-1-8 0,-3 1 0 15,3 3 0-15,-3-3 0 0,-1 0 0 16,1-3 0-16,0 3 0 0,3 0 0 0,-3 0 0 0,3 0 0 16,-3 0 0-16,0 0 0 0,3-3 0 0,-3 3 0 15,2 0 0-15,-2-3 0 0,3 3 0 0,-3-5 0 16,3 5 0-16,0-3 0 0,-3 0 0 0,0 3 0 16,0 0 0-16,0-5 0 0,-1 5 0 0,1-3 0 0,-3 0 0 15,3 3 0-15,-3 0 0 0,0 0 0 0,0 0 0 0,0-3 0 16,0 3 0-16,0 3 0 15,0-3 0-15,0 0 0 0,0 0 0 16,-4 2 8-16,1-2-8 0,3 3 0 0,-3-1 0 0,0-2 0 16,0 3 0-16,3 0 0 0,-3-1 0 0,0 3 0 15,0-2 0-15,3 2 8 0,-3 0-8 0,0-2 0 16,3 2 0-16,-3 0 0 0,0 1 0 0,0-4 9 0,0 1-9 0,0-1 0 16,0 4 9-16,-1-6-9 0,1 2 0 0,0 1 9 15,0-3-9-15,0 0 8 0,-3 0-8 0,0 0 8 16,0-1-8-16,0 1 8 0,0-2-8 0,0-1 8 15,0 3-8-15,0 0 0 0,0 0 9 0,3-6-9 16,-3 6 0-16,3 3 0 0,-3-3 0 0,0 0 8 16,3 2-8-16,-3 1 0 0,0 0 0 0,0-1 8 15,0 6-8-15,0-3 0 0,0 1 0 0,0 4 0 16,0-5 0-16,0 6 8 0,-3-3-8 0,3 2 0 16,-3-2 8-16,3 0-8 0,-3-3 8 0,0 3-8 0,0-3 0 15,0 1 9-15,-3 1-9 0,3-4 0 0,0 0 11 16,-3-1-11-16,3 1 10 0,-3-3-10 0,3 0 9 15,-3 2-9-15,3-2 8 0,-3 0-8 16,3 0 11-16,-3 3-3 0,3-3-8 0,-3 2 12 16,3-2-12-16,0 5 11 0,-3-2-11 0,3 5 10 15,-3-6-10-15,3 4 0 0,0-1 0 0,0 0 8 0,0 3-8 0,0 0 0 16,0-3 0-16,0 6 0 0,0-6 0 0,0 3 8 16,0-3-8-16,0 0 0 0,0 3 0 0,3-5 0 15,-3-1 0-15,0 1 0 0,0-1 0 0,0 1 0 16,3 2 8-16,-3-5-8 0,0-3 0 0,3 3 0 0,-3 0 0 0,0 0 0 15,3-3 8-15,-3 3-8 16,0 0 0-16,3 0 8 0,-3-5-8 0,0 2 8 0,0 1-8 0,3 1 8 16,-3-1-8-16,0 4 0 0,0-7 9 0,3 5-9 15,-3 0 0-15,0 0 9 0,3 2-9 0,-3-2 0 16,0 3 8-16,3-3-8 0,-3 2 0 0,0 1 0 16,3 0 8-16,0 4-8 0,-3-9 0 0,3 7 0 15,-3 0 8-15,3-2-8 0,-1 2 0 0,-2-2 0 16,3-1 0-16,0 1 0 0,-3-1 8 0,3 1-8 15,0-3 0-15,-3 2 0 0,3-2 8 0,0 3-8 16,-3-3 0-16,3 0 0 0,0 0 8 0,0 0-8 16,0-6 0-16,-3 6 10 0,3-2-10 0,0-1 8 15,0 3-8-15,0-6 0 0,-3 4 0 0,3-1 8 16,0 0-8-16,-3-5 0 0,0 0 0 0,0 6 0 16,0-1 0-16,0-5 8 0,0 0-8 0,0 8 0 15,0-5 0-15,0-3 8 0,0 5-8 0,0-5 0 16,0 0 0-16,0 0 0 0,0 0 0 0,-3 5 0 15,3-5-33-15,-3 5-3 0,3-5 0 0,-3 3 0 16,3-3-104-16,0 0-20 0,-3 5-5 0,3-5-1099 0</inkml:trace>
  <inkml:trace contextRef="#ctx0" brushRef="#br0" timeOffset="12962.892">23598 5358 1998 0,'0'0'44'0,"0"0"8"0,-6-2 3 0,0-1 1 0,6 3-44 0,-6 0-12 16,0 0 0-16,0 3 0 0,0-1 100 0,0 1 19 15,-3 2 3-15,3 0 1 0,-2 3-59 0,-1 0-11 16,-3 3-2-16,3 2-1 0,0 0-23 0,0 3-5 15,0-3-1-15,0 3 0 0,0 0-21 0,0 3 9 16,3-3-9-16,0-1 0 0,0 1 0 0,3 0 0 0,-3 0 0 16,3-3 0-16,0 3 0 0,0-3 0 0,3-2 0 15,0 0 0-15,0-1 0 0,0 1 0 16,3-3 0-16,-3-3 0 0,3 3 0 0,0-3-11 0,3 0 11 0,-3-2-13 16,6 0 13-16,-3-3 0 0,3 0 0 0,0 0 0 15,0-3 0-15,3 0 0 0,0 1 0 0,3-3 0 16,0-1 17-16,-1 1 0 0,4-3 0 0,-3 0 0 15,3 0 12-15,0-2 3 0,-3-4 0 16,0 1 0-16,0-3-2 0,-4 0 0 0,1-2 0 0,-3-3 0 16,-3-1-7-16,0 1-2 0,0-2 0 0,-3 1 0 15,0-1-7-15,-3 1-2 0,0 4 0 0,-3-6 0 16,0 8-3-16,0 0-1 0,-3 0 0 0,-3 3 0 16,0 3-8-16,-3 2 10 0,1-3-10 0,-4 3 10 15,3 0-10-15,-3 0 0 0,-3 6 0 0,3-4 0 16,-3 4 0-16,0-1 0 0,4 0 0 0,-1 6 0 15,0 0 0-15,0-1 0 0,3 4-12 0,0-4 12 16,0 6-17-16,3-3 4 0,0 3 1 0,3 0 0 0,-3 0-1 16,6 3 0-16,-3-3 0 0,4 2 0 0,2 4 1 0,0-1 1 15,2 0 0-15,1 0 0 0,3 6 11 0,0-6-8 16,0 3 8-16,3 2-8 0,6-2 8 0,-3 3 0 16,3-3-9-16,0 0 9 0,3-1 0 0,0-1 0 15,-4-1 0-15,4 0 0 0,0-2 0 0,-3-1 0 16,0-2 0-16,0 3 0 0,-3-3 0 0,0 0 0 15,-1 0 8-15,-2 0-8 0,0-3 0 0,-3 3 0 16,-3-3 0-16,0 0 0 0,0 3 0 0,-3-2 0 16,0-6 0-16,0 5 0 0,0 3 0 0,-6-5-11 0,3 2 3 0,-3 0 0 15,0 0-12-15,0-2-1 0,-2 2-1 16,-1-2 0 0,3 0-24-16,-3-3-5 0,0 2-1 0,0-2 0 15,3 3-111-15,0-3-22 0,-3-3-5 0</inkml:trace>
  <inkml:trace contextRef="#ctx0" brushRef="#br0" timeOffset="13276.631">24053 5287 2440 0,'0'0'54'0,"0"0"11"0,-3-3 3 0,3 3 0 0,-6-3-55 0,6 3-13 16,-5-2 0-16,-4 4 0 15,3-2 80-15,-3 3 12 0,3 2 4 0,-3 1 0 0,0-1-52 0,0 3-9 16,-3 2-3-16,3 4 0 0,0-1-13 0,0 5-3 16,0 1-1-16,0 2 0 0,3 0-6 0,-2 3-1 15,2 0 0-15,0-3 0 0,3 0-8 0,0 0 0 16,0 1 0-16,3-4 0 0,-3 1 0 16,3-3 0-16,3-1 0 0,-3 1 0 0,3-3 0 15,0 1 0-15,0-1 0 0,3-2 0 0,0-1 0 16,2 3 0-16,1-7 0 0,0 4-11 15,0-4-19-15,3 1-4 0,0-4-1 0,3 2 0 16,0-2-131-16,0-3-26 0,0-3-6 0</inkml:trace>
  <inkml:trace contextRef="#ctx0" brushRef="#br0" timeOffset="13554.581">24381 5268 1676 0,'0'0'48'0,"-3"-5"9"0,0 2-45 0,3 3-12 0,-3-2 0 0,3 2 0 16,0 0 121-16,-6-6 23 0,6 6 4 0,0 0 0 16,0 0-40-16,0 0-9 0,0 0-2 0,-3 6 0 15,-3-4-27-15,3 4-6 0,0 1 0 0,-3 1-1 16,3 6-20-16,0-4-4 0,-3 3-1 0,3 3 0 16,0 3-15-16,-3 2-3 0,3 3-1 0,-3 0 0 15,3 2-11-15,0-2-8 0,0 0 9 0,0 0-9 16,0-1 0-16,1-1 0 0,-1-4 0 0,0 1 0 15,0-1 0-15,0-2 8 0,0-3-8 0,0 0 0 16,0 3-14-16,0-5-6 0,0 2 0 0,0 0-1 16,0-5-27-16,0 3-6 0,0-3-1 0,-3 0 0 15,3 0-169-15,-3-3-33 0</inkml:trace>
  <inkml:trace contextRef="#ctx0" brushRef="#br0" timeOffset="13778.692">24155 5520 2163 0,'0'0'48'0,"-3"-6"9"0,3 6 3 0,-3-2 0 0,-3-1-48 0,6 3-12 0,0 0 0 0,0 0 0 16,0 0 87-16,0 0 14 0,0 0 3 0,0 0 1 16,6 3-49-16,-3 2-11 0,3-2-1 0,3 2-1 15,-4 0-14-15,4 0-2 0,0 1-1 0,0-1 0 16,3 0-26-16,-3 1 8 15,3-4-8-15,3 4 0 0,0-4 0 0,3 1 0 0,2 2 0 0,1-5 0 32,0 3-146-32,0-3-31 0,3-3-7 0,3 3 0 0</inkml:trace>
  <inkml:trace contextRef="#ctx0" brushRef="#br0" timeOffset="14112.18">24625 5321 1851 0,'0'0'52'0,"0"0"12"0,0 0-51 0,0 0-13 0,-6-3 0 0,6 3 0 0,0 0 136 0,0 0 25 15,0 0 5-15,0 0 1 0,0 0-75 0,0 0-14 16,0 0-3-16,0 0-1 0,0 0-17 0,0 8-3 16,3 0-1-16,-3 0 0 0,3 0-13 0,-3 5-4 15,3-2 0-15,0 2 0 0,0 3-16 0,0 0-4 16,-3 3-1-16,3-1 0 0,0 1-15 15,-3-1 9-15,0 1-9 0,0-1 8 0,0 1-8 0,0-1 0 16,-3-2 9-16,0 0-9 0,0 0 0 0,-3-3 9 16,0 3-9-16,0-3 0 0,-6-2 11 0,3 2-11 15,-3-2 10-15,0-1-10 0,-6-2 9 0,4 0-9 16,-4 0 8-16,-3 0-8 0,0-3 0 0,0 0 0 0,-3 3 0 16,1-2 0-1,2 2-29-15,-3-3 1 0,3 3 1 0,3 0 0 16,0-3-87-16,1 3-18 0,2-5-3 0,0 2-1055 0</inkml:trace>
  <inkml:trace contextRef="#ctx0" brushRef="#br0" timeOffset="20919.178">12659 5440 1314 0,'0'0'28'0,"0"0"7"0,0 0 1 0,0 0 1 0,0 0-29 0,0 0-8 0,0 0 0 0,0 0 0 15,0 0 93-15,0 0 18 0,0 0 3 0,0 0 1 16,0 0-25-16,0 0-5 0,0 0-1 0,0 0 0 16,0 0-15-16,0 0-3 0,-3 8-1 0,0-3 0 15,0 3-12-15,0-2-2 0,3 2-1 0,-3 0 0 16,0 2-15-16,3-2-3 0,-3 3-1 0,0-3 0 16,3 2-15-16,-3 1-4 0,0-3 0 0,3 2 0 15,-3 1-12-15,0-1 8 0,3 1-8 0,-3 0 0 16,3 2 0-16,-3-3 0 0,3 1 0 0,-3 0 0 15,3-1 0-15,0 1 0 0,0-1 0 0,0 1 0 16,0-1 14-16,0 1-3 0,0 0-1 0,0-1 0 0,0 1-10 16,0 2-14-16,0-2 3 0,0 2 1 15,0-3 10-15,0 4 0 0,0-4 0 0,0 3 0 0,3 1 0 16,-3-1 0-16,0 0 0 0,0-2 0 0,0 2 0 16,3 0 0-16,-3-2 0 0,0 2 0 0,0-2 0 15,0-1 0-15,0 1 0 0,3-1 0 0,-3 1 0 0,0-3 0 16,3 2 0-16,-3-2 0 0,0 0 0 0,0 0 0 15,0 3 0-15,0-3 0 0,3 0 0 0,-3 0 0 16,0 0 0-16,0 0 0 0,3-3 0 0,-3 3 0 0,0-3 0 16,0 3 8-16,3-3-8 0,-3 3 0 15,0-2 8-15,0 1-8 0,0-1 9 0,0 2-9 0,3 0 12 0,-3 0-12 16,0-3 13-16,0 3-4 0,0 0-1 0,3 2 0 16,-3-2-8-16,0 0 10 0,0 3-10 0,0-1 10 15,3 4-10-15,-3-4 0 0,0 1 0 0,0-1 8 16,3 4-8-16,-3-1 0 0,0-3 0 0,0 4 0 15,3 2 0-15,-3-3 8 0,3-3-8 0,-3 4 8 16,0-4 3-16,3 1 0 0,-3 2 0 0,0-2 0 16,3 2 1-16,-3-3 0 0,0 4 0 0,0-1 0 15,0-3-2-15,0 4 0 0,0-1 0 0,0 0 0 16,0 0-10-16,0 3 12 0,0 0-12 0,0 0 12 16,0 2-12-16,0 1 10 0,0 2-10 0,3 0 10 15,-3 0-10-15,0 3 12 0,3-3-12 0,-3 1 12 16,0-1-12-16,3-3 12 0,0 4-12 0,-3-4 12 15,3 1-12-15,0 2 10 0,-3-5-10 0,3 5 10 16,0-5-10-16,-3 5 12 0,3-3-12 0,0 3 12 0,-3 3-12 16,3 0 10-16,0 0-10 0,0 2 10 0,0-2-10 0,0 0 0 15,0-3 9-15,0 3-9 0,0-5 0 0,0-1 9 16,-1 1-9-16,1-1 0 0,0 1 8 0,0-4-8 16,-3 1 0-16,3 0 0 0,0-3 0 0,-3 1 8 15,3-1-8-15,-3 3 0 0,3-3 8 0,-3 0-8 16,3 3 0-16,-3-3 0 0,0 3 0 0,3-3 0 15,-3 1 0-15,0 2 0 0,0-3 0 0,0 0 0 16,0-2 0-16,0 2 0 0,0-3 8 0,-3 4-8 0,3-6 0 16,0 2 0-16,-3-2 0 0,3 0 0 0,0 0 0 0,0 0 0 15,0 0 0-15,0 0 0 0,-3-3 8 0,3 0-8 16,0 1 0-16,0 2 0 0,0-8 0 0,0 5 0 16,0 0 0-16,0 3 0 0,0-8 0 0,0 5 0 15,0-5 0-15,0 6 0 0,0-1 0 16,0-5 0-16,0 0 0 0,0 8 0 0,0-3 0 0,0-5 0 15,0 0 0-15,3 6 0 0,-3-1 0 16,0-5 0-16,0 0 0 0,0 0 0 0,3 5 0 0,-3-5 0 16,0 0 0-16,3 5 0 0,-3-5 0 0,6 3 0 15,0 0 0-15,-3-1 0 0,3 1 0 0,-6-3 0 16,6 0 0-16,0 3 0 0,-3-3 0 0,3 2 0 16,0-2 0-16,0 0 0 0,0 0 0 0,0 3 0 15,0-3 0-15,3 0 0 0,-3 0 0 0,3 0 0 16,-1 0 0-16,1 0 0 0,0 0 0 0,0 0 0 0,0 0 0 15,0 0 0-15,0 0 0 0,0 0 0 16,0 0 0-16,0 0 0 0,0 0 0 0,0 0 0 0,3 0 0 0,-1 3 0 16,1-3 0-16,0 2 0 15,3-2 0-15,0 0 0 0,0 0 0 0,3 3 0 0,0-3 0 0,0 0 0 16,2 3 0-16,1-1 0 0,0 1 0 16,0 2 0-16,3-2 0 0,0 2 0 0,-1-2 0 0,1-1 0 15,0 1-8-15,0 0 8 0,3-1 0 16,-1-2 0-16,4 3 0 0,0-3 0 0,3 3 0 0,-1-1 0 15,4 4 0-15,0-4 0 0,0 3 0 0,-1-2 0 16,-2 0 0-16,3-1 0 0,-1-2 0 0,1 3 0 16,3 0 0-16,3-1 0 0,-4 1 0 0,4 2 0 15,0-2 0-15,-1 2 0 0,-5-2 0 0,3 0 0 0,-1-1 0 0,1-2 0 16,3 3 0-16,-1-1 0 0,1 4 0 0,0-1 0 16,-1 0 0-16,-2-2 0 0,0 2 0 0,-1 1 0 15,1-4 0-15,3 1 0 0,-3-1 0 0,5 4 0 16,-2-1 0-16,0 0 0 0,-1 1 0 0,1-1 0 15,-3 0 0-15,-1 1 0 0,4-1 0 0,0 0 0 16,-1 0 0-16,1 3 0 0,3-2 0 0,-1-1 0 16,-2 0 0-16,-3 1 0 0,-1-1 0 15,4 0 0-15,-3 3 0 0,5-3 0 0,-2 3 0 0,3-2 0 16,-1-4 0-16,-2 3 0 0,3 1 0 0,-4-1 0 16,-2 0 0-16,3 1 0 0,-1-1 0 0,4 0 0 15,-3 1 0-15,-1-1 0 0,4-3 0 0,0 4 0 16,-4-4 0-16,1 1 0 0,0 2 0 0,2-2 0 15,1 0 0-15,3-1 0 0,-4 4 0 0,7-4 0 16,-7 1 0-16,1 0 0 0,0 2 0 0,-1-3 0 16,4 1 0-16,-3 0 0 0,5-1 0 0,1 4 0 15,0-4 0-15,-7 1 0 0,4 0 0 0,-1-1 0 0,1 1 0 0,3 0 0 16,-1-3 0-16,4 2 0 0,-7 1 0 0,1 0 0 16,0 2 0-16,2-3 0 0,-5-2 0 0,3 3 0 15,2 0 0-15,1 2 0 0,-4-2 0 0,-2 2 0 16,3-2 0-16,-4-1 0 0,-2 1 0 0,0 0 0 15,2 2 0-15,4-3 0 0,-3 1 0 16,-1 2 0-16,1 1 0 0,0-1 0 0,-7-2 0 0,1 2 0 16,0-2 0-16,2-1 0 0,-2 1 0 15,3 0 0-15,-1 2 0 0,1 0 0 0,-3-2 0 0,-1 2 0 0,1 0 0 16,-3 1 0-16,0-4 0 0,2 1 0 0,-2 0 8 16,6-1-8-16,-4 1 0 0,4 2 0 0,-3-2 0 15,-1 2 0-15,1-2 0 0,-3-1 0 0,0 1 0 16,-1 0 0-16,4-1 0 0,-3 1 0 15,2-3 0-15,4 3 0 0,-6 2 0 0,2-2 0 0,1-1 0 16,-3 1 0-16,0 2 0 0,-4-2 0 0,4-1 0 0,3 1 0 16,-4 0 0-16,4-1 0 0,0 1 0 0,0 2 0 15,-4-2 0-15,1 2 0 0,0-2 0 0,-4 2 0 16,1-2 0-16,0 2 0 0,0-2 0 0,2 2 0 16,1 0 0-16,0-2 0 0,0 2 0 0,-1-2 0 15,-2 2 0-15,0-2 0 0,-1 2 0 0,-2-2 0 16,0 2 0-16,3-2 0 0,-3 2 0 0,-1 0 0 15,4-2 0-15,0 5 0 0,0-5 0 0,-1 2 0 16,1-2 0-16,-3-1 0 0,3 1 0 0,-4-1 0 16,1 1 0-16,-3 2 0 0,3-2 0 0,-1 2 0 15,1-2 0-15,0 0 0 0,0-1 0 0,2 1 0 0,-2 2 0 16,3-5 0-16,-3 5 0 0,-1-2 0 0,-2-3 0 16,3 5 0-16,0-2 0 0,-3 0 0 0,-1-1 0 15,4 1 0-15,3 0 0 0,-3-1 0 0,2 1 0 0,1 0 0 16,0-1 0-16,0 1 0 0,-1 0 0 0,1-1 0 15,-3 1 0-15,3-1 0 16,-4 1 0-16,4 0 0 0,0-1 0 0,0-2 0 0,-1 0 0 0,4 3 0 16,0 0 0-16,-1-1 0 0,4 1 8 0,-6 0-8 15,3-1 0-15,-4-2 0 0,1 3 0 0,0-3 0 16,3 0 0-16,-1 3 0 0,1-3 0 0,0 0 0 0,-1 2 0 16,1-2 0-16,3 3 0 0,-6 0 0 0,-1-3 0 0,1 2 0 15,0-2 0-15,0 0 0 0,2-2 0 0,1 2 0 16,0 0 0-16,-1 2 10 0,-2-2-10 0,3 0 8 15,-3 3-8-15,-1-3 10 0,-2 0-10 0,0 0 10 16,0-3-10-16,-3 3 8 0,2-2-8 0,1 2 8 16,3-3-8-16,-3 0 12 0,-1 3-12 0,1 0 12 15,-3 0-12-15,0 0 8 0,-1 0-8 0,1-2 8 16,-3 2-8-16,-3 0 0 0,0-3 9 0,0 0-9 16,-1 1 8-16,1-1-8 0,-3 0 8 0,3 3-8 15,0-2 0-15,0-1 8 0,-4 0-8 0,4 1 0 16,-3-1 0-16,3 3 9 0,-3-3-9 0,0 1 0 15,0-1 8-15,-1 3-8 0,1-2 0 0,-3 2 0 16,3-3 8-16,0 0-8 0,0 3 0 0,-3-2 0 16,3-1 8-16,-4 0-8 0,1 3 0 0,0-2 0 15,3-1 0-15,-3 0 0 0,0 3 0 0,3-2 0 0,-3-1 0 0,-1 0 0 16,4 3 0-16,-3-2 0 0,0 2 0 0,0-3 0 16,0 0 0-16,0 3 0 0,-3-2 8 0,-1-1-8 15,4 1 0-15,-6-1 0 0,3 3 0 0,-3-3 0 16,0 1 0-16,0-1 0 0,0 0 8 0,-3 1-8 15,3-1 0-15,-3 0 0 0,0 1 0 16,3-1 8-16,-3 0-8 0,0 1 0 0,0-1 8 0,-1-2-8 16,1 2 0-16,-3-2 0 0,3 2 0 0,-3-2 0 15,0 2 8-15,3-2-8 0,-3 2 0 0,0-2 0 16,0 0 8-16,0 0-8 0,0-1 10 0,3 1-2 16,-3 0 0-16,3-1 0 0,-3-2-8 0,0 0 12 0,0 1-12 15,3-1 12-15,-3 0-12 0,3 0 10 0,-3 0-10 16,0-3 10-16,3 1-10 0,-3 2 0 0,3-3 9 0,-3 1-9 15,0-1 8-15,3 3-8 0,-3-3 8 16,0 3-8-16,2-2 8 0,-2 2-8 0,0-3 8 16,0 3-8-16,3-2 0 0,-3 2 9 0,0 0-9 0,3 0 0 15,-3 0 8-15,0 0-8 0,3-2 0 0,-3 2 0 16,0-3 0-16,3 0 0 0,-3 4 8 0,0-4-8 16,3 0 0-16,-3 1 0 0,0 2 0 0,0-3 0 15,0 1 8-15,0-1-8 0,0-2 0 0,0 2 0 16,0-2 8-16,0 0-8 0,0 0 0 0,0-1 0 15,0 1 0-15,0 0 0 0,0 0 0 0,0-1 0 16,0 1 8-16,0 0-8 0,0 0 0 0,0 2 0 16,0-2 9-16,0 2-9 0,-1-2 0 0,1 5 9 0,0-2-9 15,0-1 0-15,0 0 0 0,0 3 0 0,0-2 0 0,0 2 0 16,-3 0 8-16,3 0-8 16,0-2 0-16,-3-1 0 0,3 3 0 0,0 0 0 0,-3-3 0 15,3 4 0-15,0-4 0 0,-3 3 0 0,0-3 0 0,3 1 0 16,-3-1 0-16,0 1 0 15,3-1 0-15,-3 0 0 0,3 1 0 0,-3-1 0 16,3 1 0-16,-3-3 0 0,0 2 0 0,0-2 0 0,0-1 0 0,0 1 8 16,0 0-8-16,0 0 0 0,0 0 8 0,-3 2-8 15,3 0 0-15,0 1 8 0,0 2-8 0,0-3 0 16,0 3 0-16,-3 0 0 0,3 0 0 0,0 1 0 0,-3-1 0 16,3 0 0-16,-3 2 0 0,3 1 0 0,0-3 0 0,-3 3 0 15,0 0 0-15,3-1 0 0,0-2 0 0,-3 3 0 16,3 0 0-16,0-1 0 0,-3 1 0 0,3 0 0 15,0 0 0-15,-3-1 0 0,3 1 0 0,0 2 0 16,0-2 0-16,0 0 0 0,0-1 0 0,-3 1 0 16,3 3 0-16,0-4 0 0,0 1 0 0,-3 0 0 15,3-1 0-15,0 1 0 0,-3 0 0 0,3-1 0 16,-3 1 0-16,3 0 0 0,0 2 0 16,-3-5 0-16,3 3 0 0,-3 0 0 0,3-3 0 0,0 2 0 15,-3 1 0-15,3 0 0 0,0-3 0 0,-3 3 0 16,3-1 0-16,0 1 0 0,0-3 0 0,0 3 0 15,0 0 0-15,0-1 0 0,0 1 0 0,0 0 0 16,0-1 0-16,0 1 0 0,0 0 0 0,0 2 0 16,0-2 0-16,0 0 0 0,-2-1 0 0,2 4 0 15,0-4 0-15,0 6 0 0,0-5 8 0,0 0-8 16,0 5 0-16,0 0 0 0,0-3 0 0,0 3 0 0,0-5 0 16,0 5 0-16,0 0 0 0,2-5 0 0,-2 5 0 0,0 0 0 15,0 0 0-15,0 0 0 0,0-3 0 0,0 3 0 16,0 0 0-16,0 0 0 0,0 0 0 0,3-5 0 15,-3 5 0-15,0 0 0 0,0 0-17 0,0 0 4 16,0 0 1-16,0 0 0 16,3 0-23-16,-3 0-4 0,0 0-1 0,0 0 0 15,0 0-121-15,0 0-25 0,0 0-5 0</inkml:trace>
  <inkml:trace contextRef="#ctx0" brushRef="#br0" timeOffset="30655.899">11376 10002 1496 0,'0'0'42'0,"0"0"10"0,-3 5-41 0,-3-2-11 16,3 2 0-16,3-5 0 0,-3 5 109 0,3-5 20 15,-6 6 4-15,6-6 1 0,-3 5-49 0,0-2-9 16,3-3-3-16,0 8 0 0,0-8-7 0,0 5-2 15,0-5 0-15,0 5 0 0,3-2-4 0,0 2-2 0,0-2 0 0,3 2 0 16,0 0-42-16,0-2-8 16,6 0-8-16,-3 2 12 0,3-2 34 0,0-1 7 0,3-2 2 0,2 3 0 15,1-3-37-15,6 0-7 16,0 0-2-16,0-3 0 0,3 3 2 0,-1-5 0 0,-2 2 0 16,3-2 0-16,-3 2-11 0,0-2-16 0,-4 0 4 0,4 2 1 15,0-2 11-15,0 0 0 0,0-1 0 0,-1 1 0 16,1 0 0-16,-3-1 0 15,0 1 0-15,0 0 0 16,-3-1-48-16,-4 1-7 0,1 3-1 0,-3-4-1 16,-3 4-41-16,-3-1-8 0,0 3-2 0,-6 0-620 0,0 0-124 0</inkml:trace>
  <inkml:trace contextRef="#ctx0" brushRef="#br0" timeOffset="31043.604">11715 10036 2091 0,'0'0'46'0,"0"0"10"0,0 0 60 0,0 0-104 0,0 0-12 15,0 0 0-15,-3 6 0 16,3-6 80-16,-3 5 13 0,0-2 3 0,3-3 1 15,-3 5-27-15,0 3-6 0,3-3 0 0,0 3-1 0,-2-3-3 0,2 3-1 16,0 0 0-16,0 0 0 0,0 0-47 0,0 3-12 16,0-1 0-16,0 3 0 0,0-2 0 0,0 2 0 0,0-2 0 0,0 5 8 15,0-3 0-15,-3 3 0 0,3 2 0 0,0 1 0 16,-3-1-8-16,3 1 0 0,0 2 0 16,-3-2 8-16,3-1-8 0,0 1 0 0,0-1 9 15,0-2-9-15,0-3 0 0,0 3 0 0,0-5 0 0,0 2 0 16,0-2 0-1,0-4 0-15,0 1 0 0,0 0 0 0,0 0-17 16,3-2-2-16,-3 1 0 0,0-7 0 16,0 0-133-16,6 3-28 0,-1 0-4 0,-5-3-900 0</inkml:trace>
  <inkml:trace contextRef="#ctx0" brushRef="#br0" timeOffset="33785.154">14930 12322 1224 0,'0'0'27'0,"0"0"5"0,0 0 2 0,0 0 0 0,0 0-34 0,0 0 0 0,0 0 0 0,0 0 0 15,0 0 68-15,0 0 6 0,0 0 2 0,0 0 0 16,0 0-8-16,0 0-2 0,0 0 0 0,0 0 0 15,0 0-14-15,0 0-4 0,0 0 0 0,0 0 0 16,0 0-9-16,0 0-3 0,0 0 0 0,0 0 0 16,0 0-3-16,0 0-1 0,0 0 0 0,0 0 0 15,3 6-5-15,-3-6-2 0,6 2 0 0,-6-2 0 16,3 3-7-16,3 0-2 0,0-3 0 0,-6 0 0 0,6 0-8 0,-3 2-8 16,3-2 9-16,0 0-9 0,3 0 0 0,-6 0 8 15,6 0-8-15,-3 0 0 16,-1 0 0-16,4 0 0 0,-3 0 8 0,3 0-8 15,0 0 0-15,0 0 0 0,0 0 0 0,3 0 0 16,-3 0 25-16,3 0-1 0,0 0 0 0,0 0 0 0,0 0-38 16,-1 0-8-16,4 0-2 0,0 0 0 0,0 0 39 0,0 0 7 15,0 3 2-15,0 0 0 0,0-3-39 0,3 0-7 16,-4-3-2-16,1 3 0 0,3 0 24 0,-6 0 0 16,3-3 0-16,0 3 0 0,-3 0 0 0,3-2 0 15,-1 2 0-15,4-3 0 0,-3 0 0 0,3 3 0 0,0 0 8 16,0-2-8-16,3 2 8 0,2 0-8 15,1 0 8-15,0 2-8 0,-3-2 8 0,6 0-8 16,-3 3 0-16,2-3 8 0,-2 0-8 0,0 0 0 0,3 0 0 16,0 0 0-16,-1 0 0 0,4 0 0 0,3 0 0 0,3 0 0 15,-1 3 0-15,4-3 0 0,-3 2 0 16,2-2 0-16,-2 3 0 0,-3-3 0 0,3 0 0 0,2 0 0 16,-2 0 0-16,3 0 0 0,-1 0 0 0,4 3 0 15,0-3 0-15,-4 2 0 0,1-2 0 0,0 3 0 16,-6-3 0-16,-1 0 0 0,4 0 0 0,3 0 0 15,-4 0 0-15,1 0 0 0,0 0 0 0,3 3 0 16,-7-1 0-16,1 1 0 0,0-3 0 0,0 2 0 16,-7-2 0-16,4-2 0 0,0 2 0 0,3 0 0 15,-4 0 0-15,4 2 0 0,0-2 0 0,3 0 0 16,-7 0 0-16,4 0 0 0,0 0 0 0,-3 0 0 16,-4 0 0-16,1 0 0 0,0-2 0 0,0-1 0 15,0 1 0-15,2 2 0 0,-2-3 0 0,3-2 8 0,0 2-8 0,-4 0 0 16,1 3 0-16,3-2 0 15,-3 2 0-15,-3-3 0 0,-1 0 0 0,1 3 0 0,0-2 0 0,-3-1 0 16,0 0 0-16,-3 1 0 0,5-1 0 16,-2 0 0-16,-3 1 0 0,0 2 0 0,3-3 0 0,-3 3 0 15,2-2 0-15,-2 2 0 0,0 0 0 0,0 0 0 16,0 0 0-16,0 2 0 0,-3-2 0 0,-1 3 0 16,1-3 0-16,0 0 0 0,0 0 0 0,-3 2 0 15,0-2 0-15,0 0 0 0,0 0 0 0,-3 0 0 16,0 0 0-16,0 0 0 0,-1 0 0 0,-2 0 8 15,3 0-8-15,-3 0 0 0,3 0 0 0,-3 0 0 16,0 0 8-16,-3 0-8 0,3 0 0 0,-3 0 0 0,3 0 0 16,-3 0 0-16,-3 0 0 0,6 0 0 15,0 0 0-15,-6 0 8 0,0 0-8 0,6 3 0 0,-6-3 0 0,3 0 8 16,-3 0-8-16,6 3 0 0,-6-3 0 0,0 0 0 16,3 0 0-16,3 0 0 0,-6 0 0 0,0 0 0 15,0 0 0-15,0 0 0 0,0 0 0 0,3 2 0 16,-3-2 0-16,0 0 8 0,0 0-8 0,0 0 0 15,0 0 0-15,0 0 0 0,0 0 8 16,0 0-8-16,0 0-11 0,0 0-4 0,0 0-1 0,0 0 0 16,0 0-100-16,0 0-20 0,0 0-4 15</inkml:trace>
  <inkml:trace contextRef="#ctx0" brushRef="#br0" timeOffset="37697.568">12379 11642 1335 0,'0'0'29'0,"0"0"7"0,0 0 0 0,0 0 2 0,0 0-30 0,0 0-8 0,0 0 0 0,0 0 0 16,0 0 88-16,0 0 17 0,0 0 3 0,0 0 1 15,0 0-36-15,0 0-7 0,0 0-2 0,-3 6 0 16,0-1 0-16,3-5 0 0,-6 3 0 0,0-1 0 15,3 4 0-15,-3-4 0 0,6-2 0 0,-6 3 0 16,0-1-51-16,3 1-13 0,-2 0 0 0,-1-1 0 16,0 1 0-16,0 0 0 0,0-1 0 0,-3-2 0 15,3 3 54-15,-3 0 8 0,3-1 2 0,-3-2 0 16,0 3-52-16,-3-3-12 0,3 3 0 0,-3-3 0 0,3 0 0 16,-2 2 0-16,-4-2 0 0,3 3 0 0,-3 0 39 0,0-3 5 15,3 2 0-15,-3 1 1 0,-3-1-21 0,0-2-4 16,-2 6 0-16,2-6-1 0,-3 2-19 0,0 1 0 15,3 0 0-15,-3-3 0 0,1 2 0 16,2-2 0-16,0 3 0 0,-3-3 0 0,6 3 0 0,-3-3 0 16,6 0 0-16,-3 2 0 0,1-2 0 0,2 0 0 0,0 0 0 0,0 3 0 15,3-3 12-15,0 0-2 0,0 0 0 0,-3 0 0 16,3 0-10-16,-3-3 0 0,0 3 0 0,-2 0 0 16,-1 0 0-16,0 0 0 0,0-2 0 0,0 2 0 15,-3 0 0-15,3 0 0 0,-3-3 0 0,4 3 0 16,-4-3 0-16,0 3-12 15,3 0 0-15,-3 0 1 0,0-2 11 0,3-1 0 0,-3 0 0 0,1 1 0 16,2-1 0-16,0 0 14 16,0 1-3-16,3-1-1 0,0-2-10 0,0 2 0 0,0-2 0 0,0 0 0 15,1-1 0-15,-1 4-14 0,3-6 3 0,-3 2 1 16,3-1 10-16,0-1 12 0,-3 0-2 0,3-3-1 16,0 1-9-16,0-4-12 0,0 1 2 0,0 2 1 15,0-4 9-15,0-1 0 0,4-3 0 0,-4 3 0 16,3-2 0-16,-3 2 0 0,0-3 0 0,3 4 0 15,-3-4 0-15,3 3 0 0,0-2 0 0,-3-1 0 16,3 1 0-16,-3-4 0 0,3-1 0 0,0-4 0 0,0-2 49 0,-3-3 12 16,3-2 3-16,3-1 0 0,-2 4-52 15,-1-1-12-15,3 3 0 0,-3 0 0 0,3 0 0 0,-3 0 0 16,3-1 0-16,-3-4 0 0,3 0 0 0,0-3 0 16,-3-3 0-16,3 0 0 0,0 3 0 0,0 3 0 15,3 2 0-15,-3 0 0 0,0 3 0 0,0-3 0 16,3 3 0-16,-3-5 0 0,0 0 0 15,0-4 0-15,3-1 0 0,-3-1 0 0,0 0 12 0,3 6 0 16,0 2 0-16,-3-2 0 0,0 2-12 0,3-2-16 16,-3-1 3-16,0-2 1 0,3 0 20 0,-3-2 4 15,0-1 0-15,3-3 1 0,-3 9-13 0,0 0 0 16,3 2 0-16,-3 0 0 0,3 3 0 0,-3 0 0 16,3 0 0-16,-3-3 0 0,3 0 0 0,0 3 8 15,-3-2-8-15,3-1 0 0,0 0 0 0,0 6 0 16,3-1 0-16,-3 3 0 0,3 3 0 0,-3 0 0 15,0 2 0-15,0 1 0 0,0-1 0 0,0 3 0 0,0 3 0 0,0-3 0 16,0 6 8-16,0-3-8 0,0-1 0 0,0 4 0 16,0-1 0-16,3 1 8 0,-3 2-8 0,3 0 0 15,-3 0 0-15,3 2 0 0,0-1 0 0,-3 1 0 16,3 4 0-16,0-1 0 0,0 0 0 0,-3 3 0 16,3-2-8-16,-3 2 8 0,6 0 0 0,0 2 0 15,0 1 0-15,3 0-8 0,-3-1 8 0,3 4 0 0,0-4 0 16,0 3-8-16,3 1 8 0,0 2 0 15,-1-3-11-15,4 0 11 0,0 3-10 0,0-2 10 16,3-1 0-16,0 3-9 0,0-3 9 0,0 0 0 16,2 1 0-16,-2-1-10 0,0 0 10 0,3 1 0 15,-3-1 0-15,3 3 0 0,-1-3 0 0,4 0 0 0,0 1 0 16,3-1-8-16,3 0 8 0,2 0 0 16,1 1 0-16,3-1 0 0,0 0 0 0,-1 3 0 0,1-2 0 15,-3-4-8-15,2 4 8 0,1-4 0 0,3 1 0 0,3-1 0 16,2 4 0-16,4-1 0 0,-4 0 0 0,-2 1 0 15,0-4 0-15,2 4 0 0,1-4-8 16,0 4 8-16,2-1 0 0,4 0 0 0,0 3 0 0,-4 0-8 16,1-5 8-16,-1 5 0 0,-2-3 0 0,6 0 0 0,-1 0 0 15,7 3 0-15,-7-2 0 0,1 2 0 0,0 0 0 16,-1-3 0-16,-2 3 0 0,2-3 0 0,4 3 0 16,3 0 0-16,-4 0 0 0,-2 0 0 0,-4 0 0 0,4 0 0 15,0-3 0-15,-1 3 0 0,4-3 0 0,2 3 0 16,-2-3 0-16,-3 1 0 0,-1-1 0 15,1 3 0-15,-1-3 0 0,4-2 0 0,3 2 0 16,2-2 0-16,-5-1 0 0,-1 1 0 0,-2 2 0 0,5 1 0 16,-2-4 0-16,2 1 0 0,-2 2 0 0,6-2 0 15,-10 0 0-15,4-1 0 0,-4 4 0 0,10-4 0 16,-7 3 0-16,7-2 0 0,-6 0 0 0,5-1 0 16,-5 1 0-16,-1 0 0 0,1 2 0 0,8-2 0 15,-5-1 0-15,2 1 0 0,-2 2 0 0,0-2 0 16,-4 0 0-16,4 2 0 0,2-3 0 0,1 4 0 15,-1-4 0-15,-2 1 0 0,-4 2 0 0,4-2 0 16,0 2 0-16,-1 1 0 0,4-4 0 0,2 1 0 0,-8 2 0 16,-1-2 0-16,1-1 0 0,5 1 0 0,-5 0 0 0,6-1 0 15,-4 4 0-15,4-4 0 0,-7 1 0 0,-2 0 0 16,2-1 0-16,4-2 0 0,-1 6 0 0,1-4 8 16,-3 3-8-16,2-2 12 0,-5 0-12 0,-1-1 0 15,1-2 0-15,6 6 0 0,-4-4 0 0,1 4 0 16,-1-1 0-16,-2-2 0 0,-3-1 0 15,2 1 0-15,-2 0 0 0,5 2 0 0,1 0 0 0,-4 0-10 16,-2 3 2-16,3-2 0 0,-10-1 8 16,4 0 0-16,0 1 0 0,5-1 0 0,-2 0 0 0,0 3 0 15,-1-3 0-15,1 3 0 0,-7 3 0 0,1-6 0 16,-3 3 0-16,5 0 0 0,-2 0 0 0,3 0 0 16,-1 0 0-16,1 0 0 0,-3 0 0 0,-4 0 0 15,1 0 0-15,0 0 0 0,-3-1 0 0,2-1 0 16,1 2 0-16,3-3 0 0,2 3 0 0,-2-3 0 0,0 1 0 0,-1-1 0 15,-5 3 0-15,3-3 0 0,-4-2 0 0,4 5 0 16,0-3 0-16,3 0 0 0,-1-2 0 0,4 2 0 16,-3 0 0-16,-1 1 0 0,-2-1 0 0,3-2 0 15,-4 2 0-15,1 0 0 0,3-2 0 0,2 0 0 16,1 2 0-16,0 0 0 0,-4 0 0 0,4 1 0 16,-6-1 0-16,-1 0 0 0,1-2 0 0,3 0 0 15,-1-1 0-15,1 1 0 0,3 2 0 0,2 0 0 16,-5 1 0-16,0-1 0 0,-1-2 0 0,1-1 0 15,0 1 0-15,-1 0 0 0,4-1 0 0,0 4 0 16,-1-1 0-16,1 0 0 0,-3 0 0 0,-1 3 0 16,-5-5 0-16,3 2 0 0,2-2 0 0,4 0 0 15,0 2 0-15,-1 0 0 0,1 0 0 0,0 3 0 16,-7-2 0-16,4 2 0 0,-3-3 0 0,-1 0 0 16,4 1 0-16,0-4 0 0,2 3 0 0,-2 3 0 15,0-2 0-15,-1-1 0 0,-5 3 0 0,3 0 0 0,-4-3 0 0,-2 0 0 16,6 1 0-16,0-1 0 0,-1 0 0 0,1 3 0 15,-3-2 0-15,-1-1 0 0,1 0 0 0,-3 0 0 16,0 1 0-16,-1 2 0 0,-2-3 0 0,0 0 0 16,3 1 0-16,2-1 0 0,-2 0 0 0,0 0 0 15,3-2 0-15,-4 2 0 0,-2 1 0 0,3-4 0 16,-3 4 0-16,-4-4 0 0,1 4 0 0,0-4 0 16,-3 3 0-16,3 1 0 0,-1-4 0 0,4 4 0 0,-3-1 0 15,3-2 0-15,-4 2 0 0,4-2 0 0,-3 2 0 0,0 0 0 16,0 0 0-16,-4 1 0 15,1-1 0-15,0 0 0 0,-3-2 0 0,0 2 0 16,3-2 0-16,-4 2 0 0,4-2 0 0,-3-1 0 16,3 1 0-16,0 2 0 0,-1-2 0 0,-2 0 0 0,3 2 0 0,0-2 0 15,-3 2 0-15,0 0 0 0,-1 1 0 0,1-1 0 16,0 0 0-16,-3-2 0 0,0 2 0 0,0-2 0 16,-3 2 0-16,-1-2 0 0,1-1 0 0,3 1 0 15,0 0 0-15,-3-1 8 0,3 1-8 0,3-1 0 16,-3 4 0-16,-1-4 0 0,1 1 0 0,0 2 0 15,3-2 0-15,-3 2 0 0,0 1 0 0,-1-1 0 16,-2 0 0-16,3 0 0 0,-3 1 0 0,0-1 0 0,-3 0 0 16,0 1 0-16,3-1 0 0,-3 0 0 0,-3 1 0 15,2-1 0-15,1 0 0 0,-3 0 0 0,0 1 0 0,3-1 0 16,0 0 0-16,0 1 0 0,0-1 0 0,0 0 0 16,0 3 0-16,0-3 0 0,2 1 0 0,4-1 0 15,-3 3 0-15,0-3 0 0,0 0 0 0,-3 1 0 16,3 2 0-16,-3-3 0 15,0 0 0-15,2 1 0 0,-5-1 0 0,3 0 8 0,-3 3-8 0,-3-3 0 16,0 1 0-16,0-1 0 0,0 0 0 0,0 3 0 16,0-2 0-16,-3 1 8 0,0 1-8 0,0-2 8 15,0-1-8-15,0 3 8 0,-3 0-8 0,3-3 0 16,0 3 0-16,-3-3 8 0,3 3-8 0,-3 0 0 16,0-2 0-16,0 1 8 0,3 1-8 0,-3 0 9 15,3 0-9-15,-3 3 10 0,0-1-10 0,0-2 12 0,0 6-12 16,0-4 12-16,0 3-12 0,0-2 10 15,0 2-10-15,0 0 10 0,0 3-10 0,0-2 12 0,-3 1-12 16,0 1 12-16,3-2-12 0,-3 1 12 0,3-1-12 0,-3 2 12 16,3-3-4-16,-3 0-8 0,3-2 12 15,-3 4-4-15,3-4-8 0,-3 2 8 0,3-2-8 0,-3 2 8 16,3-2-8-16,-3-1 0 0,3-2 0 0,-3 0 0 16,3 0 0-16,0 0 0 0,-3 0 8 0,3 0-8 15,-3 0 0-15,3 0 0 0,-3 0 0 0,3 0 0 16,-3 0 0-16,3 0 0 0,-3-1 0 0,3 1 0 15,-3 0 0-15,3 3 0 0,-3-3 0 0,3 2 0 16,0-2 0-16,0 0 0 0,-3 3 8 0,3-1-8 16,0 1 0-16,-3-3 0 0,3 3 0 0,0-1 0 15,0 1 0-15,-3-1 0 0,3 1 0 0,0 0 0 16,0-4 0-16,-3 4 0 0,3-3 0 0,0 3 8 0,0-4-8 16,-3 4 0-16,3-3 0 0,0 0 0 0,-3 0 0 15,3 0 0-15,0 0 0 0,-3 0 0 16,3-3 0-16,-3 3 0 0,3 0 8 0,-3-3-8 0,3 3 0 15,0-3 0-15,-3 1 0 0,3 2 0 0,0-3 0 0,-3 3 8 16,3-3-8-16,-3 0 0 0,3 1 0 0,0 2 0 16,-3-3 8-16,3 3-8 0,0-5 0 0,-3 4 0 15,3 1 0-15,0-2 0 0,0 2 0 0,0 0 0 16,0 0 0-16,0 2 8 0,0-2-8 0,0 0 0 0,0 0 0 16,0 0 8-16,0 0-8 0,0 2 0 0,0 1 0 0,0-3 8 15,0 0-8-15,0 2 0 0,0-2 0 0,0 3 0 16,0-3 0-16,0 2 0 15,0-2 0-15,0 3 0 0,0 0 0 0,0-3 0 16,0 2 8-16,0-2-8 0,0 0 0 0,0 0 0 0,-3 0 0 16,3 2 0-16,0-2 0 0,0 0 0 15,-3-2 0-15,0 2 0 0,3-1 0 0,-3 1 0 0,3-2 0 0,-2 2 0 16,2-3 0-16,-3 0 8 0,3 3-8 0,-3-3 0 16,3 3 0-16,-3-2 8 0,3-6-8 0,-3 8 0 15,0-3 0-15,3 0 8 0,-3 1-8 0,0 1 0 16,0-1 0-16,0-1 0 0,0 0 8 0,0 1-8 15,0-1 0-15,0 0 0 0,0 0 0 0,0 1 0 16,0-1 0-16,0 0 0 0,0 1 0 0,0 2 0 16,3-8-9-16,-3 5-4 0,0 0-1 0,3-5 0 15,-3 5-68-15,3-5-14 0,-3 6-2 0,3-6-1 16,0 0-139-16,0 0-28 16</inkml:trace>
  <inkml:trace contextRef="#ctx0" brushRef="#br0" timeOffset="38508.063">23140 12894 2419 0,'0'0'53'0,"0"0"11"0,-3 5 3 0,-3 3 1 0,0-3-55 0,3 1-13 0,-3-1 0 0,3 3 0 16,-3-3 54-16,3 3 8 0,-3 0 2 0,3 3 0 16,-3-3-16-16,0 2-2 0,3 1-1 0,-3-1 0 15,0 1-33-15,3 0-12 0,-3 2 9 0,3-3-9 16,0 4 0-16,0-1 8 0,0 0-8 0,0 3 0 16,0-3 0-16,0 0 0 0,3 1 0 0,-3 2 0 15,3-3 0-15,0 0 0 0,3 0 0 0,-3-2 0 0,3 2 0 0,0-5-9 16,0 0 9-16,0 0 0 15,0 0-13-15,0-3 4 0,3-2 1 0,0 2 0 16,0-5-24-16,3 0-4 0,-3 0 0 16,3 0-1-16,0-3 37 0,0-2 0 0,0-3 0 0,3 0 0 0,-3-2 44 0,2-1 16 15,-2-2 3-15,3-3 1 0,0 0-52 0,0 0-12 16,0 0 0-16,0-2 0 0,0 2 35 0,0-3 4 16,-3 4 1-16,3-1 0 0,-4 0-13 0,1 0-3 0,-3-3 0 15,0 3 0-15,-3 3-13 0,-3 0-3 0,0 0-8 16,-3 0 12-16,0-1-12 0,-3 4-8 15,0-1 8-15,-5 1-13 16,2-4 37-16,-6 6 8 0,3 0 2 0,-6 1 0 0,3 1-3 0,0 4-1 16,-3-1 0-16,0 0 0 0,4 3-30 0,-1 0 0 0,0 3 0 0,3 2 0 31,3-2-45-31,0 2-15 0,0 0-4 0,3 3 0 0,0 0 52 0,3 0 12 0,0 0 0 16,3 3 0-16,0-1 0 0,0-2 0 0,3 6 0 0,3-4 0 15,0 1 0-15,3-1 0 0,0 1 0 0,6-1 0 16,0 1 0-16,0 0 0 0,3-3 0 0,2 2 0 15,-2-2-16-15,3 0-1 0,0 0 0 0,0 0 0 16,-6 0 17-16,2 0 9 0,-2 0-1 0,0 0 0 16,0 0 0-16,0 0 0 0,-6-3 0 0,3 3 0 15,-3 0-8-15,-3 0 0 0,0-3 0 0,0 3 0 16,-3 0 0-16,0 0 0 0,-3 0 0 0,-3 0 0 0,3-3 0 16,-3 3 0-16,-3 0 0 0,0 2 0 0,-3-2 0 0,0 3 0 15,0-3 0-15,-3 0 0 16,0-3-46-16,0 3-14 0,-3-3-4 0,0 1 0 15,4-4-116-15,-1 1-24 0,-3-3-5 16,3 0-1-16</inkml:trace>
  <inkml:trace contextRef="#ctx0" brushRef="#br0" timeOffset="38838.487">23702 12762 2649 0,'0'0'58'0,"-6"-3"12"0,3 3 2 0,-3-3 4 0,3 1-61 0,-3 2-15 0,0 0 0 0,0 0 0 16,0 2 54-16,1 1 8 0,-4 2 2 0,0 1 0 15,0 2-20-15,0-1-4 0,0 1-1 0,-3 6 0 16,3-4-25-16,0 3-5 0,3 1-1 0,-3 2 0 16,0-1-8-16,0 1 0 0,3 0 0 0,0 0 0 15,4 0 11-15,-4 2 6 0,3 1 2 0,3-1 0 16,-3 4-35-16,6-1-8 0,0 0 0 0,0 3-1 15,2 2 25-15,1 1 0 0,6-1 0 0,-3 1 0 16,6 2 0-16,-3-5 0 0,3-1 0 0,3-1 0 16,-3-1 0-16,3-3 0 0,2-2 0 0,1 0 0 15,-3-3 0-15,3 0 0 0,0-5 0 0,-3 0 0 16,-1-2-36-16,4-4-3 16,-3 1 0-16,3 0 0 0,3-6-128 0,-3 0-25 0,2 1-6 0,4-1-883 15</inkml:trace>
  <inkml:trace contextRef="#ctx0" brushRef="#br0" timeOffset="39585.268">23812 12889 1404 0,'0'0'31'0,"0"0"6"0,0-6 2 0,3 1 0 0,-3 0-31 0,3-1-8 0,0-1 0 0,0-1 0 16,0 0 110-16,0 0 21 0,0 0 4 0,0 0 1 16,0-3-44-16,0 3-8 0,0 0-1 0,0 0-1 15,0 3 37-15,0 0 7 0,0 2 2 0,-3 3 0 16,0 0-103-16,0 0-25 0,0 0 0 0,0 0 0 16,0 0 59-16,0 0 6 0,0 0 2 0,0 0 0 15,0 8-33-15,0 0-6 0,0 5-2 0,0 1 0 31,-3 1-44-31,0 1-9 0,3 3-1 0,-3-1-1 0,3 1 74 0,-3-1 15 0,3 4 4 16,-3-1 0-16,3 0-52 0,-3-3-12 0,3 4 0 0,-3-1 0 31,3 0-21-31,0 0-7 0,-3 0-2 0,3 3 0 16,0-5 2-16,0 2 1 0,0-3 0 0,0 1 0 0,0-3-26 16,0-3-6-16,0 0-1 0,0-2 0 0,-3-1-114 0,3-4-23 0,0-1-5 15</inkml:trace>
  <inkml:trace contextRef="#ctx0" brushRef="#br0" timeOffset="39825.189">23714 13055 1886 0,'0'0'41'0,"0"0"9"0,0 0 2 0,0 0 1 0,0 0-42 0,0 0-11 0,6 0 0 0,0 0 0 16,0 3 84-16,3-3 16 0,0 0 2 0,0 0 1 15,3 0-19-15,-3 3-4 16,-1-3-1-16,1 2 0 0,3 1-31 0,-3-3-5 16,3 0-2-16,0 0 0 0,0 0-23 0,0 0-5 0,3 0-1 0,0-3 0 15,3 1-28-15,-4-1-5 0,4-2-2 0,0-1 0 32,3 4-186-32,-3-6-38 0,26-11-7 0,-14 6-2 0</inkml:trace>
  <inkml:trace contextRef="#ctx0" brushRef="#br0" timeOffset="40155.832">24137 12809 1958 0,'-9'0'43'0,"9"0"9"0,-9 0 1 16,3 0 3-16,6 0-45 0,0 0-11 0,0 0 0 0,0 0 0 0,0 0 104 0,-3 6 20 15,3-1 3-15,3 3 1 0,-3-3-52 0,6 6-9 16,-3-3-3-16,3 0 0 15,0-1 0-15,3 1 0 0,-3 0 0 0,3 3 0 0,0-3-51 0,-1 2-13 16,1 1 0-16,0 0 0 0,-3-1 0 0,0 1 0 16,3 2 0-16,-3-2 0 0,-3 2 54 0,3 0 8 15,-3-2 2-15,0 2 0 0,0-3-52 0,-3 4-12 16,0 2 0-16,-3-1 0 0,3 1 0 16,-6 0 0-16,3 0 0 0,-6 0 0 0,0 0 0 0,-3-3 0 15,0 3 0-15,-5 0 0 16,2-3-48-16,-3 0-13 0,-3 1-3 0,0-1 0 0,0-3 52 0,0 1 12 15,1-1 0-15,-1-2 0 16,3 0-54-16,0 0-8 0,0-2-2 16,0-4 0-16,0 1-204 0,1 0-42 0</inkml:trace>
  <inkml:trace contextRef="#ctx0" brushRef="#br0" timeOffset="43292.102">11174 12891 1011 0,'0'0'22'0,"0"0"5"0,0 0 29 16,0 0-56-16,0 0 0 0,0 0 0 0,0 0 0 16,0 0 72-16,0 0 8 0,0 0 1 0,0 0 1 15,-6 0 2-15,6 0 0 0,0 0 0 0,-6 3 0 0,6-3-6 0,0 0-1 16,0 0 0-16,0 0 0 15,0 0-17-15,0 0-3 0,0 0-1 0,0 0 0 0,0 0-22 0,0 0-5 16,0 0-1-16,0 0 0 0,0 0 7 0,0 0 1 16,0 0 0-16,0 0 0 0,3 5-14 0,0-2-2 15,3 0-1-15,0-1 0 0,3-2-1 0,-1 3 0 16,1-3 0-16,0 2 0 0,3-2-5 0,-3 0-1 0,3 0 0 16,0 0 0-16,-3 0-12 0,3 0 0 0,0 0 8 15,0 0-8-15,0 3-16 0,-1-3-5 16,1 3-2-16,0-3 0 0,0 2 23 0,-3-2 0 15,3 0 0-15,0 3 0 0,-3 0-20 0,0-3 1 16,0 0 0-16,0 2 0 16,0-2-45-16,-4 0-10 0,1 0-2 0,0 0-575 0,0 0-115 0</inkml:trace>
  <inkml:trace contextRef="#ctx0" brushRef="#br0" timeOffset="43631.853">11575 12656 1609 0,'0'0'35'0,"0"0"7"0,0 0 48 0,0 0-81 0,0 0-9 16,0 0 0-16,0 0 0 0,0 0 84 0,0 0 16 15,0 0 2-15,0 0 1 0,0 0-35 0,0 0-6 16,0 0-2-16,-5 5 0 15,2 0-14-15,0 3-3 0,0 0-1 0,0 0 0 0,3 5-18 0,-3-2-4 16,3 5-1-16,-3-3 0 0,0 3-19 0,3 3 8 16,-3-1-8-16,3 1 0 0,-3-4 8 0,3 1-8 15,-3 0 0-15,0 3 0 0,3-6 8 0,-3 3-8 16,0-3 0-16,3 0 0 0,-3 1 0 0,0-1-9 16,0 0-1-16,0 0 0 15,3 0-21-15,-3 1-4 0,0-6-1 0,3 2 0 16,-3 1-41-16,3-3-9 0,0 0-2 0,-3 0 0 15,3-8-74-15,0 0-15 0</inkml:trace>
  <inkml:trace contextRef="#ctx0" brushRef="#br0" timeOffset="44157.238">11584 12632 1666 0,'0'0'36'16,"0"0"8"-16,0 0 2 0,-6 0 2 0,3-3-39 0,3 3-9 0,-5 0 0 0,5 0 0 16,-6-2 92-16,6 2 16 0,0 0 3 0,-9 0 1 15,9 0-32-15,0 0-5 0,0 0-2 0,0 0 0 16,-3 2-23-16,3-2-5 0,0 0-1 0,0 0 0 15,0 8-12-15,0-8-2 0,3 6-1 0,3-1 0 0,-3 0-10 0,3 0-3 16,2 3 0-16,1-2 0 0,0-1-16 0,0 3 0 16,3-3 0-16,-3 1 0 0,3 1 0 0,-3-1 10 15,3 2-10-15,-3-3 12 0,3 3-12 16,-3 0 0-16,0 0 0 0,-1 2 0 0,1-2 0 0,0 0 0 16,-3 3-12-16,3-1 12 0,-3 1 0 0,0 0 0 0,0-3 9 15,-3 2-1-15,0 1-8 0,0-1-10 16,3-2 10-16,-3 3-13 0,-3-3 13 0,3 0 0 15,-3 0 0-15,0 0 0 0,0-3 0 0,-3 3 0 16,3 0 0-16,-6 0 0 16,3-3-54-16,0 3-8 0,-3-3-2 0,0 3 0 0,0 0 53 0,0 0 11 15,-3 0 0-15,0 0 0 0,0 0 0 0,-3 0 0 0,-2 0 0 16,2 0 0-16,-3 0-11 0,0-1 2 0,0-1 0 0,0 2 0 16,3 0 9-16,-3-3 0 0,0 0 0 0,4 1 0 15,-1 1 0-15,0-1 0 0,3-4 0 0,0 4 0 16,0-4 0-16,3 1-8 0,0 0 8 0,0-1 0 15,6-2-9-15,0 0 9 0,0 0-10 0,0 0 10 16,0 0-38-16,0 0-2 16,0 0 0-16,0 0 0 0,6-5-128 0,-3 0-25 0,3-1-6 0</inkml:trace>
  <inkml:trace contextRef="#ctx0" brushRef="#br0" timeOffset="44647.47">11826 12878 1792 0,'0'0'51'0,"0"0"10"0,0 0-49 16,0 0-12-16,0 0 0 0,0 0 0 0,0 0 108 0,0 0 20 15,-3 5 3-15,3-5 1 0,-3 6-69 0,0-1-14 0,3 0-2 0,-3 3-1 16,3-3-26-16,0 1-4 0,0 2-2 0,0 0 0 16,-3-3-14-16,6 3-8 0,-3-3 8 0,3 3-13 15,0-3 4-15,3 1 1 0,-4 2 0 0,4-3 0 32,0 0-16-32,0 0-2 0,0 1-1 0,0-4 0 15,3 4-17-15,0-6-3 0,0 2-1 0,0-2 0 16,3 0 10-16,0 0 2 0,0 0 0 0,0-2 0 0,-1-1 21 0,1-2 5 0,3 2 1 15,-3-2 0-15,0 0 9 0,0-1 12 0,0-2-2 0,-3 3-1 16,0 0 33-16,0-1 6 0,-3-1 2 0,0-1 0 16,0 2 12-16,-3-2 2 0,2 0 1 0,-2 0 0 15,-3 1-5-15,3-1-2 0,-3 0 0 0,0 0 0 16,-3-3-9-16,0 3-1 0,1 0-1 0,-1 0 0 16,-3 0-17-16,0 0-3 0,-3 1-1 0,0-1 0 15,0 2-13-15,-3 1-2 0,0 0-1 0,-3-1 0 0,3 4-10 16,-3-1 0-16,0 0 0 0,1 3 0 15,-1 0-22-15,0 0-10 0,0 0-1 0,0 3-1 16,3 0-119-16,3-1-24 0,0 1-5 16</inkml:trace>
  <inkml:trace contextRef="#ctx0" brushRef="#br0" timeOffset="45178.282">12102 12889 1160 0,'0'0'32'16,"0"0"9"-16,0 0-33 0,0 0-8 0,0 0 0 0,0 0 0 0,0 0 104 0,0 0 20 15,0 0 3-15,0 0 1 0,0 0-39 0,0 0-7 16,0 0-2-16,0 0 0 0,0 0 8 16,0 0 0-16,0 0 1 0,0 0 0 0,0 0-71 0,0 0-18 15,0 0 0-15,3 2 0 16,3 1 55-16,0 0 7 0,0-3 2 0,-6 0 0 0,6 2-52 0,0 1-12 16,0-3 0-16,0 3 0 0,3-3 54 0,-3 2 8 15,0-2 2-15,3 3 0 0,0-1-64 0,0-2-24 16,-3 0 0-16,5 3 1 0,-2-3 37 0,3 3 7 15,-3-3 2-15,3 0 0 0,-3 0-23 16,3 0 0-16,-3 0 0 0,3 0 0 16,0-3-47-16,-3 0-13 0,3 3-4 0,-1-5 0 15,1 3-102-15,0-1-21 0,12-2-4 0,-6-3-1 0</inkml:trace>
  <inkml:trace contextRef="#ctx0" brushRef="#br0" timeOffset="46525.569">11180 11632 836 0,'0'0'24'0,"0"0"4"0,3-5-28 0,0 2 0 0,0-2 0 0,-3 2 0 16,2-2 100-16,-2 5 15 0,0 0 2 0,0 0 1 15,0-3-35-15,0 3-7 0,3-5-2 0,-3 5 0 0,0-3 43 0,0 3 9 16,0 0 2-16,0 0 0 15,0-5-52-15,0 5-9 0,0-3-3 0,0 3 0 16,0-5-51-16,0 5-13 0,-3-3 0 0,3 3 0 0,0-5 34 16,-2 0 4-16,2 5 1 0,-3-3 0 0,3 3-31 0,-3-5-8 15,3 5 0-15,0 0 0 16,0 0 8-16,0 0 0 0,0 0 0 0,0 0 0 0,0 0 6 0,0 0 2 16,0 0 0-16,0 0 0 0,0 0-16 0,0 0 0 15,0 0 0-15,0 0 0 0,-3 5 0 0,0 0 0 16,3 1 0-16,-3 1 0 0,3 1 0 0,0-2 0 15,0 2 0-15,0 0 0 0,0 0 57 0,3-1 6 16,-3 1 1-16,0 3 0 0,3-3-52 0,-3 2-12 16,0-2 0-16,0 3 0 0,0-3 0 0,0 3 0 0,0-4 0 0,0 4 0 15,-3 0 0-15,3-3 0 0,0 2 0 0,-3 1 0 16,3-1 0-16,-3 1 0 0,3 0 0 16,-3-1 0-16,0 1 0 0,3-1 0 0,-3 1 0 0,0 2 0 15,3 0 54-15,-3 1 8 0,3 1 2 16,-3-1 0-16,3 2-52 0,0-1-12 0,0-1 0 0,-3 1 0 15,3 1 0-15,0 0 0 0,-3-3 0 16,3 3 0-16,0-5 0 0,0 2 0 0,0 0 0 0,0-2 0 16,0 0 0-16,0-1 0 0,-3-2 0 0,0 3 0 15,3-1 0-15,0 1 0 0,-3-1 0 0,3 1 0 16,0 0 0-16,-3-3 0 0,3 2 0 0,0 1 0 16,-3-1 0-16,3-2-12 0,0 3 3 0,-3-1 0 15,3 1 9-15,0 0 12 0,-3-1-2 0,3 3-1 16,-3-2-9-16,3 0 0 0,-3 2 0 0,3-3 0 15,-3 4 0-15,0-1 0 0,3-3 0 0,-3 1 0 16,0 0 0-16,3 2 0 0,-3-3 0 0,0 1 0 0,3-3 0 16,-3 0 0-16,0 2 0 0,3 1 0 0,-3-3 0 15,3-3 0-15,0 3 0 0,-3 0 0 0,3 0 28 0,0-3 4 16,-3 3 1-16,3-2 0 16,-3-1-25-16,3 0-8 0,0 0 0 0,-3 1 0 0,3-1 0 0,0 0 0 15,0-5 0-15,-3 6 0 0,3 2 0 0,-3-3 0 16,3-5 0-16,0 5 0 0,0 0 0 0,0 1 0 15,0 2 0-15,-3-3 0 16,3-5 0-16,0 8 0 0,0-3 0 0,0 3 0 0,0-5 8 0,0 5-8 0,0-3 0 16,0 0 0-16,0 1 26 0,0-1 2 0,0 0 0 15,0 0 0 1,0 1-44-16,3-1-8 0,-3 3-1 0,0-3-1 0,3 1 26 0,-3-1 0 16,0 3 0-16,3-3 0 0,-3 0 8 0,3 3-8 0,-3-5 10 0,0 5-10 15,3-3 11-15,-3 0-11 0,0 1 12 0,3-1-12 16,-3 0 11-16,0 1-11 0,0-6 10 0,3 5-10 15,-3 0 8-15,0 3-8 0,3-3 0 0,-3-2 9 16,0-3-9-16,3 8 0 0,-3-3 0 0,3 1 0 16,-3-1 0-16,0-5 0 0,0 5 8 0,0-5-8 15,3 6 0-15,-3-1 0 0,3 0 0 0,-3 0 0 16,0-5 0-16,0 6 0 0,0-6 8 0,3 5-8 16,-3-5 0-16,0 0 0 0,0 5 0 0,0-5 0 15,3 6 0-15,-3-6 0 0,0 0 0 0,0 2 0 16,0-2 0-16,0 0 0 0,0 0 0 0,0 0 0 15,0 0 0-15,0 0-12 0,0 0 2 0,0 0 1 16,0 0-100-16,0 0-20 0,3-2-4 16,3-6-1101-16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8:10.6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13600 6925 899 0,'0'0'25'0,"0"0"7"0,0 0-32 0,0 0 0 16,0 0 0-16,0 0 0 0,0 0 67 0,0 0 7 16,0 0 2-16,0 0 0 0,0 0-12 0,0 0-1 15,0 0-1-15,0 0 0 0,0 0-16 0,0 0-3 16,0 0-1-16,0 0 0 0,0 0 2 0,0 0 0 16,0 0 0-16,0 0 0 0,0 0 1 0,0 0 1 15,0 0 0-15,0 0 0 0,0 0-6 0,0 0 0 16,0 0-1-16,0 0 0 0,-6 0-3 0,6 0 0 15,0 0 0-15,0 0 0 0,-6 0-9 0,6 0-3 0,0 0 0 16,-6 0 0-16,6 0-5 0,-6 0-2 16,6 0 0-16,-6-3 0 0,6 3-1 0,-9 0-1 0,3 0 0 0,6 0 0 15,-6-3-2-15,0 3 0 16,6 0 0-16,-6 0 0 0,0-2 0 0,6 2 0 0,-6 0 0 0,6 0 0 16,-6 0-2-16,0 0-1 0,0 0 0 0,6 0 0 15,0 0-10-15,-6 0 8 0,6 0-8 0,-9 0 8 16,3 0-8-16,0 2 0 0,1-2 0 15,5 0 8-15,-6 0-8 0,6 0 0 0,-6 3 0 0,0-3 0 16,0 0 0-16,6 0 0 0,-6 3 0 0,6-3 0 16,0 0 0-16,-6 0 0 0,6 0 0 0,-6 2 0 15,6-2 0-15,-3 3 0 0,3-3 0 0,0 0 0 16,-6 3 0-16,6-3 0 0,0 0 0 0,-6 2 0 16,6-2 0-16,0 0 0 0,0 0 0 0,-3 5 0 15,3-5 0-15,0 0 0 0,0 0 0 0,-3 6 0 16,3-6 0-16,-3 5 0 0,3-5 0 0,-3 5 0 15,3-5-9-15,0 6 9 0,0-6 0 0,0 8 0 16,0-8 0-16,0 5 0 0,0-5 0 0,0 5 0 16,0-5 0-16,3 8 0 0,-3-8 0 0,0 5 0 0,0-5 0 15,3 6-8-15,0-4 8 0,-3-2 0 0,3 6 0 0,0-1 0 16,0-2-8-16,0 2 8 0,-3-5 0 16,3 5 0-16,-3-5 0 0,6 3 0 0,-3 2 0 0,0 0 0 15,-3-5 0-15,6 3 0 0,-3 0 0 0,0 2 0 16,3-2-8-16,-3-1 8 0,-3-2 0 0,6 3 0 15,-3 0 0-15,3-1 0 0,-4 1 0 0,-2-3 0 16,6 2 0-16,0 1 0 0,-3 0 0 0,-3-3 0 0,6 0 0 0,0 2 0 16,0-2-8-16,-3 3 8 0,0-3 0 0,3 0 0 15,-3 3 0-15,-3-3 0 0,6 0 0 0,-3 0 0 16,-3 0 0-16,6 2 0 0,-3 1 0 0,-3-3 0 16,3 0 0-16,-3 0 0 0,6 0 0 0,-6 0 0 15,0 0 0-15,6 3-8 0,-6-3 8 0,6 2 0 16,-3-2 0-16,-3 0 0 0,0 0-8 0,6 0 8 15,-3 0 0-15,-3 0 0 16,0 0 0-16,0 0 0 0,6 0 0 0,-6 0 0 0,0 0 0 0,6 0 0 16,-3 0 0-16,-3 0 0 0,0 0 0 0,0 0 0 15,6-2 0-15,-6 2 0 0,3-3 0 0,-3 3 0 16,5-5 0-16,-5 5 0 0,0 0 0 0,3-3 0 16,-3 3 0-16,3-5 0 0,-3 5 0 0,0-3 0 15,3-2 0-15,-3 5 0 0,3-3 0 0,-3 3 0 16,0-5 8-16,0 5-8 0,3-5 0 0,-3 5 0 15,0-3 0-15,0-2 8 0,0-1-8 0,0 6 0 16,0-5 0-16,3 0 9 0,-3 2-9 0,0 3 8 16,0-5-8-16,0 0 12 0,0-1-12 0,0 4 12 0,0-4-12 15,0 1 12-15,0 2-12 0,0-2 12 0,0 2-12 16,0-2 0-16,0 0 9 0,-3 2-9 0,3 3 10 16,0-5-2-16,0 2-8 0,0 3 12 0,0 0-12 0,-3-5 8 15,0 2-8-15,3 3 0 0,-3-5 0 0,3 5 8 16,-6-3-8-16,4 1 0 15,-4-1 0-15,6 3 0 0,-6-3 8 0,3 1-8 0,-3 2 0 16,3-3 0-16,3 3 0 0,-6-2 0 0,0-1 0 0,6 3-18 0,-6 0 4 16,6 0 1-1,-6-3-35-15,0 3-6 0,6 0-2 0,-6 0 0 16,3 0-159-16,-3-2-32 0</inkml:trace>
  <inkml:trace contextRef="#ctx0" brushRef="#br0" timeOffset="2558.145">14567 15659 1267 0,'0'0'28'0,"0"0"5"0,0 0 2 0,0 0 1 0,0 0-36 0,0 0 0 16,0 0 0-16,0 0 0 0,0 0 64 0,0 0 5 16,0 0 2-16,-3 5 0 0,3-5-11 0,0 0-3 15,0 0 0-15,-6 3 0 0,6-3-45 0,0 0-12 16,0 0 0-16,-3 5 0 0,3-5 44 0,0 0 8 16,0 0 0-16,0 0 1 0,0 0-33 0,0 0-8 0,0 0 0 0,-3 6-1 15,3-6 27-15,0 0 6 0,0 0 0 16,0 0 1-16,0 0-26 0,0 0-6 15,0 0-1-15,-6 5 0 0,6-5 0 0,0 0 0 0,-3 2 0 0,3-2 0 16,0 0 0-16,-3 6 0 16,3-6 0-16,-6 5 0 0,6-5-23 0,-3 5-5 0,0-2 0 15,3-3-1-15,-6 8 39 0,3-3 8 0,0-2 2 0,0 5 0 16,3-8-23-16,-3 5-9 0,-3 0 8 0,3 3-8 16,0-2 0-16,1-1 0 0,2-5 8 0,-3 5-8 15,3-5 0-15,-6 8 0 0,3-3 0 0,3-5 0 16,-3 6 0-16,0-1 0 0,0 3 0 0,3-8 0 15,0 0 24-15,-3 5 2 0,0 3 1 16,0 0 0-16,3-8-43 16,0 0-9-16,-3 5-2 0,3 3 0 0,0-8 27 0,0 0 0 0,-3 6 0 0,3-6-8 15,0 8 8-15,0-3 0 0,0 0 0 0,0-5 0 16,0 8 0-16,3-3 0 0,-3 1 0 0,0-6-8 16,3 5 8-16,0 0 0 0,-3-5 0 0,3 8-8 0,0-2 8 15,-3-6 0-15,3 5 0 0,0 0 0 16,0 0-30-16,-3-5-1 0,3 6 0 0,0-4 0 15,-3-2 31-15,3 6 0 0,-3-6 0 0,5 2 0 0,-5-2 13 0,6 0 9 16,-3 3 2-16,0 0 0 16,3-3-39-16,-3 2-7 0,3-2-2 0,-3 3 0 0,3-3 24 0,-3 0 0 15,3 0 0-15,0 0 0 0,-3 0 12 0,3 0 8 16,-3 0 0-16,3-3 1 0,-3 3-33 0,3 0-8 16,-3-2 0-16,0-1-1 0,3 0 21 0,-3 1 0 15,3-1 0-15,-3 0 0 0,0 1 0 0,3-1 0 0,-3 0 0 16,0-2 0-16,0 2 0 0,-3 3 0 15,3-2 0-15,0-1 0 0,-1 1 0 0,-2 2 0 16,3-6 0-16,-3 4 0 0,3-4 0 0,-3 6 0 0,3-5 0 0,-3 2 0 16,3-2 47-16,-3 0 13 0,0 5 4 0,0-6 0 15,0 1-52-15,0 5-12 0,0 0 0 0,0-2 0 16,0-4 54-16,-3 1 8 0,3 5 2 0,-3-5 0 16,3-1-52-16,-3 1-12 0,3 5 0 0,-5-3 0 15,2-2 33-15,0 0 4 0,0 0 1 0,0-1 0 16,0 4-10-16,0-4-3 0,0 1 0 0,0 2 0 15,0-2-25-15,0 2 0 0,0-2 8 0,0 0-8 16,0 2 20-16,3 3 3 0,-6-5 0 0,3 2 0 16,0-2-23-16,0 2 8 0,3 3-8 0,-3-5 0 15,3 5 0-15,-6-3 0 0,3-2 0 0,3 5 8 16,-6-3-8-16,6 3 0 0,-3-5 0 0,3 5 0 16,-3-5-13-16,0 2-1 0,3 3 0 0,-3-5 0 15,0 2-122-15,-3-2-24 0,3 2-4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8:48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16546 3175 1728 0,'0'0'38'0,"0"0"8"0,0 0 2 0,0 0 0 0,0 0-39 0,0 0-9 0,3 0 0 0,-3 0 0 16,6 8 13-16,-3-5 1 0,-3 5 0 0,3 0 0 15,-3 2 16-15,3 1 3 0,-3 2 1 0,0 0 0 16,3 3-17-16,-3 5-3 0,3-5-1 0,-3 8 0 15,0 2-13-15,3-2 8 0,-3 5-8 0,3 1 0 0,-3 1 0 16,0-2 0-16,3 0 0 0,-3 3 0 0,0-3 0 0,3-2 0 16,-3 2 0-16,0-5 0 15,0 2 0-15,0 6 0 0,0-8 0 0,0 2 0 0,0 1 0 0,0-1 0 16,0-2 0-16,0-3 0 0,0 0 0 0,0-2 0 16,0-1 0-16,-3-2-574 15,0 0-121-15</inkml:trace>
  <inkml:trace contextRef="#ctx0" brushRef="#br0" timeOffset="426.688">16633 3154 1497 0,'0'0'32'0,"-6"0"8"0,-3 0 0 0,0 0 4 0,9 0-36 0,-6 0-8 0,6 0 0 0,-9 3 0 16,9-3 94-16,-6 5 17 0,6-5 3 0,-6 3 1 15,6-3-37-15,0 0-7 0,-3 5-2 0,0 0 0 16,3-5-21-16,-3 8-5 0,3 0-1 0,3-3 0 16,-3 1-10-16,3-1-1 0,3 3-1 0,0-3 0 15,0 3-30-15,3-3 0 0,3 3 0 0,3 3 0 16,3 2 57-16,-1-5 6 0,10 5 1 0,-3 3 0 15,6 5-73 1,-3-2-15-16,2 2-2 0,1 6-1 0,-3-6 27 0,0 3 0 0,-6-1 0 0,2 1 0 16,-2-3 0-16,-3 6 0 0,3-9 0 0,-3 3 0 0,-3-2 8 15,-3-1-8-15,-4-2 8 0,1 3-8 0,-6-6 20 16,-3 6 0-16,0-3 0 0,-6 2 0 0,-3 1-20 16,-2-1 0-16,-1 1 0 0,-3 2 0 0,-3-5-15 15,-3 5-7-15,0-3-2 0,-6 1 0 16,-2-1 15-16,-1 1 9 0,0-3-12 0,0 2 12 15,1-4-34-15,-1 1 0 0,3-4 0 0,3 2 0 0,0 0 15 16,7-2 3-16,-1 0 1 0,3-3 0 16,0 0-45-16,6-3-8 0,0-3-3 0,0 1-909 0</inkml:trace>
  <inkml:trace contextRef="#ctx0" brushRef="#br0" timeOffset="1068.079">17657 3588 1074 0,'0'0'30'0,"0"0"8"0,0 0-30 0,0 0-8 0,0 0 0 0,0 0 0 15,0 0 104-15,0 0 19 0,6 0 4 0,0 5 1 16,-3-5-52-16,3 3-11 0,2 0-1 0,-2 2-1 16,3-5-12-16,0 2-3 0,3-2 0 0,-3 6 0 15,3-6-24-15,-3 0-6 0,3 0-1 0,3 0 0 16,0 0 38-16,-1 0 7 0,7 0 2 0,0 0 0 16,3-6-28-16,3 4-6 0,3-3-1 0,2 2 0 15,-2 0-46-15,0 1-10 16,3-4-1-16,-4 4-1 0,-2-4 52 0,0 4 10 0,-3-4 3 0,2 4 0 15,-2 2-28-15,0-5-8 0,0 2 0 0,-3 0 0 16,0-2-26-16,-4 2-9 0,1 1-1 0,-6 2-1 16,3-6-22-16,-6 4-4 0,0 2-1 15,-3 0 0-15,-6 0-102 0,3-6-21 0,9 12-4 16,-12-6-1-16</inkml:trace>
  <inkml:trace contextRef="#ctx0" brushRef="#br0" timeOffset="1337.328">17832 3794 1497 0,'0'0'32'0,"0"0"8"0,0 0 0 0,0 0 4 0,0 0-36 0,0 0-8 0,0 0 0 0,0 6 0 16,0-6 100-16,3 5 19 0,0 0 3 0,3-2 1 15,3 2-43-15,3-5-8 0,0 0-1 0,0 0-1 16,3 0-6-16,3 0 0 0,-1-5-1 0,4 5 0 15,0-3-51-15,0 3-12 0,0 0 0 0,3-5 0 16,-4 2 0-16,1 1 0 0,-3 2 0 0,3-3 0 16,-3 0 0-16,0-2 0 0,0 5 0 0,-1-8 0 15,4 3 8-15,0 0 0 0,0-1-8 0,3 4 12 32,0-4-117-32,2 4-24 0,-2-1-5 0,6-2-1 0</inkml:trace>
  <inkml:trace contextRef="#ctx0" brushRef="#br0" timeOffset="2672.244">19374 3302 1456 0,'0'0'41'0,"0"0"9"0,0 0-40 0,0 0-10 0,0 0 0 0,0 0 0 15,0 0 74-15,-6 0 13 0,0 0 2 0,0 0 1 16,-3 0-44-16,0 0-9 0,1 0-1 0,-1 0-1 16,0 0-5-16,-3 0-1 0,3 3 0 0,-3-1 0 15,0 1 28-15,0 2 6 0,0 3 1 0,0 0 0 16,-3 3-53-16,-2 2-11 0,2 3 0 0,0 3 0 16,0-1 0-16,0 9 0 0,3-9 0 0,0 6 0 0,-3 0 0 15,3-1 0-15,1 1 0 0,2 3 0 16,0-9 0-16,3 6 0 0,-3 0 0 0,6-3 0 0,-3 3 0 15,6-3 0-15,-3 3 0 0,3 0 0 0,0 2-10 0,3-7-6 16,0 2 0-16,0 0-1 16,6 0-24-16,-3-8-5 0,6 3-1 0,-3-5 0 0,2-1 38 15,4-2 9-15,0 0 0 0,3-5 0 0,3 0-9 0,-3-3 0 16,3-3 0-16,2 0 0 0,-2-2 9 0,3-6 0 0,0 1 0 16,-3-1 0-16,3-5 10 0,-7-2-2 0,1-1-8 15,3-2 12-15,-3-5 42 16,3 2 8-16,-3 0 2 0,-1-5 0 0,1 5-4 15,0-2 0-15,0 2 0 0,0-5 0 0,-3 2-7 0,-3-2-1 0,0-3-1 16,0 1 0-16,-7 2-27 0,1-6-6 0,0 6-1 0,-6 0 0 16,-3 3 38-16,0 4 7 0,-6 1 2 15,1 0 0-15,-4 5-52 0,0 0-12 0,-6-2 0 0,0 7 0 16,0-5 8-16,0 3 3 0,0 5 0 0,-2 0 0 16,2 0-11-16,-3 3 8 0,0 0-8 0,0 2 8 15,-3 3-8-15,-2 3-9 0,2 2 9 0,-3-2-13 16,3 7-5-16,3-2-1 0,1 0 0 0,2 3 0 15,0 2-26-15,6 3-6 0,0-3-1 0,3 8 0 16,6-8 42-16,0 6 10 0,3 2 0 0,0 3 0 16,6-3-60-16,0 6-11 0,3-6-1 0,3 3-1 15,3-3 46-15,0-3 10 0,3 1 1 0,-1-1 1 0,1 1 15 16,3-3-9-16,-3-3 9 0,3 3-8 0,-3-3 8 0,-1 3 0 16,1-6 0-16,-3 1 0 15,0 0-31-15,-3-3-4 0,0-1-1 16,0 1 0-16,0 3 28 0,0-3 8 0,-3-5 0 0,0 5 0 15,-1-1-56-15,1-1-5 16,-3-1-1-16,0 3 0 0,0 0-2 0,-3-3 0 0,0 1 0 16,0 4 0-16,-3-2-102 0,3-3-21 0,-3 6-4 0,-3 2-1 0</inkml:trace>
  <inkml:trace contextRef="#ctx0" brushRef="#br0" timeOffset="3785.187">19377 3752 899 0,'0'0'25'0,"3"-5"7"0,-3 2-32 0,3-7 0 0,0 4 0 0,0 1 0 16,-3 0 92-16,3 2 12 0,0-2 2 0,-3 5 1 16,3-3-31-16,-3 3-7 0,3-5-1 0,-3 5 0 15,3-3-3-15,3 0-1 0,-3 1 0 0,0 2 0 16,3 0-14-16,0 0-3 0,0 0-1 0,0 0 0 15,0 2-22-15,0-2-5 0,0 3-1 0,-1 5 0 16,1-5 37-16,3 2 7 0,-6 3 2 0,6-3 0 16,-3 6-52-16,0 2-12 0,0-2 0 0,0 7 0 15,0-7 0-15,0 7 0 0,0 1 0 0,0 2 0 16,0-3 34-16,0 1 4 0,0-1 1 0,0 1 0 16,-3-3-29-16,0-3-10 0,0 3 0 0,0-3 9 15,0 0-9-15,-3 1 0 0,3-4 9 0,-3 4-9 16,0-9 8-16,-3 3-8 0,3 0 10 0,-3 0-10 0,3 0 0 15,0-8-10-15,0 0 0 0,-3 2 0 16,3-2-41-16,0 0-8 0,0 0-1 0,0 0-595 16,0 0-118-16</inkml:trace>
  <inkml:trace contextRef="#ctx0" brushRef="#br0" timeOffset="6440.933">19952 3228 1209 0,'0'0'26'0,"0"0"6"0,0 0 36 0,0 0-68 0,0 0 0 0,9 5 0 0,-3-2 0 16,2 2 68-16,1 3 8 0,3-5 0 0,3 2 1 15,0-2-12-15,3 5-2 0,6-3-1 0,-3 3 0 16,-1 0-24-16,-2-3-5 0,3 3-1 0,0-8 0 16,0 3-3-16,3-1-1 0,-4 1 0 0,7 0 0 15,-3-3-13-15,3 0-3 0,3 0-1 0,-4 0 0 16,4 0-11-16,0 0 0 0,-3 0 0 0,-3 0 0 15,2 0 0-15,-5 0 0 0,-3-3 0 0,0 0 0 16,-3-2 0-16,0 5 0 0,-3-5 0 0,-4 2 0 16,1 3-58-16,-3-5-4 0,0 2-1 0,-3-2-478 15,-3 5-96-15</inkml:trace>
  <inkml:trace contextRef="#ctx0" brushRef="#br0" timeOffset="6673.837">20377 3241 1267 0,'-18'3'28'0,"10"2"5"0,-7-2 38 0,6 2-71 0,0-5 0 16,3 8 0-16,-3-5 0 0,3 2 58 0,-3 0 5 0,3 3 1 0,0 0 0 16,3 0 0-16,-3 3 0 0,6 2 0 0,-3 3 0 15,0 2 0-15,3 1 0 0,-3 2 0 0,3 6 0 16,3-9-52-16,-3 9-12 0,3-4 0 0,-3 1 0 16,3 3 0-16,0-6 0 0,0 0 0 0,0 5 0 15,0-4 0-15,-3 1 0 16,3-1 0-16,-3 4 0 0,0-2 54 0,0 2 8 0,0 1 2 15,0-1 0 1,0-5-103-16,-3 3-20 0,3-3-4 0,-3-2-1 16,0-1 0-16,3-2 0 0,-3 0 0 0,0 0-477 0,0-5-96 0</inkml:trace>
  <inkml:trace contextRef="#ctx0" brushRef="#br0" timeOffset="7010.168">20151 2868 1652 0,'0'0'36'0,"0"0"8"0,3 0 2 0,3 6 0 0,3-6-37 0,0 0-9 16,3 2 0-16,-3 3 0 0,3-5 19 0,2 3 1 16,1 0 1-16,6 5 0 0,0-8 35 0,0 8 6 0,3-6 2 0,2 4 0 15,4-4-40-15,0 4-7 16,0-1-1-16,0 3-1 0,-1-8-15 0,-2 2 0 0,0 4 8 0,3-6-8 16,-1 0-11-16,4-6-5 0,3 6 0 0,3 0-1 15,-1 0 17-15,4 0 11 0,-3 6-2 0,-1-6-594 16,-2 0-119-1</inkml:trace>
  <inkml:trace contextRef="#ctx0" brushRef="#br0" timeOffset="7295.636">20985 3723 1371 0,'5'-5'30'0,"4"5"6"0,18-8 41 0,-12 5-69 0,3-2-8 16,3-1 0-16,3 1 0 0,-1 3 80 0,4-1 16 16,3-2 2-16,0 2 1 0,2 3-50 0,-2 0-9 15,0-5-3-15,0 2 0 16,0-2-17-16,-4 2-3 0,-2 0-1 0,6-2 0 0,-6 2-16 0,3 1 0 15,2 2 8-15,-2-5-8 0,0 5 11 0,-3-3-2 16,-1 3 0-16,1 0 0 0,-3-5-9 0,-3 2 0 0,0 0 0 16,-3-2 0-16</inkml:trace>
  <inkml:trace contextRef="#ctx0" brushRef="#br0" timeOffset="7632.333">21443 3524 2055 0,'0'0'45'0,"0"0"10"0,0 0 59 0,0-5-102 0,0 0-12 0,3 2 0 0,-3 3 0 16,3-2 32-16,-3 2 4 0,3-6 0 0,-3 6 1 15,6-2 22-15,-6 2 4 0,3 0 1 0,-3 0 0 16,6 2 0-16,-3 4 0 0,0-4 0 0,0 6 0 0,-3 3-52 15,3-3-12-15,-3 2 0 0,0 1 0 0,-3 5 0 0,3 0 0 16,0 5 0-16,-3-5 0 0,0 5 0 0,0 0 0 16,0 0 0-16,0 6 0 0,0-1 0 0,0-2 0 15,0 2 0-15,-3 6 0 0,6-8 0 16,-3 0 0-16,0 0 0 0,3-1 0 16,-3-1 0-16,0 1 0 0,0-7 0 0,3 3 0 15,-3-3-160-15,3 0-34 16,-3-6-7-16</inkml:trace>
  <inkml:trace contextRef="#ctx0" brushRef="#br0" timeOffset="10389.305">22443 3397 1267 0,'-6'0'28'0,"0"3"5"0,-3 2 2 0,-3 1 1 0,0-1-36 0,1 6 0 0,-1-3 0 0,-3-1 0 0,3 4 58 0,0 0 5 15,0 2 1-15,0 3 0 0,0-6 14 0,0 4 3 16,3 1 1-16,0 1 0 0,0 3-25 0,1-1-5 16,-1 3 0-16,0 1-1 0,3 1-22 0,0 4-4 15,0-3-1-15,-3 8 0 0,3-1-24 16,0 4 8-16,3-1-8 0,-3 3 0 0,6-3 0 16,-3-2 0-16,0 0 0 0,3-3 0 0,3-2-9 0,-3-1-7 15,3-2-2-15,0 0 0 16,3-3-10-16,-3 0-1 0,3-5-1 0,0 2 0 0,-3-7 5 15,3 5 1-15,3-8 0 0,-3-3 0 0,3-5 3 0,0 0 1 16,-1-3 0-16,4-5 0 0,3-2 32 0,0-1 6 0,3-5 2 16,0 1 0-16,0-1 16 0,0-3 4 0,2 3 1 0,-5-5 0 15,3 3 28-15,0-9 6 0,-3 1 1 0,3-3 0 16,-6-1-20-16,3 1-3 0,-4-8-1 0,-2 3 0 16,0-3 28-16,-3 5 6 0,-3 3 1 0,-3-5 0 15,0 5-37-15,-3 2-7 0,-3 1-2 16,-3 2 0-16,0-5-33 0,-2 8-8 0,-4-1 0 15,0 1 0-15,-3 3 0 0,0-1 0 0,-3 9 0 0,0-6 0 16,-2 5 0-16,2 3 0 0,3 6 0 0,-3-4 0 16,3 6 0-16,0 6-14 0,6-4 5 0,-2 6 1 15,5 3 0-15,-3 5 0 0,6-6 0 0,-3 9 0 16,6-3-32-16,0 5-5 16,3 0-2-16,0 3 0 0,0-3 38 0,3 0 9 0,3 3 0 0,0 0 0 15,3-3 0-15,3 8 0 0,2-5 0 0,1 2 0 16,6 3-18-16,0-2 2 0,6-1 0 0,0 3 0 15,2-10 16-15,-2 7 0 0,6-7 0 0,-3 5 0 16,-4-1 10-16,1-7 6 0,-3 0 0 0,0 0 1 0,-3 3-33 0,0-9-6 16,-4 1-2-16,1 5 0 0,0-8 24 0,-6 2 0 15,3 1 8-15,-6-1-8 0,0 1 0 0,-3 5 8 16,-3-8-8-16,-3 2 0 0,0 1 12 0,-3-1-4 16,0 1 0-16,-3 2 0 15,-3 1-50-15,0-4-10 0,-3 1-3 0,0 2 0 16,-3-8-7-16,3 6-2 0,-3-3 0 0,-2 0 0 15,2 0 0-15,-3-3 0 0,-3 0 0 0,0 0-546 0,0-2-110 0</inkml:trace>
  <inkml:trace contextRef="#ctx0" brushRef="#br0" timeOffset="10701.712">22202 3175 1886 0,'0'0'41'0,"-6"0"9"0,6 0 2 0,0 0 1 15,0 0-42-15,0 0-11 0,0 0 0 0,0 0 0 0,0 8 48 0,3-5 8 16,3 2 2-16,0-2 0 0,0-1-26 0,6 1-4 15,0-3-2-15,6 0 0 0,-1 0-26 0,7-3 0 16,0 3 0-16,6-2 0 0,0 2 0 0,5-3 0 16,1 3 0-16,3-5 0 0,-4 5 0 0,4-3 0 15,3 3 0-15,-1-5 0 16,4 5-40-16,3 0-12 0,2 5-4 0,-2-5-860 16</inkml:trace>
  <inkml:trace contextRef="#ctx0" brushRef="#br0" timeOffset="13131.426">23065 3472 1360 0,'0'0'30'0,"0"0"6"0,6 0 2 0,0 2 0 0,3 1-30 15,-3-1-8-15,3 4 0 0,0 2 0 0,3-6 83 0,3 4 15 16,-3 2 3-16,5-3 1 0,1 0-30 0,0 6-7 15,6-3-1-15,0 0 0 0,3-3 19 0,-4 3 3 16,7 0 1-16,0 0 0 0,-3 0-37 0,-1-6-7 0,4 4-2 16,3-1 0-16,0-2-33 0,-1 2-8 15,4-3 0-15,0-2 0 0,-3 6 0 0,-1-6 0 0,-2 2 0 0,0-2 0 16,-6 0 0-16,0-2 0 0,-4 2 0 0,-2 0 0 31,0-8-49-31,-3 8-12 0,0-8-3 0,-9 0-947 0</inkml:trace>
  <inkml:trace contextRef="#ctx0" brushRef="#br0" timeOffset="13404.252">23550 3583 2419 0,'0'0'53'0,"0"0"11"0,0 0 3 0,3 5 1 0,3 0-55 0,-3 1-13 0,0-1 0 0,0 3 0 16,0-6 63-16,0 6 9 0,-3-2 3 0,3 2 0 0,-3 0-26 0,-3 2-5 16,3 6 0-16,-3 0-1 0,0 0-27 0,-3 5-4 15,3 8-2-15,-3 0 0 0,-3 8-10 16,3-5 0-16,1 2 0 0,-1-2 0 0,3 0 0 0,-3 0 0 16,3-3 0-16,0 0 0 0,0 3 0 15,0-1 0-15,0 4 0 0,0 2 0 0,3-6 0 16,-3 4 0-16,3-6 0 0,0-3 0 15,0-2-102 1,0 0-22-16,0-3-5 0,-3-2-1021 0</inkml:trace>
  <inkml:trace contextRef="#ctx0" brushRef="#br0" timeOffset="14125.361">17984 5729 1706 0,'0'0'48'0,"0"0"11"0,0 0-47 0,0 0-12 0,0 0 0 0,0 0 0 15,0 0 78-15,0 0 14 0,0 0 2 0,0 0 1 16,3 0-28-16,3 0-6 0,3 0-1 0,0 2 0 15,3 1-16-15,0-3-3 0,6 3-1 0,-1 2 0 16,1-5-6-16,3 2-2 0,0-2 0 0,0 0 0 16,3-2-32-16,2-1-12 0,1 1 0 0,6 2 0 15,0-3 60-15,-1 3 13 0,4-3 3 0,0 3 0 16,0 0-84-16,-7 0-16 0,4 0-3 16,-6-2-1-16,0-1 13 0,-1 3 3 0,-2-5 0 0,-3 5 0 15,-3-3-84 1,-3 0-16-16,0 3-3 0,-6 0-513 0,0 0-102 0</inkml:trace>
  <inkml:trace contextRef="#ctx0" brushRef="#br0" timeOffset="14351.238">18207 6057 1728 0,'0'0'38'0,"0"0"8"0,6 2 2 0,0 1 0 0,3 2-39 0,0-2-9 0,3 0 0 0,3-1 0 15,3-2 104-15,0 0 20 0,-1 0 3 0,7 0 1 16,0 0-74-16,0-2-14 0,3-1-4 0,0 0 0 16,-1 1-11-16,1-4-2 0,-3 1-1 0,3 0 0 15,-4-1-14-15,4 1-8 0,-3-3 8 0,6 0-8 16,-3 0 0-16,-1 0 0 0,4 0-12 0,0 1 4 16,-3-4-119-1,3 3-23-15,-1-3-5 0</inkml:trace>
  <inkml:trace contextRef="#ctx0" brushRef="#br0" timeOffset="15006.581">19815 5676 1728 0,'0'0'38'0,"0"0"8"0,0 0 2 0,0 0 0 0,0 0-39 0,0 0-9 0,0 0 0 0,0 0 0 15,0 0 12-15,-6 0 0 0,0 5 0 0,0 3 0 16,0 0-12-16,-3 2 12 0,0 1-12 0,-3 5 12 15,0 0-12-15,-3 5 0 0,3 0 0 0,1 3 0 16,-1 2 0-16,0 1 0 0,3-1 0 0,0 3 0 16,3-2 0-16,3-3 0 0,0 2 0 0,3-5 0 15,3 0-9-15,0-5 9 0,3 3-12 0,0-6 12 16,3 3-12-16,0-5 12 0,0-1-12 16,3 1 12-16,-1-3-11 0,1 0 11 0,0 0-10 0,3-6 10 15,-3 1 0-15,3-3 0 0,0 0 0 0,0-3 0 16,3-2 0-16,-1 0 0 0,1-3 0 0,0 0 0 15,3-3 0-15,-3 1 0 0,3-1 0 0,-1-2 0 16,-2-3 100-16,3 0 22 0,-3-3 5 0,0-4 1 16,3-4-52-16,-6 1-9 0,2-6-3 0,-2 0 0 15,0-2 0-15,-3 2 0 0,0 0 0 0,0 1 0 16,-3-1 0-16,-3 0 0 0,0 0 0 0,-3-2 0 0,-3 2-51 0,0-2-13 16,0-1 0-16,-3 1 0 0,-3 2 0 15,-3 0 0-15,0 6 0 0,-3 0 0 16,-3 4 0-16,0 1 0 0,-3 3 0 0,-2 2 0 15,-1 3 0-15,-3 5 0 0,0-3 0 0,-3 3 0 16,1 5 0-16,-1 1 0 0,0 2 0 0,3 5 0 0,0 3 0 0,1 3 0 16,2-1 0-16,-3 6 0 0,6 3-11 0,-3 4-5 15,0 1 0-15,4 8-1 16,2 2-29-16,0-2-6 0,3 3 0 0,3-4-1 16,0 1-6-16,3-3-1 0,3-2 0 0,3 2 0 15,3-5-16-15,0 2-4 0,3 0-1 0,3 1 0 16,0-1-30-16,3-2-5 0,0 0-2 0,0-3-706 0</inkml:trace>
  <inkml:trace contextRef="#ctx0" brushRef="#br0" timeOffset="15326.437">19830 5710 1698 0,'-9'-5'48'0,"9"5"11"0,-6-6-47 0,0 1-12 0,0 0 0 0,3 0 0 15,3 5 66-15,-3-6 11 0,3 6 3 0,0 0 0 16,3-5-21-16,0 2-4 0,0 1-1 0,3 2 0 16,3 0 2-16,0 0 0 0,3 0 0 0,5 2 0 15,-2 1 28-15,3 0 5 0,6 2 2 0,0 0 0 16,0 1-73-16,2 1-18 0,-2 4 0 0,0 0 0 16,3 2 55-16,-3 3 7 0,-4 2 2 0,4 3 0 15,-6 1-52-15,3 4-12 0,0 1 0 0,3-1 0 16,-4 0 0-16,1 1 0 0,0-3 0 0,-3 0 0 0,-3-1 0 15,0-1 8-15,-3-4-8 0,0 3 0 0,-4-2 0 16,-2-1 0-16,-3-2 0 0,0 3 0 0,-6-3 0 0,0-1 0 16,0 1 0-16,-6 0 0 15,1-3-157-15,-4 1-28 0,0-1-6 0,0 0-1 16,-3-2-32-16,0-3-8 0,-27 7 0 0,16-4-1 0</inkml:trace>
  <inkml:trace contextRef="#ctx0" brushRef="#br0" timeOffset="16162.378">20845 5718 1806 0,'0'0'51'0,"0"0"12"0,-6 0-51 0,6 0-12 15,0 0 0-15,0 0 0 0,0 0 38 0,0 0 5 16,0 0 1-16,0 0 0 0,0 0 6 0,6-3 2 16,3 3 0-16,-1 0 0 0,1 0-20 0,6 0-3 15,0 0-1-15,6 0 0 0,-3 0 1 0,3-5 0 16,0 2 0-16,2 3 0 0,4-2-3 0,3-4-1 16,3 4 0-16,2-1 0 0,-2 1-12 0,3-1-2 15,0 3-1-15,-1 0 0 16,-2 0-10-16,0-3 0 0,-3 1 0 0,-1 2 0 15,-2-3 0-15,3 0 0 0,-3 3 0 0,2-2 0 16,-5 2-113-16,0-3-25 0,-3 0-5 0,0 3-788 16</inkml:trace>
  <inkml:trace contextRef="#ctx0" brushRef="#br0" timeOffset="16485.003">21246 5435 1792 0,'0'0'51'0,"-3"-5"10"0,1-1-49 0,-1 1-12 0,3 5 0 0,0 0 0 15,0 0 85-15,0 0 15 0,0 0 2 0,0 0 1 16,0 0-63-16,0 0-12 0,3 5-2 0,-1 6-1 0,-2-3 31 0,3 2 7 15,-3 4 1-15,0 2 0 0,3-1-52 0,-3 4-12 16,0 2 0-16,0 0 0 0,0 3 0 0,0-3 0 16,0 3 0-16,0 0 0 15,0 0 0-15,0 2 0 0,3 3 0 0,-3 3 0 16,3-3 0-16,0 3 0 0,0 0 0 0,3-3 0 16,-3 0-48-16,0-3-13 0,3-2-3 0,0 0-614 15,-3-3-123-15</inkml:trace>
  <inkml:trace contextRef="#ctx0" brushRef="#br0" timeOffset="17008.867">21592 5514 2149 0,'-12'-16'47'0,"-3"-2"9"0,-21-27 64 0,15 24-108 0,1 5-12 15,-4-3 0-15,-3 1 0 0,-3 2 37 0,-3 0 5 0,1 3 1 0,-7 2 0 16,-3 3-9-16,1 6-2 0,-4 2 0 0,0 0 0 16,1 2-32-16,-1 4 0 0,0 2 0 0,1 5 0 31,-1 0-19-31,3 6-10 0,4 4-3 0,-4 9 0 0,12-3 0 16,1 6 0-16,5-4 0 0,0 6 0 0,9-2 43 0,0-1 8 0,3 1 1 0,3 4 1 15,3-2-21-15,3 3 0 0,3 2-10 0,3 3 10 16,3-2-23-16,3-4 3 0,3 1 0 0,6-3 0 15,3-3-32-15,6-2-5 0,-1 0-2 16,7 2 0-16,0-2-4 0,3 0-1 0,-1 0 0 0,7-3 0 16,-3 0 28-16,-1-5 6 0,4-3 1 0,6-3 0 15,-4-2 29-15,4-5 0 0,3-3 0 0,-1-3 0 0,-2-2 27 0,2-3-2 16,1 0 0-16,6-6 0 0,-4 1 42 0,1-5 8 16,-4-1 1-16,1-5 1 0,-6-2-21 15,-1-1-4-15,1-7 0 0,0-4-1 0,-7 1 61 16,1 0 13-16,-3 3 3 0,-4-3 0 15,-2 0-52-15,-6-3-9 0,0-5-3 0,-6-3 0 16,0 0-51-16,-7 1-13 0,-2-1 0 0,-6 0 0 0,-3 1 54 0,-3 2 8 0,-3 0 2 16,-5-1 0-16,-7 1-52 0,-3 3-12 15,-6-3 0-15,-3 0 0 0,-5 0 0 0,-1 5 0 0,-3 3 0 16,-6 0 0-16,4 8 0 0,-1 0 0 16,-3 2 0-16,-2 1 0 0,-1 7-16 0,1 0-5 0,2 3-2 0,0 6 0 31,7-1-80-31,2 1-16 0,-3-1-3 0,3 6-1 15,7-1-97-15,-1 3-20 0</inkml:trace>
  <inkml:trace contextRef="#ctx0" brushRef="#br0" timeOffset="17474.387">22482 5604 1958 0,'0'0'43'0,"3"0"9"0,6 0 1 0,0-2 3 0,0 2-45 0,2 2-11 0,4-2 0 0,3 3 0 15,0 0 53-15,0-3 9 0,6 2 2 0,2 1 0 16,1-1 0-16,3 1 0 0,6 0 0 0,-1-1 0 15,1 1-53-15,0 0-11 0,3-1 0 0,-4 1 0 16,1 0 0-16,-3-3 0 0,0 0 0 0,-1 0 0 16,-2 0 8-16,0 0-8 0,0 0 0 0,-7 0 0 15,1 0 0-15,-3 0-19 0,0 0 4 0,-6-3 1 32,0 0-111-32,-3 1-23 0,-6-1-4 0</inkml:trace>
  <inkml:trace contextRef="#ctx0" brushRef="#br0" timeOffset="17771.497">22916 5610 2055 0,'0'0'45'0,"0"0"10"0,0 0 1 0,0 0 2 0,0 0-46 0,0 0-12 15,0 0 0-15,-3 5 0 0,0 0 90 0,0 0 16 16,3 1 3-16,-3-1 1 0,3 3-43 0,-3-3-9 0,3 0-2 0,-3 3 0 15,3 3-21-15,-2 0-5 0,-1-1-1 0,-3 3 0 16,3 6-5-16,-3 2-2 0,0 3 0 16,0 2 0-16,0 6-6 0,3-3-2 15,-3 3 0-15,0 2 0 0,3-2-14 0,0-3 9 16,0 0-9-16,0-2 8 0,3-3-8 0,-3-1 0 16,3 4 0-16,0-1 0 0,0 1 0 0,0-1 0 0,0 3 0 15,0-2 0-15,0-3 0 0,0-1 0 0,-3-4-12 0,3 2 12 31,3-5-161-31,-3-3-25 0,0-2-5 0,3 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39:18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14921 5064 1458 0,'0'0'32'0,"0"0"6"0,0 0 2 0,0 0 1 0,0 0-33 0,0 0-8 15,0 0 0-15,0 0 0 0,0 0 88 0,3-2 16 16,-3 2 4-16,3-3 0 0,3 1-62 0,-3-1-12 16,0 0-2-16,0 3-1 0,-3 0 22 0,3-5 5 15,3 2 1-15,-6 3 0 0,3-2-32 0,-3 2-7 16,0 0 0-16,0 0-1 0,0 0-19 0,3-3-19 15,-3 3 4-15,0 0 1 0,3-3 62 0,-3 3 13 16,6 0 3-16,-6 0 0 0,6 3-64 0,-3-3 0 16,3 3-16-16,-3-3 3 0,3 2 13 0,-3-2 16 0,3 3-3 0,0-3-1 15,-1 5-12-15,1-5 0 0,0 0 0 0,3 0 0 16,-3 3 0-16,3-3 0 0,0 0 0 16,3 3 0-16,0-3 0 0,3 2 0 15,-3-2 0-15,6 3 0 0,-4-3 0 0,4 2 0 16,3-2 0-16,0 3 0 0,3-3 25 0,-3 3 3 0,-1-3 0 15,4 0 0-15,-3 2-20 0,0-2-8 0,0 0 0 16,3 0 8-16,-1 0 20 0,4 0 4 0,3 3 1 0,0-3 0 16,0 5-45-16,2-5-10 0,-2 0-2 0,0 0 0 15,3 3 24-15,-7 0 0 0,1-3 0 0,-3 2 0 16,3 1 0-16,-3 0 0 0,2-1 11 0,1 1-11 16,3-1 8-16,0 1-8 0,-1 0 0 0,4-1 9 15,-3 1-1-15,0 2-8 0,-1-5 12 0,-2 3-4 16,0 0 3-16,-3-1 0 0,0 1 0 0,-1 0 0 15,1-3-1-15,3 2 0 0,-3 1 0 0,6 0 0 16,-1-1 2-16,1 1 1 0,0-1 0 0,0 1 0 0,-1 2 0 16,-2-5 0-16,3 0 0 0,-6 3 0 0,0 0-2 15,-1-1-1-15,1 1 0 0,3 0 0 0,0-1-1 16,-3 1 0-16,2-3 0 0,4 3 0 0,-3-3 0 0,3 2 0 16,0-2 0-16,-4 3 0 0,1-6-1 15,-3 3 0-15,3 0 0 0,-3 3 0 0,-4-3 0 16,4 0 0-16,-3 0 0 0,3 0 0 0,0 3 0 0,2-3-8 15,-2 0 12-15,3 0-4 0,0 0-8 0,-3 0 10 16,2 0-10-16,1-3 10 0,-3 3-10 0,-3 0 10 0,0 0-10 0,0 0 10 16,-1-3-10-16,1 3 8 15,-3 0-8-15,0-2 8 0,0 2-8 0,3 0 8 16,-1-3-8-16,1 3 8 0,0 0-8 0,3 0 0 16,0 0 0-16,0-3 0 0,-4 3 0 0,1-2 0 0,0 2 8 15,3 0-8-15,-6-3 0 0,3 3 0 0,-4 0 9 0,1 0-9 16,0 0 0-16,-3 0 0 0,3 0 0 0,-3 0 8 15,0 0-8-15,0 0 0 0,-1 0 0 0,4 0 0 16,0 0 0-16,-3-3 0 0,3 1 0 0,-3 2 8 16,3 0-8-16,0 0 0 0,-1-3 0 0,1 3 8 15,-3 0-8-15,3-3 0 0,-3 3 0 0,3 0 0 16,-3 0 0-16,-1-5 0 0,-2 5 0 0,3-3 0 16,0 3 0-16,0-2 0 0,-3-1 0 0,0 1 0 15,0 2 0-15,0-3 0 0,0 3 0 0,-3 0 0 16,2-3 0-16,1 3 0 0,0-2 0 0,0 2 0 15,0 0 0-15,0-3 0 0,3 3 0 0,-3-3 8 16,0 1-8-16,0-1 0 0,-1 3 0 0,1-3 0 16,0 3 0-16,-3-5 0 0,3 2 0 0,0 3 0 15,0-2 0-15,-3-1 0 0,0 0 0 0,3 3 0 16,-3-2 0-16,0-1 0 0,-1 1 0 0,1 2 0 16,0-3 0-16,0 3 0 0,0-3 0 0,0 3 0 15,-3-2 0-15,3 2 0 0,-3-3 0 0,0 0 8 0,3 3-8 0,-3 0 0 16,0-5 0-16,3 2 8 0,-3 3-8 0,0-2 0 15,3 2 0-15,-4-3 8 0,4 0-8 0,-3 1 0 16,3 2 0-16,-3-3 0 0,0 1 0 0,3-1 0 16,-3 0 0-16,0 3 8 0,3-8-8 0,0 6 0 15,0-4 8-15,3 4-8 0,-3-1 0 0,3 0 8 0,-4 1-8 16,4-4 0-16,0 4 8 0,-3-1-8 0,3 3 10 0,0-5-10 16,0 2 9-16,0 1-9 15,0-1 8-15,0 0-8 0,-3 1 11 16,0 2-3-16,2 0-8 0,-2-3 12 0,0 3-4 0,-3-3-8 15,3 3 11-15,0 0-11 0,-3 0 11 0,3 0-11 16,-3 0 10-16,0 0-10 0,0 0 0 0,0 0 8 0,0 0-8 0,0 0 0 16,0-2 0-16,0 2 0 0,0 0 8 0,0-3-8 15,-1 3 0-15,1-3 0 0,0 3 8 0,-3-2-8 16,3 2 0-16,-3-3 0 0,3 3 0 0,0 0 0 16,-3-5 0-16,3 2 0 0,0 3 0 0,0-2 0 15,-3-1 0-15,3 0-13 0,0 3 4 0,0-2 1 16,-3 2-36-1,3-3-8-15,0 0 0 0,-3 1-1 0,3-1-154 0,-6 3-30 0,3-3-7 16</inkml:trace>
  <inkml:trace contextRef="#ctx0" brushRef="#br0" timeOffset="2404.258">11927 4522 1695 0,'0'0'37'0,"0"0"8"0,0 0 2 0,0 0 1 0,0 0-39 0,0 0-9 0,0 0 0 0,0 0 0 15,0 0 104-15,0 0 18 0,0 0 4 0,-3-3 1 16,3 3-55-16,-3-5-10 0,3 5-2 0,0 0-1 16,0 0-17-16,-6-3-3 0,6 3-1 0,0 0 0 15,-3-2 2-15,3 2 1 0,0 0 0 0,-6-3 0 16,3 0-3-16,-3 1-1 0,3-3 0 0,0 2 0 16,3 3-9-16,0-3-1 0,-3-5-1 0,3 0 0 15,0 0-8-15,0 1-2 0,0-4 0 0,3-2 0 16,-3-1-4-16,3-1 0 0,0-1-1 0,0-5 0 15,0 2 6-15,-3-13 2 0,3 3 0 0,-3-5 0 16,0 2 10-16,-3 0 3 0,3 1 0 0,-3 1 0 16,3 7-1-16,0-7 0 0,-3 4 0 0,3 2 0 15,0-2-19-15,0-1-4 0,0 1-8 0,0-1 12 16,0-2-2-16,0 0-1 0,0-3 0 0,3 6 0 0,-3 2-9 0,3 3 12 16,0 0-12-16,0 5 12 15,0 0-12-15,0 0 0 0,0 3 9 0,3 0-9 0,-3 2 0 16,0 1 8-16,3 2-8 0,0-3 0 15,0 3 0-15,-3 3 0 0,2-3 0 0,1-3 0 0,0 6 0 16,0 0 0-16,0-1 0 0,0-2 0 0,3 6 0 16,-3-6 0-16,0 5 0 0,3-2 0 0,0 2 0 0,0 1 0 15,-3-4 0-15,3 6 0 0,0-2 0 0,3 2 0 16,-3 0 0-16,-1 0-8 0,1-6 8 0,0 6 0 16,3 0 0-16,0 6-8 0,0-6 8 0,3 0-8 15,0 0 8-15,0 0-8 0,3 0 8 0,2 0 0 16,4 0 0-16,0 2-8 0,0-2 8 0,3 0 0 15,-1 0 0-15,-2 0-8 0,3 0 8 0,-6 0 0 0,3 0 0 0,-4 0 0 16,1 6 0-16,0-6 0 0,3 0 0 16,3 0-8-16,0 2 8 0,2-2 0 0,7 0 0 0,0 0 0 15,-1 0 0-15,-2-2 0 0,6 2 0 0,-6 0 0 16,-1 0 0-16,4 0 0 0,0 0 0 0,8 0-8 16,4-6 8-16,3 6 0 0,-1-2 0 0,1 2 0 15,-3-6 0-15,-4 4 0 0,7 2 0 0,2-8-8 16,7 5 8-16,-4 1 0 0,1-4 0 0,-3 4 0 15,-4-4 0-15,4 4 0 0,8-4 0 0,4 4 0 16,-4-6 0-16,-2 5 0 0,-4-2 0 0,4 2 0 16,-1 1 0-16,7-6 0 0,-1 8 0 0,4-8 0 15,-13 2 0-15,4 4 0 0,5-4 0 0,7 1 0 16,-4 3 0-16,-2-4 0 0,-1 4 0 0,1-6 0 16,-1 2 0-16,4 1 0 0,2 2 0 0,4-2 0 15,-13 2 0-15,4-4 0 0,2-1 0 0,9 2-8 0,-5 1 8 16,-1 2 0-16,-8-2 0 0,8 2 0 0,1-5 0 0,-4 3 0 15,7 3 0-15,-4-1 0 0,-8-2 0 0,-1-1 0 16,9 1 0-16,7 2 0 0,-10 3 0 0,1 0 0 16,-10-5 0-16,10 2 0 0,-4 1 0 0,7-1 0 15,-4 3 0-15,4-3 0 0,-13 1 0 0,4-1 0 16,5 3 0-16,7-5 0 0,-7 10 0 0,-3-5 0 0,-2-5 0 0,5 2 0 16,1 3 0-1,2 0 0-15,-2 0 0 0,2 0 0 0,-11 0 0 0,5 0 0 16,4-5 0-16,5 5 0 0,-5 5 0 15,-1-5 0-15,-5 0 0 0,5-5 0 0,0 5 0 0,1 0 0 0,-1 0 0 16,4 5 0-16,-13-5 0 0,7-5 0 16,2 2 0-16,4 3 0 0,-4 3 0 0,-5 2 0 0,-4-5 0 15,10 0 0-15,-7 0 0 0,4 0 0 0,2 0 0 0,-2 3 0 16,-7-3 0-16,-2 0 0 0,5 0 0 0,7 0 0 16,-4 5 0-16,-2-5 0 0,-4 5 0 0,4-5 0 15,-7 0 0-15,4 3 0 0,2-3 0 0,4 3 0 16,-7 2 0-16,-2 0 0 0,-3-5 0 0,2 3 0 15,1-3 0-15,2 0 0 0,1 5 0 0,-1-2 0 16,-8 2 0-16,-1-2 0 0,-2 0 0 0,6 4 0 16,-1-7 0-16,1 3 0 0,-1 2 0 0,1-2 0 15,-6 5 0-15,-4-5 0 0,1 2 0 0,3-2 0 16,-1 5 0-16,1-6 0 0,5 3 0 0,-2 3 0 0,-3-5 0 16,-4 2 0-16,-2 1 0 0,3 2 8 15,-1-8-8-15,4 8 0 0,-1-8 0 0,1 7 0 16,-3-4 0-16,-1 0 0 0,-5 2 0 0,3-2 0 15,-7 5 0-15,4-8 0 0,0 2 0 0,5 4 0 16,-2-6 0-16,3 2 0 0,-4 1 0 0,1-1 0 0,-3 1 0 16,-3 0 0-16,-4 5 0 0,7-8 0 0,-3 2 0 15,-1 4 0-15,4-6 0 0,3 2 0 0,-6 4 0 16,2-4 0-16,-5 1 0 0,3 0 0 0,-7 2 0 0,1-3 0 16,-3 4 0-16,3-4 0 0,-3 4 0 0,-1-4 0 15,4 4 0-15,3-1 8 0,-3 0-8 0,-1-2 0 16,1 5 0-16,0-6 0 0,-3 4 0 0,-3 2 0 0,-1-6 0 0,1 4 0 15,-3-1 0-15,-3 3 0 0,0-6 0 0,0 4 0 16,2-1 0-16,-2-2 0 0,0 2 0 0,3-2 0 16,0 2 0-16,0-2 0 0,-1 2 0 0,-2 3 0 15,3-6 0-15,0 6 0 0,0-2 0 0,-3 2 0 16,0-3 0-16,-1 3 0 0,-2-3 0 0,-3 3 0 16,3 3 0-16,-3-3 0 0,3 2 0 15,-6 1 0-15,3 2 0 0,-3-5 0 0,0 3 0 0,0-1 0 16,-4 1 0-16,4 2 0 0,-3 0 0 0,0-2 0 15,0 2 0-15,0 0 0 0,0 0 0 0,0 3 0 16,-3-5 0-16,0-1 0 0,3 6 0 0,-3-8 0 16,0 3 0-16,0 2 0 0,0-5 0 0,-3 3 0 15,3-1 0-15,-3 3 0 0,3-7 0 0,-3 2 8 16,3 2-8-16,-3-2 0 0,0 0 0 0,3 0 0 16,-3 0 0-16,0-3 0 0,3 3 0 0,-3 0 8 15,3 0-8-15,-3 3 0 0,3-3 0 0,-3 2 0 16,0 1 0-16,3-1 8 0,-3 1-8 0,0 2 0 0,0 6 0 15,0-9 0-15,0 9 0 0,3-6 8 0,-3 0-8 16,0 6 0-16,0-6 0 0,3 6 0 0,-3-6 0 0,0 3 0 16,3-3 0-16,-3 0 8 0,0 3-8 0,3-8 0 15,-3 3 0-15,0-1 0 0,3 1 0 16,-3-3 8-16,0 2-8 0,0-2 0 0,0 3 0 0,0-6 0 16,0 0 0-16,0 3 8 0,0 0-8 0,-3-2 0 15,3-1 0-15,0 3 8 0,-3-3-8 0,3 3 0 16,0-3 8-16,-3 3-8 0,3-3 0 0,-3 3 8 15,3 3-8-15,-3 0 0 0,3-3 0 0,-3 2 8 0,3 1-8 16,0 2 0-16,-3-2 0 0,3-1 9 16,0 1-9-16,0-1 0 0,0 3 9 0,0-2-9 15,0 0 0-15,0-1 9 0,3 1-9 0,-3-1 0 0,0 4 0 16,3-9 8-16,-3 6-8 0,0-4 0 0,3 1 0 0,-3 0 8 16,3 0-8-16,-3-2 0 0,3-1 0 0,-3 3 8 15,3 0-8-15,-3-3 0 0,0 0 0 16,3 1 0-16,-3-6 0 0,0 5 8 0,0 3-8 0,3-6 0 15,-3-2 0-15,0 8 8 0,0-5-8 0,0-3 0 16,3 8 0-16,-3-3 8 0,0-5-8 0,0 6 0 16,0-6 8-16,0 5-8 0,0-5 0 0,0 5 8 15,0-5-8-15,0 0 8 0,0 5-8 0,0-5 8 16,3 6-8-16,-3-6 8 0,0 5-8 0,0-5 8 0,0 0-8 0,0 8 0 16,0-8 9-16,3 8-9 15,-3-8 0-15,0 3 8 0,0-3-8 0,0 0 0 16,3 5 0-16,-3-5 0 0,0 5 0 0,0-5 8 0,0 0-8 0,2 5 0 15,-2-5 0-15,3 3 0 0,-3-3 0 16,3 5-16-16,0 1 2 0,-3-6 1 16,6 5-81-16,-6-5-16 0,6 0-3 0,-6 0-848 15,3 3-170-15</inkml:trace>
  <inkml:trace contextRef="#ctx0" brushRef="#br0" timeOffset="45767.763">23684 5348 1958 0,'0'0'43'0,"0"0"9"0,-6-6 1 0,0 4 3 0,0-1-45 0,-2 0-11 0,2 1 0 0,-3-1 0 0,0 3 53 0,0 3 9 16,0-1 2-16,0 4 0 15,-3 2 0-15,0 2 0 0,0 6 0 0,0 3 0 0,-3 2-64 0,4 3 0 16,-4-1-9-16,3 6 0 0,3-2 9 0,-3-1 12 15,3 6-2-15,3-5-1 0,-3 2-9 16,3-6-14-16,3 4 3 0,-3-1 1 0,3 1 10 0,0-3 0 16,3 0 0-16,3 2-8 0,-3-5 16 0,6 0 3 15,-3-2 1-15,3-1 0 16,0-2-61-16,0-3-12 0,3-2-3 16,0-3 0-16,0 0 52 0,3-5 12 0,0-3 0 0,2-3 0 15,-2 0 48-15,6-5 13 0,-3-2 3 0,3-1 0 0,-3-5-52 0,3-2-12 16,0-1 0-16,-1 1 0 0,-2-3 54 15,0-1 8-15,0 1 2 0,-3 0 0 0,0-3 0 0,-3 0 0 0,0-2 0 0,-3-1 0 16,-3 4-52-16,0-4-12 0,-3 1 0 16,-3 2 0-16,-3 0 54 0,-3 3 8 0,0 0 2 0,-3 0 0 15,-3 2-49-15,0 6-15 0,-6 0 8 16,1 2-8-16,-4 3 0 0,0 3 0 0,0 5 0 0,-3 0 0 16,4 2 0-16,-1 4 0 0,3 2 0 0,3 2 0 15,0 1 0-15,0 2 0 0,6 3 0 0,0 0 0 31,4 0-57-31,5 2-6 0,0 1-1 0,3-1 0 0,3 6 64 0,5-5 0 0,1 2 0 0,3 0 0 16,3-3 0-16,6-2-17 0,0 3 1 0,6-3 1 16,-1 0 4-16,1 0 1 0,3-1 0 0,0 1 0 15,-3-2 10-15,-1 1 0 0,1-1 0 0,-3 1 0 16,-3-1 0-16,-3-1 0 0,0-2 0 0,-7 2 0 0,1-5 13 16,-3 5 5-16,-3-5 1 0,0 2 0 15,-3 1-67-15,0 0-12 16,-3-1-4-16,-3-2 0 0,0 3 52 0,0-3 12 0,-3 2 0 0,-3 1 0 15,0-3-54-15,-3 2-8 0,1-2-2 0,-4 3 0 16,0-3-102-16,0 0-21 0,0-3-4 16,0 3-692-16</inkml:trace>
  <inkml:trace contextRef="#ctx0" brushRef="#br0" timeOffset="46078.402">24149 5377 2269 0,'0'0'64'0,"-6"-3"15"0,0 0-63 0,0 3-16 0,0-2 0 0,-3 2 0 16,0 2 105-16,0 1 19 0,0 2 3 0,0 1 1 16,-3 7-74-16,3-5-14 0,-3 8-4 0,4 2 0 15,-1 1-20-15,0 2-4 0,0 3 0 0,3-1-1 16,0-1 5-16,0 4 0 0,3-2 1 0,0 2 0 15,0-2-17-15,3 0 0 0,3 2 0 0,-3 4 0 16,3 1-12-16,0 1-5 0,0 0-2 0,3 0 0 16,0-1 31-16,0-2 5 0,3-2 2 0,-3-3 0 15,3-3-19-15,-4-3 0 0,4 1 0 0,-3-3 0 16,3-3-48 0,0-2-12-16,0-1-4 0,0-4 0 0,0-1-51 0,3 0-10 0,0-5-3 15,-3 0 0-15</inkml:trace>
  <inkml:trace contextRef="#ctx0" brushRef="#br0" timeOffset="46380.528">24425 5427 1980 0,'0'0'44'0,"0"0"8"0,0 0 3 0,0 0 0 0,0 0-44 0,0 0-11 0,0 0 0 0,0 0 0 16,0 0 88-16,-2 8 15 0,-1 2 3 0,6-2 1 15,-3 3-36-15,2 2-7 0,1 3-2 0,0-3 0 16,0 3-20-16,-3 3-4 0,3-3-1 0,0 2 0 16,-3 1-15-16,3-1-3 0,-3 1-1 0,0-1 0 15,0 1-9-15,0 2-1 0,-3-3-8 16,3 6 12-16,-3 3-12 0,3-3 0 16,-3 5 8-16,-3 0-8 0,3-3 0 0,1 3 0 0,-4-5 0 0,3 3 0 15,-3-6-11-15,0 0-8 0,0-3-1 0,3 1-1 31,-3-3-5-31,0-3-1 0,3 0 0 0,-3-2 0 0,3-1-234 0,-3-4-47 16,-9 2-10-16,15-8-2 0</inkml:trace>
  <inkml:trace contextRef="#ctx0" brushRef="#br0" timeOffset="46608.803">24256 5774 2156 0,'0'0'48'0,"-6"-3"9"0,0 3 3 0,6 0 0 0,0 0-48 0,0 0-12 16,0 0 0-16,0 0 0 0,0 0 112 0,0 0 20 15,0 0 4-15,0 0 0 0,3-3-108 0,6 3-28 16,0-2 0-16,3 2 0 0,3 0 0 0,-1 0 0 16,4 0 0-16,3 0 0 0,-3 0 34 0,3 0 2 15,0 2 0-15,2-2 0 0,-2 0-36 0,0 0-20 16,0 0 2-16,0-2-1201 0</inkml:trace>
  <inkml:trace contextRef="#ctx0" brushRef="#br0" timeOffset="46940.915">24658 5448 2070 0,'-6'-3'45'0,"3"-2"10"0,0 0 1 0,0 5 3 0,3 0-47 0,0 0-12 0,0-8 0 0,0 8 0 15,0 0 99-15,0 0 17 0,0 0 4 0,0 0 1 16,6 0-41-16,3 8-9 0,-3-5-2 0,0 4 0 16,2 1-25-16,1 0-6 0,0 6-1 0,0-1 0 15,0 3-21-15,3 0-4 0,-3-1 0 0,0 7-1 16,0-4-11-16,-3 1 12 0,0-1-12 0,0 3 12 16,-3 0-12-16,-3 1 8 0,3-1-8 0,-6 3 8 15,0 2-8-15,0 1 0 0,-3 2 9 0,-3 2-9 0,0-1 8 16,0 1-8-16,-3-7 8 0,0 3-8 15,0-4 0-15,0 1 9 0,1 0-9 0,-4-5 0 0,3-1 9 0,-3-5-9 16,0 3 0-16,0-3 9 0,0-5-9 0,0 3 0 16,3-3 9-16,-2 0-9 0,-1-3 0 0,3 0 0 15,-3 1 0-15,3-1 0 16,0 0-80-16,0-2-12 0,0 0-1 0,3-1-743 16,-3-2-148-16</inkml:trace>
  <inkml:trace contextRef="#ctx0" brushRef="#br0" timeOffset="74631.641">19526 1633 1422 0,'0'0'31'0,"0"0"6"0,0 0 2 0,0 0 1 0,0 0-32 0,0 0-8 16,0 0 0-16,0 0 0 0,6 0 70 0,3 2 12 0,-3-2 2 0,3 0 1 16,3 0-17-16,0 0-3 0,2 0-1 0,1 0 0 15,0 0-7-15,6 0-1 0,-3 0-1 0,3 0 0 16,-3 0-37-16,2 0-7 0,1 0-2 0,-3-2 0 15,3 2-9-15,3 0 0 0,0-6 0 0,2 4 0 16,-2 2 36-16,6 0 4 0,0 0 2 0,0 0 0 16,-1 0-16-16,1 0-3 0,3 2-1 15,-3-2 0-15,-4 6-22 0,-2-6 0 0,6 0 0 0,-3 0 0 16,2 0 0-16,-2 0-10 0,6 0 1 0,-3 2 0 16,0 4 9-16,-4-6 0 0,4 2 0 0,-3 3 0 15,0 3 0-15,-6-8 0 0,2 6 0 16,-2-4 0-16,-3 4 0 0,-3-6 0 0,3 0 0 0,-6 0 8 15,3 2-8-15,-1-2 8 0,-2 0-8 0,0 0 8 16,0 0-8-16,-3 0 0 0,0 0 0 0,0 0 8 16,0-2-8-16,0 2 0 0,0 0 0 0,-3-6 0 15,0 6 52-15,-3-2 10 0,3-4 2 0,-3 6 0 0,0-5-52 16,-1 2-12-16,1-4 0 0,-3 1 0 16,3-2 54-16,0 6 8 0,-3-12 2 0,3 6 0 15,0 1-52-15,-3-7-12 0,3 1 0 0,-3-3 0 0,0 0 0 16,3-10 0-16,0 2 0 0,0-5 0 0,0-3 0 0,0-2 0 15,0 2 0-15,0-2 0 0,0 2 0 0,0 3 0 16,3 5 0-16,-3-5 0 0,0 0 0 0,0 0 0 16,0 0 0-16,0-8 0 0,0-1 0 0,-3 1 0 15,3 3 0-15,0 2 0 0,-3 3 34 0,3 0 4 16,-3 8 1-16,0 2 0 0,0-2-11 0,0 5-3 16,0-2 0-16,0 2 0 0,0 0-25 0,3 3 0 15,-3-3 0-15,3 0 0 0,-3 3 0 0,0 0 0 0,0 2 0 0,3-2 0 16,-3-3 0-16,0 3 0 0,3 5 0 0,0-8 0 15,-3 8 0-15,3-5 0 0,0 5 0 0,-3-5 0 16,3 5 0-16,-3 0 0 0,3 0 0 0,-3 0 0 16,3 2 0-16,-3 4 0 0,3-3 0 0,-3-3 0 15,0 8 0-15,0 0 0 0,3 0 0 0,0-6 0 16,-3 6 0-16,3 0 0 0,-3 0 0 0,3-2 0 16,0 2 0-16,-3 0 0 0,5 0 0 0,-2 0 0 15,3 0-9-15,-3 0 9 16,3 2 0-16,-3-2 0 0,3 6 0 0,0-6-8 0,-3 0 8 0,3 2 0 15,0 4 0-15,0-6 0 0,0 0 0 0,3 5 0 16,-3-3 0-16,0 4 0 0,3-6 0 0,0 2 0 16,0 4 0-16,0-6 0 0,2 2 0 0,1 4 0 15,0-6 0-15,3 0 0 0,0 2 0 0,3 4 0 16,3-6 0-16,0 5-8 0,-1-2 8 0,4-3 0 16,0 5 0-16,0-5 11 0,0 2-2 0,-1 4 0 15,1-6-9-15,-3 2-12 0,0-2 2 0,0 6 1 0,-3-6 9 16,2 0 0-16,-2 0 0 0,6 0 0 0,0-6 0 0,0 6 0 15,3 0 0-15,-1-2 0 0,4 2 0 0,0-6 12 16,-3 4-2-16,-1 2-1 0,1-5-9 0,0 5 0 16,-3 0 0-16,-3-3 0 0,0-2 0 0,2 5-12 0,1-6 2 15,0 4 1-15,0-4 9 0,3 4 0 0,2-4 0 16,-2 4 0-16,3-4 0 0,-3 4 12 16,-1-3-2-16,-2 5-1 0,0-6-9 0,-3 6 0 15,0-2 0-15,0 2 0 0,-4-6 0 16,1 4 0-16,-3 2 0 0,6-6 0 0,-6 4 0 0,3-4 0 0,0 4 0 15,2-3 0-15,-2-1 0 0,3 4 0 0,-3-4 0 16,0 4 0-16,3-4 0 0,-3 6-12 0,2-2 2 16,-2 2 1-16,-3-6 9 0,3 6 0 0,-3 0 0 0,0-5 0 15,-3 5 0-15,3 0 0 0,-3 0 0 16,-1 0 0-16,-2 0 0 0,0 0 0 0,0-3 0 16,0 3 0-16,0 0 0 0,-3 0 0 0,0-5 0 0,0 5 0 15,0-2 0-15,3 2 0 0,-3 0 0 0,-3-6 0 16,3 6 0-16,0-2 0 0,-3 2 0 0,3 0 0 15,0 0 0-15,-1-6 0 0,1 6 0 0,0 0 0 16,-3 0 0-16,3 0 0 0,0 0 0 0,0 0 8 0,-3 0-8 16,3 0 0-16,0 0 8 0,-3 0-8 0,3 0 8 15,-6 0-8-15,6 0 8 0,0 6-8 0,-6-6 8 0,6 0-8 16,-3 2 8-16,3 4-8 0,-3-6 0 16,3 2 9-16,-3 3-9 0,0 3 0 0,3-2 8 15,-3-4-8-15,0 4 0 0,3 2 0 0,-3 0 8 16,0-1-8-16,2 1 0 0,-2 0 0 0,0 6 8 0,0-7-8 15,3 7 0-15,-3-4 0 0,0 4 11 16,3-1-11-16,-3 3 10 0,3-3-10 0,0-3 0 0,0 9 8 16,0-11-8-16,-3 8 0 0,3-3 0 0,0-2 0 15,3 2 0-15,-6 0 0 0,3-2 0 0,0 2 8 16,-3-5-8-16,3 5 0 0,0-2 0 0,-3 2 0 16,3 0 0-16,-3 0 0 0,0 3 0 0,2 0 0 15,-2 0 0-15,0 0 0 0,0 5 0 0,0 0 0 0,0 0 0 16,0 0 0-16,0-2 0 0,0 2 0 0,0 0 0 0,-3-5 0 15,3 5 0-15,0-5 0 0,0 0 0 0,0 3 0 16,0-3 0-16,-3-3 0 0,3-3 0 0,0 4 0 16,0-1 0-16,-3-5 0 0,3 2 0 0,-3 1 0 15,3 0 0-15,0 2 0 0,-3 0 0 0,3-2 0 16,0 2 0-16,-3 0 0 0,3 3 0 16,-3 0 0-16,0-3 0 0,3 3 0 0,-3 0 0 0,3 5 0 15,-3-8 0-15,0 3 0 0,3-3 0 0,-3 3 0 16,0-3 0-16,0 3 8 0,0-8-8 0,0 5 0 15,0-2 0-15,0 2 0 0,0 0 0 0,0-5 0 16,0 3 0-16,0-3 8 0,0 2-8 0,0-2 0 16,0 0 0-16,0 0 0 0,-3-2 0 0,3 2 0 15,0-8 0-15,0 7 8 0,0-4-8 0,0 2 0 16,0-5 0-16,0 8 0 0,0-8 0 0,0 6 0 0,0 2 0 16,0-8 0-16,0 0 0 0,0 2 0 0,0-2 0 15,0 0 0-15,0 0 0 0,0 8 0 0,0-8 0 16,0 0 0-16,0 5 0 0,0-5 0 0,0 0 0 0,0 8 0 15,0-8 0-15,0 0 0 0,3 6 0 0,-3-6 8 16,0 0-8-16,0 0 0 0,0 0 0 0,0 0 0 16,3 2 0-16,-3-2 0 0,3 6 0 0,-3-6 0 15,3 0 0-15,-3 0 0 0,6 0 0 0,-3 2 0 16,-3-2 0-16,6 0 0 0,0 0 0 0,-3 0 0 16,-3 0 0-16,6 0 0 0,0-2 0 0,-1 2 0 0,1 0 0 0,-3 0 0 15,3 0 0-15,0-6 0 0,3 4 0 0,-3 2 0 16,0 0 0-16,3 0 0 0,0-6 0 0,0 6 0 15,0-5 0-15,0 5 0 0,3-3 0 0,0 3 0 16,0 0 0-16,-1 0 0 0,1 0 0 16,0-5 0-16,3 5 0 0,-3 0 0 0,3 0 0 15,0 0 0-15,0 5 0 0,-3-5 0 0,-1 0 0 0,4 0 0 16,-3 3 0-16,0-3 0 0,0 5 0 0,3-5 0 16,-3 0 0-16,3 0 0 0,-3 0 0 0,0 0 0 15,2 0 0-15,-2 0 0 0,3-5 0 0,3 5 0 16,-3 0 0-16,0 0 0 0,3 0 0 0,0 0 0 15,-4-3 0-15,7 3 0 0,-3 0 0 0,0 3 0 16,0-3 0-16,0 5 0 0,3-5 0 0,-4 6 0 16,-2-6 0-16,0 2 0 0,0 4 0 0,0-4 0 15,0 4 0-15,0-6 0 0,0 2 0 0,-3-2 0 16,2 6 0-16,-2-6 0 0,0 0 0 0,3 0 0 16,0 0 0-16,0 0 0 0,0 0 0 0,0 2 0 0,0-2 0 15,2 5 0-15,1-5 0 0,-3 0 0 0,3 6 0 16,-3-6 0-16,3 0 0 0,-3 2 0 0,-1 4 0 0,1-4 0 15,0 4 0-15,0 2 0 0,-3-8 0 16,0 7 0-16,0-1 0 0,0-4 0 0,3 4 0 0,-3-4 0 16,-1 4 0-16,1-6 0 0,0 2 0 0,0 4 0 15,0-1 0-15,0-5 0 0,0 3 0 16,0 2 0-16,0-5 0 0,3 2 0 0,-4 4 0 0,4-6 0 16,-3 2 0-16,0 4 0 0,0-6 0 0,0 2 0 15,0-2 0-15,-3 6 0 0,3-6 0 0,-3 0 8 16,0 5-8-16,0-5 0 0,-4 0 0 0,1 0 0 0,3 0 0 0,-3 3 0 15,0-3 0-15,-3 0 0 0,3 0 0 0,0 0 0 16,-6 0 0-16,3 0 8 0,0 0-8 0,-3 0 0 16,0 0 0-16,0 0 0 0,6-3 8 0,-6 3-8 15,3 0 0-15,-3 0 9 0,0-5-9 0,3-1 8 16,0 4-8-16,-3 2 0 16,0-8 0-16,0 2 8 0,0-1-8 0,0 4 0 0,0-8 0 15,0 3 8-15,0-2-8 0,0-1 0 0,0 1 0 0,3 2 8 16,-3-6-8-16,0-1 0 0,3 1 0 0,0 6 0 15,-3-5 0-15,3 3 0 0,0-4 8 0,0-2-8 16,-3 3 0-16,3-8 0 0,0 0 0 0,0-3 0 16,0 0 0-16,0-2 0 0,0-1 0 0,-3-7 0 15,3 2 0-15,0 3 0 0,-3 0 0 0,3 3 0 16,0 2 0-16,-3 0 0 0,3 3 0 0,0-3 0 16,-3 3 0-16,3-6 0 0,0 3 0 0,0-7 0 15,-1 2 0-15,1-6 0 0,0 3 0 0,0 3 0 0,0 0 0 0,0 0 0 16,0 0 0-16,0 5 0 0,0 3 0 0,0-3 0 15,0 6 0-15,0 2 0 0,0-5 0 0,-3 5 0 16,3 0 0-16,0 0 0 0,-3-5 0 0,3 5 0 16,-3-3 0-16,3 4 0 0,-3-1 0 0,3 0 0 15,-3-5 0-15,3 5 0 0,-3-3 0 0,0 9 0 16,3-6 8-16,0-3-8 0,-3 9 0 16,0-3 0-16,0-1 0 0,3 4 8 0,-3-4-8 0,3 7 0 15,-3-1 0-15,3 0 0 0,0 2 0 16,-3-2 0-16,3 0 0 0,-3 3 0 0,3 3 0 0,-3-4 0 0,3-2 0 0,-3 3 0 15,3 2 0-15,-3 3 0 16,0-5 0-16,0 5 0 0,0 0 0 0,3-3 0 0,-3 3 0 16,3-5 0-16,-3 5 0 0,0 0 0 0,0 0 0 0,3-8 0 15,-3 8 0-15,3-2 0 0,-3 2 0 16,0-6 0-16,3 1 0 0,-3 5 0 16,0-3 0-16,0 3 0 0,3-8 0 0,0 3 0 0,-3 2 8 0,0 3-8 15,3-5 0-15,-3 5 0 0,0-8 0 0,0 8 0 16,3-5 0-16,-3 5 0 0,3-3 0 0,-3 3 0 15,0 0 0-15,0 0 0 0,6-5 0 0,-6 5 0 16,3-3 0-16,-3 3 0 0,5 0 0 0,-2 0 0 16,3 0 0-16,-3 0 0 0,3-5 0 0,0 5 0 15,0 0 0-15,3 0 0 0,0 0 0 0,0 5 0 16,3-5-8-16,0 0 8 0,0 0 0 0,3 3 0 16,2-3 0-16,1 5 0 0,0-5 0 0,3 0 0 15,0 8 0-15,0-8 0 0,-3 8 0 0,5-3 0 16,-2-2 0-16,0-3 0 0,3 5 0 0,3-5 0 15,-1 3 0-15,4 2 0 0,0-5 0 0,3 3 0 0,-3-3 0 16,-4 5 0-16,1-5 0 0,0 6 0 0,-6-4 0 16,-3-2 0-16,-1 6 0 0,-2-4 0 0,0-2 0 0,0 5 0 15,-3-5 0-15,0 3 0 0,-3 2 0 0,0-5 0 16,0 0 0-16,-3 3 0 16,0-3 0-16,0 0 0 0,-3 5 0 0,-3-5 0 0,5 0 0 0,-5 0 0 15,6 0 0-15,-6 0 0 0,0 0-10 0,0 0-1 0,0 0 0 16,3 8 0-1,-3-8-23-15,0 0-5 0,3 8-1 0,-3-3 0 16,0-5-94-16,0 11-19 0,0-6-4 0</inkml:trace>
  <inkml:trace contextRef="#ctx0" brushRef="#br0" timeOffset="75609.698">20913 630 2005 0,'0'0'44'0,"-3"-6"8"0,3 4 3 0,0-6 2 0,0 8-45 0,-3-5-12 0,0-3 0 0,0 2 0 0,0 4 102 0,0 2 18 16,0-6 4-16,-3 4 1 0,0 2-59 0,-3 0-12 16,0 0-2-16,1 0-1 0,-7 8-26 0,3-6-5 15,-3 9 0-15,-6-3-1 0,3 8-19 0,-3-3 10 16,3-2-10-16,-2 7 8 16,-1-2-8-16,3 0 0 0,0 0 0 0,0 0 0 0,3-3 0 15,0 0 0-15,1 3 0 0,-1-3 0 0,3-5-20 0,0 5 3 16,0-5 1-16,3 0 0 0,0 0-4 0,3-5-1 15,0 2 0-15,3 3 0 16,3-8-19-16,0 0-3 0,0 0-1 0,0 0 0 0,0 0 36 0,3 0 8 16,6-3 0-16,-3-2 0 0,6 0 0 0,-3-3 0 0,3 0 0 15,0 0 0-15,0 0 0 0,3-5 0 16,-4 5 0-16,4-8 0 0,0 3 0 0,0 2 0 0,0-7 0 0,3 2 0 16,-3 0 49-16,3-5 12 0,-4 0 3 0,1-3 0 15,3 3-25-15,-3-1-5 0,-3 4-1 0,3-3 0 16,0 7 7-16,-3-1 2 0,0 7 0 0,-1 0 0 15,-2 0-6-15,0 3-2 0,0 5 0 0,0 0 0 16,0 7-7-16,-3-1-2 0,3 2 0 0,-3 2 0 16,0 9-5-16,0-3-2 0,0 5 0 0,-3-3 0 15,3 1-8-15,0 5-2 0,-3-3 0 0,3 0 0 16,-3-2-8-16,0-1 0 0,3 1 0 0,-3-1 0 16,2-2 0-16,-2-3 0 0,0 3 8 0,3 0-8 15,-3-3-12-15,0 3-5 0,3-3-1 0,0 3 0 16,-3-3-159-16,3-2-32 15,3 2-7-15,-3-5 0 0</inkml:trace>
  <inkml:trace contextRef="#ctx0" brushRef="#br0" timeOffset="76503.759">24649 378 1940 0,'0'0'43'0,"0"0"9"0,0-8 1 0,0 3 1 0,0 5-43 0,3-2-11 0,-3-4 0 0,0 6 0 15,0 0 112-15,0-2 20 16,0 2 4-16,0 0 0 0,0 0-50 0,0 0-10 0,0 0-3 0,0 0 0 16,0 0-33-16,0 0-6 15,0 0-2-15,-6 2 0 0,0-2-18 0,-3 8-4 0,0-3-1 0,0 6 0 16,-3 0-9-16,0-3 0 16,-3-1 0-16,0 4 8 0,4 2-8 0,-4 1 0 0,0-4 0 0,-3 9 8 15,0-9-8-15,0 9 0 0,0-3 0 0,-3-1 0 16,4-1 0-16,-1 2 0 0,0-3 0 0,3-3 0 15,0 4 0-15,3-6 0 0,0 0-9 0,0-1 9 16,3-1 0-16,1 2 0 0,2-8 0 0,3 5 0 16,3-5 0-16,0 0 0 0,0 0-8 0,0 0 8 15,0 0-9-15,0-8 9 0,3-3-13 0,0 1 5 16,6 2 21-16,-1-5 5 0,1-3 1 0,3-3 0 16,3 3-19-16,0 1 0 0,3-1 0 0,3 0 0 31,0-3-17-31,-1 3-7 0,-2 3-2 0,6 3 0 0,-3-4 26 0,0 6 0 0,-3-5 12 0,2 5-4 15,-2-5 5-15,-3 10 2 0,-3-5 0 0,3 1 0 16,-3 1 7-16,-3-2 2 0,3 8 0 0,-3-5 0 16,-3 5 3-16,3 0 1 0,-4 0 0 0,1 5 0 0,0 1-6 0,-3-4-1 15,3 6 0-15,0 0 0 0,-3 0-5 0,3 3 0 16,0-3-1-16,-3 2 0 0,3 9-3 0,-3-3-1 16,0-1 0-16,0 1 0 0,3 5-11 0,-3 1 12 15,0-1-12-15,0-3 12 0,0 3-12 0,-3-5 0 16,3 3 9-16,0-3-9 0,-3-3 0 0,3-2 0 15,0-4-12-15,0 7 4 16,0-9-192-16,3 6-37 0</inkml:trace>
  <inkml:trace contextRef="#ctx0" brushRef="#br0" timeOffset="128246.66">24152 4895 914 0,'0'0'20'0,"0"0"4"0,-6-3 0 0,0 1 3 0,0-1-27 0,6 3 0 0,-6-2 0 0,3-1 0 16,3 3 79-16,-6-3 10 0,0 1 3 0,6 2 0 15,0 0-4-15,0 0-1 0,-3-3 0 0,3 3 0 16,0 0-11-16,0 0-1 0,0 0-1 0,0 0 0 16,0 0-12-16,0 0-2 0,0 0-1 0,0 0 0 15,0 0-14-15,0 0-2 0,0 0-1 0,0 0 0 16,0 0-4-16,0 0-1 0,0 0 0 0,3 0 0 15,3-5-7-15,-3 5-2 0,3 0 0 0,3-3 0 16,-3 3-4-16,3 0 0 0,3 0-1 0,-4-3 0 16,4 3-5-16,0 0-1 0,0 0 0 0,-3-2 0 0,3 2-9 15,0-3-8-15,0 3 9 0,-3 0-9 16,3-3 8-16,0 3-8 0,-1 0 0 0,1-2 9 16,0-1-9-16,0 3 0 0,-3-3 0 0,3 3 0 15,0 0 0-15,-3 0 0 0,0-2 0 0,0 2 0 16,0 0-45-16,0 0-2 0,-6 2 0 0,-3-2 0 15,0 0-110-15,0 0-23 0,0 0-4 0</inkml:trace>
  <inkml:trace contextRef="#ctx0" brushRef="#br0" timeOffset="128588.751">24167 4998 1609 0,'0'0'71'0,"0"0"15"0,0 0-69 0,0 0-17 0,0 0 0 0,0 0 0 16,0 0 84-16,0 0 14 0,0 0 2 0,0 0 1 16,0 0-41-16,0 0-8 0,5-2-1 0,-2-1-1 15,3 3-14-15,0-3-4 0,0 3 0 0,-3 0 0 16,3 0-3-1,0 0-1-15,-3 0 0 0,3-2 0 0,0 2-3 0,0 0-1 0,3-3 0 0,-3 0 0 16,3 1-6-16,0 2-2 0,0-3 0 0,3 3 0 16,2-5-6-16,-2 2-2 0,3 1 0 0,3-4 0 15,-3 4-8-15,3-1 0 0,0 0 0 0,0 1 0 16,-1 2-8-16,-2-3-4 0,3 0-1 0,-3 1 0 16,0-1-174-16,0-2-34 0</inkml:trace>
  <inkml:trace contextRef="#ctx0" brushRef="#br0" timeOffset="128922.081">24759 4715 1630 0,'0'-8'34'0,"0"8"7"0,0 0-33 0,0 0-8 0,0-5 0 0,0 5 0 15,0-5 101-15,0 5 19 0,0 0 3 0,0 0 1 16,0 0-38-16,0 0-7 0,0 0-2 16,0 0 0-1,0 0-29-15,0 0-7 0,0 0-1 0,0 0 0 16,0 0-13-16,-3 5-3 0,3 3-1 0,-3 0 0 0,3 0-5 0,0 2-1 0,-3-2 0 0,3 3 0 16,0-1-4-16,-3 4-1 0,0-1 0 0,3 0 0 15,-3 3-3-15,0 0-1 0,3-3 0 0,-3 3 0 16,3 0-8-16,-3 2 0 0,0-2 9 0,0 3-9 15,0-1 0-15,3 6 9 0,-3-5-9 0,0-1 0 16,0 3 8-16,3-2-8 0,-3-3 0 0,3 0 0 16,0-3 0-16,0 0 0 0,0-2 0 0,-3-1 0 15,3-2-147 1,-3 0-29-16</inkml:trace>
  <inkml:trace contextRef="#ctx0" brushRef="#br0" timeOffset="131461.419">11412 6266 2030 0,'-9'0'57'0,"3"2"14"16,0-2-57-16,6 0-14 0,-6 0 0 0,6 0 0 15,0 0 105-15,-9 6 19 0,9-6 3 0,0 0 1 16,0 0-52-16,0 0-9 0,0 0-3 0,3 5 0 15,0-2 0-15,3 2 0 0,0-2 0 0,3 2 0 0,3-3-51 0,3 1-13 16,-1 0 0-16,7-1 0 0,0-2 54 0,0 0 8 0,3 0 2 16,0 0 0-16,-1 0-64 0,4 0-12 15,-3 0-2-15,0-2-1 16,-3 2 24-16,0-3 5 0,-1 0 1 0,-2 1 0 16,0-1-15-16,0 1 0 0,0-4 0 0,-3 4 0 15,0-4-151-15,-4 4-33 0,1-4-6 0</inkml:trace>
  <inkml:trace contextRef="#ctx0" brushRef="#br0" timeOffset="131732.242">11587 6377 2066 0,'-3'8'43'0,"3"-8"10"0,-3 5-42 0,3 0-11 0,3 1 0 0,-3-1 0 15,3 3 123-15,-3-3 22 0,3 0 5 0,3 3 1 16,-6-2-55-16,3 2-12 0,0 2-1 0,-3 1-1 16,3-3-39-16,-3 5-8 0,0-2-2 0,3 2 0 15,-3 0-33-15,0 3-9 0,0 0-1 0,0 2 0 16,0 3 27-16,-3-2 6 0,3 5 1 0,0-3 0 16,0 3-24-16,0-3 0 0,0-3 0 0,0 4 0 15,0-6-12-15,0-1-8 0,0 1 0 0,3 0-1 16,-3-5-139-16,3 2-28 0,-3-2-6 15</inkml:trace>
  <inkml:trace contextRef="#ctx0" brushRef="#br0" timeOffset="132001.576">11953 6599 2482 0,'0'0'70'0,"3"-3"16"0,3 1-69 0,0-1-17 0,0 3 0 0,0-2 0 16,3-1 74-16,0 0 11 0,0 1 3 0,3-1 0 15,-3 0-38-15,3 3-7 0,3-2-2 0,-3-1 0 16,0 0-19-16,-1 3-4 0,1-2-1 0,-3-1 0 16,3 0-9-16,0 1-8 0,0 2 9 0,-3-3-9 15,3 0 0-15,-3 1-20 0,3 2 4 0,-3-3 0 16,2 3 16-16,-2 0 0 0,3 0 0 0,-3 0 0 15,-3 3-208-15,0-3-39 0,0 2-7 16</inkml:trace>
  <inkml:trace contextRef="#ctx0" brushRef="#br0" timeOffset="132244.404">12055 6819 2006 0,'0'0'84'0,"6"0"-67"32,-3 0 103-32,3 0 21 0,0 2 4 0,-1-2 1 15,1 0-54-15,0 0-10 0,0 0-2 0,0 0-1 16,0-2-29-16,0 2-6 0,0 0 0 0,3-3-1 0,-3 3-18 0,0-3-3 0,3 3-1 0,0-2 0 16,-3 2-30-16,3-3-7 0,3 1 0 0,-3-1-1 15,2 0 34-15,-2 1 7 0,6-1 2 0,-3-2 0 31,0 2-42-31,3-2-8 0,-3-1-1 0</inkml:trace>
  <inkml:trace contextRef="#ctx0" brushRef="#br0" timeOffset="132694.861">12573 6562 2166 0,'-9'8'45'0,"9"-8"10"16,-6 5-44-16,3-2-11 0,-3 2 0 0,3-2 0 15,-3 2 84-15,3 3 14 0,0-3 3 0,0 3 1 16,3 0-56-16,-3 3-11 0,3-3-3 0,0 2 0 16,-3 1-14-16,3 0-3 0,0-1-1 0,3 3 0 15,-3 1-14-15,0-4 0 0,3 3 0 0,0-2 0 16,-3 0 20-16,3-1-3 0,0 1 0 0,0-1 0 15,0-2-25-15,3 0-6 0,-3 0-1 0,0-3 0 16,3 3 15-16,0-2 0 0,0-4-10 0,0 4 10 16,0-4 0-16,-1-2 0 0,4 3 0 0,-3-3 0 15,3-3 12-15,0 3 4 0,-3-2 1 0,3-1 0 0,0 0-17 16,0 1 0-16,0-4 0 0,-3 1 0 0,3 0 0 16,0-3 0-16,0 0 0 0,-3 0 0 0,3-3 55 15,-4 1 7-15,1-1 2 0,0 1 0 0,0-4-52 0,-3-1-12 0,3 1 0 16,-3-2 0-16,-3 1 54 0,3-1 8 0,-3 2 2 15,0-1 0-15,-3 1-21 0,0 1-4 0,-3 3-1 0,0-1 0 16,0 3-22-16,-3 0-4 0,1 0 0 0,-4 3-1 16,3 0-11-16,-3-1 8 0,0 1-8 0,0 5 8 31,-3-3-8-31,3 3 0 0,-3 0-12 0,0 0 12 16,4 0-96-16,-1 3-12 0,0 0-3 0</inkml:trace>
  <inkml:trace contextRef="#ctx0" brushRef="#br0" timeOffset="135499.108">12129 4122 1094 0,'0'0'46'0,"0"0"-37"16,0 0 95-16,0 0 20 0,0 0 3 0,0 0 1 16,0 0-1-16,0 0 0 0,0 0 0 0,0 0 0 15,0 0-50-15,0 0-9 0,0 0-3 0,0 0 0 16,0 0-1-16,0 0 0 0,0 0 0 0,0 0 0 15,0 0-51-15,0 8-13 0,0-2 0 0,0 2 0 16,0 0 0-16,0 0 0 0,0 5 0 0,0-5 0 16,3 5 14-16,-3-3 0 0,0 4 0 0,0 2 0 15,3-3-14-15,-3 0 0 0,0 3 0 0,0-3 0 16,3 3-8-16,-3-5-5 0,0-1-1 0,0 6 0 16,3-8 25-16,-3 0 5 0,0 3 0 0,0-1 1 15,0-7-17-15,0 5 0 0,0-3 0 0,0 0 0 16,0-5 9-16,0 0-9 0,0 6 0 0,0-6 9 15,0 0-9-15,0 0 0 0,0 0 0 0,0 0 8 16,0 0-8-16,0 0 0 0,0 0 9 0,0 0-9 16,0 0 0-16,0-6 8 0,0 1-8 0,3 0 0 0,-3-3 0 0,0-3 0 0,3 1 0 15,-3-1 8-15,0-2 0 0,3 0 1 16,-3-3 0-16,3 0 0 0,-3 0 4 0,3 0 1 16,0-2 0-16,-3-1 0 0,3 6-2 0,-3-3 0 0,0 3 0 0,3-1 0 15,-3 4 1-15,0 2 0 0,0 0 0 0,0 3 0 16,0-1-13-16,0 4-18 0,0 2 4 0,0 0 1 15,0 0 13-15,0 0 0 0,0 0 0 0,0 0 0 16,0 0 0-16,0 0 0 0,0 0 0 0,0 8 0 16,0 0 22-16,0 5 7 0,3 3 2 0,-3-6 0 15,0 9-50 1,3-6-9-16,-3 3-3 0,0 2 0 0,3-2 31 0,-3 0 0 0,3 0 0 0,-3 0 0 16,0-5 20-16,3 2 11 0,-3 0 1 0,0-2 1 15,3-3-25-15,-3 2-8 0,0 1 0 0,3-3 0 16,-3-3 0-16,0 3 0 0,0-3 0 0,0-5 0 15,3 3-26-15,-3-3-6 0,0 5 0 0</inkml:trace>
  <inkml:trace contextRef="#ctx0" brushRef="#br0" timeOffset="147434.32">18276 4511 1659 0,'0'0'34'0,"-3"-5"10"0,3 0-36 0,0 5-8 0,0-5 0 0,-3 2 0 16,3 0 122-16,0-5 22 0,0 3 5 0,0 5 1 15,0-5-40-15,0 5-8 0,0-3-2 0,0 3 0 16,0-5-19-16,0 5-4 0,0-3-1 0,0 3 0 15,0 0-22-15,0 0-5 0,0 0-1 0,0 0 0 16,0 0-16-16,0 0-3 0,0 0-1 0,0 0 0 16,0 0-12-16,0 0-2 0,0 0-1 0,0 0 0 15,-3 5-4-15,0 3-1 0,3 0 0 0,0 3 0 16,0-1-8-16,0 6 10 0,0-5-10 0,3 5 10 16,0 2-10-16,-3 1 8 0,3-1-8 0,0 4 8 15,3-4-8-15,-3 3 0 0,0-2 0 0,3-1 8 16,-3-2-8-16,0 3 0 0,0-9 0 0,0 9 0 15,0-9 0-15,0 1 8 0,0 0-8 0,-3-1 0 16,2 1 0-16,1-1 8 0,-3 1-8 0,3-6 0 16,-3 3 0-16,0-3 0 0,0-5 8 0,3 8-8 15,-3-8 0-15,0 6-14 0,0-6 3 0,3 5 1 16,-3-5-164-16,3 5-33 16,-3-5-6-16</inkml:trace>
  <inkml:trace contextRef="#ctx0" brushRef="#br0" timeOffset="158620.857">11444 7658 1986 0,'0'0'41'0,"0"0"11"0,0 0-42 0,0 0-10 0,0 0 0 0,0 0 0 15,0 0 70-15,0 0 12 0,0 0 2 0,9 2 1 16,-3 1-17-16,3-1-3 0,3-2-1 0,0 3 0 16,3-3 0-16,0 3 0 0,3-3 0 0,0 2 0 15,2 1-26-15,1-3-6 0,0 3 0 0,0-1-1 16,0 1-15-16,-3-3-2 0,2 0-1 0,1 3 0 16,0-3-13-16,0 2 8 0,3-2-8 0,-3 3 0 15,2-3 0-15,-2 0 0 0,0 0 0 0,0 0 0 16,0 0-32-16,-6 3-12 0,3-3-2 0,-7 2-1 15,1-2-167-15,-3 0-34 0,0 0-6 0</inkml:trace>
  <inkml:trace contextRef="#ctx0" brushRef="#br0" timeOffset="158887.903">11709 7713 2017 0,'0'0'85'0,"-3"5"-68"16,0 1 99-16,0-1 20 0,3-5 4 0,-2 5 1 16,-1 3-61-16,3 0-13 0,0 0-3 0,0 3 0 15,0-1 0-15,0 1-1 0,0 2 0 0,0 0 0 16,0 3-33-16,0 0-6 0,0 3-2 0,0-1 0 16,0 3-11-16,0 0-3 0,0 1 0 0,0-1 0 15,0 0-29-15,0-3-7 0,0 4 0 0,0-4-1 16,0 1 40-16,0-3 8 0,0 2 1 0,3-2 1 15,-3 0-52-15,2-3-10 0,1 0-3 0,0-2 0 16,0 2-120-16,0-5-25 0,0 3-5 0</inkml:trace>
  <inkml:trace contextRef="#ctx0" brushRef="#br0" timeOffset="159176.036">12034 7943 2066 0,'3'-2'43'0,"3"-4"10"0,-3 4-42 0,3-4-11 0,3 1 0 0,0 2 0 16,0-2 101-16,-1 0 19 0,1 0 3 0,0-1 1 16,3 1-55-16,0 0-10 0,3-1-3 0,-3 1 0 15,6 2-12-15,-3-2-4 0,5-3 0 0,1 3 0 16,-3 2-3-16,3-2-1 0,0 2 0 0,0-2 0 15,-3 2-28-15,2 1-8 0,-2-1 0 0,0 3 0 16,-6 0-32-16,3 0-8 0,-3 0-2 16,0 0 0-16,-3 3-75 0,0-1-15 0,-3 1-4 15,-6-3 0-15,0 0-94 0,-3 5-19 16</inkml:trace>
  <inkml:trace contextRef="#ctx0" brushRef="#br0" timeOffset="159402.796">12165 8084 1824 0,'0'0'38'0,"0"0"8"15,0 0-37-15,0 0-9 0,0 0 0 0,0 0 0 16,6 0 104-16,0 0 20 0,0 0 3 0,3 0 1 16,-3 0 0-16,3 0 0 0,2-3 0 0,-2 3 0 15,3 0-103-15,0-3-25 0,0 3 0 0,0-2 0 16,0-1 56-16,0 0 7 0,3 3 1 0,-3-2 0 15,2-4-52-15,1 4-12 0,0-1 0 0,0-2 0 16,0-1-48-16,0 4-13 0,0-6-3 0,0 3 0 16,-3-1-153-16,-1 1-31 0</inkml:trace>
  <inkml:trace contextRef="#ctx0" brushRef="#br0" timeOffset="159715.403">12716 7697 2318 0,'0'-5'48'0,"0"0"11"0,2-1-47 0,-2 6-12 0,0-5 0 0,0 5 0 15,0 0 99-15,0 0 17 0,0 0 4 0,0 0 1 16,0 0-45-16,0 0-8 0,0 0-3 0,0 0 0 16,0 0-24-16,0 0-5 0,0 0 0 0,3 8-1 15,-3 0-14-15,0 0-2 0,0 0-1 0,-3 2 0 16,3 1-8-16,-2 2-2 0,-1 0 0 0,0 3 0 15,0 0 0-15,0 5-8 0,0-2 12 0,0 5-4 16,0-1-8-16,3 1 8 0,-3 0-8 0,3 3 8 16,-3-4-8-16,3-4 0 0,0-1 0 0,-3 1-11 15,3-3 19-15,0-3 3 0,0 0 1 0,0 1 0 16,0-1-12-16,0-5-17 0,0 2 4 0,0-2 1 16,0-2 20-16,3 1 4 0,-3-1 0 0,3-1 1 15,-3-5-72-15,3 5-14 0,-3-5-3 0</inkml:trace>
  <inkml:trace contextRef="#ctx0" brushRef="#br0" timeOffset="165614.307">12177 5149 1824 0,'0'0'38'0,"0"-5"8"0,0 0-37 0,0 5-9 0,-3-3 0 0,3 3 0 31,0-5 136-31,0 5 24 0,0 0 6 0,0 0 1 16,0 0-76-16,0 0-15 0,0 0-4 0,0 0 0 15,0 0-44-15,0 0-8 0,0 0-3 0,0 0 0 0,0 0 38 0,0 0 7 0,0 0 2 0,-3 5 0 16,3 3-64-16,0 2 0 15,-3-4-9-15,3 2 0 0,0 0 9 0,0 2 12 0,0 1-2 0,0-1-1 16,0 1-9-16,0-1 0 0,0 1 0 0,0 0 0 16,0-1 0-16,0 1-11 0,0-1 3 0,0-2 0 15,0 3 8-15,0-3 11 0,0-3-3 0,0 3 0 16,0-8-23-16,3 8-5 0,-3-8 0 16,0 5-1-16,0-5-18 0,0 0-3 0,0 0-1 15,0 0 0-15,0 0 53 0,0 0 10 0,0 0 3 0,0 0 0 16,0 0-23-16,0 0 0 0,0 0-10 0,0 0 10 15,0 0-20-15,0 0 2 0,0 0 1 0,0 0 0 16,0-5 17-16,3 0 0 0,-3-3 0 0,0-3 0 16,3 3 0-16,-3-5 0 0,0 0 0 15,0 2 0-15,3-5 0 0,-3 3 0 0,0 0 0 0,0-3 0 16,0 5 48-16,0-4 12 0,0-1 4 0,0 2 0 16,0 4-52-16,0-3-12 0,0-1 0 15,0 4 0-15,0 2 0 0,0 0 0 0,0 5 0 0,-3-7 0 16,3 4 54-16,0 6 8 0,0 0 2 0,0 0 0 15,0 0-52-15,0 0-12 0,0 0 0 0,0 0 0 16,0 0 0-16,0 0 0 0,0 0 0 0,-3 8 0 16,3 0 0-16,0 0 0 0,0 3 0 0,0-1 0 15,0 1 0-15,3 0-12 0,-3-1 3 0,3 3 0 0,0-2 9 16,-3 0-8-16,3 4 8 0,0-7-8 0,-3 3 8 0,3 0 0 16,0-4 0-16,-3 4 0 15,3-3-45-15,-3 3-4 0,0-6-1 0,3 0 0 0,-3 3 40 0,3-3 10 0,-3 1 0 16,0-6 0-16,0 8-104 0,3-6-20 15,-3-2-3-15</inkml:trace>
  <inkml:trace contextRef="#ctx0" brushRef="#br0" timeOffset="171292.644">18547 5472 1257 0,'0'0'53'0,"0"0"-42"16,0 0 105-16,0 0 20 0,0 0 5 16,0 0 1-16,0 0-29 0,0 0-5 0,0 0-2 0,0 0 0 15,0 0-38-15,0 0-8 0,0 0-2 16,-6 5 0-16,0 1-24 0,0-1-5 0,-3 0-1 0,3 6 0 15,-3-3-8-15,3 2-3 0,-3 1 0 0,0-1 0 16,0 4-5-16,-3-4 0 0,3 3-1 0,-2 1 0 16,2-4-11-16,0 3 0 0,0 1 9 0,0-1-9 15,0-3 0-15,3 4 8 0,-3-4-8 0,3 4 0 16,3-1 0-16,0 0 0 0,0-2 0 16,0 2 0-16,6 0 0 0,0-2 0 0,-3 2 0 0,6 0 0 15,0-2 0-15,3-3 0 0,0 2-9 0,0 1 9 16,3-6 0-16,0 3-9 0,2-5 9 0,1 2 0 15,3-2 0-15,-3-3-8 0,0-3 8 0,3 3 0 16,-3-5 0-16,0-1 16 0,-1 1-4 0,1-3 0 16,0 0 28-16,0-5 4 0,0 2 2 0,0-2 0 15,0 3 5-15,0-4 1 0,0 1 0 0,-4 0 0 16,1 0-7-16,-3-1-1 0,0 1 0 0,-3 0 0 16,0 0-16-16,0-1-3 0,-6 4-1 0,0-3 0 15,0-1-8-15,-3 1-3 0,-3 0 0 0,0 0 0 16,-3 0-5-16,0-1 0 0,-3 1-8 0,-2 2 12 15,2 1-12-15,0 2 11 0,-3 3-11 0,3-1 10 16,0 1-18-16,-3 2-4 0,3 3-1 0,0 0 0 16,-3 3-34-16,4 2-6 0,-4 1-2 0,3-1 0 15,-3 6-173-15,3-4-34 0</inkml:trace>
  <inkml:trace contextRef="#ctx0" brushRef="#br0" timeOffset="173772.022">23902 6488 1773 0,'0'0'36'0,"0"0"11"0,0 0-38 0,0 0-9 0,0 0 0 0,0 0 0 15,0 0 101 1,0 0 19-16,0 0 3 0,0 0 1 0,0 0-36 0,0 0-6 0,6 0-2 16,0 0 0-16,-1 0-18 0,4 0-4 0,0 0-1 0,3 0 0 15,0 0-16-15,0 0-3 0,6 0-1 0,-3 0 0 16,3 3-14-16,2-3-3 0,-2 0-1 0,6 0 0 16,-3 0-19-16,0 0 8 0,0 0-8 0,0-3 0 15,-4 3 0-15,4 0 0 0,-3-3 0 0,-3 3 0 16,3-2-9-16,-3 2-9 0,3 0-2 0,-4 0 0 15,-2 0-37-15,0 0-8 0,0 0-2 0,-3 0 0 16,-3 0-119-16,0 0-24 0,-6 0-5 0</inkml:trace>
  <inkml:trace contextRef="#ctx0" brushRef="#br0" timeOffset="174022.484">24056 6641 1697 0,'0'0'35'0,"0"0"9"15,0 0-35-15,0 0-9 0,0 0 0 0,0 0 0 16,0 0 94-16,0 0 17 0,0 0 3 0,0 0 1 16,6 0-38-16,0 0-7 0,0 0-2 0,3 3 0 15,-3-3-24-15,3 0-4 0,0 0-2 0,0 3 0 0,0-3-16 16,3 2-3-16,0-2-1 0,-3 0 0 0,3 3-10 0,-1-3-8 0,1 0 12 0,0 0-12 15,0 0 8-15,0 0-8 0,0 0 0 0,0 0 0 32,0-3-25-32,3 1-9 0,0-1-2 0</inkml:trace>
  <inkml:trace contextRef="#ctx0" brushRef="#br0" timeOffset="177761.199">24646 6438 1876 0,'0'0'39'0,"0"0"9"0,-6 0-38 0,6 0-10 0,-6 2 0 0,0 1 0 15,3-3 131-15,-3 3 24 0,0-1 5 0,0 1 0 16,0 2-64-16,0-2-14 0,0 2-2 0,-3 3-1 15,3-3-35-15,0 1-8 0,0-1 0 0,-3 3-1 16,4 0-22-16,2 2-4 0,-3-2-1 16,0 3 0-16,3 0-8 0,0-1 0 0,0 3 0 0,0 1 0 15,0-1 0-15,3 0 0 0,0 0 0 0,-3 1 0 16,6-4 0-16,-3 3 0 0,3 1 0 0,3-4 0 16,-3 3 0-16,3-5-12 0,0 3 4 0,0-1 8 15,-1-4-12-15,4 2 12 0,0-3-12 0,0 0 12 16,0-2-8-16,3 0 8 0,-3-3 0 0,3 0 0 15,-3 0 0-15,3-3 0 0,-3 0 0 0,3 1 0 16,0-4 16-16,-1-2 4 0,4 0 0 0,-3 1 1 16,0-4 11-16,0 0 3 0,0-2 0 0,0 3 0 15,0-4-7-15,-3-2 0 0,0 3-1 0,0-3 0 16,-1 0-4-16,-2 3-1 0,-3-3 0 0,3 3 0 16,-6 0-4-16,0 2-1 0,-3-2 0 0,0 0 0 15,-3 5-5-15,0-3-2 0,-2 1 0 0,-1 2 0 16,-3 0-10-16,0 3 8 0,0-3-8 0,-3 5 8 15,0-2-16-15,0 2-4 0,3-2-1 0,-3 5 0 16,1 0-112-16,-4 0-23 0,3 2-4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44:09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17320 7777 1465 0,'-9'-6'69'0,"9"6"-61"0,0 0-8 0,0 0 0 0,0-5 0 16,0 5 63-16,0-5 11 0,3-1 2 0,-3 1 1 16,3 0-48-16,3 2-9 0,-3-2-3 0,0 2 0 15,3-2 15-15,0 2 2 0,0-2 1 0,0 2 0 16,0 1-11-16,0-1-1 0,0 0-1 0,0 1 0 16,3 2 4-16,-3-3 1 0,3 1 0 0,3-1 0 15,-3 3 0-15,2 0 0 0,1-3 0 0,0 3 0 16,3 0-16-16,0 0-3 0,3-2-8 0,3 2 12 15,0 0-12-15,-1 2 11 0,1-2-11 0,3 0 10 16,0 3-10-16,0-3 0 0,-1 0 0 0,1 0 8 16,3 3-8-16,-6-3 0 0,3 0 0 0,0 0 0 15,-1 2 0-15,4-2 0 0,3 0 9 0,3 3-9 16,-1-1 8-16,4 1-8 0,3 0 10 0,-1-1-10 16,-2 1 0-16,0 0 0 0,0-1 0 0,2-2-10 15,-2 3 10-15,6 0 0 0,-1-1 0 0,4 1 0 16,-6 0 25-16,-1-1 7 0,1-2 2 0,-3 3 0 15,0-1-14-15,2-2-4 0,-2 0 0 0,3 3 0 16,-1-3-1-16,1 0-1 0,0 3 0 0,2-3 0 16,-5 2-14-16,0-2 0 0,-3 0 0 0,2 0 0 15,-2 0 0-15,0 0 0 0,3 0 0 0,-1 0 0 16,1 0 26-16,-3 0 2 0,2 0 1 0,1 0 0 0,-3 0-19 16,-3 0-10-16,-1 0 10 0,1-2-10 0,-3 2 0 15,0 0 0-15,3-3 0 0,-1 0 0 0,-2 3 0 0,3 0 8 16,0 0-8-16,-1 0 0 0,1 3 0 0,-3-3 11 15,3 3-11-15,-3-1 10 0,-1 1-10 16,-2-3 8-16,0 0-8 0,-3 3 8 0,3-3-8 0,-1 2 0 0,4-2 9 16,0 0-9-16,-3 3 0 0,3 0 9 15,-1-1-9-15,1 1 0 0,-3 0 8 0,3-1-8 0,-3 4 0 0,-1-4 0 16,1 1 9-16,0-3-9 0,-3 2 0 0,3-2 9 16,-1 3-9-16,1-3 0 0,0 0 9 0,0 0-9 15,3 0 9-15,-3 3-9 0,-1-3 12 0,1 2-12 16,0 1 17-16,-3-3-3 0,0 3-1 0,2-1 0 15,-5 1-13-15,3-3 9 0,0 3-9 16,-3-3 8-16,3 0 0 0,-3 0-8 16,2 0 12-16,-2-3-4 0,3 3-8 0,-3 0 12 0,6 0-12 0,-3 0 12 15,-1 0-4-15,1 0-8 0,-3 3 12 0,3-3-4 16,0 2 0-16,-3 1 0 0,2-3 0 0,-2 5 0 16,0-2-8-16,0 0 0 0,0-1 0 0,-3-2 0 15,3 3 0-15,-3-1 0 0,-1-2 0 0,1 3 0 16,0-3 0-16,0 0 0 0,0 0 0 0,0 0 0 15,0 0 0-15,0 0 0 0,0 0 0 0,2 0 8 16,-2 0-8-16,3 0 0 0,-3 0 0 0,0 0 0 16,3 3 0-16,-3-3 0 0,2 2 8 0,-5-2-8 15,3 3 0-15,0-3 0 0,0 3 0 0,0-1 0 16,0-2 0-16,-3 0 0 0,0 3 0 0,0-3 8 16,-1 0-8-16,-1448 3 0 0,2892-3 0 0,-1449 0 0 0,3 0 0 15,0 0 0-15,-3-3 0 0,3 3 0 0,-3 0 0 0,0-3 0 0,3 3 0 16,-3 0 0-16,0-2 0 0,3-1 0 15,-3 3 0-15,0-3 0 16,0-2-25-16,2 2-1 0,-2 1 0 0,0-3 0 16,0 2-38-16,-3-2-7 0,3-1-1 0</inkml:trace>
  <inkml:trace contextRef="#ctx0" brushRef="#br0" timeOffset="2860.18">21273 6059 1466 0,'3'-10'62'0,"3"-1"-50"16,0 1 94-16,0-1 18 0,0 3 4 0,3 0 1 15,-3 0-53-15,0 0-12 0,3 3-1 0,-3 0-1 16,0 2-34-16,0 0-8 0,0 1 0 15,0-1-1-15,0 3-19 0,-3 0 10 0,2 0-10 0,-5 0 8 16,3 3-8-16,0 2 0 0,-3-5 9 0,3 8-9 16,-3 0 14-16,3 2-2 0,-3 4 0 0,0-1 0 15,-3 0-12-15,0 3 11 0,0 3-11 0,0-1 10 16,-2 3-10-16,2 0 0 0,-3 1 0 0,3 1 8 16,-3 4-8-16,3-1-9 0,3 1 9 0,-3 2-13 15,3-3-5-15,3 1-1 0,0-3 0 0,0 2 0 16,0-2 10-16,3-3 9 0,-3 0-13 0,2-2 5 15,1-1 8-15,-3-2 0 0,3-3 0 0,-3 1-8 16,0-4 8-16,3 1 0 0,-3-1 0 0,0 1 0 16,-3-6 0-16,3 3 0 0,-3-3 0 0,0-5 0 15,0 0 8-15,0 0-8 0,0 0 10 0,-3 3-10 16,3-3 29-16,-6 3 0 0,0-1 0 0,-3-2 0 16,3 3 3-16,-2-3 0 0,-1 0 0 0,-3 0 0 15,3 0-9-15,-3 0-2 0,3 3 0 0,0-1 0 16,0 1-9-16,0 0-1 0,3 2-1 0,-3 3 0 15,3 0-10-15,0 0 0 0,0 2 0 0,3 4 0 16,0 1 0-16,0-1 0 0,3 4 0 0,-3-2 0 0,3 3 0 16,3-1 8-16,-3 1-8 0,3-1 0 0,0 1 0 0,-3-3 0 15,3 2 0-15,-3 1 0 0,0-4-8 0,3 4-8 0,-3-3 0 0,0 2-1 16,0 1 17-16,0-1 0 0,0 1 0 0,0 2 0 16,-3 0 0-16,3 3 0 0,0-3 0 0,-3 3 0 15,0-3 0-15,0-2 0 0,0-1 0 0,0 3 0 16,1-5 0-16,-4 3 0 0,3-3 0 0,0 0 0 15,-3-1 48-15,0-1 12 16,0-1 4-16,3 0 0 0,-3 0-52 0,3-2-12 0,-3 2 0 16,3 0 0-16,-3-2 0 0,3 2 0 15,0-2 0-15,-3 2 0 0,3 0 0 0,0 1 0 0,-3-4 0 16,3 3 0-16,0-2 0 0,-3 0 0 0,3 2 0 0,0-5 0 16,0 2 0-16,3-2 0 0,-3 0 0 0,0 0 0 15,3 0 0-15,0-3 0 0,-3 1 0 0,3-1 0 16,0-5 0-16,0 0 0 0,0 0 0 0,0 3 0 15,0-3-48-15,0 0-13 0,0 0-3 0,0 0 0 16,6 0-153-16,0 0-31 0</inkml:trace>
  <inkml:trace contextRef="#ctx0" brushRef="#br0" timeOffset="4420.377">22208 6475 1831 0,'-12'-3'38'0,"12"3"9"0,-6 0-38 0,0 0-9 0,0 0 0 0,-3 0 0 16,3 3 64-16,0-1 10 0,0 1 2 0,-3 2 1 15,3 1-36-15,1-1-7 0,-4 3-2 0,0 0 0 16,3 2-19-16,-3 4-4 0,0 1-1 0,0 4 0 15,0 2-8-15,0 6 0 0,0-1 0 0,0 6 0 16,3-6 0-16,0 3 0 0,0-2 0 0,-3 2 0 16,6-5 0-16,0 0 0 0,0-1 0 0,1-1 0 15,2-4-8-15,0 1-4 0,2-3-1 0,1-1 0 16,0-1 3-16,3-1 1 0,0 0 0 0,0-2 0 16,3-1 9-16,0-2 0 0,3-3 0 0,0 1-8 15,0-4 8-15,0-2 0 0,3 0 0 0,-3-2-8 16,2-4 8-16,1-1 12 0,3-4-2 0,-3-2-1 15,0-3 14-15,0 0 2 0,0-3 1 0,0-2 0 16,-1-3 30-16,1-2 7 0,0-3 1 0,0-3 0 16,-3-2-52-16,0-6-12 0,3 0 0 0,-3-2 0 0,-3 5 54 15,0 5 8-15,-3-2 2 0,0 2 0 0,-4-2 0 0,-2 5 0 16,0-3 0-16,-5 3 0 0,-1 0-64 16,0 0 0-16,-6 2-9 0,3 1 0 0,-6 4 9 0,0 1 12 0,-3 5-2 15,0 3-1-15,0 3-9 0,1-1 0 0,-1 3 0 0,-3 3 0 16,3 2 0-16,-3 3 0 0,0 0 0 0,1 3 0 15,-1 2 0-15,3 3 0 0,0 3 0 0,0 4 0 16,6 1 0-16,-3 5 0 0,3 3 0 0,3 3 0 31,1-3-49-31,5-1-12 0,0 1-3 0,3 0 0 0,3 0 52 0,3 0 12 0,-1-1 0 0,4 4 0 16,3-3 0-16,3 2 0 0,0 1 0 0,6-1 0 16,-3 3 0-16,0-2 0 0,2 2 0 0,4-3 0 15,-3 1 0-15,0-3 0 0,-3-3 0 0,3 0 0 16,-3-3 0-16,-1 1 0 0,1-3 0 0,0 0 0 15,-6-3 0-15,0 0 0 0,0-2 0 0,-3-1 0 16,0 1 0-16,-3-1 0 0,-3 1 0 0,0 0 0 16,-3-1 0-16,0 1 0 0,-3-3 0 0,0 2 0 15,-3-2-54-15,0 3-8 0,0-3-2 0,-3 2 0 16,0-2 0-16,0 0 0 0,0 0 0 0,-3 0 0 16,3-3 0-16,0 1 0 0,-3-1 0 0</inkml:trace>
  <inkml:trace contextRef="#ctx0" brushRef="#br0" timeOffset="4735.977">22872 6398 2067 0,'0'0'87'15,"0"0"-70"-15,0 0 38 0,-6 3 7 0,0 2 2 0,0 0 0 16,-3 1 0-16,0 4 0 0,-3 1 0 0,0 2 0 16,0 0-37-16,0 3-7 0,-3 0-2 0,1 5 0 15,-1 3 22-15,3 2 5 0,-3 1 1 0,0 5 0 32,6-1-62-32,0 1-13 0,0 0-3 0,3 2 0 0,3-5 52 0,3 0 9 0,0 1 3 0,3-4 0 31,0 0-54-31,3-2-10 0,3-3-3 0,0 3 0 0,0 0 5 15,3-3 1-15,0-2 0 0,3-1 0 0,0-2 29 0,2-3 0 16,1-2 0-16,0 0 0 0,3-6-211 16,0-5-36-16</inkml:trace>
  <inkml:trace contextRef="#ctx0" brushRef="#br0" timeOffset="5010.446">23306 6424 1831 0,'-9'-7'38'0,"0"1"9"16,3 4-38-16,1-1-9 0,5 3 0 0,-9 0 0 15,9 0 73-15,-6 5 13 0,3 1 2 0,-3-1 1 16,3 5-16-16,-3 1-3 0,3 0-1 0,0 2 0 0,3 3-18 0,-3 0-4 0,3 2-1 16,-3 3 0-16,3 3-21 0,0 0-4 0,0 5-1 15,-3 3 0-15,3-3-20 0,0 0 9 0,0 0-9 0,-3 0 0 16,3-2 9-16,0-1-9 0,0-2 0 15,0 0 9-15,-3-3-9 16,3-3 0-16,-3 4-12 0,0-4 12 16,3 1-44-16,-3-4-2 0,0 4 0 0,-3 0 0 15,3-4-130-15,-3-1-27 0,3-4-5 0</inkml:trace>
  <inkml:trace contextRef="#ctx0" brushRef="#br0" timeOffset="5249.294">23053 6739 1824 0,'3'8'76'16,"0"-2"-60"-1,3-1 61-15,0 0 13 0,0 0 2 0,3 1 1 16,3 2-38-16,0-3-8 0,3 0-2 0,0 1 0 15,2-4-23-15,1 4-5 0,0-4-1 0,0 1 0 16,3-3-16-16,3 0 0 0,-1-3 0 0,1-2 0 16,0 0-125-16,0-1-23 0,3-4-4 0</inkml:trace>
  <inkml:trace contextRef="#ctx0" brushRef="#br0" timeOffset="5536.611">23556 6440 1622 0,'-3'8'68'15,"0"3"-54"-15,0-3 96 0,3 0 19 0,0 0 4 0,0 0 1 16,3 2-32-16,0-2-6 0,0 3-2 0,3-1 0 16,0 1-34-16,-3 5-8 0,3-3 0 0,0 6-1 15,0-1-22-15,0 1-4 0,-3 2-1 0,3 0 0 16,-3 0-13-16,0 0-3 0,-3 0-8 0,3 1 12 15,-3-1-12-15,-3-3 8 0,3 3-8 0,-6-2 0 16,3-3 8 0,-3 0-8-16,0 0 0 0,-3-1 9 0,0 1-9 0,-3 0 0 0,-3-3 0 0,1 6-11 15,-1-3-17 1,0 0-4-16,-3 2-1 0,0-2 0 16,0 0-25-16,0 0-5 0,-3 0-1 0</inkml:trace>
  <inkml:trace contextRef="#ctx0" brushRef="#br0" timeOffset="6844.293">21017 8285 1326 0,'6'-19'28'0,"-6"14"5"0,3-3-33 0,3 3 0 0,-3-3 0 0,3 0 0 16,-3 0 100-16,3-3 12 0,0 3 4 0,3 0 0 16,-3 0-30-16,3 3-6 0,0-3 0 0,0 3-1 15,0 0-19-15,0 2-4 0,-1-2-1 0,1 2 0 16,-3 0-37-16,3 3-7 0,-6-2-2 0,-3 2 0 16,0 0 44-16,0 0 9 0,6 5 2 0,-6-5 0 15,0 8-52-15,-3 2-12 0,0 4 0 0,-3-1 0 16,-3 5 0-16,0 4 0 0,-2-1 0 0,-1 5 0 15,3 1 0-15,-3-1 0 0,3 3 0 0,-3-2 0 16,6-1 8-16,-3 1-8 0,3-1 11 0,0 1-11 0,3-4 0 16,0 1-9-16,0 0-1 0,3 2 0 0,3-2 10 0,-3 0-12 15,6 3 12-15,-3-4-12 0,6 1 12 0,-3-3-8 0,3 1 8 16,0-1-8-16,3-3 8 0,-3-2 0 0,3 0 0 16,-3-3 0-16,2-2 0 0,-2 2 0 0,3-5 0 15,-6 3 0-15,3-4 0 0,-3 1 0 0,0-2 8 0,-3 2-8 16,0-3 20-16,-3-5-1 0,3 5 0 0,-3-5 0 15,0 8 10-15,-3-3 3 0,0 1 0 16,3-1 0-16,-3 0-8 0,0 3 0 0,0-2-1 0,0-1 0 16,0 3-23-16,3 2 0 0,-3-2 0 15,3 3 0-15,-3 2 56 0,3 3 6 0,0 0 2 0,0 2 0 16,0 4-52-16,0-1-12 0,3 3 0 0,0-1 0 16,-3-1 0-16,3 1 0 0,0-1 0 0,-3-1 0 15,0 0 0-15,0-3 0 0,0 4 0 0,0-1 0 16,-3 0 0-16,0 0 0 0,0 0 0 0,-3 3 0 15,3-3 0-15,-3 3 0 0,0 2 0 0,-3 1 0 16,3-6 0-16,-2 3 0 0,-1-3 0 0,0 0 0 16,0 0 20-16,-3-5 0 0,3 3 1 0,0-1 0 15,-3-2-33-15,3 0-8 0,0 0 0 0,0 3-1 16,0-4 21-16,0-1 0 0,0 1 0 0,1 1 0 16,-1-2 0-16,0-1 0 0,3 3 0 0,0-3 0 0,0 0 0 15,0-2 0-15,0-1 0 0,3 4 0 16,0-7-58-16,0 1-4 0,0 0-1 0,0 0 0 15,3-8-101-15,0 0-21 0,0 0-4 0</inkml:trace>
  <inkml:trace contextRef="#ctx0" brushRef="#br0" timeOffset="8074.495">21982 8562 2214 0,'-33'8'103'0,"24"-5"-91"0,3 2-12 0,0-2 0 16,-3 2 0-1,0 3 0-15,0 5 0 0,3-2 0 0,-6 8 0 16,4-4 0-16,-1 7 0 0,0 1 0 0,0 4 0 16,0-1-20-16,0 1 1 0,3 2 0 0,0 0 0 0,3-3 5 0,-3 1 1 0,3-1 0 0,3 3 0 15,-3-2 13-15,3-1-9 0,3-2 9 0,0 3-8 16,0-4 8-16,0-1 0 0,0-1 0 0,3 0 0 16,0-2 0-16,0-4 0 0,0-1 0 0,3-1 0 15,3 0 0-15,-3-5 0 0,2 0 0 0,4-3 0 16,-3 1 0-16,3-6 0 0,3 0 0 15,-3-6-8-15,6 1 8 16,-3-6 0-16,2 1 0 0,4-3 0 0,-3-6 0 16,3 1 0-16,-3-6 0 0,0 0 0 0,-1 0 52 0,-2-2 10 15,3-3 2-15,-6-1 0 0,3 1 0 0,-3-5 0 0,-3 2 0 16,2-5 0-16,-2 0 0 0,0 0 0 0,0-3 0 0,-6 1 0 16,3 4-52-16,-6 3-12 0,0 3 0 0,0 3 0 15,-6 2 54-15,-3 0 8 0,0 0 2 0,-3 3 0 16,-3 3-52-16,0-1-12 0,-2 3 0 0,-4-2 0 15,0 5 8-15,-3 2 0 0,0 0-8 0,-6 4 12 16,4 1-12-16,-4 4-8 0,0-1 8 16,-6 6-13-16,6-1 13 0,4 6 0 0,-4-3 0 0,3 6 0 15,3 0 0-15,3 2 0 0,3 0 0 0,1 3 0 16,5 2-25-16,0-2-3 0,3 3 0 0,3-1 0 16,6 4-6-16,0-4-2 0,3 3 0 0,3 6 0 15,5-3 36-15,1 2 0 0,6 0 0 0,0 4 0 16,6-7 0-16,0 4 0 0,-1-3 0 0,4-1 0 15,0 1 8-15,0-3 9 0,-1 1 2 0,-2 1 0 16,0-4-31-16,-3-1-5 0,3 1-2 0,-4-3 0 16,1 2 19-16,-3-2 0 0,0 3 0 0,0-1 0 15,-3-2 0-15,-6 0 0 0,-1 3 0 0,1-1 0 0,-6-2 0 0,0 0 0 16,-3 0 0-16,-3 0 0 0,-3-3 0 16,-3 3 0-16,-3-6 0 0,0 4 0 15,-5-1 0-15,2-3 0 0,-6 1 0 0,3 0 0 16,-3-4-55-16,3 1-7 0,-3 0-2 0</inkml:trace>
  <inkml:trace contextRef="#ctx0" brushRef="#br0" timeOffset="8369.92">22770 8562 2501 0,'0'0'71'0,"0"0"15"0,0 0-69 0,0 0-17 0,0 0 0 0,-5 3 0 16,-4 2 0-16,0 1 0 0,0 2 8 0,-3 5-8 15,0 3 0-15,0 0 0 0,-3 5 0 0,3 3 0 16,0 2 0-16,0 1 0 0,3-1 0 0,1 6 0 16,2-6 22-16,0 3 1 0,3-2 0 0,3 2 0 15,0-3-23-15,0 1 0 0,3-1 0 0,3-2 0 16,-3 3-14-16,6-1-7 0,-4 0-2 0,7 1 0 15,-3-3 23-15,3 0 0 0,3-3 0 0,0-3 0 16,3-2 0-16,-3-3 0 0,3 1 0 0,2-7 0 16,-2 1-158-16,3-5-27 0,-3-3-6 0</inkml:trace>
  <inkml:trace contextRef="#ctx0" brushRef="#br0" timeOffset="8668.109">23446 8335 2245 0,'0'0'95'0,"-6"5"-76"16,0 3 35-16,3 0 7 0,0 3 2 0,-3 2 0 16,3 0-36-16,-3 3-7 0,3 0-2 0,-2 5 0 15,-1-2 30-15,3 4 5 0,0-1 2 0,-3 4 0 16,0-2-37-16,3 2-7 0,0 1-2 0,0 2 0 15,0-3-9-15,3 6 0 0,0-3 0 0,0 3 0 16,0-3 0-16,0 0 0 0,0 0 0 0,3-2 0 16,0-1 0-16,-3 1 0 0,3-6 0 0,-3 3 0 15,3-1 0-15,-3-4 0 0,0 2 0 0,3-2 0 16,-3-1-50-16,0-2-12 0,-3-3-2 0,3 0-1 16,-3 1-163-16,0-4-32 0</inkml:trace>
  <inkml:trace contextRef="#ctx0" brushRef="#br0" timeOffset="8893.777">23149 8864 2158 0,'-12'0'100'0,"12"0"-89"0,0 0-11 0,0 0 0 0,0 0 0 15,0 0 45-15,0 0 7 0,3 3 2 0,3 2 0 16,2-2-3-16,-2 2-1 0,3-2 0 0,0 2 0 15,3 0-40-15,3-2-10 0,0 2 0 0,0-2 0 16,3 2 14-16,0-5 1 0,2 3 0 0,1-3 0 31,3-3-44-31,0 0-9 0,3-2-2 0,-1 0 0 0,4-3-152 0,0 0-32 0</inkml:trace>
  <inkml:trace contextRef="#ctx0" brushRef="#br0" timeOffset="9182.155">23800 8557 1292 0,'-12'-5'54'0,"1"0"-43"16,-1-1 103-16,0 1 21 0,0 2 4 0,3-2 1 15,0 5-61-15,0-3-12 0,3 3-3 0,0 3 0 16,6-3 0-16,0 0 0 0,-3 5 0 0,3 3 0 16,0 0 52-16,3 0 9 0,-3 0 3 0,6 3 0 15,-3-1-103-15,3 1-25 0,0 2 0 0,3 3 0 16,-3 0 56-16,3 0 7 0,-3 2 1 0,3 3 0 15,0-2-52-15,-3 2-12 0,0 0 0 0,-1 0 0 16,-2 1 0-16,0-1 0 0,0 0 0 0,0 0 0 16,-3-2 0-16,-3 2 0 0,0 0 0 0,-3-3 0 0,1 1 0 15,-4-3 0-15,-3 2 0 0,-3 1 0 16,0-3-48-16,-3 0-13 0,-3 0-3 0,0 2 0 16,-2-5 0-16,-1 3 0 0,3 0 0 0,-3-3 0 15,0 1-102-15,1-4-21 0,2 3-4 0</inkml:trace>
  <inkml:trace contextRef="#ctx0" brushRef="#br0" timeOffset="9826.194">21892 8057 1337 0,'-6'-3'56'0,"-2"3"-44"16,2 0 92-16,0-2 20 0,6 2 3 0,-9 0 1 15,9 0-62-15,0 0-12 0,-3-3-2 0,3 3-1 16,0 0 7-16,0 0 2 0,0 0 0 0,0 0 0 15,3-3-35-15,6 3-6 0,0 0-2 0,2 0 0 16,7 0 38-16,3 0 7 0,6 0 2 0,3 0 0 16,5 0-8-16,1 0 0 0,6 0-1 0,5 0 0 15,1 0-37-15,6 0-7 0,2 0-2 0,4 0 0 16,-4 3-9-16,1-3 0 0,-1 0 0 0,7 0 0 16,-7 0 0-16,7 0 0 0,-1 0 0 0,1-3 0 15,-9 3 0-15,-1 0 0 0,-5 0 0 0,2 0 0 16,-8-2-100-16,0 2-23 0,-1 0-4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44:28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18169 9055 1314 0,'-24'5'37'0,"3"3"8"16,0-3-36-16,3 0-9 0,0 1 0 0,-2-1 0 15,5 0 53-15,0-2 9 0,-3 2 2 0,3 1 0 16,3-4-52-16,-3 1-12 0,3-1 0 0,-2 1 0 16,2-3 54-16,0 3 8 0,0-1 2 0,3-2 0 15,-3 3 0-15,3 0 0 0,3-1 0 0,-3-2 0 16,3 3-52-16,6-3-12 0,0 0 0 0,0 0 0 0,0 0 27 15,0 0 2-15,0 0 1 0,0 0 0 0,0 0-30 16,6 3 0-16,-3-1 0 0,6 4 0 0,0-6 0 0,3 2 0 0,3-2 0 16,3 3 9-16,0-3 6 0,5-3 1 15,4 3 0-15,0 0 0 0,3-2-16 0,2-1 0 0,1 0 8 16,6 1-8-16,0-4 0 0,2 1 11 0,4 0-11 16,2-1 10-16,4 1-10 0,-3 0 0 0,2 0 9 0,10-1-9 15,-4 1 10-15,4 0-2 0,2-1-8 0,4-2 12 16,-1 3-1-1,4-3-1-15,-4 0 0 0,13 0 0 16,-10 3-2-16,7 0-8 0,-1-3 12 0,6 3-4 0,-2-1-20 0,-1 1-4 0,7 2 0 16,5-5-1-16,-9 3 17 0,4-3 0 0,-1 3 0 0,9-3 0 15,-8 3 16-15,-1-3 6 0,0 0 2 0,12 2 0 16,-11 1-39-16,2-3-7 0,0 3-2 0,7 0 0 16,-10 2 43-16,3 0 8 0,-2 1 1 0,11-1 1 15,-12 3-29-15,-2 0 0 0,5 0 0 0,3 0 0 16,-8 0-17-16,-1 3-10 0,0-1-1 0,7 1-1 15,-10-3 29-15,1 3 0 0,-1-1 0 0,6 1 0 16,-8 0 19-16,-1-1 9 0,1-2 3 0,5 3 0 16,-6-3-31-16,-2 3 0 0,-1-3 0 0,7 2 0 15,-10 1-19-15,0-3-9 0,4 2-3 0,-1 1 0 16,-5 0 54-16,-1-1 10 0,-2 1 3 0,2 0 0 16,-8-1-36-16,2 1 0 0,-5-3 0 0,6 3 0 15,-10-1 0-15,1 1 0 0,-1-3 9 0,-2 5-9 0,-3-2 0 16,-1 2 0-16,-5-2 0 0,3 2 0 15,-7-2 0-15,1-1 0 0,-3-2 0 0,0 3 0 16,-7-3 24-16,1 5 3 0,0-2 0 0,-6 0 0 16,0 2-27-16,-4-2-19 0,1 2 3 0,0-2 1 15,-6 2 29-15,0-3 6 0,0 4 0 0,-3-1 1 16,0 0 2-16,0-2 0 0,-3 2 0 0,0 3 0 0,0-3-4 0,0 3-1 16,-1-2 0-16,1 2 0 0,3 0-8 0,-3 0-2 0,0 2 0 15,0 1 0-15,0-1-8 0,3-2 0 0,-3 3 0 0,0-1 0 16,3 4 8-16,-3-4-8 0,0 3 0 0,3 1 8 15,-3-4-8-15,0 3 10 0,3 1-10 16,-3 2 10-16,2-3-10 0,-2 3 0 0,3 0 0 0,-3-1 0 16,3 1 0-16,-3 0 0 0,3 3 0 0,-3-1 0 15,0 1 0-15,3 5 0 0,-3-1 0 0,3 4 0 16,-3-3 0-16,0 5 0 0,0 0 0 0,0 0 0 16,0 0 0-16,-3 0 0 0,3 0 0 0,-3 3 0 15,-1 0 0-15,1 2 0 0,0 1 0 0,0 2 0 16,0 2 53-16,-3-2 9 0,3 6 2 0,-3-1 0 15,3-2-52-15,0 2-12 0,-3-2 0 0,3 5 0 16,0 0 0-16,-3 2 0 0,3 1 0 0,0 5 0 16,-3-5-11-16,3 2-5 0,-3-5 0 0,3 8-1 15,-3-3 27-15,0 3 6 0,-3 2 0 0,3 6 1 16,-3-8-17-16,0 3 0 0,0-1 0 0,0 6 0 16,-3-3 0-16,0 1-17 0,0 2 3 0,-2 7 1 15,-1-7 21-15,0 5 4 0,0-2 0 0,-3 5 1 16,3-6-13-16,-3 1 0 0,3-4 0 0,0 12 0 15,0-9 0-15,0 4 0 0,0-1-9 0,3 8 9 16,0-8 0-16,0 0 0 0,1 0 0 0,-1 6 10 0,3-9-10 16,3 1 0-16,-3-1 0 0,0 6 0 0,3-5 0 0,0-1 0 15,3 3-10-15,-3 6 10 0,0-6 0 0,3 0 0 0,-3 0 0 16,0 6 0-16,3-9 0 16,0-2 0-16,0 2 0 0,-1 4 0 0,-2-7 0 0,3 4 0 0,0-1 0 0,0 6 0 15,-3-8 0-15,3-3 0 0,0 3 0 16,0 0 0-16,-3-3 0 0,3-2 0 15,0 2 0-15,-3 0 0 16,0-5 0-16,3 0 0 0,-3-3 0 0,0 3 0 0,0-5 9 0,0-3-9 16,3 0 0-16,-3 2 9 0,-3-7-9 0,3 0 8 0,0-1-8 0,-3-1 8 15,0-1-8-15,3-3 0 0,0 3 0 0,-3-3 0 16,0-2 0-16,3-3 0 0,-3-2 8 0,0 2-8 16,0-5 0-16,0-3 8 0,0 3-8 0,-2-3 8 15,-1-3-8-15,0-2 10 0,0 0-10 0,0 0 10 16,-3 0-22-16,3-3-4 0,-3 0 0 0,0-2-1 15,0 2 17-15,0-5 0 0,-3 3 0 0,0-1 0 16,0-2 48-16,1 0 12 0,-1 0 4 0,-3 0 0 16,3 0-52-16,-6 0-12 0,3-3 0 0,-6 3 0 15,3-3 0-15,-2 1 0 0,-1-1 0 0,-3 0 0 16,-3 3 0-16,3-5 0 0,-3 2 8 0,1-2-8 16,-4 2 0-16,3-2 0 0,-3-1 0 0,1 4 0 15,-4-4 0-15,0 4 0 0,-3-1 0 0,-2 0 0 16,2 0 8-16,0-2 4 0,-2-3 2 0,-4 5 0 15,3-2-22-15,1 2-5 0,-4-2-1 0,-3 2 0 16,4 1 30-16,-4-4 5 0,3 1 2 0,-5 2 0 16,-1-2-23-16,0-1 0 0,-2 4 0 0,-4-4 8 15,1 4-26-15,2-4-5 0,-6 1-1 0,-2 0 0 16,2-1 38-16,1 1 7 0,-1 2 2 0,-8-2 0 0,5 2-23 0,-5-2 0 16,2 2 0-16,-8 0 0 0,2-2 0 0,1 2 0 0,-4 1 0 15,-5-1 0-15,3 0-19 0,-1 0-1 0,-2 1-1 16,-10-1 0-16,7 0 21 0,0 1 18 0,-4-1-3 0,-5 0-1 15,3 1-14-15,2 1 0 0,-5-1 0 0,-6-1-10 16,9 3 10-16,-4-3 0 0,1 3-9 16,-9 0 9-16,11 0 0 0,-2 0 0 0,0 0 0 15,-6 3 0-15,8-4 0 0,1 4 0 0,0-3-9 0,-7 3 9 16,10-3 0-16,3 2 0 0,-1-2 0 0,-5 3 0 16,9-3-10-16,2 2 10 0,1-2-8 0,-1 3 8 15,7-3 0-15,-1 2 0 0,7-2 0 0,-4 0 0 16,7 0 0-16,-1 0 0 0,4 0 0 0,-4-3 0 15,10 3 0-15,2-3 0 0,0 1 0 0,1-1 0 16,5 0 0-16,0 1 0 0,4-1 0 0,-1 0 0 16,3 0 0-16,4-2 0 0,2 0 0 0,-3-1 0 15,6 1 0-15,0-3 0 0,1 5 0 0,-1-2 0 16,6 0 0-16,-3-1 0 0,3 1 0 0,1 0 0 16,-1-1 0-16,3 1 0 0,0-1 0 0,0-2 0 15,3 0 0-15,0 3 0 0,0-3 0 0,1 0 0 16,2 0 0-16,-3 0 0 0,3-3 0 0,0 3 0 15,0-2 0-15,3-1 0 0,-3 1 0 0,0-4 0 16,3 4 0-16,0-4-10 0,1 1 10 0,-1 0 0 16,0-3-9-16,0 0 9 0,0 0 0 0,0-3-9 0,0-2 9 15,0 0 8-15,-3-3-8 0,3 0 11 0,-3-5-11 0,3-3 0 16,0-2 0-16,-2-3 0 0,2-3 0 16,-3 0 0-16,3-2 0 0,-3-6 0 15,0-2-20-15,0-3-7 0,3 0-1 0,-3-8 0 0,3 2-6 16,-3 1-2-16,3 0 0 0,-2-8 0 0,2 2 36 0,0-2 0 15,0-6 0-15,-3-2 0 0,3 3 18 0,0-1 10 16,0 1 3-16,-3-6 0 16,3 3-50-16,0-3-9 0,3 0-3 0,-3-7 0 0,0 7 48 0,1-3 10 0,2-2 1 0,-3-8 1 15,0 8-29-15,3 0 8 0,0-3-8 0,0-5 0 16,0 5 0-16,0 1 8 0,0-1-8 0,0-8 0 16,0 11 11-16,3-5-11 0,-3 2 12 0,3-10-12 15,0 7 12-15,0 4-4 0,0-6 0 0,0-3-8 16,3 8 13-16,0-2-4 0,0 2-1 0,0-5 0 15,0 8 0-15,0 0-8 0,-3 0 12 0,3-3-4 16,0 6 0-16,0 2 0 0,0 0 0 0,0-5 0 16,0 8-8-16,3-3 10 0,-3 3-10 0,0-6 10 15,0 9-10-15,0 2 0 0,3 0 9 0,-3-2-9 16,0 5 0-16,0 2 8 0,0-2-8 0,0 0 0 16,0 5 0-16,0 2 9 0,0-2-9 0,0 1 0 15,0 1 8-15,0 4-8 0,0-1 0 0,3 0 0 16,-3 3 0-16,0 0 0 0,3 0 0 0,-3 0 0 15,3 0 0-15,-3 3 0 0,3 0 0 0,0-1 0 16,-3 1 0-16,3 5 0 0,0-3 0 0,-3 1 0 16,3 2 0-16,0 0 0 0,-3 2 0 0,3-2 0 15,-3 3 0-15,3-3 0 0,0 2 0 0,0 1 0 16,0 0 0-16,0 2 0 0,0 0 0 0,0 0 0 0,0 3 0 16,-3-3 0-16,3 3 0 0,0-2 0 0,0 1 0 0,0-1-9 15,0 2 9-15,3-1 0 0,-3 4 0 0,0 0-8 0,3 2 8 16,-3 3 0-16,3-1 0 0,-1 1 0 15,-2 0 0-15,3 0-8 0,0 2 8 16,-3 1-10-16,3-1 10 0,3 3-10 0,-3-2 10 0,0 2-10 16,0-2 10-16,0 2-10 0,0 2 10 0,0-1 0 0,3 1 0 15,-3 4 0-15,3-1 0 0,-3 1 0 0,3-1 0 0,0 0-8 16,-1 6 8-16,4-3 0 0,0 3 0 0,0 0 0 16,0 2 0-16,0 0 0 0,3-2 0 0,-3 5 0 15,0-3 0-15,3 3-13 0,-4-2 3 0,1 2 1 16,3 0 9-16,-3 0 0 0,3 0 0 0,0 0 0 15,0 0-12-15,0-3 4 0,0 3 0 0,-1 0 0 16,4-3-16-16,0 3-2 0,0-2-1 16,6-3 0-16,-3-1-96 0,6 1-19 0,-1-3-4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45:55.07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9394 3397 1766 0,'0'0'36'0,"0"0"10"0,0 0-37 0,0 0-9 0,-3-5 0 0,3 5 0 16,0 0 116-16,-3-2 22 0,3 2 4 0,0 0 1 15,0 0-33-15,-3-6-6 0,3 6-2 0,0 0 0 16,0 0-61-16,-6 0-12 0,6 0-2 0,-6 6-1 16,0-6 30-16,0 2 7 0,0 3 1 0,0 3 0 15,0-2-52-15,0 2-12 0,0 0 0 0,0 2 0 16,-3 1 0-16,3-1 0 0,-3 4 0 0,0-4-10 15,-2 3 10-15,-1 1 0 0,-3-4 0 0,0 3 8 16,0 1-8-16,0-4 0 0,-3 3 0 0,3 1 0 16,0-6 0-16,1 5 0 0,-1-5 0 0,3-3 0 15,0 3 0-15,0 0 0 0,3 0 0 0,0 0 0 16,0-3 0-16,3 0 0 0,3 1 0 0,-3-1 0 16,6-5 0-16,-6 3 0 0,6-3-9 0,0 0 9 15,0 0-12-15,0 0 1 0,0 0 1 0,0 0 0 16,0 0-6-16,0 0-2 0,0 0 0 0,0 0 0 15,9 0-6-15,-3-3 0 0,0-2-1 0,3-1 0 16,3-2-3-16,0 1-1 0,0-1 0 0,3-3 0 16,0 0 11-16,-1 1 2 0,1-6 1 0,3 3 0 15,-3 0 15-15,0-3-11 0,0 2 11 0,0-1-10 16,-3-1 10-16,0 2 0 0,-4 1 0 0,-2-3 0 0,3 3 0 16,-3 3 0-16,0 2 0 0,0-6 0 0,0 6 13 15,0 0 5-15,-3 1 1 0,0-1 0 0,0 2 6 0,0 1 2 0,0 2 0 0,0-2 0 16,-3 5-27-1,0 0 0-15,3-3 0 0,-3 3 0 16,6 0 33-16,0 0 11 0,-3 0 3 0,-3 0 0 0,6 3-24 0,0 2-5 16,0-2-1-16,-3 5 0 0,0-3-17 0,3 3 0 15,0 5 0-15,-3-5 0 0,2 6 0 0,1-6 0 16,-3 2 0-16,3 3 0 0,-3 1 21 0,3-4 1 0,-3 3 0 16,0 1 0-16,3-4-35 0,-3 1-7 0,3-1-2 0,-3 1 0 15,0 0 46-15,0 2 8 0,0-5 3 0,0 2 0 16,0 1-27-16,0-3-8 0,0-3 0 0,0 3 0 15,0 3 8-15,0-6-8 0,0 3 0 0,0-3 0 16,0 3 0-16,0 0 0 0,0 0 0 0,0-5 0 16,0 2 0-16,3 0-9 0,-3 0-1 0,0 1 0 15,3-1-95-15,-3-2-19 0,3 2-4 16</inkml:trace>
  <inkml:trace contextRef="#ctx0" brushRef="#br0" timeOffset="3343.093">8447 3654 2229 0,'0'0'46'0,"-6"-3"12"0,6 3-46 0,-6-2-12 0,6 2 0 0,-6 0 0 15,6 0 121-15,-6 0 23 0,0 0 4 0,0 0 0 16,6 0-103-16,-6 0-21 0,0 2-4 0,0 1 0 16,3 2 4-16,-2-2 2 0,2 5 0 0,0-5 0 15,-3 5-10-15,3 0-1 0,0-1-1 0,-3 4 0 16,3 0-5-16,0 2-1 0,0 0 0 0,3 0 0 16,0 1-8-16,0-1 0 0,3 0 0 0,0 0 0 15,0-2 0-15,3-1 0 0,0 6 0 0,0-8 0 16,0 0 0-16,2-3 0 0,1 3 0 0,0-5 0 15,0 2 0-15,3-5 0 0,-3 0 0 0,0 0 0 16,3-5 0-16,-3 0 0 0,3-1 0 0,-3 1 0 0,0-3 0 16,0 0 8-16,-1-2-8 0,1 2 8 0,-3-3 6 15,0-2 1-15,0 0 0 0,-3 2 0 0,0-2 17 16,-3 2 3-16,0-2 1 0,-3 0 0 0,0 5-8 0,0-5-2 16,-3 2 0-16,-3 1 0 0,3 2-14 0,-2-3-2 0,-1 3-1 15,0 0 0-15,-3 3-9 0,0-3 0 16,0-3 0-16,0 6 0 0,-3 0-13 15,0-1-5-15,0 4-1 0,3-4 0 16,1 4-32-16,-1 2-6 0,0-5-2 0,3-1 0 16,6 4-190-16,0-4-39 0</inkml:trace>
  <inkml:trace contextRef="#ctx0" brushRef="#br0" timeOffset="3977.242">9191 2932 2269 0,'0'0'64'0,"-3"-6"15"0,-3 4-63 0,6 2-16 0,-3-3 0 0,3 3 0 15,0 0 77-15,0 0 13 0,0 0 2 0,0 0 1 16,0 0-21-16,0 0-5 0,0 0-1 0,0 0 0 16,0 0-26-16,0 0-6 0,0 0-1 0,0 0 0 15,0 0-8-15,0 5-1 0,3 3-1 0,-3 0 0 16,0 3-37-16,3 5-7 0,-3-6-2 0,3 4 0 15,-3 2 41-15,3-1 8 0,-3 4 2 0,3-3 0 16,0 0-28-16,-3-3-16 0,3 3 3 0,0-3 0 16,3 0-120-16,-3 3-24 0,3-5-5 0</inkml:trace>
  <inkml:trace contextRef="#ctx0" brushRef="#br0" timeOffset="5258.749">13403 3305 1579 0,'0'0'32'0,"0"0"10"0,0 0-34 0,0 0-8 0,0 0 0 0,0 0 0 16,0 0 150-16,0 0 28 0,0 0 6 0,0 0 0 16,-6 0-90-16,6 0-18 0,-6-3-4 0,6 3-1 15,-6 3-6-15,0-1-1 0,0 4 0 0,0-1 0 16,0 3-51-16,0 0-13 0,1 3 0 0,-4-1 0 16,3 3 37-16,0 3 5 0,-3 0 1 0,0 3 0 15,-3-1-31-15,0 1-12 0,0-1 11 0,-3 3-11 16,3-2 0-1,-3-3 8-15,1 0-8 0,-1 0 0 0,0-1 0 0,3 1 0 0,-3-3 8 16,3 1-8-16,0-4 0 0,0 4 0 0,3-7 0 0,0 1 0 16,0 3 0-16,4-3 0 0,2-5-8 0,-3 2 8 15,6-5-20-15,0 0 0 0,0 0 0 0,0 0 0 32,0 0-15-32,0 0-3 0,0 0-1 0,3 0 0 0,3-8 4 0,2 0 1 0,1-3 0 15,0 1 0-15,3 2 20 0,0-8 4 0,0 3 1 0,3 0 0 16,0-3 9-16,-3 0 0 0,3-3 0 0,-3 3 0 15,2-2 9-15,-2-1 1 0,0 1 0 0,0-1 0 16,-3 3 20-16,3 1 4 0,-3-4 1 0,0 8 0 16,-3-4 3-16,0 4 1 0,0 0 0 0,0 3 0 15,0 1-4-15,0 1-1 0,-1 1 0 0,1 2 0 0,-3 3 6 16,3 0 0-16,0 0 1 0,-3 0 0 0,3 3-13 0,0 2-4 0,0 1 0 0,0 1 0 16,0 4-7-16,0-3-1 15,3 3-1-15,-3 4 0 0,3-4-25 16,0 2-5-16,0 3-1 0,3 0 0 0,-3-3 40 0,-1 0 7 15,4 1 1-15,-3 2 1 0,3-6-25 0,-3 1-8 0,0-1 0 0,-3 1 0 16,3-3 8-16,-3 2-8 0,0-2 0 0,-3 0 0 16,3 0-25-16,-3 3-9 0,0-9-2 15,0 6 0-15,0-2-124 0,0-1-26 0,0 3-5 16</inkml:trace>
  <inkml:trace contextRef="#ctx0" brushRef="#br0" timeOffset="6241.508">17493 3339 2269 0,'-3'-5'64'0,"-3"2"15"0,3 3-63 15,3 0-16-15,-6-5 0 0,3 2 0 16,3 3 54-16,-6 0 8 0,6 0 2 0,-9 0 0 16,3 0 16-16,0 0 3 0,0 3 1 0,0 2 0 15,0-2-32-15,-2 5-7 0,2 2-1 0,0-2 0 0,-3 0-44 16,0 6-15-16,3-4 0 0,-3 6 0 15,-3-3 15-15,3 3 0 0,-3 0 0 0,0 3 0 16,0-6 0-16,-3 3 0 0,4-3 0 0,-1 3 0 0,-3-6 0 0,3 1 0 16,0 5 0-16,0-8 0 0,0 0 0 0,3 2-11 15,0 1 11-15,3-9-10 0,0 6 0 16,0-5 0-16,3 2 0 0,3-5 0 0,0 0-10 0,0 0-3 16,0 0 0-16,0 0 0 15,0 0-16-15,6-5-3 0,3 0-1 0,0-3 0 0,0 0 23 0,3 0 4 0,3-3 0 0,-3 1 1 16,0-3 15-16,3-1 0 0,-3 4 0 0,-1-6-9 15,1 3 9-15,0-6 0 0,0 9 0 0,-3-9 0 16,0 3 26-16,0 6 1 0,-3-6 0 0,0 2 0 16,0 7 13-16,0-7 4 0,0 6 0 0,-3 0 0 15,3 3-5-15,-3 2-1 0,3-2 0 0,-3 3 0 16,3 2-2-16,-6 0-1 0,3 0 0 0,2 7 0 16,1-4-7-16,-3 2 0 0,3 3-1 0,0-2 0 15,0 2-7-15,0 7-2 0,0-7 0 0,3 3 0 16,-3 2-4-16,3 0-1 0,0 1 0 0,0 2 0 15,0-6-13-15,0 1 9 0,0-1-9 0,0 1 8 16,2-1-8-16,-2-2 0 0,0 0 0 0,3 0 0 16,-6 0 0-16,3 3 0 0,0-9 0 0,0 6-11 15,0-2-82-15,-3-1-17 0,3 0-3 0</inkml:trace>
  <inkml:trace contextRef="#ctx0" brushRef="#br0" timeOffset="7307.838">21464 3352 1918 0,'3'-5'40'0,"0"3"9"0,0-4-39 0,3 4-10 0,-3-4 0 0,0 6 0 15,0-5 105-15,0 2 19 0,-3 3 4 0,0 0 1 16,0 0-45-16,0 0-10 0,0 0-2 0,0 0 0 16,0 0-23-16,0 0-5 0,0 0 0 0,0 0-1 15,-6 8-20-15,0-5-4 0,0 5-1 0,0 2 0 16,-3-2-10-16,3 6-8 0,-3 2 12 0,-3-6-12 15,3 6 9-15,-3 3-9 0,3-9 0 0,-3 9 9 16,0-6-9-16,1 3 0 0,-1 0 0 0,0-6 0 16,-3 1 0-16,3-1 0 0,3 1 0 0,-3-3 0 15,3 2 0-15,-3-4 0 0,3 2 0 0,0-3 0 16,3 0 0-16,0-2 0 0,1 5 0 0,5-8 0 16,-3 0 0-16,3 0 0 0,0 0 0 0,0 0 0 15,0 0 0-15,0 0 0 0,0 0 0 0,0 0 0 16,0 0 0-16,3-5 0 0,0-1 0 0,2-2 0 15,4 0 0-15,-3 0 0 0,3 1 0 0,3-4 0 0,-3 6 0 16,3-9 0-16,0 1 0 0,3 3 0 0,-3-4 0 0,0 1 0 0,0 3 0 16,-1-6 0-16,1 5 0 0,0 1 0 0,0-4 0 15,-3 4 0-15,3 4 16 0,-3-2-3 0,3 1 0 16,-3-4 0-16,0 6 7 0,0-1 0 0,0 1 1 0,-1 2 0 16,1-2 5-16,0 2 1 0,-3 3 0 0,3 0 0 15,-3 0-1-15,3 3 0 0,-3 2 0 0,0-2 0 16,0 2-6-16,0 1-2 0,0 2 0 0,0 2 0 15,-3 3-9 1,3-5-1-16,-3 6-8 0,0 1 12 0,3-7-12 0,-3 6 11 0,0-4-11 0,0 3 10 16,-3 1-10-16,3-6 0 0,0 2 0 15,0 1 0-15,-1-1 0 0,1-2 0 0,0 0 8 0,-3-2-8 16,3 1 0-16,0-1 0 0,0 2 0 0,0-6 0 16,3 1-14-16,-6-3-5 0,3 5-1 0,3-2 0 15,3 0-206-15,0-6-42 0</inkml:trace>
  <inkml:trace contextRef="#ctx0" brushRef="#br0" timeOffset="44571.151">9304 5176 1337 0,'0'0'56'0,"0"0"-44"15,-3-6 92-15,3 6 18 0,0-5 4 0,0 5 1 16,0-3 1-16,0 3 1 0,-3-5 0 0,3 5 0 15,0 0-52-15,0 0-10 0,0 0-3 0,0 0 0 16,0 0 0-16,0 0 0 0,0 0 0 0,0 0 0 16,0 0-51-16,0 0-13 0,0 0 0 0,0 0 0 15,0 5 0-15,-3 1 0 0,3 2 0 0,-3 0 0 16,3-1 0-16,0 1 0 0,3 0 0 0,-3 3 0 16,0-3 0-16,0 2 0 0,3 1 0 0,-3 0 0 15,0-1 0-15,3 1 0 0,-3-1 0 0,0 1 0 16,3 2 0-16,-3-2 0 0,3-1 0 0,-3 1 0 15,0 2 11-15,3-5-1 0,-3 3 0 0,0-1 0 16,3 1-10-16,-3-3 0 0,0 2 0 0,0-2 0 16,0-2 0-16,0 2 0 0,0-1 0 0,-3-1 0 15,3-6 9-15,0 5-9 0,0-5 10 0,-3 5-10 16,3-5 8-16,0 0-8 0,0 0 0 0,0 0 9 0,0 0-9 16,0 0 10-16,0 0-10 0,-6-2 10 0,6 2-27 15,-6-6-6-15,3 1-1 0,0-3 0 0,3-2 52 0,-3-1 9 16,3 0 3-16,-3 1 0 15,3-6-18-15,0 3-3 0,0 0-1 0,0-1 0 16,0 1-1-16,0-3 0 0,0 3 0 0,0-3 0 0,0 3 1 0,3 0 0 16,-3-3 0-16,0 5 0 0,0-2 1 0,0 2 0 0,0 1 0 0,0-1 0 15,0 3-2-15,0 0 0 0,0 0 0 16,-3 0 0-16,3 3-4 0,0 0-1 16,0 0 0-16,0 5 0 0,0 0-1 0,-2-3-1 0,2 3 0 0,0 0 0 15,0 0-26-15,0 0-6 0,0 0-1 0,0 0 0 16,0 0 44-16,0 0 9 0,0 0 2 0,0 0 0 15,-3 3-52 1,-3 2-9-16,3 0-3 0,0 3 0 0,-3 0 32 0,3 3 0 0,-3-1 0 0,3 1 0 16,-3-1 17-16,0 1 10 0,0-1 1 0,0 1 1 15,0 0-29-15,0 2 0 0,0-5 0 0,0 2 0 16,0 4 0-16,0-9-18 0,0 3 4 0,0 0 1 16,0 2-13-16,0-4-2 0,0-1-1 0,1 3 0 15,2-3-15-15,0 1-2 0,0-1-1 0,0 0 0 16,3-5-25-16,0 0-6 15,0 0-1-15,0 0 0 0,0 0-165 0,0 0-32 0</inkml:trace>
  <inkml:trace contextRef="#ctx0" brushRef="#br0" timeOffset="44953.393">9200 5493 1580 0,'6'0'67'0,"-3"-3"-54"16,3 1 143-16,-3-1 29 0,3 1 6 0,0-1 1 15,0 0-52-15,0 1-9 0,0 2-3 0,0-3 0 16,0 3-51-16,0-3-10 0,0 3-3 0,0 0 0 16,-1 0-51-16,1 3-13 0,0-3 0 0,0 3 0 15,3-3 0-15,-3 0 0 0,3 2 0 0,0-2 0 16,0 3 0-16,3 0 0 0,-3-3 0 0,6 2 0 15,0-2-212-15,-1 0-41 0</inkml:trace>
  <inkml:trace contextRef="#ctx0" brushRef="#br0" timeOffset="46306.145">23821 15289 1577 0,'0'0'66'15,"0"0"-53"1,-3-6 93-16,-3 4 18 0,6 2 4 0,-3-3 1 15,3 3-52-15,0 0-10 0,-3-5-3 0,3 5 0 16,0 0 8-16,0 0 0 0,0 0 1 0,0 0 0 16,0 0-43-16,0 0-9 0,0 0-1 0,0 0-1 15,0 0 13-15,3 8 4 0,0-3 0 0,0 0 0 16,0 3-36-16,0 0 0 0,3 0 0 0,-3 3 0 16,3-3 0-16,-3-1 0 0,3 1 0 0,0-2 0 15,0 2 0-15,0 0 0 0,3-3 0 0,0 0 0 16,0 0-44-16,3-2-16 0,-3 0-4 0,2-3 0 15,1 0 64-15,0-3 0 0,0 0 0 0,3 1 0 16,0-6 0-16,0 0 0 0,0-3 0 0,0-2-9 16,-1-3 9-16,1 0 0 0,0-2-9 0,3-1 9 0,-3-2 0 0,0-3 0 15,0 1 0-15,-3-1 0 0,0 0 0 16,-1 3 0-16,1 0-9 0,-3-1 9 0,0 4 0 0,0-1 0 16,-3 4-8-16,0 1 8 15,0-2-50-15,-3 6-6 0,0-1-2 0,-3 3 0 0,0 0-158 16,-6 3-32-16</inkml:trace>
  <inkml:trace contextRef="#ctx0" brushRef="#br0" timeOffset="46642.527">24024 15156 2269 0,'0'0'64'0,"-3"3"15"16,0 2-63-16,3-5-16 0,-6 6 0 0,3-1 0 16,0 3 54-16,0 0 8 0,0 0 2 0,0 0 0 15,0 2-52-15,3 1-12 0,0-1 0 0,-3 4 0 16,3-4 0-16,0 3 0 0,0 1 0 0,0 1 0 16,3-1 0-16,0-4 0 0,0 3 0 0,0-2 0 15,0 0 0-15,0-3 0 0,3 0 0 0,0-1 0 16,0-1-48-16,0-1-13 0,0 0-3 0,2-2 0 15,-2 0 52-15,3-3 12 0,3 0 0 0,0 0 0 16,0-3 0-16,0 0 0 0,0-2 0 0,0 0 0 16,3-1 0-16,0-1 0 0,-1-1 0 0,1 0 0 15,0-6 0-15,0 1 0 0,0-3 0 0,3 0 0 16,0-5 0-16,0 0 0 0,2-3 0 0,4 0 0 16,-3 1 0-16,3 2 0 0,0-3 0 0</inkml:trace>
  <inkml:trace contextRef="#ctx0" brushRef="#br0" timeOffset="53196.171">9316 6972 862 0,'0'0'36'0,"0"0"-28"15,0 0 54-15,0 0 11 0,0 0 3 0,0 0 0 32,0 0-15-32,0 0-2 0,0 0-1 0,0 0 0 0,0 0 3 0,0 0 1 0,0 0 0 0,0 0 0 15,-3 5-13-15,3-5-2 16,0 0-1-16,0 6 0 0,0-6-6 0,0 0-2 0,0 0 0 0,0 0 0 16,0 5-5-16,0-5-1 0,0 0 0 0,0 0 0 15,0 0-21-15,0 0-11 0,0 0 10 0,0 0-10 16,0 0 52-16,0 0 4 0,0 0 0 0,0 0 1 15,0 0-40-15,0 0-8 0,0 0-1 0,0 0-8 16,0 0 56-16,0 0 5 0,0 0 1 0,0 0 0 16,0 0 3-16,0 0 1 0,0 0 0 0,0 0 0 15,0-5-54-15,0-1-12 0,0 1 0 0,0 0 0 16,0 0 17-16,0 2 7 0,3-2 0 0,-3-1 1 16,0 1-4-16,0 0-1 0,3 0 0 0,-3 2 0 15,0-2 0-15,0-1 0 0,3 1 0 0,-3-3 0 16,0 3-20-16,0-1 0 0,0-1 0 0,3 1 8 15,-3 1 12-15,0 0 2 0,3-3 1 0,-3 2 0 16,0-2-10-16,3 3-1 0,-3-3-1 0,0 3 0 16,0 0 0-16,0-1 0 0,0-2 0 0,0 3 0 15,0-3 6-15,0 0 2 0,0 0 0 0,0 0 0 16,0 0-19-16,0 1 0 0,0-1 0 0,0 0 0 16,0 0 0-16,0 0 0 0,0 0 0 0,0-3 0 15,0 3 16-15,0 0-1 0,3-2 0 0,-3 2 0 16,0-3-24-16,3 3-5 0,-3 0-1 0,0 0 0 15,3 1 28-15,-3-4 6 0,0 6 1 0,0-3 0 16,3 2-20-16,-3-2 8 0,0 3-8 0,0 0 0 16,0-3 11-16,0 3-11 0,0-1 10 0,0 1-10 15,0 0 10-15,0-1-10 0,0 1 10 0,0 0-10 0,0 0 9 0,0 2-9 0,0-2 8 16,0 2-8-16,-3-2 8 0,3 2-8 0,0-2 8 0,-3 0-8 16,3 2 8-16,0-2-8 0,0 2 8 0,0-2-8 15,0 2 0-15,0-2 0 0,0-1 8 0,-3 1-8 16,3 0 0-16,0 2 0 0,-3-5 0 15,3 6 0-15,0-4 0 0,-3 1 0 0,3 0 8 0,0 2-8 16,0-2 8-16,0 5-8 0,0-3 12 0,-3-2-4 16,3 0-8-16,0-1 0 0,0 1 0 0,0 0-11 15,0-1 11-15,0 6 0 0,0-5 0 0,0 0 0 16,0 0 0-16,0-1 0 0,0 1 8 0,-3 0-8 16,3-1 0-16,0 1 8 0,0 0-8 0,0-1 0 15,0-1 0-15,0 1 9 0,0 1-9 0,0 0 0 16,0-1 9-16,0 1-9 0,0 0 0 0,0-1 9 15,0 4-9-15,0-3 0 0,0-1 0 0,0 1 0 16,0 0 0-16,0-1 0 0,0 4 0 0,0-4 0 16,0 4 0-16,0-4 8 0,0 4-8 0,0-3 0 15,0-1 0-15,0 6 0 0,0-2 8 0,0-4-8 16,0 6 0-16,0-5 0 0,0 0 0 0,0 5 0 16,0-6 0-16,0 6 0 0,0-2 0 0,0 2 0 15,0-5 0-15,0 5 0 0,0-3 0 0,0 3 0 16,0 0 0-16,3-5 0 0,-3 5 0 0,0 0 0 15,0 0 0-15,0-3 0 0,0 3 0 0,0 0 0 16,0 0 0-16,0 0 0 0,0 0 0 0,0 0 0 0,0 0 0 0,0 0 0 16,0 0 0-16,0 0 0 0,0 0 0 0,0 0 0 0,0 0 0 0,0 0 0 15,0 0 0-15,0 0 0 0,0 0 0 0,0 0 0 16,0 0 0-16,0 0 0 0,0 0 0 0,0 0 0 16,3 5 0-16,-3-5-17 0,0 0 4 15,0 6 1 1,0-6-68-16,0 0-14 0,3 5-2 0,-3-5-1 15,0 0-145-15,6 0-29 0</inkml:trace>
  <inkml:trace contextRef="#ctx0" brushRef="#br0" timeOffset="59268.588">9325 6247 850 0,'0'0'17'0,"0"0"6"0,0 0-23 0,0 0 0 0,0 0 0 0,0 0 0 15,0 0 56-15,0 0 6 0,0 0 2 0,0 0 0 16,0 0 0-16,0 0 0 0,0 0 0 0,0 0 0 16,0 0-52-16,0 0-12 0,0 0 0 0,0 0 0 15,0 0 54-15,0 0 8 0,0 0 2 0,0 0 0 16,0 0-52-16,0 0-12 0,0 0 0 0,0 0 0 15,0 0 53-15,0 0 8 0,0 0 2 0,0 0 0 16,0 0-23-16,0 0-5 0,0 0-1 0,0 5 0 16,0-5 1-16,0 0 0 0,0 0 0 0,0 0 0 15,0 0-15-15,3 6-4 0,-3-6 0 0,0 0 0 16,0 0-5-16,0 0-2 0,0 0 0 0,3 2 0 16,-3-2 2-16,0 0 0 0,0 0 0 0,0 0 0 15,0 0-2-15,0 0 0 0,0 0 0 0,0 0 0 16,0 0-1-16,0 0-8 0,0 0 12 0,0 0-4 15,0 0-8-15,3-2 0 0,-3 2 9 0,0 0-9 16,3-3 0-16,0-2 8 0,-3 5-8 0,3-5 0 0,-3-1 0 0,0 6 0 16,0-2 0-16,0-4 0 15,0 6 8-15,0-5-8 0,0 0 10 0,0 5-10 0,0-6 21 0,0 6-1 0,0-2-1 16,0-3 0-16,0 5 1 0,0-6 1 0,0 6 0 0,0-2 0 16,0 2-4-16,0-6-1 0,0 4 0 0,0 2 0 15,0-6 2-15,0 6 0 0,0 0 0 0,0-2 0 16,0 2 1-16,0 0 0 0,0-6 0 0,0 6 0 15,0 0-10-15,0 0-1 0,0 0-8 0,0 0 12 16,0 0-3-16,0 0-1 0,0 0 0 0,0 0 0 16,0 0-8-16,0 0 8 0,0 0-8 0,0 0 8 15,0 0-8-15,0 0 0 0,0 0 0 0,0 0 8 16,0 0-8-16,0 0 0 0,0 0 0 0,0 0 0 16,0 0 0-16,0 0 0 0,0 0 0 0,0 0 0 15,3 0 8-15,-3 0-8 0,0 0 0 0,3-2 8 16,-3 2-8-16,0 0 0 0,6 0 9 0,-6 0-9 15,6-3 0-15,-6 3 0 0,0 0 0 0,0 0 0 16,3 0 8-16,-3 0-8 0,9 0 10 0,-9 0-10 16,3 0 11-16,-3 0-11 0,6 0 12 0,-6 0-12 15,0 0 0-15,0 0 0 0,6 0 0 0,-6 0-12 16,0 0 12-16,6 0 0 0,-6 0 0 0,3 0 0 16,-3 0 0-16,6 0 0 0,-6 0 0 0,5 0 0 15,-5 0 0-15,6 0 0 0,-6 0 0 0,6 0 0 16,0 0 18-16,0 0 6 0,0 0 2 0,-6 0 0 15,6 0-26-15,3 0 0 0,-3 0 8 0,0 0-8 0,0-3 0 0,3 3 0 16,-3 0 0-16,3 0 8 0,-3 0-8 16,3 0 0-16,0 0 0 0,-3 0 0 0,3 0 0 0,-1 0 0 0,1 0 8 0,0 0-8 15,3 0 0-15,-3 0 0 0,3 0 0 0,-3 0 8 16,3 0-8-16,-3 0 0 0,3 0 0 0,-3 0 0 16,3 0 0-16,-4 0 0 0,1 0 0 0,3-2 0 15,-3 2 0-15,3-3 0 0,-3 3 0 16,0 0 0-1,3-2 27-15,0 2 3 0,0 0 1 0,0-3 0 0,0 3-31 16,2-3 0-16,-2 3 0 0,0 0 0 16,3 0-19-16,0 0-9 0,-3 0-3 0,3 0 0 0,0 0 31 0,0 0 0 0,-1 0 0 0,1 0 0 15,0 3 0-15,0-3 0 0,0 3 0 0,0-3 0 16,0 0 0-16,-3 2 0 0,3-2 0 0,-4 0 0 16,1 0 0-16,-3 0 0 0,0 0 0 0,3 0 0 15,-3 0 0-15,3 0 0 0,-3-2 0 0,3-1 0 16,0 0 0-16,0 3 0 0,0-2 0 0,-1-1 0 15,4 3 19-15,0-3 9 0,0 3 3 0,-3-2 0 16,3 2-50-16,0 0-9 0,0-3-3 0,2 0 0 16,-2 3 31-16,0 0 0 0,0 0 0 0,-3 0 0 15,3 0 0-15,-3 0 0 0,3 0 0 0,-3 0 0 16,0 0 0-16,-1 0 0 0,-2 0 0 0,0 0 0 16,0 0 0-16,0 0 0 0,0 0 0 0,-3 0 0 15,0 0 0-15,3 0 0 0,-3 0 0 0,3 0 0 0,-3 0 0 16,0 0 0-16,3 0 0 0,-3 0 0 15,3 0 0-15,-1 0 0 0,-2 0 0 0,3 0 0 16,0 0 0-16,0 0 0 0,3 0 0 0,-3 0 0 16,0 0 0-16,3 0 0 0,-3 0 0 0,0 0 0 15,3 0 0-15,0 0 0 0,-4 0 0 0,4 0 0 0,0 3 0 0,-3-3 0 16,3 3 0-16,0-3 0 0,0 0 0 0,-3 2 0 0,3-2 0 16,-3 3 0-16,0-3 0 0,0 3 0 15,-1-3 0-15,1 2 0 0,0-2 0 0,0 0 0 0,0 3 0 0,0-3 0 16,0 3 0-16,-3-3 0 0,3 0 0 15,-3 0 0-15,0 0 8 0,0 0-8 0,0 0 0 16,0 0 0-16,0 0 0 0,0 0 0 0,0 0 0 16,0-3 0-16,-1 3 0 0,1-3 0 0,0 3 0 0,0 0 0 15,3-2 0-15,-3 2 0 0,0 0 0 0,0-3 0 16,3 3 0-16,-3-3 0 0,0 3 8 0,3 0-8 16,0 0 0-16,-3 0 0 0,3 0 0 0,0 0 0 15,-3 0 9-15,3-2-9 0,-1 2 0 0,1 0 9 16,0-3-9-16,0 3 8 0,0 0-8 0,0 0 8 15,0 0-8-15,0 0 8 0,-3 0-8 0,3 0 8 16,0 0-8-16,-3 0 0 0,6 0 0 0,-3 3 8 16,-1-3-8-16,1 0 0 0,0 2 0 0,0-2 8 15,0 0-8-15,0 3 0 0,0-3 0 0,0 3 0 16,-3-3 0-16,3 0 0 0,-3 2 0 0,3-2 0 16,-3 0 0-16,0 3 0 0,3-3 0 0,-3 3 0 15,2-3 0-15,-2 0 0 0,0 0 0 0,3 0 0 16,0 0 0-16,-3 0 0 0,3 0 0 0,0 0 0 0,0 2 0 15,0-2 0-15,0 0 0 0,0 0 0 0,3 0 0 16,-3 0 0-16,0 0 0 0,2 0 0 0,-2 0 0 16,3 3 0-16,0-3 0 0,0 0 0 0,0 0 0 0,0 2 0 15,0-2 0-15,0 0 0 0,0 0 0 0,0 3 0 16,-1-3 0-16,-2 0 0 0,3 0 0 0,0 0 0 0,0 0 0 16,-3 0 8-16,3 0-8 0,-3 0 0 0,0 0 0 0,3 0 8 15,-3 0-8-15,0 0 0 0,-1 0 0 0,1-3 8 16,0 3-8-16,0 0 10 15,3-2-10-15,-3-1 10 0,0 1-10 0,0 2 8 0,0-3-8 16,0 0 8-16,0 3-8 0,3 0 10 0,0-2-10 0,-1 2 10 16,1 0-10-16,0-3 0 0,0 3 9 15,3 0-9-15,-3 0 8 0,3 0-8 0,0 0 8 0,0 0-8 16,0 0 0-16,-4 0 0 0,4 3 0 0,-3-3 8 16,3 0-8-16,-3 0 0 0,3 2 8 0,-3-2-8 15,0 0 8-15,0 0-8 0,-3 0 10 0,2 0-10 16,-2 0 10-16,0 0-10 0,3 0 10 0,-3 0-10 15,3 0 8-15,-3 0-8 0,3-2 0 0,-3 2 9 16,3 0-1-16,0 0-8 0,0 0 12 0,-1 0-4 16,1-3 0-16,0 3-8 0,0-3 12 0,3 3-4 15,-3 0-8-15,0 0 12 0,3-2-12 0,0 2 12 16,-3 0-12-16,2 0 8 0,1 0-8 0,-3 0 8 16,0 0-8-16,0 0 8 0,0 0-8 0,0 0 8 15,0 0-8-15,-3 0 8 0,3 0-8 0,-4 0 8 16,1 0-8-16,0 0 0 0,0 0 0 0,0 0 8 15,-3-3-8-15,3 3 0 0,0-3 0 0,-3 3 8 16,3 0-8-16,0-2 0 0,0 2 0 0,-3-3 8 16,3 0-8-16,0 3 0 0,0-2 0 0,2 2 0 0,-2-3 0 15,0 3 0-15,3 0 8 0,-3-3-8 16,0 3 0-16,3-2 0 0,-3 2 0 0,3-3 0 0,-3 3 0 0,3 0 0 16,0 0 0-16,-4 0 0 0,4 0 0 0,-3-2 0 0,0 2 8 15,3 0-8-15,-3 0 0 0,0 0 0 0,0 0 0 0,0 0 0 16,0 0 0-16,0 0 0 15,-3 0 0-15,3 0 0 0,-3 2 0 0,2-2 0 16,-2 0 0-16,3 0 0 0,-3 0 0 0,0 0 0 0,0 0 0 16,0 0 0-16,0 0 0 0,-3 0 0 0,3 0 0 0,-3 0 0 15,3 0 0-15,-3 0 0 0,3 0 8 0,-3 0-8 16,3 0 0-16,-6 0 0 0,3 0 0 0,3-2 0 16,-3 2 0-16,3 0 0 0,0-3 0 0,-3 3 0 15,3 0 0-15,0 0 0 0,-1 0 0 0,-2 0 0 16,3 0 0-16,0-3 0 0,0 3 0 0,0 0 0 15,0 0 0-15,0 0 0 0,0 0 0 0,-3 0 0 16,3 0 0-16,0 0 0 0,0 0 0 0,-6 0 0 16,9 0 0-16,-3 0 0 0,0 0 0 0,-3 0 8 15,3 0-8-15,3 0 0 0,-3 0 0 0,0 0 0 16,0 0 0-16,-1 0 0 0,1 0 0 0,0 0 0 16,0 0 0-16,-3 0 0 0,3 0 0 0,0 0 0 15,0 0 0-15,0 0 0 0,0 0 0 0,-3 0 0 16,3 0 0-16,0 0 0 0,0 0 0 0,-3 0 0 15,3 0 0-15,0 3 0 0,0-3 0 0,-3 0 0 16,3 3 0-16,-3-3 0 0,3 0 0 0,-3 0 0 0,0 0 0 16,3 0 0-16,-3 0 0 0,-1 0 0 0,4 0 0 0,-3 0 0 15,-3 0 0-15,6 0 0 0,-3 0 0 0,0 0 0 16,3 0 0-16,-6 0 0 0,3 0 0 0,0 0 0 16,3 0 0-16,-3 0 0 0,-3 0 0 0,6 0 0 0,-6 0 0 0,3 2 0 15,0-2 0-15,-3 0 0 0,6 0 8 0,-6 0-8 31,6 0 0-31,-6 0 0 0,3 0 0 0,-3 0 0 0,3 0 0 0,-3 0 0 0,6 0 0 16,-6 0 0-16,3 0 0 0,-3 0 0 0,3 0 8 0,-3 0-8 16,6 0 0-16,-6 0 0 0,0 0 9 0,3 0-9 15,-3 0 8-15,0 0-8 0,6 0 8 0,-6 0-8 16,3 0 0-16,-3 0 9 0,0 0-9 0,3 0 0 16,-3 0 8-16,0 0-8 0,6 0 0 0,-6 0 0 15,3 0 8-15,-3 0-8 0,6 0 0 0,-6 0 0 16,0 0 10-16,3 0-10 0,-3 0 8 0,0 0-8 15,5 0 8-15,-5 0-8 0,3 0 0 0,-3 0 8 16,0 0-8-16,0 0 0 0,6-2 0 0,-6 2 8 16,0 0-8-16,6 0 0 0,-6 0 0 0,3 0 8 15,-3 0-8-15,0 0 0 0,0 0 0 0,0 0 0 16,6 0 0-16,-6 0 0 0,6 0 8 0,-6 0-8 16,0 0 0-16,0 0 0 0,6 0 0 0,-6 0 0 15,0 0 0-15,6 0 0 0,-6 0 0 0,0 0 0 16,6 0 0-16,-6 0 0 0,0 0 8 0,6 0-8 15,-6 0 0-15,0 0 0 0,6 0 0 0,-6 0 0 16,0 0 0-16,0 0 0 0,0 0 0 0,0 0 0 16,0 0 0-16,0 0 0 0,0 0 0 0,0 0 0 15,0 0 0-15,0 0 0 0,0 0 8 0,0 0-8 16,0 0 0-16,0 0-16 0,0 0 4 0,6 0 1 16,-6 0-124-16,0 0-25 0,6 2-4 0</inkml:trace>
  <inkml:trace contextRef="#ctx0" brushRef="#br0" timeOffset="70340.859">12596 3691 1713 0,'0'0'48'0,"0"0"12"0,0 0-48 0,0 0-12 0,0 0 0 0,0 0 0 16,0 0 106-16,0 0 19 0,0 0 4 0,0 0 1 15,0 0-38 1,0 0-8-16,0 0-2 0,0 0 0 15,0 0-25-15,0 0-5 0,0 0 0 0,-6 0-1 0,6 0-16 0,-5 0-3 0,5 0-1 0,-6 5 0 16,0-2-15-16,0 5-2 0,3-5-1 0,-3 5 0 16,3-3-5-16,0 3-8 0,0 0 11 0,0 0-11 15,0 2 0-15,0 1 0 0,0 2 0 0,3-5 0 16,-3 3 0-16,3-1 0 0,0 1 0 0,0-1 0 16,0-2 0-16,3 3 0 0,0 2 0 0,0-8-9 15,3 1 9-15,0 4 0 0,0-7 0 0,0 2 0 16,3-2 0-16,0-3 0 0,-1 3 0 15,1-3 0-15,3 0 0 0,-3-3 0 0,3 0 0 0,0-2 0 16,0 2 0-16,0-7 0 0,0 2 12 0,-3 0-4 16,3-3 15-16,-6 1 3 0,2 2 1 0,-2-3 0 15,-3-2 26-15,0 2 6 0,0-2 1 0,-3 3 0 16,-3-4-18-16,0 4-3 0,0-3-1 0,-3 2 0 16,1-2-20-16,-1 2-4 0,0 3-1 0,-3-2 0 15,0 2-13-15,3 0 0 0,-3 0 8 0,-3 0-8 16,3 3 0-16,0 2-8 0,-3-8 8 0,3 6-13 15,0 0-19-15,3 2-4 0,-3-2-1 0,4 5 0 16,-1-6-94-16,3 4-18 0,3 2-4 0</inkml:trace>
  <inkml:trace contextRef="#ctx0" brushRef="#br0" timeOffset="70922.587">13736 2881 1824 0,'0'0'76'16,"0"0"-60"-16,-2-5 146 0,2 5 30 0,0 0 5 0,-3-2 2 15,3 2-114-15,0 0-22 0,0 0-5 0,0 0-1 16,0 0 19-16,0 0 3 0,0 0 1 0,0 0 0 15,0 0-38-15,0 0-7 0,0 0-2 0,0 0 0 16,0 0-13-16,0 2-4 0,0 6 0 0,0 3 0 16,0-3-16-16,0 0 10 0,0 2-10 0,0 3 8 15,0 1-8-15,0-4 0 0,0 9 0 0,0-9 0 16,0 4 0-16,0 1 0 0,0-1 0 0,0 2 0 16,0-3-27-16,0 0-4 15,0-2-1-15,0-1 0 0,3 1-156 16,-3 2-32-16,2-5-7 0</inkml:trace>
  <inkml:trace contextRef="#ctx0" brushRef="#br0" timeOffset="76505.159">13114 5234 1792 0,'0'0'51'0,"0"0"10"0,-3-3-49 0,3 3-12 0,-6-5 0 0,6 5 0 16,0 0 98-16,-3-3 17 0,3 3 3 0,0 0 1 15,-5 0-37-15,5 0-7 0,-6 0-2 0,0 0 0 16,0 0-58-16,3 3-15 0,-3-1 0 0,0 1 0 16,0 0 54-16,0 2 8 0,3-2 2 0,-3 2 0 15,0 6-52-15,0-9-12 0,3 4 0 0,-3 1 0 16,3-1 0-16,-3 2 0 0,3 0 0 0,0 0 0 16,3 0 0-16,0-1 0 0,0 1 0 0,0 3 0 15,0-3 0-15,3 0 0 0,0 0 0 0,3 0 0 16,-3-3 0-16,3 3 0 0,0 0 0 0,0 0 0 15,3-3 0-15,-3 0 0 0,3-2 0 16,3 0 0-16,-3-1 0 0,5-2 0 0,-2 0 0 16,3-2 0-16,-3-1 0 0,3 0 0 0,0 1 0 0,3-1 0 15,-3 0 54-15,-3 1 8 0,2-6 2 0,-2 0 0 16,0 3-52-16,0-1-12 0,0 1 0 0,-3-3 0 16,-3 3 0-16,0 0 0 0,0-1 0 0,-3-2 0 15,0 3 54-15,-3 0 8 0,3-3 2 0,-3 3 0 16,0-1-22-16,-3-2-4 0,3 6-1 0,-3-9 0 15,0 6-8-15,-3-3-1 0,3 3-1 0,-6-1 0 16,3-2-27-16,0 3 0 0,-3 0 0 0,0-1 0 16,0 1 0-16,0 2-9 0,0-2 0 0,-2 3 0 0,-1-1-7 15,3-2 0-15,-3 2-1 0,-3 3 0 16,3-3-68-16,0 3-14 0,0 0-2 0</inkml:trace>
  <inkml:trace contextRef="#ctx0" brushRef="#br0" timeOffset="79421.6">23666 14151 1963 0,'-6'-5'40'0,"1"2"12"15,2-2-42-15,0 2-10 0,0-2 0 0,3 5 0 16,-3-6 76-16,0 4 14 0,3 2 2 0,0 0 1 15,0-6-25-15,0 6-4 0,0 0-2 0,0 0 0 16,0 0-34-16,0 0-6 0,0 0-2 0,0 0 0 16,0 0-3-16,0 0-1 0,0 0 0 0,0 0 0 15,0 0-16-15,0 0 0 0,6 3 0 0,-3 0 0 16,3 2 0-16,-1 0 0 0,1 3 0 0,0 0 0 0,0-3 0 0,3 3-12 0,-3 0 12 0,3 0-12 16,3 3-10-16,-3-3-2 0,3 0 0 0,0 0 0 31,0 0-5-31,3-3-2 0,-6-2 0 0,2 2 0 15,1-3-5-15,-3-2 0 0,3 0-1 0,0-2 0 0,0-1 37 0,0 1 15 16,3-4-1-16,0 1 0 0,0-6-22 16,-1 3-5-16,1-2-1 0,3-1 0 0,0 1 14 0,0-4 0 0,3-1 9 15,-3-1-9-15,2 0 0 0,1-3-15 0,0-2 2 16,0 3 0-16,-3-4-10 0,0 1-1 0,0 3-1 0,-1-3 0 16,-2 2-2-16,0 1 0 15,0-1 0-15,0 0 0 0,0 1-33 16,-3 2-6-16,3 3-2 0</inkml:trace>
  <inkml:trace contextRef="#ctx0" brushRef="#br0" timeOffset="79843.338">24024 13923 2014 0,'0'0'84'16,"0"0"-67"-16,0 0 52 0,0 0 11 0,0 0 1 0,0 0 1 16,0 0-31-16,0 0-7 0,0 0 0 0,0 0-1 15,-3 6-21-15,0-1-4 0,0 0-1 0,3 3 0 16,-3 0-17-1,3 3 0-15,0-1 0 0,0 3 0 0,0 1 0 0,-1444-1 0 0,2894 0-12 0,-1447 3 12 16,0-3-25-16,0-2 1 0,0 2 0 0,0-2 0 16,3-1-4-16,-1-2-1 0,1 0 0 0,0-3 0 15,3 1 13-15,-3-4 2 0,6 4 1 0,-3-6 0 16,0 0 13-16,3 0 0 0,0-3 0 0,0 0-9 16,0 1 17-16,0-4 3 0,2 1 1 0,1 0 0 15,0-3 2-15,3 0 1 0,-3 0 0 0,3-3 0 16,3 1-26-16,-1-3-5 0,4-3 0 0,0 0-1 15,3 0 35-15,0 0 7 0,-1-2 2 0,4-1 0 16,0 3-35-16,3 0-8 0,-3 0 0 0</inkml:trace>
  <inkml:trace contextRef="#ctx0" brushRef="#br0" timeOffset="84176.281">13400 6099 1094 0,'0'0'23'0,"0"0"5"0,0 0-28 0,0 0 0 0,0 0 0 0,0 0 0 15,0 0 56-15,0 0 7 0,0 0 1 0,0 0 0 16,0 0-52-16,0 0-12 0,0 0 0 0,0 0 0 16,0 0 54-16,0 0 8 0,0 0 2 0,0 0 0 15,0 0-8-15,0 0 0 0,0 0-1 0,0 0 0 16,0 0-37-16,0 0-7 0,0 0-2 0,0 0 0 15,0 0 37-15,0 0 7 0,0 0 2 0,0 0 0 16,0 0-37-16,0 0-7 0,0 0-2 0,3 3 0 16,-3-3-9-16,3 0 0 0,3 0 0 0,-6 0 0 15,3 0 0-15,3 0 0 0,0 0 0 0,-3 0 0 16,3 0 53-16,0 0 9 0,-3 0 2 0,3 2 0 16,0-2-52-16,-3 0-12 0,3 0 0 0,0 0 0 15,-3 0 14-15,2 0 0 0,1 0 0 0,0 0 0 16,0 3-5-16,3-3-1 0,-3 0 0 0,0 3 0 15,3-3 0-15,-3 0-8 0,3 0 12 0,0 0-4 16,-3 2-8-16,3-2 0 0,0 0 9 0,-3 0-9 16,3 3 0-16,0-3 8 0,-1 0-8 0,1 3 0 0,3-3 0 15,-3 0 8-15,0 0-8 0,0 2 0 0,0-2 0 16,0 0 0-16,0 3 0 0,0-3 8 0,-3 2-8 16,3-2 0-16,0 0 0 0,-3 3 8 0,0-3-8 0,2 0 0 0,-2 0 0 0,0 0 0 31,3 0 0-31,-3 3 0 0,0-3 0 0,3 0 0 0,-3 0 0 15,0 0 0-15,3 0 0 0,-3 0 0 16,3 0 0-16,0 2 0 0,-3-2 0 0,3 0 0 0,0 0 0 0,-3 3 0 16,3-3 0-16,-1 0 0 0,1 0 0 0,0 0 0 0,0 0 0 15,0 0 0-15,0 3 0 0,3-3 0 0,-3 0 0 0,0 0 0 16,0 0 9-16,0 0-9 0,3 0 12 0,-3 0-12 16,-1 2 8-16,1-2-8 0,0 0 0 0,0 3 0 15,0-3 0-15,0 3 8 0,0-1-8 0,0-2 0 16,0 3 10-16,0-3-10 0,0 3 8 0,0-3-8 15,-3 2 8-15,3-2-8 0,0 0 0 0,-4 3 8 16,1-3-8-16,3 0 0 0,0 0 9 0,-3 0-9 16,3 0 0-16,-3 0 9 0,3 0-9 0,0 0 0 15,0 0 11-15,3 0-11 0,-3 0 10 0,0 0-10 16,3 0 15-16,-1 0-3 0,-2 0-1 0,3 0 0 16,0 0 4-16,0 0 1 0,0 0 0 0,-3 0 0 15,3 0-4-15,0 0 0 0,0 0 0 0,0 0 0 16,-3 0 0-16,2 0 0 0,1 0 0 0,0 0 0 15,-3 0-2-15,3 0-1 0,-3 3 0 0,0-3 0 16,3 0 0-16,-3 0 0 0,3 0 0 0,-3 0 0 16,3 0-1-16,-4 2-8 0,1-2 12 0,0 0-4 15,0 0-8-15,0 0 12 0,0 0-12 0,0 0 12 16,0 0-12-16,0 0 0 0,0 0 0 0,0 0 0 0,0 0 0 16,0 0 0-16,0 0 8 0,2 0-8 0,-2 0 0 15,0-2 0-15,3 2 0 0,-3 0 8 16,3 0-8-16,0 0 0 0,-3 0 0 0,3 2 0 15,0-2 0-15,-3 0 0 0,3 0 0 0,-1 3 0 0,1-3 0 0,-3 0 8 0,3 0-8 0,-3 2 0 16,3-2 0-16,-3 0 0 0,3 3 0 0,-3 0 0 16,3-3 0-16,0 2 8 0,0-2-8 0,-4 0 0 15,4 3 0-15,0-3 8 0,0 3-8 0,-3-3 0 16,3 0 0-16,0 0 0 0,0 0 8 0,0 0-8 16,0 0 0-16,0 0 0 0,-1 0 0 0,1 0 0 15,0 0 0-15,0 0 0 0,0 0 0 0,0 0 0 16,3 0 0-1,-3 0 0-15,0 0 0 0,3 2 8 0,-4-2-8 0,1 0 0 0,3 3 0 0,-3 0 0 16,3-3 8-16,-3 0-8 0,0 2 8 0,3-2-8 16,-3 3 0-16,0-3 8 0,2 3-8 0,-2-3 0 15,0 0 0-15,0 0 8 0,0 0-8 0,0 0 0 16,0 0 8-16,0 0-8 0,-3 0 8 0,3 0-8 16,0 0 9-16,-1 0-9 0,1 0 10 0,0 0-10 15,3 0 8-15,-3 0-8 0,3 0 0 0,-3 2 0 16,3-2 8-16,0 0-8 0,-1 0 0 0,-2 3 0 15,3-3 9-15,-3 3-9 0,3-3 8 0,-3 0-8 16,0 2 0-16,3 1 0 0,-3-3 8 0,0 2-8 16,-1-2 8-16,1 3 0 0,0-3 0 0,0 3 0 15,-3-3-8-15,0 2 10 0,3-2-10 0,-3 0 10 16,0 0-10-16,0 0 10 0,0 0-10 0,0 0 10 0,0 0-10 0,2 0 0 16,-2-2 9-16,0 2-9 0,3 0 0 0,-3 0 9 15,3 0-9-15,-3 0 0 0,0 0 0 16,3 0 0-16,-3 0 0 0,3 0 0 0,0 0 8 15,-4 0-8-15,4 0 0 0,0 0 0 0,-3 0 0 0,3 2 0 0,-3-2 0 16,3 0 0 0,-3 3 8-16,0-3-8 0,3 0 0 0,-3 3 0 0,0-3 0 0,-1 0 0 0,1 0 8 0,0 0-8 15,0 2 0-15,0-2 0 0,0 0 0 0,0 3 0 16,0-3 0-16,0 0 0 0,0 0 0 0,0 3 0 16,0-3 0-16,-3 0 0 0,3 2 0 0,0-2 0 15,-4 0 0-15,1 0 0 0,3 0 0 0,-3 0 0 16,0 0 0-16,3 0 0 0,0-2 0 0,-3 2 0 15,3 0 8-15,-3 0-8 0,3 0 0 0,-3 0 0 16,3 0 0-16,0 0 0 0,-3-3 0 0,3 3 0 16,0 0 0-16,-4 0 0 0,4 0 0 0,0 0 0 15,-3-3 0-15,6 3 0 0,-3 0 0 0,0 0 0 16,-3 0 8-16,3 0-8 0,0 0 0 0,0 0 0 16,0 0 8-16,-3 0-8 0,3 0 0 0,0-2 0 15,-1 2 0-15,-2 0 0 0,3 0 0 0,0 0 0 16,-3 0 0-16,3 0 0 0,0 0 8 0,0 0-8 15,-3 0 0-15,3 0 0 0,-3 0 8 0,3 0-8 16,-3 0 0-16,0 0 0 0,3 0 0 0,-3 0 0 16,0 0 8-16,-1 0-8 0,1 0 0 0,3 2 0 15,-3-2 0-15,0 0 8 0,0-2-8 0,0 2 0 16,0 0 8-16,0 0-8 0,0 0 0 0,0 0 0 16,0 0 0-16,0 0 0 0,0 0 0 0,0 0 0 15,0 0 8-15,3 0-8 0,-3 0 0 0,0 0 0 0,3-3 0 0,-4 3 0 16,4-3 0-16,0 3 0 0,-3 0 0 15,0 0 0-15,3 0 8 0,-3 0-8 0,3 0 0 16,-3 0 0-16,3-2 0 0,-3 2 0 0,3 0 8 0,-3 0-8 16,3 0 0-16,-3 0 0 0,3 0 9 0,0 0-9 0,-4 0 0 0,4 0 9 15,-3 2-9-15,3-2 0 0,-3 0 0 0,3 0 8 16,-3 0-8-16,0 0 0 0,0 0 0 0,0 0 0 16,0 0 10-16,0 0-10 0,0 0 12 0,0 0-12 15,3 0 0-15,-3 0 0 0,0 0 0 0,0 0 0 16,0 0 0-16,0 0 0 0,-1 0 8 0,1 0-8 15,0 0 9-15,-3 0-1 0,3 0-8 0,0 0 12 16,0 0-12-16,-3 0 0 0,3 0 0 0,0 0 0 16,-3 0 0-16,3 0 0 0,0-2 0 0,-3 2 0 15,3 0 0-15,0 0 0 0,0 0 0 0,-3 0 0 16,3 0 0-16,0 0 0 0,-3-3 0 0,3 3 0 16,0 0 0-16,-3 0 0 0,2 0 0 0,1 0 0 15,0 0 0-15,0 0 0 0,0 0 0 0,0 0 0 16,0 0 0-16,-3 0 0 0,3 0 0 0,0 0 0 15,0 0 8-15,0 0-8 0,-3 0 0 0,3 0 0 16,0 0 8-16,-3 0-8 0,3 0 0 0,0 0 0 16,-3 0 8-16,3 0-8 0,0 0 0 0,-3 0 0 15,3 0 8-15,0 0-8 0,-3-3 0 0,2 6 0 16,1-3 8-16,-3 0-8 0,3 0 0 0,0 0 9 16,-3 0-9-16,3 0 0 0,0 0 9 0,-3 0-9 0,3 0 0 0,-3 0 9 15,3 0-9-15,-6 0 0 0,3 0 10 0,3 0-10 16,0 0 8-16,-6 0-8 15,3 0 8-15,3 0-8 0,0 0 0 0,-6 0 8 0,3 0-8 16,3 0 0-16,0 0 9 0,-6 0-9 16,3 0 0-16,3 0 8 0,-6 0-8 0,3 0 0 0,3 0 0 15,0 0 8-15,-4 0-8 0,4 0 0 0,-3 0 0 0,-3 0 8 0,6 0-8 16,0-3 0-16,-3 3 0 0,3 0 0 0,0-2 0 0,-6 2 8 16,3 0-8-16,3 0 0 0,0 0 0 0,-6 0 8 15,3-3-8-15,3 3 0 0,-6 0 0 0,3-2 8 16,3 2-8-16,-3 0 8 0,3-3-8 0,-3 3 8 15,-3 0-8-15,6-3 0 0,-3 3 8 0,-3 0-8 16,6 0 0-16,-3-2 0 0,3 2 0 0,-3 0 8 16,0-3-8-16,-3 3 0 0,6 0 0 0,0-3 0 15,-6 3 0-15,5 0 0 0,-2 0 0 0,-3 0 0 16,6 0 0-16,-3 0 0 0,-3 0 0 0,6 0 8 16,-6 0-8-16,3 0 0 0,0 0 0 0,-3 0 0 15,0 0 0-15,0 0 0 0,6-2 0 0,-6 2 8 16,0 0-8-16,3 0 0 0,-3 0 8 0,0 0-8 15,6 0 8-15,-6 0-8 0,3-3 8 0,-3 3-8 16,0 0 0-16,0 0 9 0,0 0-9 0,6 0 0 16,-6 0 8-16,0 0-8 0,3 0 0 0,-3 0 0 15,0 0 8-15,0 0-8 0,0 0 0 0,0 0 0 16,0 0 0-16,0 0 0 0,0 0 0 0,0 0 0 16,0 0 0-16,0 0 0 0,0 0 0 0,3 5 0 15,-3-5-21-15,0 0-2 0,0 0 0 0,0 0 0 16,0 0-161-16,0 0-33 0</inkml:trace>
  <inkml:trace contextRef="#ctx0" brushRef="#br0" timeOffset="89899.897">17377 5025 1934 0,'0'0'40'0,"0"0"9"0,0 0-39 0,0 0-10 0,0 0 0 0,0 0 0 16,0 0 108-16,0 0 20 0,0 0 4 0,0 0 1 15,0 5-55-15,0 0-11 0,3 1-3 0,-3 4 0 16,0-7-21-16,3 5-5 0,0 2-1 0,-3 1 0 16,0 0-16-16,3-1-3 0,-3 3-1 0,0 1 0 15,3-1-9-15,-3 0-8 0,0-2 9 0,3 5-9 16,-3-3 8-16,0 0-8 0,0 0 0 0,0-2 0 15,0 2 8-15,-3 0-8 0,3-2 0 0,0 2 0 16,-3-2 0-16,3-1 8 0,0 1-8 0,-3 2 0 16,0-2 0-16,0-1-8 0,3-2 8 0,-3 5-13 15,0-5-11-15,3 0-1 0,-3 3-1 0,3-6 0 16,0 0-38-16,-3 1-8 0,3-6-2 0,0 0 0 16,0 0-159-16,0 0-32 0</inkml:trace>
  <inkml:trace contextRef="#ctx0" brushRef="#br0" timeOffset="90181.7">17439 5080 2073 0,'-3'-5'43'0,"3"5"11"0,-3-5-43 0,3 5-11 0,-3-6 0 0,0 4 0 15,3 2 108-15,0 0 20 0,0 0 4 0,-5-3 1 16,5 3-50-16,-6 0-11 0,0 3-1 0,0-1-1 15,0 1-34-15,3 0-6 0,-3 2-2 0,0 3 0 16,0 0-13-16,-3 0-3 0,3 0-1 0,-3 2 0 16,0-2-11-16,0 3 0 0,-3-1 9 0,3 1-9 15,-6 0 0-15,4-1 0 0,-1 3 0 0,0-2 8 16,0 0-8-16,0-1 0 0,0 1 0 0,3-3 0 16,-3 0-16-16,3 0 0 0,0 0-1 0,0-3 0 15,3 3-27-15,1-3-4 16,2-2-2-16,3-3 0 0,0 0-130 15,0 0-27-15,5 8-5 0</inkml:trace>
  <inkml:trace contextRef="#ctx0" brushRef="#br0" timeOffset="90525.913">17255 5453 1900 0,'0'0'54'0,"-6"3"11"0,6-3-52 0,-3 3-13 0,3-3 0 0,0 0 0 16,0 0 86-16,0 0 14 0,0 0 4 0,0 0 0 15,0 0-28-15,0 0-6 0,3 5-1 0,0 0 0 16,3-5-6-16,0 3-2 0,3 0 0 0,0-3 0 15,0 0-7-15,-1 0-2 0,1-3 0 16,0 3 0-16,0-3-13 0,3 3-3 0,-3 0-1 0,0-2 0 16,3 2-20-16,-3-3-4 0,0 0-1 0,3 3 0 15,-3-2-10-15,3-1 0 0,-1 0 0 0,1 3 0 16,0-2-24-16,0-1-8 16,0 0 0-16,3-2-1 0,0 3-212 0,0-1-43 0</inkml:trace>
  <inkml:trace contextRef="#ctx0" brushRef="#br0" timeOffset="94943.912">17457 6258 1227 0,'0'0'52'0,"0"0"-42"16,0 0 107-16,0 0 22 0,0 0 4 0,0-6 1 15,0 6-36-15,3-5-8 0,-3 5 0 0,0-5-1 16,0 5-21-16,0-5-4 0,0 5-1 0,0 0 0 16,0-6-15-16,0 6-3 0,3-2-1 0,-3 2 0 15,0 0-15-15,0 0-3 0,0 0-1 0,0 0 0 16,0 0-6-16,0 0-1 0,0 0 0 0,0 0 0 15,0 0-2-15,0 0-1 0,0 0 0 0,0 0 0 16,0 0-5-16,0 0 0 0,0 0-1 0,0 0 0 16,0 0-7-16,0 0-2 0,0 0 0 0,0 0 0 15,0 0-10-15,0 5 12 0,3 0-12 0,0 3 12 16,-3 0-4-16,0-3-8 0,3 3 12 0,-3 0-4 16,0 0-8-16,3 0 0 0,-3 0 0 0,0 3 0 0,3-3 0 15,-3 0 0-15,0 0 0 0,0 2 0 0,0 1 0 16,0-3 0-16,0 0 0 0,0 0 0 15,3-1 0-15,-3 1 0 0,0 0 0 0,0 3 0 16,0-3 0-16,0 0 0 0,0 0 0 0,0 0 0 0,0 2 0 16,0-2 8-16,0 0-8 0,0 0 0 0,0 0 8 15,0 0-8-15,0 0 0 0,0 0 8 0,0 0-8 0,3 0 0 16,-3 0 0-16,0 0 8 0,0 2-8 0,3-2 8 0,-3 0-8 16,0 3 8-16,0-3 17 0,0 2 3 0,0-2 1 0,0 3 0 15,3-3-29-15,-3 2 0 0,0 1 0 16,0-1 0-16,0 1 0 0,0-1 0 0,0-2 0 0,0 3 0 15,3-3 0-15,-3 3 0 0,0-4 0 0,0 4 0 16,0-3 0-16,3 0-13 0,-3 3 1 0,0-4 0 16,0-1 12-16,3 2 0 0,-3 0 9 0,0-3-9 15,0 3 9-15,0 0-9 0,0-3 8 0,0 3-8 16,0-3 8-16,0 3-8 0,0-2 0 0,0-1 8 16,0 3-8-16,0-3 0 0,-3 0 0 0,3 1 0 15,0 2 12-15,0-3 0 0,0 0 0 0,0 0 0 16,-3 3-12-16,3-2 8 0,0-1-8 0,0 0 8 15,-3 1-8-15,3 2 10 0,0-3-10 0,0 3 10 16,0-3-10-16,0-2 8 0,0 2-8 0,0 3 8 16,0-5-26-16,0 2-6 0,0 0 0 0,0 3-1 15,0-5 47-15,0 2 10 0,0 0 1 0,0 1 1 16,0-6-23-16,0 5-11 0,0-5 10 0,3 8-10 0,-3-8 0 16,0 5 8-16,0-5-8 0,3 3 0 15,-3-3 0-15,0 0 0 0,3 5 0 0,-3-5 0 16,0 0 0-16,0 0-10 0,0 0 2 0,0 0 0 15,0 0-122-15,3 0-24 0,3 0-5 0</inkml:trace>
  <inkml:trace contextRef="#ctx0" brushRef="#br0" timeOffset="97732.735">17410 7083 1094 0,'0'0'23'0,"0"0"5"0,0 0-28 0,0 0 0 0,0-5 0 0,0 5 0 16,0-5 48-16,0 5 4 0,3-6 0 0,0 4 1 16,-3 2-9-16,0-5-3 0,3-1 0 0,-3 6 0 15,0 0-5-15,3-2-2 0,-3 2 0 0,3-6 0 16,-3 6 12-16,0 0 2 0,0 0 1 0,0 0 0 15,0 0-27-15,2-2-6 0,-2 2 0 0,0 0-1 16,0 0 39-16,0 0 8 0,0 0 2 0,6 0 0 16,-6 0-52-16,3 0-12 0,3 0 0 0,0 0 0 15,-3 0 54-15,3 2 8 0,0-2 2 0,-3 3 0 16,3-3-52-16,0 3-12 0,0-3 0 0,0 2 0 16,0-2 0-16,3 3 0 0,0-3 0 0,0 3 0 15,0-3 0-15,3 2 0 0,-1-2 0 0,1 0 0 16,0 0 54-16,0 3 8 0,0-3 2 0,3 0 0 15,0 2-52-15,0-2-12 0,0 3 0 0,0-3 0 0,-1 3 0 16,1-3 0-16,0 2 0 0,0 1 0 0,-3 0 0 0,3-3 0 16,0 0 0-16,-3 2 0 0,3-2 0 0,-1 0 0 0,-2 0 0 15,3 0 0-15,0 3 0 0,0-3 0 0,-3 0 0 16,3 0 0-16,0 3 0 0,0-3 0 0,-1 0 0 0,1 0 0 16,0 2 0-16,-3-2 0 0,3 0 0 0,0 3 0 15,0-3 54-15,-3 3 8 0,2-3 2 0,1 2 0 16,0-2-52-16,-3 0-12 15,0 3 0-15,3-3 0 0,-3 0 0 16,0 3 0-16,0-3 0 0,3 0 0 0,-4 2 0 0,1-2 0 0,0 0 0 0,0 0 0 16,3 0 0-16,-3 0 0 0,6 0 0 0,-3 0 0 15,0 0 0-15,-1 0-16 0,1 0 3 0,-3 0 1 16,3 0 12-16,0 0 0 0,0-2 12 0,0 2-12 16,0 0 15-16,-3-3-4 0,0 3-1 0,2 0 0 15,-2 0-10-15,0-3 0 0,3 3 0 0,-3 0-11 16,-3 0 11-16,3 0 0 0,-3 0 0 0,3 0 0 15,-3 0 0-15,0-2 0 0,-1 2 0 0,1-3 0 16,0 3 0-16,0 0 0 0,0-3 0 0,3 3 0 16,-3 0 49-16,0 0 12 0,3-2 3 0,-3 2 0 15,0 0-52-15,3-3-12 0,-3 3 0 0,2 0 0 16,-2 0-14-16,0 0-6 0,3 0 0 0,-3 0-1 16,0 0 21-16,3-3 0 0,0 3 0 0,-3 0 0 15,3 0 0-15,-3 0 0 0,3 0 0 0,-4 0 8 0,1 3-8 16,0-3 0-16,0 0 0 0,0 0 0 15,3 0 0-15,-3 0 0 0,0 0 0 0,3 0 0 16,-3 0 8-16,0 3-8 0,0-3 0 0,-3 0 8 16,3 0-8-16,-1 0 0 0,-2 0 9 0,0 0-9 0,3 2 0 0,-3-2 0 0,0 0 0 0,0 0 8 15,0 0-8 1,3 0 0-16,-3 0 0 0,0 0 0 0,0 3 0 0,3-3 8 16,-3 0-8-16,0 3 0 0,0-3 8 0,3 2-8 0,-3-2 10 0,0 0-10 15,-1 3 12-15,1-3-4 0,0 0-8 0,0 0 12 16,0 0-12-16,3 0 0 0,-6 0 8 0,3 0-8 15,0 0 0-15,-3 0 8 0,3 0-8 0,0 0 0 16,-3 0 0-16,-3 0 8 0,6 0-8 0,0 0 0 16,0 0 0-16,-3 0 0 0,3 0 0 0,0 0 0 15,-3 0 0-15,3 0 0 0,0 0 0 0,-6 0 0 16,6 3 0-16,-3-3 0 0,2 2 0 0,1-2 0 16,-6 0 0-16,6 0 0 0,0 3 0 0,-3-3 0 15,-3 0 8-15,6 0-8 0,0 0 0 0,0 0 0 16,0 0 0-16,-3 0 0 0,0 0 0 0,3 2 0 15,-3-2 0-15,-3 0 8 0,6 3-8 0,-3-3 0 16,0 0 0-16,-3 0 0 0,6 3 0 0,-3-3 0 16,3 0 8-16,-3 0-8 0,0 0 0 0,-3 0 0 15,0 0 0-15,6 2 0 0,-6-2 0 0,3 0 0 16,-3 0 0-16,3 3 8 0,-3-3-8 0,6 0 0 16,-6 0 0-16,0 0 0 0,6 3 0 0,-6-3 0 15,3 0 0-15,-3 0 0 0,6 2 0 0,-6-2 0 16,2 0 8-16,-2 0-8 0,6 0 0 0,-6 0 9 15,3 0-9-15,-3 0 0 0,6 0 0 0,-6 0 8 0,0 0-8 16,3 3 10-16,-3-3-10 0,3 0 10 0,-3 0-10 0,6 0 0 0,-3 0 9 16,-3 0-9-16,3 0 0 0,-3 0 8 0,6 0-8 15,-3 0 0-15,-3 0 0 0,3 0 8 0,-3 0-8 16,6 0 0-16,-6 0 0 0,3 0 8 0,3 0-8 0,-6 0 0 16,3 0 8-16,3 0-8 0,0 0 8 0,-6 0-8 15,3 0 0-15,3 0 8 0,-3 0-8 0,3 0 0 16,0 0 0-16,-3 0 9 15,3 0-9-15,0 0 0 0,-3 0 9 16,3 0-9-16,-1 0 0 0,1 0 9 0,0 0-9 0,0 0 10 0,0 0-10 0,0 0 10 16,0 0-10-16,3 0 0 0,-3 0 0 0,3 0 0 15,0-3 8-15,0 3-8 0,3 0 8 0,-3 0-8 16,0 0 8-16,3 0-8 0,-4 0 0 0,4 0 8 16,0 0-8-16,-3 0 12 0,3 0-12 0,-3 0 12 15,3 0-12-15,-3 0 10 0,3 0-10 0,-3 0 10 16,3 0-10-16,-3 0 8 0,2 0-8 0,-2 0 8 15,3 0-8-15,-3 0 10 0,0 0-10 0,0 0 10 16,0 0-10-16,0 3 12 0,0-3-12 0,-3 0 12 16,3 0-12-16,0 0 12 0,-3 0-12 0,3 0 12 15,0 0-12-15,2 0 0 0,-2 0 9 0,0 3-9 16,0-3 0-16,3 2 9 0,-3-2-9 0,3 0 0 16,0 0 8-16,-3 3-8 0,3-3 0 0,3 0 0 15,-4 0 0-15,1 0 0 0,0 0 8 0,0 0-8 0,0 0 0 16,0 0 8-16,3 0-8 0,-3 0 0 0,0 0 10 15,0 0-10-15,0 0 8 0,-1 0-8 0,-2 0 10 16,3 0-10-16,0 0 12 0,0 0-12 0,-3 0 9 0,3 0-9 16,-3 0 0-16,3 0 9 0,-3-3-9 0,0 3 0 15,3 0 0-15,-1-2 8 0,-2 2-8 16,3-3 0-16,0 3 0 0,0 0 8 0,-3-3-8 16,3 3 0-16,3 0 9 0,-3-2-9 0,0-1 0 0,0 3 8 0,-1 0-8 15,1-3 0-15,3 3 0 0,-3-2 8 0,0 2-8 0,0 0 0 16,0-3 0-16,0 3 0 15,-3 0 0-15,3-3 8 0,-1 3-8 0,1-2 0 0,-3-1 0 0,3 3 0 16,0-2 0-16,-3 2 0 0,3-3 0 0,-3 3 0 16,3 0 0-16,-3-3 0 0,0 3 0 0,0 0 0 15,0 0 0-15,-4-2 0 0,4 2 0 0,0-3 0 16,0 3 0-16,0 0 0 0,0-3 0 0,0 3 8 16,0 0-8-16,0-2 0 0,0 2 0 0,3-3 0 15,-3 3 0-15,3 0 0 0,-3-3 0 0,-1 3 0 16,4-2 0-16,-3 2 0 0,0 0 0 0,3-3 0 15,-3 3 0-15,3 0 0 0,-3 0 0 0,0 0 0 16,3-3 0-16,-3 3 0 0,0-2 0 0,0 2 0 16,-1 0 0-16,1 0 0 0,0-3 0 0,0 3 0 15,-3 0 0-15,6 0 0 0,-3 0 0 0,-3 0 0 16,3 0 0-16,0 0 0 0,0-3 0 0,0 3 0 16,-3-2 0-16,0 2 0 0,3 0 0 0,-4-3 0 15,1 3 0-15,0 0 0 0,0-2 0 0,0 2 0 16,3-3 0-16,-3 3 0 0,0-3 0 0,3 1 0 15,-3 2 0-15,0 0 0 0,3-3 0 0,-3 3 0 0,0-3 0 16,3 1 0-16,-3 2 0 0,0-3 0 0,3 3 0 0,-3 0 0 16,2-3 0-16,1 3 0 0,-3-2 0 15,3 2 0-15,-3-3 0 0,3 3 0 0,0 0 0 0,-3-3 0 16,3 3 0-16,0-2 0 0,0 2 0 0,-3 0 0 0,3-3 0 0,0 3 0 16,0 0 0-16,-3 0 0 0,2-3 0 15,-2 3 0-15,0 0 0 0,3 0 0 0,-3 0 0 0,0 0 0 16,0 0 0-16,0 0 0 15,3 0 0-15,-3 0 0 0,0 0 0 16,0 0 0-16,0 0 0 0,0 0 0 0,0 3 0 0,0-3 0 0,0 0 0 0,-3 0 0 16,3 0 0-16,0 0 0 0,-3 0 0 0,2 0 0 15,1 0 0-15,-6 0 0 0,6 0 0 0,-3 0 0 16,3 0 0-16,-6 0 0 0,6 0 0 0,-3 0 0 16,3 0 0-16,-6 0 0 0,6 0 0 0,-3 0 0 15,3 0 0-15,-6 0 0 0,6 0 0 0,0 0 0 16,-3 0 0-16,-3 0 0 0,6 0 0 0,0 3 0 15,-3-3 0-15,3 0 0 0,0 0 0 0,-6 0 0 16,3 0 0-16,3 0 0 0,-6 0 0 0,6 0 0 16,-3 0 0-16,3 0 0 0,0 0 0 0,-6 0 0 15,2 0 0-15,4 0 0 0,0 0 0 0,-6 0 8 16,3 0-8-16,3 0 0 0,-6 0 0 0,6 0 0 16,-6 0 0-16,3 0 0 0,-3 0 0 0,6 0 0 15,-6 0 0-15,6 0 0 0,0 0 0 0,-6 0 0 16,3 0 0-16,3 0 0 0,-6 0 0 0,6 0 8 15,-6 0-8-15,0 0 0 0,3 0 0 0,-3 0 0 16,6 0 0-16,-6 0 0 0,6 0 8 0,-6 0-8 16,0 0 0-16,3 0 9 0,-3 0-9 0,0 0 0 15,6 0 8-15,0 2-8 0,-6-2 0 0,3 0 0 16,-3 0 8-16,6 3-8 0,-6-3 0 0,0 0 0 16,6 0 0-16,-6 0 0 0,0 0 0 0,3 0 0 0,-3 0 0 15,0 0 0-15,6 3 0 0,-6-3 0 0,0 0 0 0,0 0 0 0,0 0 0 0,0 0 0 16,0 0 0-16,6 0 0 0,-6 0 0 0,0 0 0 15,0 0 0-15,0 0 0 0,0 0 0 0,0 0-9 32,0 0-23-32,0 0-4 0,0 0 0 0,0 0-1 0,0 0-151 15,0 0-31-15,0 0-5 0</inkml:trace>
  <inkml:trace contextRef="#ctx0" brushRef="#br0" timeOffset="105727.253">21410 5186 2158 0,'0'0'45'0,"0"0"10"15,0 0-44-15,0 0-11 0,0 0 0 0,0 0 0 16,0 0 99-16,0 0 17 0,-3-5 4 0,3 5 1 15,0 0-46-15,0 0-10 0,0 0-1 0,0 0-1 16,0 0-22-16,0 0-4 0,0 0-1 0,0 0 0 16,0 0-13-16,0 0-3 0,0 0-1 0,0 0 0 15,-3 5-7-15,0 0-2 0,3 3 0 0,-3 0 0 16,0 0-2-16,3 3-8 0,-3-3 12 0,0 5-4 0,0-2-8 16,0-1 0-16,0 1 0 0,0 5 0 0,0-8 0 15,0 5 0-15,1-3 0 0,-1 4 0 16,0-4 0-16,0 3 0 0,0-2 0 0,0 2 0 0,0 0 0 15,0-2-11-15,0 0 1 0,0 2 0 16,0-5-17-16,3 0-3 0,-3 0-1 0,0-3 0 16,0 0-87-16,3-5-18 0,0 0-3 0</inkml:trace>
  <inkml:trace contextRef="#ctx0" brushRef="#br0" timeOffset="105982.14">21413 5252 1869 0,'-6'-18'39'0,"3"15"9"0,3-5-39 0,-3 3-9 0,3 0 0 0,-3-1 0 16,3 6 120-16,-3-5 21 0,3 0 5 0,0 5 1 15,0 0-49-15,0 0-10 0,-3-3-1 0,3 3-1 16,0 0-33-16,0 0-6 0,0 0-2 0,-6 0 0 16,0 0-18-16,0 3-4 0,1-1-1 0,-1 1 0 15,0 2-13-15,-3 1-9 0,3-1 12 0,-3 3-12 16,0 0 8-16,3-3-8 0,-3 3 0 0,-3 3 0 15,6-6 0-15,-3 0-17 0,0 3 1 0,3 0 1 16,0 3-41-16,0-9-8 0,-3 6-1 0,6-2-1 16,1-1-178-16,-1-3-35 0</inkml:trace>
  <inkml:trace contextRef="#ctx0" brushRef="#br0" timeOffset="106299.99">21190 5504 1531 0,'0'0'64'0,"0"0"-51"16,0 0 117-16,3 2 23 0,3-2 5 0,-3 6 1 15,3-6-39-15,0 2-7 0,-3-2-1 0,6 3-1 16,-3 0-22-16,0-3-4 0,2 0-1 0,-2 2 0 16,3 1-30-16,0-1-6 0,0-2-2 0,0 3 0 15,0-3-20-15,0 3-4 0,3-3-1 0,0 2 0 16,0-2-13-16,-3 0-8 0,3 0 8 0,-1 0-8 16,1 0-9-16,0 0-7 0,0 0 0 0,3 3-1 15,-3-3-200-15,3 0-40 0</inkml:trace>
  <inkml:trace contextRef="#ctx0" brushRef="#br0" timeOffset="109604.508">21505 6996 1094 0,'0'0'46'0,"0"0"-37"16,0 0 44-16,0 0 9 0,0 0 2 0,0 0 0 16,0 0 51-16,0 0 10 0,0 0 3 0,0 0 0 15,0 0-52-15,0 0-9 0,0 0-3 0,0 0 0 16,0 0 0-16,0 0 0 0,0 0 0 0,0 0 0 15,0 0-51-15,0 0-13 0,0 0 0 0,0 0 0 16,0 0 54-16,0 0 8 0,0 0 2 0,0 0 0 16,0 0-52-16,0 0-12 0,0 0 0 0,0 0 0 15,3-5 54-15,-3 2 8 0,0 3 2 0,3-5 0 16,0-1-52-16,-3 1-12 0,3 0 0 0,-3 2 0 16,3-2 0-16,-3 0 0 0,3-1 0 0,-3 1 0 15,3 0 54-15,-3 0 8 0,3 2 2 0,-3-2 0 16,3-3-52-16,-3 2-12 0,3 1 0 0,-3 0 0 15,0-3 0-15,3 0 0 0,-3 0 0 0,0 0 0 16,3 0 0-16,-3 0 0 0,3 3 0 0,-3-3 0 16,0 0 28-16,0 0 2 0,3 0 1 0,-3 0 0 15,0 0 1-15,0 0 1 0,-3 0 0 0,3-2 0 16,0 2-33-16,0-3-22 0,0 3 3 0,0 0 1 16,3-2 18-16,-3 2 0 0,0-3 8 0,0 1-8 15,3 2 9-15,-3-3-9 0,0 3 8 0,0-2-8 16,0 2 0-16,0-3 8 0,0 3-8 0,0 0 0 15,0 0 11-15,0 0-3 0,0 0-8 0,0 0 12 0,0 1-12 16,0 1 0-16,0-2 0 0,0 3 0 0,0-3 0 0,0 3 0 16,0-3 0-16,0 5 0 0,0-2 0 0,0 0 0 0,0-1 0 15,0 1 0-15,-3 0 0 0,3-1 0 0,0 4 0 0,0-3 0 16,0 2 0-16,0-2 0 0,0 2 0 0,0-2 0 16,0-1 0-16,0 1 0 0,0 0 0 0,0-1 0 15,0 1 0-15,0 0 0 16,0 2 0-16,-3-2 0 0,3 0 0 0,0 2 0 15,0-2 0-15,0 2 0 16,0-2 0-16,0-1 0 0,0 1 0 0,0 0 0 0,0 0 0 16,0 2 8-16,0-2-8 0,0-1 0 0,0 1 0 0,0 0 8 0,0 0-8 0,0-3 0 15,3 2 0-15,-3 1 0 0,0 0 0 0,0-3 0 16,0 2 0-16,0 1 8 0,0 0-8 0,0-3 0 16,0 3 0-16,3-3 0 0,-3 0 0 0,0 2 0 15,0 1 0-15,0 0 8 0,0-3-8 0,0 3 0 16,0-3 0-16,-3 0 8 0,3 0-8 0,-3 0 0 15,3 3 10-15,-3-3-10 0,0 2 10 0,0 1-10 16,0 0 8-16,3 0-8 0,-3-1 0 0,0 1 9 16,3 0-9-16,-3-1 0 0,0 4 0 0,3-4 0 15,0 6 0-15,-3-5 0 0,0 2 0 0,0-2 0 16,0 3 0-16,3 2 0 0,0-6 0 0,-3 4 0 16,3 2 0-16,0-6 0 0,0 6 0 0,0 0 0 15,-3-2 0-15,3 2 0 0,0 0 0 0,0-6 0 16,0 6 0-16,0 0 0 0,-3-5 0 0,3 5 0 15,-2-3 0-15,2 3 0 0,0 0 0 0,0-5 0 16,0 5 0-16,-3-3 0 0,3 3 0 0,0-5 0 16,0 5 0-16,-3-2 0 0,3 2 0 0,0-6 0 0,0 6 0 15,0 0 0-15,0-2 0 0,0 2 0 16,0 0 0-16,-3-6 0 0,3 6 0 0,0 0 0 0,0-5 0 0,0 5 0 16,0 0 0-16,0 0 0 0,3-3 0 0,-3 3 0 0,0-2 0 0,0 2 0 15,3-3-8-15,-3 3 8 0,3-5 0 0,-3 5 0 16,2-3-11-16,-2 3 3 0,3-2 0 15,0-4 0 1,-3 6-32-16,3-2-5 0,0-1-2 0,-3 3 0 16,6-3-89-16,-6 3-19 0,3-2-3 0</inkml:trace>
  <inkml:trace contextRef="#ctx0" brushRef="#br0" timeOffset="111968.963">21523 6139 938 0,'0'0'40'16,"0"0"-32"-16,0 0 92 0,0 0 18 16,0 0 4-16,0 0 1 15,6 0-21-15,-6 0-4 0,6 0-1 0,0 0 0 16,0 0-17-16,0 0-3 0,0 0-1 0,0 0 0 15,0 0-22-15,3 0-5 0,-3 0-1 0,3 0 0 0,-3 0-16 0,3 0-4 0,0 0-1 0,-1 0 0 16,1 0-4-16,3 0-1 0,0 0 0 0,-3 2 0 16,3-2-4-16,3 0-1 0,-3 3 0 0,0-3 0 15,3 3 0-15,-3-3 0 0,2 0 0 0,-2 0 0 16,0 0-1-16,0 0-1 0,-3 0 0 0,3 0 0 16,0 0-3-16,0 0-1 0,3 0 0 0,-3 0 0 15,2 0 1-15,1 0 1 0,0 0 0 0,0 2 0 16,0-2-1-16,0 0 0 0,0 3 0 0,0 0 0 15,0-3 0-15,-1 2-1 0,1-2 0 0,-3 3 0 16,3 0 2-16,0-3 1 0,0 0 0 0,-3 2 0 16,0-2-5-16,3 3-1 0,-4-1 0 0,1-2 0 15,0 3 0-15,0 0 0 0,0-3 0 0,-3 0 0 16,3 0-8-16,-3-3 12 0,3 3-12 0,-3-3 12 16,3 3-12-16,-1 0 8 0,1 0-8 0,0-2 8 15,-3 2-8-15,3-3 8 0,0 3-8 0,-3-2 8 16,3 2-8-16,0 0 0 0,0 0 9 0,0 0-9 15,0 0 0-15,-1 0 0 0,1 0 0 0,0 0 8 16,0 0-8-16,-3 2 0 0,3-2 0 0,0 0 0 16,0 3 0-16,-3-3 0 0,3 0 0 0,0 0 0 15,-1 2 0-15,-2-2 8 0,3 0-8 0,0 3 0 0,0-3 0 16,-3 0 0-16,3 0 0 0,0 0 8 0,-3 0-8 16,0-3 0-16,3 3 0 0,-3 0 0 0,-1-2 0 0,4 2 0 15,0-3 0-15,-3 3 0 0,3 0 0 0,0-2 0 0,0 2 0 0,0 0 0 16,3-3 0-16,-3 3 0 15,0 0 0-15,2 0 8 0,-2 0-8 16,3 0 0-16,0 0 0 0,0 0 0 0,0 0 0 0,-3 0 0 16,3 0 0-16,0 3 0 0,-4-3 0 0,4 0 0 15,-3 0 0-15,3 0 8 0,-3 0-8 16,0 0 0-16,-3 0 0 0,3 0 0 0,0 0 0 0,-3 0 0 0,2 0 0 0,1 0 0 16,0 0 0-16,-3 0 0 0,3-3 0 0,3 3 8 15,-3 0-8-15,0 0 0 0,3 0 0 0,0 0 0 16,-3 0 0-16,2 0 0 0,1 0 0 0,-3 3 8 15,3-3-8-15,0 0 0 0,0 0 0 0,-3 2 8 16,0-2-8-16,3 3 0 0,-4-1 0 0,1-2 0 16,0 3 0-16,0 0 0 0,0-1 0 0,0-2 0 15,0 3 0-15,0 0 0 0,-3-1 0 0,0-2 0 16,3 3 0-16,-4-3 0 0,1 3 0 0,0-3 8 16,-3 0-8-16,3 2 0 0,0-2 0 0,0 0 8 15,0 0-8-15,0 3 0 0,3-3 0 0,-3 0 8 16,0 3-8-16,3-3 0 0,0 0 0 0,-1 2 8 15,1-2-8-15,-3 0 0 0,3 3 0 0,0 0 0 16,0-3 0-16,0 0 0 0,-3 2 0 0,3 1 8 16,0-3-8-16,-3 0 0 0,2 2 0 0,-2-2 8 15,0 3-8-15,0 0 0 0,0-3 0 0,0 2 0 16,0 1 0-16,0 0 0 0,0-1 0 0,0-2 8 16,0 3-8-16,0-3 0 0,0 3 0 0,-3-3 0 15,0 2 0-15,-1-2 0 0,1 0 0 0,0 3 0 16,0 0 0-16,0-3 9 0,0 0-9 0,0 2 0 0,-3-2 8 0,3 3-8 15,0-3 0-15,0 0 0 0,0 2 0 0,0-2 0 0,0 0 8 16,0 0-8-16,0 0 0 0,0 3 0 16,3-3 0-16,-3 0 0 0,0 3 0 0,3-3 0 0,-4 0 0 0,4 2 0 15,0-2 0-15,-3 0 0 0,3 3 0 0,0-3 0 16,-3 3 0-16,3-3 0 0,0 0 0 0,-3 2 0 16,3-2 8-16,0 0-8 0,-3 3 0 0,3-3 0 15,0 3 10-15,-3-3-2 0,2 0 0 0,1 0 0 16,0 2-8-16,0-2 0 0,0 0 0 15,-3 0-11-15,3 0 11 0,-3 0 0 0,3 0 8 16,0 3-8-16,-3-3 0 0,3 0 0 0,0 3 0 0,-3-3 8 16,3 0-8-16,0 0 0 0,-4 0 0 0,4 2 0 15,0-2 0-15,0 0 0 0,-3 0 0 0,3 0 0 16,-3 0 0-16,0 0 8 0,3 0-8 0,-3 0 0 16,3 0 0-16,0 0 0 0,-3 0 0 0,3 0 8 15,0 0-8-15,0 0 0 0,2 0 0 0,-2 0 0 16,3 0 0-16,-3 0 0 0,3 0 0 0,0 3 0 15,-3-3 0-15,3 0 0 0,-3 0 0 0,3 3 0 16,-3-3 0-16,3 0 0 0,-1 0 0 0,-2 0 8 16,0 0-8-16,3 2 0 0,-3-2 0 0,0 0 0 15,0 3 0-15,0-3 0 0,0 0 0 0,0 0 8 16,0 2-8-16,0-2 0 0,0 0 0 0,-1 3 0 0,1-3 0 0,0 0 0 16,0 0 0-16,-3 0 0 0,3 3 0 0,0-3 0 15,0 0 0-15,-3 0 0 0,3 0 0 0,-3 0 0 0,3 0 0 16,0 0 0-1,-3 0 0-15,3 0 0 0,0 0 0 0,-4 0 0 0,4-3 0 0,0 3 0 16,3-3 0-16,-3 3 0 0,3 0 0 0,-3 0 0 0,0 0 0 16,3 0 0-16,-3-2 0 0,0 2 0 15,3 0 0-15,-3-3 8 0,-1 3-8 0,4-2 0 16,-3 2 0-16,0 0 0 0,0-3 0 0,0 3 9 0,0 0-9 16,0-3 0-16,0 3 8 0,0-2-8 0,-3 2 0 0,0 0 0 15,3-3 0-15,-3 3 8 0,0 0-8 0,0-3 0 16,-1 3 8-16,1-2-8 0,0 2 0 0,0 0 0 15,0 0 8-15,0 0-8 0,0-3 0 0,-3 3 0 16,3 0 0-16,0-3 0 0,-3 3 0 0,-3 0 0 16,6 0 8-16,0 0-8 0,-6 0 0 0,3-2 0 15,3 2 0-15,-6 0 0 0,6 0 0 0,-6 0 0 16,3 0 8-16,-3 0-8 0,6 0 0 0,-6 0 0 16,0 0 0-16,6 0 0 0,-6 0 0 0,6 0 0 15,-6 0 0-15,3-3 0 0,3 3 0 0,-6 0 0 16,6 0 8-16,-3 0-8 0,-3 0 0 0,5 0 0 15,1 0 0-15,-6 0 0 0,3-3 0 0,3 3 0 16,-6 0 0-16,6 0 0 0,-3 0 0 0,-3 0 0 16,6 0 0-16,0 0 0 0,-3 0 0 0,-3 0 0 15,6 0 0-15,-6 0 0 0,6 0 0 0,-3 0 0 16,-3 0 0-16,6 0 0 0,0 0 0 0,-3 0 0 0,-3 0 0 0,6 0 0 16,-6 0 0-16,6 0 0 15,0 0 8-15,-6 0-8 0,3 0 0 0,3-2 0 16,0 2 0-16,-6 0 0 0,3 0 0 0,3 0 0 15,0 0 0-15,-3 0 0 0,-3 0 0 0,6 0 0 16,-4 0 0-16,-2 0 0 0,6 0 0 0,-6 0 0 0,6 0 0 0,-6 0 0 0,3 0 0 0,-3 0 0 16,6 0 0-16,-6 0 0 0,6 0 0 0,-6 0 0 15,3 0 0-15,-3 0 0 0,6 0 0 0,-6 0 0 16,0 0 8-16,0 0-8 0,3 0 0 0,-3 0 0 16,0 0 0-16,0 0 0 0,6 2 0 0,-6-2 0 15,0 0 0-15,0 0 0 0,0 0 0 0,0 0 0 16,0 0 0-16,0 0 0 0,0 0 0 0,0 0 0 15,0 0-12-15,0 0-2 0,0 0-1 0,0 0 0 16,0 0-91-16,0 0-18 0,0 0-4 0</inkml:trace>
  <inkml:trace contextRef="#ctx0" brushRef="#br0" timeOffset="117626.458">8783 6671 1257 0,'0'0'26'0,"0"0"6"0,-6 0-32 0,3 2 0 0,-2 1 0 0,-1-1 0 16,0 4 71-16,3-1 7 0,-3 0 2 0,0 3 0 15,3-2-60-15,-3 2-12 0,3-1-8 0,-3 4 9 16,3-3 44-16,3 3 9 0,-3-1 2 0,0 1 0 16,3-1-52-16,0 1-12 0,0 0 0 0,3-4 0 15,-3 4 0-15,6-3 0 0,-3 0 0 0,3 0 0 16,0 0 0-16,0 0 0 0,3 0 0 0,0-3 0 15,0 0-11-15,-1-2-5 0,1 0 0 0,3 2-1 16,0-5 27-16,-3 0 6 0,3 0 0 0,0 0 1 16,-3 0 34-16,0-3 6 0,0 1 2 0,-3-4 0 15,0 4 4-15,3-4 1 0,-4-2 0 0,1 6 0 16,-3-6 4-16,3 2 0 0,-3-1 1 0,0-1 0 16,0 0-4-16,-3 0-1 0,0 0 0 0,0-3 0 15,0 3 0-15,0-2 0 0,0-4 0 0,-3 1 0 16,0 3-51-16,0-4-13 0,-3-1 0 0,3 1 0 15,-3 4 0-15,1-4 0 0,2 4 0 0,-3-1 0 0,0 3 0 16,-3-2 0-16,3 2 0 0,-3 0 0 0,0 3 9 0,0-1-1 0,-3 1 0 16,0 2 0-16,0 3-20 0,0-2-5 0,0 2-1 0,1-3 0 31,-1 6-98-31,3-3-19 0,-3 2-4 0</inkml:trace>
  <inkml:trace contextRef="#ctx0" brushRef="#br0" timeOffset="118350.82">9641 5803 1579 0,'0'0'32'0,"0"0"10"15,0 0-34-15,0-6-8 0,3 4 0 0,-3 2 0 16,0 0 53-16,0 0 9 0,0 0 2 0,0 0 0 16,0 0 0-16,0 0 0 0,0 0 0 0,0 0 0 15,0 0 0-15,0 0 0 0,0 0 0 0,0 0 0 16,0 0-52-16,0 0-12 0,0 5 0 0,-3 0 0 16,3 3 54-16,0 0 8 0,0 0 2 0,-3 5 0 15,3-2-52-15,-3 2-12 0,0 3 0 0,3-3 0 16,-3 1 0-16,3-1 0 0,0 3 0 0,0-3 0 15,0 0 0-15,0 0 0 0,0 1 0 0,0-1 0 0,0-3 0 16,0 1 0-16,0 2 0 0,3-5 0 16,-3 3-151-16,0-3-33 0,3 0-6 0</inkml:trace>
  <inkml:trace contextRef="#ctx0" brushRef="#br0" timeOffset="119096.902">8926 6536 1337 0,'0'0'56'0,"0"0"-44"16,0 0 41-16,0 0 9 0,0 0 2 0,0-6 0 15,0 1 14-15,0 5 3 0,0-5 1 0,0-1 0 16,0 1-26-16,0 0-6 0,3 0-1 0,-3-1 0 15,0-2-4-15,3 0-1 0,-3 0 0 0,3 1 0 16,-3-1-16-16,3 0-3 0,0 0-1 0,0 0 0 16,3-3-24-16,-3 1 0 0,3-1-12 0,0-2 12 15,0 2 44-15,3-5 16 0,0 0 3 0,3 1 1 16,0-4-64-16,2 1-12 0,1-1-2 0,3 0-1 16,0 4 15-16,3-1 0 0,3 0 0 0,-3 3-9 15,2 2 9-15,-2 0 0 0,0 1 0 0,0-1 0 16,-3 3 0-16,0 0 0 0,-6 3 0 0,2-3 0 15,-2 3-26-15,-3 0-3 0,0-1-1 0,0 1 0 16,-3 0-41-16,0 2-8 0,-3 0-1 0,-3 3-1 16,0 0-38-16,0 0-7 0,0 0-2 0</inkml:trace>
  <inkml:trace contextRef="#ctx0" brushRef="#br0" timeOffset="119529.334">9155 6083 1444 0,'-14'-5'30'0,"8"2"6"0,3 3-28 0,-3-2-8 0,0-4 0 0,0 4 0 16,0-1 68-16,3 0 12 0,-3 1 2 0,0-1 1 16,3 0-21-16,-3 3-4 0,3-2-1 0,3 2 0 15,-6-3 0-15,6 3 0 0,-3-3 0 0,3 3 0 16,0 0-15-16,0 0-3 0,0 0-1 0,0 0 0 15,0 0-15-15,0 0-3 0,0 0-1 0,3 0 0 16,3-2-5-16,3 2-1 0,0 0 0 0,0 0 0 16,3 2 3-16,0-2 0 0,3 0 0 0,-4 0 0 15,4 3-7-15,-3-3-1 0,3 0 0 0,-3 3 0 16,0-1-8-16,0 1 0 0,0-3 9 0,-3 5-9 16,3-2 0-16,-3 0 8 0,-1-1-8 0,1 1 0 15,-3 0 0-15,0-1 0 0,0 1 0 0,0 0-8 16,-3-1 8-16,3 3 14 0,-3-5-3 0,-3 0-1 15,3 6-10-15,-3-6-14 0,6 5 3 0,-6 0 1 16,0-5 10-16,3 6 0 0,-3-1 0 0,0 0 0 16,0-5 24-16,-3 8 6 0,0-3 2 0,0 3 0 15,0-2-21-15,0 2-11 0,0-6 12 0,0 4-12 0,0-1 0 0,3-5 0 16,-3 5 0-16,3-5 0 16,-6 5-34-16,6-5-10 0,0 0-3 0,0 0 0 15,0 0-117-15,0 0-23 0,0 0-5 0</inkml:trace>
  <inkml:trace contextRef="#ctx0" brushRef="#br0" timeOffset="120766.22">17085 5842 1337 0,'0'0'28'0,"0"0"6"0,0 0-34 15,0-5 0-15,3 0 0 0,-3 5 0 0,0-6 58 16,0 4 5-16,0 2 1 0,3-5 0 0,-3 5 0 0,0 0 0 0,0 0 0 0,0 0 0 16,0 0 0-16,0 0 0 0,0 0 0 15,0 0 0-15,0 0 0 0,0 0 0 16,0 0 0-16,0 0 0 0,0 7-52 0,0 1-12 0,0 0 0 16,-3 3 0-16,3-3 54 0,-3 5 8 0,0-2 2 15,0 2 0-15,3-2-52 16,-3 2-12-16,0 0 0 0,0 0 0 15,3 0 0-15,-3-2 0 0,0 0 0 0,3 2 0 0,-3-3 0 0,0 1 0 16,3-3 0-16,-3 3 0 0,3-1 0 0,-3-2 0 0,3 0 0 16,0 3 0-16,0-6 0 0,0 3 0 0,0-3 0 0,0 0 0 15,0-5 0-15,0 8 0 0,0-8 0 0,3 6 0 16,0-1-151-16,-3-5-33 16,3 5-6-16</inkml:trace>
  <inkml:trace contextRef="#ctx0" brushRef="#br0" timeOffset="121604.404">17996 6806 1606 0,'-6'2'33'0,"-3"1"9"0,3-3-34 0,0 2-8 0,0 4 0 0,0-4 0 15,0 4 56-15,0-4 8 0,0 4 3 0,1-1 0 16,2 3-27-16,-3-3-4 0,3 0-2 0,0 3 0 16,-3 0-20-16,3 0-4 15,0-2-1-15,0 1 0 16,3 1-9-16,-3-2 12 0,3 2-12 0,0 0 12 15,0-3-12-15,0 0 8 0,3 0-8 0,0 1 8 0,0-1-8 0,3 0 0 0,-3-2 0 16,3 2 0-16,3-2 10 0,-4 0-10 0,4-3 12 0,0 2-12 16,0 1 30-16,0-3-1 0,3 0 0 0,0-3 0 15,-3 3 4-15,3-2 1 0,0-1 0 0,-3 0 0 16,0 1 1-16,0-4 0 0,-1 4 0 0,-2-4 0 16,-3 1 1-16,3 0 0 0,-3-3 0 0,0 3 0 15,0-3-6-15,-3 0-1 0,0 0 0 0,-3-3 0 16,0 3-11-16,0-2-2 0,0-1-1 0,-3 0 0 15,0 4-15-15,0-4 11 0,-2 0-11 16,-1 1 10-16,3-1-24 0,-3 1-5 0,0-1-1 0,0 0 0 16,-3-2-105-16,0 3-22 0,0-4-4 15</inkml:trace>
  <inkml:trace contextRef="#ctx0" brushRef="#br0" timeOffset="122313.63">17371 5924 1310 0,'0'0'37'0,"3"6"8"16,-3-1-36-16,3-2-9 0,0 2 0 0,0 0 0 15,0-2 54-15,3 2 9 0,-3 0 1 0,3 1 1 16,3-1-1-16,0 0 0 0,-3-2 0 0,2 2 0 16,4 1 0-16,3-1 0 0,0 0 0 0,0 0 0 15,3 1-11-15,0-1-2 0,3 0-1 0,-1 3 0 0,-2-2-22 16,0-1-4-16,3 0 0 0,-3 3-1 0,0-3-12 0,0 1-3 16,-4 2 0-16,1-3 0 15,0 0 5-15,0 0 1 0,-3-2 0 0,0 5 0 16,0-3 15-16,0 1 3 0,-3-4 1 0,3 6 0 15,-4-3-33-15,4 3 0 0,-3-2 0 0,3 2 0 0,-3 0 0 16,-3 2 0-16,3-2 0 0,-6 3 0 0,3-1 0 0,-3 4 0 16,3-1 0-16,-3 0 0 0,-3 3 0 0,3 0 0 15,-3 0 0-15,0 2 0 0,0-2 0 0,0 0 0 0,0 0 0 16,-3-3 0-16,3 0 0 0,0-2 0 0,-3-1 0 0,3 1 0 16,-3-3 0-16,3 0 0 0,-3 0 0 0,3 0 0 15,-3-3 0-15,3-5 0 0,0 0 0 0,0 8 0 16,0-8-147-1,0 0-36-15,0 0-7 0</inkml:trace>
  <inkml:trace contextRef="#ctx0" brushRef="#br0" timeOffset="122750.864">17773 6422 1337 0,'0'0'28'0,"0"0"6"0,0 0-34 16,0 0 0-16,0 0 0 0,0 0 0 15,0 0 109-15,0 0 15 0,0 0 4 0,0 0 0 16,0 0-103-16,0 0-25 0,0 0 0 0,0 0 0 0,0 0 0 0,0 0 0 0,0 0 0 0,0 0 0 15,0 5 56-15,3 0 7 0,-3-5 1 0,3 6 0 16,0-1-52-16,0 0-12 0,0 1 0 0,3-1 0 16,-3 0 0-16,0-2 0 0,3 2 0 0,-4-2 0 15,4 2 0-15,-3-2 0 0,3-1 0 0,0 1 0 16,0 0 0-16,0-1 0 0,0-2 0 0,0 3 0 16,3-3 0-16,-3 3 0 0,0-3 0 0,3 0 0 15,-3 0 32-15,0 0 3 0,3 0 1 0,-3 0 0 16,0-3-16-16,3 3-4 0,-3-3 0 0,-1 1 0 15,4-1-5-15,0 3-2 0,0-5 0 0,0 2 0 16,0 0-9-16,0-2 10 0,0 0-10 0,-3 2 10 16,3-5-10-16,0 3 0 0,-3-3-10 0,3 3 10 15,-3-3-57-15,3 0-6 0,-1 0-1 16</inkml:trace>
  <inkml:trace contextRef="#ctx0" brushRef="#br0" timeOffset="123663.313">20922 6747 1881 0,'-9'0'53'0,"0"0"12"0,0 0-52 0,0 3-13 0,0-3 0 0,0 3 0 15,1-1 42-15,-1 4 6 0,0-4 0 0,0 3 1 16,0 1-29-16,3-1-5 0,0 0-2 0,0 3 0 15,3-2-13-15,-3 2 0 0,3-1 8 0,3-1-8 16,0 2 0-16,0 0 0 0,3-3 0 0,0 3-10 16,0-3 10-16,3 0 0 0,0 1 0 0,3-4-8 15,0 1 8-15,0 0 0 0,0-1 0 0,2-2 0 16,1 0 0-16,0 0 0 0,3 0 12 0,0 0-4 16,0-2 12-16,-3-1 2 0,3 0 1 0,-3-2 0 15,0 0-5-15,-1-1-1 0,-2-1 0 0,3-1 0 16,-3 2 38-16,0-2 7 0,-3 0 2 0,3-2 0 15,-6 2-52-15,3-3-12 0,-3 1 0 0,-3-3 0 16,0-1 54-16,0 1 8 0,-3-3 2 0,-3 3 0 16,3-3-52-16,-3 0-12 0,0 3 0 0,-3 0 0 15,0 0 0-15,-3-1 0 0,3 1 0 0,-2 2 0 16,-4 1 0-16,0 2 0 0,-3 0 0 0,0 0 0 16,0 3 0-16,0-1 0 0,3 1 0 0,-2 3 0 15,2-1-48-15,0 3-13 0,3-3-3 0</inkml:trace>
  <inkml:trace contextRef="#ctx0" brushRef="#br0" timeOffset="124127.621">21863 5586 1675 0,'0'0'35'0,"-6"2"8"0,3 4-35 15,0-1-8-15,0 0 0 0,0 3 0 16,0-3 60-16,0 3 9 0,0 0 3 0,0 0 0 15,0 0-24-15,0 3-5 0,0-3-1 0,0 0 0 0,0 2-22 16,0 1-4-16,0-1 0 0,0 1-1 0,0 0-15 16,0 2 0-16,0-3 0 0,0 4 0 15,0-1 0-15,0 0-8 0,3 0-1 0,-3 1 0 16,3 1-52-16,0-1-11 0,0 2-1 0</inkml:trace>
  <inkml:trace contextRef="#ctx0" brushRef="#br0" timeOffset="124833.823">20839 6538 1337 0,'0'0'28'0,"0"0"6"0,0 0-34 0,0 0 0 0,0 0 0 0,0 0 0 16,0 0 58-16,0 0 5 0,3-2 1 0,3-1 0 16,-3-2-52-16,0-1-12 0,3 1 0 0,-1 0 0 15,-2 0 54-15,3-1 8 0,0-2 2 0,0-2 0 16,0-1 0-16,3 1 0 0,0-4 0 0,-3-2 0 15,3 1-52-15,0-1-12 0,0-3 0 0,3-2 0 16,-3 0 0-16,0 0 0 0,3-3 0 0,-4-3 0 16,4 6 54-16,3-3 8 0,-3 3 2 0,3 0 0 15,-3 3-52-15,3-1-12 0,3 3 0 0,-3 0 0 16,5 3 11-16,-2 0-1 0,0 0 0 0,3 2 0 16,0 3-10-16,0 0 0 0,-1 3 0 0,-2 0 0 15,3-1 0-15,-3 4 0 0,0-1 0 0,0 0 0 16,-3 1 0-16,-3 2 0 0,2 0-12 0,-5 0 12 15,0 0-62-15,0 2-5 0,0-2-1 0,-6 3 0 16,-3-3-157-16,0 0-32 0</inkml:trace>
  <inkml:trace contextRef="#ctx0" brushRef="#br0" timeOffset="125269.126">21202 5932 1451 0,'-12'-10'30'0,"9"7"7"16,0 0-29-16,3 3-8 0,0-5 0 0,0 5 0 15,0 0 81-15,-3-2 15 0,3 2 4 0,0 0 0 16,0 0-36-16,0 0-8 0,6-3 0 0,-3 0-1 15,3 1-12-15,0 2-3 0,0-3 0 0,3 3 0 16,0 0-3-16,0 0-1 0,-1 0 0 0,4 3 0 16,-3-3-1-16,0 2-1 0,3-2 0 0,-3 0 0 15,0 3-8-15,3 0-2 0,-3-1 0 0,3 1 0 16,-3-1-8-16,0 4-3 0,-3-1 0 0,0 0 0 16,-1 1-13-16,1 2 8 0,0-3-8 0,-3 5 0 15,3-2 8-15,-3 0-8 0,0 3 0 0,-3-1 9 0,3 1-9 16,-3 0 0-16,0-1 9 0,0 1-9 15,0-1 0-15,0-2 9 0,0 3-9 0,0 0 0 0,-3-4 11 0,0 1-11 0,0 0 10 16,0 0-10-16,0-2 10 0,-3 1-10 0,3-1 10 0,-3-1-10 16,1 0 9-16,-1 1-9 0,0-4 8 0,0 4-8 15,0-4 0-15,0 4-19 16,6-6 3-16,-3 2 1 16,3-2-40-16,0 0-8 0,0 0-1 0</inkml:trace>
  <inkml:trace contextRef="#ctx0" brushRef="#br1" timeOffset="153625.451">8024 7314 729 0,'0'0'31'0,"0"0"-31"16,0 0 93-16,0 0 13 0,-6 0 2 0,0 0 1 15,6 0-27-15,0 0-6 0,0 0 0 0,-5 0-1 16,5 0-16-16,0 0-3 0,-6 0-1 0,6 0 0 16,0 0-5-16,0 0-1 0,0 0 0 0,0 0 0 15,0 0 11-15,0 0 3 0,0 0 0 0,0 0 0 16,-3 0-10-16,3 0-1 0,0 0-1 0,0 0 0 15,0 0-8-15,0 0-2 0,0 0 0 0,-9 0 0 16,9 0-9-16,0 0-1 0,0 0-1 0,0 0 0 16,0 0-4-16,0 0-1 0,0 0 0 0,0 0 0 15,0 0-4-15,0 0-1 0,0 0 0 0,0 0 0 16,0 0-2-16,0 0-1 0,0 0 0 0,0 0 0 16,0 0-3-16,0 0-1 0,0 0 0 0,0 0 0 15,0 0-13-15,0 0 0 0,0 0 0 0,0 0-10 16,0 0 10-16,6 0 0 0,0 0 0 0,0 2 0 15,-4-2 49-15,4 0 12 0,0 0 3 0,0 0 0 0,-3 0-52 16,3 0-12-16,0 0 0 0,-3 0 0 0,3 0-11 0,0 0-5 0,0 0 0 16,0 0-1-16,0 0 17 0,-3 0 0 0,3 0-8 0,0 0 8 15,0 0 12-15,3 0 5 0,-3 0 2 16,0 0 0 0,0 0-19-16,0 0 0 0,2 0 0 0,-2 0 0 0,3 0 0 0,0 0 0 0,0 0 0 0,0 0 0 15,0 0 0-15,3 0 0 16,0 0 0-16,-3 0 0 0,3 0 0 0,0 0 0 15,0 0 0-15,-1 0 0 16,1 3 0-16,0-3 0 0,0 2 0 0,3-2 0 0,-3 0 0 0,0 3 0 16,3-3 0-16,-3 0 0 0,0 0 0 0,-4 3-11 0,4-3 2 0,-3 0 0 15,3 0 9-15,-3-3 0 0,0 3 0 0,-3 0 8 16,0 0-8-16,3 0 8 0,-3 0-8 0,0 0 8 16,3 0-8-16,-3 0 0 0,0 0 0 0,0 0 8 15,3 0-8-15,-3 0 0 0,-1 0 8 0,4 0-8 16,-3 0 0-16,3 0 9 0,-3 0-9 0,3 0 0 15,0 0 8-15,-3 0-8 0,3 0 0 0,0 0 0 16,-3 0 0-16,3 0 0 0,-3 0 0 0,3 0 0 16,0 0 9-16,0 0-9 0,-1 0 0 0,1 0 9 15,-3 0-9-15,3 0 0 0,0 0 0 0,0 0 0 16,0 0 0-16,0 0 0 0,0 0 0 0,-3 0 8 16,3 0-8-16,0 0 0 0,0 0 0 0,0 0 8 15,-3 0-8-15,2 0 0 0,1 0 0 0,-3 0 0 16,3 0 0-16,-3 0 0 0,3 0 8 0,-3 3-8 15,3-3 0-15,-3 2 0 0,0-2 0 0,0 0 8 16,0 0-8-16,-3 3 0 0,3-3 0 0,0 0 0 16,-3 0 0-16,0 0 0 0,3 0 0 0,-3 0 0 15,0 0 0-15,3 0 0 0,0 0 0 0,-4 0 0 16,4 0 0-16,-3 0 0 0,3 0 0 0,0 0 0 0,-3 0 0 16,3 0 0-16,0 0 0 0,-3 0 0 0,3 0 0 0,0 0 0 0,0 0 0 15,0 0 0-15,0-3 0 0,0 3 0 0,0 0 0 0,0-2 0 16,0 2 0-16,0-3 0 0,3 3 0 15,-3 0 0-15,0-3 0 0,0 3 0 0,2 0 8 0,-2 0-8 16,0 0 0-16,3 0 8 0,0 0-8 0,-3 0 8 16,3 0-8-16,-3-2 0 0,3 2 9 0,0 0-9 15,0 0 0-15,-3 0 8 0,0 0-8 0,3 0 0 16,-3 0 8-16,0 0-8 0,3 0 8 0,-4 0-8 16,1 0 0-16,0 0 8 0,0 0-8 0,0 0 0 15,3 0 0-15,-3 0 8 0,0 0-8 0,3 0 0 16,-3 0 0-16,0 0 0 0,3 0 0 15,-3 0 8-15,0 0-8 0,-3 0 8 0,3 0-8 0,-3 0 8 16,3-3-8-16,0 3 11 0,-3 0-11 0,3-2 12 16,-1 2-4-16,-2 0-8 0,3-3 12 0,-3 3-4 15,0 0 0-15,3 0-8 0,-3 0 12 0,-3 0-4 16,6 0-8-16,-3-3 10 0,0 3-10 0,-3 0 10 16,6 0-10-16,0 0 0 0,-3 0 0 0,-3 0 8 15,6 0-8-15,0 0 0 0,-6 0 0 0,3 0 8 16,-3 0-8-16,6 0 0 0,-6 0 9 0,6 0-9 15,-6 0 0-15,0 0 0 0,6 0 0 0,-6 0 0 16,0 0 0-16,6 0 0 0,-6 0 0 0,0 0 8 0,3 0-8 16,-3 0 0-16,0 0 0 0,0 0 0 0,0 0-13 15,6-2-7-15,-6 2-2 0,0 0 0 16,0 0-121-16,0 0-24 0,0 0-5 0</inkml:trace>
  <inkml:trace contextRef="#ctx0" brushRef="#br1" timeOffset="154697.525">7215 7565 1824 0,'-9'3'76'0,"-3"2"-60"16,3 0 89-16,3 0 19 0,-3 1 3 0,0-1 1 16,3 3-52-16,0 0-9 0,-3-3-3 0,3 3 0 15,0 0-51-15,-3 0-13 0,4 0 0 0,-1 3 0 16,3-4 0-16,-3 4 0 0,3 0 0 0,0-1 0 15,0 1 0-15,0 2 0 0,3 0 0 0,0 0 0 16,0 3 54-16,0 0 8 0,3 0 2 0,0 0 0 16,-3 0-52-16,6 2-12 0,-3-2 0 0,3 3 0 15,0-3-48-15,-1-3-13 0,4 0-3 0,-3 0 0 16,3-2 52-16,3-3 12 0,-3 0 0 0,0-3 0 16,3 0 0-16,-3-2 0 0,3-3 0 0,-3 3 0 15,0-6 0-15,0 0 0 0,-3 1 0 0,2-4 0 16,1 1 24-16,0-5 8 0,0 2 2 0,-3-6 0 15,3 1-3-15,0-3-1 0,0 0 0 0,0-2 0 16,0-1 27-16,0-2 6 0,0 0 1 0,0 3 0 0,0-1 0 16,0-2 0-16,-4 5 0 0,1-3 0 0,0 1-52 15,-3 2-12-15,0 0 0 0,-3 3 0 0,0-3 0 16,-3 0 0-16,0 0 0 0,-3 0 0 0,0 1 54 0,1 1 8 0,-1-2 2 16,-3 6 0-16,0-3-52 0,0 2-12 0,0 0 0 15,0 4 0-15,0 1 0 0,0 1 0 16,0 0 0-16,0 5 0 15,0 0 0-15,0 0 0 0,0 2 0 0,-2 1 0 0,-1 2 0 16,3 3-16-16,-3 0 3 0,0 3 1 0,0-1 2 0,3 1 1 0,0 2 0 16,0 0 0-16,0 1-5 0,0-4-1 0,3 3 0 15,3-2 0-15,0 0 3 0,3 2 0 0,0-5 0 0,3 2 0 16,3-2 2-16,0 3 1 0,3-3 0 0,3 0 0 16,0 2 9-16,0-2-12 0,3 0 12 0,0 0-12 15,0-3 12-15,-1 3 0 0,1-2-9 0,3-1 9 16,-3 0 0-16,3 0 0 0,0-2 0 15,0 2 0-15,0 1 0 0,-1-1 0 0,1 0 0 0,-3 1 0 16,3-1 0-16,-6 3 0 0,3-3 0 0,-3 3 0 16,0 0 0-16,-6 0 0 0,-1 0 0 0,1 2 0 15,-3 1 0-15,-3 0 0 0,0-1 0 0,-3 3 0 16,0-2 0-16,0 2 0 0,-2 0 0 0,-1-2 0 16,0 2 0-16,-3-2 0 0,0-1 0 0,0 1 0 15,-3 0-49-15,3-3-12 16,0-1-3-16,0-1 0 0,0 2 0 0,0-3 0 0,3 0 0 15,-3 1 0-15,3-4-153 0,0 1-31 0</inkml:trace>
  <inkml:trace contextRef="#ctx0" brushRef="#br1" timeOffset="155479.664">8617 7478 1972 0,'-3'-6'41'0,"3"4"9"0,0 2-40 0,0-6-10 0,-3 1 0 0,3 5 0 15,0-5 111-15,0 5 20 0,0-6 4 0,-3 4 1 16,3 2-44-16,0 0-9 0,0 0-2 0,0 0 0 15,0 0-21-15,0 0-4 0,0 0 0 0,0 0-1 16,0 0-37-16,0 0-7 0,0 0-2 0,0 0 0 16,0 8-9-16,-3 0 0 0,3 0 0 0,0 2 0 15,0 1 33-15,0-1 5 0,3 4 1 0,-3-4 0 16,0 3-27-16,3 1-4 0,-3-1-8 0,3-3 11 16,0 4 6-16,-3-1 2 0,3-2 0 0,-3-1 0 15,3 1-19-15,-3-1 0 0,3 1 0 0,-3-3 0 16,3 2 0-16,0 1 0 0,0-3 0 0,-3 0 0 15,3 0 0-15,-3 0 0 0,0 0 0 0,3 0 0 16,-3-3-48-16,3 0-12 0,-3-5-4 0,2 8 0 16,1-5-102-16,-3-3-21 0,3 5-4 0</inkml:trace>
  <inkml:trace contextRef="#ctx0" brushRef="#br1" timeOffset="170057.344">9373 7284 1303 0,'0'0'55'0,"0"0"-44"16,0 0 101-16,0 0 20 0,0 0 4 0,0 0 0 16,0 0-57-16,0 0-12 0,0 0-3 0,0 0 0 15,0 0 0-15,0 0 0 0,0 0 0 0,0 0 0 16,-6 3 0-16,6-3 0 0,0 0 0 0,0 8 0 15,0-8-14-15,-3 5-3 0,3-5-1 0,0 0 0 16,-3 6-22-16,3-6-5 0,0 5-1 0,0-5 0 16,0 5 23-16,0-5 5 0,0 5 1 0,0 3 0 15,0-8-28-15,0 6-6 0,0-1-1 0,0-5 0 16,3 5 0-16,-3 1 0 0,0-1 0 0,3 0 0 16,-3 0-12-16,3 1-8 0,0-1 8 0,-3 0-13 15,0 3 34-15,3-2 7 0,-3 2 2 0,0 2 0 16,3-2-20-16,-3 3-10 0,0-3 10 0,0-1-10 15,0 4 10-15,0-3-10 0,0 3 10 0,0-1-10 16,0 1 10-16,0-3-10 0,0 5 10 0,0-5-10 16,-3 2 9-16,3 1-9 0,0 0 8 0,0-3-8 15,0 2 8-15,0-2-8 0,0 0 0 0,0 0 8 0,0 0-8 0,0 0 8 0,0-3-8 16,0 3 8-16,0 0 0 16,0-3 0-16,0 3 0 0,0 0 0 0,0-3-8 15,0 1 0-15,0 2 0 0,0-3 0 16,0 0 0-16,-3 3 0 0,3-2 0 0,0-1 0 0,-3 0 0 0,3 3 0 0,-3-3 0 15,3 1 0-15,0-6 8 0,-3 5-8 0,3 0 12 0,-3 3-4 16,3-5-8-16,0 2 8 16,-3 0-8-16,3 3 8 0,0-2-8 0,0-1 0 0,0 0 0 15,0 3 8-15,0-3-8 0,0 1 0 0,0-1 0 0,0 3 0 16,0 0 0-16,3-3 0 16,-3 3 0-16,0 0 0 0,0-3 0 0,3 6 0 0,-3-3 8 0,0 0-8 15,0 0 0-15,0 0 0 0,0 0 9 0,0 0-9 16,0-1 0-16,0-1 8 0,0 2-8 0,0-3 0 15,0 0 0-15,3 3 9 0,-3-2-9 0,0-1 0 16,0 0 8-16,3 0-8 0,-3-5 0 0,0 6 0 16,0-1 9-16,0-2-9 0,0-3 0 0,0 5 9 15,0-5-9-15,3 5 0 0,-3-5 0 0,0 5 0 16,0-5 0-16,0 0 0 0,0 0 8 0,0 0-8 16,0 0 0-16,0 0 0 0,0 0 0 0,0 0 0 15,0 0-9-15,6-5-7 0,-3 3-2 0,3-4 0 16,0 1-201-16,0 0-40 0</inkml:trace>
  <inkml:trace contextRef="#ctx0" brushRef="#br1" timeOffset="172085.194">9376 7917 1094 0,'0'0'46'0,"0"0"-37"16,0 0 43-16,0 0 9 0,0 0 2 0,0 0 0 15,0 0 1-15,0 0 1 0,0 0 0 0,0 0 0 16,0 0-1-16,0 0 0 0,0 0 0 0,0 0 0 15,0 0 0-15,0 0-1 0,0 0 0 0,0 0 0 16,0 0 1-16,0 0 1 0,0 0 0 0,0 0 0 16,0 0-52-16,0 0-13 0,0 0 0 0,0 0 0 15,3 2 54-15,-3-2 8 0,3 3 2 0,-3-3 0 16,6 5-32-16,-6-5-7 0,6 0-1 0,-6 0 0 16,6 3 0-16,0 0-1 0,-4-3 0 0,4 2 0 15,0-2-5-15,0 3-1 0,0-3 0 0,3 3 0 16,-3-3-17-16,0 2 0 0,3-2 0 0,0 3 0 15,3 0 0-15,-3-3 0 0,0 2 0 0,3 1 0 16,-3-3 9-16,3 3-9 0,-1-3 0 0,-2 2 9 16,3-2-9-16,0 3 0 0,0-3 9 0,0 2-9 15,0-2 8-15,0 3-8 0,0-3 8 0,-3 0-8 0,3 0 0 16,-4 0-13-16,4 0 1 0,0 0 1 16,-3 0 11-16,3 0 0 0,-3 0 0 0,3 0 0 15,0-3 0-15,0 3 0 0,0 0 0 0,0-2 0 16,-1 2 0-16,1-3 0 0,0 3 0 0,0 0 0 0,3-2 23 0,-3 2 6 0,0 0 2 0,3-3 0 15,-3 3-19-15,3-3-4 0,-4 3-8 0,1 0 12 16,0-2-12-16,0 2 8 0,0-3-8 0,0 0 0 16,0 3 8-16,-3 0-8 0,6-2 0 0,-6 2 0 15,3 0 0-15,-4-3 8 0,4 3-8 0,-3 0 0 16,3-3 0-16,-3 3 0 0,0 0 0 0,0 0 0 16,0-2 8-16,3 2-8 0,-3 0 0 15,0 0 9-15,3-3-9 0,-3 3 0 0,2 0 9 0,1 0-9 16,0 0 8-16,3 0-8 0,0 0 8 0,-3 0-8 15,3 0 8-15,0 0-8 0,0 0 10 0,-1 0-10 16,1 0 12-16,0 0-4 0,0 0-8 0,0 3 12 16,-3-3-12-16,3 2 11 0,0-2-11 0,0 0 10 15,-1 0-10-15,-2 3 0 0,3-3 9 0,0 3-9 16,-3-3 8-16,3 2-8 0,0-2 8 0,0 3-8 16,0 0 8-16,2-1-8 0,1-2 8 0,0 3-8 15,0 0 0-15,0-1 0 0,3-2 0 16,0 3 8-16,-4-1-8 0,1 1 0 0,3-3 8 0,0 5-8 15,-3-2 0-15,0 0 0 0,0-3 0 0,-1 2 8 16,1 4-8-16,0-4 0 0,0 1 0 0,-3 2 8 16,3-2-8-16,0-1 0 0,-1 1 8 0,4 2-8 15,-3-2 8-15,3 0-8 0,0-1 8 0,0 4-8 0,-1-6 0 0,-2 2 9 0,3-2-9 16,0 3 0 0,-3 0 9-16,0-3-9 0,0 2 0 0,-1-2 9 0,1 3-9 15,-3-3 0-15,3 3 0 0,-3-3 8 16,3 0-8-16,-3 2 0 0,-3-2 9 0,2 3-9 0,1-3 0 0,0 2 0 15,0-2 0-15,0 3 8 0,0 0-8 0,0-3 0 0,-3 0 0 16,3 2 0-16,-1-2 0 0,-2 3 8 0,6-3-8 0,-3 3 0 16,-3-3 0-16,0 2 0 0,3-2 0 0,-6 0 8 15,3 3-8-15,-1 0 0 0,-2-3 0 0,3 2 0 16,-3-2 0-16,3 3 0 0,-3-3 0 0,0 3 0 16,3-1 0-16,-3 1 0 0,0-3 0 0,3 3 0 15,-3-1 0-15,0 1 0 0,-1-3 0 0,1 2 0 16,0 1 0-16,0 0 0 0,0-3 0 0,0 2 0 15,0-2 0-15,3 3 0 0,0 0 0 0,-3-1 0 16,3-2 0-16,0 0 0 0,0 3 0 0,-1-3 8 16,1 3-8-16,-3-3 0 0,3 0 0 0,0 0 0 15,-3 2 0-15,3-2 0 0,0 3 0 0,0-3 0 16,0 0 0-16,-3 0 0 0,2 0 0 0,-2 3 0 16,0-3 0-16,3 0 8 0,-3 0-8 0,0 0 0 15,0 2 0-15,0-2 0 0,0 0 0 0,0 0 8 16,0 3-8-16,0-3 0 0,0 0 0 0,0 0 0 15,-1 0 0-15,1 0 8 0,-3 0-8 0,0 0 0 16,3-3 0-16,-3 3 8 0,0-2-8 0,0 2 0 16,0 0 0-16,0-3 0 0,0 3 0 0,0 0 0 15,0 0 0-15,-3-3 0 0,3 3 0 0,0 0 8 0,0 0-8 16,-6 0 0-16,3 0 0 0,3 0 0 0,-6 0 0 0,6-2 0 16,-3 2 0-16,-3 0 0 0,6 0 0 0,-6 0 0 15,0 0 0-15,0 0 8 16,5 0-8-16,-5 0 0 0,3-3 0 0,-3 3 0 0,0 0 0 0,3-3-10 15,-3 3 1-15,3-2 0 16,0-1-75-16,-3 3-16 0,6-3-2 0</inkml:trace>
  <inkml:trace contextRef="#ctx0" brushRef="#br1" timeOffset="173527.549">12114 8089 1075 0,'0'0'45'0,"0"0"-36"31,0 0 100-31,0 0 20 0,0 0 4 0,0 0 1 0,0 0-38 0,0 0-8 0,0 0-2 0,3 2 0 16,-3-2-17-16,6 6-3 0,0-4-1 0,0 1 0 15,-3 0-13-15,3-3-2 0,0 2-1 0,-3 1 0 32,3-3-11-32,0 3-2 0,0-3-1 0,3 0 0 0,-3 2-11 0,0-4-3 0,3 2 0 0,-1 2 0 15,1-2-4-15,3 3-1 0,-3-3 0 0,3 0 0 16,0 0 4-16,0 0 0 0,3 0 0 0,-3 0 0 16,3 0-1-16,-3 0 0 0,2 0 0 0,1 0 0 15,-3 0-6-15,3 0-1 0,0 0 0 0,0 0 0 16,0 0-4-16,0 0 0 0,0 0-8 0,-4 0 12 15,4-3-4-15,-3 3-8 16,0-2 11-16,-3 2-11 0,3-3 15 0,-3 3-4 0,3-3-1 0,0 3 0 16,-3-2 0-16,0 2 0 0,2 0 0 0,-2 0 0 15,0 0-2-15,3 0-8 0,-3 0 12 0,0 0-4 16,3 0-8-16,-3 0 10 0,0 0-10 0,0 0 10 16,3 2-2-16,-3-2-8 0,3 0 12 0,-4 0-4 15,4 3-8-15,-3-3 12 0,3 3-12 0,0-3 12 16,-3 0-12-16,3 2 0 0,0-2 0 0,-3 3 8 15,3-3-8-15,-3 0 8 0,3 3-8 0,-4-3 8 16,4 0-8-16,0 0 8 0,-3 0-8 0,3 0 8 16,-3 0-8-16,0 0 8 0,0 0-8 0,0 0 8 15,0 0-8-15,3-3 10 0,-3 3-10 0,0 0 10 16,-1-3-10-16,1 3 8 0,0-2-8 0,0 2 8 16,3 0 0-16,-3 0-8 0,3 0 12 0,-3 0-4 0,0 0-8 15,0 0 10-15,-3 0-10 0,3 0 10 0,0 0-10 16,0 0 0-16,-1 0 9 0,-2 0-9 0,3 0 8 0,0 0-8 15,0 0 8-15,-3 0-8 0,3 0 8 0,0 0-8 0,-3 0 8 0,3 0-8 16,-3 0 8-16,3 0-8 0,-3 0 8 0,0 0-8 16,0 0 0-16,3 0 0 0,-3-3 0 0,-1 3 8 15,4 0-8-15,-3 0 0 0,0 0 0 0,0 0 8 16,0 0-8-16,0 0 0 0,3 0 8 0,-3 0-8 16,0 0 8-16,0 0-8 0,-3 0 8 15,3 0-8-15,-3 0 0 0,3 0 9 0,-3 0-9 0,-3 0 0 16,6 0 9-16,-3-3-9 0,3 3 0 0,-6 0 9 15,6 0-9-15,-3-2 8 0,3 2-8 0,-6 0 8 16,6 0-8-16,-4 0 0 0,-2 0 9 0,6 0-9 16,-3 0 8-16,-3 0-8 0,6 0 8 0,-6 0-8 15,3 0 0-15,-3 0 9 0,6 0-9 0,-6 0 0 16,0 0 11-16,0 0-11 0,6 0 10 0,-6 0-10 16,3 0 9-16,-3 0-9 0,6 0 8 0,-6 0-8 15,0 0 9-15,0 0-9 0,6 0 10 0,-6 0-10 16,0 0 9-16,0 0-9 0,0 0 8 0,0 0-8 15,0 0 0-15,0 0 8 0,3 0-8 0,-3 0 0 16,0 0 0-16,0 0 8 0,6 2-8 0,-6-2 0 16,0 0 0-16,0 0 0 0,0 0 8 0,6 0-8 15,-6 0 0-15,0 0 0 0,3 0 0 0,-3 0 0 16,0 0 0-16,6 0 0 0,-6 0 0 0,3-2 0 16,-3 2-57-16,6-3-11 0,0 0-1 0</inkml:trace>
  <inkml:trace contextRef="#ctx0" brushRef="#br1" timeOffset="178657.068">13421 7991 1082 0,'0'0'22'0,"0"0"6"0,0 0-28 0,0 0 0 0,-3 3 0 0,3-3 0 15,0 0 60-15,-6 2 5 0,6-2 2 0,0 0 0 16,0 0 35-16,-6 5 7 0,6-5 2 0,0 0 0 15,-3 6-31-15,3-6-7 0,0 0-1 0,-3 5 0 16,3-5-16-16,0 5-3 0,0-5-1 0,0 0 0 16,0 8-24-16,0-8-6 0,0 0-1 0,0 0 0 15,0 6 21-15,0-6 4 0,0 0 1 0,3 5 0 16,-3-5-25-16,3 3-5 0,-3-3-1 0,3 5 0 16,-3-5-16-1,6 0 0-15,-6 0 0 0,6 2 0 0,-3 1 0 0,3 0 0 0,0-3 0 0,-3 2 0 16,3-2 58-16,0 0 5 0,-3 3 1 0,3-3 0 15,0 0-52-15,0 0-12 0,2 0 0 0,-2 0 0 16,3 0 0-16,0 0 0 0,0 0 0 0,0 0 0 16,0 0 0-16,0 0 0 0,3 0 0 0,-3 0 0 15,3 0 0-15,-3 0 0 0,3 0 0 0,0 0 0 16,-1 0 0-16,1 0 0 0,0 0 0 0,0-3 0 16,0 3 54-16,0 3 8 0,-3-3 2 0,3-3 0 15,-3 3-52-15,3 0-12 0,0-2 0 0,-1 2 0 16,1 0 0-16,-3 0 0 0,3 0 0 0,0 0 0 15,0 0 0-15,0 0-12 0,0 0 3 0,3 0 0 16,-3 0 9-16,2 0 0 0,1 0 0 0,0-3 8 16,3 3-8-16,-3-3 8 0,3 3-8 0,-3-2 8 0,3-1-8 15,-4 1 0-15,4-1 0 0,-3 0 0 0,3 3 0 16,-3-2 0-16,0-1 0 0,-3 0 8 16,3 3-8-16,-3-2 0 0,-1 2 8 0,1-3-8 0,0 3 0 15,0-3 0-15,0 3 0 0,0-2 8 0,0 2-8 16,3-3 0-16,-3 0-8 0,3 1 8 0,-1 2 0 15,1-3 0-15,3 3 0 0,-3 0 0 0,3-3 0 16,0 3 0-16,0-2 12 0,0-1-4 0,-1 3-8 0,-2-2 0 16,3 2 0-16,-3-3 0 0,3 3 0 0,-6-3 0 0,3 1 0 0,-3 2 0 15,-1 0 0-15,4-3 0 0,-6 3 0 0,3 3 0 16,0-3 0-16,0 0 0 0,-3 0 0 0,3 0 0 16,0 0 0-16,0-3 0 0,3 3 0 0,-4 0 0 15,4-3 0-15,-3 3 0 0,3 0 0 0,-3 0 0 16,3 0 0-16,-3 0 0 0,0 0 0 0,3 0 0 15,-4-2 0-15,4 2 8 0,-3 0-8 0,0-3 0 16,3 3 0-16,-3-3 0 0,0 3 0 0,0 0 0 16,0 0 0-16,0 0 0 0,0 0 0 0,-1 0 0 15,1-2 0-15,-3 2 0 0,3-3 0 0,-3 3 0 16,0 0 0-16,0 0 0 0,0 0 0 0,3 0 0 16,-3 0 8-16,3 0-8 0,-3 0 10 0,2 0-10 15,-2 0 12-15,3 0-3 0,0 0-1 0,0 0 0 16,0 0-8-16,0 0 10 0,3 0-10 0,0 0 10 15,0 0-10-15,-1 0 0 0,1 0 0 0,0 0 8 16,0 0-8-16,0 0 0 0,0 0 0 0,0 0 0 16,0 0 8-16,0 0-8 0,-4 0 0 0,4 0 8 15,-3 0-8-15,0 0 12 0,0 0-12 0,-3 0 12 16,3 0-12-16,-3 3 8 0,0-3-8 0,0 0 8 0,0 2-8 16,2-2 8-16,-2 0-8 0,3 0 8 15,0 0-8-15,-3 3 0 0,3-3 9 0,0 0-9 0,0 0 8 0,0 0-8 16,3 0 8-16,-3 0-8 0,2 3 8 0,-2-3-8 0,3 0 10 15,0 0-10-15,-3 0 8 0,3 0-8 0,0 0 0 0,0 0 0 16,-3 0 8-16,2 0-8 0,-2 0 0 16,3 0 0-16,-3 0 10 0,0 2-10 0,0-2 10 15,0 0-10-15,0 0 10 0,-3 3-10 0,3-3 10 0,-3 0-10 16,-1 3 9-16,4-3-9 16,-3 0 8-16,3 0-8 0,0 2 9 15,0-2-9-15,0 0 10 0,3 0-10 0,-3 0 8 0,0 0-8 0,3 0 0 0,-4 0 9 16,4 0-9-16,0 0 0 0,0 0 9 0,0 0-9 15,0-2 8-15,0 2-8 0,0 0 10 0,-1 2-10 16,1-2 10-16,0 0-10 0,-3 0 10 0,3 3-10 16,-3-3 9-16,-3 3-9 0,3-3 8 0,-3 0-8 15,3 0 0-15,0 0 8 0,-4 2-8 0,1-2 0 16,0 0 0-16,0 3 8 0,0-3-8 0,0 2 0 16,0-2 0-16,3 0 0 0,-3 3 8 0,0-3-8 15,3 0 0-15,0 3 0 0,-3-3 0 0,2 0 0 16,1 0 0-16,0 0 0 0,0 0 0 0,0 0 0 15,0 0 0-15,3 0 0 0,-3 0 0 0,0 0 0 16,3 0 0-16,-4 0 0 0,1 0 0 0,3 0 0 16,-3 0 0-16,0 0 0 0,0 0 0 0,0 0 0 15,0 0 0-15,-3 0 0 0,0 0 0 0,0 0 0 16,0 0 0-16,-1 0 0 0,1 0 8 0,-3 0-8 0,3 0 0 16,-3 0 0-16,3 0 0 0,-3 0 0 15,0 0 0-15,3 0 0 0,0-3 0 0,-3 3 0 16,3 0 0-16,0 0 0 0,0-3 0 0,3 3 0 15,-4 0 0-15,4 0 0 0,-3 0 0 0,3 0 0 0,0 0 0 0,0 0 0 16,0 0 0-16,-3 0 0 0,3-2 0 0,3 2 0 16,-3-3 0-16,-1 3 0 0,1 0 0 0,0 0 0 0,0 0 0 0,0 0 0 15,0 0 0-15,0 0 0 0,0-2 0 0,0 2 0 16,0 0 0-16,-3 0 0 0,0 0 0 0,-1 0 0 16,1 0 0-16,0 0 0 0,0 0 0 0,-3 0 0 15,0 2 0-15,3-2 0 0,0 0 0 0,-3 0 0 16,3 3 0-16,0-3 0 0,-3 0 0 0,3 0 0 15,0 2 0-15,0-2 0 0,-1 0 0 0,1 0 0 16,0 3 0-16,3-3 0 0,-3 0 0 0,0 0 0 16,3 0 0-16,-3 0 0 0,3 0 0 0,-3 0 0 15,0 0 0-15,0 0 0 0,3 0 0 0,-4 0 0 16,1 0 0-16,3 0 0 0,-3 0 0 0,0 0 0 16,0 0 0-16,0 0 0 0,-3 0 0 0,3 0 0 15,-3 0 0-15,3 0 0 0,-3 0 8 0,0 0-8 16,3 3 0-16,-3-3 0 0,0 0 0 0,-3 0 0 15,2 0 0-15,1 0 8 0,0 0-8 0,-3 0 0 16,3 0 8-16,-3 0-8 0,0 0 0 0,3 2 8 16,-6-2-8-16,3 0 8 0,3 0-8 0,-6 0 8 15,3 3-8-15,3-3 0 0,-6 0 0 0,3 3 8 16,-3-3-8-16,3 0 0 0,3 0 9 0,-6 0-9 16,3 2 0-16,0-2 8 0,3 0-8 0,-6 0 0 0,3 0 8 15,3 0-8-15,-6 0 8 0,3 3-8 0,-3-3 0 16,3 3 9-16,3-3-9 0,-6 0 0 0,3 0 10 15,-3 0-10-15,6 2 8 0,-6-2-8 0,3 0 8 0,-3 0-8 0,6 0 0 16,-6 0 8-16,0 0-8 0,3 3 0 0,-3-3 0 0,0 0 0 16,6 0 0-16,-6 0 8 0,0 0-8 15,2 0 0-15,-2 0 0 0,0 0 0 0,6-3 8 0,-6 3-8 16,0 0 0-16,3 0-9 0,-3 0 9 16,6-2-13-1,-3-4-75-15,0 4-14 0,0-1-3 0</inkml:trace>
  <inkml:trace contextRef="#ctx0" brushRef="#br1" timeOffset="184146.726">17407 7996 747 0,'0'0'15'0,"-1447"0"5"0,2894 0-20 0,-1447 0 0 0,0 0 0 0,0 0 0 32,3 3 37-32,-3-3 3 0,0 0 1 0,0 0 0 15,0 0-41-15,0 0-14 0,6 0 0 0,-6 0 0 16,0 0 62-16,0 0 13 0,0 0 3 0,0 0 0 15,0 0 19-15,0 0 4 0,0 0 1 0,0 0 0 0,0 0 4 0,0 0 0 0,0 0 1 0,0 0 0 16,0 0-13-16,0 0-2 0,3-5-1 0,-3 5 0 16,0 0-14-16,0 0-3 0,3-6-1 0,-3 6 0 15,3-2-9-15,-3 2-2 0,0-6 0 0,0 1 0 16,0 5-2-16,0-5-1 0,0-1 0 0,0 6 0 16,0-5-2-16,0 0-1 0,0 0 0 0,0-1 0 15,-3-2-5-15,3 3-1 0,0 0 0 0,0-1 0 16,0-1-4-16,0 1-2 0,0-2 0 0,0 0 0 15,-3 3-8-15,3-3-2 0,0 0 0 0,0 0 0 16,0 0-4-16,0 0-2 0,0 0 0 0,0 1 0 16,0-1-2-16,0 0 0 0,0 0 0 0,-3 2 0 15,3-2-1-15,0 3-1 0,0-3 0 0,0 3 0 16,0-3-10-16,0 3 12 0,0-1-12 0,0 1 12 16,0-3-12-16,0 3 12 0,0-3-12 0,0 3 12 15,0-1-4-15,0 1 0 0,0-3 0 0,-3 3 0 16,0 0 3-16,3-3 0 0,0 2 0 0,0 1 0 15,-3 0-11-15,3-1 12 0,0 1-12 0,0 0 12 16,-3-3-12-16,3 3 10 0,0-1-10 0,0 1 10 16,0 0-10-16,0-3 0 0,0 3 0 0,0-1 8 15,0 1-8-15,0-3 0 0,0 3 0 0,0-3 0 16,0 0 0-16,0 3 0 0,0-3 8 0,0 0-8 16,0 2 0-16,0-2 0 0,0 1 0 0,0-1 8 0,0 0-8 15,0 0 0-15,0 0 0 0,0 0 8 16,0 0-8-16,0 0 0 0,0-3 0 0,0 6 8 0,0-3-8 15,0 3 0-15,0-3 9 0,0 0-9 0,0 3 0 0,0-1 8 0,3 1-8 16,-3 0 0-16,0 0 0 16,0-1 0-16,0 1 0 0,0 2 8 0,0 3-8 0,0-5 12 15,0 2-4-15,0 3 0 0,0-5-8 0,3 2-8 0,-3-2 8 0,0 0-12 16,0 5 12-16,0 0 0 16,0-3 0-16,0 3 0 0,3-5 0 0,-3 5 0 0,0-3 0 15,0 3 0-15,0 0 0 0,0 0 0 0,0 0 0 16,0 0 0-16,0 0 0 0,0 0 11 0,0 0-11 0,0 0 12 15,0 0-12-15,0 0 0 0,0 0-10 0,0 0 10 16,0 0 0-16,0 0 0 0,0 0 0 0,0 0 0 16,0 0 0-16,0 0-9 0,0 0 9 0,0 0 0 15,0 0-51-15,0 0-5 0,0 0 0 0,6 3-1 16,0 0-108-16,-1-3-22 0,4 2-4 0</inkml:trace>
  <inkml:trace contextRef="#ctx0" brushRef="#br1" timeOffset="186219.853">17371 7388 950 0,'0'0'40'0,"3"-3"-32"15,3 0 75-15,-3 1 15 0,0-1 3 0,3 0 1 16,-3 1-30-16,3-1-7 0,-3 3-1 0,3-3 0 16,0 3-5-16,0-2-2 0,-3-1 0 0,2 3 0 15,1 0 11-15,0-2 3 0,0 2 0 0,0 0 0 16,3 0-57-16,-3 0-14 0,3 0 0 0,0 0 0 16,0 0 47-16,0 0 6 0,0 0 2 0,3 0 0 15,-3 0-37-15,3 0-7 0,2 0-2 0,-2 0 0 16,3 0-9-16,-3 2 0 0,3-2 0 0,0 3 0 15,0-1 25-15,0 1 3 0,-3-3 1 0,2 5 0 16,1-5-15-16,-3 3-3 0,3-3-1 0,0 3 0 16,-3-3-10-16,3 0 12 0,-3 0-12 0,3 0 12 15,-1 0-12-15,1 0 8 0,3-3-8 0,0 3 8 16,0 0 5-16,0 0 1 0,0 0 0 0,0 0 0 16,-1 0-14-16,1 3 0 0,3-3 0 0,-3 0 0 15,0 0 0-15,0 2 0 0,-1-2 0 0,-2 0 0 16,3 3 57-16,-3-3 6 0,0 3 1 0,0-3 0 15,0 0-52-15,0 0-12 0,0-3 0 0,-1 3 0 0,1-3 0 0,3 3 0 16,-3 0 0-16,6 0 0 0,-6 0 0 0,3 0 0 16,-1 0 0-16,1 0 0 0,0 0 0 0,3 0 0 0,-6 0 0 0,3 0 0 15,-3 0 0-15,3 3 0 0,-4 0 0 0,1-1 0 16,3-2 0-16,-3 3 0 0,0 0 0 0,0-3 0 16,-3 0 0-16,3 0 0 0,-4 0 0 15,4 0 0-15,0 0 0 0,0 0 0 16,0 0 0-16,0 0 0 0,0 0 0 0,0 0 0 0,3-3 0 0,-1 3 0 15,-2 0 0-15,3 0 0 0,0 0 0 0,0 3 0 16,0-3 0-16,-3 0 0 0,2 2 0 0,-2 1 0 16,3-3 0-16,-3 3 0 0,0-3 0 0,0 2 0 15,0-2 54-15,0 0 8 0,0 0 2 0,-1 0 0 16,-2 0-52-16,3-2-12 0,0 2 0 0,0-3 0 16,3 0 0-16,-3 3 0 0,3-2 0 0,-1 2 0 15,1-3-11-15,0 3-5 0,0 0 0 0,0 0-1 16,0 0 17-16,0 0 0 0,-1 0 8 0,1 0-8 15,-3 3 12-15,3-3-4 0,-3 2-8 0,3-2 12 16,-3 0-12-16,0 3 0 0,-4-3 0 0,4 0 0 16,0 0 9-16,-3-3-9 0,3 3 8 0,0-2-8 15,0 2 10-15,0-3-10 0,0 0 12 0,2 3-12 16,1-2 8-16,0 2-8 0,3 0 0 0,-3-3 0 16,0 3 8-16,2 0-8 0,-2 0 0 0,0 3 0 15,3-3 8-15,-6 2-8 0,3-2 0 0,0 3 0 16,-3-3 9-16,-1 3-9 0,1-3 0 0,0 0 9 15,0 0-9-15,0 0 0 0,0 0 0 0,0-3 0 16,0 3 8-16,2-3-8 0,1 3 0 0,3 0 8 0,-3 0-8 0,0 0 0 16,0 0 0-16,3 0 0 0,-4 0 0 15,1 3 8-15,0-3-8 0,0 3 0 0,0-3 0 0,0 2 0 0,-3-2 8 0,-1 0-8 16,4 3 0-16,-3-3 0 16,-3 0 0-16,3 0 8 15,0 0-8-15,-3 0 8 0,3-3-8 0,-3 3 8 0,2 0-8 0,1-2 8 0,0 2-8 0,3 0 8 16,-3-3-8-16,0 3 0 0,3-3 0 15,0 3 8-15,-4 0-8 0,1 0 0 0,3 0 9 0,-3 0-9 16,3 0 0-16,-3 0 0 0,0 0 0 0,-3 3 8 16,3-3-8-16,-4 3 0 0,1-3 0 0,0 0 8 15,0 2-8-15,0-2 0 0,0 0 0 0,0 3 8 16,0-3-8-16,0 0 0 0,0-3 0 0,-1 3 0 16,-2 0 0-16,3-2 0 0,-3 2 0 0,3 0 8 15,0-3-8-15,-3 3 0 0,3-3 0 0,3 3 0 16,-3 0 0-16,0-2 0 0,0 2 8 0,-1 0-8 15,-2 0 0-15,3 0 0 0,0 0 0 0,-3 0 0 16,0 0 0-16,3 0 8 0,-3 0-8 0,3 0 0 16,-3 0 0-16,0 0 0 0,0 0 0 0,-3 0 8 15,2 0-8-15,1 0 0 0,-3 0 0 0,3 0 0 16,0 0 0-16,0 0 0 0,0 0 0 0,-3 0 0 16,3 0 0-16,0 0 8 0,-3 0-8 0,3 0 0 15,-3 0 0-15,3-3 0 0,-3 3 0 0,3-3 0 16,-4 3 0-16,4 0 0 0,-3-2 0 0,3-1 0 15,-3 3 0-15,3-3 0 0,0 3 0 0,0-2 0 16,0 2 0-16,0-3 0 0,0 3 0 0,0 0 0 0,0-3 0 16,0 3 0-16,0-2 0 0,-1 2 0 0,1 0 0 0,0 0 0 0,0 0 0 15,0 0 8-15,-3 0-8 0,3 0 0 0,0 0 0 0,0 0 0 16,-3 0 0-16,3 0 0 0,0 0 0 0,-3 0 0 16,3 0 0-16,-3 0 0 15,0 0 0-15,-1 0 0 16,1 0 0-16,0 0 0 0,0 0 0 0,0 0 8 0,0 2-8 0,0-2 0 15,0 0 8-15,0 0-8 0,-3 3 0 0,3-3 0 0,0 0 0 0,0 0 8 16,-3 0-8-16,3 3 0 0,0-3 0 16,0 0 8-16,0 0-8 0,-3 0 0 0,3 0 0 0,0 0 0 15,-3 0 0-15,-3 0 0 0,6 0 0 0,-1 0 8 16,-2 0-8-16,3 0 0 0,-6 0 8 0,3 0-8 16,3 0 0-16,0 0 8 0,-3 0-8 0,3 0 0 15,-3 0 0-15,0 0 8 0,3 0-8 0,-6 0 0 16,3 0 8-16,-3 0-8 0,6-3 8 0,0 3-8 15,-6 0 0-15,6 0 9 0,-3-3-9 0,3 3 0 16,-6 0 11-16,6 0-11 0,-6 0 10 0,3 0-10 16,3 0 8-16,-6 0-8 0,6 0 0 0,-6 0 0 15,3 0 8-15,-3 0-8 0,6 0 0 0,-6 0 9 16,6 0-9-16,-6 0 0 0,3 0 0 0,3 0 8 16,-6 0-8-16,3 0 0 0,0 0 0 0,-3 0 0 15,0 0 0-15,5 0 8 0,-5 0-8 0,0 0 0 16,0 0 0-16,3 0 0 0,-3 0 0 0,0 0 0 15,0 0 0-15,0 0 8 0,3 0-8 0,-3 0 0 0,0 0 0 0,0 0 0 0,0 0 0 0,0 0 0 32,0 0-65-32,0 0-15 0,0 0-4 0</inkml:trace>
  <inkml:trace contextRef="#ctx0" brushRef="#br1" timeOffset="190923.112">21497 7335 851 0,'0'0'36'15,"0"0"-36"1,-6-3 109-16,6 3 15 0,-3 0 4 0,3 0 0 16,-6-3-52-16,6 3-9 0,0 0-3 0,-6 0 0 15,6 0 0-15,0 0 0 0,0 0 0 0,-6 0 0 0,6 0 0 0,0 0 0 0,0 0 0 16,0 0 0-16,-6 3 0 0,6-3 0 15,0 0 0-15,0 0 0 16,-3 3 0-16,3-3 0 0,0 0 0 0,-6 2 0 0,6-2 0 16,-3 6 0-16,3-6 0 0,-3 5 0 0,3-5-51 0,-3 5-13 15,0 1 0-15,3 1 0 0,-3-1 0 16,3-1 0-16,0 0 0 0,0 3 0 0,0-2 54 0,3 2 8 0,-3-1 2 0,0-1 0 31,0 2-52-31,3 0-12 0,-3 0 0 0,0 2 0 0,3-2 0 0,-3 3 0 16,0-3 0-16,3 5 0 0,-3-5 0 0,0 2 0 0,3 1 0 0,-3 0 0 15,0-4 0-15,0 4 0 0,0 0 0 0,0-3 0 16,0 2 0-16,3-2 0 0,-3 3 0 0,0-3 0 16,0 0 0-16,0 2 0 0,0-2 0 0,0 0 0 15,0 0 0-15,0 0 0 0,0 0 0 0,0 2 0 16,-3-2 32-16,3 0 4 0,0 0 1 0,-3 0 0 16,3 0-8-16,-3 0-1 0,3 0-1 0,-3 0 0 15,3 0-42-15,0 0-8 0,-3 0-1 0,3 0-1 16,0 2 40-16,0-2 8 0,0 0 1 0,0 3 1 15,-3-1-25-15,3 1 0 0,0-1 0 0,0 1 0 16,-3 0 0-16,3-1 0 0,0 1 0 0,0-1 0 16,0 1 0-16,0 0 0 0,0-1 0 0,0 3 0 15,0-2 0-15,0 0 0 0,0-4 0 0,0 1 0 16,0 3 0-16,0 0 0 0,0-4 0 0,0 1 0 16,0 0 0-16,0 0 0 0,0-2 0 0,0 2 0 15,0-1 0-15,0 1 0 0,0 0 0 0,0-2 0 16,0 2 0-16,0-3 0 0,0 0 0 0,0 0 0 0,0-5 0 15,0 8 0-15,0-8 0 0,3 6 0 0,-3-1 0 0,0-5 0 16,0 5 0-16,0-5 0 0,0 6 0 0,0-6 0 16,0 0 0-16,3 5 0 0,-3-5 0 0,0 5 0 0,0-5 0 0,0 0 0 15,0 5 0-15,0-5 0 0,0 0 0 0,0 0 0 16,0 0 0-16,0 0 0 0,3 6 0 0,-3-6 0 16,0 0-9-16,0 0-7 0,0 0-2 0,0 0 0 31,0 5-74-31,0-5-14 0,0 0-3 0</inkml:trace>
  <inkml:trace contextRef="#ctx0" brushRef="#br1" timeOffset="192934.676">21452 8129 1337 0,'0'0'28'0,"0"0"6"0,0 0-34 16,0 0 0-16,0 0 0 0,0 0 0 0,0 0 44 0,0 0 3 0,0 0 0 15,-3 5 0-15,3-5 26 0,0 0 6 0,0 0 1 0,0 0 0 16,0 0-12-16,0 2-3 0,0-2 0 0,0 0 0 15,0 0-1-15,3 6 0 0,-3-6 0 0,3 5 0 16,-3-5 0-16,3 5 0 0,0-2 0 0,0 0 0 16,3-1-51-16,0 1-13 0,0 0 0 0,0-3 0 15,0 2 0-15,2-2 0 0,-2 3 0 0,3-3 0 16,3 2 20-16,0 1 0 0,0 0 1 0,3-3 0 16,-3 2-13-16,3 1-8 0,3 0 10 0,-4-3-10 15,4 2 8-15,0 1-8 0,-3 0 0 16,3-3 0-16,0 2 35 0,-3-2 1 0,3 3 0 0,-1-3 0 15,-2 0-36-15,0 0 0 0,0 0 0 0,0 0 0 16,0-3 0-16,0 3 0 0,3-2 0 0,-4 2 0 16,1 0 0-16,-3-3 0 0,3 3 0 0,0 0 0 15,0 0-17-15,3 0-11 0,-3 0-1 0,0 0-1 16,-1 0 30-16,1 0 0 0,0 0 0 0,3 0 0 16,-3 0 0-16,3 3 0 0,-3-3 0 0,0 2 0 15,-1 1 0-15,1-3 0 0,3 0 8 0,-6 0-8 16,3 0 15-16,0 0-4 0,0 0-1 0,-3 0 0 15,2 0-2-15,1 0 0 0,3 0 0 0,-3 3 0 16,3-3-8-16,0 0 0 0,0 0 0 0,0 2 0 0,-1-2 0 16,1 3 8-16,0-3-8 0,0 3 0 0,0-3 0 15,-3 2 0-15,3 1 8 0,-1-1-8 0,-2-2 0 0,0 3 0 0,0-3 9 0,3 0-9 16,-6 0 8-16,3 0-8 0,0 0 10 0,-3 0-10 16,2 0 9-1,1 0-9-15,0-3 8 0,3 3-8 16,-3 0 12-16,3 0-2 0,-3 0-1 0,3 0 0 0,-1 0 2 0,-2 3 0 15,6-3 0-15,-3 0 0 0,0 3 0 0,0-3 0 0,0 2 0 0,-1 1 0 16,1-3-3-16,0 3-8 0,0-3 12 0,0 0-4 16,0 2-8-16,-3-2 12 0,2 0-12 15,1 0 12-15,-3 0-12 0,3 0 12 0,3 0-12 0,-3 3 12 16,0-3-2-16,-1 0 0 0,4 3 0 0,-3-3 0 16,0 0-10-16,0 2 12 0,0 1-12 0,0 0 12 15,-1-3-3-15,1 2 0 0,0 1 0 0,-3 0 0 16,3-3-1-16,-3 2 0 0,3-2 0 0,-3 0 0 15,-1 0 0-15,1 0-8 0,0 0 12 0,3 0-4 16,-3 0 0-16,0 0 0 0,0 0 0 0,3 0 0 16,-1 0-8-16,1 3 12 0,-3-3-12 0,3 0 12 15,0 0-12-15,-3 2 10 0,3-2-10 0,-1 3 10 16,1-3-10-16,-3 3 0 0,3-3 0 0,-3 2 8 16,0 1-8-16,0-3 0 0,0 3 0 0,0-3 0 15,-4 2 0-15,1-2 8 0,0 3-8 0,0-3 0 16,3 0 0-16,-3 3 0 0,3-3 0 0,-3 0 0 15,3 0 0-15,-1 2 0 0,1-2 0 0,0 0 0 0,0 3 0 0,0-3 8 0,0 0-8 16,0 3 0-16,0-3 0 0,0 2 8 16,-1-2-8-16,1 3 0 0,0-3 8 0,-3 2-8 0,3 1 0 0,-3-3 8 15,0 3-8-15,0-3 8 0,0 2-8 0,-3 1 8 16,2 0-8 0,-2-3 12-16,3 0-12 0,-3 2 12 0,3 1-12 0,-3-3 10 15,0 0-10-15,3 3 10 16,-3-3-10-16,0 2 8 0,0-2-8 0,0 3 8 0,3-3-8 0,-4 0 0 15,4 3 9-15,-3-3-9 0,0 2 8 0,3-2-8 0,-3 0 8 0,3 3-8 16,-3-3 0-16,3 0 9 0,0 3-9 0,0-3 0 16,-3 2 9-16,-1-2-9 0,4 0 0 0,-3 3 9 15,0-3-9-15,0 0 8 0,0 0-8 0,0 2 8 16,0-2-8-16,-3 3 12 0,6-3-12 0,-6 0 12 16,3 0-12-16,0 0 8 0,0 0-8 0,-1 0 8 15,1 0-8-15,0 0 0 0,0 0 9 0,0 0-9 16,0 0 0-16,-3 0 8 0,6 0-8 0,-6 0 0 15,3 0 0-15,0 0 0 0,0 0 0 0,-3 0 8 16,3-3-8-16,0 3 0 0,-1-2 8 0,1 2-8 16,0 0 8-16,0 0-8 0,3 0 8 0,-3 0-8 15,0-3 0-15,0 3 9 0,3-2-9 0,-3 2 0 16,0 0 8-16,3-3-8 0,-3 3 0 0,-1 0 0 16,4 0 9-16,-3 0-9 0,3 0 0 0,-3 0 9 15,0 0-9-15,-3 0 0 0,3-3 0 0,0 3 0 16,-3 0 0-16,0 0 8 0,3 0-8 0,-3 0 0 15,0 0 0-15,3 0 8 0,-3 0-8 0,-1 0 0 16,1 0 0-16,0-2 0 0,0 2 8 0,0 0-8 16,0 0 0-16,0 0 0 0,0 0 0 0,-3 0 0 0,3 0 0 0,0 0 0 15,-3 0 8-15,3 0-8 0,-3 0 0 0,3 0 0 16,0 0 0-16,-6 0 0 0,3 0 0 0,3 0 0 16,0 0 0-16,-6 0 0 15,6 0 0-15,-3 0 0 0,3 0 0 0,-6 0 0 0,6 0 0 16,-3 0 0-16,-3 0 8 0,6-3-8 0,-4 3 0 0,4 0 0 0,-3 0 0 15,-3 0 0-15,6 0 0 0,-3 0 0 0,3 0 0 0,-6 0 0 16,6 0 0-16,-3 0 0 0,-3 0 0 0,6 0 0 16,-3 0 0-16,-3 0 0 0,6 0 0 0,-3 0 0 15,0 0 0-15,3 0 0 0,-3 0 0 0,0 0 0 16,3 0 0-16,-3 0 0 0,3 0 0 0,0 0 0 16,-3 0 0-16,3 0-14 15,0 0 3-15,-3 0 1 16,3 0-14-16,0 0-2 0,-3 0-1 0,3-3 0 0,-1 1-28 0,-2 2-5 0,3-3-2 15</inkml:trace>
  <inkml:trace contextRef="#ctx0" brushRef="#br1" timeOffset="-196638.893">10950 12944 1364 0,'0'0'63'0,"0"0"-63"0,0 0 0 0,0 0 0 0,0 0 0 16,0 0 104-16,0 0 13 0,0 0 3 0,-6 3 1 16,6-3-58-16,-6 3-12 0,3 2-3 0,-2-3 0 15,5-2 3-15,-3 6 0 0,-3-1 0 0,0 0 0 16,0 1-18-16,3 2-3 0,-3-1-1 0,0 1 0 15,3 0-1-15,-3 0-1 0,0 0 0 0,0 0 0 16,3 0-14-16,-3 0-2 0,3 0-1 0,0 3 0 16,0-3-10-16,0-1 0 0,0 4 0 0,3-3 0 15,0 3 0-15,0-3 0 0,3-1 0 0,0 4 0 0,0-3 0 16,0 0 0-16,0-3 0 0,0 3 0 16,3 0-10-16,0-3 10 0,0 1 0 0,-3-1-9 15,3-2-18-15,0-1-3 0,0 1-1 0,0-3 0 0,3 3 31 0,-3-3 0 16,0-3 0-16,2 3 0 0,-2-3 0 0,3 1 0 0,0-4 0 15,-3 1 0-15,3 0 0 0,-3-1 0 0,0 1 0 16,0-3 0-16,0 0 0 0,0 0 0 0,0 3 0 0,-3-3 0 16,3 0 9-16,-3-2 8 0,0 2 2 0,-3 0 0 15,3 0-19-15,-3 0 8 0,0 0-8 0,0 0 0 16,0 0 18-16,-3 0-3 0,0 0-1 16,0 0 0-16,-3-2 8 0,3 2 2 15,-3 0 0-15,0-3 0 0,0 3-16 0,0 0-8 0,0 0 8 16,0 0-8-16,0 0 0 0,0 3 0 0,0 0 0 0,-3 0 0 15,3 2 0-15,-3-2 0 0,4 2 0 0,-1 0 0 16,0 1 0-16,0-1 0 0,0-2 0 0,0 2 0 16,0 0-116-16,0-2-27 0,0 3-5 0</inkml:trace>
  <inkml:trace contextRef="#ctx0" brushRef="#br1" timeOffset="-195909.257">10956 12987 1212 0,'0'0'56'0,"0"0"-56"0,0 0 0 0,0 0 0 0,0 0 0 15,0 0 54-15,0 0 5 0,0 0 1 0,0 0 0 16,0 0-19-16,0 0-3 0,0 0-1 0,0 0 0 16,0 0 21-16,0 0 4 0,0 0 1 0,0 0 0 15,0 0-9-15,-6-3-2 0,3-2 0 0,3 5 0 16,-3-6-31-16,0 4-6 0,0-4-2 0,0 1 0 15,3 0 35-15,-2-3 6 0,2 0 2 0,-3-3 0 16,3 1-31-16,0-3-5 0,-3-3-2 0,3 0 0 16,0-5-18-16,0-1-12 0,0-1 1 0,0-4 1 15,0-2 34-15,3 5 6 0,-3-2 2 0,0-1 0 16,0 1 0-16,-3-1 0 0,3-2 0 0,-3 3 0 16,3-1 25-16,-3 1 6 0,3-1 1 0,-3 1 0 0,0 0-64 15,0-1-15-15,0 1-1 0,0 2-1 0,0 0 17 0,0 3 16 16,0 2-4-16,0 1 0 0,0 2-12 0,0 0 11 0,0 0-11 15,0 3 10-15,0 0-10 0,0 2 12 0,3 1-12 16,-3-4 12-16,0 6-12 0,0 0 8 16,3 0-8-16,-3 1 8 0,3-1-8 0,-3 2 0 0,3-2 0 15,-3 3 0-15,3-3 0 0,-3 3 0 0,3 0 0 16,0-1 0-16,0 1 0 0,0 0 8 16,0-1-8-16,0 4 0 0,0-4 0 0,0 4 0 15,0-3 0-15,0 5 0 0,0-3 0 0,0 3 0 0,0-5 0 0,0 5 0 16,0 0-28-1,0-6 1-15,3 4 1 0,-3 2 0 16,0 0-34-16,0-3-8 0,0 3 0 0,0 0-1 16,0 0-161-16,0 0-32 0</inkml:trace>
  <inkml:trace contextRef="#ctx0" brushRef="#br1" timeOffset="-194727.399">10876 16085 1299 0,'-6'8'55'15,"3"0"-44"1,-3-3 67-16,3 0 14 0,0 3 2 0,0-2 1 16,0-1-37-16,0 0-7 0,3 1-2 0,-3-1 0 15,3 0-29-15,0 3-7 0,3-3-1 0,-3 1 0 16,3-1-12-16,0 3 0 0,0-3 0 0,3 1 0 16,0 1-12-16,-3-1-4 0,3 2-2 0,3 0 0 15,-3 0 18-15,3 2-12 0,-3-2 12 0,3 0-10 16,0 3-39-16,0-1-8 0,-1 1-2 0,4-3 0 15,0 0-4-15,-3-3-1 0,3 0 0 0,0-2 0 16,0 0 0-16,0-3-1 0,0-3 0 0,0 3 0 0,0-3 33 0,-1-2 6 0,1 0 2 16,0-1 0-16,0-2 24 0,-3 0 0 0,3 1 0 0,-3-4 0 15,0 3 15-15,0-3 8 0,-3 1 1 0,3-1 1 16,-3 1 66-16,0-4 13 0,-3 1 2 0,0 0 1 16,0 0-22-16,-3-3-4 0,0 0-1 15,0 0 0-15,-3-2-8 0,0 2-3 0,0-5 0 0,-3 2 0 16,-3 3 4-16,0 0 1 0,0 0 0 0,-3 3 0 15,3 0-34-15,-3 2-6 0,-3 3-2 0,3 0 0 16,-3 3-12-16,1 3-4 0,2-4 0 0,-3 6 0 16,0 0-8-16,3 0-8 0,-3 3 12 0,3 2-12 15,0 0 0-15,-3 3 0 0,6 0 0 0,1 0 0 16,-1 6-134-16,0-4-34 16,0 3-6-16</inkml:trace>
  <inkml:trace contextRef="#ctx0" brushRef="#br1" timeOffset="-193977.019">10995 16302 1758 0,'-9'21'82'16,"6"-13"-73"-16,3 0-9 0,-3-3 0 0,0 6 0 15,0 0 95-15,3-1 17 0,-3 1 3 0,0 2 1 16,0 0-39-16,3 6-7 0,-3-3-2 0,0 2 0 16,3 1-34-16,-3-4-7 0,3 7-2 0,-3-4 0 15,3 3 22-15,0-2 4 0,0-1 1 0,0 4 0 16,0 1-32-16,3 1-7 0,-3 0-1 0,3 5 0 0,-3 3-12 15,0 2 0-15,3 1 0 0,-3 2 0 0,0 0 0 0,3-3 0 16,0 0 0-16,0 1 0 0,-3-3 0 0,0-1 0 0,3-1 0 16,-3 1 0-16,3 1 0 0,-3 0 0 0,3 0 0 0,0 2 0 15,-3-2 0-15,3-3 0 16,0-3 0-16,-3 1 0 0,3-1 0 16,0-5 0-16,0-2 0 0,-3 2 0 0,3-2 0 15,0-1 0-15,-3-2 0 0,3 2 0 16,-3-2 0-16,3 0 0 0,-3 0 0 0,0 0 0 0,3-3 0 0,-3 0 0 0,0-2 0 15,0 2 0-15,0-2 0 0,0-1 0 0,0 1 0 0,0-3 0 16,0 0 0-16,0-3 0 0,0 0 0 0,0-5 0 16,0 0 0-16,0 0 0 0,0 0 0 0,0 0 0 15,0 0 0-15,0 0 0 0,0 0 0 0,0 0 0 16,0 0-120-16,0-5-26 0,0-3-6 16</inkml:trace>
  <inkml:trace contextRef="#ctx0" brushRef="#br1" timeOffset="-190135.873">9673 11478 1989 0,'0'0'56'0,"0"0"13"0,-6-2-55 0,6 2-14 0,0 0 0 0,-5-3 0 15,-1 3 63-15,6 0 9 0,-6 0 3 0,0 0 0 16,0 0-9-16,6 0-2 0,-3 3 0 0,-3 2 0 16,0 0 0-16,0 1 0 0,0 2 0 0,0-1 0 15,0 1-51-15,0 3-13 0,3 0 0 0,-3 2 0 16,-3 0 0-16,6 3 0 0,0 0 0 0,-3 2 0 15,3-2 0-15,0 0 0 0,0-3 0 0,0 3 0 16,3-3 0-16,0 3 0 0,0-3 0 0,0 1 0 16,0-4 0-16,3 4 0 0,-3-4 0 0,3 1 0 15,0-3 0-15,-3 0 0 0,3 0 0 0,0-3 0 16,-3 0 0-16,0-5 0 0,0 0 0 0,0 0 0 16,0 0 0-16,0 0 0 0,0 0 0 0,0 0 0 15,6-5-48-15,-3 2-13 0,0-5-3 16,3 0 0-16,-3-2 103 0,0-4 20 0,0 4 4 0,-3-6 1 15,3 3-52-15,0-3-12 0,0 0 0 0,-3-3 0 16,3 1 0-16,-3-3 0 0,3 0 0 0,0-1 0 16,0 1 0-16,-3-3 0 0,3 3 0 0,0 0 0 15,-3 3 0-15,3 2 0 0,0 0 0 0,3 0 0 16,-3 3 0-16,3 0 0 0,0-1 0 0,0 4 0 0,0 2 54 16,-1 0 8-16,1 0 2 0,0 3 0 15,3 2-64-15,0-2-18 0,-3 5-1 0,3-3 0 0,0 3 31 16,3 3 5-16,-3-3 2 0,3 2 0 0,0 1-29 0,-3 2-6 0,3-2 0 15,-1 5-1-15,-2-3 17 0,0 3 0 0,0-3 0 0,-3 3 0 16,3 0 0-16,-3 0 9 0,-3 0-1 0,3 0 0 16,-6 0 1-16,3 3 0 0,-3-3 0 15,-3-1 0-15,3 4-9 16,-3-3 0-16,-3 3 0 0,0-1 0 0,0-2 0 16,-3 0 0-16,3 3 0 0,-3-3 0 15,-3-1-20-15,4 1-5 0,-4 0-2 0,3 0 0 16,-3-2-8-16,3-4-1 0,0 4-1 0,0-4 0 0,-3 1 37 0,3-1 0 0,3-2 0 0,-3 0 0 15,0-2-59-15,3-1-4 0,0 1-1 16,0-6 0-16,4 2 0 0,-1-4 0 0,0-1 0 0,3 1 0 16,3-4-148-16,2 1-29 0,1 0-7 0</inkml:trace>
  <inkml:trace contextRef="#ctx0" brushRef="#br1" timeOffset="-189763.781">9917 11375 1387 0,'3'8'58'16,"0"-3"-46"-1,-3 3 82-15,3-2 17 0,0-1 3 0,-3 3 1 16,3-3-41-16,-3 0-8 0,3 3-2 0,0-2 0 0,-3 2 52 0,3-3 9 16,0 3 3-16,3-3 0 15,-3 3-103-15,3-3-25 0,-3 3 0 0,3-2 0 16,0-1 56-16,0 3 7 0,0-3 1 0,0 0 0 16,0 3-52-16,3-2-12 0,-3-1 0 0,0 0 0 15,0 0 0-15,0 1 0 0,0-1 0 0,0 0 0 0,-1 1 0 16,-2-1 0-16,3 0 0 0,-3 1 0 15,0 1-21-15,-3-1-7 0,3-1-2 0,-3 0 0 16,0 1-3-16,0-1-1 0,0 0 0 0,-3 1 0 0,0-1 34 0,0 0 0 16,3-5 0-16,-6 5 0 0,0 1 0 0,6-6 0 0,-5 2 0 0,5-2 0 15,0 0 0-15,-6 0 0 0,6 0 0 0,0 0 0 16,-3-2 21-16,0-4 11 0,0 1 3 16,3-3 0-16,0 0-24 0,3-2-11 15,0-1 10-15,0 0-10 0,3-4 0 0,2 1 8 0,-2-2-8 16,3-2 0-16,0 2 0 0,0 3 8 0,0-3-8 0,0 0 0 15,0 3 22-15,3 0-2 0,0-1 0 0,-3 4 0 16,3 2-67-16,0-3-13 0,-4 3-4 0,4 3 0 16,-3 0-170-16,-3 2-34 0</inkml:trace>
  <inkml:trace contextRef="#ctx0" brushRef="#br1" timeOffset="-188686.301">10331 11547 1824 0,'9'-8'38'0,"-3"0"8"0,3-2-37 0,0 2-9 0,-3-3 0 0,3 3 0 16,-3 0 104-16,0 0 20 0,-3 0 3 0,3 3 1 15,-3 0 0-15,-3 0 0 0,3-1 0 16,-3 6 0-16,0 0-103 0,0 0-25 0,0 0 0 0,-3-2 0 15,3 2 0-15,-6-3 0 0,0 3 0 0,-3 0 0 16,3 0 56-16,-3 5 7 0,3-2 1 0,-3 2 0 16,0 3-52-16,0-3-12 0,0 3 0 0,0 3 0 31,0-3-48-31,3 2-13 0,1 1-3 0,-1 2 0 16,3-2 52-16,0-1 12 0,0 1 0 0,3 0 0 15,0-1-54-15,3-2-8 0,0 0-2 0,3 0 0 16,0-3-51-16,-1 1-10 0,4-4-3 0,0 1 0 0,0 0 0 15,3-6 0-15,-3 3 0 0,3-3 0 0,0-2 52 0,0 0 9 16,0-1 3-16,3 1 0 0,-4-3 102 0,4 0 21 0,-3 0 4 0,0-2 1 16,0 2 51-16,-3-3 10 0,0 3 3 0,0 0 0 15,0-2-52-15,-3 2-9 0,0-3-3 0,0 3 0 16,0-2 2-16,-3 2 0 0,3-3 0 0,-3 3 0 16,0 0-3-16,-1 3-1 0,-2-3 0 15,3 3 0-15,-3-1-50 0,-3 1-12 0,3 2 0 0,0 3 0 16,0 0 54-16,0 0 8 0,0 0 2 0,0 0 0 15,0 0-52-15,0 0-12 0,0 0 0 0,0 0 0 16,0 0 0-16,-2 6 0 0,-1-1 0 0,3 3 0 16,0 0 0-16,3 0 0 0,-1 0 0 0,1 2 0 15,0-2 0-15,3 3 0 0,-3-3 0 0,3 5 0 16,0-5 0-16,-3 5 0 0,3-2 0 0,0-1 0 16,-3 1 0-16,0-3 0 0,3 3 0 0,-3-4 0 15,0 1-48-15,-3 0-13 0,3-2-3 0,0-1 0 16,-3-5-20-16,0 0-4 0,0 0 0 0,0 0-1 15,0 0-11-15,0 0-3 0,0 0 0 0,0 0 0 16,0 0 31-16,0 0 7 0,0 0 1 0,0 0 0 16,0 0 51-16,0 0 13 0,3-3 0 0,0-2 0 0,0 2 0 0,0-2 0 15,0 0 0-15,3-1 0 0,0 1 24 0,-3 3 7 0,3-4 1 0,0 1 1 16,0-3 0-16,3 3 0 16,-4-1 0-16,4-2 0 0,-3 1 8 0,3 1 2 0,0 1 0 0,0-3 0 15,0 3 8-15,0-1 1 0,0 1 1 0,0-3 0 16,0 3-4-16,0 0-1 0,0-1 0 0,-3 1 0 15,0 2-3-15,0-2-1 0,-1 2 0 0,1 1 0 16,-3-1-9-16,0-2-3 0,-3 5 0 0,0 0 0 16,0 0-6-16,0 0-2 0,0 0 0 0,0 0 0 15,0 0-3-15,0 0-1 0,0 0 0 0,-6 5 0 16,-2-2-8-16,2-1-1 0,-3 4-1 0,0-1 0 16,0 3-10-16,-3 0 10 0,3 0-10 0,0 2 10 15,0-2-10-15,3 3 0 0,0 2 0 0,0 0 0 16,3-2 0-16,3 2-11 0,0-2 11 0,0 2-8 15,3-2-4-15,0-1 0 0,0-2 0 0,3 3 0 16,-3-3-8-16,3-3-1 0,0 0-1 0,0 1 0 16,0-4 2-16,3-2 0 0,-3 3 0 0,3-3 0 15,0-3-15-15,0 1-2 0,0-1-1 0,-1-2 0 16,4-1-26-16,-3-2-4 0,3 0-2 0,3 1 0 16,-3-1-34-16,0-3-8 15,0 0 0-15,0 3-1 0,-3-2 90 0,3-1 23 0,-4 1 0 0,1-1 0 0,0 1 0 16,0-1 0-16,-3 0 0 0,0 3 0 0,0-2 47 0,-3 2 13 15,0 0 4-15,0 0 0 0,0 3 0 16,-3-3 0-16,0 0 0 0,0 3 0 0,0-1 0 16,0 1 0-16,0 2 0 0,0 3 0 0,0-5-52 0,0 5-12 0,0-3 0 15,0 3 0-15,0 0 0 0,0 0 0 0,0 0 0 16,0 0 0-16,0-5 0 0,0 5 0 16,0 0 0-16,0 0 0 0,0 0 0 0,0 0 0 0,0-3 0 0,0 3 0 31,0 0-48-31,0 0-13 0,3-5-3 0,-3 5 0 0,3-2-74 15,-3-4-15-15,3 1-3 0</inkml:trace>
  <inkml:trace contextRef="#ctx0" brushRef="#br1" timeOffset="-188387.666">11046 11293 1792 0,'0'0'51'0,"0"0"10"16,0 0-49-16,0 0-12 0,-6-5 0 0,6 5 0 15,0 0 134-15,0 0 24 0,-3 0 5 0,3 0 1 16,0 0-65-16,0 0-13 0,0 0-2 0,0 0-1 16,0 0-19-16,0 0-3 0,0 0-1 0,-6 5 0 15,6-5-17-15,-3 5-4 0,0 3-1 0,3 0 0 16,-3 0-10-16,3 3-3 0,0-1 0 0,0 1 0 16,-3 2-14-16,3-2-3 0,0 2-8 0,-3 0 12 15,3-2-4-15,-3 5 0 0,3-3-8 0,0 3 12 16,-3-3-12-16,3 3 0 0,0 2 0 0,0-4-10 0,0 2 10 15,0-3 0-15,0 0 0 0,0 0-8 0,0-2-12 0,3-1-1 16,-3 1-1-16,0 0 0 16,3-3-62-16,-3-8-13 0,0 0-3 0,0 0 0 15,0 2-125-15,0-2-26 0</inkml:trace>
  <inkml:trace contextRef="#ctx0" brushRef="#br1" timeOffset="-188188.548">11016 11486 2207 0,'6'0'46'0,"-3"0"10"0,3 0-44 0,3 0-12 0,-3 0 0 0,3 0 0 15,-1 0 105-15,1 0 19 0,0 0 4 0,0 0 1 16,3-2-47-16,-3 2-10 0,0-3-1 0,0 3-1 16,0-3-42-16,-3 1-8 0,3-1-1 0,0 0-1 15,0-2-18-15,0 2-12 0,0-2 1 0,-4 0 1 16,4-3-157-16,0 0-31 0</inkml:trace>
  <inkml:trace contextRef="#ctx0" brushRef="#br1" timeOffset="-184385.377">11683 17977 1094 0,'0'0'46'0,"0"0"-37"16,0 0 135-16,0 0 26 0,0 0 6 0,0 0 0 15,0 0-77-15,-6 3-16 0,6-3-3 0,-6 5-1 16,6-5 0-16,-6 2 0 0,0 4 0 0,6-6 0 15,-6 2-30-15,0 1-5 0,0 0-2 0,0 2 0 32,0-2-11-32,0-1-3 0,0 1 0 0,0 0 0 0,0 2-12 0,0 0-2 0,0 0-1 0,0 3 0 15,0-2-13-15,0 4 9 0,1-2-9 0,-4 3 8 16,3-1-8-16,3 4 0 0,-3-4 9 0,0 3-9 16,3 1 0-16,0-1 0 0,0 3 0 15,0-3 0-15,3 0 0 0,0-2 0 0,3-1 0 0,0 1-8 31,3 2-29-31,0-5-6 0,3 3-1 0,0-1 0 0,-1-2-28 0,4 0-5 16,0 0-2-16,3 0 0 0,-3-3-22 0,3-2-5 16,0 0-1-16,0-1 0 0,0-2-36 0,0-2-7 0,-1-4-2 15</inkml:trace>
  <inkml:trace contextRef="#ctx0" brushRef="#br1" timeOffset="-183785.044">11894 18128 889 0,'6'-27'37'0,"0"1"-29"16,0 2 88-16,-3 3 17 0,0-3 4 0,0 5 1 15,0 1 8-15,-3-1 2 0,3 4 0 0,-6-1 0 16,3 5-4-16,-3 1-1 0,-3-1 0 0,3 0 0 16,-3 3-43-16,0 3-9 0,0-3-2 0,0 3 0 15,0 0-4-15,0 2-1 0,0-2 0 0,0 2 0 16,0 0 0-16,0 3 0 0,0-2 0 0,0 2 0 16,6 0-51-16,-6 0-13 0,3 2 0 0,-2 4 0 15,2-4 0-15,0 4 0 0,3-4 0 0,-3 6 0 0,3-3 0 16,0 3 0-16,0 3 0 0,0 0 0 0,3 2 0 0,0-3 0 0,0 6 0 15,2 3 0 1,-2-3-48-16,3 5-13 0,3-3-3 0,-3 4 0 16,0-4 0-16,3 3 0 0,-3-2 0 0,3 2 0 15,0-5 28-15,0 0 4 0,0-3 2 0,0-3 0 16,0 1-3-16,0-6-1 0,3 3 0 0,-4-5 0 16,1 0-28-16,0-3-6 0,0-3 0 0,0 3-1 0,0-3 59 0,0-2 10 0,3 0 0 15,-3-3 10-15,0 2-10 0,-3-1 0 0,6-1 0 16,-6 0 0-16,3 0 0 0,-4-3 0 0,1 1 0 0,0-1 0 15,0-2 0-15,0 2 0 0,0-2 0 0,-3 0 0 16,3 2 53-16,0 1 9 0,-3-1 2 0,-3 3 0 16,3 0 0-16,-3 0 0 0,3 3 0 0,-3 0 0 15,0-1-8-15,0 4 0 0,0 2-1 0,0 0 0 16,0 0-37-16,0 0-7 0,0 0-2 0,0 0 0 16,0 0 40-16,-6-3 8 0,6 3 2 0,-6 0 0 15,6 0-43-15,-9 5-16 0,3 1 11 0,0 1-11 16,0 1 16-16,0 0-4 0,0 3 0 0,1 0 0 15,2-1-12-15,-3 1-16 0,3 2 3 0,0 0 1 16,0-2 12-16,3-1 16 0,0 1-3 0,0 2-1 16,3-5-12-16,0 3-18 0,0-3 4 0,3 0 1 15,-1-1-13-15,1-1-2 0,3 2-1 0,0-3 0 16,0 0-4-16,0-2-1 0,3 2 0 0,-3-5 0 16,3 3 34-16,-3-3 0 0,3 0 0 0,0 0 0 15,0-3 0-15,-1 3 0 0,1-2 0 0,0-4 0 0,0 4 0 16,0-4 0-16,-3 1 0 0,3-3 0 15,-3 0-58-15,0 0-5 0,0-2-1 0,0-4 0 16,0 1-84-16,2-5-16 0</inkml:trace>
  <inkml:trace contextRef="#ctx0" brushRef="#br1" timeOffset="-182541.215">12593 17882 1337 0,'0'0'56'15,"0"0"-44"1,0 0 126-16,0 0 26 0,0 0 4 0,0 0 2 16,-5-3-67-16,5 3-14 0,-6-3-2 0,6 3-1 15,-6-2-14-15,0-1-4 0,6 3 0 0,-6-3 0 16,6 3-6-16,-3 0-2 0,3 0 0 0,-6 0 0 16,0 0-48-16,0 0-12 0,6 0 0 0,-9 3 0 15,3 0 37-15,0-3 5 0,0 2 1 0,0 4 0 0,0-1-30 16,0 0-5-16,3 1-8 0,-3 1 11 15,0 1 3-15,0 3 1 0,0-3 0 0,-3 3 0 0,4 2-15 0,-1-3-16 0,0 4 3 16,-3-1 1-16,6 0 2 16,-3-2 1-16,3 2 0 0,0 0 0 15,3 0-31-15,0-2-7 0,0-1-1 0,3 1 0 16,3-3-31-16,0 0-6 0,0-3-2 0,3 1 0 16,0-4-17-16,-1-2-4 0,1 0-1 0,3 0 0 15,-3-5 12-15,3 0 2 0,-3-1 1 0,3-2 0 16,0-2 34-16,0-1 8 0,0-2 0 0,3 0 1 15,-4 2 11-15,1-2 1 0,-3 0 1 0,3-1 0 0,-3 4 38 0,0-3 0 16,3 5 0-16,-6-3 0 0,0 1 94 0,0 2 26 0,0 0 6 0,-3 2 1 16,-3 1-50-16,0 5-9 0,0 0-3 0,0 0 0 15,0 0 51-15,0 0 9 0,0 0 3 0,0 0 0 16,0 0-103-16,0 0-25 0,0 0 0 0,0 0 0 16,0 0 56-16,0 0 7 0,0 0 1 0,0 0 0 15,0 0-52-15,3 5-12 0,3 1 0 0,-3-1 0 16,3 0 0-16,0 1 0 0,0-4 0 0,-1 3 0 15,4 1-66-15,-3-4-16 0,3 1-3 16,0 0-1-16,3-3-11 0,-3 2-3 0,0-2 0 16,-3 3 0-16,3-3 1 0,-3 0 0 0,3-3 0 15,-3 3 0-15,0 0 49 0,-3-2 10 0,3-1 1 0,0 0 1 16,-3 1 38-16,0-1 0 0,2 0 0 0,-2 1 0 16,0-3 52-16,-3-1 9 0,3 1 2 0,0 0 0 15,0-1 9-15,-3-2 1 0,3 3 1 0,0 0 0 16,-3-3 2-16,3 3 0 0,0-1 0 0,-3 1 0 15,3 0-27-15,0-1-5 0,-3 4 0 0,3-4-1 0,0 1 33 0,-3 3 6 16,3-4 2-16,-3 6 0 0,3-2-43 0,-3 2-8 16,3-6-1-16,-3 6-1 0,3 0-11 0,-3 0-3 0,6-2 0 0,0 2 0 15,-3 2-7-15,3-2-2 0,0 3 0 0,0 0 0 16,0-1 0 0,0 4-8-16,0-1 12 0,0 0-4 15,0 0-8-15,0 3 0 0,-1-2 0 0,1 2 0 0,3 2-14 0,-3 1-5 0,0-3-1 16,3 2 0-1,-3 1-34-15,0-1-7 0,3 1-2 0,-3-3 0 16,0 3-1-16,0-4 0 0,0-1 0 0</inkml:trace>
  <inkml:trace contextRef="#ctx0" brushRef="#br1" timeOffset="-133451.172">24000 12314 1579 0,'0'0'32'0,"0"0"10"16,0 0-34-16,0 0-8 0,0 0 0 0,0 0 0 16,0 0 51-16,0 0 8 0,0 0 1 0,0 0 1 15,0 0 5-15,0 0 1 0,0 0 0 0,0 0 0 16,0 0-1-16,-3-2 0 0,0-1 0 0,-3-2 0 15,3 2-11-15,-3-2-3 0,0 0 0 0,0-1 0 0,0 4-33 0,0-4-7 0,0-2-2 0,0 3 0 32,-3 0 43-32,3-3 9 0,-3 3 2 0,-2-3 0 15,2 0-52-15,0 3-12 0,-3-6 0 0,0 3 0 0,0 0 0 16,-3-3 0-16,3 1 0 0,-6-1 0 0,0 1 10 0,1-1-1 16,-7-2 0-16,0 2 0 0,0 1-9 0,-3-1 8 15,1 1-8-15,-1-1 8 0,3 0-16 0,-3-2-4 0,0 3-1 16,4-1 0-16,-1 0 13 0,3 1 0 0,0 2 0 0,-3-3 0 15,0 3 12-15,1 0 6 0,-1 0 1 0,0 1 0 16,0-1-19-16,-3 2 0 0,4-2 0 0,-1 3 0 16,0-3 0-16,0 3 0 0,3 0 0 0,-2 2 0 15,2-2 0-15,0 2 0 0,3-2 0 16,0 2 0-16,0 0 0 0,0 1 10 0,1-1-10 0,-4 0 8 16,3 1-8-16,-3-3 0 0,0 2 0 0,-3-2 0 15,1 2 0-15,-1 0 0 0,0 3 0 0,-3-2-11 16,3 2-6-16,4 2-2 0,-4-2 0 0,3 3 0 15,-3-3 19-15,6 3 0 0,-3-1 0 0,3 1 0 16,1 0 13-16,-1-1 7 0,0 3 0 0,-3-2 1 16,3 2-21-16,-3-2 0 0,4 2 0 0,-7 1-8 15,3-1 8-15,0 0 0 0,0 3 0 0,-3-3 0 16,4 3-16-16,-1-2 0 0,0 2-1 0,0 0 0 16,3-3 17-16,3 3 0 0,-3-3 0 0,4 3 0 15,2 0 13-15,-3-3 7 0,3 1 0 0,-3 1 1 16,3-1-21-16,-3 4 0 0,0-4 0 0,3 2-8 0,-2-3 8 15,-1 3 0-15,0 0 0 0,0 0 0 0,-3 0 0 0,3 0 0 16,-3 0 0-16,3 2 0 0,1-5 0 0,-4 3 0 0,3 0 0 0,-3 0 0 31,6 0-18-31,-3 0 2 0,3 0 0 0,-3 0 0 0,3 0 16 0,1 0 0 0,-1 0 0 0,-3 0 0 16,6 0 0-16,-3 0 0 0,3 0 0 0,0-1 0 16,0 1 0-16,-3 0 0 0,3 0 0 0,0 3 0 15,0-3 0-15,-3 0 17 0,4 0-3 0,-4 2-1 16,3-2-13-16,-3 3 0 0,0-1 0 0,3 1 0 15,-3 0 0-15,3-1 0 0,0 3 0 0,-3-2 0 16,3 2 0-16,-3-2 0 0,4 2 0 0,-1 3 0 16,0-6 0-16,0 4 0 0,3-4 0 0,0 1 0 15,0 2 0-15,0-5-8 0,0 3 8 16,0-1 0-16,3-2 0 0,0 3-8 0,0-3 8 0,0 2 0 16,0-2-8-16,3 0 8 0,0 0 0 0,0 0 0 15,0 0 0-15,3 0-8 0,-3 0 8 0,3 2 0 16,-3-2 0-16,3 0 0 0,0 0-8 0,0 3 8 15,3-3 0-15,-3 2 0 0,0 1 0 0,3-1 0 16,0 1 0-16,0 0 0 0,0 2 0 0,0-3 0 16,0 4 0-16,3-4 0 0,-3 3 0 0,2-2 0 15,1 2 0-15,0 1 0 0,0-4 0 0,3 3 0 16,-3-2-9-16,3-1 9 0,0-2 0 0,0 3-9 16,0 0 9-16,0-1 0 0,0 1 0 0,-1-1 0 0,1-2 0 0,-3 3 0 0,3-1 0 15,0 1 0 1,0 0 0-16,-3-3 0 0,3-1 0 0,0 4 8 0,0-3-8 0,0 0 0 15,2 0 0-15,-2 0 0 0,3 0 0 0,0 0 0 0,0 0 0 0,0 0 0 16,0-3 0-16,0 3 0 0,3 0 0 16,-4 0 0-16,4-3 0 15,0 3 0-15,0 0 0 0,0 0 0 0,-3-3 8 0,0 3-8 0,2 0 8 16,-2-3-8-16,0 3 0 0,0-3 0 0,0 1 0 0,0-1-12 16,3 0 12-16,-3 1 0 0,-1-1 0 0,4 0 0 15,0 1 0-15,3-1 0 0,-3 0 0 0,6 0 0 16,-3 1 0-16,-1-4 0 0,4 4 0 0,0-4 0 15,-3 1 0-15,3 2 0 0,-3-2 0 0,-1 0 0 16,1-1 0-16,-3 1 0 0,3-1 0 0,0 1 8 16,-3 0-8-16,-1-1 0 0,4 1 0 0,0 0 0 15,0-1 0-15,0-2 0 0,0 0 0 0,2 0 0 16,-2 0 0-16,3 0 0 0,-3 0 0 0,3 0-8 16,-3-2 8-16,-1-1 0 0,1 3 8 0,-3-3-8 15,0 1 0-15,0-1 0 0,-3 0 0 16,3 1 0-16,-4-1 0 0,4 3 0 0,-3-2 0 0,0-1-8 15,0 3 8-15,3 0 0 0,-3-3 0 0,3 3 0 16,-4-2 0-16,1 2 8 0,3-3-8 0,-3 3 11 16,3 0-11-16,-3-3 0 0,0 3 0 0,0 0 0 15,-4-2 0-15,4 2 0 0,-3-3 0 0,3 3 0 16,-3 0 0-16,0 0 0 0,0 0 0 0,0 0 0 16,0-3-9-16,-3 3 9 0,0-2 0 0,2 2 0 15,-2 0 0-15,0 0-8 0,0-3 8 0,0 3 0 16,0 0 0-16,0 0 0 0,0-3 0 0,0 3 0 15,0-2 0-15,0 2 0 0,0 0 0 0,0-3 0 16,0 3 0-16,-1 0-12 0,1-3 12 0,3 1-10 16,-3-1 10-16,0 1 0 0,3-1 0 0,0-2 0 0,-3 2 0 15,0-2 0-15,3-1 0 0,-3 1 0 16,3 0 0-16,-1-1 0 0,1-1 0 0,0-1 0 0,-3 2 0 0,3-2-8 16,0 0 8-16,-3 1 0 0,3-1 0 0,0 0 0 0,0 0 0 15,-3 0 0-15,0-3 0 16,-1 3 0-16,1-2 0 0,0 2 0 0,0-3 0 15,-3 1 0-15,3-1 0 0,-3 0 0 0,3 1 0 0,-3 2 0 16,0-3 0-16,3 1 0 0,0 2 8 16,-3 0-8-16,0 0 10 0,3-3-10 0,-3 3 0 0,0-2 0 0,2-1 0 15,-2 3 0-15,0-2 0 0,0-4 0 0,3 4 0 16,-3-3 0-16,0-1 0 0,0 1 0 0,0-3 0 0,3 3 0 16,-3 0 15-16,3 0-3 0,-3-1-1 0,0 1 0 15,0 3-11-15,0-4 10 0,0 1-10 0,0 3 10 16,0-1-10-16,0 0 12 0,-1 3-12 0,-2-2 12 15,3 2-12-15,-3 0 0 0,0 0 0 0,0 0 8 16,0 0-8-16,0 0 0 0,0 0 0 0,0-2 8 16,0 2-8-16,0 0 0 0,-3 0 0 0,3 0 0 15,-3 0 35-15,0 3 1 0,3-3 1 0,-3 0 0 16,0 0-37-16,-3 0-20 0,3 0 3 0,0 0 0 16,-3 0 27-16,3-2 6 0,-3 2 0 0,0-3 1 15,0 0-17-15,3 3 0 0,-3-2 0 0,0-3 0 16,3 2 0-16,-3 1 0 0,0-1 0 0,-3-2 0 15,3-1 0-15,0 4 0 0,0-3 0 0,-2-1 0 16,2 4 55-16,0-1 7 0,0 3 2 0,-3-2 0 16,3 2-64-16,-3 0-28 0,0-3 3 0,0 6 0 15,3 0 40-15,-3-3 8 0,0 2 1 0,0 1 1 16,3 0-33-16,-3 0-8 0,0-1 0 0,0 1-1 0,0 2 17 16,3-2 0-16,-3 2-8 0,0-2 8 15,3 0-40-15,0 0-4 0,0-3 0 0,0 0-1 16,0-3-87-16,-3 0-16 0</inkml:trace>
  <inkml:trace contextRef="#ctx0" brushRef="#br1" timeOffset="-114141.793">18475 10436 2243 0,'0'0'64'0,"0"0"13"0,0 0-61 0,0 0-16 0,0 0 0 0,0 0 0 16,0 0 60-16,0 0 8 0,0 0 3 0,0 0 0 16,0 0-38-16,0 0-7 0,0 0-2 0,0 0 0 15,0 0-5-15,6 2-2 0,0-2 0 0,0 0 0 16,0 3 3-16,3 0 1 0,0-3 0 0,0 2 0 16,-3 1-4-16,3 0-1 0,0-3 0 0,0 2 0 15,0 1-8-15,2 0-8 0,1-3 12 0,0 2-12 16,0 1 10-16,0 0-10 0,3-1 8 0,0-2-8 15,0 3-14-15,3 0-8 0,2-1-2 0,-2 1 0 16,3-3 24-16,0 0 0 0,0 2 0 0,0-2 0 16,-1 0 0-16,1 3 0 15,0-3 0-15,3 3 0 0,-6-3 0 0,0 0 0 0,0 2 0 0,-4-2 0 16,4 3 0-16,-3 0 0 0,3-3 0 0,-3 2 0 16,0 1 0-16,0 0 0 0,0-3 0 0,-1 2 0 15,1 1 0-15,0 0 0 0,3-3 0 0,-3 2 0 16,0 1 0-16,0-1 0 0,0-2 0 0,-1 6 0 15,1-6 17-15,-3 2 8 0,0 1 2 0,0 0 0 16,0-1-27-16,0 4 0 0,0-6 0 0,-3 2 0 16,3 4 0-16,-3-6 0 0,-1 2 0 0,1 1 0 0,-3 0 0 15,0-1 0-15,0 1 0 0,-3-3 0 16,3 2 0-16,-6-2 0 0,3 0 0 0,-3 0 0 0,0 0-24 0,0 0 0 0,6 3 0 16,-6-3 0-16,0 0 24 0,0 0 0 0,0 0 0 0,0 0 0 15,0 0 0-15,0 0 0 0,3 0 0 0,-3 0 0 16,0 0 0-16,3-5 0 0,-3 2 0 0,3-2 0 15,-3 0 0-15,0-1 0 0,-3-2 0 0,3 3 0 16,0-3 20-16,-3 0 8 0,3 0 1 0,0-2 1 16,0-1-18-16,0 1-3 0,0-4-1 0,0 1 0 15,0-3 3-15,0 0 0 0,0-2 0 0,0-3 0 16,0 2 9-16,0-5 1 0,0 3 1 0,0-3 0 16,0 3-6-16,3 0 0 0,-3 0-1 0,0 0 0 15,3-1-3-15,-3 4 0 0,-3-3 0 0,3 0 0 16,0-1 8-16,0 1 0 0,0 0 1 0,-3-5 0 15,3 2-9-15,0 0-3 0,0-2 0 0,0 2 0 16,0 0 6-16,-3 3 1 0,3-3 0 0,0 3 0 16,0 2-8-16,0 1-8 0,0-1 11 0,0 3-11 15,0 0 12-15,0 3-12 0,0-3 12 0,0 3-12 16,-3 3 13-16,3-4-4 0,0 4-1 0,-3-1 0 16,3-2-8-16,0 5 0 0,-3-3 0 0,3 1 8 15,0-1 15-15,-3 3 2 0,3-2 1 0,0-1 0 16,-3 3-26-16,3 0-16 0,0-2 3 0,0 2 0 15,-3 0 13-15,3 0 0 0,0 0 0 0,0 0 10 0,0 3-10 0,0-3 0 16,0 0 9-16,0 2-9 16,0 1 0-16,0 0 0 0,0 0 0 0,0 2 0 0,0-2 0 0,0 2 0 0,-3-2 0 15,6 2 0-15,-3-2 0 0,0 2 0 0,3-2 0 16,-3 0 0-16,0 2 0 0,0 3 0 0,3-5 0 0,-3 5 0 16,3-3 0-16,-3 3 0 0,0-3 0 0,0 3 0 15,0 0 0-15,3-2 0 0,0-1 0 0,-3 3 0 16,3-5 0-16,-3 5 0 0,3-3 0 0,-3 3 0 15,0 0 0-15,3-3 0 0,0 3 0 0,-3 0 0 16,6-2 0-16,-6 2 0 16,3-3 0-16,-3 3 0 0,3-2 0 0,-3 2 0 0,3 0 0 0,-3 0 0 15,0 0 0-15,0 0 0 0,6-3 0 0,-6 3 0 16,0 0 0-16,3 0 0 0,-3 0 0 0,0 0 0 16,6 0 0-16,-6 0 0 0,0 0 0 0,0 0 0 15,6 0 0-15,-6 0 0 0,0 0 0 0,0 0 0 16,6 3 0-16,-6-3 0 0,0 0 0 0,6 0 0 15,-6 0 0-15,0 0 0 0,6 0 0 0,-6 0 0 16,6 0 0-16,-6 0 0 0,6 0 0 0,-6 0-8 16,5 0 8-16,1 2 0 0,-6-2 0 0,3 0 0 15,6 0 0-15,-3 0 14 0,0 0-3 0,3 0-1 16,-3 3-10-16,3-3-14 0,0 0 3 0,0 2 1 16,3-2 10-16,0 3 0 0,0 0-9 0,0-3 9 15,-1 2 0-15,4 1 0 0,3-3-9 0,0 3 9 16,-3-1 0-16,3 1 0 0,0 0 0 0,0 2 0 0,-1-2 0 15,1-3 0-15,-3 2 0 0,3 1 0 16,0-3 0-16,0 3 19 0,0-3-3 0,2 2 0 16,1-2-16-16,3 0 0 0,0 3 0 0,0-3 0 15,-1 2-11-15,1-2-5 0,0 3-2 0,0-3 0 0,0 3 18 0,-3-3 0 16,-1 0 0-16,1 2 0 16,0-2 0-16,-3 0 0 0,0-2 0 0,-3 2 0 0,3 0 0 0,-1-3 0 0,1 3 0 0,3 0 0 15,-3 0 0-15,3 0 0 0,0 0 0 0,2 0 0 16,-2 0 0-16,3 0 0 0,-3 3 0 0,0-3 0 15,0 0 0-15,-1 2 0 0,1 1 0 0,-3 0 0 16,-3-1 0-16,3 1 0 0,-3-3 0 0,0 3 0 16,0-1 0-16,-1 1 0 0,1-3 0 0,0 3 0 15,0-1 0-15,0 1 0 0,3-3 0 0,0 2 0 16,0 1 0-16,-4 0 0 0,4-3 0 0,0 2 0 16,0 1 0-16,0-3 0 0,-3 3 0 0,3-3 0 15,-4 2 0-15,4-2 0 0,-3 3 0 0,0-3 0 16,0 0 0-16,-3 3 0 0,3-3 0 0,-3 0 0 15,0 0 0-15,-1 0 0 0,-2 0 0 0,3 0 0 16,0 0 0-16,-3 0 0 0,3 0 0 0,-3 0 0 16,3 0 0-16,-3 0 0 0,3 0 0 0,-3 0 0 15,3 0 0-15,-3 0 0 0,-1 0 0 0,4 0 0 16,-3 0 0-16,0 0 0 0,-3 0 0 0,3 0 0 16,-3 0 0-16,3 0 0 0,-3 0 0 0,0 0 0 15,0 0 0-15,0 0 0 0,0 0 0 0,-6 0 0 16,6 0 0-16,-6 0 8 0,6 0-8 0,-6 0 0 15,3 0 0-15,-3 0 0 0,6 2 8 0,-6-2-8 0,6 3 0 16,-6-3 0-16,0 0 8 0,0 0-8 0,2 3 0 0,-2-3 9 16,3 2-9-16,-3-2 8 0,3 3-8 0,-3-3 0 15,3 5 0-15,-3-5 8 0,3 8-8 0,0-5 0 0,-3 2 0 16,3 0 8-16,-3 1-8 0,0-1 0 0,3 0 0 0,-3 1 0 16,0-1 0-16,3 0 8 15,-3 0-8-15,0 3 0 0,3-5 0 0,-3 5 8 0,0-3-8 16,3 0 0-16,-3 1 0 0,0-1 8 0,3 0-8 0,-3 1 0 15,0-1 0-15,0 0 0 0,0 1 8 0,0 1-8 16,0-1 0 0,0-1 0-16,0 0 0 0,0 3 0 0,0 0 0 0,0-2 0 0,0 1 8 0,0 1-8 15,0-2 0-15,0 2 0 0,0 0 0 0,0 0 0 16,0-1 0-16,0 1 0 0,0 0 8 0,-3 0-8 16,3 0 0-16,0 0 0 0,0 3 0 0,-3-1 0 15,3 1 0-15,0-1 0 0,0 4 0 0,-3-4 0 16,3 4 0-16,0-1 0 0,0 0 0 0,0 3 0 15,0-6 0-15,0 6 0 0,0-2 8 0,-3-1-8 16,3 0 0-16,0 0 0 0,0 0 0 0,-3 1 0 16,3-4 0-16,0 1 0 0,0-1 0 0,0 1 0 15,0 0 0-15,0-1 0 0,0 1 0 0,-3-3 0 16,3 2 0-16,0-2 0 0,0 3 8 0,-3-3-8 16,3 2 0-16,0 1 0 0,-3 0 0 0,3-1 0 15,0-2 0-15,-3 5 0 0,3-2 0 0,0-1 0 0,-3 4 0 16,3-1 0-16,0 0 0 0,-3 0 0 0,3-2 0 0,0 2 0 15,0 0 8-15,-2 3-8 0,2-3 0 0,0-2 0 16,0 2 0-16,0-2 0 16,0 2 0-16,0-2 0 0,0-3 0 0,0 2 8 15,0-2-8-15,0 3 0 0,0-3 0 0,0 0 8 16,0 0-8-16,0 0 0 0,0-3 0 0,0 3 0 16,0 0 0-16,2 0 8 0,-2-3-8 0,0 3 0 15,3-3 9-15,-3 0-9 0,0 3 10 0,0-2-10 0,0 2 9 0,0-3-9 0,0-5 8 0,0 8-8 16,0-3 0-16,0 0 8 0,3 3-8 0,-3-2 0 15,0-1 8-15,0 3-8 0,3-3 0 0,-3 0 8 16,0 3-8-16,0 0 0 0,-3-2 0 0,3 2 0 16,0-1 8-1,0 1-8-15,0 0 0 0,0 0 8 0,0 0-8 0,0 3 0 0,0-3 0 0,0 0 0 16,-3 2 0-16,3-2 0 0,0 0 0 0,0 3 0 16,0-3 0-16,0-3 0 0,0 3 0 0,0 0 0 15,0-3 0-15,3 3 0 0,-3-5 8 0,3 2-8 16,-3-5 0-16,0 0 0 0,0 0 0 0,0 0 0 15,0 0-23-15,3 3-3 0,3-6-1 16,0 0 0 0,0 1-163-16,3-6-33 0,3 3-6 0</inkml:trace>
  <inkml:trace contextRef="#ctx0" brushRef="#br1" timeOffset="-112207.317">21288 10782 1094 0,'0'0'46'16,"0"0"-37"-1,0 0 95-15,0 0 20 0,0 0 3 0,0 0 1 16,0 0 0-16,3 0 0 0,-3 0 0 0,6 3 0 15,0-3-52-15,-3 0-9 0,-3 0-3 0,6 3 0 16,0-3 0-16,0 2 0 0,0-2 0 0,0 3 0 16,0-3-51-16,0 0-13 0,0 3 0 0,0-1 0 15,3-2 54-15,-4 3 8 0,4 0 2 0,-3-1 0 16,3-2-52-16,-3 3-12 0,3 0 0 0,3-1 0 16,0 1 0-16,-3-3 0 0,3 2 0 0,3 1 0 15,0-3 0-15,-1 3 0 0,4-3 0 0,0 2 0 0,0-2 16 0,0 3 0 0,3-3 0 0,-3 3 0 16,2-3-8-16,-2 2 0 0,0-2-8 0,0 0 12 15,0 0-12-15,0 0 9 0,-3 0-9 0,-1 0 8 16,1 0-8-16,-3 3 0 0,0-3 9 0,-3 0-9 16,3 3 0-1,0-1 0-15,-3-2 0 0,3 3 8 0,0 0-8 0,0-1 0 16,-1-2 0-16,1 3 0 0,0 0 0 0,0-3 0 0,0 2 0 0,0-2 8 16,0 3-8-16,0-3 0 0,3 0 0 0,-3 2 0 15,0 1 0-15,-1-3 0 16,1 0 0-16,0 3 0 0,0-1 8 0,0-2-8 0,0 0 8 0,0 3-8 15,-3-3 10-15,3 0-2 0,0 3-8 0,0-3 12 16,-4 2-4-16,4-2 0 0,0 0-8 0,-3 0 12 16,3 0-4-16,-3 3 0 0,0-3-8 0,0 3 12 15,0-3-12-15,0 2 9 0,0-2-9 0,0 3 8 16,0-3-8-16,-1 3 8 0,4-1-8 0,-3-2 8 16,3 3-8-16,0-3 0 0,0 3 9 0,0-3-9 15,3 2 9-15,-3-2-9 0,3 0 12 0,2 3-12 16,-2-1 16-16,3-2-4 0,-3 0-1 0,0 3 0 15,3-3-11-15,-3 0 12 0,3 3-12 0,-4-3 12 16,-2 2-12-16,3-2 0 0,-3-2 0 0,0 4 8 16,0-2-8-16,-3 0 0 0,3 3 9 0,0 0-9 0,-3-1 8 15,0-2-8-15,-1 0 8 0,1 3-8 16,-3-3 0-16,3 3 9 0,0-3-9 0,0 2 0 0,-3-2 10 0,3 0-10 0,0 0 8 16,-3 3-8-16,0-3 8 0,3 3-8 0,-3-3 8 0,0 0-8 15,3 0 0-15,-3 0 0 0,0 0 8 16,0 0-8-16,-1 0 0 0,1 0 0 0,0 0 0 0,0 0 0 15,0 0 0-15,0 0 0 16,3 0 0-16,-9 0 0 0,6 0 0 16,-6 0 0-16,3 0 8 0,3 0-8 0,-6 0 0 0,6 0 0 0,0-3 0 0,-6 3 0 15,6 0 0-15,-3-3 0 0,0 1 9 0,-3 2-9 16,3-3 0-16,-3 3 8 0,0 0-8 0,3-3 0 16,-3 3 0-16,3-2 9 0,0-4-9 0,-3 6 0 15,3-5 9-15,0 2-9 0,-3-2 0 0,3 0 9 16,0 0-9-16,-3-1 10 0,0-2-10 0,3 0 10 15,-3 0-10-15,3 1 8 0,-3-4-8 0,3 0 8 16,0-2-8-16,-3 0 8 0,3-3-8 0,0 0 8 16,0 0-8-16,-1 0 0 0,1-2 0 0,0 2 8 15,0 0 0-15,0 0-8 0,0 0 12 0,0 0-4 16,0 3 0-16,0 0 0 0,0 0 0 0,0 0 0 16,0-1-8-16,0 1 10 0,0 0-10 0,0 0 10 15,0-1-10-15,0 1 0 0,-3 0 9 0,3 0-9 16,-3-3 8-16,0 0-8 0,3 0 10 0,-3 0-10 15,3-2 10-15,-3-1-10 0,0-2 10 0,3 2-10 16,-3-2 14-16,0 3-3 0,3-1-1 0,-3 1 0 16,0 2-10-16,0 0 12 0,3 0-12 0,-3 3 12 15,0 0-12-15,0-1 10 0,0 1-10 0,0 0 10 16,0 0-10-16,0 2 8 0,0-2-8 0,0 2 8 16,0-2-8-16,0 3 0 0,0-4 0 0,0 4 8 15,0-3-8-15,0-1 0 0,0-2 9 0,0 3-9 0,3-3 0 0,-3 0 9 0,3 1-9 16,-3-1 0-16,3 0 10 0,-3 0-10 0,3 0 8 0,-3 0-8 15,3 0 0-15,-3 3 8 0,3-3-8 0,-3 3 0 16,3 2 0-16,-3-2 8 0,0 5-8 0,3-2 0 16,-3-1 8-16,0 3-8 0,0-2 0 15,0 2 8-15,0 0-8 0,0 2 0 0,0-2 0 0,0 0 0 16,0 3 0-16,0 0 0 0,0 0 0 0,0-1 0 16,0 1 0-16,0 2 0 0,0-2 0 0,0 5 0 15,0-3 0-15,0 3 0 0,0-5 0 0,0 5 0 16,0 0 0-16,0 0 0 0,0-3 0 0,0 3 0 15,0 0 0-15,0 0 0 0,0 0 0 0,0 0 0 16,0 0 0-16,0-5 0 0,0 3 0 0,0 2 0 16,0 0 0-16,0 0 0 0,0 0 0 0,0 0 0 15,0 0 0-15,0-6 0 0,3 1 0 0,-3 5 0 16,0 0 0-16,0 0 0 0,3-3 0 0,-3 3 0 16,3 0 0-16,0-2 0 0,-3 2 0 0,3-3 0 15,3 3 0-15,0 0 0 0,-3-3 0 0,3 3 0 16,-1 0-8-16,1 3 8 0,3-3 0 0,-3 0 0 15,3 0 0-15,0 3 0 0,3-1 0 0,0-2 0 16,0 0 0-16,3 3 0 0,3-3 0 0,-1 3 0 16,1-1 0-16,3-2 0 0,0 3 0 0,3-3 0 15,-3 3 0-15,-1-1 0 0,1 1 0 0,-3-1 0 0,3-2 0 0,-3 3 0 16,-3 0 0-16,3-3 0 0,-3 2 0 0,-1 1 0 0,1-3 0 0,0 3 0 16,3-3 0-16,-3 2 0 0,3-2 0 0,3 3 0 15,-4-3 0-15,4 3 0 0,0-3 0 0,0 2 0 16,0-2 0-16,3 3 0 0,-4 0 0 0,1-1 0 15,0-2 0 1,-3 0 0-16,0 3 0 0,0 0 0 0,0-3 0 16,-4 2 0-16,1-2 0 0,0 0 0 0,3 3 0 15,-3-3 0-15,3 0 0 0,0 0 0 0,0 2 0 0,2-2 0 0,1 3 0 16,0-3 0-16,0 3 0 0,3-3 0 0,-3 2 0 0,-1-2 0 16,-2 0 0-16,3 3 0 0,-3-3 0 0,-3 3 0 15,0-3 0-15,0 2 0 0,-4-2 0 0,1 0 0 16,0 0 0-16,-3 3 0 0,3-3 0 0,-3 0 0 15,0 0 0-15,0 0 0 0,0-3 0 0,-3 3 0 16,3 0 0-16,-3 0 0 0,3 0 0 0,-3 3 0 16,2-3 0-16,-2 0 0 0,0 0 0 0,0 0 0 15,-3 0 0-15,-3 0 0 0,6 0 0 0,-6 0 0 16,0 0-13-16,0 0 1 0,6 0 1 0,-6 0 0 16,0 0-28-16,0 0-5 0,0 0-2 0,0 0 0 15,-9 0-138-15,-3 0-27 0,0 3-5 0</inkml:trace>
  <inkml:trace contextRef="#ctx0" brushRef="#br1" timeOffset="-111169.688">19330 9414 1682 0,'0'0'35'0,"0"0"9"0,0 0-36 0,5-2-8 0,-5 2 0 0,0 0 0 16,0 0 111-16,0 0 20 0,0 0 4 16,0 0 1-16,0 0-43 0,0 0-8 0,0 0-1 0,0 0-1 15,0 0-35-15,0 0-8 0,0 0 0 0,0 0-1 16,0 0-11-16,-5 5-1 0,2 0-1 0,0 1 0 16,-3 2-9-16,3-3-1 0,-3 3-1 0,0 2 0 15,3 1-15-15,-3 0 9 0,0 2-9 0,0 0 8 16,0 3-8-16,-3 0 0 0,0 0 9 0,0 0-9 15,0-3 0-15,0 3 0 0,-3-3 0 0,0 0 8 16,4 0-8-16,-4-2 0 0,3-3 0 0,-3 2 8 16,3-2-8-16,0 0 0 15,0 0 0-15,0 0 0 0,0-2 0 0,3-1 0 0,0 0 0 0,-3-2 0 16,3-1 0-16,3 1 0 0,3-3 0 0,0 0 0 16,0 0 0-16,0 0 0 0,0 0 0 0,0 0 0 15,0 0 0-15,0 0 0 0,0 0 0 0,0-3 0 16,3-2 0-16,0 0 0 0,3 0-11 0,0-3 11 15,3 2 0-15,0-2-9 0,0 0 9 0,3 0 0 16,0-2 0-16,0-1-8 0,3 3 8 0,-3-5 0 16,2 0 0-16,1 0 0 0,-3-3 0 0,3 0 0 15,0 3 0-15,-3-1 14 0,3 1-2 0,-6 0 0 16,3 0 6-16,-3 2 1 0,-1 1 0 0,1 2 0 16,-3 0 2-16,0 0 1 0,0 0 0 0,0 5 0 15,-3 1-2-15,0-1 0 0,3 0 0 0,-6 3 0 0,3 0-2 16,-3 0-1-16,3-2 0 0,-3 2 0 0,6 2-1 0,-6-2-1 15,3 3 0-15,3 0 0 0,-3 2-4 0,0 0-1 0,3 3 0 16,-3-3 0-16,0 3-2 16,3 0-8-16,-3 0 12 0,3 3-4 0,0 2 2 0,-3-2 0 0,3 2 0 15,-3 0 0-15,3 0-2 0,-1 1-8 0,1-1 12 0,0 0-4 16,-3 0-8-16,3-2 8 0,0-1-8 0,0 1 8 16,0-3-8-16,0 0 0 0,3 0 9 0,-3 0-9 15,0 0 0-15,3-3 8 0,-3 3-8 0,3-3 0 16,0 0 0-16,0-2 0 0,3 2 0 0,-1-2-8 15,1 0-93-15,3-3-19 16,6 0-3-16</inkml:trace>
  <inkml:trace contextRef="#ctx0" brushRef="#br1" timeOffset="-108378.738">18716 11206 2109 0,'0'0'88'0,"-6"2"-70"15,0 4 79-15,0-4 16 0,1 4 3 0,-1 2 1 16,0-3-56-16,0 3-11 0,0 0-2 0,0 0-1 15,-3 2-24-15,3 1-5 0,0 2-1 0,0-2 0 16,-3 5-17-16,3-1 0 0,0 4 0 0,-3 0 0 16,3-1 9-16,-3 3-1 0,3-2-8 0,0 2 12 15,0 0-12-15,1 0 0 0,2 0 0 0,0 3 0 16,0-5 0-16,3-1 0 0,-3 1 0 0,6-3 0 16,-3 0-10-16,3-6 10 0,0 3-8 0,0-5 8 15,-1 0-19-15,4-3 2 0,0 1 0 0,0-4 0 16,0 1 9-16,0-6 8 0,3 1-12 0,0-4 12 15,0 1 12-15,3-5 8 0,0-1 3 0,0-2 0 16,3-3-23-16,0-3 0 0,-1-2 0 0,1-3 0 16,-3 3 0-16,3 0 0 0,-3 0 0 0,0-3 0 15,-3 3 56-15,0 2 6 0,-3-2 2 0,-3 3 0 0,-3-1-52 16,0 3-12-16,0-2 0 0,-6 2 0 0,-3 3 54 0,3-1 8 16,-6 1 2-16,3 0 0 0,-3 2-42 15,-3 3-8-15,3-2-2 0,-3 5 0 0,4-1-4 16,-4 4-8-16,3 2 11 0,0 0-11 0,0 2 0 0,3 1-22 15,0 2 3-15,0 1 1 0,3 1 18 0,0 1 17 16,3 3-3-16,0-3-1 0,0 3-13 0,3-1-16 0,3 1 3 0,0 2 1 16,3-2 12-16,3 2 0 0,3-3 0 0,0 4 0 15,0-4-16-15,6 1 2 0,0-1 1 0,2 4 0 16,-2-4 13-16,3 1 0 0,0-1 0 0,3 1 0 16,-3 2 0-16,-4 0 0 0,1-2 0 0,-3 2 0 15,0 0 0-15,-3-2 16 0,0 2-1 0,-3 0-1 16,0-2-14-16,-3 2-12 0,-3 0 3 0,0-2 0 15,-6 2 9-15,0-2 12 0,0-1-2 0,-3 4-1 16,-3-4-58-16,0 1-12 0,-3-1-3 0,0-2 0 16,-3 3 36-16,0-3 8 0,0 0 0 0,1 0 1 15,-1-3-21-15,0 0-4 0,0 1 0 0</inkml:trace>
  <inkml:trace contextRef="#ctx0" brushRef="#br1" timeOffset="-108085.584">19139 11312 2553 0,'-6'-8'53'0,"6"8"12"0,-3-6-52 16,0 4-13-16,0-1 0 0,-3 3 0 16,0 0 105-16,0 0 19 0,0 0 3 0,-3 3 1 0,3 2-103 0,0 0-25 0,-2 1 0 0,2 2 0 15,-3 0 56-15,3 2 7 0,0-2 1 0,0 5 0 16,0-2-52-16,0 2-12 0,3 3 0 0,-3 0 0 15,3 0 0-15,0 2 0 0,3 3 0 0,0 1 0 16,0-1 0-16,0 0 0 16,0 0 0-16,3 0 0 0,0-2 0 0,0-1 0 15,3-2 0-15,-3 3 0 16,3-9-32-16,0 3 1 0,3-5 0 0,-3 0 0 16,3-2-50-16,3-1-11 0,-4-2-1 0,4-3-1 15,3-6-130-15,0 4-25 0,0-6-6 0</inkml:trace>
  <inkml:trace contextRef="#ctx0" brushRef="#br1" timeOffset="-107833.804">19440 11330 2214 0,'0'-18'46'0,"0"-1"11"0,-3 3-45 0,3-2-12 0,0 2 0 0,-3 0 0 16,3 3 124-16,-3 0 24 0,0 2 4 0,3 0 0 16,-3 6-70-16,0 0-14 0,3 5-4 0,0 0 0 15,0 0-51-15,0 0-13 0,0 0 0 0,-3 5 0 16,0 3 54-16,0 3 8 0,3 2 2 0,-3 0 0 15,0 3-52-15,3 0-12 0,0 0 0 0,-3 0 0 16,3 2 0-16,-3 1 0 0,3-1 0 0,-3 3 0 16,3 0 0-16,-3 1 0 0,0-1 0 0,-3 3 0 15,3-1 0-15,0 4 0 0,0-1 0 0,0 1 0 0,0-3 0 16,0-1 0-16,0-1 0 0,0-1 0 16,0-3-48-16,0 1-13 0,-3-6-3 0,3 0 0 15,0 0-148-15,-3 1-31 0,3-6-5 0</inkml:trace>
  <inkml:trace contextRef="#ctx0" brushRef="#br1" timeOffset="-107607.021">19246 11460 1824 0,'0'0'76'16,"0"0"-60"-1,0 0 89-15,6 0 19 0,-3-3 3 0,3 3 1 16,3 3 0-16,-3-3 0 0,3 0 0 0,0 2 0 16,0 1-103-16,0 0-25 0,3-1 0 0,-1 1 0 15,1 0 56-15,0-3 7 0,-3 2 1 0,3-2 0 16,0-2-103-16,3-1-20 0,0 0-4 0</inkml:trace>
  <inkml:trace contextRef="#ctx0" brushRef="#br1" timeOffset="-107313.744">19666 11208 2067 0,'-6'-2'87'16,"3"2"-70"-16,3 0 89 0,0 0 18 0,0 0 3 0,0 0 1 16,0 0 0-16,0 0 0 0,0 0 0 0,0 5 0 15,3 3-103-15,3 0-25 0,-3 0 0 0,3 2 0 16,3 1 53-16,-3 0 6 0,3-1 1 0,-3 1 0 15,3 2-34-15,-4 0-6 0,1 1-2 0,-3-1 0 32,3 3-7-32,-3 0-2 0,-3-1 0 0,3 4 0 0,-3-1-25 0,-3 1-6 15,3 2-1-15,-3 3 0 0,-3-3 23 0,0 3 0 16,0 0 0-16,-2 0 0 0,-4-1 27 0,3-1 9 0,-3-1 3 16,-3-3 0-16,3-2-39 0,-6-3 0 0,3 1-9 15,-3-1 9-15,4-3-28 0,-1-2 3 0,0 3 0 0,0-3 0 31,0-3-88-31,3 0-18 0,3 3-3 0</inkml:trace>
  <inkml:trace contextRef="#ctx0" brushRef="#br1" timeOffset="-104823.18">23012 9687 1907 0,'0'0'40'0,"0"0"8"0,0 0-38 0,0 0-10 0,0 0 0 0,0 0 0 16,0 0 92-16,0 0 17 0,0 0 3 0,0 0 1 15,-6 0-45-15,3 3-10 0,3-3-2 0,-6 2 0 16,0-2-24-16,0 3-6 0,0 2-1 0,-3 1 0 31,3-4-6-31,-3 3-2 0,3 3 0 0,-3-2 0 0,-3 2-9 0,0 0-8 16,0-3 12-16,1 3-12 0,-4 2 0 0,0-2 0 15,0 0 0-15,0 3 0 0,0-3 0 0,-3 2 0 0,6 1-12 16,-3 0 3-16,4-4-6 0,-1 1-1 0,0 0 0 0,3 0 0 16,0-2 0-16,3-1 0 0,0-2 0 0,0 2 0 15,6-5 4-15,0 0 1 0,0 0 0 0,0 0 0 16,0 0-7-16,6-5-2 0,3-3 0 0,-3 0 0 15,6 0 6-15,0-3 1 0,3 1 0 0,2-4 0 16,-2 4 13-16,6-1 0 0,-3 1 0 16,3 2 0-16,0-3 20 0,0 0 1 0,-4 1 0 15,1 2 0-15,0-3 13 0,-6 1 2 0,3-1 1 0,-6 3 0 16,3 0 2-16,-3 0 0 0,-3 3 0 0,3 0 0 16,-4-1-5-16,1 1-1 0,-3 3 0 0,3 2 0 15,-6 0-1-15,3 0-1 0,-3 0 0 0,6 2 0 16,0 3-4-16,-3-2-1 0,3 2 0 0,0 3 0 15,0 0-9-15,0 0-1 0,0-2-1 0,0 1 0 16,3 1-7-16,-3 3-8 0,0-3 11 0,0 0-11 16,0 2 11-16,0-2-11 0,0 0 10 0,0 3-10 15,0-1 8-15,-4 1-8 0,1 0 0 0,3-1 0 16,-3 1 8-16,0-1-8 0,0 1 0 0,0-3 9 16,-3 0-20-16,3 0-4 0,0-3-1 0,0 0 0 15,3 1-178-15,0-4-36 0</inkml:trace>
  <inkml:trace contextRef="#ctx0" brushRef="#br1" timeOffset="-103794.612">22991 8819 2508 0,'0'0'71'0,"-3"-5"16"0,3 5-70 0,-3-5-17 0,3 5 0 0,-6 0 0 16,6 0 55-16,-6 0 7 0,0 0 2 0,0 2 0 16,-3 3 0-16,3 1 0 0,-3 2 0 0,0 2 0 15,3 1-52-15,-6 2-12 0,3 0 0 0,1 3 0 16,-1-3 0-16,0 3 0 0,3 0 0 0,-3 3 0 15,0-1 0-15,3 1 0 0,3-1 0 0,-3 6 0 16,3-5-48-16,3 2-13 0,0-3-3 0,0 3 0 16,0-5 52-16,3 0 12 0,3-3 0 15,0 1 0-15,0-6 0 0,3 0 0 0,0-3 0 0,0-3 0 16,3-2 0-16,2 0 0 0,-2-5 0 0,3 0 0 16,-3-3 0-16,0-3 0 0,3 1 0 0,-3-3 0 15,0-3 0-15,0-3 0 0,-3 3 0 0,2-5 0 16,-2 3 48-16,0-1 13 0,-3 1 3 0,3-1 0 15,-3-2-52-15,0 2-12 0,-3 1 0 0,0-3 0 0,0 2 0 16,-3 1 0-16,0-1 0 0,0-2 0 16,-3 2 41-16,0 1 6 0,0 2 1 0,-3-3 0 15,0 6-29-15,0 0-6 0,0 2-1 0,-3 4 0 16,0-1-4-16,-2 0 0 0,2 2-8 0,-3 4 12 0,3 2-12 16,-3 0 0-16,0 2 0 0,0 1 0 0,3 2 0 0,3 3 0 15,0 0 0-15,0 3 0 0,6-1-12 0,0 1 12 0,0 2-12 0,6 3 12 16,0-3-12-16,0 0 4 0,6 1 8 0,-3 2-13 15,3-3 13-15,0 3-11 0,0-3 11 0,0 0-10 16,2-2 10-16,-2 2 0 0,3-2 0 0,0-1 0 16,-3 1 0-16,3-3 0 0,-3 0 0 15,0 2-8-15,0-2 8 0,0 3 0 0,-4-1 0 0,1 1 0 16,-3-1 0-16,0 1 0 0,-3 0 0 0,0-1 0 16,-3 3 0-16,-3-2 9 0,0 2-9 0,-3 0 0 15,0 1-32-15,-3-1-14 0,1 0-2 0,-1-2-1 16,-3-1 39-16,0 4 10 0,0-7 0 0,0 4 0 15,0-3-80-15,3-3-13 0,0 1-3 16</inkml:trace>
  <inkml:trace contextRef="#ctx0" brushRef="#br1" timeOffset="-103490.893">23479 8764 2553 0,'0'0'108'16,"0"0"-87"-16,0 0 86 0,-6-3 17 0,6 3 3 0,-6 3 1 16,0-1-52-16,0 3-9 0,0 1-3 0,0 2 0 15,0 2-51-15,0 1-13 0,3 2 0 0,-3-2 0 16,0 5 0-16,0-1 0 0,1 4 0 0,-4-3 0 16,3 2 0-16,0 1 0 0,0 2 0 0,0 0 0 15,3 0 0-15,0 3 0 0,0 3 0 0,0-1 0 16,3 1 0-16,3-1 0 0,0 1 0 0,0-4 0 15,0 1 0-15,3-5 0 16,0-1 0-16,0 1 0 16,0-6-48-16,0-2-13 0,-1-1-3 0,1-2 0 0,3-3 52 0,0 1 12 15,0-4 0-15,3-2 0 16,0-2-215-16,3-4-40 0,0 1-8 0</inkml:trace>
  <inkml:trace contextRef="#ctx0" brushRef="#br1" timeOffset="-103213.258">23875 8703 2211 0,'-9'-24'46'0,"6"19"10"15,0-3-44-15,0 2-12 0,0 4 0 0,3 2 0 16,0 0 97-16,0 0 18 0,0 0 3 0,0 0 1 16,0 0-49-16,0 0-10 0,-3 5-1 0,0 0-1 15,0 6-17-15,0-1-3 0,0 4-1 0,3 2 0 16,-3-1-2-16,3 1-1 0,0 3 0 0,-3-1 0 15,3 1-13-15,-3 2-2 0,3-2-1 0,-3 2 0 0,3 0-9 16,-3 0-1-16,0-2-8 0,3 2 12 16,-3 0-12-16,0 3 0 0,0 0 8 0,0 2-8 15,0-2 0-15,0 2 0 0,-3-2 0 0,3 3 0 16,-3-4-19-16,1-1-3 0,-1-1-1 0,0-3 0 16,-3-2-33-16,3-3-6 0,-3 1-2 0,3-1 0 15,-3-3-128-15,3-2-27 0,0 3-5 0</inkml:trace>
  <inkml:trace contextRef="#ctx0" brushRef="#br1" timeOffset="-103002.931">23663 9004 2055 0,'-3'-5'87'0,"-2"2"-70"15,5 3 111-15,0 0 21 0,0 0 5 0,0 0 1 16,5-2-63-16,1-1-12 0,0-2-2 0,0 5-1 15,3-3-30-15,0 3-7 0,0 0 0 0,3 0-1 16,0 0-20-16,0 0-4 0,0 0-1 0,3 0 0 16,-3 0-14-16,-1 0 0 0,4 0-9 0,0 0 9 15,0 0-192-15,-3-2-32 0</inkml:trace>
  <inkml:trace contextRef="#ctx0" brushRef="#br1" timeOffset="-102757.815">24042 9081 1968 0,'0'0'41'0,"0"0"9"0,0 0-40 0,0 0-10 0,5 0 0 0,1-3 0 16,0 3 95-16,0 0 17 0,3 0 3 0,0 0 1 16,0 0-47-16,0 0-9 0,0 0-1 0,3 0-1 15,-3 0-20-15,3 0-4 0,0 0-1 0,0 3 0 16,-1-3-10-16,1 0-3 0,-3-3 0 0,3 3 0 15,-3 0-10-15,3-2-2 0,-3 2-8 0,3-3 12 16,-3 3-12-16,3-3 0 16,0 1 0-16,-1-1 0 15,-2 3-81-15,3-2-13 0,-3-1-2 0</inkml:trace>
  <inkml:trace contextRef="#ctx0" brushRef="#br1" timeOffset="-102463.679">24265 8925 2501 0,'-3'-11'71'0,"0"3"15"15,3 0-69-15,0 3-17 0,0-3 0 0,0 3 0 16,0 0 83-16,0 5 13 0,0 0 2 0,0 0 1 16,0 0-34-16,0 0-6 0,0 0-2 0,0 0 0 15,0 0-16-15,0 0-3 0,0 0-1 0,3 5 0 16,-3 3-17-16,3 0-3 0,-3 0-1 0,0 0 0 15,0 2-8-15,0 1-8 0,0 2 12 0,0-2-12 16,-3 5 8-16,3-3-8 0,-3 5 0 0,0-2 0 16,3 3 0-16,0-1 0 0,-3 3 0 0,3 1 0 15,-3-1-10-15,3-3-6 0,0 3 0 0,-3-2-1 16,3-3-18-16,0 0-3 0,-3-3-1 0,3 0 0 16,0-2-65-16,0-1-14 0,0-2-2 0,0 0-1 15,0 0-102-15,0-8-20 0</inkml:trace>
  <inkml:trace contextRef="#ctx0" brushRef="#br1" timeOffset="-102181.613">24589 8917 2006 0,'3'-8'84'0,"-3"3"-67"15,3-1 113-15,0 1 22 0,-3 5 5 0,0 0 1 16,0 0-57-16,0 0-11 0,0 0-2 0,0 0-1 15,0 0-26-15,0 0-5 0,0 8 0 0,3 0-1 16,-3 0-23-16,-3 0-4 0,3 0 0 0,-3 2-1 16,3 1-12-16,-3 2-3 0,0-2 0 0,0 2 0 15,0 0-12-15,0 3 0 0,0 0 8 0,0 3-8 16,0-4 0-16,0 4 0 0,0 0 8 0,0-1-8 16,-3-2 0-16,3 2-13 0,1-2 2 0,-1 0 1 15,-3-3-31-15,3 1-7 0,0-4 0 0,0 1-1 16,0-3-123-16,3-3-24 0,-3 0-4 0</inkml:trace>
  <inkml:trace contextRef="#ctx0" brushRef="#br1" timeOffset="-101873.241">24702 8861 2412 0,'0'-26'50'0,"0"18"12"0,0 0-50 0,0 3-12 0,3-3 0 0,0 3 0 15,0 2 105-15,-3 3 19 0,6-3 3 0,0 3 1 16,0 0-48-16,0 3-10 0,0 2-2 0,0 1 0 16,0 1-21-16,3 1-5 0,-3 3-1 0,3 0 0 15,-3-1-15-15,0 1-3 0,3 2-1 0,-3 0 0 16,-4-2-12-16,4 2-2 0,-3 0-8 0,0 3 12 16,-3-3-12-16,0 6 9 0,-3-1-9 0,0 1 8 15,0 2-8-15,-2 3 8 0,-4 0-8 0,3 0 8 16,-3-1-8-16,-3 1 0 0,0-3 0 0,0 3 8 15,-3-5-8-15,0-1 0 0,0 1 0 0,-3-1-11 16,4-5 2-16,-4 1 0 0,0-1 0 0,-3-3 0 16,0-2-22-1,0 0-4-15,-2 0-1 0,2-2 0 0,-3-1-167 0,3-2-33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53:22.739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10084 15233 1143 0,'0'0'48'0,"0"0"-38"15,0 0 93-15,0 0 18 0,0 0 4 0,0 0 1 16,0 0-30-16,0 0-7 0,0 0-1 0,0 0 0 16,0 0-18-16,0 0-4 0,0 0-1 0,0 0 0 15,0 0-29-15,0 0-7 16,0 0-1-16,0 0 0 0,0 0 20 0,0 0 3 15,0 0 1-15,0 0 0 0,0 0-32 0,0 0-7 0,0 0-1 0,-6 0 0 16,6 0-12-16,0 0 0 0,0 0 0 0,-6 0 0 16,6 0 28-16,-6 3 4 0,6-3 0 0,-3 2 0 15,3-2-20-15,-6 6-3 0,6-6-1 0,-3 2 0 16,3-2-8-16,-6 3 8 0,6-3-8 0,-3 5 8 16,3-5-8-16,-5 3 12 0,5-3-12 0,-3 5 12 15,3-5-12-15,-3 3 10 0,3-3-10 0,-6 5 10 16,6-5-10-16,-3 5 0 0,3-5 0 0,-3 3 0 15,3-3 0-15,-6 5 8 0,6-5-8 0,-3 6 0 16,3-6 0-16,-3 2 0 0,3-2 8 0,-3 6-8 16,3-6 0-16,-6 5 0 0,6-5 0 0,-3 5 0 15,3-5 0-15,0 0 0 0,-3 5 0 0,3-5 0 16,0 0 0-16,0 6 0 0,0-6 0 0,0 0 0 16,-3 5 0-16,3-5 0 0,0 5 0 0,0-5 0 15,0 6 0-15,-3-1 0 0,3-5 0 0,-3 5 0 16,3-5 0-16,0 0 0 0,0 5 0 0,0-5 0 15,0 6 0-15,0-6 0 0,0 2 0 0,0-2 0 0,0 0-8 16,0 6 8-16,0-6 0 0,0 0 0 0,3 5 0 0,-3-5 0 0,0 0-9 0,3 5 9 16,0 1 0-16,0-4 0 0,-3-2 0 15,3 5 0-15,3-2 0 0,-3 2 0 0,-3-5 0 0,3 3 0 16,0 0 0-16,3-1 0 0,-3-2 0 0,0 3 0 16,3 0 0-16,-3-3 0 0,3 0 0 0,-1 2 0 15,-2-2 0-15,0 0 0 0,3 0 0 0,-3 0 0 16,3 0-8-16,-6 0 8 15,3 0 0-15,0 3 0 0,3-3 0 16,-3 0 0-16,0 0 0 0,3 0 0 0,-6 0 0 0,3-3-8 0,3 3 8 16,-6 0 0-16,3-2 0 0,-3 2 0 0,3 0 0 0,3-3 0 15,-6 3 0-15,3-3 0 0,3 1 0 0,-3 2 0 16,-3 0 0-16,3-6 0 0,3 4 0 0,-6 2 0 16,3-3 0-16,-3 3 0 0,3-5 0 0,0 2 0 15,-3 3 0-15,0-5 0 0,3 2 0 0,0-2 0 16,-3 5 8-16,0-5 6 0,0-1 1 0,0 1 0 15,0 0-15-15,0-1 0 0,0 1 0 0,0 0 0 16,0 0 0-16,0-1 0 0,0 4 0 0,0 2 0 16,0-8 39-16,0 2 5 0,-3 1 0 0,3 3 1 15,-3-4-25-15,3 1-4 0,0 5-2 0,-3-5 0 16,3-1-14-16,-3 1 11 0,3 5-11 0,0-5 10 16,-3 2 1-16,0-2 0 0,3 2 0 0,0 3 0 15,-3-5-3-15,0 2 0 0,3 3 0 0,-3-2 0 0,3 2-8 16,-3-6 0-16,3 6 9 0,-3-2-9 15,3 2 0-15,0 0 0 0,-3-6 0 0,3 6 8 16,-3-2-25-16,3 2-5 0,0 0-1 0,0 0 0 0,-6-3 39 16,6 3 8-16,0 0 2 0,-6-3 0 0,6 3-26 0,0 0 0 0,0 0 0 15,-6-2 0-15,6 2-18 16,0 0-6-16,0 0 0 0,0 0-1 0,-6-3 25 0,6 3 0 0,0 0 0 16,-6 0 0-16,6 0 0 0,0 0 0 15,0 0 0-15,-6 0 0 0,6 0 0 0,0 0 0 0,0 0 0 16,-6 3 0-16,6-3 0 0,0 0 0 0,-6 0 0 0,6 0 0 15,-6 2 16-15,6-2 8 0,-3 0 1 0,3 0 1 16,-6 3-18-16,6-3-8 0,0 0 8 0,0 0-8 16,-5 3-19-16,5-3-9 0,0 0-1 15,-6 5-1-15,6-5 45 0,0 0 9 0,0 0 1 0,-3 5 1 16,3-5-26-16,0 0 0 0,-3 6 0 0,3-6 0 16,-3 5-13-16,3-5-5 0,0 0-1 0,-3 5 0 15,3-5-132-15,-3 5-26 0</inkml:trace>
  <inkml:trace contextRef="#ctx0" brushRef="#br0" timeOffset="14831.963">11168 3699 1584 0,'0'0'67'16,"0"0"-54"-1,0 0 127-15,0 0 26 0,0 0 5 0,0 0 1 16,0 0-66-16,0 0-13 0,0 0-2 0,0 0-1 16,0 0-36-16,0 0-7 0,0 0-2 0,0 0 0 15,0 0-10-15,6-3-3 0,-6 3 0 0,6 0 0 16,-3 0-9-16,3 0-3 0,-6 0 0 0,5 3 0 15,1 0-8-15,0 2-3 0,0 3 0 0,0-5 0 16,0 5-9-16,0-3 0 0,3 3 9 0,-3 0-9 16,0 0 0-16,3 0 0 0,0 0 0 0,0 2 8 15,0-2-8-15,-3-3 0 0,3 1 0 0,-3 4 8 0,3-7-8 16,-1 2 0-16,-2-5 0 0,3 8 0 0,0-8 0 0,-3 0 0 16,3 0 0-16,0 0 0 15,-3 0 8-15,3-5 1 0,0 2 0 0,-3-2 0 16,3 2-9-16,0-5 0 0,-3 0 0 0,3 3 0 15,-3-3 0-15,2-2 0 0,1 2 0 0,-3 0 0 16,3-3 16-16,0 3 0 0,-3-2 1 0,3 2 0 0,0 0-17 0,-3-3 8 16,3 3-8-16,-3 3 0 15,3-3-16-15,-3 0-9 0,0-3-3 0,3 3 0 16,-3-2-145-16,0 2-30 0</inkml:trace>
  <inkml:trace contextRef="#ctx0" brushRef="#br0" timeOffset="20701.697">11311 2503 2374 0,'0'0'49'0,"0"0"12"0,0 0-49 0,0-5-12 0,0 5 0 0,0 0 0 31,0 0 77-31,0 0 13 0,0 0 2 0,0 0 1 0,0 0-60 0,0 0-12 0,0 0-2 0,0 0-1 16,0 0 37-16,-3 8 7 0,0-3 2 0,0 3 0 16,3 3-52-16,-3-1-12 0,0 1 0 0,3 2 0 15,-3 0 0-15,3-2 0 0,0 5 0 0,-3 2 0 16,3-2 0-16,0 0 0 0,0 0 0 0,-3 2 0 16,3-2 0-16,0 0 0 0,0-3 0 0,-3 3 0 15,3-3 0-15,0 3 0 16,0-2 0-16,0-4 0 0,0 1 0 0,0-1 0 15,0-2 8-15,0 0-8 0,0 0 0 0,0-3 0 0,0 1 0 0,0 2 0 16,0-8 0-16,0 2 0 0,0-2 0 0,3 6 0 16,-3-6-12-16,0 0-8 0,0 0-1 0,3 2-1 15,-3-2-90 1,6 5-17-16,0-5-4 0</inkml:trace>
  <inkml:trace contextRef="#ctx0" brushRef="#br0" timeOffset="21453.537">11846 3673 2030 0,'0'0'57'0,"-6"5"14"15,6-5-57-15,-6 3-14 0,0 2 0 0,1-2 0 16,2 2 54-16,-3 0 8 0,3 3 2 0,-3 0 0 16,3 0 0-16,-3-3 0 0,3 6 0 0,0 2 0 15,3-5-52-15,-3 5-12 0,3-2 0 0,-3 2 0 16,3 0 0-16,0 3 0 0,3-5 0 0,-3 2 0 15,3 0 0-15,0-2 0 0,0-1 0 0,3 1 0 16,0-3 0-16,0 0 0 0,0 2 0 0,0-2 0 0,2-5 0 0,-2 0 0 16,3 2 0-16,0-2 0 0,0-3 0 0,3 0 0 0,-3 0 0 0,3 0 0 15,0-3 0-15,0 0 0 0,0 1 0 0,0-4 0 16,-1 1 51-16,-2-3 4 0,3 3 1 0,-3-3 0 16,0 0 12-16,-3-3 2 0,0 1 1 15,3-1 0 1,-6-2-57-16,3 0-14 0,-3 2 0 0,-3-5 0 0,3 3 54 0,-3 0 8 15,-3 0 2-15,3 2 0 0,-3 3-52 0,0-5-12 0,0 0 0 16,0 5 0 0,-3-3 0-16,0 3 0 0,-3 0 0 0,3 3 0 0,-3 0-48 15,0 2-13-15,0-2-3 0,0 2 0 0,1 3 0 16,-1-5 0-16,0 2 0 0</inkml:trace>
  <inkml:trace contextRef="#ctx0" brushRef="#br0" timeOffset="22447.551">15201 3707 1523 0,'0'0'32'0,"0"-5"7"0,0 2-31 0,0 3-8 0,0-5 0 0,0 5 0 16,0-3 136-16,0-2 27 0,0 5 5 0,0 0 0 16,0 0-43-16,0 0-9 0,0 0-1 0,3-8-1 15,-3 8-32-15,0 0-6 0,0 0-2 0,0 0 0 16,0 0-38-16,0 0-7 0,0 0-1 0,0 0-1 16,0 0-13-16,0 0-2 0,0 0-1 0,6 0 0 15,-6 0-11-15,3 0 0 0,3 3 9 0,0 2-9 16,-3-2 0-16,0 2 0 0,3 0 0 0,-3 3 0 15,0 0 0-15,3-5 0 0,0 5 0 0,0 0 0 16,-1 2 0-16,1-2 0 0,0 0 0 0,3 3 0 16,-3-1 0-16,3-7 0 0,0 2 0 0,0 0 0 15,0 1 0-15,0-4-8 0,0 1 8 0,0 2 0 16,0-5 0-16,0 0-8 0,0 0 8 0,2-5 0 16,1 2 0-16,-3 1 0 0,3-1 0 0,0-2 0 15,0 2 0-15,0-5 8 0,0 3 0 0,0 0 0 16,0-3-8-16,0 2 0 0,-4 1-8 0,1 0 8 15,0-3 0-15,0 3 0 0,0-3 0 0,-3 5 8 16,0-5-8-16,0 0 0 0,-3 0 0 0,3 3 8 16,-3 0-38-16,3 2-7 0,-3-5-2 0,0 3 0 15,0 2-148-15,3-5-29 0</inkml:trace>
  <inkml:trace contextRef="#ctx0" brushRef="#br0" timeOffset="23005.478">15326 2810 1759 0,'0'0'74'16,"0"0"-59"-16,0 0 125 0,0 0 26 0,0 0 5 0,0 0 1 15,0 0-60-15,0 0-11 0,0 0-2 0,0 0-1 16,0 0-43-16,0 8-9 0,0-3-2 0,-3 3 0 15,3 5-8-15,0-7-3 0,0 4 0 0,0 4 0 16,3-1-13-16,-3 3-4 0,0-6 0 0,3 9 0 16,-3-3-7-16,0 5-1 0,3-5-8 0,0 5 12 15,-3-3-12-15,3 4 0 0,0-4 0 0,0 1 0 16,0-1 30-16,0-2 0 0,0-3 0 0,0 3 0 16,0 0-75-16,0-3-15 15,0 3-4-15,0-5 0 0,0 2-102 0,0 0-21 16,0-8-4-16</inkml:trace>
  <inkml:trace contextRef="#ctx0" brushRef="#br0" timeOffset="23707.319">15883 3702 1976 0,'-6'0'41'0,"-3"0"9"16,3 5-40-16,0-5-10 0,3 0 0 0,-3 3 0 15,0 2 72-15,0-2 13 0,3 2 3 0,-3-2 0 16,0 2-20-16,3 0-3 0,0 3-1 0,0 0 0 16,0 0-51-16,3 0-13 0,-3 5 0 0,3-5 0 15,0 0 54-15,0 5 8 0,0-2 2 0,0-1 0 16,3-2-52-16,-3 3-12 0,3 2 0 0,3-8 0 15,-3 3 0-15,3 0 0 0,0 0 0 0,0-2 0 16,0-1 0-16,3 0 0 0,0-2 0 0,0-1 0 0,0-2 0 16,3 0 0-16,-1-2 0 0,-2-1 0 0,3-2 0 0,3 0-10 15,-3 2 2-15,0 0 0 0,0-5 30 0,0-2 6 16,0 2 2-16,0 0 0 0,-3 0-4 0,2-3-1 16,-2 1 0-16,0 2 0 0,-3-3-6 15,0 1-2-15,0 2 0 0,0-3 0 16,-3 1-17-16,3-1 0 0,-3 3 0 0,-3-5 0 0,3 5 0 0,-3 0 0 15,-3 0 0-15,3 0 0 0,-3 0 55 0,-3 3 7 0,3 0 2 16,-3 2 0-16,0-2-52 0,-3 2-12 0,0-2 0 0,-3 2 0 16,4 3-48-1,-4 0-13-15,0 0-3 0,0 0 0 0,0 0-51 16,-3 0-10-16,3 3-3 0</inkml:trace>
  <inkml:trace contextRef="#ctx0" brushRef="#br0" timeOffset="26737.654">19276 3699 1326 0,'0'0'56'0,"0"0"-45"16,0 0 102-16,0 0 21 0,0-3 4 0,0 3 1 15,-3-5-31-15,3 5-5 0,0 0-2 0,0 0 0 16,3-5-26-16,-3 5-6 0,0 0-1 0,0 0 0 16,0 0-19-16,0 0-4 0,0 0-1 0,0 0 0 15,3 0-9-15,-3 0-3 0,0 0 0 0,6-5 0 16,-6 5-12-16,3 5-2 0,3-5-1 0,0 3 0 15,-3-1-5-15,0 3-2 0,3-2 0 0,-3 5 0 16,3 0-10-16,-3-5 0 0,3 5 0 0,-1 2 8 16,-2-2-8-16,3 3 0 0,0-1 0 0,0 1 0 15,-3 2 0-15,3-5 0 0,0 5 0 0,0-5 0 16,-3 3 0-16,3-3 0 0,0 2 0 0,-3-2 0 16,3 0 0-16,0-3 0 0,0 1 0 0,0-4 0 15,0 1 0-15,0 2 0 0,0-5 0 0,0 3 0 16,0-6 0-16,0 3 0 0,0-5 0 0,-1 2 0 0,4-2 0 15,-3 0 0-15,3-3 8 0,0 0-8 0,0 0 12 16,0-3-4-16,0 1 0 0,0-1 0 0,0 1-8 0,0-1 12 0,0-2-12 0,0 0 12 16,-3 2-12-16,3 3 0 0,-1-8 0 15,-2 6 8-15,0 2-8 0,0-3-11 0,0 3 3 0,0 3 0 32,0-3-42-32,-3 0-8 0,3 0-2 0,0 0 0 0,0 3-150 15,0-3-30-15</inkml:trace>
  <inkml:trace contextRef="#ctx0" brushRef="#br0" timeOffset="27432.819">19392 2852 851 0,'0'0'36'16,"0"0"-36"0,0 0 109-16,0 0 15 0,0 0 4 0,0 0 0 15,0 0-52-15,0-5-9 0,0 5-3 0,0 0 0 16,3-3 0-16,-3 3 0 0,0 0 0 0,0 0 0 15,0 0 52-15,0 0 9 0,0 0 3 0,0 0 0 16,0 0-52-16,0 0-9 0,0 0-3 0,0 0 0 16,0 0 0-16,0 0 0 0,0 0 0 0,0 0 0 15,0 0-51-15,0 0-13 0,0 0 0 0,3 6 0 16,-3 2 54-16,3 0 8 0,-3 0 2 0,0-1 0 16,3-1-52-16,-3 2-12 0,0 0 0 0,0 2 0 15,0 1 0-15,3-1 0 0,-3 4 0 0,0-4 0 16,0 3 0-16,0 1 0 0,0-4 0 0,0 4 0 15,0-1 0-15,0 0 0 0,0-2 0 0,3 2 0 16,-3 0-48-16,0-5-13 0,3 5-3 0,-3-2 0 16,0-3-120-16,3 0-24 0,0 0-4 0</inkml:trace>
  <inkml:trace contextRef="#ctx0" brushRef="#br0" timeOffset="28214.752">19970 3789 1444 0,'0'0'60'0,"0"0"-48"16,0 0 112-16,0 0 21 0,0 0 5 0,0 0 1 16,0 0-52-16,-6-5-11 0,6 5-1 0,-6 0-1 15,-3 0-25-15,6 5-5 0,3-5 0 0,-9 3-1 16,3 2-47-16,3 3-8 0,-3 0 0 0,0 0 0 16,3 2 0-16,0-2 0 0,-3 8 0 15,3-8 0-15,3 3 0 0,-3-1 0 0,3 1 0 0,0-1 0 16,0 1-8-16,0-3 8 0,3 3-8 0,0-3 8 15,0-3 0-15,0 5-8 0,3-7 8 0,0 5 0 16,0-5 0-16,0 2 0 0,0-2 0 0,3 5 0 16,0-8 0-16,0 0 0 0,2 0 0 0,-2 0 0 15,0 0 10-15,3-6 7 0,-3 4 2 0,3-1 0 16,-3-2 19-16,0 2 4 0,3 0 1 0,-3-5 0 16,0 0-1-16,0 1 0 0,-3 1 0 0,-1-2 0 15,1 0-11-15,-3-2-3 0,0-1 0 0,0 3 0 0,0-5-6 16,-3 0-2-16,0 2 0 0,-3-2 0 15,0 2-9-15,3-2-3 0,-3 5 0 0,-3-8 0 0,3 6-8 16,-2 2 0-16,-1-3 0 0,0 3 8 0,0 3-8 0,-3 0 0 0,0 2 0 16,0-5 0-1,0 6-31-15,0-1-1 0,-3 0-1 0,0 3 0 16,3 3-91-16,0 0-17 0,-3-3-4 0</inkml:trace>
  <inkml:trace contextRef="#ctx0" brushRef="#br0" timeOffset="29255.935">23384 3707 850 0,'0'0'17'0,"-6"0"6"15,0 0-23-15,6 0 0 0,-6 0 0 0,6 0 0 0,-6 0 107 0,6 0 17 0,-6 0 3 0,6 0 1 32,-6 0-52-32,6 0-9 0,0 0-3 0,-6 0 0 15,6 0 0-15,-6 0 0 0,6 0 0 0,0 0 0 16,0 0 51-16,-6-5 9 0,6 5 3 0,0 0 0 16,0 0-50-16,0 0-9 0,0 0-3 0,0 0 0 15,0 0-1-15,0 0 0 0,0 0 0 0,0 0 0 16,0 0-51-16,0 0-13 0,0 0 0 0,0 0 0 0,0 0 54 15,3-3 8-15,-3 3 2 0,0 0 0 0,3-3-52 0,3 3-12 0,0-2 0 0,-3 2 0 16,3 2 0-16,0-2 0 0,0 3 0 0,0 5 0 16,0-5 0-16,0 2 0 0,0 3 0 0,0-5 0 15,0 5 0-15,-1 2 0 0,1-2 0 0,3 0 0 16,-3 0 0-16,3 0 0 0,0 0 0 0,-3 0 0 16,3 0 0-16,0 2 0 0,0-7 0 0,0 5 0 15,0-3 0-15,3-2 0 0,-3 2 0 16,0 0 0-16,-1-5 0 15,1 3 0-15,0-3 0 0,0-3 0 0,-3 3 0 0,3-2 0 0,-3-1 0 0,0 0 0 16,0-2 0-16,0 0 0 0,0-3 0 0,0 0 0 16,0 0 0-16,0 0 8 0,0 0-8 0,0-2 0 15,0 2 0-15,0-3 8 0,2 3-8 0,-2-8 0 16,0 6 0-16,3-1 0 0,0 0 0 0,-3 1 0 16,3 2-24-16,-3-8-4 0,3 5 0 0,-3 1-1 15,3-1-125-15,-3-2-25 0,3 2-5 0</inkml:trace>
  <inkml:trace contextRef="#ctx0" brushRef="#br0" timeOffset="29762.599">23509 2757 1824 0,'0'0'38'0,"-6"-3"8"16,6 3-37-16,0 0-9 0,0 0 0 0,-3-5 0 15,3 5 53-15,0 0 9 0,0 0 2 0,0 0 0 16,0 0 0-16,0 0 0 0,0 0 0 0,0 0 0 0,0 0-52 0,0 0-12 0,-3 8 0 0,0-3 0 15,3 3 54-15,-3 0 8 0,3-2 2 0,-3 4 0 16,3-2-52-16,-3 3-12 0,0-1 0 16,3 4 0-1,-3-1 0-15,0 3 0 0,0-6 0 0,0 9 0 16,0-1 0-16,3 1 0 0,-3 2 0 0,3 5 0 16,-3 1 0-16,3-6 0 0,0 3 0 0,3 5 0 0,-3-11 0 0,3 9 0 15,-3-6 0-15,3 0 0 16,0-2-48-16,0-1-13 0,0 1-3 0</inkml:trace>
  <inkml:trace contextRef="#ctx0" brushRef="#br0" timeOffset="30418.221">24110 3678 1866 0,'0'0'52'0,"0"0"13"0,-6 0-52 16,0 0-13-16,0 0 0 0,0 3 0 0,0 2 80 0,0-5 12 0,6 0 4 0,-6 3 0 15,0-1-42-15,0 1-8 0,0 2-2 0,0 3 0 16,4-5-23-16,-4 5-5 0,0-3 0 0,0 6-1 16,3-1-15-16,-3-2 0 0,3 3 0 0,0 2 0 31,0 0 0-31,0-2 0 0,3 2 0 0,-3 0 0 0,3 0 16 0,0 3 1 0,3-8 0 0,-3 5 0 16,3-2-17-16,0 0 0 0,0-4 0 0,3 4 0 31,-3-6-26-31,3 3-9 0,3-5-1 0,-3 2-1 0,2-2 8 15,1 0 1-15,0-3 1 0,0 2 0 0,3-2 45 0,-3 0 9 0,3-2 1 0,-3-1 1 16,3 0-1-16,0 1 0 0,-3-4 0 0,3 1 0 16,-4 2 18-16,4-5 3 0,-3 0 1 0,0 1 0 15,0 1-2-15,-3-2-1 0,3-2 0 0,-3-1 0 16,-3 3-9-16,3-5-2 0,-3 2 0 0,0 1 0 16,0-1-11-16,0-5-2 0,-3 6-1 0,0-3 0 15,-3 2-10-15,3 3-3 0,-3 0 0 0,-3-5 0 16,3 5-9-16,-3 0 0 0,0 0 0 0,-3 3 8 15,0-3-22-15,0 3-5 0,-3 2-1 0,0-2 0 16,1 2-102-16,-4 3-21 0,-3-5-4 0</inkml:trace>
  <inkml:trace contextRef="#ctx0" brushRef="#br0" timeOffset="49437.184">8349 6647 1659 0,'0'0'34'0,"0"0"10"0,0 0-36 0,0 0-8 0,0 0 0 0,0 0 0 16,-6 0 116-16,6 0 22 0,-6 0 4 0,6 0 1 15,-6 2-47-15,6-2-8 0,0 0-3 0,-6 3 0 16,0 0-25-16,3-1-4 0,3-2-2 0,-6 6 0 15,0 2-16-15,3-3-3 0,0 0-1 0,-3 3 0 16,3 0-12-16,0 3-2 0,0-3-1 0,0 2 0 16,0 1-11-16,0-1-8 0,0-2 9 0,0 5-9 15,3-5 8-15,0 3-8 0,-3 0 0 0,3-3 0 16,0 2 0-16,3-2 0 0,-3 0 0 0,3 0 0 16,0 0 0-16,0 0 0 0,3 0 0 0,0-3 0 15,0 0 0-15,0 1 0 0,3-1 0 0,0-2 0 16,0 2 0-16,3-3 0 0,-3-2 0 0,3 3 0 0,-3-3 0 15,6 0 0-15,-4 0-8 0,1-3 8 0,0 3 0 0,0-2 0 16,-3-3 0-16,3 2 0 0,-3-2 0 0,3-3 0 16,-3 2 12-16,0 1-3 0,0 0 8 0,0-3 2 0,-3 0 0 15,-1 3 0-15,1-3 5 0,0 0 2 0,-3 2 0 0,0-1 0 16,0-1 10-16,0 0 1 0,-3 0 1 16,3-3 0-16,-3 1-30 0,-3 2-8 0,3-3 0 0,-3 0 0 15,0 1 28-15,-3 2 4 16,3-3 0-16,-3 3 1 0,0 3-21 15,4-3-12-15,-4 3 12 0,0 0-12 0,0-1 8 0,0 4-8 0,3-1 0 0,-3 0 0 16,0 3 0-16,-3 0-19 0,3 0 3 0,-3 0 0 16,3 0-74-16,-3 0-14 0,0 3-4 15</inkml:trace>
  <inkml:trace contextRef="#ctx0" brushRef="#br0" timeOffset="58119.735">9272 7049 1130 0,'0'0'32'0,"0"0"8"0,0 0-32 0,0 0-8 0,0 0 0 0,0 0 0 15,0 0 81-15,0 0 15 0,0-5 4 0,0 5 0 16,0 0-11-16,0 0-1 0,0 0-1 0,0 0 0 16,0 0-27-16,0 0-6 0,0 0-1 0,-3-3 0 15,3 3-7-15,0 0-2 0,0 0 0 0,0 0 0 16,0 0-4-16,0 0-2 0,0 0 0 0,0 0 0 16,0 0-12-16,0 0-2 0,0 0-1 0,0 0 0 15,0 0-7-15,0 0 0 0,0 0-1 0,0 0 0 16,0 0-2-16,0 0 0 0,0 0 0 0,0 0 0 15,0 0 1-15,0 0 0 0,0 0 0 0,0 0 0 16,0 0 2-16,6-3 0 0,-3 3 0 0,-3 0 0 16,0 0-5-16,5 0-1 0,-2 0 0 0,3 0 0 15,0 0-1-15,-3 0 0 0,3 0 0 0,0 0 0 16,-3 0 2-16,3-2 0 0,3 2 0 0,-3 0 0 0,3 0-11 0,-3 0 0 0,3 0 0 0,3 0 0 16,-3 0 8-16,3 0-8 15,0 0 12-15,-4 0-4 16,7 0-8-16,-3 0-9 0,3 0 9 0,0 0-13 15,0 0 13-15,0 0 0 0,0 0 0 0,-3 0 0 16,2 0 10-16,-2 2 5 0,3-2 1 0,-3 0 0 0,3 3-26 0,-3-3-5 0,0 0-1 16,0 3 0-16,-3-3 16 0,3 2 0 0,-3-2 0 0,-1 3 0 15,4-3 11-15,-3 3 5 0,0-3 0 0,0 2 1 16,3-2-27-16,-3 3-6 0,0-3 0 0,0 0-1 16,3 3 29-16,-3-3 5 0,3 0 2 0,-3 2 0 15,2-2-19-15,1 0 0 0,0 0 0 0,-3 0 0 16,3 0 0-16,0 0 0 0,0 0 0 0,0 0 0 15,0 0 0-15,0 0 0 0,-1 0 0 0,1 0 0 16,0 0 0-16,0 0 0 0,0 0 0 0,-3 0 0 16,3 0 0-16,0 0 0 0,0 0 0 0,0 3 0 15,-3-3 0-15,0 0 0 0,2 0 0 0,-5 0 0 16,3 0 8-16,-3 0-8 0,3 0 0 0,-3 0 0 16,0 0 8-16,3 0-8 0,-3 0 0 0,3 0 0 15,-3 0 8-15,3 0-8 0,0 0 0 0,-3 0 0 16,3 0 8-16,0 2-8 0,-1-2 0 0,1 3 0 15,3-3 0-15,-3 0 0 0,6 0 8 0,-6 0-8 16,3 3 0-16,0-3 0 0,3 0 0 0,-3 2 0 16,0-2 8-16,2 3-8 0,-2-3 0 0,3 0 0 15,-3 3 0-15,3-3 0 0,-3 0 8 0,0 0-8 0,0 2 0 0,0-2 10 16,0 3-10-16,-4-3 8 0,4 3 2 16,0-1 0-16,-3-2 0 0,0 0 0 15,-3 0-2-15,3 0 0 0,-3 0 0 0,3 0 0 0,-3 0 0 0,0 0-8 0,3 0 12 16,-3 0-4-16,3 0-8 0,0-2 8 15,-3 2-8-15,2-3 8 0,1 3-8 0,-3 0 8 0,3-3-8 16,0 3 8-16,0 0-8 0,0-2 0 0,0 2 0 0,0 0 0 16,0 0 8-16,0 0-8 0,0 0 0 0,0 0 8 15,0 0-8-15,0 0 0 0,-1 0 9 0,1 0-9 16,0 0 0-16,0 0 9 0,0 0-9 0,0 0 0 16,-3 0 9-16,3 0-9 0,0 0 0 0,0 0 9 15,0 0-9-15,-3 0 0 16,3 0 0-16,-3 0 0 0,0 0 0 0,2 0 0 0,-2 0 0 0,3 0 0 15,-3 2 0-15,0-2 0 0,0 0 0 0,0 3 0 16,3-3 0-16,-6 0 0 0,3 0 0 0,0 0 0 16,0 0 0-16,-3 0 0 0,3 0 0 0,0 3 0 15,-3-3 0-15,3 0 0 0,-3 0 0 0,3 0 0 16,-3 0 0-16,3 0 0 0,-3 0 0 0,3 0 0 16,-1 0 0-16,-2 0 0 0,3 0 0 0,0 0 0 15,-3 0 0-15,3 0 0 0,0 0 8 0,0 0-8 16,-3 0 0-16,3 0 0 0,0 0 0 0,-3 0 0 15,3 0 0-15,-3 0 0 0,3 0 9 0,0 0-9 16,0 0 0-16,0 0 0 0,0 0 0 0,0 0 8 0,-3 0-8 16,3 0 0-16,0 0 0 0,0 0 0 0,0 0 0 15,-1 0 8-15,1 0-8 0,0 0 0 0,0 0 0 0,0 0 8 16,0 0-8-16,0 0 0 0,0 0 8 0,0 0-8 0,0-3 10 0,0 3-10 16,0 0 13-16,0 0-3 15,0-3-1-15,0 3 0 0,0-2-1 0,0 2-8 16,0 0 12-16,0-3-4 0,0 3-8 15,0 0 12-15,-1-3-12 0,-2 3 12 0,3 0-12 0,0 0 12 0,-3-2-12 16,3 2 12-16,0 0-4 16,-3 0 0-16,0-3 0 0,3 3 0 0,-3 0 0 0,0 0-8 0,3 0 12 15,-3 0-4-15,0 0-8 0,3 0 12 0,-3 0-12 0,-3 0 12 16,3 0-12-16,3 0 0 0,-6 0 9 0,3 0-9 16,-3 0 10-16,6 0-2 0,-3 0-8 0,-3 0 12 15,3 0-12-15,3 0 11 0,-3 0-11 0,-3 0 10 16,0 0-10-16,0 0 10 0,6 0-10 0,-6 0 10 15,3 0-10-15,-3 0 10 0,6 0-10 0,-6 0 10 16,3 0-10-16,3 0 8 0,-6 0-8 0,2 0 8 16,4 0-8-16,-6 0 8 0,3 0-8 0,-3 0 8 15,6 0-8-15,-6 0 0 0,6 0 0 0,-3 0 8 16,-3 0-8-16,6 0 0 0,-6 0 9 0,6 0-9 16,-6 0 8-16,3 0-8 0,-3 0 10 0,6 0-10 15,-6 0 10-15,6 0-10 0,-6 0 10 0,6 0-10 16,-6 0 0-16,0 0 8 0,6 0-8 0,-6 0 0 15,0 0 0-15,6 0 0 0,-6 0 0 0,0 0 0 16,0 0 0-16,6 3 8 0,-6-3-8 0,0 0 0 16,0 0 0-16,0 0 0 0,0 0 0 0,6 0 0 15,-6 0 0-15,0 0 0 0,0 0 0 0,6 2 0 16,-6-2-13-16,0 0-3 0,0 0 0 0,0 0 0 16,6 0-24-16,-6 0-4 0,6-2-2 0,-6 2 0 15,6-3-174-15,-3 0-36 0</inkml:trace>
  <inkml:trace contextRef="#ctx0" brushRef="#br0" timeOffset="65853.716">11587 5210 2030 0,'-6'-3'57'0,"6"3"14"0,-6-2-57 0,1-1-14 0,2 0 0 0,-3 1 0 16,6 2 105-16,-9 0 19 0,3-3 3 0,0 3 1 16,0 0-52-16,-3 0-9 0,0 0-3 0,3 0 0 15,-3 0-13-15,-3 3-3 0,3-1-1 0,-3 1 0 16,3 0-24-16,-3 2-5 0,1-2-1 0,2 2 0 15,-3 0-17-15,0 0 0 0,3 1 0 0,0 2 0 16,-3-3 32-16,3 6 4 0,0-6 0 0,3 3 0 16,-3-3-26-16,3 3-10 0,3 3 8 0,-3-6-8 15,3 3 0-15,-2 2 0 0,2-2 0 0,3 3 0 16,-3-3 0-16,3 3 0 0,0-1 0 0,0 1 0 16,3-1 0-16,0 1 0 0,-1-1 0 0,4-2 0 15,0 3 0-15,0-3 0 0,0 0 0 0,3 0 0 16,0-3-8-16,0 3 8 0,0-3 0 0,3 1 0 15,0-4 0-15,3-2 0 0,-3 3 0 0,2-3 0 16,1 0 0-16,0-3 0 0,0 1 0 0,0-1 0 16,0 0 19-16,0-2 8 0,0 0 1 0,0-1 1 15,-4 1-39-15,1 0-8 0,0 0-2 0,0-3 0 16,-3 0 37-16,0 0 7 0,0 0 2 0,-3 0 0 0,0-3 3 16,0 3 1-16,0-2 0 0,0-1 0 15,-3 1-2-15,0-1 0 0,0 0 0 0,0 1 0 16,-3-1-28-16,0 3 0 0,0-5 0 0,-3 5 0 0,0-5 23 15,0 8-2-15,-3-11 0 0,0 8 0 0,0-3 18 16,0 3 3-16,-3-2 1 0,3 2 0 16,-3 2-61-16,0-1-12 0,0-1-2 0,-3 2-1 15,0 1 53-15,1 0 10 0,-1 2 2 0,0 0 1 16,-3-2-60-16,3 2-12 0,0 1-2 0,-3 2-1 16,3 0-86-16,0 0-18 0,3 2-3 0</inkml:trace>
  <inkml:trace contextRef="#ctx0" brushRef="#br0" timeOffset="69173.201">11412 7081 850 0,'0'0'17'0,"0"0"6"0,0 0-23 0,0 0 0 0,0 0 0 0,0 0 0 16,0 0 0-16,0 0 0 0,-6-3 0 0,6 3 0 16,-6 0 56-16,6 0 6 0,0 0 2 0,-6 3 0 15,6-3 0-15,0 0 0 0,0 0 0 0,-6 2 0 16,6-2 0-16,0 0 0 0,0 0 0 0,0 0 0 16,-6 3 0-16,6-3 0 0,0 0 0 0,0 0 0 15,0 0-19-15,0 0-3 0,0 0-1 0,0 0 0 16,0 0-14-16,0 0-3 0,0 0-1 0,0 0 0 15,0 0 9-15,-3 8 3 0,3-8 0 0,0 0 0 16,0 0-7-16,0 0-2 0,0 0 0 0,0 0 0 16,6 3-18-16,-6-3-8 0,3 2 0 0,-3-2 8 15,3 3 38-15,0 0 7 0,-3-3 2 0,6 2 0 16,-3 1-37-16,0-1-7 0,-3-2-2 0,6 3 0 16,0-3 44-16,-3 3 9 0,3-1 2 0,0 1 0 15,0-3-52-15,-3 3-12 0,2-1 0 0,1 1 0 16,0-3 0-16,0 3 0 0,3-1 0 0,-3 1 0 15,3-3 0-15,0 3 0 0,0-1 0 0,0 1 0 16,0-3 0-16,0 0 0 0,3 2 0 0,0-2 0 16,-3 0 0-16,2 3 0 0,1-3 0 0,0 0 0 0,-3 3 0 15,3-3 0-15,0 0 0 0,0 0 0 0,-3 0 0 0,3 2 0 16,0-2 0-16,-3 0 0 0,2 3 0 0,1-3 0 16,0 0 0-16,-3 0 0 0,3 0 0 0,0 0 0 15,0 0 0-15,0 0 0 0,0 0 0 0,3 0 0 0,-3 0 0 0,-1 0 0 16,4-3 0-16,0 3 0 0,-3-2 0 15,3 2 0-15,0 0 0 0,0-3 0 16,-3 3 0-16,3 0 0 0,-4-3 0 0,1 1 0 0,3 2 0 0,-3-3 0 16,0 1 0-16,3 2 0 0,-3-3 0 0,0 3 0 15,0-3 0-15,-3 3 0 0,3-2 0 0,-1 2 0 16,-2-3 0-16,3 3 0 0,-3-3 0 0,3 3 0 16,-3-2 0-16,0-1 0 0,3 3 0 15,-3-3 0-15,3 1 0 0,-3 2 0 0,3-3 0 0,-1 3 0 16,-2-3 0-16,3 1 0 0,3 2 0 0,-3-3 0 15,0 1 18-15,0 2 1 0,0-3 0 0,0 3 0 16,3-3-19-16,-4 3 0 0,4-2 0 0,-3 2 0 16,0-3 10-16,3 3-10 0,-3 0 8 0,0-3-8 15,0 3 10-15,-3 0-10 0,3-2 12 0,0 2-12 16,-4 0 9-16,4 0-9 0,-3 0 0 0,0 0 9 16,0 0-33-16,0-3-8 0,0 3 0 0,0 0-1 15,0 0 77-15,0-3 16 0,0 3 4 0,3-2 0 16,-3 2-52-16,-1 0-12 0,4-3 0 0,-3 3 0 0,3 0 0 0,-3-3 0 15,0 3 0-15,3 0 0 0,0-2-16 0,0 2-5 0,0 0-2 0,0 0 0 16,0 0 23-16,-1-3 0 0,1 3 0 16,-3 0 0-16,3 0 0 0,0 0 12 0,0 0-12 0,-3 0 12 15,3 0-12-15,0 0 12 0,0 0-12 0,-3 0 12 16,2 0-4-16,1 0-8 0,3 0 12 0,-3 0-4 16,0 0 0-16,-3 0 0 15,3 0 0-15,0 0 0 0,0 0-8 16,0-3 10-16,0 3-10 0,2 0 10 15,1-2-10-15,0 2 10 0,3 0-10 0,-3 0 10 0,3 0-2 0,0 0-8 0,0 0 12 16,-1 0-4-16,1 0-8 0,0 0 0 0,0 0 9 0,0 2-9 16,0-2 8-16,0 3-8 0,-4-3 8 0,4 0-8 15,-3 3 0-15,3-3 9 0,-3 0-9 0,0 2 0 16,0-2 8-16,0 3-8 0,2-3 0 0,-2 0 0 16,3 0 10-16,0 0-10 0,0 0 8 0,0 3-8 15,3-3 0-15,-4 0 8 0,1 2-8 0,0 1 0 16,0-3 9-16,0 3-9 0,0-1 10 0,-3-2-10 15,2 3 9-15,-2 0-9 0,3-1 8 0,-3-2-8 16,-3 3 0-16,3 0 8 0,-3-1-8 0,3-2 0 16,0 0 0-16,-4 3 8 0,4-3-8 0,0 0 0 15,0 0 0-15,3 2 0 0,-3-2 8 0,3 3-8 16,0-3 0-16,-1 0 0 0,1 3 0 0,0-3 0 16,3 2 0-16,-3-2 0 0,0 0 0 0,0 0 0 15,-1 3 8-15,-2-3-8 0,3 0 8 0,0 0-8 16,0 3 8-16,-3-3-8 0,3 2 8 0,-3-2-8 15,-1 0 8-15,4 0-8 0,-3 0 0 0,3 0 8 16,-3 0-8-16,3 0 0 0,0 0 0 0,-1 0 8 0,1 3-8 16,0-3 0-16,0 0 9 0,0 0-9 15,-3 0 0-15,3 0 9 0,-3 0-9 0,-1 0 0 16,1 0 8-16,-3 3-8 0,3-3 0 0,-3 0 0 0,3 2 0 0,-3-2 0 16,3 0 0-16,-3 0 0 0,2 3 0 0,-2-3 0 15,0 0 0-15,0 0 0 0,0 3 0 0,0-3 0 16,3 0 0-16,-3 0 0 0,0 2 8 15,3-2-8-15,-4 0 0 0,1 0 0 0,3 3 0 0,0-3 0 16,-3 0 0-16,0 0 0 0,0 0 9 0,0 0-9 0,0 0 0 0,0 0 9 16,-1 0-9-16,1 0 0 0,0 0 0 0,0 0 8 15,0 0-8-15,-3-3 0 0,3 3 0 16,-3 0 8-16,0 0-8 0,0 0 0 0,0-2 0 16,0 2 8-16,3 0-8 0,-4 0 0 0,1 0 9 0,-3 0-9 15,3 0 0-15,0 0 8 0,-3 0-8 0,3 0 0 16,0 0 0-16,-3 0 8 0,3 0-8 0,-3 0 0 15,3 0 0-15,-3 0 8 0,3 0-8 0,-3 0 0 16,3 0 0-16,-4 0 8 0,1 0-8 0,3 0 0 16,-3 0 0-16,0 0 0 0,3 0 0 0,-3 0 8 15,3 0-8-15,-3-3 0 0,3 3 8 0,-3 0-8 16,3 0 0-16,-3 0 8 0,0 0-8 0,3 0 0 16,-3 0 0-16,0-3 8 0,0 3-8 0,-1 0 0 15,1 0 0-15,0 0 0 0,0-2 0 0,0 2 8 16,0 0-8-16,0-3 0 0,0 3 0 0,0 0 0 15,0 0 0-15,3 0 8 0,-3 0-8 0,0 0 0 0,0 0 0 0,-3 0 0 0,3 0 0 0,0 0 8 16,0 0-8-16,-3-3 0 0,3 3 0 0,0 0 8 16,0 0-8-16,-3 0 0 0,2 0 0 0,1 0 8 15,0 0-8-15,-3 0 0 0,3 0 8 0,-3 0-8 16,3 0 0-16,0-2 0 0,0 2 0 0,-3 0 8 16,3 0-8-1,-3 0 0-15,3 0 0 0,-6 0 8 16,6-3-8-16,-3 3 0 0,3 0 0 0,-6 0 8 0,6 0-8 15,-3 0 0-15,3 0 0 0,-3 0 8 0,-3 0-8 16,6-3 0-16,0 3 0 0,-6 0 8 0,6 0-8 0,-3 0 0 0,3 0 0 0,-6 0 8 16,5-2-8-16,-2 2 0 0,3 0 8 0,-6 0-8 15,6 0 8-15,0 0-8 0,-3 0 8 0,-3 0-8 16,6 0 0-16,0 0 9 0,-3 0-9 0,3 0 0 16,-3 0 9-16,0 0-9 0,3 0 0 0,-3 0 9 15,0 0-9-15,3 0 0 0,-3 0 0 0,-3 0 8 16,6 0-8-16,-3 0 0 0,3 0 0 0,-3 0 8 15,-3 0-8-15,6 0 0 0,0 0 0 0,-3 0 8 16,-3 0-8-16,6 0 0 0,-3 0 0 0,-3 0 0 16,6 0 0-16,-6 0 0 0,3 0 8 0,-3 0-8 15,2 0 0-15,-2 0 0 0,6 0 0 0,-6 0 0 16,0 0 0-16,3 0 0 0,-3 0 0 0,0 0 0 16,0 0 0-16,6 0 0 0,-6 0 0 0,0 0 0 15,0 0 0-15,0 0 0 0,0 0 0 0,0 0 0 16,0 0 0-16,0 0 0 0,0 0 0 0,0 0 0 15,0 0-17-15,0 0-6 0,0 0-1 0,0-6 0 16,0 6-72-16,-3-5-14 0,0 0-3 0</inkml:trace>
  <inkml:trace contextRef="#ctx0" brushRef="#br0" timeOffset="77157.842">15436 5149 1925 0,'0'0'40'0,"0"0"10"0,0 0-40 0,0 0-10 0,0 0 0 0,0 0 0 15,0 0 123-15,0 0 22 0,0 0 5 0,0 0 1 16,0 0-59-16,-3 8-11 0,3-5-2 0,-3 5-1 15,3-3-25-15,-3 0-5 0,3 3 0 0,-3 0-1 16,3 0-14-16,-3 0-2 0,3 3-1 0,-3-1 0 16,0-2-11-16,3 3-3 0,-3-1 0 0,0 1 0 15,3 2-16-15,-3 0 10 0,0-2-10 0,0 5 8 16,3-3-8-16,0 3 0 0,-3-3 0 0,3 3 0 16,0 0 0-16,-3 0 0 0,3-3 0 0,0 0 0 15,-3 0 0-15,3 1 0 0,0-4-9 0,0 1 9 16,-2-1-29-16,2-2 1 0,0-2 0 0,0 2 0 15,0-8-79-15,0 0-15 0,0 0-3 16</inkml:trace>
  <inkml:trace contextRef="#ctx0" brushRef="#br0" timeOffset="77452.422">15451 5197 2245 0,'-3'-3'47'0,"-3"0"10"0,6 3-45 16,-3-5-12-16,-3 3 0 0,0-1 0 0,6 3 109 0,-6-3 20 0,3 1 4 0,3 2 1 15,-6 0-46-15,6 0-10 0,-6-3-2 0,6 3 0 16,-6 3-25-16,0-3-6 0,6 0-1 0,-5 2 0 16,-1 1-17-16,0 2-4 0,3 0-1 0,-3 1 0 15,0-1-14-15,3 3-8 0,-3-3 8 0,0 3-8 31,0 0 0-31,0 0 0 0,0 0 0 0,-3 3 8 0,3-6-8 0,-3 3 0 0,0 0 0 0,0 0 0 16,3 0 0-16,0-3-13 16,0 0 3-16,0 3 1 0,4-5-31 0,-1 2-7 15,3-5-1-15,-3 5 0 0,3-5-149 0,0 0-31 16,0 0-5-16</inkml:trace>
  <inkml:trace contextRef="#ctx0" brushRef="#br0" timeOffset="77779.124">15231 5559 2180 0,'0'0'62'0,"0"0"13"0,0 0-60 0,0 0-15 0,0 0 0 0,-3 6 0 15,3-6 88-15,0 0 14 0,0 0 3 0,3 5 1 16,0 0-26-16,3-2-6 0,0-1-1 0,0-2 0 16,0 3-18-16,2-3-4 0,1 0-1 15,0 0 0-15,0 0 1 0,0 0 0 0,0 0 0 16,0 0 0-16,3-3-33 16,-3 3-6-16,0 0-2 0,0 0 0 0,0 0-10 0,0-2-14 0,3 2 3 15,-4 0 1-15,4-3 10 0,0 3 0 0,0 0 0 16,0 0 0-1,-3-5-62-15,3 2-10 0,0 1-3 0</inkml:trace>
  <inkml:trace contextRef="#ctx0" brushRef="#br0" timeOffset="81255.764">15451 7142 1094 0,'0'0'46'0,"0"0"-37"16,0 0 95-16,0 0 20 0,0 0 3 0,0 0 1 15,0 0-52-15,0 0-11 0,0 0-1 0,0 0-1 16,0 0 1-16,0 0 1 0,0 0 0 0,0 0 0 16,0 0-1-16,0 5 0 0,0-5 0 0,0 0 0 15,0 0 0-15,0 0 0 0,0 0 0 0,0 0 0 16,0 0-51-16,0 5-13 0,0-5 0 0,0 0 0 16,0 0 54-16,0 0 8 0,0 0 2 0,0 0 0 15,0 0-52-15,0 0-12 0,0 0 0 0,6-5 0 16,-3 2 54-16,0-2 8 0,-3 2 2 0,3-5 0 15,0 3-52-15,-3-3-12 0,3 0 0 0,0 0 0 16,-3 0 0-16,3 0 0 0,-3-2 0 0,3 2 0 16,0 0 0-16,-3-3 0 0,3 1 0 0,0 2 0 15,0 0 18-15,-3-3 1 0,3 3 0 0,0-2 0 16,-3 2-7-16,0 2 0 0,3-1-1 0,-3-1 0 0,3 2-1 16,-3-2 0-16,3 0 0 0,0 1 0 0,0 1-2 0,-3 1 0 15,2 0 0-15,-2-3 0 0,3 2 0 16,0-2-8-16,-3 1 12 0,3-1-4 0,-3 2 4 0,0-2 0 15,3 0 0-15,-3 3 0 0,0 0 0 0,0-3 1 0,0 0 0 0,0 3 0 16,0-3-3-16,0 0-1 0,0 0 0 16,-3 0 0-16,3 0-1 0,0 0-8 0,0 0 12 0,-3 0-4 15,3 0 0-15,0 0-8 0,0-2 12 0,0 2-4 16,-3 0 0-16,3 0-8 0,0-3 12 16,0 3-4-16,0 0 0 0,-3-2-8 0,3 2 12 15,0-3-4-15,0 3-8 0,0 0 8 0,0-2-8 0,0 2 8 16,0-3 0-16,0 3-8 0,0 0 12 0,0 1-4 15,0-1-8-15,0 0 0 0,0 0 0 0,0 0 0 16,3 2 8-16,-3 1 0 0,0-3 0 0,0 3 0 16,0 2-8-16,0-2 8 0,0-3-8 0,0 5 8 15,0-2-8-15,0 3-17 0,0-4 4 0,0 4 1 16,0-4 28-16,0 4 5 0,0-4 2 0,0 6 0 16,0-5-23-16,0 5 0 0,0-5 0 0,0 2 8 15,0-2-8-15,0 0 12 0,0-1-4 0,0 4 0 16,-3-4-8-16,3 6 0 0,0-5 0 0,0 2 8 15,0 3-8-15,0-5 0 0,0 0 0 0,0 5 0 16,0-6 28-16,0 1 2 0,0 0 0 0,0 5 0 16,0-5-30-16,0-1 0 0,0 6 0 0,0-5 0 15,0 0-16-15,3-1-8 0,-3 1-3 0,0 0 0 0,0 0 27 0,0 5 0 16,3-6 0-16,-3 1 0 0,0 0 0 0,3 2 0 16,-3-2 0-16,0-1 0 15,3 4 0-15,-3-3 0 0,0 2 0 0,0 3 0 16,3-5 21-16,-3-1 3 0,0 1 1 0,0 5 0 0,0-5-25 15,0 5 0-15,3-6 0 0,-3 6 0 0,0-5 0 16,0 2 0-16,0 3 0 0,0 0 0 0,0-5-15 0,0 5-8 0,0 0-1 16,0 0-1-16,0 0 25 0,0 0 0 0,0 0 0 0,0 0 0 15,0 0 15-15,0 0 8 0,0 0 1 0,0 0 1 16,0 0-25-16,0 0 0 0,0 0 0 0,0 0 0 31,0 0-99-31,0 0-25 0,0 0-4 0,3 5-2 0,3-2-99 0,-6-3-20 0,6 5-4 16</inkml:trace>
  <inkml:trace contextRef="#ctx0" brushRef="#br0" timeOffset="83492.128">15564 6295 1102 0,'0'0'23'0,"0"0"5"0,0 0-28 0,0 0 0 0,0 0 0 0,0 0 0 15,0 0 55-15,0 0 5 0,0 0 2 0,0 0 0 16,0 0 53-16,0 0 10 0,0 0 3 0,0 0 0 15,6 0-103-15,-6 0-25 0,0 0 0 0,6 2 0 16,-6-2 56-16,3 0 7 0,3 0 1 0,-6 0 0 16,6 3-24-16,-3 0-4 0,3-3 0 0,-3 2-1 15,3-2-5-15,-3 0-1 0,3 3 0 0,-3 0 0 16,3-3-29-16,-3 0 0 0,3 2 0 0,0-2 0 16,-1 3 57-16,1-3 6 0,0 0 1 0,0 3 0 15,0-3-52-15,0 0-12 0,3 2 0 0,0-2 0 16,0 0 0-16,-3 0 0 0,3 0 0 0,-3 0 0 15,3 0 0-15,-3 0 0 0,3 0 0 0,0 0 0 16,-3 0 0-16,2 0 0 0,1 0 0 0,-3 0 0 16,3 0 0-16,3 0 0 0,-3 0 0 0,3 0 0 15,0 0 0-15,0 0 0 0,0 0 0 0,3 0 0 16,-3 0 0-16,2 0 0 0,1 0 0 0,0 0 0 0,0 0 54 16,0 0 8-16,0 0 2 0,3 0 0 0,-3 0-52 15,-1 0-12-15,1 0 0 0,0 0 0 0,0-2 0 0,0 2 0 16,-3 0 0-16,0 0 0 0,0 0 0 0,0 0 0 15,0 0 0-15,-1 0 0 0,-2 0 0 0,3-3 0 0,0 3 0 16,3 0 0-16,-3 0 0 0,3-3 0 0,-3 3 0 16,6 0 0-1,-3 0-19-15,-1 0-6 0,1 0-2 0,3 0 0 0,0 0 43 0,0 0 9 0,-3 0 2 16,3 0 0-16,-1 0-40 0,-2 0-8 0,0 0-2 16,0 0 0-16,0 0 37 0,0 0 7 0,0 0 2 0,-3 0 0 15,0 0-23-15,-1 3 0 0,1-3 0 0,-3 0 0 16,3 0 0-16,0 0 0 0,-3 0 0 0,3 0 0 15,0 0 0-15,0 3 0 0,0-3 0 0,0 0 0 16,-1 0 0-16,4 2 0 0,-3-2 0 0,0 3 0 16,0-3 0-16,3 0 0 0,-3 0 0 0,0 0 0 15,3 0 0-15,-3 3 0 0,2-3 9 0,-2 0-9 16,0 0 9-16,3 0-9 0,-3 0 0 0,3 0 9 16,-3-3-9-16,3 3 8 0,-3 0-8 0,0 0 8 15,-1 0-8-15,-2 0 0 0,3 0 9 0,0 0-9 16,-3 0 9-16,3-3-9 0,-3 3 12 0,6-2-12 15,-6 2 15-15,3 0-4 0,0-3-1 0,-1 3 0 16,4 0-1-16,-3-3 0 0,3 3 0 0,0 0 0 16,-3-2 0-16,3 2 0 0,0 0 0 0,0 0 0 15,-1-3-1-15,1 3 0 0,3 0 0 0,-3 0 0 16,0-3-8-16,-3 3 10 0,3-2-10 0,0 2 10 16,-3 0-2-16,2 0 0 0,1 0 0 0,-3 0 0 15,0 0-8-15,-3 0 0 0,3 0 9 0,0 0-9 16,0 0 0-16,0 0 0 0,0 0-12 0,0 0 4 15,2 0 8-15,-2 0 0 0,3 0 0 0,3 0 0 0,-3 0 0 0,0 0 16 16,3 0-4-16,0 2-1 0,-1-2-11 0,1 0 0 16,-3 3 0-16,0-3 0 0,3 3 8 0,-3-3-8 0,0 0 0 0,0 2 8 15,-1 1-8-15,-2-3 0 0,3 0 0 0,-3 3 0 16,0-3 0-16,0 2 0 0,0-2 0 0,0 3 0 16,0-3 8-1,0 3-8-15,-1-3 0 0,1 0 8 0,3 2-8 16,0-2 0-16,0 0 0 0,0 0 8 0,3 0-8 0,-3 0 0 15,3 0 9-15,-1 0-9 0,1 0 0 0,0 0 8 0,0-2-8 0,0 2 0 16,-3 0 0-16,3 0 9 0,-4-3-9 16,4 3 0-16,-3 0 8 0,-3 0-8 0,3 0 0 0,-3-3 0 15,0 3 0-15,0-2 10 0,0 2-10 0,-1 0 8 16,1-3-8-16,3 3 8 0,-3 0-8 0,3-3 8 16,0 3-8-16,0-2 0 0,3 2 0 0,-3-3 0 15,2 3 0-15,1-3 8 0,0 3-8 0,0 0 0 16,-3-2 0-16,3 2 8 0,-3-3-8 0,0 3 0 15,-1-3 0-15,1 3 0 0,0 0 8 0,-3-2-8 16,3 2 0-16,-3 0 0 0,0-3 0 0,-3 3 0 16,3-2 0-16,-3 2 0 0,2 0 8 0,-2-3-8 15,3 3 0-15,-3-3 0 0,3 1 0 0,0 2 8 16,-3 0-8-16,3-3 0 0,0 3 0 0,0 0 0 16,3-3 0-16,-4 3 0 0,1-2 0 0,3-1 8 15,-3 3-8-15,3-3 0 0,-3 3 0 0,0 0 0 0,3 0 0 0,-3 0 0 0,3 0 8 16,-4 0-8-16,1 0 0 0,-3 0 0 0,3 0 0 15,0 0 8-15,-3 0-8 0,3 0 0 0,-3 0 0 0,0 0 0 16,0-2 0-16,-3 2 8 0,3 0-8 0,0 0 0 16,-4-3 0-16,4 3 0 0,-3-3 8 0,0 3-8 15,0 0 0-15,3 0 0 16,-3-2 0-16,3 2 8 0,-3 0-8 16,0-3 0-16,3 0 0 0,-3 3 0 0,3-2 0 15,-3 2 8-15,3-3-8 0,0 3 0 0,-3-2 0 16,2 2 0-16,1 0 8 0,3-3-8 0,-3 3 0 0,3-3 0 0,-3 3 9 0,0 0-9 15,3-2 0-15,-3 2 0 0,0 0 0 0,0 0 8 16,0 0-8-16,0 0 0 0,0-3 0 0,2 3 0 16,-2 0 0-16,0 0 9 0,0 0-9 0,-3 0 0 15,3 0 11-15,0 0-11 0,-3 0 10 0,0 0-10 16,3 0 11-16,-3 0-11 0,0 0 12 0,0 0-12 16,0 3 10-16,0-3-10 0,0 0 8 0,0 0-8 15,-3 0 8-15,2 0-8 0,1 0 8 0,-3 0-8 16,3 0 8-16,-3 0-8 0,0 0 8 0,3 0-8 15,-3 0 8-15,0 0-8 0,3 0 8 0,-6 0-8 16,3 0 9-16,3 0-9 0,-6 0 10 0,3-3-10 16,3 3 9-16,-3-3-9 0,0 3 8 0,3 0-8 15,-6 0 8-15,3-2-8 0,-3 2 8 0,6 0-8 16,-3 0 8-16,-3 0-8 0,6-3 8 0,0 3-8 16,-6 0 8-16,6-3-8 0,-3 3 0 0,-3 0 8 15,0 0-8-15,6 0 0 0,-6 0 0 0,6 0 8 16,-6 0-8-16,0 0 0 0,3 0 9 0,-3 0-9 15,6 0 0-15,-6 0 9 0,0 0-9 0,0 0 0 16,5 0 9-16,-5 0-9 0,0 0 0 0,0 0 9 0,0 0-9 0,0 0 0 16,0 0 0-16,0 0 8 0,3 0-8 0,-3 0 0 0,0 0 0 0,0 0 0 15,0 0 0-15,0 0 0 0,0 0 0 0,0 0 0 16,0 0-19-16,0 0-2 0,0 0-1 0,0 0 0 31,0 0-123-31,0 0-25 0,0 0-5 0</inkml:trace>
  <inkml:trace contextRef="#ctx0" brushRef="#br0" timeOffset="87359.647">19404 5125 1637 0,'0'0'69'0,"0"0"-55"15,0 0 129-15,0 0 25 0,0 0 6 0,0 0 1 16,-6 3-55-16,6-3-10 0,-6 0-2 0,0 3-1 16,6-3-16-16,-6 5-3 0,0-2-1 0,0 2 0 15,3 0-58-15,-3 0-11 0,3 1-2 0,-3 2-1 16,3-3 27-16,0 3 6 0,-3 2 0 0,3-2 1 16,1 3-59-16,-4 0-12 0,3-1-2 0,0 1-1 15,-3 5 25-15,6-6 0 0,-3 1 0 0,3 5 0 16,0-6 0-16,0 3 0 0,0 1 0 0,3-1 0 15,0 0 0-15,0 0 0 0,3-2 0 0,0 5 0 16,-1-8 0-16,1 2 0 0,0-2 0 0,0 3 0 16,3-6 0-16,-3 0 0 0,3-2 0 0,0 0 0 15,0-1 0-15,3-4 0 0,-3-1 0 0,3 0 0 16,0 1 0-16,0-3 11 0,-1-3-3 0,1 2 0 16,-3-2 18-16,3-2 3 0,-3 2 1 0,0-3 0 15,-3 1 9-15,0 2 1 0,0-3 1 0,0 3 0 16,-3-2-14-16,-3-1-3 0,0 0-1 0,0 1 0 0,-3 2 21 15,0-3 5-15,0 1 1 0,-3 2 0 0,0-3-60 0,-3 1-12 0,3 2-2 16,-3-3-1-16,3 3 25 0,-3 0 0 0,0 0 0 16,0 3 0-16,4-3-10 0,-4 5 10 0,0-4-12 0,3 1 12 31,-3 4-38-31,0-1-1 0,3 0 0 0,-3 1 0 0,3 2-131 16,-3 0-26-16,3 0-6 0</inkml:trace>
  <inkml:trace contextRef="#ctx0" brushRef="#br0" timeOffset="89682.737">19481 6170 836 0,'0'0'24'0,"0"0"4"0,0 0-28 0,0 0 0 0,-6 0 0 0,6 0 0 16,-6 0 64-16,0 0 8 0,6 0 0 0,-8 3 1 15,8-3-14-15,-6 3-3 0,6-3-1 0,0 0 0 16,-6 0 7-16,6 0 2 0,-6 2 0 0,6-2 0 16,-6 6 0-16,6-6 0 0,0 0 0 15,-6 2 0-15,6-2-52 0,0 0-12 0,0 0 0 0,-6 6 0 16,6-6 54-16,0 0 8 0,0 0 2 0,0 0 0 15,0 0-52-15,0 0-12 0,0 0 0 0,-3 8 0 16,3-8 54-16,0 0 8 0,0 0 2 0,0 0 0 16,0 0-52-16,0 0-12 0,0 0 0 0,3 2 0 15,-3-2 54-15,3 6 8 0,3-6 2 0,0 2 0 16,0 1-52-16,0-3-12 0,0 0 0 0,0 0 0 16,-1 0 0-16,4 0 0 0,0 0 0 0,0 0 0 15,0 0 0-15,3 0 0 0,0 0 0 0,0 0 0 16,0 0 26-16,0 0 2 0,0 0 1 0,0 2 0 15,2-2-19-15,-2 0-10 0,0 3 10 0,3 0-10 16,-3-3 9-16,3 2-9 0,-3 1 8 0,0 0-8 16,3-3 26-16,-3 2 0 0,2-2 0 0,-2 3 0 15,3 0-26-15,-3-3 0 0,0 0 0 0,0 2 0 16,0-2 0-16,0 0 0 0,0 0 0 0,0 0 0 16,-1 0 0-16,1 0 0 0,3 0 0 0,-3 0 0 15,3 0 0-15,-3 0 0 0,3 0 0 0,0 3 0 16,-3-3-8-16,2 3-8 0,-2-3 0 0,3 0-1 0,-3 0 17 15,3 2 0-15,-3-2 0 0,3 0 0 0,-3 3 17 0,3-3-2 16,-3 0-1-16,-1 0 0 0,1 0-14 16,0 0 0-16,0 0 0 0,0 0 0 0,0 0 0 0,0 0 0 15,0 0 0-15,-3 0 0 0,3 0 0 0,0 0 0 0,-4 0 0 16,4 0 0-16,0 0 0 0,3 2 0 0,-3-4 0 0,3 4 0 16,0-2 12-16,0 0-1 0,0 0 0 15,-1 3 0-15,4-3-11 0,0 3 10 0,0-3-10 16,0 0 10-16,0 2-10 0,0-2 0 0,0 3 0 0,-1 0 0 15,1-3-8-15,0 2-8 0,-3-2 0 0,3 3-1 16,-3 0 17-16,3-3 0 0,-4 2 0 0,4 1 0 16,0-3 0-16,0 3 0 0,0-3 0 0,3 0 0 15,-3 2 20-15,-1-2 8 0,4 0 2 0,-3 3 0 16,0-3-18-16,3 0-3 0,-3 0-1 0,3 0 0 16,-4 0 2-16,1 0 0 0,0 0 0 0,0 0 0 15,-3 0-10-15,3 0 12 0,-3 0-12 0,-1 0 12 16,4 0-12-16,-3 0 8 0,3 0-8 0,0 0 8 15,-3 0-8-15,3 0 8 0,0 0-8 0,-1-3 8 16,1 3-8-16,0 0 0 0,0 0 0 0,0 0 0 16,0 0 8-16,0 0-8 0,-4 0 8 0,1 0-8 15,0 0 0-15,0 0 0 0,0 0 8 0,0 0-8 16,0 0 0-16,0 0 0 0,-3 0 9 0,-1 0-9 16,4 0 0-16,-3 0 0 0,3 0 0 0,-3 0 0 15,3 0 0-15,-3 0 0 0,3 0 0 0,-3 0 8 16,2 0-8-16,1 0 0 0,0 0 0 0,0 0 8 15,0 0-8-15,0 0 0 0,0 0 0 0,0 0 8 16,0 0-8-16,-1-2 0 0,1 2 0 0,0 0 0 16,-3 0 0-16,3 0 0 0,0-3 0 0,0 3 0 0,-3 0 0 0,3 0 8 0,-4-3-8 0,4 3 0 15,-3-2 0-15,-3 2 0 0,3 0 0 0,0-3 0 16,0 3 0-16,0-3 0 0,0 3 0 0,0 0 8 16,0-2-8-1,2 2 0-15,-2-3 0 0,3 3 0 0,0-3 0 0,-3 3 0 0,3 0 0 0,0 0 0 16,0 0 0-16,0 0 0 0,-4 0 0 0,4 0 0 15,-3 0 0-15,0 0 0 0,3 0 0 0,-3 0 0 16,3 0 0-16,-3 0 8 0,0 0-8 0,0 0 0 16,-1-2 0-16,1 2 0 0,0 0 0 0,0 0 8 15,-3 0-8-15,3 0 0 0,-3 0 8 0,3 0-8 16,-3 0 9-16,0 0-9 0,3 0 12 0,-4 0-12 16,1 0 12-16,3-3-12 0,-3 3 12 0,3 0-12 15,0 0 13-15,-3 0-4 0,3 0-1 0,0 0 0 16,-3 0 1-16,3 3 0 0,0-3 0 0,-1 0 0 15,1 0 2-15,0 2 0 0,0-2 0 0,0 0 0 16,0 0-3-16,0 3-8 0,0-3 12 0,-3 3-4 16,3-3-8-16,0 0 10 0,-1 0-10 0,1 2 10 15,0-2-10-15,0 0 8 0,0 0-8 0,0 0 8 16,-3 0-8-16,3 0 10 0,0 0-10 0,0 0 10 16,-3 0-10-16,2 0 0 0,1 0 9 0,0 0-9 15,0 0 0-15,0 0 8 0,3-2-8 0,-3 2 0 0,0 0 0 16,0 0 9-16,0-3-9 0,2 3 0 0,-2 0 8 0,0 0-8 15,3-3 0-15,-3 3 0 0,0 0 10 0,0 0-10 0,0-2 8 0,0 2-8 16,-3 0 8-16,3 0-8 0,-4 0 0 0,1 0 8 16,3 0-8-16,-3 0 8 0,3-3-8 0,-3 3 8 15,0 0-8-15,0 0 0 0,0 0 0 0,-3 0 8 16,3 0-8-16,0 0 0 0,-3 0 0 16,0 0 0-16,3 0 0 15,-4 0 0-15,4-3 8 0,-3 3-8 0,3 0 0 0,-3 0 0 0,0-2 0 16,0 2 0-16,3 0 0 0,-3 0 0 0,0 0 8 0,0 0-8 15,3 0 0-15,-3 0 0 0,0-3 0 0,3 3 0 16,-3 0 0-16,3 0 0 0,-3 0 0 0,0 0 0 16,2 0 0-16,-2 0 0 0,0 0 0 0,3 0 0 15,-3 0 0-15,0 0 0 0,0 0 8 0,3 0-8 16,-3 0 0-16,0 0 0 0,0 0 0 0,0 0 0 16,0 0 0-16,0 0 8 0,0 0-8 0,0 0 0 15,0 0 0-15,0 0 0 0,-3 0 8 0,3 0-8 16,-4 0 0-16,4 0 0 0,0 0 0 0,-3 0 8 15,3 0-8-15,0-2 0 0,-3 2 0 0,3 0 8 16,0 0-8-16,-6 0 8 0,6 0-8 0,-3 0 8 16,3 0-8-16,-6 0 0 0,6 0 9 0,0 0-9 15,-3-3 0-15,3 3 8 0,0-3-8 0,-6 3 0 16,3 0 0-16,3 0 9 0,0 0-9 0,-6 0 0 16,3 0 10-16,-3 0-10 0,6 0 8 0,0-2-8 15,-6 2 9-15,3 0-9 0,-3 0 10 0,6 0-10 16,-1 0 8-16,-5 0-8 0,3 0 0 0,-3 0 0 15,6 0 8-15,-6 0-8 0,6 0 0 0,-6 0 9 16,0 0-9-16,0 0 0 0,3 0 9 0,-3 0-9 0,0 0 0 16,6-3 8-16,-6 3-8 0,0 0 0 0,6 0 0 0,-6 0 9 0,0 0-9 15,3-3 0-15,-3 3 8 0,6 0-8 0,-6 0 0 16,6 0 0-16,-6 0 0 0,3-2 0 0,3 2 0 0,-6 0 0 16,0 0 0-16,6 0 0 0,-6 0 0 15,3 0 0-15,-3 0 0 16,0 0 0-16,6 0 0 0,-6 0 0 0,0 0 0 0,0 0 0 0,0 0 0 0,0 0 0 15,0 0 0-15,6 0-17 0,-6 0 3 0,0 0 1 16,0 0-82 0,0 0-16-16,3 0-3 0</inkml:trace>
  <inkml:trace contextRef="#ctx0" brushRef="#br0" timeOffset="95816.79">23580 4993 2066 0,'0'0'43'0,"0"0"10"15,-3-5-42-15,3 5-11 0,0-6 0 0,0 6 0 0,0 0 102 0,0 0 18 0,0 0 4 0,0 0 1 16,0 0-56-16,0 0-11 0,0 0-2 0,0 0-1 16,0 0-22-16,0 0-4 0,3 6-1 0,0 2 0 15,-3 0-11-15,0 2-2 0,3 3-1 0,-3 3 0 16,0 0-14-16,0 0 9 0,0 3-9 0,-3 4 8 16,3-7-8-16,0 0 8 0,-3 3-8 0,3-3 8 31,-3-1-8-31,0-1 0 0,3 1 0 0,-3-1 8 0,0 2-8 0,-3-6 0 15,3 3 0-15,0 1 0 16,-3-4-28-16,0 1-10 0,3-1-2 0,-3 1-1 0,4 0 16 0,-4-1 3 0,3-2 1 0,0 0 0 16,0-3-142-1,0 1-28-15,3-6-5 0</inkml:trace>
  <inkml:trace contextRef="#ctx0" brushRef="#br0" timeOffset="96043.229">23672 5117 1824 0,'-12'-23'38'0,"7"15"8"16,2 2-37-16,0-2-9 0,-3 0 0 0,3 3 0 15,-3 0 104-15,0 2 20 0,3-2 3 0,-3 0 1 16,0 5-52-16,0 0-9 0,0 0-3 0,0 0 0 16,-3 5 0-16,0 0 0 0,0-2 0 0,0 2 0 15,-3 3-51-15,3 0-13 0,-2 0 0 0,-1 0 0 16,3 0 0-16,-3 2 0 0,0-2 0 0,0 3 0 15,3-3 0-15,0 2-12 0,-3-2 3 0,3 3 0 16,3-3-111-16,0 0-23 0,0 2-4 0</inkml:trace>
  <inkml:trace contextRef="#ctx0" brushRef="#br0" timeOffset="96241.719">23396 5318 2228 0,'0'0'63'0,"0"0"14"0,0 0-61 0,0 0-16 0,0 0 0 0,0 0 0 16,3 3 63-16,3 2 9 0,-1-5 3 0,1 3 0 15,3-3-27-15,0 0-6 0,3 0-1 0,0 0 0 16,0 0-14-16,3 0-3 0,0-3-1 0,6 3 0 31,-1 0-172-31,4-2-35 0</inkml:trace>
  <inkml:trace contextRef="#ctx0" brushRef="#br0" timeOffset="97256.968">23446 6255 1337 0,'0'0'56'0,"0"0"-44"16,0 0 128-16,0 0 25 15,0 0 6-15,0 0 1 0,0 0-76 0,0 0-16 0,0 0-2 0,0 0-1 32,0 0-5-32,6 3 0 0,-6-3-1 0,3 2 0 0,3 1-57 0,-3 2-14 0,3 1 0 15,-3-1 0-15,-3 3 54 0,3-3 8 0,-3 3 2 0,0 0 0 16,3 0-52-16,-3 3-12 0,0-3 0 0,0 2 0 15,-3 1 0-15,3-3 0 0,0 0 0 0,0 2 0 16,3 1 33-16,-3-1 4 0,0 1 1 0,0-1 0 16,3 1-38-16,-3-3 0 0,0 3 0 0,0-1 0 15,0 1 0-15,3-3 0 0,-3 2 0 0,0 1 0 16,0-1 11-16,0 1-3 0,0-3 0 0,0 5 0 16,0-2-8-16,0-1 0 0,-3 4 0 15,3 1-11-15,0-4 11 0,-3 2 0 0,3 1 8 16,0 1-8-16,0-1 0 0,0-1 8 0,0 0-8 0,0 0 0 15,0 1 0-15,0-4 8 0,0 3-8 0,0-2 0 16,0 0 8-16,0-4-8 0,0 4 10 0,0 0-10 16,0-3 11-16,0 0-11 0,3-1 12 0,-3 1-12 15,0 0 10-15,0 0-10 0,0 0 8 0,0 0-8 16,0-3 13-16,0 3-2 0,0-2-1 0,0 2 0 16,0-3-10-16,0 0-14 0,0 0 3 0,-3 1 1 15,3-4 10-15,0 4 0 0,-3 2 0 0,3-3 0 16,0 0 0-16,-3 1 0 0,3-1 0 0,-3 3 0 15,3-3 0-15,-3 0 0 0,3 1 0 0,-3 2 0 16,3-3 0-16,0 0 0 0,-3 3 0 0,3-3 0 16,0 1 0-16,0-1 0 0,0 3 0 0,0-3 0 0,0 0 0 0,0 1 0 15,0-6 0-15,0 5 0 16,3 0 0-16,-3-5 0 0,0 6 0 0,0-1 0 0,0-5 0 0,0 0 0 0,3 3 0 16,-3-3 0-16,0 0 0 15,0 0 0-15,3 5 0 0,-3-5 0 16,6 0-104-16,0 0-20 0,-3-3-3 0</inkml:trace>
  <inkml:trace contextRef="#ctx0" brushRef="#br0" timeOffset="98278.119">23485 7097 1413 0,'0'0'60'0,"0"0"-48"15,0 0 106-15,0 0 22 0,0 0 4 0,0 0 0 16,0 0-53-16,0 0-11 0,6-3-3 0,-3 3 0 16,3 0-21-16,-3-3-4 0,3 1 0 0,0 2-1 15,-3-3-19-15,3 3-4 0,3-3-1 0,-4 3 0 16,4-2 29-16,0 2 7 0,0 0 1 0,0-3 0 16,3 3-64-16,-3 0-10 0,3-3-3 0,0 3-1 15,3 0 14-15,-3 0 0 0,2 0 0 0,1 3 0 16,0-3 0-16,0 0 0 0,0 3 0 0,3-3 0 15,-3 0 0-15,0 2 0 0,-3-2 0 0,2 0 0 16,-2 0 8-16,0 0-8 0,3 0 0 0,-3 0 0 16,3 0 0-16,0 0 0 0,0 0 0 0,0 0 0 15,-1 0 0-15,1-2 0 0,3 2 0 0,-3 0 0 16,3 0 9-16,0 0 2 0,0 0 0 0,0 0 0 16,-1 2-11-16,1-2 0 0,0 3 0 0,0-3 0 15,0 0 0-15,0 3 0 0,-3-3 0 0,2 2 0 16,1-2 0-16,0 0 0 0,0 3 0 0,-3-3 0 15,3 3 0-15,0-1 0 0,2 1 0 0,1-3 0 16,-3 3 0-16,3-1-12 0,-3 1 2 0,3-3 1 16,-3 0 19-16,-1 2 4 0,1-2 1 0,-3 3 0 15,3-3 1-15,0 3 0 0,-3-3 0 0,0 0 0 0,-3 2-4 16,2-2 0-16,-2 0 0 0,3 3 0 0,-3-3-4 16,0 0 0-16,0 0-8 0,-3 0 12 15,3 0-4-15,0 0-8 0,0 0 11 0,-1 3-11 16,1-3 12-16,0 0-4 0,3 0 0 0,-3 2-8 0,-3-2 13 0,3 0-4 15,0 3-1-15,0-3 0 0,-3 0 0 16,3 0 0-16,-1 0 0 0,1 0 0 0,0 0-8 0,-3 3 12 0,3-3-12 16,0 0 12-16,-3 2-4 15,3-2-8-15,-3 0 12 0,3 3-4 0,-3-3-8 0,0 0 8 16,-1 3-8-16,1-3 8 0,0 2-8 0,-3-2 0 0,3 0 9 0,0 0-9 16,-3 3 11-16,0-3-3 0,0 0 0 0,3 0 0 15,-3 2 1-15,0-2 0 0,0 0 0 0,0 0 0 16,0 3 0-16,0-3 0 0,0 0 0 0,0 0 0 15,0 0 2-15,-3 0 0 0,2 0 0 0,1 0 0 16,0 0-2-16,0 0 0 0,0 0 0 0,0 0 0 16,0 0-9-16,-3 0 10 0,3 0-10 0,0 0 10 15,0 0-10-15,0 0 0 0,0 0 0 0,0 0 0 16,0 0 0-16,-3 0 0 0,3-3 8 0,0 3-8 16,-6 0 0-16,6-2 0 0,-3 2 0 0,3-3 0 15,0 3 0-15,-3-2 0 0,2-1 0 16,1 0 0-16,-3 1-21 0,3-1-7 0,0 0 0 15,0-2-1-15,-3 0-106 0,3 2-21 0,-3-2-4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55:29.56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18178 1582 2131 0,'0'-21'44'0,"0"18"11"0,0-7-44 0,0 2-11 0,0 0 0 0,0 0 0 15,-3 0 113-15,0 0 21 0,0 0 4 0,0 0 1 16,-6 0-45-16,0 3-9 0,0-3-1 0,-6 3-1 15,0 2-32-15,-3-2-7 0,0 2 0 0,-2 3-1 16,-1-5-24-16,-3 10-5 0,-3-5-1 0,0 0 0 16,1 8-13-16,-1-8 0 0,3 8 8 0,0-5-8 15,3 7 0-15,0-2 0 0,7 0 8 0,-1 0-8 16,3 0 0-16,0 5 0 0,6-5 0 0,0 3 0 16,6 2-11-16,0 0 11 0,6 1-10 0,3-4 10 15,3 3-11-15,3 1 11 0,3-6-12 0,5 7 12 16,4-7 0-16,3 6-8 0,3-6 8 0,2 7 0 15,1-7 0-15,-3 6 0 0,3 1 0 0,-4-1 0 16,-2 2 0-16,-3-3 0 0,-3-3 0 0,-4 4 0 16,-2-1 0-16,-3-3 0 0,-3 4 0 0,-3-1 0 15,-3-5-26-15,-3 2-2 0,-3 1 0 0,-6 0 0 16,0 2 28-16,-3-5 0 0,0 0 0 0,-6 5 0 16,-3-5 32-16,1 5 12 0,-7-5 3 0,-3 0 0 0,0 0-24 15,-3 0-5-15,1 0-1 0,-4 0 0 0,0 0-17 16,3 2 0-16,-2-7 0 0,2 5 0 0,3-3 0 0,-3 3 0 15,7-5 0-15,-4 2 0 0,3-5 0 0,0 5 0 16,0-5 0-16,1 0 0 16,5 0-52-16,0 0-8 0,-3 0-2 0,9 0 0 15,0-5-78-15,3 2-16 0,0-2-4 0</inkml:trace>
  <inkml:trace contextRef="#ctx0" brushRef="#br0" timeOffset="946.178">18764 1574 1492 0,'0'0'31'0,"0"0"8"0,0 0-31 0,0 0-8 0,-3 0 0 0,3 0 0 16,0 0 106-16,0 0 20 0,0 0 4 16,0 0 1-16,0 0-34 15,0 0-6-15,0 0-2 0,0 0 0 0,0 0-25 0,0 0-6 0,0 0-1 0,6 0 0 16,0 3-16-16,-3 8-3 0,0-3-1 0,3-1 0 15,-3 4-13-15,0 2-2 0,0 1-1 0,0 7 0 16,0-5-8-16,-3 5-1 0,3 3-1 0,0 5 0 16,0-6-11-16,-3 4 0 0,3-1 0 0,-3 1 0 15,3-3 0-15,-3-3 0 0,0 3 0 0,0-3 0 16,3 0 0-16,-3 0 0 0,0-5 0 0,0 5 0 16,0-2 0-16,0 2 0 0,-3 0 0 0,3 0 0 15,-3-5 0-15,3 5 0 0,-3 0 0 16,0-5 0-16,3 0-130 0,0 0-18 15,-3-3-4-15</inkml:trace>
  <inkml:trace contextRef="#ctx0" brushRef="#br0" timeOffset="1649.604">18776 1582 1866 0,'0'-8'52'0,"3"-5"13"0,0 5-52 16,0 0-13-16,6 0 0 0,-3 0 0 0,3-5 84 0,0 5 13 0,2 0 3 0,1-5 1 15,0 5-25-15,3 0-4 0,0-5-2 0,3 5 0 16,-3-5-21-16,3 5-4 0,-3-3-1 0,-1 1 0 15,4 2-13-15,-3 0-3 0,3 0-1 0,-3 0 0 16,0 0-27-16,3 0 0 0,-3 3-9 0,2-3 9 16,-2 5 15-16,0-2 9 0,0 5 3 0,0-5 0 15,-3 5-19-15,0 0-8 0,-3 0 0 0,0 5 8 32,-3-5-30-32,-1 5-6 0,-2-2-2 0,0 2 0 0,-3 3 75 0,0 0 15 0,0 5 4 0,-6-5 0 15,1 8-103 1,-1 0-20-16,-3 0-4 0,-3 2-1 0,-3-2 52 0,0 5 12 0,0-5 0 0,0 0 0 15,-3 0 0-15,0 2 0 0,1-2 0 0,-4 0 0 16,3-3 0-16,0 3 15 0,-3-2-3 0,0-4-1 16,4 3-11-16,-4 1-16 0,3-6 4 0,-3 2 1 15,3 1 11-15,0-1 0 0,3 4 0 0,4-7 0 16,-1-1 9-16,3 2 4 0,0 0 1 0,0 0 0 16,3-3-14-16,3-2 0 0,3-3 0 0,0 0 0 15,0 0-8-15,0 0-5 0,0 0-1 0,0 0 0 0,0 0 30 16,0 0 5-16,0 0 2 0,3 5 0 0,3-5-8 15,0 2-2-15,-3-2 0 0,3 6 0 0,0-6-1 0,3 0 0 0,-3 0 0 16,2 0 0-16,1 2 2 0,0 4 0 0,0-6 0 16,0 2 0-16,3 4-2 15,0-1 0-15,3 3 0 0,-3 0 0 0,0 0-4 0,0 0 0 0,2-3-8 0,-2 6 12 16,0 2-4 0,3-5-8-16,-3 5 11 0,3-2-11 15,0-1-12-15,0 1-8 0,3 2-3 0,-1-5 0 0,-2 5 39 0,3-2 8 0,0-3 2 16,0 2 0-16,-3 1-26 0,0-3 0 0,0 2 0 0,-4-2 0 31,4 3-16-31,-6-3-8 0,3 0-1 0,-3 2-1 0,-3-2 45 0,3 0 9 0,-3-5 1 0,-3 7 1 16,3-2-30-16,-3 0 8 0,0-5-8 0,0 2 0 15,0 3-9-15,0-3-5 0,-3-2-1 0,3 2 0 16,-3-5-146-16,3 8-30 16,0-8-5-16</inkml:trace>
  <inkml:trace contextRef="#ctx0" brushRef="#br0" timeOffset="5954.966">16856 2678 1580 0,'0'0'67'0,"0"0"-54"16,6 0 41-16,0 2 8 0,6-2 2 0,0 0 0 16,6 0 51-16,2 0 10 0,1-2 3 0,12 2 0 15,6 0-52-15,8-3-9 0,7 0-3 0,8 1 0 16,7-1-48-16,2-2-16 0,10 2 10 0,14-5-10 15,-6 0 20-15,9 3 0 0,7 0-1 0,17-3 0 16,-12 5-3-16,0-5-1 0,6-2 0 0,15 7 0 16,-18-5-6-16,3 0-1 0,0 0 0 0,12 0 0 15,-21 3 0-15,-2 0-8 0,-4 2 12 0,6-5-4 16,-18 8 0-16,-2-8 0 0,-1454 8 0 0,2897-8 0 16,-1464 6-8-16,-7-6 12 0,-2 5-12 0,-7-5 12 15,-8 3-12-15,-3-1 0 0,-6 4 9 0,-4 2-9 16,-5 0-15-16,-6-5-7 0,-3 5-2 0,0 0 0 15,-9 0-120-15,0 0-24 0,-3 0-4 0</inkml:trace>
  <inkml:trace contextRef="#ctx0" brushRef="#br0" timeOffset="6574.152">18076 2905 1824 0,'-32'6'38'0,"20"-6"8"0,0 2-37 0,-3 4-9 0,3-1 0 0,-6 3 0 15,3 2 53-15,0 4 9 0,-2 1 2 0,2 4 0 16,0 0-52-16,0 2-12 0,0 2 0 0,3 4 0 16,0-6 0-16,3 3 0 0,3 0 0 0,0-3 0 15,3 0 8-15,3 0-8 0,0-5 11 0,3 0-11 16,3 0 0-16,0 0 0 0,3 2 0 0,0-7-12 16,3-1 12-16,3 1 0 0,0 0 0 0,3-3 0 15,0-1 41-15,2-4 11 0,1 2 3 0,-3-5 0 16,3 0 9-16,-3 0 1 0,0-5 1 0,2 2 0 15,-5-7 6-15,0 2 2 0,0 0 0 0,-3-3 0 16,-3 1-2-16,0-1 0 0,-3 3 0 0,0-8 0 16,-3 6-14-16,0-1-3 0,-3-7-1 0,-3 7 0 0,0-7-20 0,-3-1-4 15,0 3-1-15,-3-2 0 0,-3-1-16 0,0 6-3 0,-3-6-1 16,0 1 0-16,-3 2-9 0,-2 3 0 0,-1 0 0 0,0-1 0 16,-3 4 0-16,3 2-12 0,-2 3 0 0,-1-1 1 31,6 6-17-31,-3-2-4 0,3 2-1 0,0 2 0 0,6 4-71 0,0-1-13 0,4 3-3 15</inkml:trace>
  <inkml:trace contextRef="#ctx0" brushRef="#br0" timeOffset="7038.255">18794 3001 2310 0,'-9'-8'48'0,"3"2"11"0,-3 4-47 16,3-4-12-16,0 4 0 0,-3-4 0 16,3 6 104-16,0-2 20 0,-3 2 3 0,3 2 1 15,0 4-52-15,-3-4-9 0,0 4-3 0,4 2 0 0,-4 5-51 0,3-3-13 0,0 4 0 16,0 2 0-16,0-1 0 0,3 4 0 0,0-6 0 0,0 3 0 15,3 0 0-15,0 0 0 0,3 0 0 0,0-3 0 16,3 0 0-16,0 0 0 0,3 3 0 0,3-8 0 16,2 3 0-16,1-1 0 0,0-2 0 0,3 3 0 15,3-6 0-15,0 3 0 0,0-3 0 0,2 3 0 16,-2-8 0 0,0 3 0-16,0 2 0 0,0-5 0 0,-3 0 37 0,2-5 5 15,-2 2 1-15,0-5 0 16,0 0-18-16,0 3-3 0,-3-3-1 0,0 0 0 0,0-2-21 0,-4 2 0 15,1-3 0-15,0-2 0 0,-3 0 44 0,-3 2 5 0,0-7 1 0,-3 2 0 16,-3-3-30-16,0 1-5 0,0-3-2 0,-6 2 0 16,0-2-13-16,-3 5 0 0,0-5 0 0,-3 2 0 15,0 9 0-15,-2-6 0 0,-1 5 0 0,0 1 0 16,0 2-10-16,-3 2-8 0,0-2-2 0,-3 6 0 16,4-3-92-16,-4 5-20 0,0-6-3 0</inkml:trace>
  <inkml:trace contextRef="#ctx0" brushRef="#br0" timeOffset="7612.809">19898 3191 2032 0,'6'0'42'16,"3"-5"10"-16,3 5-41 0,3-3-11 0,3 3 0 0,2 0 0 16,1-5 98-16,3 5 18 0,3-3 3 0,3 3 1 15,-4-5-43-15,4 2-8 0,3 1-1 0,3 2-1 16,-1-3-21-16,7 3-4 0,0 0-1 0,2-5 0 16,-2 5-10-16,0 0-3 0,2 0 0 0,1 0 0 15,-3 0-15-15,2 0-3 0,1 0-1 0,0 0 0 0,-7 0-9 0,1 0 8 16,-3 0-8-16,-4 0 8 0,-2 0-8 0,-3 0 0 15,-3 0-10-15,-6 0 10 16,0-3-56-16,-4 3-6 0,-2 0-1 0,-3-5 0 16,-3 5-103-16,-6 0-21 0</inkml:trace>
  <inkml:trace contextRef="#ctx0" brushRef="#br0" timeOffset="8063.033">20273 2905 2030 0,'0'0'57'0,"0"0"14"15,0 0-57-15,-3-2-14 0,3 2 0 0,-3 0 0 16,3 0 54-16,0 0 8 0,-6-6 2 0,6 6 0 16,-6 0 0-16,0 0 0 0,0 6 0 0,0-6 0 15,0 8-64-15,-2-6 0 0,-1 6-16 0,0 3 3 16,0-3 13-16,0 0 0 0,-3 2 0 0,0 3 0 16,-3 1 0-16,0 2 0 0,0-1 0 0,0 4 0 15,-2-3 0-15,2-3 0 0,-6 3 0 0,6 0 0 16,-3 0 0-16,3-3 0 0,3 0 0 0,-3 3 0 15,7-8 0-15,-4 5 0 0,3-2 0 0,3-3-9 0,3 2 9 0,0-2 0 16,0 0 0-16,6 0 0 0,-3-3 17 0,6 3 6 16,0 0 1-16,0-5 0 0,3 5 7 0,2-3 1 0,1 0 1 0,0 1 0 15,3-1-5-15,0 0 0 0,0 3-1 0,0-5 0 16,3 2-15 0,-3 0-4-16,-1 1 0 0,4-1 0 15,-3 0-8-15,0 3 0 0,3-8 0 0,0 6 0 0,0-4-152 16,2 1-24-16,1 0-4 0</inkml:trace>
  <inkml:trace contextRef="#ctx0" brushRef="#br0" timeOffset="9019.94">21654 2815 2262 0,'0'0'64'0,"0"-5"14"0,0 2-62 0,0 3-16 0,0-5 0 0,0 5 0 16,0 0 61-16,0 0 10 0,0 0 1 0,0 0 1 16,0 0-38-16,0 0-8 0,-3 5-2 0,-6 3 0 15,3 0-25-15,0 6 0 0,0-4 0 0,1 9 0 16,-4-4 0-16,3 9 0 0,0 3 0 0,-3-1 0 15,6 3 0-15,-3 0-11 0,3 1 3 0,0 4 0 16,3-10-17-16,0 2-3 16,3-2-1-16,0 0 0 0,0-6-3 0,3 1 0 0,3-3 0 15,-3 2 0-15,6-7 12 0,-4-1 3 0,4 6 0 0,3-8 0 16,0 0 17-16,0-3 0 0,0 1 0 0,3-4 0 16,-3-2-11-16,3-2 2 0,2-4 0 0,1 1 0 15,-3-3 51-15,3 0 10 0,3-2 3 0,-3-1 0 16,2-2 14-16,-2 0 3 0,0 2 1 0,0-5 0 15,0 0-58-15,-3 3-15 0,-1-5 0 0,-2-1 0 16,-3-2 54-16,0 0 8 0,-3-3 2 0,-3 3 0 0,0 0 0 16,-3-1 0-16,-3 1 0 0,0 5 0 0,-3 1-52 15,-3-1-12-15,-3 2 0 0,0 4 0 0,-3 5 25 0,0-3 3 0,-3 8 0 16,-2-6 0 0,-1 6-28-16,0 6 0 0,-3-6 8 0,3 8-8 15,0-3 0-15,3 5-9 0,1 4 9 0,-1-4-13 0,3 3-7 0,3 3-2 16,0 3 0-16,3-3 0 0,3-3-34 15,0 3-6-15,3 5-2 0,0-5 0 0,3-3 0 16,3 3 0-16,0-5 0 0,0 2 0 16,3 0 0-16,0-5 0 0,3-5 0 0,0 2 0 0,-4 0 52 0,4-5 12 0,0 0 0 0,0 0 0 15,-3 0 0-15,3-8 0 0,-3 6 0 0,0-1 0 16,3-2 48-16,-3 2 13 0,0-2 3 0,0 2 0 16,-1-5 0-16,-2 3 0 0,3 0 0 0,0 2 0 15,-3-2-52-15,0 2-12 0,3-2 0 0,-3 5 0 16,-3 0 0-16,3 0 0 0,0 5 0 0,-3-5 0 15,3 8 0-15,-3-5 0 0,0 5 0 0,-3 2 0 16,3-2 0-16,0 3 0 0,-3-1 0 0,3 1 0 16,-3-1 29-16,3 6 3 0,-3-8 1 0,0 5 0 15,3-2-61-15,-3 2-12 0,3-2-2 0,0-1-1 16,-3 1-84-16,3-3-17 0,0 2-3 0</inkml:trace>
  <inkml:trace contextRef="#ctx0" brushRef="#br0" timeOffset="9293.211">22482 2757 2067 0,'3'-21'87'16,"-3"2"-70"0,3-2 89-16,-3 5 18 0,0 3 3 0,0 5 1 0,0 0 0 0,0-2 0 0,0 10 0 0,0 0 0 15,0 0-103-15,0 0-25 0,-3 10 0 0,0 1 0 16,3 2 56-16,-3 3 7 0,0 3 1 0,3-1 0 15,-3 3-52-15,0 0-12 0,3 1 0 0,-3-1 0 16,0 5 0-16,3 1 0 0,0 2 0 0,-3 2 0 16,3 1 0-16,0 3 0 0,0-1 0 0,0 0 0 15,-3-2 0-15,3 0 0 0,-3-8 0 16,0 2 0-16,3-5-48 0,-3 3-13 16,0-5-3-16,0-1 0 0,0-2-102 0,-3 0-21 15,0 0-4-15</inkml:trace>
  <inkml:trace contextRef="#ctx0" brushRef="#br0" timeOffset="9501.561">22333 3157 2176 0,'-3'-8'62'0,"0"5"13"0,0-5-60 0,3 3-15 0,0 0 0 0,0 2 0 15,3 3 74-15,3-5 12 0,-3 2 2 0,3 3 1 16,3 0-20-16,0-5-4 0,3 5-1 0,-3-3 0 15,5 3 0-15,-2 0 0 0,3 0 0 0,-3 0 0 16,3-5-51-16,0 2-13 0,-3 0 0 0,3 1 0 16,0-1-48-16,-1 1-13 0,4-1-3 0,-6 3 0 15,3-5-153-15,-6 2-31 0</inkml:trace>
  <inkml:trace contextRef="#ctx0" brushRef="#br0" timeOffset="10206.372">22943 3038 1337 0,'0'0'28'0,"0"0"6"0,6 0-34 0,0 5 0 0,0-5 0 0,0 0 0 16,0 0 109-16,-3 0 15 0,3 0 4 0,0-5 0 15,0 5 0-15,-3-3 0 0,0-2 0 0,3 2 0 16,-3-2-52-16,0-1-9 0,0 4-3 0,0-6 0 16,-3 3 0-16,0-3 0 0,0 2 0 0,0 4 0 15,-3-6-51-15,0 0-13 0,0 0 0 0,0 0 0 16,-6 3 54-16,3-1 8 0,-3 4 2 0,-3-4 0 15,0 4-52-15,0 2-12 0,0-6 0 0,-3 6 0 16,-3 0 0-16,4 6 0 0,-4-4 0 0,0 4 0 16,0 2 0-16,3 2 0 0,-3 3 0 0,3 3 0 15,0 3 0-15,4-1 0 0,-1 4 0 0,3-4 0 16,3 1 0-16,3-1 0 0,0 1 0 0,3-3 0 16,3 2-48-16,0-7-13 0,0 2-3 15,6 0 0-15,-3-2 52 0,3-1 12 0,2-2 0 0,1 0 0 16,0-5 0-16,3-1 0 0,0 4 0 0,3-6 0 15,-3-3-208-15,3-2-38 0</inkml:trace>
  <inkml:trace contextRef="#ctx0" brushRef="#br0" timeOffset="10623.704">23262 2876 1789 0,'6'-39'37'0,"-3"20"9"15,-3 3-37-15,0-2-9 0,3-1 0 0,-3 1 0 16,-3-1 123-16,3 3 22 0,-3 0 5 0,0 0 1 15,3 6-43-15,-3-1-9 0,3 3-2 0,-3 3 0 0,3 5-34 0,0 0-7 0,0 0-2 0,0 0 0 16,0 0-16-16,3 8-3 0,-3 5-1 0,0-2 0 16,3 2-6-16,-3 3 0 0,0 2-1 0,0-2 0 15,-3 5-14-15,3-5-2 0,0 5-1 0,-3-2 0 16,0 7-10-16,0-4 0 0,0 7 0 0,0-3 8 16,0 3-8-16,0 6 0 0,0-4 0 0,-3 4 8 15,3-11-8-15,-3 2-17 0,3-2 4 0,0-3 1 16,0-2-10-16,0-1-2 0,0-5 0 0,0 3 0 15,3-8 7-15,-3 3 1 0,3-6 0 0,0 0 0 16,0-5 16-16,0 0-12 0,0 0 12 0,0 0-10 16,6 3 10-16,0-6 0 0,0 3 0 0,0-2 8 15,3-4 8-15,0 1 1 0,0-3 1 0,0 3 0 16,0-6 6-16,-1 3 2 0,4-2 0 0,-3-1 0 16,0 3-1-16,0-2 0 0,0 2 0 0,0 5 0 15,3-7-6-15,-6 4-2 0,3 4 0 0,0 2 0 16,-3-3-1-16,3 3 0 0,-3 0 0 0,0 3 0 15,0-1-7-15,-1 1-1 0,1 0-8 0,0 2 12 16,0 0-12-16,0 3 0 0,0 0 0 0,3-3 0 16,0 3 0-16,-3 0-13 0,3 0 1 0,3-3 0 15,-3 3-152-15,3 0-31 0,0 3-5 0</inkml:trace>
  <inkml:trace contextRef="#ctx0" brushRef="#br0" timeOffset="11450.9">18026 4215 1907 0,'0'0'80'0,"0"0"-64"16,0 0 102-16,-3-5 20 0,3 5 4 0,0 0 1 15,0 0-54-15,-6 0-10 0,6 0-3 0,-6 0 0 16,0 2-41-16,0 6-9 0,-3 0-2 0,0 3 0 15,3-1-16-15,0 4-8 0,-3 2 8 0,3 2-8 16,0-2 0-16,3 2 0 0,-3 1 0 0,3-3 0 16,3 5 0-16,0-8-16 0,3 3 3 0,3 0 0 15,0 0 13-15,0-3 0 0,6 0 0 0,-3 3 0 16,6-3 0-16,-3 3 0 0,3-5 0 0,3 2 0 16,0 0 0-16,-4-5 0 0,4 0 0 0,0-2 0 15,0-1 0-15,-3-5 0 0,3 0 0 0,-3 0 0 16,0-5 0-16,-1-1 0 0,1-2 0 0,-3 0 0 15,3-2 35-15,-3-1 9 0,0 3 3 0,0 0 0 16,-3-8-24-16,-3 6-5 0,0-1-1 0,0-2 0 16,-3 0 36-16,-3 2 7 0,3-7 2 0,-6 2 0 15,0 0-36-15,-3 0-7 0,0-2-2 0,-3-1 0 16,0-2-8-16,-3 5-1 0,0-8-8 0,-3 8 12 16,3 0-27-16,0 1-5 0,-3 1-2 0,1 4 0 0,-1 2 22 15,0 0 13-15,-3 0-1 0,3 5-1 16,-3-2-36-16,3 5-7 0,0 0-2 0,1 0 0 15,-1 5-94-15,3-2-18 0,3 5-4 0</inkml:trace>
  <inkml:trace contextRef="#ctx0" brushRef="#br0" timeOffset="11815.757">18743 4122 2067 0,'3'-7'87'16,"0"-1"-70"0,0 0 140-16,3 0 28 0,-3 0 6 0,0 2 1 15,3 1-103-15,-3 3-20 0,3-6-4 0,0 8-1 16,0-6 0-16,-3 1 0 0,3 5 0 0,0-3 0 16,-6 3-51-16,3 0-13 0,3 0 0 0,-6 0 0 15,6 6 0-15,-3 2 0 0,-1-6 0 0,1 6 0 16,0 3 54-16,0 5 8 0,0 0 2 0,-3 5 0 15,0 0-52-15,3 5-12 0,-3 1 0 0,0 2 0 16,0-3 0-16,-3-2 0 0,3 3 0 0,0-1 0 16,0-5 0-16,0 3 0 0,0-8 0 0,0 2 0 15,0-2 0-15,0 3 0 0,0-6 0 0,0 3 0 16,0 0 0-16,-3 2 0 0,3-7 0 0,0 5 0 16,0-3 0-16,-3 0 0 0,3 1 0 0,0-4 0 15,3 1-48-15,-3-3-13 0,3 2-3 0,0-5 0 16,3 1-51-16,-3-4-10 0,3 1-3 0</inkml:trace>
  <inkml:trace contextRef="#ctx0" brushRef="#br0" timeOffset="12379.014">20056 4392 2030 0,'9'0'57'0,"0"3"14"0,3 0-57 0,-1-3-14 0,1 0 0 0,3 0 0 15,0-3 105-15,3 3 19 0,0-3 3 0,3 1 1 16,3 2-52-16,2-3-9 0,4 3-3 0,3-5 0 16,-3 2 0-16,5 3 0 0,1-5 0 0,0 5 0 15,-3-3-51-15,-1 3-13 0,-2-2 0 0,3 2 0 16,-3 0 0-16,-1-3 0 0,4 3 0 0,-3-3 0 15,0 3 0-15,-4 0 0 0,1-2 8 0,0 2-8 16,-6 0 0-16,-3-3 0 0,-1 3 0 0,-2 0 0 31,-6-3-50-31,0 3-13 0,0 0-2 0,-6-2-1 0,-3 2-101 0,0 0-20 0,0 0-4 0</inkml:trace>
  <inkml:trace contextRef="#ctx0" brushRef="#br0" timeOffset="12758.764">20324 4122 2066 0,'0'-10'43'0,"0"10"10"0,3-5-42 0,0-1-11 0,0 4 0 15,0-4 0 1,0 4 127-16,-3 2 23 0,3-6 5 0,-3 6 1 15,0 0-88-15,0 0-16 0,0 0-4 0,0 0-1 0,0 0 5 0,0 0 0 0,0 0 1 16,-6 0 0-16,0 3-42 0,-3 2-11 0,3 1 0 0,-6 2 0 31,3 2 0-31,-3 1 0 0,0 2 0 0,0 6 0 0,-3-1 0 0,3 1 0 0,1 4 0 0,-1-1 0 16,0-1 0-16,3 0 0 0,0 0 0 16,0-2 0-16,0-1 0 0,3-2 0 0,0 5 0 0,3-8 0 15,0 1 0-15,3-1 0 0,0-3 0 0,3 6 0 16,0-8-12-16,3 0-4 0,0 0 0 0,3-3-1 15,0 3 17-15,0 0 0 0,0-5 11 0,3 2-11 16,0-2 15-16,2-1-4 0,4 1-1 0,0 0 0 16,3-1-10-16,0 1 0 0,0-3 0 0,2 5 0 15,1-5-97-15,0 0-25 0,3 3-5 0</inkml:trace>
  <inkml:trace contextRef="#ctx0" brushRef="#br0" timeOffset="13616.774">21669 4144 1580 0,'3'8'67'0,"0"5"-54"15,0-3 32-15,0 4 7 0,0 1 0 0,0 4 1 16,0 0 2-16,0-1 0 0,0 3 0 0,0 3 0 16,0-5-25-16,0 2-5 0,0-3-1 0,0 1 0 15,-3-1-24-15,3 1 0 0,0-3 0 0,-3 2 0 16,0-7 0-16,3 7 0 0,-3-7 0 0,0-1 0 16,0 1 0-16,-3 2 0 0,0-7 0 0,3 2 0 15,-3-3 44-15,0 0 16 0,3-5 3 0,0 0 1 16,0 0-20-16,0 0-4 0,-6-3-1 0,3-2 0 15,-3 0-11-15,3-6-3 0,0 3 0 0,0-8 0 16,0 6 31-16,3-6 7 0,-3 0 1 0,3 0 0 16,0-10-52-16,0 2-12 0,3-2 0 0,-3-6 0 15,3 0 54-15,0 3 8 0,0-8 2 0,3 2 0 16,0 4-52-16,0 2-12 0,3 2 0 0,0-2 0 16,0 5 0-16,3-2 0 0,-1 2 0 0,-2 5 0 15,3-4 0-15,0 4 0 0,-3 1 0 0,3-1 0 16,0 3 54-16,0 3 8 0,3 0 2 0,-3 2 0 15,3 3-64-15,-1 0-18 0,-2 0-1 0,3 3 0 16,-3 2 19-16,0 6 0 0,0 0 0 0,0-1 0 16,-6 6 0-16,3 0 8 0,-3 0-8 0,0 3 0 0,-3 2 0 0,0-2 0 15,-3 2 0-15,0 5 0 0,0-7 12 0,-6 7 4 0,3-7 0 16,-6 8 0 0,3-9-64-16,-6 3-13 0,0 1-3 0,3-1 0 15,-6 0 52-15,3 6 12 0,-3-9 0 0,-3 9 0 0,4-9 0 0,-1 9 0 0,0-6 0 0,0 3 0 16,0 0 0-16,3 0 0 0,-3-3 0 0,3 0 0 15,0 0 0-15,4 1 0 0,-1-1 0 0,0 0 0 16,3-2 0-16,0-1 0 0,3 1 0 0,0 2 0 16,3-8 0-16,0 3 0 0,0 0 0 0,3 3 0 15,0-3 0-15,3-3 0 0,-3 0 0 0,3 3 0 16,3 0 0-16,-3 0 0 0,5-5 0 0,-2 2 0 16,0 0 0-16,3 1 0 0,-3-4 0 0,3 6 0 15,0-8 0-15,3 3 0 0,-3-1 0 0,6-2 0 16,-4 3 0-16,1-3 0 0,3 0 0 0,-3 0 0 15,3 0 0-15,0 0 0 0,0 3 0 0,-3-3 0 16,-1 0 0-16,-2 0 0 0,3 0 0 0,-3-3 0 16,3 0-208-16,-3 1-38 0</inkml:trace>
  <inkml:trace contextRef="#ctx0" brushRef="#br0" timeOffset="14903.958">22113 4294 1824 0,'0'0'38'0,"-6"3"8"0,6-3-37 0,0 0-9 0,-6 8 0 0,6-8 0 15,0 3 97-15,0-3 18 0,-3 5 3 0,3 0 1 16,3 3-88-16,-3-8-18 16,0 5-3-16,3 6-1 0,0-3 44 15,3-5 9-15,-3 5 2 0,3-3 0 0,0 3-52 0,0-3-12 0,-1 3 0 0,1-5 0 16,0 2 0-16,3 0 0 0,-3 1 0 0,3-1 0 15,0 0 0-15,0-5 0 0,0 3 0 0,3-1 0 16,-3-2 0-16,3 0 0 0,0-2 0 0,0 2 0 16,-1-3 54-16,4-2 8 0,0 0 2 0,0-3 0 15,0 2-49-15,0 1-15 0,0-3 8 0,0 0-8 16,-1-2 52-16,-2 2 8 0,-3-3 0 0,3 0 1 16,-3-2-49-16,-3 3-12 0,0-4 0 0,0 1 0 15,-3 3 0-15,0-4 0 0,-3 4 0 0,0-3 0 16,-3 2 0-16,-3 3 0 0,3 3 0 0,-6-3 0 15,0 0 0-15,0 5 0 0,-3-2 0 0,-3 5 0 16,1 0 0-16,-1 5 0 0,0-2 0 0,-3 5 0 16,3 0 0-16,-3 0 0 0,3 2 0 0,0 4 0 15,4 1 12-15,2-1-1 0,0 2 0 0,0 2 0 16,3-5-11-16,3 3-16 0,0 0 4 0,0 0 1 16,3 0-42-16,3-3-9 0,0 0-2 0,0-2 0 15,3-1 52-15,3 1 12 0,0-3 0 0,0 0 0 16,2-3-54-16,4-2-8 0,0-1-2 0,3 1 0 15,0-3 52-15,0 0 12 0,3-3 0 0,-1 1 0 0,1-1 48 16,-3-2 13-16,3 2 3 0,-3-2 0 0,3 2-52 16,-3-7-12-16,-1-1 0 0,-2 3 0 15,0-2 54-15,0-4 8 0,-3 1 2 0,3-3 0 0,-3 3-52 0,0-6-12 16,-3 1 0-16,0-1 0 0,-1 4 54 0,-2-4 8 0,0 6 2 16,-3-6 0-16,0 3-52 0,-3 6-12 0,0-6 0 0,0 8 0 15,-3-3 0-15,0 9 0 0,-3-9 0 0,3 9 0 16,-3-1 0-16,1 0 0 0,-1 3 0 0,-3 3 0 15,3-3 0-15,3 5 0 0,-3 1 0 0,0 1 0 16,3 1 0-16,0 0 0 0,0 3 0 0,3-1 0 16,0 6 0-16,3-2 0 0,0 1 0 0,3 4 0 15,0 0 0-15,0-1 0 0,3-2 0 0,0 5 0 16,-1-5 0-16,7 5 0 0,0-8 0 0,-3 6 0 16,3-6 0-16,0-2-12 0,-3 2 3 0,0-2 0 15,-3-4 9-15,-3 4 0 0,0-3 0 0,-6 3 0 16,0-4 0-16,0 1 9 0,-6 0 0 0,0 0 0 15,-3-2-9-15,-3 2 0 0,0-3 0 0,-3 5 0 16,3-7-46-16,-3 0-14 0,0 2-4 0,0-2 0 16,4-1 52-16,-1-2 12 0,0 3 0 0,3-3 0 15,0 0 0-15,3-3 0 0,0 1 0 0,6 2 0 16,0 0 0-16,0-6 0 0,3 1 0 0,0 2 0 16,3-5-54-1,3 1-8-15,0 1-2 0,6-2 0 0,0 0 52 0,2-2 12 0,4-3 0 0,3 2 0 16,0 0 20-16,3 1 8 0,2-1 0 0,1-2 1 15,0 0-10-15,-3 2-3 0,3-5 0 0,-4 3 0 0,-2-5 11 16,-3 2 1-16,0 0 1 0,0-3 0 0,-4 6 3 0,-2-5 1 0,0-1 0 0,-3 3 0 16,0 3-5-16,-6-3-2 0,3 5 0 0,-6 1 0 15,-3-1-6-15,0 3 0 0,-3 0-1 0,0 0 0 16,-3 6-3 0,0 2 0-16,-3 0 0 0,0 0 0 0,-3 2-16 15,3 4 8-15,-3-1-8 0,1 6 0 0,2 2 0 0,-3-3 0 0,3 4 0 16,-3 2 0-16,6-1 0 0,-3 4 0 0,3-1 0 15,3 4 0-15,0-4-10 0,0 1 10 0,3 2-10 0,0-3 10 16,3-2-12-16,0 0 12 0,0-3-13 0,3 3 5 31,0-8-18-31,3 3-3 0,0-1-1 0,3-2 0 0,0-2-2 16,0-1 0-16,2-3 0 0,4 1 0 0,0-3 2 0,3-3 0 16,3 1 0-16,3-3 0 0,-1-1 6 0,1 1 2 0,3 2 0 0,-3-5 0 15,-1 0 12-15,-2 1 10 0,0 1-13 0,0-7 5 16,-3 0 8-16,-6 2 0 0,3-7 0 0,-7 2 0 15,1-3 22-15,0-2 0 0,-3 0 0 0,0 0 0 16,0-3 12-16,-3 0 2 0,0 0 1 0,0 6 0 16,-3-6-5-16,0 5 0 0,0 1-1 0,0 5 0 15,-3-3-4-15,0 5-1 0,0 1 0 0,0 2 0 16,-3 0-5-16,3 8-1 0,0 0 0 0,0 0 0 16,0 0-10-16,0 0-2 0,0 0-8 0,-6 10 12 15,0 4-12-15,0-4 8 0,3 9-8 0,-3-1 0 16,0 6 8-16,3 2-8 0,0 4 0 0,-3-1 9 15,3-3-9-15,0 3 0 0,3-2 0 0,-3-1 8 16,3-2-8-16,-3-3 0 0,3 0 0 0,0 1 0 16,-3 1 0-16,3-2 0 0,0 3 0 0,-3-5 0 15,3 2-11-15,0 0-4 0,-3-2-1 0,3 4 0 16,-3-9-83-16,0 2-17 0,3-6-3 0,-3 1-1 16,0-6-76-16,3-5-16 0,0 0-4 0</inkml:trace>
  <inkml:trace contextRef="#ctx0" brushRef="#br0" timeOffset="15116.908">23330 4445 2229 0,'-9'-10'46'0,"0"4"12"0,0 1-46 0,6 0-12 0,-3 2 0 0,6 3 0 16,0 0 98-16,0 0 18 0,0 0 3 0,6 0 1 16,0 0-39-16,3 0-7 0,0 0-2 0,3 3 0 15,0-3-16-15,3 2-4 0,3-2-1 0,0 0 0 16,-1 0-22-16,4 0-4 0,3 0-1 0,3-2 0 15,-3-1-24-15,2 3 8 0,4 0-8 0,-3-5 0 16,0 5-24-16,0 0-9 0,-1 0-3 0,-2 0 0 16,-3 0-158-16,-3 0-32 0,0 0-6 0</inkml:trace>
  <inkml:trace contextRef="#ctx0" brushRef="#br0" timeOffset="15765.917">18061 5448 1580 0,'6'-13'67'16,"0"2"-54"-1,0 1 143-15,0 2 29 0,0 0 6 0,0 0 1 16,0 0-52-16,-3 3-9 0,0-1-3 0,0 1 0 0,0 2-51 0,0 1-10 16,0-3-3-16,-3 5 0 0,0 0-51 15,0 0-13-15,0 0 0 0,0 0 0 16,3 5 40-16,0 0 6 0,0 0 1 0,0 6 0 0,0 0-25 16,-3 4-5-16,0 1-1 0,3 3 0 15,-3 2-16-15,0 0 0 0,0 3 0 0,0 2 0 16,0-4 0-16,0 1 0 0,0 1 0 0,0-3 0 0,0 3 0 0,0-3 0 0,0-2 0 0,0 2 0 15,0 0 0-15,0 0 0 0,0 1 0 0,0 1 0 16,0-1 0-16,3-1 0 0,-3 0 0 0,3 0 0 16,-3-5-45-1,0 0-16-15,3-3-3 0,0-5-1 0,3 0-108 0,0 0-22 16,0-6-4-16</inkml:trace>
  <inkml:trace contextRef="#ctx0" brushRef="#br0" timeOffset="16138.662">18514 5615 2328 0,'0'-13'48'0,"-3"5"12"0,0-3-48 0,0 3-12 0,0 0 0 0,0 6 0 15,0-4 106-15,3 6 18 0,0 0 4 0,-6 0 1 16,6 0-57-16,-6 3-11 0,0 2-2 0,-3 3-1 16,3-3 5-16,3 3 1 0,-3 0 0 0,0 3 0 15,3-1-52-15,1 1-12 0,-1 0 0 0,0 2 0 16,3-3 0-16,0 1 0 0,0 0 0 0,3 2 0 15,0-3 0-15,2 4 0 0,1-1 0 0,3 3 0 16,0 0 0-16,3-3 0 0,0 0 0 0,0 0 0 16,3-2 8-16,-3-1-8 0,3-4 11 0,3 2-11 15,-1-6 0-15,-2 1 0 0,3-3 0 0,3-3-12 16,-3 1 12-16,0-4 0 0,3 1 0 0,-4-3 0 0,1 0 0 0,-3-2 0 16,3 2 0-16,-3-3 0 15,-3 1 0-15,0-1 0 0,0-2 0 0,-3 2 0 0,-1-2 23 16,-2 2 7-16,-3-5 2 0,0 3 0 0,0-3 0 0,-3 0 0 15,-3-2 0-15,0-1 0 0,-3 1-41 16,0-1-8-16,-2-2-2 0,-1 3 0 0,-3-1 19 0,0 1 0 0,-3-1 0 0,0 1 0 31,0 4-26-31,0 1-8 0,0 3-2 0,-2-1 0 16,-1 6-133-16,3-1-27 0,0 4-6 0</inkml:trace>
  <inkml:trace contextRef="#ctx0" brushRef="#br0" timeOffset="16598.579">20100 5670 1759 0,'9'0'74'0,"0"0"-59"31,3 0 101-31,0 0 21 0,0 0 4 0,6-2 1 0,0 2-9 0,3-3-1 0,2 0-1 0,1 3 0 16,9-2-54-16,0 2-10 0,2-3-3 0,4 0 0 16,-3 3-51-16,3-2-13 0,-1-1 0 0,1 1 0 15,3 2 0-15,-1-3 0 0,1 0 0 0,3 1 0 16,-4 2 27-16,4 0 2 0,-6 0 1 16,2 0 0-16,-2 0-22 0,-3 2-8 0,-1-2 0 15,-2 0 9-15,0 0-9 0,0 0 12 0,-4 0-12 0,1 0 12 16,-3 0-12-16,-6 0 0 0,0 0-12 0,-3 0 12 15,-4 0-34-15,-2 0 1 0,-3 0 0 0,-3-2 0 16,-3 2-179-16,-3 0-35 0</inkml:trace>
  <inkml:trace contextRef="#ctx0" brushRef="#br0" timeOffset="17031.84">20440 5342 2158 0,'0'0'91'0,"0"0"-73"15,3-5 97-15,-3 5 19 0,0 0 4 0,0 0 1 16,0 0-37-16,0 0-7 0,0 0-2 0,0 0 0 15,0 0-74-15,-6 0-19 0,0 0 0 0,-3 3 0 16,0-1 0-16,0 6 0 0,-3 0 0 0,0 3 0 16,0 2 0-16,-3 5 0 0,1-2 0 0,-4 6 0 15,3-1 0-15,0 0 0 0,0 3 0 0,0-3 0 16,3 3 0-16,0-6 0 0,0 3 0 0,1 1 0 16,2-4 0-16,3-2 0 0,-3 0 0 15,3 0 0-15,3-3 19 0,0 0 0 0,3 0 0 0,0 1 0 16,3-1-7-16,0-3-2 0,3 1 0 0,0 0 0 15,3-1 20-15,0-2 4 0,2 0 1 0,4 3 0 16,3-6-35-16,3 3 0 0,3-3 0 0,0-2 0 16,2 2 0-16,1-2 0 0,3 2 0 0,-3-2 0 15,3-1 0-15,-4 1 0 0,1-3 0 0,3 0 0 16,-3-3-147-16,5 1-36 0,-2-4-7 0</inkml:trace>
  <inkml:trace contextRef="#ctx0" brushRef="#br0" timeOffset="17604.68">22303 5281 2310 0,'0'-8'48'0,"-3"3"11"0,3-3-47 0,0 6-12 0,-3-9 0 0,0 6 0 16,0-1 53-16,-3 1 9 0,0 0 2 0,-3 2 0 16,0 3 0-16,1-2 0 0,-4 2 0 0,0 2 0 15,-3-2-54-15,-3 3-10 0,0 2 0 0,-3 0 0 16,0 1 0-16,1 2-8 0,-4 0 8 0,-3 2 0 16,6-2 0-16,0 3 0 0,4-1 0 0,-1 4-8 15,3 1 8-15,3 1 8 0,3 0-8 0,6 5 11 16,0 0-11-16,6 1 0 0,0 1 0 0,6 1 0 15,0-3 0-15,6 1 0 0,0-4 0 0,-1 3 0 16,1-2 0-16,3-1 0 0,3-2 0 0,-3 0 0 16,0 0 0-16,-3-3 0 0,0 0 0 0,-4-2 0 15,1 0 0-15,-3-3 0 0,-3 2 0 0,0-2 0 16,-3 0 0-16,0-3 0 0,-3 1 0 0,-3-1 0 16,-3 0 0-16,-3 0 0 0,0-2 0 0,-6 0 0 15,1-1 0-15,-1-2 0 0,-6 0 0 0,0 0 0 0,0-2 0 16,-3 2 0-16,1 0 0 0,-1-3 0 0,3 3 0 0,0-3 0 15,0 3 0-15,3-2 0 16,0 2 0-16,7-5 0 0,-4 2 0 0,6 0 0 16,-3-2-203-16,6 0-42 0</inkml:trace>
  <inkml:trace contextRef="#ctx0" brushRef="#br0" timeOffset="18045.683">22407 5535 2434 0,'0'0'69'0,"0"0"15"0,0 0-68 0,0 0-16 0,0 0 0 0,0 0 0 16,0 0 71-16,0 0 10 0,0 0 3 0,0 0 0 15,0 0-46-15,0 0-9 0,0 0-1 0,6 6-1 16,0-4-7-16,0 1-2 0,3 0 0 0,0-1 0 16,0 1-10-16,3 0-8 0,3-1 12 0,-3-2-12 15,3 3 8-15,-4 0-8 0,4-3 0 0,0 0 0 16,0 0 0-16,0 0 8 0,0-3-8 0,0 0 0 15,-3 1 14-15,3-4-4 0,-1 4-1 0,-2-4 0 16,0 1-9-16,0 0 0 0,0-1 0 0,-3-1 0 16,-3 1 0-16,0-2 0 0,0 0 0 0,-6 0 0 15,3 1 0-15,-6-1 0 0,0 0 0 0,0 0 0 16,-3 0 53-16,-3 0 9 0,3 0 2 0,-6 3 0 16,3-1-52-16,-3 1-12 0,0 2 0 0,1-2 0 15,-1 5 0-15,-3-3 0 0,0 3 0 0,0 3 0 16,0-3 0-16,0 5 0 0,-3-2 0 0,3 2 0 0,1 6 0 0,-1-3 0 15,3 5 0-15,0 0 0 0,3 3 0 0,3 0 0 0,0 0 0 0,3 2 0 16,3-2 0-16,3 3 0 0,0-3 0 0,3 0 0 16,3-3 0-16,0 0 0 0,3 0 0 0,0-2 0 15,3-1 0-15,-1-2 0 0,1 3 0 0,3-3 0 32,0-5-48-32,0-1-13 0,0-2-3 0,3 0 0 15,-1-2-102-15,7-1-21 0,0-2-4 0</inkml:trace>
  <inkml:trace contextRef="#ctx0" brushRef="#br0" timeOffset="18295.619">23116 5398 2024 0,'0'-19'42'0,"0"1"10"0,0 2-41 0,0 0-11 0,-3 3 0 0,3 0 0 16,-3 5 102-16,0-3 18 0,0 3 4 0,0 0 1 16,0 3-33-16,0 0-6 0,3 5-2 0,0 0 0 15,0 0-19-15,0 0-4 0,0 0-1 0,0 0 0 16,-6 2-14-16,3 4-3 0,0-1-1 0,-3 3 0 15,3 0-9-15,0 5-1 0,0 0-1 0,0 3 0 16,3 3-15-16,-3 4-2 0,0 4-1 0,0-1 0 16,3 1-13-16,-3 2 8 0,0 0-8 0,0 3 0 15,3-6 0-15,-3 1 8 0,0-1-8 0,0 1 0 16,3-1-20-16,-3-2-6 0,0 2-2 0,0 1 0 16,0-3 28-16,-2-1 0 0,2 4 0 0,0-6 0 15,0 0-159-15,0-2-26 0,0-3-6 0</inkml:trace>
  <inkml:trace contextRef="#ctx0" brushRef="#br0" timeOffset="18523.038">22970 5668 2200 0,'-12'-16'46'0,"3"3"10"0,0-1-45 15,0 4-11-15,0 2 0 0,3 0 0 0,0 3 111 0,3-1 20 0,3 6 4 0,0 0 1 16,0 0-43-16,3-2-8 0,3-1-1 0,0 0-1 15,0 3-24-15,3 0-5 0,0 0-1 0,3 0 0 16,-3 0-29-16,3 0-5 0,0 0-2 0,3 0 0 16,0 0-17-16,2 0 0 0,1 0 0 0,3 0 0 15,0 0 0-15,3 0 0 0,3-2 0 0,-1 2-9 16,-2 0-92 0,3-3-19-16,-3 3-3 0</inkml:trace>
  <inkml:trace contextRef="#ctx0" brushRef="#br0" timeOffset="19280.739">18094 6731 1997 0,'0'-13'41'0,"0"8"11"0,3 0-41 0,-3-1-11 0,3 1 0 0,0 2 0 16,-3-2 131-16,0 5 24 0,0-5 5 0,0 5 0 15,0 0-59-15,0 0-12 0,0 0-2 0,0 0-1 16,0 0-47-16,0 0-10 0,3 5-1 0,0 3-1 16,-3 3-27-16,0 2 0 0,3 3 0 0,-3 2 0 15,3 1 0-15,-3-1 0 0,0 1 0 0,3 2 0 16,-3 0 56-16,3-2 7 0,0 2 1 0,-3 0 0 15,3 3-64-15,0-3-26 0,0 3 2 0,0 5 0 16,3-5 24-16,-3 2 0 0,0 1 0 0,3-1 0 16,-3-5-13-16,3 3 2 0,-3-3 1 0,3 0 0 31,-3-5-23-31,0 0-5 0,0 0-1 0,3-3 0 0,-4 0-115 16,1-2-23-16,3-3-5 0</inkml:trace>
  <inkml:trace contextRef="#ctx0" brushRef="#br0" timeOffset="19562.862">18517 6864 2211 0,'0'-43'46'0,"-3"28"10"0,3 1-44 0,0-2-12 0,0 3 0 0,0 0 0 16,0 2 124-16,0 3 22 0,0 0 5 0,0 1 1 15,0 4-53-15,0 3-11 0,0 0-1 0,0 0-1 16,0 0-30-16,0 0-7 0,3 5-1 0,0 3 0 15,-3 0-18-15,3 5-4 0,0-2-1 0,-3 2 0 0,3 0-9 0,0 1-3 0,0 1 0 16,0 1 0-16,0 0-5 0,0 0-8 0,0-3 11 0,0 6-11 16,-3-3 8-16,3 0-8 0,-3 2 0 0,0 1 0 15,3-1 8-15,-3 3-8 0,0-2 0 0,0 2 0 16,0 0 0-16,3 0-9 0,-3 1 1 0,0-4 0 31,0 1-29-31,0-1-6 0,0-2-1 0,0-3 0 16,3 3-96-16,-3-5-20 0,0-1-4 0</inkml:trace>
  <inkml:trace contextRef="#ctx0" brushRef="#br0" timeOffset="20246.288">19958 6914 2322 0,'14'0'66'0,"7"0"14"15,-3 0-64-15,6 0-16 0,0 0 0 0,0 0 0 16,2-3 80-16,1 3 14 0,0-2 2 0,3-1 1 16,0 0-13-16,2 1-2 0,4-1-1 0,0 0 0 15,-1 1-65-15,1-1-16 0,0 3 0 0,0-2 0 16,-7 2 0-16,1-3 0 0,0 3 0 0,-3-3 0 15,-1 1 0-15,-2 2 0 0,0 0 0 0,0-3 0 16,-3 3 0-16,-3 0 0 0,-1 3 0 0,-2-3 0 16,-3 0-48-16,-3 2-12 0,0-2-4 0,-3 3 0 15,-6-3-103-15,0 0-21 0,0 0-4 0</inkml:trace>
  <inkml:trace contextRef="#ctx0" brushRef="#br0" timeOffset="20672.817">20336 6583 2276 0,'0'0'48'0,"0"-5"9"16,3 2-45-16,0-2-12 0,0 2 0 0,-3 3 0 15,0-5 112-15,0 5 20 0,0 0 4 0,0 0 0 16,0 0-108-16,0 0-28 0,0 0 0 0,0 0 0 16,-3 0 56-16,-3 0 7 0,-3 5 1 0,0 1 0 15,0 2-52-15,-3 2-12 0,0 1 0 0,0 2 0 16,-3 6 0-16,0-4 0 0,0 7 0 0,-2-4 0 16,-1 3-16-16,0 0-5 0,0 1-2 0,-3-1 0 15,0 0 23-15,3-3 0 0,-2 4 0 0,2-7 0 16,0 4 14-16,6-3 7 0,-3 0 2 0,6-3 0 15,3 3-23-15,0-3 0 0,0 3 0 0,6-3 0 16,0 3 0-16,3 0 0 0,3-3 0 0,3 3 0 16,0-3 0-16,3 1 0 0,0-1 0 0,3 0 0 15,0-5 0-15,3 3 0 0,-1-4 0 0,1 1 0 0,0 0 0 16,3-5 0-16,0 2 0 0,0-2 0 16,2-3-47-16,1 0-13 0,3-3-4 0,3 1 0 15,3-4-153-15,-4 4-31 0</inkml:trace>
  <inkml:trace contextRef="#ctx0" brushRef="#br0" timeOffset="21769.858">21386 6663 1774 0,'3'-6'75'15,"-3"-2"-60"1,3 3 98-16,0-3 20 0,-3 3 4 0,3 0 1 0,-3 5-36 0,0 0-7 0,0 0-2 0,0 0 0 16,0 0-33-1,0 0-6-15,0 0-2 0,0 0 0 0,0 0-1 0,-3 8-1 16,0-3 0-16,0 5 0 16,0 4-62-16,-3 1-12 0,3 1-2 0,-3 3-1 15,4-1 27-15,-1 1 0 0,-3-1 0 0,3 4-8 0,0-4 8 0,3 1 0 16,0-3 0-16,0 2 0 15,3-2-31-15,0-3-4 0,3 0-1 0,-3-2 0 16,2 0 36-16,1-3 0 0,0-1 0 0,3 1 0 0,-3-5-12 0,3 0 12 16,0-3-12-16,0 0 12 0,3-3 0 0,0 0 0 0,0-2 8 15,0 0-8-15,0 0 0 0,2-3 0 0,-2 0 0 0,3 0 0 16,-6-3 0-16,3 3 0 0,0-2 0 0,-3-1 0 16,0 0 57-16,0 1 6 0,-3-3 1 0,0 2 0 15,0-2-52-15,0 2-12 0,-3 1 0 0,0-1 0 16,0 0 0-16,-1 4 0 0,1 1 0 0,-3 1 0 15,0 5 0-15,0 0 0 0,0 0 0 0,0 0 0 16,0 0 0-16,0 0 0 0,3 8 0 0,-3 0 0 16,3 2 0-16,-3 1 0 0,3 2 0 0,-3 0 0 15,3 1 0-15,0-4 0 0,0 3 0 0,0 1 0 16,0-4 0-16,0 4 0 0,0-7 0 0,0 4 0 16,0-3-20-16,0 0-4 0,0 0-1 0,0-3 0 15,-3-5-11-15,0 5-1 0,0-5-1 0,0 0 0 16,0 0 38-16,0 0 0 0,0 0 0 0,0 0 0 15,0 0 0-15,0 0 0 0,3-2 0 0,3-3 0 16,-3 2 0-16,0-5 20 0,0 3-3 0,3-3 0 16,-3-3-17-16,0 1 0 0,0-1 8 0,3-2-8 15,0-1 9-15,-3 1-1 0,3-3-8 0,0 1 12 16,0-1-3-16,0 0-1 0,2-3 0 0,-2 3 0 16,3 0 3-16,-3 1 0 0,0 1 0 0,3 1 0 0,-3 3-3 15,0 2-8-15,0 2 12 0,0 1-4 0,0 2-8 0,0 3 10 0,-3 0-10 0,3 3 10 16,-3 5-2-16,0 3-8 0,3-1 12 0,-3 3-4 15,-3 1-8-15,3 1 0 0,-3 4 0 0,0 0 0 16,0-4 0-16,0 1 0 0,-3 0 0 0,3 0 0 16,-3-3 0-16,0 0 0 0,0 1 0 0,0-1 0 15,0-2 0-15,0-4-12 0,0 1 2 0,0 0 1 16,0-2 9-16,3-6 0 0,0 0 0 16,0 0 0-16,0 0 0 0,0 0 12 0,0 0-2 0,0 0-1 15,0 0-9 1,0 0 0-16,0 0-10 0,3-6 10 0,0-2 0 0,0 0 0 0,3 1 0 0,-3-1 10 15,3-3-10-15,3 0 0 0,-3 1 0 0,3-3 0 16,0-1 0-16,-1 1 0 0,4-3 0 0,0 3 0 16,0-3 0-16,0 0 0 0,3 3 0 0,0-3 0 15,0 6 53-15,-3-4 9 0,3 6 2 0,-4 0 0 16,4 3-52-16,-3 3-12 0,-3-1 0 0,3 3 0 16,-3 3 0-16,-3-1 0 0,3 1 0 0,-3 5 0 15,-3 0 0-15,3 2 0 0,-3 4 0 0,0-1 0 16,0 3 0-16,0-3 0 0,-3 3 0 0,3 2 0 15,-3-2 0-15,-3 0 0 0,3 0 0 0,-3 2 0 16,3-4 0-16,-3 2 0 0,0-3 0 0,3 0 0 16,-3-2 0-16,0 2 0 0,3 0 0 0,-3-2 0 15,0-1-48-15,3 1-13 0,0-3-3 0,0 0 0 16,0-8-153-16,0 5-31 0</inkml:trace>
  <inkml:trace contextRef="#ctx0" brushRef="#br0" timeOffset="23020.861">22559 6485 2310 0,'6'-23'48'0,"-3"15"11"0,-3 0-47 16,3 2-12-16,0 1 0 0,0 2 0 0,-3 3 104 0,3-5 20 15,-3 5 3-15,0 0 1 0,0 0-52 0,0 0-9 0,0 0-3 0,3 5 0 16,0 1 0-16,-3 2 0 0,3 2 0 0,-3 1 0 15,3-1-51-15,-3 1-13 0,-3 2 0 0,3 3 0 16,-3 0 0-16,0 2 0 0,0 1 0 0,0 5 0 16,-3-3 0-16,3 5 0 0,-3 1 0 0,0-1 0 15,3-2 0-15,-3 3 0 0,3-4 0 0,-3 1 0 16,3-3-15-16,0-2-2 0,0-1-1 0,-3-2 0 16,3-2 8-16,0-4 2 0,1 1 0 0,-1-3 0 15,0 0 28-15,0-3 5 0,3-5 2 0,0 0 0 16,0 0-27-16,0 0 0 0,0 0 0 0,0 0 0 15,0 0-13-15,-6-3-8 0,6 3-2 0,-6-5 0 16,3 0 37-16,-3-3 7 0,0 0 2 0,3 0 0 16,-3-3-23-16,0 3 0 0,0-2 0 0,-3-1 0 15,0 1 0-15,0 2 0 0,0-3 0 0,-3 1 0 16,0 2 0-16,1 0 0 0,-4 0 0 0,3 2 0 16,3 1 0-16,-3 2 0 0,0-2 0 0,0 5 0 0,3 0 0 0,0 3 0 0,0-1 0 15,0 1 0-15,3 2 0 0,3 1 0 0,-3-1 0 16,3 3 0-16,1 3 0 0,2-4 0 0,-3 4 0 0,3 0 0 15,3 2 0-15,-1-3 0 0,1 1 0 0,3 0 0 32,0-1-47-32,3 1-13 0,-3-3-4 0,3 0 0 0,3 0 52 0,0 0 12 0,0-1 0 0,3 1 0 15,0-2 0-15,3-1 0 0,-1-2 0 0,1 2 0 16,3-5 0-16,-3 3 0 0,0-3 0 0,3 0 0 16,-3 0 0-16,-1-3 0 0,1 0 0 0,-3 1 0 15,0-4 0-15,0 1 0 0,0-3 0 16,-3 3 0-16,0-3 48 0,-1 0 13 0,1-3 3 0,-3 3 0 15,3-2-52-15,-3-1-12 0,0 1 0 0,0-1 0 16,-3 0 0-16,0-2 0 0,0 3 0 0,-3-4 0 16,0 7 0-16,0-4 0 0,-3 0 0 0,0 3 0 15,0 3 54-15,-3-3 8 0,0 3 2 0,-3 2 0 16,3 1-52-16,-3-1-12 0,-3 3 0 0,0 3 0 16,3-1 0-16,-3 1 0 0,3 2 0 0,-3 3 0 15,3 0 0-15,-3 0 0 0,3 3 0 0,1-3 0 16,2 2 0-16,0 1 0 0,0 2 0 0,0-3 0 15,0 4-48-15,3-6-13 0,0 2-3 0,0 1 0 16,0-3 52-16,3 0 12 0,0 0 0 0,0 0 0 16,3-3-54-16,-1-2-8 0,4-1-2 0,0 1 0 15,0-3 52-15,3 0 12 0,3-3 0 0,0 1 0 0,0-1 0 16,3-2 0-16,0 2 0 0,-1-2 0 0,1-1 21 16,3 1 7-16,-3-3 2 0,0 0 0 15,3 0-3-15,-3-2-1 0,-1-1 0 0,1-2 0 0,-3 0-6 0,0-1-2 16,0-1 0-16,-3-1 0 0,0 2-18 15,0-1-12-15,-3-1 1 0,-3 0 1 16,-1 3 10-16,-2-1 0 0,0 1 0 0,-3 2 0 16,0 4 49-16,-3-4 12 0,-3 6 3 0,1-1 0 0,-4 4-52 15,0 2-12-15,-3 0 0 0,0 2 0 0,-3 4 0 0,0 2 0 0,0 0 0 0,0 2 0 16,3 3 0-16,1 3 0 0,-1 0 0 0,3 0 0 16,0 3 0-16,6-4 0 0,3 1 0 15,0 3 0-15,3-3 0 0,3 0 0 0,0-1 0 16,3 1 0-16,0 0-16 0,2 0-7 0,1 0-1 0,0-3 0 15,-3 3 24-15,3 0 0 0,0-3 0 0,-3 3 0 16,0 0 0-16,0-3 0 0,-3-2 0 0,0 2 0 16,0-5 0-16,-3 2 0 0,0-2 0 0,0-2 0 15,-3 2 0-15,0-8 0 0,0 0-11 0,0 0 11 16,-3 5-22-16,3-5 1 0,0 0 0 0,-6 0 0 16,-3 3 3-16,3-6 1 0,-3 3 0 0,3-3 0 15,0 1 9-15,0-1 8 0,0-2-12 0,0-1 12 16,3 1-9-16,0-3 9 0,0 3 0 0,3 0-9 15,0-3 9-15,0 0 0 0,3 2 0 0,3-2-8 16,-3 1 8-16,6-1 0 0,-3 0 0 0,3 0 0 16,0 2 0-16,0-2 0 0,0 1 0 0,3 1 11 15,-4 1 0-15,4 0 0 0,0-1 0 0,-3 4 0 16,3-4 0-16,0 4 0 0,0-1 0 0,0 1 0 16,3 2 0-16,-3 0 0 0,3-3 0 0,-4 3 0 15,-2 3-2-15,3-3 0 0,-3 2 0 0,3 3 0 16,-3-2-9-16,0 2 10 0,-3 1-10 0,3-1 10 0,-3 3-10 0,-3-3 0 15,0 3 0-15,0 3 0 0,0-3 0 0,-3 2 0 0,0 1 0 16,0 2 0-16,-3-2-12 0,0 2-5 16,0 0-1-16,-3 0 0 15,0-2-30-15,-3 2-5 0,3-5-2 0,-3 3 0 16,0-3-135-16,0-3-27 0,0 0-6 0</inkml:trace>
  <inkml:trace contextRef="#ctx0" brushRef="#br0" timeOffset="23222.157">23327 6634 2947 0,'-3'-22'61'0,"-3"-1"15"0,3 4-60 0,0 3-16 0,3 0 0 0,-3 6 0 16,3-1 80-16,-3 1 12 0,3 2 4 0,0 2 0 15,0 1-62-15,0 0-12 0,0 5-2 0,0-6-1 16,0 6-19-16,3-2 0 0,0-4 0 0,-3 6 0 15,0 0-13-15,3-2-10 0,-3 2-1 0,6 0-1 16,0 0-172-16,0 0-35 0,0 0-6 0</inkml:trace>
  <inkml:trace contextRef="#ctx0" brushRef="#br0" timeOffset="23837.542">23324 6731 2066 0,'0'0'43'0,"0"0"10"0,0 0-42 0,0 0-11 0,0 0 0 0,0 0 0 15,0 0 104-15,0 0 20 0,0 0 3 0,3 3 1 16,3 2-52-16,3-2-9 0,-3 0-3 0,0-1 0 16,3 4-51-16,0-1-13 0,-3 0 0 0,3 3 0 15,0 0 0-15,-3 3 0 0,2-3 0 0,1 5 0 16,-3-3 0-16,3 4 0 0,-3 1 0 0,3-1 0 16,-3 2 0-16,0-3 0 0,0 0 0 0,-3 3 0 15,0 0 0-15,3 0 0 0,-3 0 0 0,-3 2 0 16,3-2-48-16,-3-3-13 0,3 3-3 0,-3-3 0 15,0 1 52-15,-3-4 12 0,3 1 0 0,-3-3 0 0,0-3 0 16,3-5 0-16,0 0 0 0,0 0 0 0,0 0 48 0,0 0 13 16,0 0 3-16,-3-8 0 0,3 0 0 0,0-3 0 15,0 1 0-15,3-3 0 0,0 2 0 0,0-2 0 0,0-3 0 0,3 3 0 16,0-1-52-16,0 1-12 0,3 0 0 0,-3 0 0 16,3 0 0-1,2-1 0-15,-2 1 0 0,3 0 0 0,0 0 9 0,0-1-1 16,3 1 0-16,0 0 0 0,0 0-23 0,0 0-5 0,2 2 0 0,-2 0-1 31,3 3-118-31,-3 0-23 0,3 1-5 0</inkml:trace>
  <inkml:trace contextRef="#ctx0" brushRef="#br0" timeOffset="24848.446">24012 6850 2298 0,'0'0'48'0,"6"3"11"16,0-3-47-16,-3-3-12 0,3 3 0 0,0-2 0 15,-1-1 105-15,-2 1 19 0,0-1 4 0,3-2 1 16,-3 2-52-16,0-2-10 0,0 2-3 0,0-2 0 16,0-1-15-16,-3 4-3 0,0-3-1 0,-3-1 0 15,0 1-6-15,0 0-2 0,-3-1 0 0,0-2 0 16,-2 3-13-16,-4 0-2 0,0 0-1 0,-3-1 0 16,0 1-12-16,0 2-9 0,-3 1 12 0,3-1-12 15,-3 3 0-15,4 3 0 0,-1-3 0 0,0 2 0 16,0 4 0-16,3-1 0 0,0 0-12 0,3 3 3 15,0 0-9-15,3 3-2 0,0-3 0 0,3 5 0 16,0-3-5-16,0 1-2 0,3 0 0 0,3-1 0 16,-3 1-11-16,3-1-2 0,3-2-1 0,0 0 0 15,0 0-3-15,0-3 0 0,3-2 0 0,-3 2 0 0,3-2 29 0,0-3 6 0,3 0 1 16,-3 0 0-16,3-3 17 0,-3 1 4 0,0-1 1 16,-1 0 0-16,4 1 15 0,-6-1 3 15,6-2 1-15,-3 2 0 0,0-2-9 0,0 2-1 16,0-2-1-16,0 2 0 0,-3-2-10 0,3 2-1 0,0 1-1 0,0 2 0 15,-3-3-10-15,0 0 0 0,2 3 0 0,-2 3 0 16,0 0 0-16,-3-1 0 0,3 1 0 0,-3 2 0 16,0 1-9-16,0 2 9 0,0-1-12 0,-3 1 12 15,0 0-24-15,3 0 1 0,-3 3 1 0,0-3 0 16,0 2-11-16,0 1-3 0,0 0 0 16,0-1 0-16,3 1-6 15,-3-1-2-15,3-2 0 0,-3 3 0 0,3-6 7 16,0 3 1-16,0-3 0 0,3-2 0 0,-3 0 12 0,3-1 4 0,-3-2 0 0,3-2 0 15,3-1 20-15,-3-2 0 0,3-3 0 0,3 0 0 16,-3-3 0-16,-1 1 0 0,4-1 0 0,-3-2 0 16,0 0 47-16,0-3 13 0,0 3 4 0,0-3 0 15,-3-3 0-15,0 1 0 0,0-4 0 0,0-1 0 16,0-1-6-16,0-5-1 0,0 0 0 0,0-3 0 16,0 3-22-16,2-3-5 0,-2 3-1 0,-3 0 0 15,3 5-13-15,-3 3-4 0,0 0 0 0,0 5 0 16,-3 3-1-16,0-1-1 0,0 4 0 0,0 4 0 0,0 1-2 15,-3 0 0-15,3 5 0 0,0 0 0 0,0 0-8 16,0 0 0-16,-6 5 0 0,0 3 0 0,3 0 0 0,-3 5 0 16,4-2 0-16,-4 7 0 0,3 1 0 0,-3 2 0 15,3 5 0-15,0 1 0 0,3 2-9 0,-3 3 9 0,3-3 0 16,-3 3 0-16,3-6-20 0,0 1 4 0,0-4 0 16,-3 1 0-16,3-5-1 15,0-1 0-15,-3-2 0 0,3 0 0 0,-3-3 17 0,3 0 0 16,0 1-8-16,-3-4 8 0,3-2 0 0,0 0 0 15,0 0 0-15,-3-3 0 0,3-5 0 0,0 0 0 0,0 0 0 0,0 0 0 16,0 0 0-16,0 0 0 0,0 0 0 0,3-2 9 16,3-6-9-16,-3 2 10 0,0-1-10 0,0 1 10 15,3-2-10-15,0 0 0 0,0 0 9 0,0 1-9 16,-1-1 0-16,4 0 9 0,-3 0-9 0,3 0 0 16,0 0 8-16,3 0-8 0,-3-3 0 0,3 6 0 15,-3 0 0-15,3-3 0 0,3 2 0 0,-3 4 0 16,-1-1 0-16,1 1 0 0,0-1 0 0,0 3 0 15,-3 3 9-15,0-3-9 0,0 2 0 0,0 3 9 16,0-2-9-16,0 2 10 0,-3 1-10 0,-3 2 10 16,3-3-10-16,-3 3 10 0,0 0-10 0,-3 0 10 15,3 0-10-15,-3 0 0 0,0 0 0 0,0 0 0 16,-3 2 0-16,0 1 0 0,0-1 8 0,-3 1-8 16,0-1 0-16,0 4 0 0,-3-4 0 0,0 3 0 15,0-2 0-15,-3 2-14 0,0-2 3 0,-3 2 1 16,0-2-10-16,1-1-1 0,-1-2-1 0,-6 0 0 15,6-3-43-15,-3 1-9 0,0-4-2 0,3 1 0 16,0-3 10-16,1-3 2 0,2 1 0 0</inkml:trace>
  <inkml:trace contextRef="#ctx0" brushRef="#br0" timeOffset="25537.72">24705 6533 2432 0,'0'-13'51'0,"0"2"10"0,-3 3-49 0,3-2-12 0,0 2 0 0,0 0 0 16,0 2 103-16,0 1 17 0,0 5 4 0,0 0 1 15,0 0-44-15,0 0-9 0,0 0-1 0,0 0-1 16,0 0-26-16,0 0-6 0,0 0-1 0,0 0 0 16,3 5-14-16,0 1-3 0,0-1-1 0,-3 0 0 15,3 3-7-15,-3 0-2 0,3 0 0 0,-3 3 0 16,0-1-10-16,-3 6 10 0,3 0-10 0,-3 3 10 15,3 2-10-15,0 3 0 0,-3 2 0 0,0 0 8 16,3 1-8-16,-3-1 0 0,0-2 0 0,0 3 0 16,0-3 0-16,0-3 0 0,0 0 0 0,0 0 0 15,-3-2 0-15,4-1 0 0,-4 1 0 0,0-1 0 16,3 1 0-16,0-1-11 0,-3 1 3 0,3-3 0 16,0 2-3-16,0-5 0 0,0 3 0 0,3-3 0 15,0-2 0-15,0 0 0 0,0-1 0 0,3-2 0 16,0-3 0-16,-3 1 0 0,3-4 0 0,-3-2 0 15,6 3 11-15,0 0-12 0,-3-3 12 0,3 0-12 16,0-3 12-16,2 0 0 0,-2-2 0 0,3 0 0 0,3-1 0 16,-3 1 0-16,3-3 0 0,0 0 0 0,0-2 0 0,3 2 0 15,0-3 0-15,0 1 0 0,-1 2 0 0,4 0 0 0,0-3 0 16,-3 3 0-16,3-2 0 0,-3 2 12 16,0 0-4-16,0-3 0 0,-1 3 1 15,-2-2 1-15,3 2 0 0,-3 0 0 16,-3-3 6-16,0 3 2 0,0-2 0 0,-3 2 0 0,0 0 5 15,0-3 1-15,-3 1 0 0,3-1 0 0,-6 0 0 16,0 3 1-16,0-2 0 0,-3-1 0 0,0 3-3 0,-3 0-1 0,0 3 0 0,0-3 0 16,0 6-4-16,-3-4-1 0,0 4 0 0,0 2 0 15,0 0-16-15,-3 2 0 0,0 4 0 0,3-1 0 16,-2 3 0-16,-1 0 0 0,3-3 0 0,0 6 0 16,3-1-9-16,0 1 1 0,0-1 0 0,3 4 0 15,3-4 8-15,0 3-8 0,3-2 8 0,3 5-8 16,-3-3 8-16,6 3 0 0,-3-3 0 0,3 3 0 15,0-3 0-15,3 1-8 0,-4-1 8 0,1 0 0 16,3 0-11-16,-3-2 11 0,3 2-13 0,-3-5 5 16,3 0-5-16,0 0-1 0,0-3 0 0,3 0 0 15,0-2-13-15,-4 0-2 0,4-3-1 0,3 0 0 16,-3 0-98-16,3 0-19 0,0-3-4 16,0 3-1-16,-3 0-107 0,2 0-21 0</inkml:trace>
  <inkml:trace contextRef="#ctx0" brushRef="#br0" timeOffset="39216.686">17645 6581 1583 0,'-9'-6'74'0,"9"6"-66"0,0 0-8 0,0 0 0 0,0 0 0 15,0 0 15-15,0 0 1 0,0 0 0 0,0 0 0 16,0 0 16-16,0 0 3 0,0 6 1 0,-3 2 0 16,3-1-6-16,-3 4-1 0,3 0 0 0,0 5 0 15,0-1-13-15,3 1-2 0,-3 5-1 0,0 1 0 16,3-1-5-16,0 3-8 0,-3-3 11 0,3 3-11 15,0-1 8-15,0 4-8 0,0-3 0 0,0 5 0 16,-3 0 0-16,3 3 0 0,-3-1 8 0,0 6-8 16,0-2 0-16,0-1 0 0,0 3 8 0,0 0-8 15,3-5 0-15,-3-3 0 0,0 3 0 0,3-3 0 16,-3 0 0-16,3-2 0 0,-3 2 0 0,3-3 0 16,0 3 0-16,0-2 0 0,2-1 0 0,1 1 0 15,0-6 0-15,3 3 0 0,0-6 0 0,0 3 0 16,0-2 0-16,3-3 0 0,0 0 0 0,0-3-9 15,3-3 9-15,0 1 0 0,2-3-9 0,7-3 9 16,3 1 0-16,3-1 0 0,6 0 0 0,2-2 8 16,1-1-8-16,0 1 0 0,2-3 0 0,4 3-11 15,3-3 11-15,-1 0 0 0,7 0 8 0,-1 0-8 16,-2-3 24-16,0 3 1 0,2 0 0 0,1 0 0 0,-1-3-40 0,1 3-8 16,2-2-1-16,1 2-1 0,-6 0 40 0,-1 0 8 15,-2 0 1-15,-1 2 1 0,-2-2-40 0,-3 3-8 16,2-3-1-16,-2 3-1 0,-6-1 40 0,0 1 8 0,-4 2 1 0,-2-2 1 15,-6 2-40-15,0-2-8 0,-6 2-1 0,-4-2-1 16,-2-1 25-16,0 1 8 0,-6-3 0 0,0 3 0 16,-3-1-8-16,-3-2 0 0,0 0 0 0,0 0 8 15,0 0 1-15,0 0 1 0,0 0 0 0,0 0 0 16,-6-2 14-16,-3-1 2 16,0 0 1-16,3-2 0 0,-3 0 8 0,-2-3 1 0,2 0 1 15,-6-3 0-15,6 1-6 0,-3-6-2 0,0 3 0 0,0-6 0 16,0-2-5-16,0-3 0 0,3-2-1 0,-3-3 0 15,0 0-6-15,4-6-1 0,-1 1 0 0,0-3 0 16,3 5-4-16,0 0 0 0,3 0-1 0,-3-2 0 16,3-3 0-16,0 0 0 0,0 0 0 0,3-5 0 15,-3 5 1-15,3 2 1 0,0-2 0 0,0 3 0 16,0 5 4-16,0-1 1 0,0 4 0 0,-3 0 0 16,3 2-6-16,0-3-2 0,-3 1 0 0,3-1 0 15,-3 1-10-15,3-1 0 0,-3 4 0 0,0-4 8 16,3 3-8-16,-3 3 0 0,-3 3 0 0,3-1 0 15,-3 3 16-15,0 3 0 0,-3-3 1 0,3 6 0 16,-3-1-27-16,1 0-6 0,-1 1 0 0,-3 2-1 16,3 0 17-16,-3 3 0 0,0-1 0 0,3 1 0 15,-6 0 26-15,3-1 9 0,0-1 1 0,-3 1 1 16,1 1-37-16,-7 0 0 0,3 2 0 0,-6-2 0 16,0 2 0-16,-3-2 0 0,1 5 0 0,-4-3 0 15,3 0-29-15,0 3-4 0,-2-2-1 0,-1 2 0 16,3-3 34-16,0 3 0 0,0-2 0 0,-2 2 0 15,-4 0 17-15,0 0 11 0,-3 0 1 0,1 0 1 16,-1 2-48-16,3-2-10 0,-2 3-1 0,2-3-1 0,0 2 30 0,3-2 0 0,3 3 0 16,-2-3 0-16,-4 0 17 0,3 3 10 0,-3-3 1 0,-2 2 1 15,2 1 5-15,3-3 1 0,-2 3 0 0,2-1 0 16,3 1-79 0,3 0-16-16,0 2-4 0,3 0 0 0,1-2 52 0,2 2 12 15,-3-2 0-15,3-1 0 0,3 1 10 0,0 0 5 0,3 2 1 16,1-2 0-16,2-1-52 0,0 1-11 0,3 2-1 15,3-2-1-15,3-3-106 0,0 5-21 0,3 1-4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56:47.056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21651 688 1250 0,'0'0'26'0,"0"0"6"0,0 0-32 16,0 0 0-16,0 0 0 0,0 0 0 0,0 0 27 0,0 0-1 0,0 0 0 0,0 0 0 16,0 0-26-16,0 0-16 0,0 0 3 0</inkml:trace>
  <inkml:trace contextRef="#ctx0" brushRef="#br0" timeOffset="1778.789">21354 635 1883 0,'0'0'39'0,"0"0"10"0,0 0-39 0,0 0-10 0,6-5 0 0,0 5 0 16,-1-6 99-16,4 4 17 0,0-3 4 0,0 2 1 0,3-2-47 0,0-3-10 0,3 0-1 0,0 0-1 15,3 0-21-15,3 3-4 0,-1-9-1 0,4 6 0 16,-3 0-12-16,3 0-4 0,0 1 0 16,-4-1 0-16,-2 2-9 0,3 4-3 0,-6-4 0 15,0-2 0-15,-3 8 4 0,-3-2 1 0,-3-3 0 16,0 5 0-16,-3-6 25 0,-3 6 5 0,0 0 1 0,0 0 0 16,0 0-36-16,0 0-8 0,0 0 0 0,-6 6 0 15,0-6 0-15,0 7 0 0,0-1 0 0,0-4 0 16,-3 12 0-16,3-6 0 0,0 5 0 0,-3-3 0 15,3 4 0-15,3 1 0 0,-3 7 0 0,3-6 0 16,3 2 0-16,0-2 0 0,0 0 0 0,3 0 0 16,-3 0 0-16,3 2 0 0,3-2 0 0,-6 0 0 15,6 0 0-15,-3-3 0 0,0 3 0 0,0 2 0 16,-3-7 0-16,0 5 0 0,0 2 0 0,-3-2 0 16,-3 0 0-16,0 0 0 0,0 2 0 0,-3-2 0 15,-6 5-49-15,4-5-12 0,-7 0-3 0,0-3 0 16,0 3 52-16,0-2 12 0,0-4 0 0,-3 3 0 15,4-5 0-15,-1 0 0 0,0-2 0 0,0 2 0 16,3-6 0-16,3-2 0 0,0 5 0 0,0-5 0 16,3-5 28-16,0 3 9 0,1-4 2 0,2 4 0 15,0-6-63-15,3-6-12 0,0 6-2 16,3-5-1-16,0-3-173 0,3 3-36 16</inkml:trace>
  <inkml:trace contextRef="#ctx0" brushRef="#br0" timeOffset="2058.81">22080 786 2318 0,'0'0'97'0,"0"0"-77"16,0 0 96-16,0 0 20 0,3-3 4 0,3-2 1 15,0 5-72-15,3-5-14 0,0 5-3 0,0-3-1 16,0 3-16-16,2-5-3 0,1 5-1 0,3-3 0 16,-3 3-13-16,3-5-2 0,0 5-1 0,0-3 0 15,0 3-15-15,3-5 0 0,-1 5 0 0,1 0 0 16,0 0 0-16,-3 0 0 0,3 0 0 0,-3 0 0 31,0 0-22-31,-3 0-7 0,-1 5-2 0,1-5 0 0,-3 0-117 16,-3 3-23-16,3-3-5 0</inkml:trace>
  <inkml:trace contextRef="#ctx0" brushRef="#br0" timeOffset="2285.627">22166 939 2211 0,'0'0'46'0,"0"0"10"0,0 0-44 16,0 0-12-16,0 0 0 0,0 0 0 0,0 0 104 0,0 0 20 0,6 0 3 0,0 0 1 15,0 0-47-15,3 0-9 0,-3-5-1 0,3 2-1 16,0 3-40-16,0-5-8 0,3 5-2 16,-3-8 0-16,3 8-20 0,2-8 0 0,1 8 0 0,0-8 0 15,0 8 0 1,3-8 0-16,3 8 0 0,-3-5 0 16,5-3-174-16,-2 3-39 0</inkml:trace>
  <inkml:trace contextRef="#ctx0" brushRef="#br0" timeOffset="2692.834">23089 585 2770 0,'-3'-8'79'0,"-3"0"16"0,0-3-76 0,0 9-19 0,0-6 0 0,0 2 0 15,0 4 74-15,0-4 11 0,-3 4 3 0,0 2 0 16,1-5-51-16,-4 5-9 0,3 0-3 0,-3 0 0 15,-3 0-14-15,3 5-3 0,-3-3-8 0,-3 4 12 16,0-4-12-16,1 6 0 0,-1 0 8 0,0 3-8 16,3-3 0-16,0 2 0 0,0 4 0 0,0-1 0 15,6-5 0-15,0 8 0 0,3-3 0 0,4-5 0 16,2 8 0-16,0-8 0 0,5 5 0 0,1 0 0 16,3-2 0-16,3 2-13 0,3-5 2 0,0 0 1 15,0 5 10-15,0-5 0 0,3 0 0 0,-3 5 0 16,-4-5 0-16,4 0 0 0,-3 5 0 0,-3-5 0 15,0 0 0-15,-3 0 0 0,0 0 0 0,0-3 0 16,-3 3 0-16,-3 3 8 0,0-1-8 0,0-2 0 16,-3 0 8-16,-3 0-8 0,0 0 10 0,-3 0-10 15,-3-3 11-15,-3 3-11 0,0 0 12 0,-2 0-12 0,-1 0 9 0,-3 0-9 16,-3-3 0-16,0 9 9 0,0-6-9 0,4-1-11 0,-4-4 3 16,3 5 0-16,3-3 8 0,0 1 0 0,6-4 0 0,-3-2 0 31,7 6-156-31,-4-6-28 0,6 0-7 0</inkml:trace>
  <inkml:trace contextRef="#ctx0" brushRef="#br0" timeOffset="6704.419">21312 1598 2305 0,'0'0'48'0,"0"0"12"0,0 0-48 0,0 0-12 0,0 0 0 0,0 0 0 16,0 0 54-16,0 8 9 0,3 0 1 0,0 3 1 15,-3-1-1-15,3 3 0 0,-3 1 0 0,-3 2 0 16,3-1-51-16,-3 7-13 0,0 1 0 0,0 4 0 15,0-3 0-15,0 5 0 0,0 0 0 0,0-5 0 16,3 5 0-16,-3-5 0 0,0 2 0 0,3-2 0 16,-3 0 0-16,3-3 0 0,0 0 0 0,-3 0 0 15,3-5 0-15,0 0 0 0,-3 5 0 0,3-8 0 16,0-2 0-16,0 0 0 0,3-4 0 0,-3 1 0 16,0-8 0-16,0 0 0 0,6 0 0 0,-3 0 0 15,3-5 54-15,0 2 8 0,0-7 2 0,3-1 0 0,0-2-64 16,3 0 0-16,-3-3-9 0,3 0 0 0,-1 0 9 15,1-2 12-15,0-1-2 0,3-2-1 0,-3 0-9 0,6-3 0 16,-3 3 0-16,0-3 0 0,0 3 53 0,-1-6 9 16,1 4 2-16,0-1 0 0,0 3-52 15,-3 5-12-15,-3 0 0 0,0-3 0 0,0 9 0 0,-6-1 0 16,0 3 0-16,0 0 0 0,-3 6 0 0,0 2 0 0,0 0 0 16,-3 0 0-16,-3 0 0 0,-3 2 0 15,0 4 0-15,-3 2 0 0,0-1 0 0,0 7 0 0,-3-4 0 16,0 4 0-16,4 1 0 0,-1 4 0 0,3-3 0 0,-3 0 0 15,3 0 0-15,3-3 0 0,0 3 0 0,0-3 0 16,6 0 0-16,-3 3 0 0,6-5 0 0,-3 2 0 16,6 0 0-16,0-5 0 0,0 5 0 0,6-5 0 15,-3 0 0-15,3 0 0 0,0 0 0 0,2-3 0 16,1 3 0-16,0-5 0 0,3 2 0 0,0 3 0 16,0-5 0-16,0-1 0 0,-1 6 0 0,4-8 0 15,-3 8-48-15,3-8-13 0,-3 3-3 0,0 2 0 16,0-5-122-16,-4 0-25 0</inkml:trace>
  <inkml:trace contextRef="#ctx0" brushRef="#br0" timeOffset="6972.992">22264 1961 2048 0,'0'0'43'0,"-8"0"9"0,8 0-42 0,0 0-10 0,0 0 0 0,0 0 0 16,0 0 108-16,0 0 20 0,0 0 4 0,0 0 1 16,5-3-55-16,1-2-11 0,3 2-3 0,3 3 0 15,0-5 0-15,0 2 0 0,3 3 0 0,3-5 0 16,0 5-46-16,0-5-10 0,-1 5-8 0,1-3 12 16,0 3-12-16,0 0 0 0,-3 0-12 0,3 0 12 15,-3-5 0-15,0 5 0 0,-4 0 0 0,1 0 0 31,-3 0-59-31,0 5-4 0,0-5-1 0,-3 3 0 16,-3 2-168-16,-3-5-35 0</inkml:trace>
  <inkml:trace contextRef="#ctx0" brushRef="#br0" timeOffset="7155.396">22306 2106 2077 0,'-9'3'43'0,"3"2"11"0,6-5-43 0,0 0-11 0,0 0 0 0,0 0 0 15,0 0 88-15,0 0 16 0,0 0 4 0,0 0 0 16,6 5-22-16,0-5-4 0,3 0-1 0,0 0 0 16,3 0-65-16,0-5-16 0,3 5 0 0,0-5 0 15,-1 2 55-15,4-2 7 0,0 2 2 0,3-2 0 16,-3 2-103-16,3-2-20 0,3 2-4 0</inkml:trace>
  <inkml:trace contextRef="#ctx0" brushRef="#br0" timeOffset="7871.68">23041 1847 2198 0,'-6'-5'62'0,"0"2"14"0,6 3-60 16,-3 0-16-16,3 0 0 0,0 0 0 0,-8 0 88 0,2 0 14 0,6 0 3 0,-6 0 1 16,0 8-34-16,0 0-8 0,3 0 0 0,0 0-1 15,0 0-24-15,0 5-5 0,0 0-1 0,3 3 0 16,0 0-18-16,-3-3-4 0,3 3-1 0,-3 0 0 15,3 0-10-15,-3 2 0 0,3-2 0 0,0 5 0 16,0-5 0-16,0 0 0 0,0 0 0 0,0 2 0 16,3-2 0-16,-3 0 0 0,3 0 0 0,-3 0 0 15,0-3 0-15,3 0 0 0,-3 1 0 0,0-6 0 16,0 0 0-16,0-6 0 0,0-2 0 0,0 0 0 16,0 0 0-16,0 0 0 0,0 0 0 0,0-2 0 15,0-6 0-15,0-6 0 0,0 1 0 0,0 3 0 16,0-4 50-16,0-7 11 0,3 5 3 0,0 0 0 15,-3-5-54-15,3 0-10 0,0 0 0 0,0-3 0 16,0 0 0-16,3-2 0 0,-3-3 0 0,3 0 0 16,0-3 0-16,2-3 0 0,-2 4 0 0,3-6 0 15,0 5 0-15,0 3 0 0,3 0 0 0,0 0 0 16,0 7 0-16,0 1 0 0,3 5 0 0,3-5 0 16,-4 11 0-16,1-4 0 0,0-2 0 0,3 6 0 15,-3 2 0-15,3 0 0 0,-3 5 0 0,0-5 0 16,-1 8 0-16,-2-5 0 0,3 5 0 0,-3 0 0 15,-3 5 0-15,3-5 0 0,-3 8 0 0,-3 0 0 16,0 0 0-16,0 0 0 0,0 5 0 0,-3-5 0 0,-3 8 0 0,0-3 0 16,0-2 0-16,-6 8 0 0,3-4 0 15,-6-1 0-15,3 2 0 0,-6 5 0 0,0-3-13 0,-3 1-4 16,0-1-1-16,-3 3 0 16,-2 1-22-16,-1-6-4 0,0 5 0 0,-3-5-1 0,3-1 36 0,1-1 9 0,-1-1 0 0,-3 0 0 15,6-2 0-15,3 2 0 0,0-5 0 0,3 0 0 16,0 0 23-16,3-3 6 0,1 3 2 0,-1 0 0 15,6-3-31-15,0-2 0 0,3-3 0 0,0 5 0 16,0-2 8-16,3 2-8 0,0-2 0 0,3 2 0 16,0-2 0-16,-1 2 8 0,1 0-8 0,3-5 0 15,3 3 27-15,0 2 2 0,3-5 1 0,0 3 0 16,3 2-30-16,0-5 0 0,3 3 0 16,-1 2 0-16,1-2 0 0,0 2 0 0,3 0 0 0,-3 3 0 15,-1 0 0-15,-2-5 0 0,0 2 0 0,0 3 0 16,0-3 0-16,-3 3 0 0,0-5 0 0,0 2 0 15,-1-5 0-15,-2 3 0 0,0 2 0 0,3-5 0 16,-3 5-45-16,0-5-15 0,0 0-4 0,0 0 0 16,0 3-157-16,-3-3-32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58:01.63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21997 5893 1796 0,'-6'-8'37'0,"6"8"10"0,-3-3-38 0,3 3-9 0,-3-5 0 0,-3 5 0 15,0 0 75-15,0 0 13 0,0 2 2 16,0 4 1-16,-3-1-42 0,3 3-8 0,-3 0-1 0,0 2-1 16,0 1-18-16,0 2-3 0,0 3-1 15,0 0 0-15,1 0-9 0,2 0-8 0,-3 2 9 0,3 1-9 16,0-3 8-16,0 2-8 0,3-2 0 0,-3 0 0 15,3 2 0-15,0-2 0 0,0 3 0 0,3-1 0 16,-3 4 0-16,3-4-13 0,-3 1 4 0,3 2 1 16,0-3-13-16,3-2-3 0,-3 0 0 0,3 0 0 15,0-3 8-15,0 0 2 0,0-2 0 16,3 0 0-16,-3-3 14 0,3-1-9 0,-3-1 9 0,6-1-8 16,-3-2 8-16,0-1 0 0,2-2 0 0,1-2-8 15,0 2 20-15,0-6 5 0,0 1 1 0,3 0 0 16,0-6 21-16,0 1 4 0,3-4 1 0,-3-1 0 15,3-4 4-15,-1-2 0 0,1-3 1 0,0 3 0 16,-3-3-1-16,3 0-1 0,0 3 0 0,-3 0 0 16,0 0-15-16,-3 0-4 0,0-1 0 0,0 1 0 15,-4 0-6-15,1 0-2 0,-3 0 0 0,0-3 0 16,-3 5-7-16,0-2-1 0,-3-3-1 0,0 6 0 16,-3-1-3-16,1 3 0 0,-1 1 0 0,-3 1 0 15,0 1-8-15,-3 3 12 0,0 2-12 0,-3 0 12 16,0 0-12-16,0 5 12 0,-3-2-12 0,3 5 12 15,-2 0-12-15,-1 5 0 0,0 0 0 0,3 3 0 0,0 0 0 0,0 3-9 16,0 2 0-16,3 3 0 0,4-3-10 0,-1 3-1 0,0 0-1 16,3 0 0-16,3 2-1 0,0-2 0 0,0-3 0 15,3 3 0-15,3 0 0 16,0-3 0-16,3 3 0 0,0-2 0 0,3-4 7 0,2 1 2 16,4-1 0-16,0-2 0 0,0 0 4 0,6 0 1 15,0 0 0-15,0 0 0 0,2-3 8 0,1 1 0 0,0 1-9 16,3-1 9-16,-3 2 0 0,-3-3 0 0,-4 0 0 0,1 3 0 15,0-2 0-15,-3 1 0 0,-3-1 0 0,-3-1 0 16,0 0 8-16,-3 1-8 0,0 2 0 0,-3-3 8 16,0 3-8-16,-3 0 0 0,0 0 9 15,0 2-9-15,0 1 9 0,-3-3-9 0,0 2 12 0,0 1-12 16,-3-3 9-16,0 2-9 0,0 1 0 0,0 0 9 16,0-3-9-16,-3 0 0 0,0-1 0 0,0 1 0 15,0 0-24-15,0 0 2 0,3-2 1 0,-3 2 0 16,3-3-41-16,-2 0-8 0,2 0-2 0</inkml:trace>
  <inkml:trace contextRef="#ctx0" brushRef="#br0" timeOffset="301.16">22601 5842 2269 0,'0'0'64'0,"0"0"15"0,0 0-63 15,-6 0-16-15,0 0 0 0,0 3 0 0,0 2 72 16,0 3 12-16,0 0 3 0,0 3 0 0,0 2-61 0,0 0-12 0,0 3-2 0,0 0-1 16,0 0-11-16,0 2 0 15,3 1 9-15,-2 2-9 0,5 0 0 0,-3-5 0 0,3 3 0 0,-3-1 0 16,3 3 0-16,0-2 0 0,3-1 0 0,0 4 0 15,-1-4 0-15,1 1 0 0,3 2 0 0,0-5 0 16,0-1 0-16,3 1 0 0,-3-2 0 0,3-1 0 16,0-3-23-16,0-4 1 0,0-1 0 0</inkml:trace>
  <inkml:trace contextRef="#ctx0" brushRef="#br0" timeOffset="590.482">23098 5771 2176 0,'-3'-3'45'0,"3"3"11"16,-6-2-44-16,6 2-12 0,0 0 0 0,0 0 0 16,0 0 89-16,0 0 16 0,-6 2 3 0,3 4 1 0,-3-1-44 0,3 3-9 15,0 2-1-15,0 1-1 16,3 2-17-16,-3 0-3 0,0 3-1 0,3 3 0 15,-3-1-13-15,3 1-4 0,0 2 0 0,-3 0 0 16,3-2-16-16,0 2 8 0,-3-3-8 0,3 4 0 0,-3-1 16 0,3-3-3 16,0 3-1-16,-3-2 0 0,3 2-12 0,-3-2 0 15,3 2 0-15,-3 0 0 16,3-2-48-16,0-1-13 0,-3-2-3 16,3 2 0-16,0-2-51 0,-3-2-10 0,3-1-3 0</inkml:trace>
  <inkml:trace contextRef="#ctx0" brushRef="#br0" timeOffset="837.726">22824 6070 2245 0,'-6'3'47'0,"6"-3"10"16,0 0-45-16,0 0-12 0,0 0 0 0,0 0 0 15,0 0 70-15,6 0 12 0,3 0 2 0,0 0 1 16,3 0-32-16,0 2-6 0,3-2-2 0,0 3 0 16,-1 0-13-16,4-1-4 0,-3 3 0 0,3-2 0 15,-3-3-14-15,0 3-3 0,0-1-1 0,3 1 0 16,-4-3-10-16,4 0 0 0,0 3 9 0,0-3-9 16,-3 0-68-16,3 0-17 0,3 0-4 0</inkml:trace>
  <inkml:trace contextRef="#ctx0" brushRef="#br0" timeOffset="1197.337">23348 5744 2166 0,'-6'-2'45'0,"0"-3"10"0,6 5-44 16,0 0-11-16,0 0 0 0,0 0 0 0,0 0 102 0,0 0 18 0,0 0 4 0,0 0 1 15,0 0-61-15,0 0-13 0,6 5-3 0,-3 3 0 16,3 0-6-16,0 0-2 0,0 5 0 0,0 0 0 16,3 0-15-16,-3 6-3 0,3-1-1 0,-3 1 0 15,0 2-8-15,2 0-1 0,-2 3-1 0,0 0 0 16,0-3-11-16,0 0 10 0,-3 0-10 0,0 1 10 16,0-4-10-16,0 1 8 0,-3-1-8 0,-3 1 8 15,0-1-8-15,0 1 8 0,-3-1-8 0,0 3 8 16,0-2-8-16,-3-1 12 0,1 1-12 0,-1-1 12 15,-3 1-12-15,-3-3 10 0,3 0-10 0,-3-3 10 16,-3 0-10-16,3-2 10 0,-3-1-10 0,1 1 10 16,2-3-10-16,-3 0 0 0,0-3 0 0,0 0 0 15,3 1-36-15,0-4-5 0,3 1-2 0,-2-3 0 16,-1 3-170-16,-3-1-35 0</inkml:trace>
  <inkml:trace contextRef="#ctx0" brushRef="#br0" timeOffset="6950.358">21994 7081 1631 0,'0'0'46'0,"0"0"10"15,0 0-44-15,0-6-12 0,0 6 0 0,-3-5 0 16,3 5 82-16,0 0 14 0,-3-3 4 0,3 3 0 16,-3-2-32-16,3 2-5 0,-6-3-2 0,0 3 0 15,0 0-17-15,0 0-4 0,0 3-1 0,0-1 0 16,-3 1-15-16,3 2-2 0,-3 1-1 0,3 2 0 15,-3 0-7-15,0 2-2 0,3-2 0 0,-3 3 0 0,3-1-12 16,-2 1 9-16,2 2-9 0,-3-2 8 16,3 2-8-16,-3 0 0 0,3 0 0 0,-3 1 8 15,3-1-8-15,0 0 0 0,0 3 0 0,0-3 0 16,0 0 0-16,3 1 0 0,0-4 0 0,0 3 0 0,0-2 0 0,3 0 0 16,3-1 0-16,-3 1 0 0,3-1 0 15,0-2-9-15,0 3 9 0,3-1 0 0,0-2 0 0,0 0-8 16,3 0 8-16,0 3 0 15,0-6 0-15,3 0 0 0,3 1 0 0,-4-4 0 0,4 1 8 0,-3 0 3 0,3-3 0 0,0-3 0 16,0 0 10-16,3 1 3 0,-3-1 0 0,3-2 0 16,-4-1 4-16,1 1 2 0,0-3 0 0,0 3 0 15,-3-3 2-15,3 3 1 0,-3-3 0 0,-3-3 0 16,3 3 2-16,-3 0 0 0,-4-2 0 16,4-1 0-16,-3 1-3 0,-3-4 0 0,3 1 0 0,-3 0 0 15,0 0-8-15,0-1-1 0,-3-1-1 0,0 1 0 16,0-2-10-16,0 3-1 0,-3 0-1 0,0 0 0 15,-3 0-10-15,3 2 8 0,-3 0-8 0,0 1 8 16,-2 2-8-16,2-3 0 0,-3 3 9 0,0 3-9 16,0-3 0-16,0 3 0 0,0 0 0 0,-3-1 0 15,0 4-24-15,0-1 0 0,0 3 0 0,0 0 0 16,0 0-83-16,1 3-16 0,-1-1-3 16</inkml:trace>
  <inkml:trace contextRef="#ctx0" brushRef="#br0" timeOffset="10113.758">21952 8023 1516 0,'0'0'64'0,"0"0"-52"16,0 0 112-16,0 0 21 0,0 0 5 0,0 0 1 15,0 0-23-15,0 0-5 0,0 0-1 0,0 0 0 16,0 0-46-16,0 0-10 0,-3-6-2 0,3 6 0 15,0 0-51-15,0 0-13 0,0 0 0 0,0 0 0 16,0 0 54-16,0 0 8 0,0 0 2 0,0 0 0 16,0 0-52-16,0 0-12 0,0 0 0 0,0 6 0 15,0 2 54-15,3 0 8 0,-3-1 2 0,0 4 0 16,0 0-52-16,3-1-12 0,-3 1 0 0,0 2 0 16,0 3 0-16,0-3 0 0,0 0-12 0,0 6 12 15,-3-3 0-15,3 5 0 0,0-3 0 0,-3 4 0 16,3-1 0-16,0 0 0 0,0 3 0 0,-3-3 0 15,3 0 0-15,0-2 0 0,0-1 0 0,0-2 0 16,0 0 0-16,0 0 0 0,0-3 0 0,0 0 0 16,0-2 0-16,0 2 8 0,0-2-8 0,-3-1 0 15,3-2 0-15,0 3 0 0,0-3 0 0,0 0 0 16,0 0 0-16,0-3 0 0,0-5 0 0,0 5 0 16,0-5-18-16,0 0 0 0,3 5 0 0,-3-5 0 15,0 0-20-15,0 0-4 0,3 6-1 0,-3-6 0 16,0 0-170-16,0 0-35 0,0 0-6 0</inkml:trace>
  <inkml:trace contextRef="#ctx0" brushRef="#br0" timeOffset="14699.628">21982 9425 1552 0,'0'0'44'0,"-6"0"10"0,0 0-43 0,0 0-11 0,6 0 0 0,-9 3 0 16,3-3 53-16,0 5 9 0,0-2 2 0,0 2 0 15,0 0-4-15,0 3-1 0,0 3 0 0,0-1 0 16,0 4-29-16,-3-1-6 0,3 3 0 0,-2 2-1 16,2-2-33-16,0 3-6 0,-3-1-2 0,3 1 0 15,-3-1 49-15,3 3 9 0,0 0 3 0,0-2 0 16,0 0-35-16,3-1-8 0,0 3 0 0,-3-2 0 16,3-1 0-16,3 1 0 0,-3-3 0 0,3 2 0 15,0-5 0-15,3 3 0 0,-3-2 0 0,3-1 0 16,0 0 0-16,0-5 0 0,0 0 0 0,3 0 0 15,-3-3 12-15,3-2 9 0,3-1 3 0,-3 1 0 16,3-3-24-16,3-3 0 0,-3-2-12 0,2-3 4 16,1-2 43-16,3-1 9 0,0-2 1 0,0-3 1 15,0 3 34-15,0-3 8 0,0-3 0 0,3 1 1 16,-7-1-46-16,4 1-10 0,0-3-1 0,-3-1-1 0,0 1 5 16,0-3 0-16,-3 3 1 0,0-5 0 0,0-1-13 0,-3 1-2 15,0-3-1-15,-3 2 0 0,0 3 15 0,-3 1 2 16,3-1 1-16,-6 3 0 0,0 2-39 0,0 3-13 0,-3 0 0 0,0 0 0 15,0 6 21-15,-3-3 4 0,0 2 0 0,0 3 1 16,-3 0-13-16,3 0 0 0,-3 0 0 0,0 6 0 16,0-4 0-16,0 4 0 0,-2-1 0 0,-1 3 0 15,0 0 0-15,0 3-8 16,0-1 8-16,0 4-10 0,3-1 10 0,0 3 8 0,0 0-8 16,1 0 11-1,2 0-60-15,0 5-12 0,3-2-3 0,0 4 0 0,0-1 52 0,3 2 12 0,0 2 0 0,3-2 0 31,0 0-54-31,3 2-8 0,0-2-2 0,3 3 0 0,0-6 52 0,3 3 12 0,3-3 0 0,-1 3 0 16,1-3 0-16,3 0 0 0,0 1 0 0,3-4 0 16,0 3 0-16,0-5 0 0,0 3 0 0,-1 0 0 15,1-1 0-15,-3 1 0 0,3-1 0 0,-3 1 0 16,-3-1 0-16,0 1 0 0,0 0 0 0,-3-1 0 16,-3 3 0-16,0-2 0 0,-4 0 12 0,1-1-12 15,0-2 8-15,-3 3-8 0,0-1 0 0,0 1 0 16,0-1 0-16,-3 4 0 0,0-4 8 0,1 1-8 15,-4-1 0-15,0-2-9 0,0 3 1 0,-3 0 0 16,3-1-7-16,-3-2-1 0,3 3 0 0,-3-3 0 16,0 0-12-16,0-1-4 0,0 1 0 0,3 0 0 15,-3-2-16-15,3-1-3 0,-3 0-1 16,3-2 0-16,3 0-96 0,3-3-19 0,0 0-4 0</inkml:trace>
  <inkml:trace contextRef="#ctx0" brushRef="#br0" timeOffset="15142.447">22559 9412 2269 0,'-3'-5'64'0,"0"-1"15"0,0 4-63 0,3 2-16 0,-3-6 0 0,0 4 0 16,3 2 75-16,-6-3 12 0,0 3 2 0,0 0 1 15,0 3-42-15,-2-1-8 0,2 1-1 0,-3 5-1 16,0 2-30-16,0 4-8 0,-3-1 0 0,3 5 0 16,0 4 0-16,-3 1 0 0,3 4 0 0,0-3 0 15,0 2 0-15,3-2 0 0,0-3 0 0,3 3 0 16,0-3 0-16,3 3 0 0,3-3 0 0,0 3 0 16,3-3 0-16,3 0 0 0,0 0 0 0,0 1 0 0,3-4 0 15,0 1 0-15,0-3 0 0,3-1 0 0,-3 1 0 0,3-5 0 16,-1-1 0-16,-2-2 0 0,3 3 0 0,-3-8 8 15,0 2-8-15,0-5 8 16,3 0-112-16,-6 0-23 0,3-5-4 0</inkml:trace>
  <inkml:trace contextRef="#ctx0" brushRef="#br0" timeOffset="15439.36">22827 9470 2066 0,'-15'-18'96'0,"6"10"-85"16,3 2-11-16,0 1 0 0,0 2 0 0,0-2 53 0,6 5 9 0,0 0 2 0,0 0 0 16,0 0 0-16,-6 0 0 0,6 0 0 0,0 0 0 15,-3 8 0-15,1-3 0 0,-1 3 0 0,3 3 0 16,0 2-52-16,0 0-12 0,0 3 0 0,0 3 0 16,3-1 54-16,-3 1 8 0,0-1 2 0,2 1 0 15,-2-1-52-15,0 1-12 0,3-1 0 0,-3 1 0 16,3-1 0-16,-3-2 0 0,3 5 0 0,-3-2 0 15,0-1 0-15,0-2-13 0,0 3 2 0,0-1 1 16,-3 1 10-16,0-1 14 0,3 4-3 0,-3-7-1 16,1 4-59-16,-1-3-12 15,0-3-3-15,0 0 0 0,0-2-102 0,0-1-21 0,0-2-4 0</inkml:trace>
  <inkml:trace contextRef="#ctx0" brushRef="#br0" timeOffset="15692.167">22645 9700 2176 0,'-5'-5'101'0,"5"5"-89"0,0 0-12 0,0 0 0 0,0 0 0 16,0 0 87-16,0 0 15 0,2-3 3 0,-2 3 1 15,6-2-39-15,0-1-8 0,0 3-2 0,0 0 0 16,3 0-15-16,3 3-3 0,-3-1-1 0,3 1 0 15,0 0-10-15,0-1-1 0,0 4-1 0,0-4 0 16,2 3-26-16,1-2 0 0,0 2 0 0,0-2 0 31,3 0-46-31,-3-1-14 0,0-2-4 0,0 0 0 0,0 0-165 16,-1-2-34-16</inkml:trace>
  <inkml:trace contextRef="#ctx0" brushRef="#br0" timeOffset="15989.975">23071 9383 1789 0,'-6'-8'76'16,"3"2"-61"-1,-3 4 111-15,6 2 22 0,0 0 5 0,0 0 1 16,0 0-50-16,0 0-11 0,0 0-1 0,0 0-1 16,0 0-32-16,0 0-7 0,0 0 0 0,6 5-1 15,0 0-15-15,0 3-2 0,0 0-1 0,0 3 0 0,0-1-33 0,0 6 0 0,3 0 0 0,-3 3 0 16,0 2 0-16,0 0 0 0,0 0 0 0,-3 3 0 15,0-3 58-15,0 0 5 0,0 1 1 0,-3 1 0 32,0-4-74-32,-3-1-14 0,3 1-4 0,-6 2 0 0,0-5 45 15,0 3 9-15,-3-4 2 0,0 1 0 16,0 0-54-16,-3-3-10 0,3 3-3 0,-3 0 0 16,0-3-4-16,0 1-1 0,0-4 0 0,-2 1 0 15,2-1-9-15,-3-2-3 0,0 3 0 0,3-6 0 16,-3 0-16-16,3 1-4 0,0-1-1 0</inkml:trace>
  <inkml:trace contextRef="#ctx0" brushRef="#br0" timeOffset="16561.59">21690 9068 1792 0,'-12'-3'51'0,"3"1"10"0,0-1-49 0,3 0-12 0,0 3 0 0,0-2 0 16,6 2 105-16,0 0 19 0,0 0 3 0,0 0 1 16,0 0-52-16,0 0-9 0,0 0-3 0,0 0 0 15,9 0 6-15,0 2 1 0,0 1 0 0,3 0 0 16,3 2-21-16,0-3-4 0,3 4-1 0,0-1 0 16,2-2-8-16,1 2-1 0,3-2-1 0,0-1 0 15,6 1-7-15,-1 0-2 0,7-1 0 0,3-2 0 16,-3 0-9-16,2 0-1 0,1 0-1 0,0 0 0 15,-4-2-15-15,-2-1 8 0,0 3-8 0,0-3 0 16,-1 1 0-16,1-1 8 0,0 3-8 0,0 0 0 16,-4-3 0-16,-2 3 0 0,-3 0 0 0,0-2-10 15,-3 2-142-15,-7 0-29 0,1 0-6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3-23T21:59:49.070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9531 2913 1143 0,'0'0'24'0,"0"0"5"0,0 0-29 0,0 0 0 0,3-2 0 0,-3 2 0 16,0 0 99-16,0-6 13 0,0 6 4 0,2-2 0 16,-2 2-11-16,0 0-1 0,3-8-1 0,-3 8 0 15,0 0-24-15,0 0-5 0,0 0-1 0,0 0 0 16,0 0-21-16,0-6-4 0,0 6 0 0,0 0-1 16,0 0-11-16,0 0-3 0,0 0 0 0,0 0 0 15,0 0-10-15,0 0-3 0,0 0 0 0,0 0 0 16,-5-2-4-16,5 2-2 0,-6 0 0 0,0 2 0 15,0 4-4-15,0-4-1 0,-3 4 0 0,3 2 0 16,-3-6-9-16,-3 6 0 0,3 3 9 0,-3-1-9 16,3 4 18-16,-3-1-1 0,0 3 0 0,-2-6 0 15,2 9-17-15,0-9 0 0,0 4 0 0,0-1 0 16,3-3 0-16,-3 1 0 0,3 0 0 0,-3-1 0 16,3-2 0-16,3 3 0 0,-3-3 0 0,3 0 0 15,-2 0-48-15,2-3-12 0,0 0-4 0,0 3 0 16,6-8 64-16,0 0 15 0,0 0 1 0,0 0 1 15,0 0-17-15,0 0-14 0,0 0 2 0,0 0 1 16,0 0-5-16,0 0-2 0,6-5 0 0,-3 2 0 0,3-7 18 16,0 2 16-16,2 0-4 0,-2-3 0 0,6 0-12 0,-3 1 0 15,0-3 0-15,0-1 0 0,0-1 0 0,3 4 0 0,0-8 0 16,-3 4 0-16,3-1 0 0,0 2 0 0,-1-1 0 16,-2 1 0-16,3 4 19 0,-3-3 1 0,0 5 0 15,0 0 0-15,0 0 10 0,-3-3 2 16,0 3 1-16,3 6 0 0,-3-6-4 15,0 8-1-15,0-6 0 0,0 4 0 0,0 2-4 16,0-6 0-16,0 4-1 0,-1 2 0 0,-2 2 1 0,3-2 0 0,0 6 0 0,0-6 0 16,0 8-24-16,0-6 0 0,0 6 0 0,0 0 0 15,0 3 0-15,0-1 0 0,0 4 0 0,0-1 0 16,0-3 0-16,0 4 0 0,3 1 0 0,-3 1 0 16,0-2 0-16,0 1 0 0,0 4 0 0,0-8 0 15,-3 4 32-15,2-1 1 0,1-1 1 0,-3-5 0 16,0 5-24-16,3-5-10 0,-3 3 8 0,0-3-8 15,0 2 0-15,0-2 8 0,0-5-8 0,0 2 0 16,-3 0 24-16,3 3 0 0,0-5 0 0,0 2 0 16,-3-5-24-16,3 8 0 0,0-8 0 0,3 3 0 15,-3-3-97-15,3 2-25 0,-3-2-5 0</inkml:trace>
  <inkml:trace contextRef="#ctx0" brushRef="#br0" timeOffset="1620.876">12296 2823 1307 0,'0'0'55'16,"0"0"-44"-1,0 0 108-15,0 0 21 0,0 0 5 0,0 0 1 16,0 0-39-16,0 0-8 0,0 0-2 0,0 0 0 16,0 0-32-16,0 0-6 0,0 0-2 0,0 0 0 15,0 0-17-15,0 0-4 0,0 0-1 0,-3 6 0 16,-3-6-9-16,0 2-2 0,3 4 0 0,-3-4 0 15,0 3-6-15,0 1-2 0,0 2 0 0,0 0 0 16,-3 0 1-16,0 2 0 0,0 3 0 0,0 3 0 16,-2-3-17-16,2 3 0 0,-3 0 0 0,3 3 0 0,-3-6 0 15,3 3 0-15,-3 0 0 0,0 0 0 0,3-3 0 16,-3 0 0-16,3 3 0 0,-3-8 0 0,4 2 0 16,-4 1 0-16,3-3 0 0,0 0 0 0,3-3 0 0,-3 3-11 0,3 0 2 0,0-5 0 15,3 2 9-15,3-5 0 0,0 0 0 16,0 0-8-16,0 0 8 15,0 0 0-15,0 0 0 0,0 0 0 0,0 0-17 0,3-5 1 16,3 2 1-16,0-2 0 16,3 0-17-16,0-3-4 0,0-3-1 0,3 3 0 0,-3-5 45 0,-1 5 10 0,4-8 2 15,-3 3 0-15,0-3-20 0,0 0 0 0,0 3 0 16,0-6 0-16,0 3-12 0,0 1-7 0,0-1-1 0,0 2 0 16,0 1 20-16,-3 3 0 0,0-4 0 0,2 6 0 15,-2 0 48-15,0 1 12 0,0 1 4 0,0 4 0 16,-3-6-52-16,3 2-12 0,-3 4 0 0,0-1 0 15,-3 3 0-15,6-3 0 0,-6 3 0 16,3 0 0-16,-3 0 29 0,6 3 3 0,0-3 1 0,-3 3 0 16,3-3-17-16,0 2-4 0,0 4-1 0,0 2 0 15,0-6-3-15,0 4 0 0,0 1 0 0,0-1 0 16,3 2 3-16,-3 0 0 0,2 0 0 0,-2 0 0 16,0-1 0-16,3 7 0 0,-3-6 0 0,0 0 0 15,0 5-2-15,0-5 0 0,0 2 0 0,0 1 0 16,0 0-22-16,0 2-5 0,-3-8-1 0,3 6 0 15,-3 2 19-15,3-5 0 0,-3-3 0 0,3 3 0 16,-3 0 0-16,0 0 0 0,0-3 0 0,0 0 0 16,0-2 0-16,-3 5 0 0,3-8 0 0,0 3 0 15,-1 2-108-15,1-5-17 0,3 0-4 0</inkml:trace>
  <inkml:trace contextRef="#ctx0" brushRef="#br0" timeOffset="2802.922">15135 2818 1638 0,'0'0'46'0,"0"0"11"16,0 0-45-16,0 0-12 0,0-5 0 0,0 5 0 15,-2-3 85-15,2 3 15 0,-3-3 4 0,3 3 0 16,-6 0-37-16,6 0-7 0,0 0-2 0,-6 0 0 0,0 0-20 16,0 3-4-16,0 0-1 0,0 2 0 0,-3 0-17 15,0 1-4-15,3 2-1 0,-3-1 0 0,0 1 13 0,0 6 2 0,-3 1 1 16,3-1 0-16,0 2-27 15,-2-3 0-15,2 5 0 0,0 4 0 0,-3-7-12 16,3 4-8-16,0-1-2 0,-3 1 0 0,3-3 22 0,0-3 0 0,0 3 0 0,0-3 0 16,-3 3 0-16,3-8 0 0,1 3 0 15,-1-3 0-15,0 2 0 0,3-2 0 0,-3-5 0 0,3 5 0 16,0-6 0-16,0 6 0 0,6-8 0 0,-3 0 0 16,3 0 0-16,0 0-14 0,0 0 3 0,0 0 1 15,0 0-30-15,3 0-7 16,0-8-1-16,3 3 0 15,3-3-1-15,0 0-1 0,3-8 0 0,0 6 0 0,-4-1 21 0,4-7 4 0,0 2 1 0,-3 0 0 16,3 0 24-16,-3-3-10 0,0 1 10 0,3-1 0 16,-3 1 0-16,0 2 0 0,0-3 0 0,0 6 0 15,-3 3 17-15,2-6 7 0,-2 5 2 0,0 3 0 16,0 0 30-16,0 0 5 0,-3 6 2 0,3-6 0 16,-3 2-6-16,0 6-1 0,3-7 0 0,-6 7 0 15,6 0 0-15,0 0-1 0,0 2 0 0,0 3 0 16,0-2-30-16,0 0-5 0,0 5-2 0,0-6 0 15,3 6 26-15,0 0 6 0,-3 0 1 0,2 5 0 16,1 1-26-16,0-4-5 0,3 1 0 0,-3 5-1 16,0-3-8-16,0 3-2 0,0-6 0 0,0 4 0 15,0-1-9-15,0 0 8 0,0-2-8 0,0 2 8 0,-3-5-8 0,3 5 0 16,-1-5 0-16,1 0 0 0,-3-3 0 0,3 0 0 0,-3 6 0 16,0-8 0-1,0 2-71-15,0-2-19 0,3-3-4 0</inkml:trace>
  <inkml:trace contextRef="#ctx0" brushRef="#br0" timeOffset="3726.27">17874 2818 1728 0,'0'0'36'0,"0"0"8"0,0 0-35 0,0 0-9 0,0 0 0 0,0 0 0 16,0 0 73-16,0 0 13 0,-3-3 2 0,3 3 1 16,-6-2-20-16,0 2-4 0,0 0-1 0,-3 5 0 15,3 0-22-15,-3 3-5 0,0 0-1 0,-3 3 0 16,4-1-6-16,-4 4-2 0,0 1 0 0,-3 1 0 16,3 0-40-16,-3 3-8 0,-3-3-1 0,0 5-1 15,3-5 22-15,1 5 0 0,-1-5 0 0,0 5 0 16,0-8 0-16,0 3 0 0,3-5 0 15,0-1 0-15,3 1 18 0,0-3 2 0,3 0 0 0,-3-3 0 16,7 3-68-16,-4-3-12 0,6-5-4 0,0 0 0 16,0 0 0-16,0 0 0 0,0 0 0 0,6-5 0 15,-1 0 37-15,4-3 7 0,0 0 2 0,3 0 0 16,0-6-8-16,0 4-2 0,3-6 0 16,0-5 0-16,0 5 28 0,0-3-8 0,-1 4 8 0,1-1 0 15,-3-5 17-15,0 5 9 0,0 0 2 0,0 3 0 16,-3-3 28-16,0 0 5 0,0 5 2 0,-3 1 0 15,3 2-4-15,-3-3-1 0,3 8 0 0,-4-4 0 0,1 1-25 0,0 4-5 16,-3 2 0-16,3 0-1 0,0 0 29 16,0 0 7-16,-3 0 1 0,3 0 0 0,0 8-23 0,-3-6-4 0,3 3-1 15,0 1 0-15,0 2-10 0,0 2-2 0,0 3-1 0,0 1 0 16,0-4-15-16,3 4-8 0,-3 1 10 0,0 1-10 16,0-2 0-16,2 1 0 0,1 1 0 0,0 3 0 15,-3-6 0-15,3 3 0 0,0-6 0 0,-3 4 0 16,3-1 21-16,0-5-1 0,-3-3-1 0,3 6 0 15,0-6-29-15,-3 3-6 0,0-5 0 0,3 2-1 16,0-5-142-16,-1 3-28 0,1-3-5 16</inkml:trace>
  <inkml:trace contextRef="#ctx0" brushRef="#br0" timeOffset="4658.222">20648 2876 1804 0,'0'0'37'0,"0"0"10"15,0 0-38-15,0 0-9 0,0 0 0 0,0 0 0 16,0 0 108-16,0 0 20 0,0 0 4 0,0 0 1 16,0 0-55-16,-6 0-11 0,6 0-3 0,-6 0 0 15,0 5-51-15,0-2-13 0,0 2 0 0,0 3 0 16,0 0 0-16,1 0 0 0,-4 3 0 0,0 5 0 15,0-3 0-15,0 3 0 0,-3 0 0 0,3 5 0 16,-3-5 0-16,0 5 0 0,0-5 0 0,0 0 0 0,0 0 0 16,1-3 0-16,-1 0 0 0,0-2 0 0,0-1 0 15,3 1 0-15,-3-3 0 0,3-3 0 0,0 0 0 0,3 3 0 16,0-5 0-16,0 2 0 16,6-5-51-16,0 0-9 0,0 0-3 0,0 0 0 15,0 0-1-15,3-8 0 0,3 3 0 0,0-3 0 16,3 0 0-16,3 0 0 0,0-8 0 0,0 3 0 0,3 0 52 15,-3-3 12-15,0 0 0 0,2 3 0 0,-2-3 0 0,0-5 0 16,0 5 0-16,0-3 0 0,-3 1 48 0,3 2 13 0,-3-3 3 0,-3 4 0 16,3 1 0-16,-3 4 0 0,0-4 0 0,0 7 0 15,-4-1 0-15,4 0 0 0,-3-3 0 0,0 8 0 16,0-2 0-16,0 3 0 0,-3 2 0 0,0 0 0 16,6 2-8-16,0-2 0 0,-3 5-1 0,3-2 0 15,0 2-37-15,0 3-7 0,0 0-2 0,3 0 0 16,-3 5 23-16,0 1 4 0,3 2 0 0,0-3 1 15,-3 3-21-15,3 5-5 0,0-5-1 0,-1 0 0 16,1 5-10-16,3-8 0 0,-3 3 0 0,0-3 0 16,3 3 11-16,-3-5 6 0,3-1 2 0,0 1 0 15,-3 2-29-15,0-10-6 0,3 5 0 0,-3-3-1 16,-1 0-24-16,4 3-5 0,-3-5-1 0,3 2 0 16,0-5-167-16,-3 0-34 0</inkml:trace>
  <inkml:trace contextRef="#ctx0" brushRef="#br0" timeOffset="5537.361">23422 2903 1690 0,'0'0'35'0,"0"0"9"0,0 0-36 0,0 0-8 0,0-6 0 0,0 6 0 16,0 0 108-16,0 0 19 0,-3-2 4 0,3 2 1 15,0 0-58-15,0 0-11 0,-6-6-3 0,6 6 0 16,-6 0-25-16,-2 6-6 0,2-6-1 0,-3 2 0 15,3 4-12-15,-3-4-2 0,0 6-1 0,-3 0 0 16,3 3-13-16,-3-1 8 0,0 4-8 0,0 1 0 16,-3 1 0-16,4-2 8 0,-4 1-8 0,0 4 0 15,0-8 0-15,3 4 0 0,-3-1 8 0,3-1-8 16,3-5 0-16,-3 5-16 0,3-5 3 0,0-5 1 16,4 5 12-16,-1-3 0 0,0 0 0 0,0-2 0 15,6-3 0-15,0 0 0 0,0 0 0 0,0 0 0 16,0 0 0-16,0 0 0 0,0 0 0 0,0 0 0 15,6-5 0-15,3-3 0 0,-1 0 0 0,1 0 0 16,3-3 0-16,0 1 0 0,3-1 0 0,0-8-9 16,-3 9 9-16,6-6 0 0,-6-3 0 0,3 4-8 15,-4-1 8-15,4 2 11 0,-3-1-3 0,0 1 0 16,0 4 25-16,-3-1 5 0,3 1 1 0,-3 2 0 16,-3 2 7-16,3-2 2 0,-3 3 0 0,0 2 0 15,0 3-7-15,0-5-1 0,-1 5 0 0,-2 0 0 16,3 0-9-16,-3 5-3 0,0-5 0 0,3 3 0 15,-3 8-3-15,0-3-1 0,3 0 0 0,0 0 0 16,-3 5-6-16,3 3-2 0,-3-6 0 0,3 9 0 16,0-9-8-16,-3 9-8 0,3-3 12 0,0-3-12 15,0 3 8-15,0-6-8 0,0 4 0 0,0-1 0 0,0-5 9 0,0 5-9 0,0-5 0 0,-1 0 9 16,1 0-9-16,-3-3 0 0,3 3 0 0,0-5 0 31,0 2-72-31,0-2-9 0,0 2-3 0</inkml:trace>
  <inkml:trace contextRef="#ctx0" brushRef="#br0" timeOffset="46866.047">8581 10132 1447 0,'0'0'30'0,"0"0"7"0,-6 0-29 0,0 2-8 0,6-2 0 0,-6 0 0 32,0 3 65-32,0-3 12 0,0 2 3 0,0 1 0 15,0 0-49-15,0 2-10 0,-3-2-1 0,4 2-1 16,-1 0 33-16,0 1 8 0,0-1 0 0,0 3 1 0,0-3-46 0,3 3-15 0,-3-3 8 0,3 3-8 15,0 3 55-15,-3-3 7 0,3 0 2 0,0 2 0 16,0 1-52-16,0-1-12 0,0-2 0 0,3 3 0 16,0 0 0-16,0-1 0 0,0 1 0 0,3-1 0 15,-3-2 0-15,3 0 0 0,0 0 0 16,3 0 0-16,-3 0 0 0,3-3-12 0,0 1 3 0,0-1 0 16,0 0 9-16,0-2-8 0,3-1 8 0,-3 1-8 15,2-3 16-15,4 0 4 0,-3 0 1 0,3 0 0 16,-3 0-13-16,3-3 0 0,0 3 0 0,0-5 0 15,0 3 0-15,0-1 0 0,0-2 0 0,-3-1 0 16,-1 1 0-16,4 0 0 0,-3-1 0 0,0-2 0 16,-3 3 21-16,0-3 2 0,0 0 0 0,-3-2 0 15,0 2 14-15,0-3 3 0,-3 3 1 0,3-2 0 16,-3 2 19-16,-3-3 3 0,3 3 1 0,-6-2 0 16,3 2-52-16,-3 0-12 0,0 0 0 0,0 0 0 15,0 0 0-15,-3 0 0 0,0 3 0 0,0-1 0 16,1 1 0-16,-1 0 0 0,0 2 0 0,0-2 0 15,0 2 0-15,0 1 0 0,3-1 0 0,-3 0 0 16,3 1 0-16,0-1 0 0,-3 0 0 0,3 3 0 16,3-2 0-16,-3 2 0 0,3 0 0 0,3 0 0 15,-6 0-48-15,6 0-13 0,-6 0-3 0</inkml:trace>
  <inkml:trace contextRef="#ctx0" brushRef="#br0" timeOffset="57120.889">9468 5456 1337 0,'0'0'28'0,"0"0"6"0,0 0-34 0,0 0 0 0,3-3 0 0,-3 3 0 15,0 0 109-15,0 0 15 0,0 0 4 0,0 0 0 16,0 0-52-16,0 0-9 0,0 0-3 0,0 0 0 16,0 0-7-16,0 8-1 0,-3-2-1 0,3 4 0 15,-3-2-37-15,0 3-7 0,3-1-2 0,-3 4 0 16,0-4-9-16,0 3 0 0,3 1 0 0,-3 4 0 15,0-7 0-15,0 5 0 0,0-1 0 0,0 4 0 16,0-3 0-16,0 0 0 0,0 0 0 0,0-1 0 16,0 1 33-16,3 0 5 0,-3 0 1 0,0 0 0 15,3 0-11-15,-3 0-3 0,3 0 0 0,0-1 0 16,-3-1-25-16,3-1 0 0,0 0 0 0,0 0 0 16,0-2 0-16,0-3 0 0,0 0 0 0,0 0 0 15,0-3-15-15,0-5-8 0,0 0-1 0,0 0-1 16,0 0 25-16,0 0 0 0,0 0 9 0,0 0-9 15,-3-5 22-15,3-3-2 0,-2-3-1 0,2 1 0 16,0-4-19-16,0-1 0 0,0-1 0 0,0 0 0 16,0-3 0-16,0 1 0 0,0 2 0 0,0-5 0 0,0 2 55 15,0 3 7-15,0-5 2 0,0 3 0 0,2-4-52 0,-2 4-12 16,0-1 0-16,3-2 0 16,0 3 0-16,-3-3 0 0,3 2 0 0,0 1 0 15,0 2 54-15,0 0 8 0,0 3 2 0,-3-1 0 0,3 6-56 16,-3 0-8-16,0 1 0 0,3 4-10 0,-3 3 10 15,0 0 0-15,0 0 10 0,0 0-10 0,0 0 0 16,0 0 0-16,0 0 0 0,0 3 0 0,0 4 0 0,0 4 0 0,3 2 0 0,-3 1 0 16,0-1 0-16,0 3 0 0,3-1 0 0,-3 4 0 15,0 0 0-15,3-4 0 0,-3 4 0 0,3-1 0 16,0 1 0-16,-3-3 0 0,3 2 0 0,0-2 0 16,-3 3 18-16,3-3-2 0,0 2-1 0,-3 1 0 15,0-3-24-15,3 2-5 0,-3 1-1 0,0-1 0 16,0-2 15-16,0 0 0 0,0-3 0 0,0 3 0 15,0-3 0-15,0-2 0 0,0-3 0 0,0 2 0 16,0-2 0-16,0 0 0 0,0 0 0 0,0-5 0 16,0-3 0-16,0 0 0 0,0 0 0 0,0 0 0 15,0 0-77-15,0 0-13 0,6-3-2 0</inkml:trace>
  <inkml:trace contextRef="#ctx0" brushRef="#br0" timeOffset="58045">9281 7882 1788 0,'-9'3'51'0,"3"0"10"0,-3-1-49 0,0 1-12 0,3 2 0 0,-3 1 0 16,0-1 61-16,3 3 10 0,-3-3 1 0,0 6 1 15,0-3-25-15,3 2-4 0,0 1-2 0,-3 2 0 16,3-2-17-16,3 2-3 0,-3-3-1 0,1 4 0 16,2-1-11-16,0 3-2 0,0-3-8 0,3 0 12 15,0 0-12-15,0 1 0 0,3-1 0 0,0-2 0 16,0-1 0-16,0 1 0 0,5-1 0 0,-2 1 0 15,3-3 0-15,0 0 0 0,0 0-8 0,0 0 8 16,3-3 0-16,0 0 0 0,0-2 0 0,0 2 0 16,3-5-12-16,-3 0 2 0,-1-3 0 0,4 1 0 15,-3-3 10-15,3-1 0 0,-3-2 0 0,3 0 0 16,0-2 49-16,0 2 12 0,0-3 3 16,-4 1 0-16,1-1-15 0,0 1-2 0,0-1-1 0,-3-2 0 15,0 2 8-15,0-2 2 0,-3 0 0 0,0-1 0 16,-3-1-14-16,-3-1-2 0,3 2-1 0,-6-4 0 15,3 2-7-15,-6-2-2 0,0 2 0 0,0-3 0 16,-3 6-10-16,0-3-3 0,0 3 0 0,-3 2 0 16,-3 1-6-16,3-1-2 0,-2 3 0 0,-1 0 0 15,0 3-9-15,3 2 0 0,0-2 0 0,0 2 8 16,0 3-8-16,0-2 0 0,0 2 0 0,3-3 0 16,-2 3-25-16,-1 0-1 0,0 0 0 0,3 3 0 15,0-3-84-15,0 2-17 0,0-2-3 0</inkml:trace>
  <inkml:trace contextRef="#ctx0" brushRef="#br0" timeOffset="66794.697">4833 7724 1292 0,'0'0'27'0,"0"0"5"0,0 0-32 0,0 0 0 0,0 0 0 0,0 0 0 15,0 0 75-15,0 0 8 0,0 0 1 0,0 0 1 16,0 0-19-16,0 0-4 0,0 0-1 0,0 0 0 16,0 0-9-16,0 0-3 0,0 0 0 0,0 0 0 15,0 0-5-15,3 2-2 0,-3-2 0 0,0 0 0 16,0 0-15-16,0 0-3 0,0 0-1 0,0 0 0 15,0 0-11-15,0 0-3 0,0 0 0 0,0 0 0 16,0 0-9-16,0 0 0 0,6-2 0 0,-6 2 8 16,3-3-8-16,-3 3 0 0,3-5 0 0,-6-1 0 0,0 4 0 0,3 2 0 15,3-3 0-15,173-5 8 0,148 0-8 0,-225 6 0 16,-40-1 0-16,36-2 0 16,-47-1 0-16,-39 4 0 0,-6-1 0 0,-9 3 0 15,-21-5-203-15,-14 5-42 0</inkml:trace>
  <inkml:trace contextRef="#ctx0" brushRef="#br0" timeOffset="67538.292">4750 7435 950 0,'0'0'40'15,"0"0"-32"-15,0 0 43 0,0 0 9 0,0 0 1 0,0 0 1 16,0 0 2-16,0 0 0 0,0 0 0 0,0 0 0 16,0 0-1-16,0 0 0 0,0 0 0 0,0 0 0 31,0 0-5-31,0-2-1 0,0 2 0 0,0 0 0 16,0 0-13-16,0 0-2 0,3-6-1 0,-3 6 0 0,0 0 2 0,0 0 0 0,0 0 0 15,0 0 0-15,0 0-9 0,0 0-2 0,0 0 0 0,0 0 0 16,0 0-8-16,0 8-1 0,0-2-1 0,0 1 0 15,0 1-14-15,0 0-8 0,0 3 10 0,3 0-10 16,-3-4 0-16,0 4 8 0,0 0-8 0,0 2 0 16,0-5 0-16,0 2 0 0,-3 1 8 0,3 0-8 15,0-4 0-15,3 4 0 0,-3-3 0 0,3 0 0 16,-3 0 0-16,-3 0 0 0,0 0 0 16,3-3 0-16,0 3 0 0,6-3-8 0,-3 1 8 15,6-1 0-15,-6 0 0 0,-3 0 0 0,0 1 0 0,0-6 0 16,-3 5-8-16,-3 0 8 0,6-5 0 0,-3 6 0 15,3-6 0-15,0 0 0 0,0 5 0 0,0-5 0 16,0 5 0-16,3-2 8 0,-3-3-8 0,6 5 0 16,-3-2 0-16,-3-1 11 0,3-2-11 0,-3 0 10 15,0 0-10-15,0 0 0 0,0 0 0 0,0 0 8 16,0 0-8-16,0 0 0 0,0 6 0 0,0-6 0 16,3 5-23-16,-3-5-9 0,-3 5-3 0,3-5-635 15,3 6-127-15</inkml:trace>
  <inkml:trace contextRef="#ctx0" brushRef="#br0" timeOffset="72886.977">9486 9534 1136 0,'0'0'24'0,"0"0"4"0,0 0-28 0,0 0 0 0,0 0 0 0,0 0 0 16,0 0 63-16,0 0 6 0,0 0 2 0,0-6 0 15,0 6-7-15,0-5 0 0,0 5-1 0,0-5 0 16,0 5-13-16,0-6-2 0,3 1-1 0,-3 2 0 16,0 3 13-16,3-5 4 0,-3 5 0 0,0-3 0 15,0 3 0-15,3-5 0 0,0 3 0 0,-3 2 0 16,3-3-52-16,-3 3-12 0,3-5 0 0,-3 2 0 16,3-2 54-16,0 2 8 0,0-2 2 0,0 2 0 15,0-2-52-15,0 2-12 0,3-2 0 0,-3 0 0 16,0 2 0-16,-1-2 0 0,1-3 0 0,-3 5 0 15,3-5 0-15,0 5 0 0,3-2 0 0,-6 3 0 16,3-1 54-16,0-2 8 0,-3 2 2 0,0 3 0 16,0-5-52-16,0 5-12 0,3-3 0 0,-3 3 0 15,0 0 0-15,0 0 0 0,0 0 0 0,0 0 0 16,0 0 0-16,0 0 0 0,0 0 0 0,0 0 0 16,0 0 54-16,0 0 8 0,-6-3 2 0,6 3 0 15,0 0-52-15,-6 3-12 0,6-3 0 0,-6 3 0 16,6-3 0-16,-3 2 0 0,3-2 0 0,-5 6 0 15,2-1 0-15,-3 0 0 0,3 0 0 0,0 3 0 0,3 0 0 0,-3-2 0 16,0 2 0-16,3 0 0 0,-3-1 0 0,0 4 0 0,3-3 0 16,-3 3 0-16,3-1 0 0,0 1 0 0,-3-1 0 0,3 1 0 15,0 2 0-15,-3 0 0 0,0 1 0 0,3 1 0 32,-3-1 0-32,3-1 0 0,-3-3 0 0,3 4 0 0,0-4 0 15,0 1 0-15,0 2 0 0,-3-2 0 0,3-1 0 0,0 1-16 0,0-1 3 16,0 4 1-16,0-4 12 0,0-2 0 0,0 3 0 0,0-1 0 15,0-2 0-15,0 3 0 0,0-1 0 0,0 1 0 16,0 0 0-16,0-1 0 16,0 1 0-16,-3 2 0 0,3-2 0 0,0 2 0 0,-3 0 0 15,3 0 0-15,0 1 0 0,-3-1 0 0,3-3 0 0,-3 6 0 16,3-5 0-16,0 2 0 0,-3-2 0 0,3 2 0 16,-3-3 0-16,3 1 0 0,-3 0 0 0,3-1 0 15,-3-2 0-15,3 3 0 0,0-3 0 0,0 0 0 16,0 2 0-16,0-2 0 0,0 0 0 0,-3 3 0 15,3-3 0-15,0 0 0 0,0-1 0 0,0 4 0 16,0-3 0-16,0 0 0 0,0-3 0 0,0 3 0 16,0 0 0-16,0 0 0 0,0 0 0 0,-3 3 0 15,3-4 0-15,0 4 0 0,0-3 0 0,-3 3 0 16,3-3 0-16,0 2 0 0,0 1 0 0,0-1 0 16,0 1 0-16,0-1 0 0,0 1 0 0,-3 2 0 15,3-2 0-15,0-1 0 0,0 1 0 0,0 2 0 16,0-5 0-16,0 3 0 0,0-1 0 0,0-2 0 0,0 0 0 15,0 0 0-15,0 3 0 0,0-3 0 16,0 0 0-16,0-3 0 0,0 3 0 0,0 0 0 0,0-3 8 0,0 0-8 16,0 3 0-16,-3-2 0 0,3-1 0 15,0 0 0-15,0 0 0 0,0 1 0 0,0-1 10 16,0-5-2-16,0 0 0 0,0 5 0 16,0-5-8-16,-3 8-11 0,3-8 3 0,0 6 0 0,0-6 8 0,0 5 11 15,0-5-3-15,0 0 0 0,0 5-8 0,0-5 0 0,0 0 0 0,0 5 0 16,0-5 0-16,0 0 0 0,0 0 0 0,0 0 0 15,0 0 0-15,0 6 0 0,0-6 0 0,0 0 0 16,0 8 0-16,0-8 0 0,0 0 0 0,0 5 0 16,0-5 0-16,0 0-11 0,0 0 3 0,0 0 0 15,0 0 8-15,0 0 11 0,0 0-3 0,0 0 0 16,0 0-8-16,0 0 0 0,0 0 0 0,0 0 0 16,0 0 0-16,0 0 0 0,0 0 0 0,0 0 0 15,0-5 0-15,0-3 0 0,0 0 0 0,0 0 0 16,0-3 0-16,0 3 0 0,3-2 0 0,0-3 0 15,-3 2 0-15,3-2 0 0,0 0 0 0,-3-3 0 16,3 2 0-16,0-1 0 0,-3-1 11 0,3 0-11 16,-3-3 11-16,0 3-11 0,3 0 12 0,-3-2-12 15,0 2 11-15,0-2-11 0,3-1 10 0,-3 3-10 16,0 0 10-16,0 3-10 0,0-3 10 0,0 3-10 16,3-3 9-16,-3 0-9 0,0 3 8 0,3-3-8 15,-3 3 0-15,3 0 0 0,-3-3 8 0,0 3-8 16,3-3 0-16,-3 2 0 0,3-1 0 0,-3-1 0 15,3 2 0-15,-3-1 8 0,3-1-8 0,-3 2 0 16,3-1 0-16,-3 1 0 0,3-2 0 0,-3 1 0 0,0 1 0 0,3 1 0 16,-3 0 8-16,0 0-8 0,3 2 0 0,-3-2 0 15,0 2 0-15,3 1 0 0,-3-4 0 0,3 4 0 16,-3-1 0-16,3 1 0 0,0-1 0 16,-3 3 0-16,3-2 0 0,-3-1 0 0,3 0 0 15,-3 4 0-15,3-7 0 0,-3 6 0 16,3-2-19-16,0-1-9 0,-3 3-1 0,3 0-1 0,-3-2 30 0,0 2 0 0,2-3 0 15,-2 3 0-15,0 0 0 0,0-2 0 16,3-1 0-16,-3 3 0 0,0 0 0 0,0-2 0 0,0-1 0 0,-3 3 0 16,3 0 0-16,-2-2 0 15,-1 2 0-15,0 0 0 0,0 0 32 0,0 0 12 0,0 3 2 0,-3-3 1 16,3 2-39-16,0 1-8 0,0 2 0 0,0-2 0 16,3 5 0-16,0 0 0 0,0 0 0 0,0 0 0 15,0 0 16-15,0 0 1 0,0 0 0 0,0 0 0 16,0 0-17-16,0 0 0 0,-3 8 0 0,3 0 0 15,-3 0 0-15,3 3 0 0,0-1 0 0,0 3 0 16,0 1-48-16,3-1-12 0,-3 3-4 0,3 0 0 16,0-3 52-16,-3 0 12 0,3 3 0 0,0-3 0 15,-3 0 0-15,3 1 0 0,-3-4 0 0,3 3 0 16,-3 1 27-16,0-4 8 0,3 3 1 0,-3-2 1 16,0 0-8-16,3-1-1 0,-3 3-1 0,0-2 0 15,0 0-73-15,0 2-14 0,0-3-4 0,0 4 0 16,0-1 52-16,0 3 12 0,0-3 0 0,0 0 0 15,0 3 0-15,0 0 0 0,0 0 0 0,0 0 0 16,0 0 16-16,0-3 5 0,0 3 2 0,0-3 0 16,0 0-23-16,-3-2 0 0,3 2 0 0,0-2 0 15,0 2-14-15,-3-3-7 0,3 1-2 0,0 0 0 0,0-1 37 16,-3 1 7-16,3-3 2 0,0 2 0 16,-3 1-37-16,3-1-7 0,0-2-2 0,-3 3 0 0,3-3 37 0,0 0 7 15,0 2 2-15,0-2 0 0,0 3-23 0,-3-3 0 0,3 2-10 0,0 1 10 16,0 0 0-16,0-1 0 0,0 3 0 0,0-2 0 15,0 0 0-15,-3-1 0 0,3 1 0 0,0 2 0 16,0-2 0-16,-3-1 0 0,3 3 0 0,0-2 0 16,0 0 0-16,-3-1 0 0,3 1 0 0,0-1 0 15,0-2 0-15,-3 3 0 0,3-3 0 0,0 2 0 16,0-2 0-16,0 0 0 0,0 0 0 16,0 0 0-16,0 0 0 0,0-3 0 0,0 1 0 15,0 2 0-15,0-3 12 0,0 0-3 16,0 3-1-16,0-3 0 0,3 1-8 0,-3-6 10 0,0 5-10 0,0-5 10 15,0 5-10-15,0-5 0 0,0 0 0 0,0 0 0 16,0 0 0-16,0 0 0 0,0 0 8 0,0 0-8 16,0 0-20-16,0 0-7 15,0 0-1-15,6 0 0 0,0-2-206 0,0-1-42 0</inkml:trace>
  <inkml:trace contextRef="#ctx0" brushRef="#br0" timeOffset="76817.913">9551 9391 964 0,'0'0'20'0,"0"0"5"0,0 0-25 0,-6 2 0 0,6-2 0 0,-3 6 0 16,3-6 32-16,0 0 2 0,-6 2 0 0,6-2 0 16,0 0 30-16,0 0 5 0,0 0 2 0,0 0 0 15,0 0-35-15,0 0-8 0,0 0 0 0,0 0-1 16,0 0-5-16,0 0-1 0,0 0 0 0,0 0 0 15,0 0-5-15,0 0-2 0,0 0 0 0,0 0 0 16,0 0 11-16,0 0 3 0,0 0 0 0,0 0 0 16,0 0 12-16,0 0 2 0,0 0 1 0,0 0 0 15,0 0-7-15,0 0-2 0,0 0 0 0,0 0 0 16,0 0-6-16,0 0-2 0,0 0 0 0,0 0 0 16,0 0-10-16,0 0-1 0,0 0-1 0,0 0 0 15,0 0-4-15,0 0-1 0,0 0 0 0,0 0 0 16,0 0-9-16,0 0 8 0,0 0-8 0,0 0 8 15,0 0-8-15,0 0 0 0,6 3 9 0,-3 0-9 16,0-3 0-16,3 0 8 0,-3 2-8 0,0-2 0 16,3 3 0-16,-3-3 9 0,0 0-9 0,3 0 0 15,0 0 10-15,-3 0-10 0,3 0 8 0,0 0-8 16,-3 0 11-16,3 0-3 0,0 0-8 0,0 0 12 16,0-3-12-16,3 3 11 0,-3-2-11 0,0 2 10 15,0 0-10-15,0 0 0 0,-1 0 9 0,1 0-9 16,3-3 0-16,-3 3 8 0,3 0-8 0,-3-3 0 0,0 3 0 15,3-2 0-15,-3 2 0 0,3 0 0 16,-3-3 0-16,3 3 0 0,0 0 0 0,0-3 0 16,0 3 0-16,0-2 0 0,0-1 0 0,-1 3 0 0,1 0 0 0,3 0 0 0,-3 0 0 15,0 0 0-15,0 0 0 0,3 0 0 0,-3-3 0 0,0 3 0 16,3 0 0-16,-3 0 0 0,3 0 0 16,-4 0 0-16,1 0 16 0,3 0 0 0,0 0-1 15,-3 0 0-15,3 0-6 0,0 0-1 0,0 3 0 0,0-3 0 16,-3 0-8-16,3 0 0 0,-3 0 0 0,-1 0-11 15,1 0 11-15,0-3 0 0,0 3 0 0,0 0 0 16,-3 0-17-16,3 0-2 0,0 0 0 0,0 0 0 16,0-2 19-16,-3 2 0 0,3 0 0 0,0-3 0 15,0 3 0-15,-3 0 0 0,3 0 0 0,-1-3 0 16,1 3 0-16,0 0 0 0,0-2 0 16,0 2 0-16,0 0 0 0,0 0 0 0,0 0 0 0,0 0 0 15,0 0 0-15,0-3 0 0,0 3 0 0,0 0 0 16,0-3 0-16,-1 3 0 0,4 0 0 0,-3 3 0 15,0-3 0-15,0 3 0 0,3-3 0 0,-3 0 0 16,0 0 28-16,0 0 8 0,0 0 3 0,0 2 0 16,0-2-11-16,0 0-3 0,2 0 0 0,-2 0 0 15,0 3-25-15,0-3 0 0,0 0 0 0,0 0 0 16,0 0 0-16,0 0 0 0,0 0 0 0,-3 0 0 16,3 0 0-16,0 0-11 0,-3 0 1 0,3 0 0 0,3 3 10 15,-4-3 0-15,1 0 0 0,0 0 0 0,0 2 0 16,0-2 0-16,3 3 0 0,-3 0 8 0,0-3-8 0,0 0 12 15,3 2-4-15,-3 1 0 16,0-3-8-16,0 0 0 0,2 3 0 0,-2-3 0 0,0 2 0 0,3-2 0 0,-3 3 0 0,0-3 0 16,3 0 0-16,-3 3 0 0,3-1 0 0,-3 1 0 15,3-3 52-15,0 0 10 16,-3 2 2-16,2-2 0 0,1 3-52 16,-3-3-12-16,6 3 0 0,-3-3 0 0,-3 2 0 15,3-2 0-15,-3 3 0 0,3-3 0 0,0 0 0 16,-3 0 0-16,5 0 0 0,-2 0 0 0,0 0 0 15,0 0 0-15,3 0 0 0,-3 0 0 0,3 3 0 0,-3-3 8 0,3 0-8 0,-3 0 0 16,2 2 11-16,1-2-11 0,0 0 12 0,-3 3-12 16,3-3 10-16,-3 3-10 0,0-3 8 0,3 2-8 15,-3 1 10-15,-1-3-10 0,1 0 12 0,0 3-12 16,0-3 11-16,0 2-11 0,0 1 10 0,0-3-10 16,3 0 8-16,-6 3-8 0,3-3 0 0,-3 0 9 15,-1 0-9-15,4 2 8 0,-3-2-8 0,3 0 8 16,-3 0-8-16,3 3 10 0,0-3-10 0,-3 0 10 15,3 0-10-15,0 2 8 0,0-2-8 0,0 0 8 16,-4 3-8-16,4-3 0 0,0 0 0 0,0 3 0 16,0-3 0-16,-3 0 0 0,3 2 0 0,0-2 0 15,0 3 8-15,-3-3-8 0,3 0 0 0,-4 3 8 16,4-3-8-16,0 0 0 0,-3 2 9 0,3-2-9 16,0 3 0-16,-3-3 0 0,3 0 0 0,0 3 8 15,-3-3-8-15,0 0 8 0,0 0-8 0,0 0 8 16,-1 0-8-16,1 0 0 0,0 0 8 0,-3 0-8 15,3 2 8-15,0-2-8 0,0 0 8 0,-3 0-8 0,3-2 0 0,0 2 0 16,-3 0 0-16,3-3 8 0,0 3-8 16,0 0 0-16,0-3 0 0,-1 3 8 15,-2-2-8-15,3 2 0 0,0-3 0 0,-3 3 0 0,3 0 0 0,-3-3 9 0,3 1-9 0,-3 2 0 16,3 0 8-16,-3-3-8 0,3 3 0 0,-3 0 0 16,0-3 9-16,0 3-9 15,0-2 0-15,0 2 9 0,0 0-9 0,-1-3 0 0,1 3 0 0,0 0 0 16,0 0 0-16,0-2 0 0,0 2 0 0,0 0 0 15,0 0 0-15,3 0 8 0,-3 0-8 0,0 0 0 16,0 0 0-16,0 0 0 0,0 0 0 0,0-3 0 16,-3 3 0-16,3 0 0 0,0 0 0 0,0 0 0 15,-3-3 0-15,3 3 0 0,0 0 0 0,-4 0 0 16,4 0 0-16,-3 0 0 0,3-2 8 0,-3 2-8 16,3 0 0-16,-3 0 0 0,3-3 0 0,-6 3 0 15,3 0 0-15,3 0 0 0,-6 0 0 0,6-3 0 16,-3 3 0-16,0 0 0 0,3-2 0 0,-3 2 0 15,0 0 0-15,3 0 0 0,-3-3 0 0,-3 3 0 16,6 0 0-16,-3 0 0 0,3-3 0 0,-3 3 0 16,0-2 0-16,3 2 0 0,-3 0 0 0,-3 0 0 15,6-3 0-15,0 3 0 0,-3 0 0 0,3-3 0 16,-1 3 0-16,-2 0 0 0,3-2 0 0,-6 2 0 16,6 0 0-16,0 0 0 0,-3-3 0 0,-3 3 0 15,6 0 0-15,0-3 0 0,-3 3 8 0,-3 0-8 0,6 0 0 0,-6 0 0 16,6 0 0-16,-3 0 0 0,-3 0 0 0,6 0 0 15,0-2 0-15,-6 2 8 0,6 0-8 0,-3 0 0 0,3 0 0 0,-6 0 8 16,6 0-8-16,-6 0 0 0,3 0 0 0,-3 0 0 16,6 0 0-16,-6 0 0 0,6 0 0 0,-6 0 0 15,3 0 0-15,-3 0 8 0,6 0-8 0,-6 0 8 16,0 0-8 0,6 0 0-16,-6 0 0 0,0 0 0 0,3 0 0 15,-3 0 0-15,5 0 0 0,-5 0 0 0,0 0 0 0,0 0 0 16,6 0 0-16,-6 0 0 0,0 0 0 0,0 0 0 0,0 0 0 0,0 0 0 15,0 0 0-15,6 0 0 0,-6 0 0 0,0 0 0 16,0 0 0-16,0 0 0 0,0 0 0 0,0 0 0 16,0 0 0-16,0 0 0 0,0 0 0 0,3 0 0 15,-3 0 0-15,0 0 0 0,0 0 0 0,6 0 8 16,-6 0-8-16,0 0 0 0,6 0 0 0,-6 0 0 16,0 0 0-16,0 0 0 0,3 0 0 0,-3 0 0 15,0 0 0-15,0 0 0 0,6 0 8 0,-6 0-8 16,0 0 0-16,6 0 0 0,-6 0 0 0,0 0 0 15,0 0 0-15,0 0 0 0,3 0 0 0,-3 0 0 16,0 0 0-16,0 0 0 0,0 0 0 0,0 0 0 16,6 0 0-16,-6 0 0 0,6 2 0 0,-6-2 0 15,0 0 0-15,0 0 0 0,0 0 0 0,0 0 0 16,0 0 0-16,0 0 0 0,0 0 0 0,0 0 0 16,0 0 0-16,0 0 0 0,0 0 0 0,0 0 0 15,0 0 0-15,0 0 0 0,0 0 0 0,0 0 0 0,0 0 0 16,0 0-14-16,0 0 3 0,0 0 1 15,0 0-105-15,0 0-21 0,0 0-4 0</inkml:trace>
  <inkml:trace contextRef="#ctx0" brushRef="#br0" timeOffset="86549.584">12397 5594 1444 0,'-6'-6'30'0,"-3"4"6"0,3-1-28 0,-3 0-8 0,3-2 0 0,-3 5 0 16,0-5 76-16,1 2 13 0,-1 3 3 0,0-2 1 15,-3 2-36-15,3 0-7 0,0 0-2 0,0 0 0 16,0 2-20-16,3 1-4 0,-3 2 0 0,0-2-1 16,0-1-23-16,3 4 0 0,-3-1 0 0,0 0 0 15,1 3 0-15,2 0 0 0,-3 3 0 0,3-3 0 16,0 2 0-16,0 1 0 0,0-1 0 0,0 1 0 16,3 0 56-16,-3 2 6 0,3-3 2 0,0 4 0 15,0-1-52-15,0 0-12 0,0 0 0 0,0 1 0 16,3-1 0-16,0 0 0 0,3 0 0 0,0 0 0 15,0 1 0-15,0-1 0 0,3-2 0 0,-3-1 0 16,3 1 0-16,3-1 0 0,-3-2 0 0,3 0 0 16,3-3 0-16,-3 1 0 0,2-4 0 0,4 1 0 15,0-3-15-15,0 0-5 0,3 0-2 0,0-3 0 16,0-2 37-16,0 0 7 0,-1 2 2 0,1-5 0 16,-3 3 8-16,0-3 3 0,0-3 0 0,-3 3 0 15,0-2 9-15,0 2 3 0,0-3 0 0,-4 1 0 16,-2-1-2-16,0-2 0 0,-3 2 0 0,0-2 0 0,0 3-8 15,0-4-1-15,-3 1-1 0,0 3 0 16,0-1-12-16,-3 0-3 0,0-2 0 0,0 3 0 0,-3 2-4 16,0-3-2-16,-3 0 0 0,1 3 0 0,-1-2-6 0,0 2 0 0,0 0-8 0,-3 3 12 15,3-3-12-15,-3 3 9 0,3 2-9 16,-3-2 8-16,0 2-8 0,3 0 0 16,-3 1 0-16,1 2 0 15,-1 0-30-15,3 0-2 0,-3 0 0 0,3 0 0 16,0 2-114-16,3-2-23 0,-3 6-5 0</inkml:trace>
  <inkml:trace contextRef="#ctx0" brushRef="#br0" timeOffset="87581.904">12129 7620 1094 0,'0'-7'46'0,"0"-1"-37"16,0 2 88-16,0-2 18 0,0 0 3 0,0 0 1 16,3 1-37-16,-3-1-7 0,0 2-2 0,0-2 0 15,0 3-7-15,0 0-2 0,0 0 0 0,0 5 0 16,3-6 0-16,-3 6 0 0,0 0 0 0,0 0 0 15,0-5-51-15,0 5-13 0,0 0 0 0,0 0 0 16,0 0 54-16,0 0 8 0,0 0 2 0,0 0 0 16,0 0-52-16,0 0-12 0,0 0 0 0,0 0 0 15,0 0 54-15,3 8 8 0,-3 0 2 0,3 0 0 16,-3 0-52-16,0 2-12 0,0 1 0 0,3-1 0 16,-3 4 0-16,0-4 0 0,3 3 0 0,-3 1 0 15,0-1 0-15,0 3 0 0,0-3 0 0,0 0 0 16,0 3 0-16,0-3 0 0,0 1 0 0,0-1 0 15,0 0 0-15,-3 0 0 0,3 3 0 0,0-3 0 16,0 3 0-16,0-2 0 0,0-1 0 0,0 0 0 16,0 3 0-16,0-3 0 0,0 0 0 0,0 1 0 15,0-4 0-15,-3 3 0 0,3-2-9 0,0 0 9 16,0-1 0-16,0 1 0 0,0-3 0 0,0 0 0 16,0-3 0-16,-3 3 0 0,3-3 0 0,0 3 0 15,0-8 0-15,0 5 0 0,0-5 8 0,0 0-8 16,0 0-17-16,0 0-7 0,0 0-2 0,0 0 0 15,0 0-26-15,0 0-4 0,0 0-2 0,0 0 0 16,0 0-124-16,0 0-25 0</inkml:trace>
  <inkml:trace contextRef="#ctx0" brushRef="#br0" timeOffset="87960.302">12165 7589 1824 0,'0'0'38'0,"0"0"8"16,0-6-37-16,0 1-9 0,0 5 0 0,-3-5 0 15,3 5 53-15,0-5 9 0,0 5 2 0,0 0 0 16,0 0 0-16,0 0 0 0,0 0 0 0,0 0 0 16,0 0 0-16,-6-3 0 0,6 3 0 0,0 0 0 15,-6 3-52-15,0-3-12 0,0 5 0 0,0-3 0 16,0 4 0-16,-3 2 0 0,3-3 0 0,0 3 0 16,-3 3 54-16,0-1 8 0,1-2 2 0,-1 3 0 15,0-1-52-15,0 1-12 0,0-3 0 0,3 2 0 16,-3 1-48-16,0-3-13 0,3-3-3 0,-3 3 0 15,6-3 52-15,-3 3 12 0,3-5 0 0,3 2 0 16,0-5-105-16,0 0-19 0,0 6-3 0</inkml:trace>
  <inkml:trace contextRef="#ctx0" brushRef="#br0" timeOffset="88397.675">12028 8017 1579 0,'0'0'32'0,"0"0"10"15,0 0-34-15,0 0-8 0,0 0 0 0,0 0 0 16,6 0 91-16,0 0 16 0,-3 0 3 0,3 0 1 16,0 0-24-16,0 0-5 0,0 0-1 0,0 0 0 15,0 0-65-15,-1 0-16 0,1 0 0 0,0 0 0 16,0 0 55-16,0 0 7 0,0 0 2 0,3 0 0 15,-3-2-52-15,3 2-12 0,0 0 0 0,-3 0 0 16,3 0 0-16,0-3 0 0,0 3 0 0,3-3 0 0,-3 3 0 0,-1 0 0 0,4-2 0 0,0-1 0 16,-3 0 0-16,3 3 0 15,0-5 0-15,3 3 0 16,0-1-164-16,3 0-36 0</inkml:trace>
  <inkml:trace contextRef="#ctx0" brushRef="#br0" timeOffset="97015.929">5771 6501 1033 0,'0'0'21'0,"0"0"6"0,0 0-27 0,0 0 0 0,0 0 0 0,-6-2 0 16,6 2 87-16,0 0 12 0,0 0 2 0,0 0 1 15,0 0-22-15,0 0-4 0,0 0 0 0,0 0-1 16,0 0-11 0,0 0-1-16,0 0-1 0,0 0 0 0,0 0-14 0,0 0-4 0,0 0 0 0,0 0 0 15,0 0-4-15,0 0 0 0,9 2-1 0,-3 1 0 16,6 0-12 0,0-1-3-16,0 1 0 0,3-3 0 0,2 2-8 0,1-2-1 0,6 3-1 0,-3-3 0 15,3 0-30-15,-3 0-7 0,2 0-1 0,1 0 0 16,0-3 49-16,0 1 10 0,0-1 1 0,2-2 1 15,-2 2-29-15,3 1-8 0,0-1 0 0,0 0 0 16,-4 1 0-16,1-1 0 0,0-2 0 0,-3 2 8 16,0 0-8-16,-3 1 0 0,2-4 0 0,-5 4 0 15,0-3-48-15,0 2-5 16,-3-2-1-16,-3-1 0 0,-3 1-168 16,0 0-34-16</inkml:trace>
  <inkml:trace contextRef="#ctx0" brushRef="#br0" timeOffset="97580.943">6084 6260 1516 0,'0'0'32'0,"0"0"6"0,0 0-30 0,0 0-8 0,0 0 0 0,-6 0 0 16,3 3 65-16,-3 0 12 0,6-3 3 0,-6 5 0 16,0-2-64-16,0 2-16 0,0 0 0 0,0 1 0 15,-3-1 41-15,3 0 3 0,0 0 0 0,-3 3 0 16,0 0-31-16,0-2-5 0,0 2-8 0,0-1 11 16,-2-1-3-16,2 2-8 0,-3-3 12 0,0 3-4 15,3-3-8-15,-3 3 12 0,0 0-12 0,0 0 12 16,0 0-12-16,3 0 0 0,0 0 9 0,0 0-9 15,1 0 8-15,-1 0-8 0,3 2 8 0,0-2-8 16,0 0 0-16,3 3 0 0,-3-3 0 0,3 0 0 16,0 0 0-16,3-1 0 0,-3 1 0 0,3 0 0 15,0 0 0-15,0-2 0 0,0 1 0 0,3-1 0 16,0 2 0-16,0 0-8 0,0-3 8 0,3 3-8 16,-3-3 31-16,3 0 6 0,0 1 2 0,3-1 0 15,-3-2-10-15,2 2-1 0,1-2-1 0,0-1 0 16,0 1-8-16,3 2-2 0,-3-5 0 0,3 3 0 15,-3 0-9-15,3-3 10 0,0 0-10 0,0 0 10 16,3 0-10-16,-4-3 0 0,7 0 0 0</inkml:trace>
  <inkml:trace contextRef="#ctx0" brushRef="#br0" timeOffset="100524.905">12305 9425 1094 0,'0'0'23'0,"0"0"5"16,0 0-28-16,0 0 0 0,0 0 0 0,0 0 0 15,0 0 56-15,0 0 7 0,-3-3 1 0,3 3 0 16,0 0 51-16,0 0 10 0,0 0 3 0,0 0 0 16,0 0-65-16,0 0-13 0,0 0-2 0,0 0-1 15,0 0-24-15,0 0-5 0,0 0-1 0,0 0 0 16,0 0 37-16,0 0 7 0,0 0 2 0,0 0 0 15,0 0-50-15,0 0-13 0,0 0 0 0,0 0 0 0,-3 8 0 16,0-2 0-16,3 2 0 0,0 0 0 16,-3-3 56-16,3 3 7 0,0 0 1 0,0 0 0 0,0-3-52 0,0 3-12 0,0 0 0 15,3 2 0-15,-3-2 0 16,0 0 0-16,0 3 0 0,0-3 0 0,0 2 0 0,0-2 0 16,0 3 0-16,0-3 0 15,0 0 0-15,0 2 0 0,0-2 0 0,-3 3 0 0,3-3 0 0,0 0 0 16,0 0 0-16,-3 0 0 0,3 0 0 0,0-1 0 0,0 1 0 15,-3 3 0-15,3-3 54 0,0 3 8 0,-3-4 2 0,3 1 0 16,-3 3-64-16,3-3-24 0,0 0 0 0,-3 0 1 16,3 2 37-16,-3-2 7 0,0 0 2 0,3 3 0 15,-3-1-23-15,3-2 0 0,0 3 0 0,-3 0 0 16,3 2 0-16,0-3 0 0,0 4 0 0,-3-4 0 16,3 3 0-16,0-2 0 0,0 2 0 0,-3-2 0 15,3-1 0-15,0 4 0 0,0-4 0 0,0 1 0 16,0-1 0-16,0 1 0 0,0-3 0 0,0 0 0 15,0 0 0-15,0 0 0 0,0 0 0 0,0-3 0 16,0 3 0-16,0 0 0 0,0-3 0 0,0 3 0 16,0-3 56-16,0 1 6 0,0-1 2 0,0 0 0 15,-3 0-52-15,3 1-12 0,0-1 0 0,0 3 0 16,-3-3 0-16,3 3 0 0,0-2 0 0,0 1 0 16,0-1 0-16,0-1 0 0,0 3 0 0,0-3 0 15,-3 3 0-15,3-2 0 0,0-1 0 0,0 3 0 16,0 0 0-16,0-3 0 0,0 0 0 0,0 3 0 15,0 0 0-15,0-3-13 0,0 3 2 0,0 0 1 16,0-2 10-16,0 2 0 0,0-1 0 0,0 1 0 16,0-2 9-16,0 2-9 0,0-3 12 0,0 6-12 0,0-6 8 0,0 3-8 15,0-3 0-15,0 3 0 0,0 0 0 16,3 0 0-16,-3-3 0 0,0 3 0 16,0-3 0-16,0 1 0 0,0 2 0 0,0-3 0 0,0 0 0 0,0 3 0 15,0-3 0-15,0 3 0 0,0-2 0 0,0-4 0 0,0 4 0 16,0-1 0-16,0 0 0 0,3 0 0 15,-3-5 0-15,0 6 0 0,0-1 0 0,3 0 0 0,-3-5 0 16,0 6 0-16,0-1 26 0,3 0-2 0,-3 1 0 0,0-6 0 16,0 5-24-16,3 0 8 0,-3 0-8 0,0-5 0 15,0 6 0-15,0-6 8 16,3 2-8-16,-3-2 0 0,0 8 0 0,0-2 0 0,0-1 8 0,0-5-8 16,0 5 0-16,0 0 0 0,0-5 0 0,0 6 0 15,0-6 0-15,0 8 0 0,0-8 0 0,0 5 0 16,0-5-19-16,-3 5-9 0,3 1-1 15,0-6-1-15,0 5 48 0,0-5 10 0,0 0 1 0,0 0 1 16,-3 5-30-16,3-5 0 0,0 0 0 0,0 5 0 16,0-5 0-16,0 0 0 0,0 8 0 0,0-8 0 15,0 0 0-15,0 0-8 0,0 0-1 0,0 0 0 16,0 0-27-16,0 0-4 0,0 0-2 0,0 0 0 16,0 0-117-16,0 0-23 0,0 0-5 0</inkml:trace>
  <inkml:trace contextRef="#ctx0" brushRef="#br0" timeOffset="102992.379">12254 10552 1157 0,'0'0'32'0,"0"0"8"0,0 0-32 0,0 0-8 0,0 0 0 0,0 0 0 16,0 0 36-16,0 0 4 0,0 0 2 0,0 0 0 31,0 0 18-31,0 0 3 0,0 0 1 0,0 0 0 0,0 0 11 0,0 0 2 0,0 0 1 0,0 0 0 16,0 0-30-16,0 0-5 0,0 0-2 0,0 0 0 15,6 0-11-15,-6 0-2 0,6 3-1 0,-6-3 0 16,3 0-7-16,3 3-2 0,-6-3 0 0,6 0 0 31,-3 0-3-31,-3 0-1 0,6 2 0 0,0-2 0 0,-6 0 2 0,6 0 0 16,-3 0 0-16,3 0 0 0,0 0-3 0,-3 0 0 0,3-2 0 0,-6 2 0 16,6 0-1-16,-1 0-1 0,1 0 0 0,0 2 0 15,0-2-11-15,0 0 0 0,0 0 9 0,0 3-9 16,0-3 0-16,0 0 8 0,0 2-8 0,3-2 0 15,-3 0-20-15,3 0-9 0,-3 0-2 16,3 3 0-16,0-3 31 0,0 0 0 0,-3 0 0 0,2 3 0 16,1-3 0-16,-3 0 0 0,0 0 0 0,0 0 0 15,3 0 0-15,-3 0 0 0,0 0 0 0,0 0 0 16,0 0 0-16,0 0 0 0,0 0 0 0,3 0 0 16,0 0 0-16,-3 0 0 0,0 0 0 0,3 0 0 15,-3 0 0-15,3 0 0 0,-1-3 0 0,1 3 0 16,0 0 0-16,0 0 0 0,0 0 0 0,3 0 0 15,-3 0 20-15,3 0 9 0,-3 0 3 0,0 0 0 16,3 0-32-16,0 0 0 0,-3 0 0 0,2 0 0 0,1 0 0 16,-3 0 0-16,6 0 0 0,-6 0 0 15,3 0-20-15,0 0-9 0,0 0-3 0,-3 0 0 16,3 0 32-16,0 0 0 0,-4 0 0 0,4 0 0 16,0 0 0-16,-3 0 0 0,0 0 0 0,0 0 0 15,0-3 0-15,0 3 0 0,0 0 0 0,0-2 0 16,0 2 45-16,-3 0 15 0,3 0 4 0,0 0 0 15,-1 0-52-15,-2 0-12 0,3-3 0 0,0 3 0 0,0 0 0 0,3-2 0 16,-3 2 0-16,0 0 0 0,3 0-13 0,-3 0-6 0,3 0-1 0,0 0 0 16,0 2 20-16,-1-2 0 0,1 0 0 0,0 0 0 15,0 0 12-15,0 0-4 16,0 0-8-16,0 0 12 0,0 3 0 0,0-3 0 16,0 0 0-16,-1 2 0 0,1-2-12 0,-3 0 0 15,3 3 0-15,0-3 0 0,-3 3 48 0,3-3 12 0,-3 0 4 0,3 0 0 16,-3 0-52-16,0 0-12 0,0 0 0 0,0 0 0 15,2 0 0 1,-2 2 0-16,3-2 0 0,0 0 0 0,-3 0 0 0,3 0 0 0,0 0 0 0,3 0 0 16,-3 0 0-16,3 0 0 0,-4 0-9 0,4 3 9 15,0-3 0-15,0 3 0 0,3-3 0 0,-3 0 10 16,0 0-10-16,0 2 0 0,0 1 9 0,-1-3-9 16,1 3 8-16,-3-3-8 0,3 0 8 0,-3 2-8 15,-3-2 10-15,3 3-2 0,-3-3-8 0,3 0 12 16,-3 0-4-16,0 0-8 0,-1 0 11 0,-2 0-11 15,3 0 10-15,0-3-10 0,0 3 8 0,-3 0-8 16,3 0 8-16,0 0-8 0,0 0 0 0,3 0 8 16,-3 0-8-16,0 0 8 0,0 0-8 0,0 0 8 15,0 0-8-15,-1 0 10 0,4 0-10 0,-3 0 10 16,0 0-10-16,3 0 8 0,-3 0-8 0,3 0 8 16,-3 0-8-16,0 0 0 0,3 0 0 0,-3 3 0 0,3-3 0 15,-4 0 0-15,1 0 0 0,3 3 0 0,-3-3 0 0,3 0 8 16,-3 0-8-16,0 0 0 0,0 0 8 15,0 2-8-15,0-2 8 0,0 0-8 0,0 0 0 16,-3 0 0-16,3 0 8 0,-4 0-8 0,1 0 0 0,0 0 0 0,0 0 9 0,0 0-9 16,3 0 0-1,-3 0 9-15,3 0-9 0,-3 0 0 0,0 0 8 0,3 0-8 0,-3 0 0 16,0 0 0-16,3 0 9 0,0-2-9 0,0 2 0 16,0 0 9-16,0 0-9 0,-1 0 0 0,1 0 0 0,0 0 0 15,0 0 0-15,0-3 8 0,-3 3-8 0,3 0 0 16,0 0 0-16,3 0 0 0,-3 0 8 0,0 0-8 15,3 0 0-15,-3 0 0 0,0 0 0 0,-4 0 0 16,4 0 0-16,0 0 0 0,0 0 0 0,0 0 0 16,0 0 0-16,0 0 0 0,0 0 0 0,0 3 0 15,0-3 0-15,-3 0 8 0,3 0-8 0,-3 2 0 16,3-2 0-16,-3 3 0 0,2-3 0 16,-2 0 0-16,0 0 0 0,0 0 0 0,0 0 0 0,0 0 0 15,0 0 0-15,0 0 0 0,0 0 8 0,-3 0-8 16,3 0 0-16,0 0 0 0,0 0 0 0,0 0 0 15,0 0 0-15,0 0 0 0,0 0 0 0,-3-3 0 16,3 3 0-16,0 0 0 0,0 0 0 0,0 3 0 16,-1-3 0-16,1 0 0 0,3 0 0 0,-3 0 0 15,0 0 0-15,0 0 0 0,0 0 0 0,0 0 0 16,0 0 0-16,3 0 0 0,-3 0 0 0,0 0 0 16,0 3 0-16,0-3 0 0,3 0 0 0,-3 0 0 15,0 0 0-15,0 0 0 0,0 0 0 0,0 0 0 0,-1 2 0 0,-2-2 0 16,3 0 0-16,0 0 0 0,0 0 0 0,0 0 0 15,0 0 0-15,0 3 0 0,0-3 0 0,0 0 0 16,0 0 0-16,0 0 0 0,0 0 0 0,-3 0 0 0,3 0 0 0,0 0 0 16,0 2 0-16,-3-2 0 0,3 0 0 0,0 0 0 15,0 3 0-15,-3-3 0 0,3 0 0 16,0 3 0-16,-4-3 0 16,4 0 0-16,-3 0 0 0,3 0 0 0,-3 0 0 0,0 0 0 0,3 0 0 15,-3 0 0-15,3 2 0 0,-3-2 0 0,0 0 0 0,-3 0 0 16,6 0 0-16,-3 0 0 0,0 0 0 0,-3 0 0 15,6 0 0-15,-3 0 0 0,3 0 0 0,-3 0 0 16,-3 0 0-16,6 0 0 0,-6 0 0 0,3 0 0 16,-3 0 0-16,0 0 0 0,6 0 0 0,-6 0 0 15,6 0 0-15,-6 0 8 0,6 0-8 0,-6 0 0 16,3 0 0-16,-3 0 0 0,6 0 0 0,-6 0 0 16,0 0 0-16,6 0 0 0,-6 0 8 0,3 0-8 15,-3 0 0-15,0 0 0 0,6 0 0 0,-6 0 0 16,0 0 8-16,5 3-8 0,-5-3 8 0,6 0-8 15,-6 0 9-15,0 0-9 0,0 0 10 0,6 0-10 16,-6 0 11-16,0 0-11 0,6 0 12 0,-6 0-12 16,0 0 8-16,3 0-8 0,-3 0 0 0,0 0 0 15,0 0 9-15,6 0-9 0,-6 0 0 0,0 0 9 16,0 0-9-16,0 0 0 0,6 0 0 0,-6 0 8 0,0 0-8 16,0 0 0-16,0 0 0 0,0 0 0 15,0 0 0-15,3 0 8 0,-3 0-8 0,0 0 0 0,0 0 0 0,6 0 0 0,-6 0 0 0,0 0 0 16,0 0 0-16,0 0 0 15,3 0 0-15,-3 0 0 0,0 0 0 0,0 0-14 0,0 0 2 0,0 0 0 32,0 0-32-32,0 0-7 0,0 0-1 0,6 0 0 15,-6 0-156-15,6-3-31 0</inkml:trace>
  <inkml:trace contextRef="#ctx0" brushRef="#br0" timeOffset="109492.055">15031 5586 1337 0,'-3'5'56'0,"-3"0"-44"15,0-2 92-15,3 2 20 0,-3 1 3 0,1-1 1 16,-1 3-52-16,3-3-9 0,-3 3-3 0,0 0 0 15,0-3-51-15,3 3-13 0,-3 0 0 0,3 0 0 16,0 0 54-16,0 3 8 0,0-4 2 0,3 4 0 16,0 0-52-16,0-3-12 0,0 2 0 0,3 1 0 15,0 2 0-15,0-2 0 0,3-1 0 0,0 1 0 16,0-1 0-16,3 1 0 0,3-3 0 0,-4 2 0 16,7-4 54-16,-3 2 8 0,3-3 2 0,3-2 0 15,0-1-48-15,0 1-16 0,3-3 9 0,-1-3-9 16,-2 3 29-16,3-5 1 0,0 2 0 0,-3-2 0 15,-3 2 0-15,3-2 0 0,-4-3 0 0,-2 3 0 16,0-3-30-16,-3 0 0 0,0 0 0 0,-3 0 0 16,-3-2 57-16,0 2 6 0,0-3 1 0,0 0 0 15,-3 1-52-15,-3 2-12 0,3-3 0 0,-6 3 0 16,3-8 0-16,-3 6 0 0,-3-3 0 0,0 2 0 16,0-2 0-16,-3 2 0 0,3-2 0 0,-2 0 0 15,-1 2 0-15,0 1 0 0,-3 2 0 0,3 0 0 16,-3 5 33-16,3-5 4 0,-3 6 1 0,0-1 0 15,3 0-38-15,1 6 0 0,-4 0 0 0,3-1 0 16,-3 6-30-16,3-5-4 0,3 5-1 0,-3 0 0 16,3 2-23-16,0 1-5 0,0 2-1 0,0 0 0 15,3 0-102-15,1 3-21 0,-1-2-4 0</inkml:trace>
  <inkml:trace contextRef="#ctx0" brushRef="#br0" timeOffset="110260.786">15240 7446 1782 0,'0'0'75'16,"0"0"-60"-1,0 0 97-15,0 0 19 0,0 0 4 0,-3 2 1 16,3-2-41-16,-3 8-8 0,0 0-2 0,0 0 0 16,0 0-37-16,0 3-8 0,0-1-2 0,0 4 0 15,0-1-11-15,0 0-3 0,0 3 0 0,0-3 0 16,0 3-8-16,3 0-3 0,-3-3 0 0,0 3 0 16,0 0-5-16,0-3 0 0,3 0-8 0,-3 1 12 15,3 2-12-15,-3-3 0 0,3 0 8 0,0 0-8 16,-3-2 0-16,3 2 0 0,0 3 0 0,0-3 0 15,0 3 0-15,0-3 0 0,0 0 0 0,0 3 0 16,0-2 24-16,3 1 1 0,-3-1 1 0,0-1 0 16,0 0-72-16,3-2-14 0,-3-1-4 0,0-2 0 15,3 0-25-15,-3 0-6 0,6 0-1 0,-3-3 0 16,0 3-102-16,3-2-21 0</inkml:trace>
  <inkml:trace contextRef="#ctx0" brushRef="#br0" timeOffset="113530.705">14999 10587 1094 0,'0'0'23'0,"0"0"5"0,0 0-28 0,0 0 0 0,0 0 0 0,0 0 0 16,0 0 56-16,0 0 5 0,0 0 2 0,0 0 0 15,0 0 1-15,-3 5 1 0,3-5 0 0,0 0 0 16,0 0-27-16,0 0-6 0,0 0 0 0,0 0-1 16,0 0 1-16,0 0 1 0,0 0 0 0,0 0 0 15,0 0 23-15,0 0 4 0,-3 5 0 0,3-5 1 16,0 0-46-16,0 0-15 0,0 0 8 0,3 6-8 15,-3-6 48-15,3 5 7 0,-3-5 1 0,3 2 0 16,0 1-39-16,2 0-7 0,1-3-2 0,0 2 0 16,0 1-8-16,0-3 0 0,3 3 0 0,-3-3 0 15,6 0 0-15,-3 2 0 0,3-2 0 0,3 0 0 0,-3 0 53 16,0 3 9-16,2-6 2 0,1 6 0 0,0-3-52 16,0 0-12-16,0 3 0 0,0-3 0 0,0 0 0 15,3 2 0-15,-3-2 0 0,-1 3 0 16,1-3-9-16,0 3-5 0,0-3-1 0,0 0 0 0,-3 0 15 15,3 0 0-15,0 0 0 0,-3 0 0 0,2 0 9 0,1 0 5 16,0 0 1-16,0 0 0 0,0 0-15 0,0 0 0 0,0 0 0 0,0 0 0 16,-1 0 0-16,1 2 0 15,0-2 0-15,0 0 0 0,0 3 0 0,3-3 0 0,-3 2 0 16,3-2 0-16,-4 3 0 0,1-3 0 0,0 3 0 0,-3-3 0 16,3 2 0-16,0-2 0 0,-3 3 0 0,3-3 0 15,-3 0 0-15,0 0 0 0,2 0 0 0,1 0 0 16,0 0 0-16,0 0 0 0,0-3 0 0,0 3 0 15,0 0 0-15,0 3 0 0,-1-3 0 0,1 0 0 16,0 3 0-16,0-3 0 0,0 0 0 0,-3 0 0 16,3 2 0-16,0-2 0 0,-3 3 0 0,2-3 0 15,1 0 0-15,0 3 0 0,-3-3 0 0,3 0 0 16,-3 2 54-16,0-2 8 0,3 0 2 0,-3 0 0 16,0 0-52-16,-1 0-12 0,1-2 0 0,3 2 0 15,-3 0 0-15,0 0 0 0,3 0 0 0,-3 0 0 16,3 0 0-16,-3 0 0 0,0 0 0 0,2 0 0 15,1 0 0-15,-3 0 0 0,3 0 0 0,0 0 0 16,0 2 0-16,-3-2 0 0,3 3 8 0,0 0-8 0,-4-3 11 0,1 2-11 0,3 1 12 16,-3 0-12-1,0-3 11-15,0 0-11 0,0 2 10 0,0-2-10 16,0 3 8-16,0-3-8 0,-1 0 0 0,-2 0 9 16,3 0-9-16,0 0 0 0,0 0 9 0,-3 0-9 0,3 0 0 15,0 0 9-15,0 0-9 0,3 0 0 16,-3 0 10-16,2 0-10 0,-2 0 8 0,3 0-8 0,-3 2 8 0,3-2-8 0,-3 3 0 15,3-3 8-15,-3 0-8 0,3 3 0 0,-1-3 0 0,-2 2 0 16,0-2 0-16,0 3 0 0,3-3 0 0,-3 3 0 16,0-3 8-16,3 0-8 0,0 2 0 0,0 1 8 15,-4-3-8-15,1 0 0 0,0 3 9 0,0-3-9 16,-3 0 0-16,3 0 9 0,0 0-9 0,0 0 0 16,-3 0 11-16,3 2-11 0,0-2 10 0,-4 0-10 15,4 0 13-15,0 0-3 0,-3 0-1 0,3 0 0 16,0 3-9-16,0-3 12 0,0 0-12 0,-3 0 12 15,3 3-12-15,0-3 0 0,0 0 9 0,-1 2-9 16,1-2 8-16,0 0-8 0,0 3 10 0,-3-3-10 16,3 0 8-16,-3 3-8 0,0-3 0 0,3 2 9 15,-3-2-9-15,3 3 8 0,-3-3-8 0,2 2 8 16,-2-2-8-16,3 3 0 0,-3-3 0 0,0 3 8 16,0-3-8-16,-3 0 0 0,3 2 0 0,0 1 0 15,-3-3 0-15,3 0 0 0,0 3 0 0,-3-3 8 16,3 0-8-16,-1 2 8 0,1-2-8 0,-3 3 8 15,3-3-8-15,-3 3 0 0,3-3 0 0,-3 2 8 16,0-2-8-16,3 0 8 0,0 3-8 0,-3-3 8 0,0 0-8 16,3 3 0-16,-3-3 9 0,3 2-9 0,-3-2 0 15,0 0 8-15,2 3-8 0,-2-3 0 0,0 0 0 0,3 3 9 16,-3-3-9-16,0 2 0 0,0-2 0 16,0 0 0-16,3 0 0 0,-3 0 0 0,0 0 8 0,3 0-8 0,-3 0 0 0,0 0 0 15,0 3 0-15,0-3 10 0,0 0-10 0,0 0 8 16,0 0-8-16,0 0 0 0,-1 0 9 0,1 0-9 15,0 2 8-15,3-2-8 0,-3 0 10 0,0 0-10 16,0 0 9-16,-3 0-9 0,3 0 8 0,-6 0-8 16,6 0 0-1,0 0 8-15,-3 0-8 0,-3 0 0 0,6 0 8 0,-3 0-8 0,-3 0 8 16,6 0-8-16,-6 0 0 0,6 0 8 0,-3 0-8 0,-3 0 0 16,6 0 0-16,-3 0 8 0,3 0-8 15,-6 0 0-15,6 0 0 0,-6 0 0 0,3 0 0 0,-3 0 0 16,6 0 0-16,-3 0 0 0,3 0 0 0,-6 0 0 15,5 0 0-15,-5 0 0 0,3 0 0 0,-3 0 0 16,6 0 0-16,-6 0 0 0,3 0 8 0,3 0-8 16,-6 0 0-16,6 0 0 0,-3 0 0 0,-3 0 0 15,6 0 0-15,-6 0 0 0,3 0 0 0,-3 0 0 16,6 0-11-16,-6 0-1 0,3-2 0 0,3 2 0 16,-6 0-82-16,3-3-17 15,0 1-3-15</inkml:trace>
  <inkml:trace contextRef="#ctx0" brushRef="#br0" timeOffset="116128.87">17996 5287 1413 0,'0'0'60'0,"0"0"-48"16,0 0 64-16,0 0 14 0,0 0 2 0,0 0 1 15,0 0-15-15,3 2-3 0,-3-2-1 0,3 6 0 16,0-1-26-16,0 0-6 0,0-2-1 0,-3 5 0 15,3-3-13-15,-3 3-2 0,3-3-1 0,-3 6 0 16,0-3-10-16,3 5-3 0,-3-2 0 0,0 2 0 16,3 3-3-16,-3 0-1 0,0 0 0 0,0-1 0 15,0 1-8-15,0 0 10 0,0 3-10 0,0-3 10 16,0-1-10-16,0-1 0 0,0 2 0 0,0-3 8 16,0 0-8-16,0-2 0 0,0 2 0 0,0-3 8 15,0 1-8-15,0 0 0 0,0-4 0 0,0 4 0 16,0-3 0-16,0 0 0 0,0-3 0 0,0 1 0 15,0-1 0-15,0-5 0 0,0 5 0 0,0-5 0 16,0 0 0-16,0 0 0 0,0 0 0 0,0 0 0 16,0 0 0-16,0 0 0 0,0 0 0 0,0 0 0 15,0 0 0-15,0 0 10 0,0 0-10 0,0 0 10 16,0 0-10-16,0 0 12 0,-3-5-12 0,0 0 12 16,3-3-2-16,0-3 0 0,0 0 0 0,0 1 0 15,3-1 4-15,-3-2 1 0,3 0 0 0,0-3 0 16,0 3 4-16,3-6 1 0,-3 3 0 0,0 0 0 15,0 1-1-15,3-1 0 0,0-3 0 0,-3 3 0 16,-1 0 5-16,1 3 2 0,0 0 0 0,0 0 0 16,0 2-2-16,-3-2 0 0,3 5 0 0,-3-3 0 0,3 3-8 0,-3 1-3 15,0 1 0-15,0-2 0 16,0 3-4-16,0 2-1 0,-3-2 0 0,3 5 0 0,0 0-8 0,0-3 8 0,-3-2-8 16,3 5 8-16,0 0-8 0,-6-3 0 0,3 3 9 0,3 0-9 15,-8 3 0-15,2-3 0 0,0 5 0 0,0-2 0 16,-3 2 0-16,3 3 0 0,-3 0 0 0,0 0-8 15,3 0-4-15,-3 3-1 0,0-3 0 0,0 5 0 32,0-5-19-32,0 2-3 0,0-2-1 0,0 6 0 0,4-7-28 0,-4 4-7 0,3-3-1 0,0 3 0 15,0-3-154 1,-3-1-31-16</inkml:trace>
  <inkml:trace contextRef="#ctx0" brushRef="#br0" timeOffset="116397.003">17883 5670 1858 0,'0'0'52'0,"0"0"13"0,3 0-52 0,3 0-13 0,0 3 0 16,0-3 0-1,0 0 85-15,0 0 15 0,0 0 2 0,3 0 1 0,-1 0-38 0,1 0-7 0,3 0-2 0,-3 0 0 16,3 0-14-16,0 0-3 0,0 0-1 0,0 0 0 16,0 3-21-16,3-3-4 0,-3 0-1 0,-1 0 0 31,4 2-12-31,-3-2 0 0,3 0 8 0,-3 0-8 0,3 0-15 0,-3 0-5 16,0 0-2-16</inkml:trace>
  <inkml:trace contextRef="#ctx0" brushRef="#br0" timeOffset="119625.658">18154 7486 1516 0,'0'0'64'0,"-3"-3"-52"15,3 3 98-15,0 0 19 0,0-5 4 16,0 5 1-16,0 0-39 0,0 0-8 0,0 0-2 0,0 0 0 16,0 0-30-16,0 0-7 0,0 0 0 0,0 0-1 15,0 0-21-15,-3 8-4 0,3-1-1 0,-3 4 0 16,0 2-9-16,3 1-3 0,-3 1 0 0,0 1 0 16,0 0-9-16,0 0 10 0,0 3-10 0,-3-1 10 15,3-2-10-15,0 2 0 0,0 1 0 0,0-3 0 16,0 2 0-16,0 1 0 0,0-3 0 0,0 2 0 15,0-2 0-15,-3 3 0 0,3-1 0 0,0-2 0 16,0 3 0-16,0-4 0 0,0 4 0 0,-3-3 0 16,3-3-16-16,-2 0-9 15,-1 1-2-15,3-4 0 16,-3-2-185-16,6 3-36 0</inkml:trace>
  <inkml:trace contextRef="#ctx0" brushRef="#br0" timeOffset="119895.09">18189 7549 1934 0,'0'-11'40'16,"0"4"9"-16,0-1-39 0,0 0-10 0,0 2 0 0,0 1 0 0,0 5 92 0,0 0 17 0,0 0 3 16,0 0 1-16,0 0-43 0,0 0-9 0,0 0-1 0,-8 3-1 15,2-1-30-15,0 1-5 0,-3 2-2 0,0 3 0 16,0 0-6-16,-3 0 0 0,0 0-1 0,0 3 0 15,0-3-3-15,0 2 0 0,0 1 0 0,1-3 0 16,-4 2-12-16,3-2 0 16,0 3 0-16,0-3 0 0,3 2 0 0,-3-2 0 15,3 0 0-15,3 3 0 16,-3-3 0-16,3-3-15 0,3 3 2 0,0 0 0 16,0-3-124-16,3 3-25 0,0-3-5 0</inkml:trace>
  <inkml:trace contextRef="#ctx0" brushRef="#br0" timeOffset="120190.856">17841 8044 2030 0,'0'0'57'0,"0"0"14"16,0 0-57-16,0 0-14 0,0 0 0 0,0 0 0 16,0 0 105-16,6 0 19 0,0 0 3 0,0 2 1 15,3-2-52-15,0 0-9 0,-3 0-3 0,6 0 0 16,0-2-40-16,0 2-8 0,3 0-1 0,-1-3-1 16,1 3 4-16,0-2 1 0,3 2 0 0,-3-3 0 15,3 0-19-15,0 1 0 0,2-1 0 0,-2 0 0 0,0 1 0 0,-3-1-12 0,3 0 0 16,-3 1 0-1,0-4-130-15,0 4-26 0,-1-4-4 0</inkml:trace>
  <inkml:trace contextRef="#ctx0" brushRef="#br0" timeOffset="130655.237">17785 10647 850 0,'0'0'17'0,"0"0"6"0,0 0-23 0,0 0 0 0,0 0 0 0,0 0 0 16,0 0 61-16,0 0 8 0,0 0 2 0,0 0 0 16,0 0-21-16,0 0-4 0,0 0-1 0,0 0 0 15,0 0-8-15,0 0-1 0,0 0-1 0,0 0 0 16,0 0 10-16,0 0 3 0,0 0 0 0,0 0 0 16,0 0 3-16,0 0 1 0,0 0 0 0,0 0 0 15,0 0-8-15,0 0 0 0,0 0-1 0,0 0 0 16,0 0-14-16,0 0-2 0,0 0-1 0,0 0 0 15,0 0 10-15,0 0 1 0,0 0 1 0,0 0 0 16,0 0-11-16,0 0-3 0,0 0 0 0,0 0 0 16,0 0-24-16,0 0 8 0,0 0-8 0,0 0 0 15,0 0 56-15,0 0 7 0,0 0 1 0,0 0 0 16,0 0-52-16,0 0-12 0,0 0 0 0,0 0 0 16,0 0 0-16,0 0 0 0,0 0 0 0,0 0 0 15,0 0 54-15,0 0 8 0,0 0 2 0,0 0 0 16,0 0-52-16,0 0-12 0,0 0 0 0,-3-5 0 15,3 5 0-15,0 0 0 0,0-5 0 0,0 5 0 16,0 0 0-16,0-5 0 0,0 2 0 0,0-2 0 16,0 2 0-16,0-2 0 0,-3-1 0 0,3 6 0 15,0-2 0-15,0-3 0 0,0 2 0 0,0-2 0 0,0 2 54 0,0-2 8 16,0 2 2-16,0-2 0 16,3-1-52-16,-3 4-12 0,0-6 0 0,0 3 0 0,0-3 0 0,0 2 0 15,0-2 0-15,0 0 0 0,0 0 0 0,0 1 0 0,0-1 0 16,0 0 0-16,-3 0 0 0,3 0 0 0,0-3 0 15,0 3 0-15,-3 0 0 0,3 0 0 0,0 0 0 0,-3 1 0 16,3-4 0-16,0 3 0 0,-3-3 0 0,3 3 0 16,-3-2 0-16,3-1 0 0,0 1 0 15,0-1 0-15,-3 3 54 0,3-2 8 0,0-1 2 16,0 0 0-16,-3 1-52 0,3-1-12 16,0 3 0-16,-3-2 0 0,3-1 0 0,0 3-18 0,-3-2 4 0,3-1 1 15,-3 3 21-15,3 0 4 0,0-2 0 0,0 2 1 16,0 0-13-16,0 0-12 0,0 0 3 0,0-3 0 15,0 3 9-15,0-2 0 0,0 2 0 0,0 0 8 16,-3 0-8-16,3 0 11 0,0 0-11 0,0 0 12 16,0 0-12-16,0-2 0 0,0 2 0 0,0 0 0 15,0 0 0-15,0 0 0 0,0 0 0 0,0 0 0 16,3 0 0-16,-3 0 0 0,0 0 0 0,0 3 0 16,3-3 0-16,-3 0 0 0,0-3 0 0,3 6 0 15,-3-3 0-15,0 3 0 0,0-3 0 0,0 3 0 16,3-3 0-16,-3 2 0 0,0 1 0 0,0 0 0 15,3-3 0-15,-3 3 0 0,0-3 0 0,0 2 0 16,3 1 0-16,-3 0 0 0,0 0 0 0,3-3 0 16,-3 2 0-16,0 4 0 0,3-6 0 0,-3 2 0 0,0 1 0 0,3 0 0 15,-3 0 0-15,3-1 0 16,-3 1 0-16,0 0 0 0,3 2 0 0,-3-2 0 0,0 2 0 16,0 3 0-16,3-5 0 0,-3 5 0 15,0 0 0-15,0 0 0 0,0-6 0 0,0 6 0 16,0 0 0-16,0 0 0 0,0 0 0 0,0 0 0 15,0 0 0-15,0 0 0 0,0 0 0 0,0 0 0 0,0 0 0 0,0 0 0 0,0 0 0 16,0 0 0-16,0 0 0 0,0 0 0 0,0 0 0 0,0 0 0 16,0 8 0-16,-3 0 0 0,3 0 0 0,0 3 0 15,0-3 0-15,-3 2 0 0,0-2 0 0,3 3 0 16,-3-3 0-16,3 0 0 0,0 0 0 16,0-8 0-16,0 0-152 0,0 0-32 15,0 0-6-15</inkml:trace>
  <inkml:trace contextRef="#ctx0" brushRef="#br0" timeOffset="132366.877">17752 9798 1033 0,'0'0'21'0,"0"0"6"0,0 0-27 0,0 0 0 0,0 0 0 0,0 0 0 16,0 0 56-16,0 0 5 0,0 0 2 0,0 0 0 15,0 0-6-15,0 0-1 0,0 0 0 0,0 0 0 16,0 0-6-16,0 0-2 0,0 0 0 0,0 0 0 16,0 0 3-16,0 0 0 0,0 0 0 0,3 0 0 15,-3 0-9-15,0 0-2 0,6 0 0 0,-6 0 0 16,3 0-7-16,3 0-1 0,0 0-1 0,-6 0 0 16,3 0-9-16,3 0-2 0,-6 0 0 0,6 0 0 0,0 0 6 0,-3 0 1 0,3 0 0 0,-1 0 0 15,-2 0-27-15,3 0 0 0,0 0 0 16,0 0 0-16,3 0 0 0,-3 0 0 0,3 0 0 15,-3-3 0-15,3 3 0 0,0 0 0 16,0 0 0-16,0 3 0 0,3-3 0 0,0 0 0 16,2 3 0-16,1-3 0 0,0 2 0 0,0-2 0 0,0 3 0 15,0 0 0 1,0-3 0-16,0 2 0 0,3 1 0 0,-4 0 0 0,1-1 56 16,0-2 7-16,-3 0 1 0,3 3 0 0,-3 0-52 0,3-3-12 15,-3 0 0-15,0 2 0 0,-1-2 0 0,4 0 0 16,0 0 0-16,0 0 0 0,3 0 12 0,0 0-1 0,0 0 0 15,0 0 0-15,-1 0-11 0,1 3-16 0,3-3 4 16,0 3 1-16,-3-3 11 0,0 2 0 0,3 1 0 0,-4-1 0 16,4-2 16-16,-3 3 6 0,0-3 1 0,0 3 0 15,-3-3-12-15,3 0-3 0,-1 0 0 0,1 0 0 16,-3 0 20-16,3 0 4 0,0 0 1 0,0 0 0 16,0 0-33-16,-1 0 0 0,4 0 0 0,-3 2 0 15,0-2 0-15,0 0 0 0,0 3-15 0,0 0 5 16,-1-1 10-16,1-2 12 0,-3 3-2 0,0 0-1 15,3-1-9-15,-3-2 12 0,-3 3-12 0,3-3 12 16,-4 3-12-16,4-3 0 0,-3 0-12 0,3 0 12 16,-3 0 0-16,3 0 0 0,0 0 0 0,0 0 0 15,-3 0 0-15,2 0 0 0,4 0 0 0,-3 0 0 16,3 0 0-16,0 0 0 0,-3 0 0 0,3 0 0 16,0 2 0-16,-4-2 0 0,4 0 0 0,-3 3 0 15,0 0 0-15,0-3 0 0,0 0 0 0,0 2 0 0,0 1 0 0,-3-3 0 0,-1 0 0 16,1 0 0-16,0 0 44 0,0 0 16 15,0 0 3-15,0 0 1 0,0 0-52 16,3 0-12-16,-3 0 0 0,0 0 0 0,2-3-12 0,1 3-6 0,-3-2-1 16,3 2 0-16,0 0 19 0,0 0 12 15,3 0-1-15,-3 0-1 0,-1 0-1 0,1 0 0 16,0 0 0-16,0 0 0 0,0 0-9 0,0 2 0 16,-3-2 0-16,3 3 0 0,-3-3 0 0,0 0 0 0,-1 0 0 0,1 0 0 15,0 0 0-15,-3 0 0 0,3 0 0 0,-3 0 0 16,0 0 0-16,0 0 0 0,0 0 0 15,0 0 0-15,0 0 0 0,0 0 0 0,0 0 0 0,2 0 0 16,-2 0 0-16,0 0 0 0,0 0 0 0,0 0 0 16,0 0 0-16,0 0 0 0,0 0 0 0,0 0 0 15,0 0 8-15,3 0 0 0,-3 0 0 0,3 0 0 16,-4 0-8-16,1 0 0 0,3 0 0 0,-3 0 8 16,0-3-8-16,0 3 0 0,0 0 0 0,-3 3 0 15,3-3 0-15,0 0 0 0,0 0 0 0,-3 0 0 16,3 2 0-16,-3-2 0 0,0 0 8 0,-1 0-8 15,4 3 0-15,-3-3 0 0,3 0 0 0,-3 0 0 16,0 0 0-16,0 0 8 0,0 0-8 0,-3 0 0 16,3 0 0-16,0 0 0 0,-3 0 8 0,6 0-8 15,-6 0 0-15,3 0 0 0,0 0 0 0,0 0 0 16,-3 0 0-16,3 0 0 0,0 0 0 0,0 0 0 16,-3 0 0-16,3 0 8 0,-1 0-8 0,1 0 0 15,-3 0 0-15,3 0 0 0,0 0 8 0,0 0-8 16,0 0 0-16,0 0 0 0,0 0 9 0,0 3-9 0,0-3 0 15,-3 0 8-15,3 0-8 0,0 0 0 0,-3 0 8 0,3 0-8 0,0 0 8 16,-3 0-8-16,3 2 0 0,0-2 0 0,0 0 0 16,0 0 8-16,0 3-8 0,-6-3 0 0,3 0 8 15,2 0-8 1,1 3 0-16,0-3 9 0,0 0-9 0,-6 0 0 0,6 0 9 16,0 0-9-16,0 2 0 0,-3-2 9 0,-3 0-9 0,6 0 0 15,0 3 0-15,0-3 0 0,-3 0 8 0,0 0-8 0,3 0 8 16,-6 0-8-16,3 0 0 0,3 3 0 0,0-3 8 0,-6 0-8 15,3 0 0-15,3 0 0 0,0 2 0 0,-3-2 0 16,-3 0 0-16,3 0 8 0,3 0-8 16,-6 0 0-16,3 0 0 0,0 0 0 0,3 0 0 0,-6 0 0 15,5 0 0-15,-5 0 0 0,3 0 0 0,0 3 0 16,-3-3 0-16,6 0 0 0,-3 0 0 0,0 0 0 16,-3 0 0-16,6 0 0 0,-6 0 8 0,3 0-8 15,0 0 0-15,-3 0 0 0,6 3 0 0,-6-3 0 16,6 0 0-16,-6 0 0 0,3 0 0 0,-3 0 0 15,6 0 0-15,-6 0 0 0,0 0 0 0,0 0 0 16,3 0 0-16,-3 0 0 0,0 0 0 0,0 0 0 16,0 0 0-16,0 0-17 0,3-3 2 0,-3 3 1 15,0 0-97-15,3-5-19 0,-3 2-4 0</inkml:trace>
  <inkml:trace contextRef="#ctx0" brushRef="#br0" timeOffset="133242.783">17049 10513 1303 0,'0'0'55'0,"0"0"-44"16,0 0 101-16,0 0 20 0,0 0 4 0,0 0 0 15,-3-6-61-15,3 6-13 0,0 0-2 0,-3-2-1 16,3-4-12-16,0 1-3 0,0 0 0 0,0-1 0 15,0 1-15-15,3-3-3 0,-3 3-1 0,3-6 0 16,0 3-25-16,0-5 0 0,0 3 0 0,3-4 0 16,0-2 37-16,0-2 3 0,0-1 0 0,3-2 0 15,3 3-13-15,-3-3-3 0,3-1 0 0,3 4 0 16,0-3-24-16,0 2 0 0,2 3 0 0,1-2 0 16,0 2 0-16,0 0 0 0,3 0 0 0,0-2 0 15,-4 4 0-15,4-1 0 0,0 1 0 0,-3 1 0 16,3 0 0-16,0 2 0 0,0 1 0 0,2-1 0 15,-2 3 0-15,-3 0 0 0,3 0 0 0,0 3 0 16,-3 0 0-16,-4-1 0 0,1 1 0 0,-3 2 0 16,-3 1-46-16,-3 2-14 0,0-3-4 0,-6 3 0 15,0 0-79-15,0 0-16 0,0 0-3 0</inkml:trace>
  <inkml:trace contextRef="#ctx0" brushRef="#br0" timeOffset="133614.034">17433 9819 1914 0,'-6'0'54'15,"6"0"13"-15,-2 0-54 0,-4-2-13 0,6 2 0 0,0 0 0 16,0 0 76-16,0 0 13 0,0 0 3 0,0 0 0 15,0 0-28-15,0 0-4 0,0 0-2 0,0 8 0 16,3-6 12-16,2 4 2 0,1-1 1 0,0 0 0 16,3 0-58-16,0 1-15 0,0-4 0 0,0 6 0 15,3-2 0-15,-3-1 0 0,3 0 0 0,0 3 0 16,-3 0 0-16,3-3 0 0,-3 3 0 0,-1 0 0 16,1-3 0-16,-3 3 0 0,0-2 0 0,0 2 0 15,-3 0 0-15,0 0 0 0,-3-1 0 0,3 1 0 16,-3 3 0-16,-3 0 0 0,3-3 0 0,-3-1 0 15,0 4 0-15,-3-3 0 0,3 3 0 0,-3-3 0 0,0-1 0 16,0-1 0-16,0 2 0 0,-2 0 0 0,2-3 0 0,-3 0 0 16,3 0 0-16,0 1 0 15,0-4-139-15,0 1-30 0,0 0-7 0</inkml:trace>
  <inkml:trace contextRef="#ctx0" brushRef="#br0" timeOffset="135042.729">16704 10229 2030 0,'-6'0'57'0,"0"3"14"0,-3-3-57 0,3 3-14 0,-3-1 0 0,3 1 0 16,-2 0 54-16,2-1 8 16,-3 4 2-16,3-1 0 0,-3 0-52 0,3 3-12 0,0-3 0 0,-3 6 0 15,3-3 42-15,3 3 6 0,0-4 0 0,-3 4 1 16,3 2-27-16,0-2-6 15,3-1 0-15,-3 4-1 0,3-4-15 0,0 3 0 0,0-5-12 0,3 6 12 16,0-6 0-16,0 0-8 0,0-1 8 0,0 1 0 16,3-2 0-16,0 2 0 0,0-6-8 0,0 1 8 15,3 0 0-15,0-1 11 0,0-2-2 0,0 0 0 16,0-2-9-16,2-1 0 16,1 0 0-16,0-2 0 0,0 0 0 0,3-3 0 15,-3-3 0-15,3 1 0 0,-3-1 23 0,3 0-1 0,-3-2 0 0,-1 0 0 16,-2-3 6-16,0 3 2 0,-3-3 0 0,0 3 0 15,0-3-2-15,-6 3-1 0,3-3 0 0,-6 3 0 16,3-1-11-16,-6-2-1 0,0 3-1 0,0 0 0 16,-3 0-5-16,-3 0-1 0,1 2 0 0,-1 0 0 15,-3 3-8-15,3 0 0 0,-3-2 0 0,0 5 8 16,0-1-38-16,3 4-8 0,-3-4-2 16,3 4 0-16,1-1 8 0,2 3 2 0,0 0 0 0,0 0 0 15,0 0-172-15,3 0-34 0</inkml:trace>
  <inkml:trace contextRef="#ctx0" brushRef="#br0" timeOffset="135604.761">17907 9362 1986 0,'0'0'41'0,"0"0"11"16,0-3-42-16,0 3-10 0,0-5 0 0,0 5 0 16,0 0 70-16,0 0 12 0,0 0 2 0,0 0 1 15,0 0 35-15,0 0 6 0,0 0 2 0,0 0 0 16,0 0-102-16,0 0-26 0,0 0 0 0,0 0 8 0,0 0 19 0,0 0 4 0,0 5 1 16,0 3 0-1,3 0-8-15,-3 0 0 0,0 0-1 0,3 2 0 16,-3 1-10-16,0 2-1 0,3 3-1 0,-3-3 0 0,0 3-11 15,3 0 0-15,-3 2 9 0,3-2-9 0,0 0 0 0,-3 0 0 16,3-3 0-16,0 3 0 16,0-5-36-16,-1-1-11 0,1 1-2 0</inkml:trace>
  <inkml:trace contextRef="#ctx0" brushRef="#br0" timeOffset="136469.362">18064 10079 1789 0,'0'0'37'0,"0"0"9"0,0 0-37 15,0 0-9-15,0 0 0 0,0 0 0 0,0 0 60 0,0 0 11 0,0 0 1 0,0 0 1 16,0 0-7-16,0 0-2 0,0 0 0 0,0 0 0 15,3 2-51-15,0 4-13 0,3-4 0 0,0 1 0 16,0-1 54-16,3 1 8 0,3 0 2 0,-3-3 0 16,0 2-52-16,3-2-12 0,-3 3 0 15,3-3 0-15,0 0 0 0,3 0 0 16,-4-3 0-16,4 3 0 0,0-2 0 0,0 2 0 16,3 0 0-16,0-3 0 0,-3 3 15 0,0 0 0 0,2-3 0 15,-5 3 0-15,3 0-15 16,-3 0 0-16,0 0 0 0,0 0 0 0,-3 3-12 0,-3-3-1 0,0 0-1 15,0 0 0 1,-6 0-40-16,6 3-8 0,-6-3-2 0,0 0 0 16,0 0-51-16,0 0-10 0,0 0-3 0</inkml:trace>
  <inkml:trace contextRef="#ctx0" brushRef="#br0" timeOffset="136848.642">18255 10084 1796 0,'0'0'37'0,"0"0"10"0,0 0-38 16,0 0-9-16,0 0 0 0,0 0 0 0,0 0 106 0,-6 3 19 0,6-3 4 0,0 0 1 15,-3 2-49-15,0 3-9 0,3-5-3 0,-3 6 0 16,0 2-4-1,0 0-1-15,0 0 0 0,0 2 0 0,3-2-39 16,-3 0-8-16,0 3-1 0,0-1-1 16,0 1-24-16,0 2-5 0,3 0-1 0,-3 0 0 0,0 3 63 0,3 0 13 0,-3 0 3 0,3 0 0 15,0 0-52-15,0 0-12 0,0 2 0 0,0-2 0 16,0 0 0-16,0-3 0 0,3 3 0 16,-3-3 0-16,0 1 0 0,3-1 0 15,0 0 0-15,-3-2 0 0,3-1 0 0,-3 1 0 0,3-3 0 0,-3 0 0 16,3 0 0-16,-3 0 0 0,0-3 0 0,3 3 0 15,-3-6-48-15,0-2-13 0,0 0-3 16,6 6 0-16,-6-6-124 0,3 2-24 0,3 1-6 0</inkml:trace>
  <inkml:trace contextRef="#ctx0" brushRef="#br0" timeOffset="141835.916">20883 5271 1242 0,'0'0'52'16,"0"-5"-41"-1,0-1 68-15,0 4 13 0,0-9 4 0,0 6 0 16,0-1 2-16,-3 1 1 0,3 0 0 0,0 2 0 0,0 3-26 16,-3-5-5-16,3 0 0 0,0 5-1 15,0 0-9-15,0 0-2 0,0 0 0 0,0 0 0 0,0 0-8 16,0 0-3-16,0 0 0 0,0 0 0 15,0 0-10-15,0 0-3 0,0 0 0 0,0 0 0 0,0 0-5 0,-3 5-2 0,3 3 0 0,-3 2 0 16,0 1-11-16,3 2-2 0,-3 3-1 0,3 3 0 16,-3-6-3-16,1 8 0 0,-1 0 0 15,0 3 0-15,0 2-8 0,0 1 8 16,0-1-8-16,0 1 8 0,0-3-8 0,0-1 0 16,3-1 0-16,-3-1 8 0,3-3-8 0,-3 1 0 0,3-1 0 0,0-2 0 15,-3-3 0-15,3 1 0 0,0-1 0 0,-3-2 0 16,3-1 0-16,0 3 0 0,0-5 0 0,0 0 0 15,0 3-34-15,3-3 1 16,-3-3 0-16</inkml:trace>
  <inkml:trace contextRef="#ctx0" brushRef="#br0" timeOffset="142553.777">20961 7470 1854 0,'0'0'39'0,"0"0"8"0,0 0-38 16,0 0-9-16,0 0 0 0,0 0 0 16,0 0 87-16,0 0 15 0,0 0 3 0,-3 5 1 0,3 0-40 0,-3 1-8 15,3 1-2-15,0 1 0 0,3 0-10 0,-3 3-2 0,0-3-1 0,0 2 0 31,0 1-7-31,0 0 0 0,0 2-1 0,-3 0 0 0,0 0-15 0,3 1-2 0,-3 1-1 0,0-1 0 16,3-1-7-16,-3 3-2 0,0-3 0 0,3 3 0 16,-3-3-8-16,0 0 10 0,0 1-10 0,0-1 10 31,3 0-10-31,-3-2 8 0,3 2-8 0,-3-3 8 0,3 1-8 0,0 0 0 16,0-1 0-16,0 1 0 0,0-3 0 0,0 0 0 0,0 0 0 0,0-1 0 15,0-1-24-15,0-6 0 0,6 5 0 0</inkml:trace>
  <inkml:trace contextRef="#ctx0" brushRef="#br0" timeOffset="145189.561">20541 9917 1094 0,'0'0'23'0,"0"0"5"16,0 0-28-16,0 0 0 0,0 0 0 0,0 0 0 15,0 0 108-15,0 0 16 0,0 0 3 0,0 0 1 16,0 0-52-16,0 0-9 0,0 0-3 0,0 0 0 16,0 0-51-16,0 0-13 0,0 0 0 0,0 0 0 15,0 0 54-15,0 5 8 0,0-5 2 0,0 8 0 16,0-2 0-16,0 2 0 0,0 0 0 0,0 0 0 15,-3-1-52-15,3 1-12 0,0 0 0 0,0 0 0 16,0 3 0-16,0-3 0 0,0 0 0 0,0 0 0 16,0 0 54-16,0 2 8 0,0 1 2 0,0-3 0 0,0 2-52 15,0-2-12-15,0 3 0 0,0-3 0 0,0 2 0 16,0-2 0-16,0 3 0 0,0-3 0 0,0 2 0 16,0-2 0-16,0 3 0 0,0-3 0 0,-3 2 0 0,3 1 0 15,0-3 0-15,-3 3 0 0,3-1 54 0,-3 1 8 16,3-1 2-16,-3 1 0 0,3-1-52 0,0 4-12 15,-3-4 0-15,3 4 0 0,0-1 0 0,-3 0 0 16,3 0 0-16,0 0 0 0,0-2 0 0,0 2 0 0,0 0 0 16,0 1 0-16,0-1 0 0,0-2 0 0,3-1 0 15,-3 1 0-15,0-1 0 16,0 1 0-16,0-1 0 0,0 1 0 0,0 0 0 0,0-3 0 0,0 2 0 0,0 1 0 16,0-3 0-16,0 2 0 0,-3-2 0 0,3 3 0 15,0-3 0-15,0 2 0 0,0-2 0 0,0 3 0 16,0-1 0-16,0 1 0 0,0-3 0 0,0 2 0 15,0 1 54-15,0 0 8 0,0 2 2 0,0-3 0 16,0 4-64-16,0-4-24 0,0 1 0 0,0-1 1 16,0 1 23-16,0 0 0 0,0-1 10 0,0 1-10 15,0-3 13-15,3 2-4 0,-3-2-1 0,0 3 0 16,0-3 1-16,3 0 0 0,-3 0 0 0,0 0 0 16,3 0-9-16,-3-3 0 0,0 3 0 0,3-3 0 15,-3 0 0-15,0 3 12 0,3-5-12 0,-3 5 12 16,0-3-12-16,3 0 8 0,-3 1-8 0,0-1 8 15,3 3-8-15,-3-3 10 0,0 1-10 0,3 1 10 0,-3-4-2 0,0 2 0 0,0-5 0 0,3 8 0 16,-3-5 0-16,0 2-8 0,0-5 12 0,3 8-4 31,-3-2-8-31,0-6 10 0,3 2-10 0,-3-2 10 16,0 5-10-16,0-5 8 0,0 0-8 0,3 6 8 0,-3-6-8 16,0 0 0-16,0 0 0 0,0 0 0 0,0 0 0 0,3 5 0 15,-3-5 8-15,0 0-8 0,0 0 0 16,0 0 0-16,6-3 0 0,-3 1 0 15,0-1-89-15,3-2-11 0,-3-3-1 0</inkml:trace>
  <inkml:trace contextRef="#ctx0" brushRef="#br0" timeOffset="146823.221">20598 10949 1094 0,'0'0'23'0,"0"0"5"0,0 0-28 0,0 0 0 16,0 0 0-16,0 0 0 0,0-3 56 15,0 3 7-15,0 0 1 0,0 0 0 0,0 0 51 0,0 0 10 0,0 0 3 0,0 0 0 16,0 0-103-16,0 0-25 0,0 0 0 0,0 0 0 16,0 0 56-16,0 0 7 0,0 0 1 0,6-2 0 15,-6 2-52-15,0 0-12 0,5 2 0 0,-2-2 0 16,3 3 50-16,0-3 7 0,-3 0 2 0,3 3 0 15,0-3-43-15,0 2-16 0,0-2 11 0,0 3-11 16,0-3 57-16,3 0 6 0,0 3 1 0,0-3 0 16,3 2-52-1,0-2-12-15,0 0 0 0,-1 0 0 0,4 0 0 0,0 0 0 0,0 0 0 0,0 3 0 16,3-6 0-16,-3 6 0 0,3-3 0 0,-4 0 0 16,4 0 0-16,0 0 0 0,0 0 0 0,-3 0 0 15,0 3 0-15,0-3 0 0,0 2 0 0,-3-2 0 16,2 0 0-16,1 0 0 0,0 0-12 0,0-2 12 15,0 2 0-15,0 0 0 0,3 0 8 0,-3 0-8 16,5 0 0-16,-2-3 0 0,0 3 0 0,3 0 0 16,-3 0 0-16,6-3 0 0,-4 3 0 0,1 0 0 15,0-2 0-15,0 2 0 0,-3-3 0 0,3 3 0 16,-3 0 0-16,-4 0 0 0,4 0 0 0,-3 0 0 16,0 0 0-16,3-3 0 0,0 3 0 0,0 0 0 15,-4-2 0-15,4 2 0 0,0-3 0 0,3 3 0 16,0 0 0-16,-3 0 0 0,3 0 0 0,2 0 0 15,-2 0 57-15,0 0 6 0,0 0 1 0,0 0 0 0,-3 0-52 16,-1 0-12-16,1 0 0 0,0 0 0 0,0 0 0 0,0 0 0 16,0 0 0-16,3 0 0 15,-1 0 0-15,1 0 0 0,0 0 0 0,3 0 0 16,3 0 0-16,-3 0 0 0,-1 0 0 0,4 3 0 16,0-3 0-16,-3 2 0 0,0-2 11 0,-1 0-11 0,1 0 12 15,-3 0-12-15,-3 0 12 0,3 3-12 16,-3-3 12-16,2 0-12 0,1 0 12 0,-3 0-12 0,3 0 10 0,0 0-10 0,0 0 8 15,-1 3-8-15,1-3 10 0,0 2-10 0,0-2 12 0,0 0-12 16,0 0 10-16,-4 0-10 0,1 0 8 0,0 0-8 16,-3 0 8-16,0 0-8 0,0 0 0 0,-3 0 8 15,3 0 0-15,-3 0-8 0,-1 0 12 16,4 0-4-16,-3 0-8 0,0 0 8 16,0 0-8-16,3 0 8 0,-3 0-8 0,3 0 10 0,0 0-10 15,-4 0 10-15,4 0-10 0,0 0 10 0,0 0-10 0,0 3 10 16,-3-3-10-16,3 0 0 0,0 3 0 15,-3-3 0-15,0 2 0 0,2-2 0 0,-2 0 8 0,3 0-8 16,-6 0 0-16,3 0 0 0,0 0 0 0,-3 0 8 16,0 0-8-16,0 0 0 0,0 0 0 0,-3 0 0 15,3 3 8-15,-1-3-8 0,-2 0 0 0,0 0 8 16,3 0-8-16,-3 0 8 0,0 0-8 0,3 0 8 16,-3 0-8-16,0 0 8 0,3 0-8 0,-3 0 8 15,3 0-8-15,-3 0 0 0,3 0 0 0,-3 0 8 16,3 0-8-16,-3 0 0 0,3 0 9 0,-4 0-9 15,4 0 0-15,0 0 0 0,-3 0 0 0,3 0 8 16,0 0-8-16,-3 0 0 0,3 0 0 0,-3 0 0 16,3 0 0-16,0 0 8 0,-3 0-8 0,0 0 0 15,0 3 0-15,0-3 8 0,0 0-8 0,0 0 0 16,-1 0 10-16,-2 0-2 0,3 0-8 0,-3 0 12 16,3 0-4-16,-3 0-8 0,0 0 11 0,-3 0-11 0,6 0 10 0,-3 0-10 0,-3 0 8 15,6 0-8-15,-6 0 0 0,0 0 8 0,3 0-8 0,-3 0 0 16,0 0 0-16,6 0 8 0,-6 0-8 15,0 0 0-15,3 0 0 0,-3 0 0 0,0 0 8 0,3 2-8 16,-3-2 0-16,0 0 0 0,6 0 0 0,-6 0 0 16,0 0 0-16,6 0 0 0,-6 0 0 15,0 0 0-15,0 0 0 0,0 0 0 0,0 0 8 0,0 0-8 16,3 0 0-16,-3 0 0 0,3 0 0 0,-3 0 0 16,0 0 0-16,0 0 0 0,0 0 0 0,0 0 0 15,6 0 0-15,-6 0 0 0,0 0 0 0,0 0 0 16,0 0-46-16,0 0-2 15,0 0 0-15,3-2 0 0,-3 2-186 0,3-6-38 0</inkml:trace>
  <inkml:trace contextRef="#ctx0" brushRef="#br0" timeOffset="147861.67">20252 9367 1652 0,'0'0'34'0,"0"0"9"15,0 0-35-15,0 0-8 0,0 0 0 0,0 0 0 0,0 0 96 0,0 0 16 16,0 0 4-16,0 0 1 15,0 0-29-15,0 0-7 0,0 0-1 0,3 2 0 16,3 1-20-16,-6-3-4 0,3 5 0 0,3 1-1 16,-3-1-16-16,-3-5-3 0,3 5-1 0,-3 3 0 15,3 0-11-15,-3 3-3 0,3-3 0 0,-3 5 0 16,0 0-6-16,0 0-2 0,-3 3 0 0,3 0 0 16,0 0-5-16,-3 0-8 0,3-3 11 0,0 3-11 15,-3-3 8-15,3 3-8 0,0-3 0 0,0-2 0 16,0 2 0-16,-3-5 0 0,3 3 8 0,-3-1-8 0,3-2 0 15,0 0 0-15,-3-3 0 0,3 3 0 0,0 0 8 0,-3-2-8 0,3 2 0 16,0-3 0 0,0 0-18-16,0-5-7 0,0 5-2 0,0-5 0 15,0 0-165-15,0 0-32 0</inkml:trace>
  <inkml:trace contextRef="#ctx0" brushRef="#br0" timeOffset="148605.544">20782 10637 1592 0,'-3'5'33'0,"0"0"7"0,3 3-32 0,-3 0-8 0,3 0 0 0,0 3 0 15,-3-3 76-15,3 2 12 0,0 1 4 0,-3 2 0 16,3-2-32-16,0 2-5 0,0 0-2 0,0-2 0 16,0 2-9-16,3 0-3 0,-3-2 0 0,3-1 0 15,0 1-13-15,-3-3-2 0,3 3-1 0,0-3 0 16,0-1-9-16,0-1-1 0,3-1-1 0,0 0 0 15,0 1 2-15,0-4 0 0,3 4 0 0,-3-4 0 16,3-2 6-16,-3 0 2 0,3 0 0 0,0 0 0 16,-1 0 13-16,4-2 3 0,-3 2 1 0,0-3 0 15,0 0 3-15,0 1 1 0,0-4 0 0,-3 4 0 16,3-4-9-16,-3 1-1 0,-3 0-1 0,3 0 0 16,-3-3-7-16,0 0-2 0,0-3 0 0,0 3 0 15,-3-5-11-15,3 2-2 0,-3-2-1 0,0 0 0 16,0-3-11-16,0 3 10 0,0 0-10 0,-3-3 10 15,0 5-10-15,-3-2 0 0,0 0 9 0,0-1-9 0,0 4 0 16,-3-1-18-16,3 1 3 0,-6-1 1 16,0 3-100-16,0-2-20 0,0 2-4 0</inkml:trace>
  <inkml:trace contextRef="#ctx0" brushRef="#br0" timeOffset="149318.986">20523 9571 1690 0,'0'0'35'0,"0"0"9"0,0 0-36 16,3-6-8-16,0 4 0 0,3-1 0 0,0-2 96 0,0 5 16 0,3-3 4 0,0 0 1 15,0 3-29-15,0 0-7 0,0 0-1 0,3 0 0 16,-4 0-20-16,4 3-5 0,0-3-1 0,3 3 0 16,0-1-18-16,0 1-3 0,3 2-1 0,3-2 0 15,-4 2-11-15,4 1-2 0,0-1-1 0,0 3 0 16,0-3-6-16,-3 3-2 0,3-3 0 0,-4 3 0 16,-2 0-1-16,3 0 0 0,-3 0 0 15,0 3 0-15,-3-1-9 0,0-2 8 0,-3 3-8 0,0-1 8 16,-3 4-8-16,-1-4 8 0,1 6-8 0,0-3 8 15,-3 3-8-15,0 3 8 0,0-1-8 0,-3 1 8 16,0 2-8-16,0-3 0 0,0 4 0 0,0 1 8 16,0-2-8-16,0 1 0 0,0-4 0 0,0 1 8 15,-3-1-8-15,3 1 0 0,-3-6 0 0,3 3 0 16,0-3 17-16,-3-2 2 0,3 2 0 0,0 0 0 16,0-5-19-16,0 3 0 0,0-1 0 0,0-2 0 15,0 0-48-15,0-3-12 0,0 1-4 0,0 2 0 16,0-8 0-16,0 5 0 0,0-5 0 0,0 5 0 15,0-5-204-15,0 0-42 0</inkml:trace>
  <inkml:trace contextRef="#ctx0" brushRef="#br0" timeOffset="149716.916">20862 10094 1824 0,'0'0'38'0,"0"0"8"0,0 0-37 0,0-5-9 0,0 5 0 0,0-5 0 15,3 0 104-15,-3 5 20 0,3-3 3 0,3 0 1 16,0 1-52-16,-3 2-9 0,3 0-3 0,0-3 0 16,-3 3 0-16,3 0 0 0,0 3 0 0,0-3 0 15,0 2-51-15,0 1-13 0,-3 0 0 0,3 2 0 16,-3 0 54-16,3 0 8 0,-3 1 2 0,0 2 0 15,0 0-52-15,0 2-12 0,0-2 0 0,0 3 0 16,0-3 0-16,-3 2 0 0,6-2 0 0,-6 0 0 16,3 0 0-16,0 0 0 0,0-3 0 0,-3 3 0 15,3-2 0-15,0-1 0 0,-1 0 0 0,1-2 0 16,0 2 0-16,-3-5 0 0,6 3 0 0,-3-1 0 16,3-2 0-16,0 0 0 0,0 0 0 0,0 0 0 15,0-2 0-15,0-1 0 0,3-2 0 0,-3-1 0 16,3 1-48-16,0 0-13 0,3-3-3 0,-3 0 0 15,3 0-52-15,-1 0-12 0,1-2-1 0,3-1-1 16,-3 3-99-16,3-3-20 0</inkml:trace>
  <inkml:trace contextRef="#ctx0" brushRef="#br0" timeOffset="150293.579">20089 10306 1337 0,'0'0'28'0,"-6"5"6"0,6-5-34 0,0 0 0 0,0 0 0 0,0 0 0 16,0 3 109-16,0-3 15 0,0 0 4 0,0 8 0 16,0-8-8-16,3 5 0 0,3-2-1 0,-3 2 0 15,5-2-37-15,-2 0-7 0,3-1-2 0,0 3 0 16,0-5-7-16,0 3-2 0,0 0 0 0,3-1 0 15,0 1-51-15,0-3-13 0,0 3 0 0,0-3 0 16,2 2 0-16,1-2 0 0,0 0 0 16,3 0 0-16,-3-2 0 0,3 2 0 0,0-3 0 0,0 0 0 15,-4 3 0-15,4-2 0 16,-3-1 0-16,0 0 0 0,-3 3 0 0,0-2 0 0,-3-1 0 0,-3 3 0 16,0 0-151-16,-6 0-33 15,0 0-6-15,0 0-2 0,3-2 0 0,-3 2 0 16</inkml:trace>
  <inkml:trace contextRef="#ctx0" brushRef="#br0" timeOffset="150582.568">20246 10311 1721 0,'0'0'72'15,"0"0"-57"1,0 0 112-16,0 0 22 0,0 0 5 0,0 0 1 0,0 0-73 0,-3 8-14 15,3-5-4-15,-3 5 0 0,3 3 0 0,0-4 0 0,0 1 0 0,-3 3 0 16,3 2 0-16,0-2 0 16,0 2 0-16,-3 3 0 15,3-3-51-15,0 0-13 0,0 1 0 0,-3 2 0 16,3-3 0-16,0 3 0 0,0-3 0 0,-3 3 0 0,3-3 0 0,0 0 0 16,-3 0 0-16,3 1 0 0,0-1 0 0,0-3 0 0,0 4 0 15,0-1 0-15,0-3 0 0,0 1 0 0,0-3 0 0,0 3 0 31,0-3-18-31,3-1-6 0,-3-1-2 0,3-1 0 16,-3 0-163-16,0-5-33 0,6 3-6 0</inkml:trace>
  <inkml:trace contextRef="#ctx0" brushRef="#br0" timeOffset="155133.809">23509 5318 1387 0,'3'-2'58'0,"0"-3"-46"16,0 2 68-16,0-2 15 0,0 2 2 0,-3 3 1 15,0 0-9-15,0-5-1 0,0 5-1 0,0 0 0 16,0 0-19-16,3 0-4 0,-3 0-1 0,0 0 0 15,0 0-11-15,0 0-3 0,0 0 0 0,0 0 0 16,0 0-15-16,0 0-3 0,0 0-1 0,0 0 0 16,0 0-10-16,0 0-1 0,0 0-1 0,0 2 0 15,3 6 2-15,-3 3 0 0,0-1 0 0,3 4 0 16,-3 2-4-16,0 2-1 0,0 1 0 0,0 4 0 16,2-1-6-16,-2 4-1 0,0-2 0 0,0 2 0 15,0 1-8-15,0-6 0 0,0 3 9 0,0-3-9 16,0 0 0-16,0-2 8 0,0-1-8 0,0 1 0 0,0-4-13 15,0 4-7-15,0-3-2 0,0 0 0 0,0 0 22 16,0-3 0-16,0 3 0 0,0-3 0 0,0 0 0 0,0-2 0 0,0-1 0 16,0 1 0-16,0 0 0 0,3-4 0 15,-3-1 0-15,3 2 0 16,0-3-223-16,0-2-40 0,3-1-8 0</inkml:trace>
  <inkml:trace contextRef="#ctx0" brushRef="#br0" timeOffset="155899.902">23619 7464 1516 0,'0'0'64'15,"0"0"-52"1,0 0 107-16,0 0 21 0,0 0 4 0,0 0 0 16,0 0-12-16,0 0-4 0,0 0 0 0,0 0 0 15,0 6-51-15,3-1-10 0,-3 0-3 0,0 1 0 16,3 1-51-16,-3 1-13 0,0 0 0 0,3 0 0 16,-3 3 54-16,0-1 8 0,0 1 2 0,0 2 0 15,0-2-52-15,0 2-12 0,0-2 0 0,0 2 0 16,0 0 0-16,-3 0 0 0,0 1 0 0,3-1 0 15,-3-3 0-15,3 1 0 0,-3 2 0 0,3-2 0 0,-3-1 0 16,3 1 0-16,0-3 0 0,-3 2 0 0,3 1 0 16,0-3 0-16,0 0 0 0,3 3 0 0,-3-4 0 15,0 1 0-15,3 0 0 0,-3 0 0 16,3 0 0-16,-3-2 0 0,3 1 0 0,0 1 0 16,0-2-151-16,0-1-33 0,0 0-6 0</inkml:trace>
  <inkml:trace contextRef="#ctx0" brushRef="#br0" timeOffset="160789.643">23336 9944 851 0,'0'0'36'0,"-6"-3"-36"16,6 3 0-16,-3-5 0 0,3 5 0 0,-6-3 0 15,3-2 0-15,0 2 0 0,3 3 0 0,-3-5 0 16,3 5 0-16,-3-5 0 0,3 5 0 0,0 0 0 16,0 0 109-16,-3-6 15 0,3 6 4 0,-3-5 0 15,3 5-52-15,0 0-9 0,0-5-3 0,0 5 0 16,0 0 0-16,0 0 0 0,0-6 0 0,0 6 0 16,0 0 0-16,0 0 0 0,0 0 0 0,0 0 0 15,0 0-2-15,0 0-1 0,0 0 0 0,0 0 0 16,0 0-46-16,0 0-15 0,0 0 8 0,0 0-8 15,0 0 55-15,0 0 7 0,0 0 2 0,0 0 0 16,0 0-52-16,0 0-12 0,3 6 0 0,-3-1 0 16,3 0 0-16,-3 3 0 0,3-3 0 0,-3 3 0 15,0 0 54-15,3 3 8 0,-3-3 2 0,0 2 0 16,0 1-52-16,0 0-12 0,0-3 0 0,-3 5 0 16,3-3 0-16,0 1 0 0,0 0 0 0,-3 2 0 15,3-3 0-15,0 4 0 0,0-4 0 0,-3 3 0 16,3 1 0-16,0-4 0 0,-3 3 0 0,3 1 0 15,-3-1 0-15,0 0 0 0,3-2 0 0,-3 2 0 0,0 3 0 16,3-3 0-16,-3 3 0 0,0 2 0 0,0-2 0 16,0 0 0-16,1 3 0 0,-1-1 0 15,0 1 0-15,0-1 0 0,0-2 0 0,0 3 0 16,3-3 0-16,-3-3 0 0,3 3 0 0,0-3 0 0,0 0 0 0,0 0 0 0,0-2 0 16,-3 2 0-16,3 0 0 0,0-2 0 0,0 0 0 0,0-1 0 15,0 1 0-15,0-1 0 0,0 1 0 0,0-3 0 16,0 2 0-16,0 1 0 0,0-3 0 15,0 3 0-15,0-4 0 0,3 7 0 0,-3-4 0 0,3 1 0 16,-3 2 0-16,0-2 0 0,3 2 0 0,-3-2 0 16,0 2 0-16,3-3 0 0,-3 4 0 15,3-1 0-15,-3-3 0 0,3 1 0 0,0 0 0 0,-3-1 0 16,2-2 0-16,1 3 0 0,-3-3 0 0,3 0 0 16,0-3 0-16,-3 3 0 0,0 0 0 0,3 0 0 15,-3-3 0-15,0 3 0 0,3 0 0 0,-3-3 0 16,0 3 0-16,0 0 0 0,0-3 0 0,0 3 0 15,0-3 0-15,-3 1 0 0,3-1 0 0,0 3 0 16,0-3 0-16,-3 1 0 0,3-4 0 0,0-2 0 16,0 8 54-16,0-8 8 0,0 5 2 0,0-5 0 15,0 0-52-15,0 6-12 0,0-6 0 0,0 0 0 16,0 0 0-16,0 0 0 0,0 0 0 0,0 0 0 16,0 0-48-16,0 0-13 0,0 0-3 0,0 0 0 15,0 0-36-15,0 0-7 0,3-6-1 0</inkml:trace>
  <inkml:trace contextRef="#ctx0" brushRef="#br0" timeOffset="161419.943">23265 9936 1314 0,'0'0'37'0,"0"0"8"16,0 0-36-16,0-6-9 0,3 4 0 0,-3 2 0 15,3-6 91-15,0 4 16 0,0-3 3 0,-1 2 1 16,1 0-31-16,3 1-7 0,-3-4-1 0,3 4 0 16,0 2 1-16,-3-3 0 0,3 0 0 0,3 3 0 15,-3 0-58-15,3-2-15 0,3 2 0 0,0 0 0 16,-3-3 54-16,3 3 8 0,3-3 2 0,-4 3 0 15,4 0-52-15,0-2-12 0,3-1 0 0,3 1 0 16,0-4 54-16,6 4 8 0,-1-1 2 0,7 0 0 16,-3 1-52-16,6-1-12 0,-1 0 0 0,4 1 0 15,-6-1 0-15,2 0 0 0,1 1 0 0,0-4 0 16,0 1 54-16,-1 3 8 0,4-1 2 0,0 0 0 0,-4 1-64 0,-2-1-8 16,0 0-4-16,-3 1-1 0,-3 2 13 0,-1-3 10 0,-5 0-2 15,0 1 0-15,0-1 0 0,-3 0 0 0,2 3 0 0,-5-2 0 16,3-1-8-16,-6 3 10 0,3-3-10 0,-3 3 10 15,-3 0-10-15,3-2 8 0,-3 2-8 0,0 0 8 16,0 0-8-16,-1 0 0 0,-2 0 0 0,3 0 0 16,-3 0 0-16,0 0 8 0,-3 0-8 0,3 0 0 15,0 2 0-15,-3-2 0 0,0-2 0 16,-3 2 0-16,6 2-26 0,-6-2-1 16,3 0 0-16,-3 0 0 0,0 0-38 0,0 0-8 0,0 0-2 15,0 0 0-15,3 6-137 0,-3-6-28 16</inkml:trace>
  <inkml:trace contextRef="#ctx0" brushRef="#br0" timeOffset="162187.785">22839 10645 2030 0,'0'0'57'0,"0"0"14"16,0 0-57-16,0 0-14 0,0 0 0 0,0 0 0 15,0 0 54-15,0 0 8 0,0 0 2 0,-6 5 0 16,3 0 0-16,-3 1 0 0,0-1 0 0,3 0 0 15,-3 3-52-15,0 3-12 0,3-3 0 0,-3 5 0 16,3-2 0-16,0 2 0 0,0 0 0 0,0 0 0 16,0-2 0-16,3 2 0 0,0 0 0 0,0-2 0 15,0-1 0-15,3 1 0 0,-3-3 0 0,3 0 0 16,3 0-11-16,-3-3-5 0,3 0 0 0,0 3-1 16,3-5 27-16,-3 2 6 0,3-2 0 0,0 0 1 0,0-1-17 0,0-2 0 0,0-2 0 0,3 2 0 15,-3-3 0-15,2-2 0 0,1-1 0 0,0 1 0 16,0 0 55-16,0-3 7 0,-3 0 2 0,0 0 0 15,0 0-52-15,-3-3-12 0,0 1 0 0,0-1 0 16,-3-2 54-16,0 0 8 0,0 0 2 0,-3-3 0 16,0 3-52-16,0-3-12 15,-3 2 0-15,0-1 0 0,0 1 0 0,-3 1 0 16,0 0 0-16,0 0 0 0,-3 2 0 0,0-2 0 16,3 5 0-16,-3-3 0 0,0 3 0 0,0 0 0 0,-3 3 0 15,3 0 0-15,-2 0 0 0,2 2 0 0,0 0 0 0,-3 1 0 31,3 2-100-31,-3 0-22 0,3 0-5 0</inkml:trace>
  <inkml:trace contextRef="#ctx0" brushRef="#br0" timeOffset="162804.476">23675 9314 1792 0,'0'0'51'0,"6"-3"10"15,0 3-49-15,0 3-12 0,0-3 0 0,-6 0 0 0,6 3 105 0,-3 2 19 0,3-3 3 0,-6-2 1 32,3 8-103-32,-3-2-25 0,3 2 0 0,-3 0 0 15,0 0 56-15,0 2 7 0,0 1 1 0,0-1 0 16,-3 1-52-16,3 5-12 0,-3-3 0 0,0 3 0 0,0 2 0 0,0 1 0 16,0 2 0-16,0 0 0 0,0 0 0 0,0-2 0 0,3 2 0 0,0-2 0 31,-3-1-48-31,3-2-13 0,0 0-3 0</inkml:trace>
  <inkml:trace contextRef="#ctx0" brushRef="#br0" timeOffset="163486.967">22642 10393 1299 0,'0'-5'55'0,"0"3"-44"15,0-4 96-15,0-2 19 0,3 3 4 0,-3-3 1 16,0 3-38-16,3-3-7 0,-3-3-2 0,3 3 0 15,0-2-26-15,-3-1-6 0,3-2 0 0,0 2-1 16,0-5 22-16,3 3 5 0,0-3 1 0,0-2 0 16,0 2-26-16,3 0-5 0,-3 0 0 0,6-5-1 15,0 5-7-15,0-2 0 0,0-1-1 0,3-2 0 16,-1 2-10-16,4 1-1 0,0-3-1 0,3 2 0 16,0 1-27-16,0 2 0 0,-1 0 0 0,4-3 0 15,-3 6 0-15,3 0 8 0,-3 0-8 0,0 0 0 16,-1 5 0-16,1-3-16 0,-3 0 3 0,0 3 0 15,0 1-32-15,0-1-7 0,0 2 0 0,-4 1-1 16,-2 2-9-16,0 1-2 0,0-4 0 0,-3 4 0 16,-3-1-102-16,0 3-21 0,0-3-4 0</inkml:trace>
  <inkml:trace contextRef="#ctx0" brushRef="#br0" timeOffset="163816.739">22997 9716 1554 0,'-6'0'65'16,"-3"-3"-52"-16,3 1 67 0,6 2 12 0,0 0 4 0,-3-3 0 16,3 3-30-16,0 0-6 0,0 0 0 0,0 0-1 15,0 0-19-15,0 0-3 0,6 0-1 0,0 3 0 16,0-1 8-16,3-2 0 0,0 0 1 0,0 3 0 15,-1 0-2-15,4-1-1 0,-3-2 0 0,0 3 0 16,3 2-14-16,-3-2-2 0,0 2-1 0,3 1 0 16,-3-4-17-16,0 4-8 0,0-4 8 0,0 3-8 15,-3 1 21-15,-3-1-1 0,3 0 0 0,-6 1 0 16,3-1-30-16,-3 0-6 0,-3 3-2 0,0-3 0 16,0 3 5-16,-3 0 1 0,3 0 0 0,-6 3 0 15,3-1-33-15,-3 1-7 0,3 0 0 0,-3-1-1 16,3 1-28-16,0-1-6 0,0 1-1 0</inkml:trace>
  <inkml:trace contextRef="#ctx0" brushRef="#br0" timeOffset="164170.475">23559 10163 1579 0,'0'0'32'0,"6"0"10"0,3-2-34 0,0 2-8 0,0-3 0 0,3 3 0 15,-3-3 84-15,3 3 14 0,0-2 3 0,3 2 1 16,-1 0-61-16,1 0-12 0,0 0-2 0,0 0-1 16,0 0 30-16,3 0 7 0,0 0 1 0,0 0 0 15,-4-3-52-15,1 3-12 0,0 0 0 0,-3-3 0 16,0 3 0-16,0-2 0 0,3 2 0 0,-6-3 0 16,3 3 0-16,-3 0 0 0,0-3 0 0,-4 1 0 15,1 2-100-15,0 0-22 0,-3-3-5 0</inkml:trace>
  <inkml:trace contextRef="#ctx0" brushRef="#br0" timeOffset="164460.377">23786 10174 1580 0,'-6'0'67'15,"6"0"-54"-15,-3 0 92 0,3 0 19 0,0 0 3 0,0 0 1 16,0 0 0-16,0 0 0 15,0 0 0-15,0 0 0 0,0 0-52 0,-3 8-9 0,3-8-3 0,-3 8 0 16,3 0-51-16,0 0-13 0,0 2 0 0,0-2 0 16,-3 5 54-16,3 1 8 0,-3-1 2 15,3 3 0-15,-3 0-52 0,0-1-12 0,0 1 0 0,-3 3 0 16,3-1 0-16,0-2 0 16,0 0 0-16,0 3 0 0,0-3 0 0,0-1 0 15,0 1 0-15,0 0 0 0,0-3 0 0,0 1 0 0,0-1 0 16,0-3 0-16,0 1-48 15,3 0-13-15,-3-1-3 0,3 1 0 0,-3-3-45 16,3 0-10-16,0-3-1 0</inkml:trace>
  <inkml:trace contextRef="#ctx0" brushRef="#br0" timeOffset="177046.255">8161 11695 1179 0,'0'0'33'0,"0"0"8"0,0 0-33 0,0 0-8 0,0 0 0 0,0 0 0 16,-6 0 31-16,6 0 4 0,0 0 1 0,-6 0 0 16,6 0 28-16,0 0 5 0,0 0 2 0,0 0 0 15,0 0-12-15,-6-2-3 0,6 2 0 0,0 0 0 16,0 0-16-16,-3 0-3 0,3 0-1 0,0 0 0 15,-5-3-5-15,5 3-2 0,-6-3 0 0,6 3 0 16,0 0 5-16,0 0 1 0,-6-2 0 0,6 2 0 16,0 0-7-16,-6-6-2 0,6 6 0 0,0 0 0 15,0 0-18-15,0 0-8 0,0 0 0 0,0 0 8 16,0 0 30-16,0 0 6 0,0 0 0 0,0 0 1 16,0 0-21-16,0 0-5 0,0 0-1 0,0 0 0 15,0 0-18-15,0 0 0 0,0 0 0 0,0 0 0 0,0 0 0 0,0 0 0 16,0 0 0-16,0 0 0 0,0 0 0 15,0 0 0-15,0 0 0 0,0 0 0 16,0 0 0-16,0 0 0 0,0 0 0 0,0 0 0 0,0 0 0 16,6 6 0-16,-3-6 0 0,-3 0 0 0,6 2 0 15,-3 1 0-15,-1-3 0 0,4 3 0 0,-6-3 0 16,6 0 0-16,-3 2 0 0,3-2 0 0,0 0 58 0,-6 0 5 0,3 0 1 0,3 0 0 16,0 3-52-16,-3-3-12 0,3 0 0 0,0 0 0 31,0 0-20-31,-3 0-8 0,6 0 0 0,-6 0-1 0,3 0 29 0,0 0 0 0,0 0 0 0,0 0 10 15,0 0 11-15,0 0 3 0,0-3 0 0,0 3 0 16,2 0-33-16,-2-2-7 0,0 2 0 0,3 0-1 16,-3-3 27-16,0 3 6 0,3-3 0 0,-3 3 1 15,3 0-17-15,-3 0 0 0,3-2 0 0,-3 2 0 16,3 0 0-16,-3-3-17 0,3 0 3 16,0 3 1-16,-1 0 13 0,-2-2 0 0,3 2 0 0,0 0-9 15,0-3 9-15,-3 3 0 0,3-3 0 0,-3 3 0 16,0 0 0-16,3-2 0 0,0 2 0 0,-3-3 0 15,3 3 10-15,-3 0 4 0,0-2 1 0,3 2 0 16,-3 0-15-16,0 0 0 0,2-3 0 0,1 0 0 16,-3 3 0-16,0 0 0 0,3-2 0 0,0 2 0 15,-3 0 0-15,3-3 0 0,0 3 0 0,0-3 0 16,0 3 0-16,0 0 0 0,0-2 0 0,0 2 0 16,0 0-8-16,2-3-5 0,-2 3-1 0,0-3 0 15,0 3 14-15,0 0 0 0,3-2 0 0,-3 2 0 16,0-3 0-16,0 3 0 0,3 0 0 0,-3-3 0 15,3 3 0-15,-3 0 0 0,2 0 0 0,1 0 0 0,-3 0 0 0,3 0 18 0,0 0-2 0,-3 0-1 16,3 0-26-16,-3 0-5 16,0 0 0-16,0 0-1 0,0 0 17 0,-3 3 0 0,5-3 0 15,-5 0 0-15,3 0 0 0,0 3 0 0,0-3 0 0,-3 2 0 16,3-2 10-16,0 0 6 0,0 3 0 0,-3-3 1 16,0 0-17-16,3 0 0 0,-3 0 0 0,0 0 0 15,3 3 0-15,-3-3-11 0,0 0 2 0,0 0 0 16,2 0 9-16,-2 0 9 0,3 0-1 0,0 0-8 15,0 0 8-15,-3 0-8 0,3 0 0 0,-3 0 0 16,3 0 22-16,0-3-2 0,0 3-1 0,0-3 0 16,0 3-10-16,0 0-1 0,0-2-8 0,-1 2 12 15,1-3-12-15,-3 3 8 0,6 0-8 0,-6 0 0 16,3-3 8-16,0 3-8 0,-3 0 0 0,3 0 0 16,-3 0 10-16,0 0-10 0,3 0 10 0,-3 0-10 15,0 0 12-15,3 0-4 0,-3 0-8 0,0 0 12 16,-1 0-4-16,-2 0-8 0,3 0 11 0,0 0-11 15,0 0 10-15,-3 0-10 0,3 0 8 0,0 0-8 16,0 0 12-16,-3 0-4 0,3 0 0 0,0 0 0 16,0 0-8-16,0 0 0 0,0 0 0 0,0 0 0 15,0-2 0-15,0 2 0 0,0-3 9 0,0 3-9 16,0 0 10-16,-3 0-2 0,3-2-8 0,-6 2 12 16,5 0-12-16,-5 0-8 0,6 0 8 0,0 0-13 15,-6 0 13-15,6-3 0 0,-6 3 0 0,0 0 0 16,6 0 0-16,-6 0 0 0,6-3 0 0,-6 3 0 0,0 0 0 0,6 0 0 0,-6 0 0 15,0 0 0 1,6 0 0-16,-6 0 0 0,0 0 0 0,6 0 0 0,-6 0 0 16,0 0 0-16,3 0 0 0,-3 0 0 0,0 0 48 15,0 0 13-15,0 0 3 0,0 0 0 16,0 0-103-16,0 0-20 0,6 3-4 0,-6-3-1 0,0 0 52 0,0 0 12 0,0 0 0 0,0 0 0 16,0 0 0-16,0 0 0 0,0 0 0 0,0 0 0 31,0 0-156-31,0 0-29 0,0 0-6 0</inkml:trace>
  <inkml:trace contextRef="#ctx0" brushRef="#br0" timeOffset="179494.746">9391 11761 1094 0,'0'0'23'0,"0"0"5"16,0 0-28-16,0 0 0 0,0-2 0 0,3-3 0 16,-3 2 29-16,3-2 1 0,0 2 0 0,0-2 0 15,0 2 3-15,-3 3 1 0,2-5 0 0,1-1 0 16,0 4-34-16,3-4 0 0,-3 1 0 0,0 3 0 15,0-4 0-15,3 4 0 0,-3-4 0 0,0 4 0 16,0-4 58-16,3 4 5 0,-3-4 1 0,0 4 0 16,3-1-44-16,-6 3-9 0,3-5-2 0,3 2 0 15,-6 3 12-15,3-2 3 0,3-4 0 0,-6 6 0 16,0 0 7-16,0 0 1 0,3 0 1 0,-3 0 0 16,0 0 4-16,0 0 1 0,0 0 0 0,0 0 0 0,0 0 8 0,0 0 2 0,3 0 0 15,-3 0 0 1,0 0-7-16,6 3-1 0,-6-3 0 0,3 3 0 0,-3-3-3 0,6 5-1 0,-3 0 0 0,-3-5 0 31,3 5 0-31,-3 1-1 0,3-1 0 0,-3 0 0 0,3 3-3 0,-3-2-1 0,0-1 0 0,3 3 0 16,-3-3-4-16,0 3-1 0,0-3 0 0,0 3 0 15,0 0-6-15,0-3 0 0,0 3-1 0,0 0 0 16,0 0 0-16,-3 0 0 0,3-2 0 0,0 1 0 16,0 1-2-16,-3 3 0 0,3-3 0 0,0 0 0 15,0 2-5-15,-3 1 0 0,3 0-1 0,0 2 0 16,0-3-2-16,-3 1 0 0,3 2 0 0,0 0 0 15,0 1-1-15,0-1 0 0,0 0 0 0,0 0 0 16,0 1-8-16,-3-1 12 0,3 0-12 0,0 0 12 16,0 1-12-16,-3-4 8 0,3 3-8 0,0-2 8 15,0-3-8-15,-3 2 0 0,3 1 0 0,0-3 8 16,-3 3-31-16,3-4-6 0,0 4-2 0,-3 0 0 16,3-3 54-16,0 2 10 0,0-2 3 0,0 0 0 15,0 0-27-15,0 0-9 0,0 0 0 0,0 0 9 16,0 2-9-16,-3-2 0 0,3 0 0 0,0 3 0 15,0-1 8-15,-3-2-8 0,3 3 0 0,0 0 8 16,0 2-8-16,0-3 0 0,0 1 0 0,0 2 0 16,0-2 0-16,0-1 0 0,0 1 0 0,3 2 0 15,-3-2 0-15,0 2 0 0,0-5 8 0,0 2-8 0,0-2 17 16,0 3 2-16,3 0 0 0,-3-3 0 0,0-1-19 0,3-1 0 0,-3 2 0 16,0 0 0-16,3-3 0 0,-3 3-12 0,3-3 1 0,-3 3 1 15,0-3 10-15,3 1 0 0,-3-1 0 0,0-2 8 16,3 2-8-16,-3 0 12 0,0 0-4 0,0 3 0 15,0-2-8-15,0-1 0 0,3-2 0 0,-3 5 0 16,0-3 0-16,0 0 0 16,3-2 0-16,-3 5 0 0,0-8 8 0,0 5-8 15,0 0 10-15,3 1-10 0,-3-6 9 0,0 5-9 16,0-5 8-16,0 8-8 0,3-3 0 0,-3-5 8 16,0 5-8-16,0 1 0 0,0-6 0 0,3 5 8 0,0 0-8 0,-3-5 0 15,0 6 0-15,0-6 0 0,3 5 8 0,-3-5-8 16,0 5-10-16,0-5-4 0,0 6-1 0,0-6 0 15,3 5 15-15,-3-5 0 0,0 0 0 0,0 5 0 16,0-5 0-16,0 0 0 0,0 0 0 0,0 0 0 16,0 0 0-16,0 0 0 0,0 0 0 0,0 0 0 15,0 0-156-15,0 0-29 0,0 0-6 0</inkml:trace>
  <inkml:trace contextRef="#ctx0" brushRef="#br0" timeOffset="180883.987">9516 12714 1234 0,'0'0'25'0,"0"0"7"0,0 0-32 16,0 0 0-16,0 0 0 0,0 0 0 0,0 0 77 0,0 0 9 0,0 0 2 0,0 0 0 15,0 0-20 1,0 0-3-16,0 0-1 0,0 0 0 0,0 0-6 0,0 0-2 0,6 0 0 0,-3-3 0 16,3 3-8-16,-1 0-1 0,-2-2-1 0,3 2 0 15,0-3-10-15,-3 3-1 0,3 0-1 0,0 0 0 16,-3 0-2-16,3 0 0 0,0 0 0 0,0 0 0 16,-3 0-12-16,3 0-2 0,0 0-1 0,0 0 0 15,3 3-6-15,-3-3-2 0,3 0 0 0,-3 2 0 16,3-2-1-16,-3 0-8 0,0 0 12 0,2 0-4 15,-2 0-8-15,3 0 0 0,0 0 9 0,-3 0-9 16,3 0 0-16,0 0-10 0,0 0 1 0,-3 0 0 16,3 0 9-16,0 0 0 0,0 0 0 0,3 0 0 15,-3 0 0-15,0 0 0 16,2 0 0-16,1 0 0 0,0 3 8 0,0-3 3 0,0 0 1 0,0 3 0 16,3-3-12-16,0 2 0 0,3-2 0 0,-4 0 8 15,4 0 2-15,0 0 0 0,3 0 0 0,-3 0 0 16,0 0-10-16,-3 0 8 0,2-2-8 0,-2-1 8 15,0 0-8-15,0 1 0 0,0-1 0 0,3 0 0 16,-3-2 8-16,0 3-8 0,0-1 0 0,2 0 8 16,-2-2 20-16,3 2 3 0,0-2 1 0,0 2 0 15,3 1-44-15,-3-1-9 0,-1 3-2 0,4-3 0 16,0 3 23-16,0 0 0 0,-3 0 8 0,3 0-8 16,-1 0 20-16,-2 0-2 0,3 0 0 0,-3-2 0 15,0 2-18-15,3-3-16 0,0 3 4 0,-1-3 0 16,1 1 12-16,0 2 16 0,3 0-3 0,0-3-1 15,-3 3-12-15,2 0-10 0,1 0 2 0,0 0 0 16,0 3 8-16,0-3 0 0,-4 0 0 0,4 2 8 16,0-2-8-16,-3 0 9 0,0 0-9 0,0 0 10 15,2 0-10-15,1 0 8 0,0 0-8 0,0 0 8 0,0 0-8 0,-1 0 0 16,4 0 9-16,-3 0-9 0,3 3 0 0,-3-3 9 0,2 0-9 0,-2 3 0 16,-3-3 0-16,0-3-9 0,0 3-1 0,-3 0 0 15,-1 0 24-15,1 0 5 0,3-3 1 0,-3 3 0 16,3-2-32-16,-3 2-7 0,0-3-1 0,2 3 0 15,-2 0 20-15,3 3 0 0,0-3 0 0,0 2 0 16,-3-2 21-16,2 3 8 0,1-3 2 0,0 3 0 16,-3-3-21-1,0 2-10-15,0-2 10 0,0 0-10 0,-4 0 28 0,4 0 0 0,-3 0 0 0,0 0 0 16,3 0-28-16,-3 0 0 0,3 0 0 0,0 0 0 16,-1 0 0-16,1 0 0 0,3 0 0 0,-3 3 0 15,0-3 0-15,3 0 0 0,-3 3 0 0,-1-3 0 16,1 2 0-16,0-2 0 0,3 3 0 0,-6 0 0 15,3-3 0-15,-3 2 0 0,-4-2 0 0,4 0 0 16,-3 0 0-16,3 0 0 0,-3 0 0 0,0 0 0 16,0 0 0-16,0 0 0 0,-3 0 0 0,3 3 0 15,-3-3 0-15,2 0 0 0,1 0 0 0,0 0 0 16,-3 3 23-16,3-3-2 0,-3 0 0 0,0 2 0 0,0-2-13 16,0 0-8-16,0 3 10 0,0-3-10 0,-3 0 9 15,3 0-9-15,-3 0 8 0,-1 0-8 16,1 0-19-16,-6 0-9 0,6 0-1 0,-6 0-1 0,3 0 75 15,-3 0 15-15,0 0 4 0,0 0 0 0,0 0-52 16,0 0-12-16,0 0 0 0,0 0 0 16,0 0-20-16,0 0-8 0,6-3 0 0,-6 3-1 15,0 0-5-15,3-2-1 0,-3 2 0 0,0-6 0 16,3 1-125-16,-3 0-26 0,0-1-5 0</inkml:trace>
  <inkml:trace contextRef="#ctx0" brushRef="#br0" timeOffset="181974.164">12260 12711 1337 0,'0'0'28'0,"0"0"6"0,0 0-34 0,0 0 0 0,0 0 0 0,0 0 0 16,0 0 96-16,0 0 12 0,0 0 2 0,0 0 1 16,0 0-39-16,0 0-7 0,0 0-1 0,0 0-1 15,0 0-15-15,0 0-4 0,0 0 0 0,0 0 0 16,0 0-7-16,6-5-1 0,-6 5-1 0,0-3 0 16,0 3-3-16,3-5 0 0,0 3 0 0,-3 2 0 15,3-6-4-15,0 1-2 0,0 0 0 0,0-1 0 16,-3 1 1-16,3 0 0 0,0-3 0 0,-3 3 0 15,3-3-3-15,0 2-1 0,-3-2 0 0,3-2 0 16,-3 2-4-16,3 0-1 0,0-3 0 0,-3 1 0 16,3-1-2-16,-3 3 0 0,3-2 0 0,-3-1 0 15,0 0-3-15,3 1-1 0,-3-3 0 0,0 2 0 16,3-2-4-16,-3-3-8 0,0 3 11 0,3-3-11 16,-3 0 35-16,0 3 0 0,0-3 0 0,-3 0 0 0,6 0-45 15,-3 3-9-15,0-3-1 0,0 3-1 0,0-3 21 16,0 3 10-16,0-1-1 0,0 1 0 0,0 3 3 0,0-4 0 15,0 4 0-15,0-3 0 0,0 2-12 0,0-2 0 16,-3 0 0-16,0 2 0 0,3-2 17 0,-3 2 2 16,3-2 0-16,-3 2 0 0,3 1-19 15,0-3 0-15,-3 2 0 0,3-2 0 16,0-1 9-16,-3 1-9 0,3 0 0 0,-3 0 9 0,3 0-9 16,0-1 0-16,-3 1 9 0,3 0-9 0,0 0 35 0,-3-1 2 15,3 1 1-15,-3 3 0 0,3-4-30 0,0 4-8 0,-3-3 0 0,3 5 0 16,0-3 0-16,-3 0 0 0,3 3 0 0,0-2 0 15,-3 2-18-15,3 0-5 0,0 0-1 0,0 0 0 16,0 0 24-16,0 0 0 0,0 0 0 0,0 0 0 16,0-2 0-16,0 5 0 0,0-3 8 0,0 0-8 15,0 0 20-15,0 2 0 0,0-2-1 0,0 1 0 16,0 1-19-16,0 1-19 0,3 0 4 0,-3-3 1 16,0 2 14-16,0-2 0 0,3 3 0 0,-3-3 0 15,0 0 11-15,0 3 1 0,0-3 1 0,0 3 0 16,0 0-13-16,0-3 0 0,-3 2 0 0,3 1 0 15,0-3 0-15,0 3 0 0,0-1 0 0,0 1 0 16,3-3 0-16,-3 3 0 0,0 0 0 0,0-1 0 16,3 1 0-16,-3 0-10 0,0-1 2 0,0 1 0 15,0 0 8-15,0 0 11 0,0-1-3 0,0 4 0 16,0-4-8-16,0 4 0 0,0-4 0 0,0 6 0 16,0-2 0-16,0 2 0 0,0-5 0 0,0 5 0 15,0-6 0-15,0 6 0 0,0-2 0 0,0 2 0 16,0 0 0-16,3-6 0 0,-3 6 0 0,0 0 0 15,0 0 0-15,0 0 0 0,0-2 0 0,0 2 0 16,0 0-101-16,0 0-23 0,0 0-4 0,3-6 0 16,-3 6-102-16,6 0-20 0</inkml:trace>
  <inkml:trace contextRef="#ctx0" brushRef="#br0" timeOffset="184380.218">12266 11587 1094 0,'0'0'23'0,"0"0"5"0,0 0-28 15,0 0 0-15,-3-3 0 0,3 3 0 0,-3-5 62 0,3 5 7 0,0 0 2 0,-3-5 0 16,3 5-11-16,0 0-3 0,0 0 0 0,0 0 0 15,-3-6 6-15,3 6 1 0,0 0 0 0,0 0 0 16,0 0-9-16,0-5-2 0,0 5 0 0,0 0 0 16,0 0-33-16,0 0-8 0,0-3 0 0,0 3-1 15,3-5 41-15,-3 5 8 0,3-3 1 0,0 1 1 16,0-1-27-16,0 3-6 0,3-3-1 0,-3 3 0 16,3 0-5-16,3-2-2 0,-3 2 0 0,3 0 0 15,0 0-9-15,0-3-1 0,2 3-1 0,1 0 0 16,0 0-10-16,0 0 10 0,0 0-10 0,3 0 10 15,0 0-10-15,-3 0 0 0,6 0 0 0,-3 0 0 16,-1 0 0-16,1 0 0 0,0 0 0 16,0 0 0-16,0 0 0 0,0 0 8 0,3 0-8 0,0 0 0 15,-4 0 0-15,4 3 0 0,3-3 0 0,-3 2 0 16,0-2 0-16,0 3 0 0,0-3 0 0,2 3 8 16,-2-1-8-16,3-2 0 0,-3 3 0 0,3 0 0 15,-3-1 0-15,0-2 0 0,2 3 0 0,-2 0 0 16,3-1 0-16,-3 1 0 0,3 0 0 0,0-1 0 15,2-2 0-15,4 3 0 0,0-3 0 0,3 3 0 16,-1-3 0-16,1 2 0 0,3-2 0 0,0 0 0 16,-1 0 0-16,-2 0 10 0,0 0-1 0,0 3 0 15,3-3-9-15,-4 0-12 0,7 0 2 0,-3 2 1 0,-1-2 9 0,4 0 0 16,-3 3 0-16,3-3 0 0,-4 3 0 0,-2-1 0 0,0-2 0 0,3 3 0 16,-4-3 0-16,1 3 0 0,3-3 0 0,0 2 0 15,-4-2 0-15,4 3 0 0,3-3 0 0,-3 3 0 16,-4-3 0-16,1 0 0 0,0 0 0 0,-3 0 0 15,0 0 0-15,2 2 0 0,-2-2 0 0,0 0 0 16,3 0 19-16,-1 0 5 0,1 0 2 0,0 3 0 16,0-3-16-1,0 0-10-15,-1 0 12 0,1 3-12 0,-3-3 8 0,0 0-8 16,-1 2 0-16,1-2 0 0,0 0 31 0,0 0-1 0,3 0 0 16,-1 0 0-16,-2 3-43 0,3-3-9 0,-3 0-2 0,2 0 0 15,1 0 24-15,-3 0 0 0,0 0 0 0,0-3 0 16,-1 3 8-16,-2 0-8 0,3 0 0 0,3 0 8 15,-4-2-8-15,1 2 8 0,0 0-8 0,3-3 8 16,0 3-8-16,-1-3 0 0,-2 1 0 0,3 2 8 16,-3-3-8-16,0 3 0 0,-4-3 9 0,4 3-9 15,0-2 0-15,-3-1 9 0,3 0-9 0,-1 3 0 16,-2 0 12-16,3-2-4 0,3 2 0 0,-4-3-8 16,1 3 14-16,0 0-4 0,0-3-1 0,0 3 0 15,-4 0-9-15,1 0 0 0,0-2 9 0,0 2-9 16,0 0 0-16,-3 0 9 0,2 0-9 0,1 0 0 15,0 0 0-15,3-3 0 0,-3 3 0 0,2 0 0 16,1 0 8-16,-3 0-8 0,0 0 0 0,3 0 0 16,-4 0 0-16,1 3 0 0,0-6 8 0,-3 6-8 15,3-3 0-15,-4 2 10 0,4-2-10 0,-3 0 8 16,3 0-8-16,0 0 8 0,0 0-8 0,-1 0 8 0,1 3-8 0,0-3 0 0,0 0 9 16,0 0-9-1,-1 3 0-15,-2-3 9 0,0 2-9 0,3-2 0 0,-3 0 8 16,-3 0-8-16,-1 3 0 0,1-3 0 0,3 3 0 15,-3-3 0-15,0 2 8 0,3-2-8 0,-3 3 0 0,-1-3 0 16,4 3 0-16,-3-3 0 0,3 2 0 0,-3 1 0 0,0 0 0 0,0-3 0 16,-4 2 8-16,4-2-8 0,-3 3 0 0,0 0 0 15,0-3 0-15,0 0 0 0,0 0 0 16,0 2 0-16,-1-2 0 0,-2 3 0 0,3-3 0 0,-3 2 0 16,0-2 0-16,3 3 0 0,0-3 0 0,-3 3 0 15,3-1 0-15,0-2 0 0,2 0 0 0,1 3 0 16,-3-3 0-16,3 3 0 0,0-3 8 0,-3-3-8 15,3 3 0-15,-1 0 0 0,-2 0 0 0,3-3 0 16,-3 3 0-16,0 0 0 0,0 0 0 0,0 0 0 16,0 0 0-16,-3 0 0 0,2 0 0 0,1 0 0 15,-3 0 0-15,-3 0 0 0,3 0 0 0,0 0 0 16,-3 0 0-16,3 0 0 0,-3 0 0 0,3 0 0 16,0 0 0-16,-4 0 0 0,4 0 0 0,0 0 0 15,-3 0 0-15,0 0 0 0,3 0 0 0,-3 0 0 16,0 0 0-16,0 0 0 0,0 0 0 0,0 0 0 15,0 0 8-15,0 0-8 0,-4 0 0 0,4 0 0 16,-3 0 8-16,3 0-8 0,0 0 0 0,-3 0 0 16,3 0 0-16,-3 0 0 0,3 0 0 0,0 0 0 0,-3 0 0 0,3 0 0 15,-3 0 0-15,0 0 0 0,3 0 0 0,-3 0 0 16,0 0 0-16,-1 3 0 0,1-3 0 0,3 0 0 0,-3 0 0 16,0 0 0-16,3 3 0 0,-3-3 0 0,0 0 0 0,0 0 0 15,0 2 0-15,0-2 0 0,0 0 0 0,0 3 0 16,0-3 0-16,-3 3 0 0,3-3 0 15,0 0 0-15,-6 0 0 0,6 2 0 0,-3-2 0 0,-3 0 0 16,3 0 8-16,-3 0-8 0,6 3 0 0,-6-3 0 16,0 0 8-16,0 0-8 15,0 0 0-15,0 0 0 0,0 0 12 0,0 0-12 0,0 0 12 0,0 0-12 16,0 0 10-16,0 0-10 0,0 0 8 0,0 0-8 16,0 0 0-16,0 0 0 0,0 0 8 0,0 0-8 15,0 0 0-15,0 0 0 0,0 0 0 0,0 0 0 16,0 0 0-16,0 0 0 0,0 0 0 0,0 0 0 15,0 0 0-15,0 0 0 0,0 0 0 0,0 0 0 16,-3 5 0-16,3-5 0 0,0 0 0 0,-3 5 8 16,3-5-8-16,-6 6 0 0,6-6 0 0,-3 5 0 15,3-5 0-15,-3 5 0 0,3-5 0 0,-3 6 0 16,0-1 0-16,3-5 0 0,0 8 8 0,-3-3-8 16,3 0 0-16,-3 3 0 0,3-8 0 0,0 6 8 15,0 2-8-15,0-3 12 0,0 0-12 0,0 1 12 16,0 1-3-16,0-1 0 0,0-4 0 0,0 6 0 0,0-2-1 15,0-1 0-15,0 3 0 0,0-3 0 0,0 0-8 0,0 1 10 16,0 2-10-16,0-3 10 0,0 0-10 0,0 3 12 16,0-3-12-16,0 3 12 15,0 0-12-15,0 0 0 0,0 0 9 0,0 0-9 0,0 3 0 16,-3-3 8-16,3 2-8 0,0 1 0 0,0 2 8 0,0-2-8 16,0 2 8-16,0 0-8 0,0-2 0 15,0 2 9-15,0 3-9 0,3-3 0 0,-3 0 8 16,0 1-8-16,3-1 0 0,-3 0 0 0,0 0 0 0,3 3 0 0,-3-3 0 0,0 1 0 15,3-1 8-15,-3 0-8 0,3 0 0 0,-3 0 0 16,3 1 0-16,-3-4 8 0,0 4-8 0,0-1 0 16,0-3 9-16,0 4-9 0,0-1 0 15,0 0 9-15,0-2-9 0,0 2 0 16,0-3 9-16,0 4-9 0,0-1 0 0,0-3 8 0,0 4-8 0,0-4 0 16,0 4 0-16,3-4 0 0,-3 1 0 0,0-1 8 15,0 1-8-15,0-1 0 0,0-2 0 0,0 3 0 16,0-3 0-16,0 0 0 0,0 0 0 0,0 0 0 15,0 0 0-15,0 0 9 0,0-3-9 0,0 3 0 16,0 0 9-16,0 0-9 0,0-3 0 0,0 3 9 16,0 0-9-16,0-3 8 0,0 3-8 0,0-3 8 15,0 1-8-15,0-1 0 0,0 3 9 0,0-3-9 16,0 0 8-16,0 1-8 0,0 2 10 0,0-3-10 16,-3 0 9-16,3 3-9 0,0-2 8 0,0-1-8 15,0 0 10-15,0 3-10 0,0-3 12 0,0 3-12 16,0-2 9-16,0-1-9 0,0 0 0 0,0 3 9 15,0 0-9-15,0-3 0 0,0 3 9 0,0 0-9 16,0 0 0-16,3 0 8 0,-3 0-8 0,0 0 0 16,0 3 0-16,3-4 9 0,-3-1-9 0,0 2 0 0,0 0 8 15,3 0-8-15,-3 0 0 0,0-1 0 0,0 1 0 0,3-2 0 16,-3-1 8-16,0 0-8 0,3 1 0 0,-3-1 0 0,0 0 0 0,0-5 0 16,3 5 8-16,-3 1-8 0,0-1 0 0,0-5 0 15,0 5 0-15,0-5 0 0,0 0 0 0,3 6 0 16,-3-6 0-16,0 0 0 0,0 0 0 0,0 0 0 15,0 0 0-15,0 5 0 0,0-5 0 0,0 0 0 32,0 0-25-32,0 0-3 0,0 0 0 0,0 0 0 15,5-3-84-15,-2 3-16 0,3-2-4 0,0-4-1 16,-3 4-96-16,3-1-19 0</inkml:trace>
  <inkml:trace contextRef="#ctx0" brushRef="#br0" timeOffset="186533.207">17817 12875 1235 0,'0'0'52'0,"0"0"-42"15,0 0 58-15,0 0 11 0,0 0 2 0,0 0 1 16,0 0-22-16,0 0-5 0,0 0-1 0,0 0 0 15,0 0-2-15,0 0 0 0,0 0 0 0,0 0 0 16,0 0-16-16,0 0-4 0,0 0-1 0,0 0 0 31,0 0 26-31,0 0 6 0,6 3 1 0,0 0 0 16,-3-1-52-16,3-2-12 0,0 3 0 0,3 0 0 0,-3-1 0 0,3-2 0 0,0 3 0 0,0 0 0 16,0-1 26-16,6-2 2 0,-3 0 1 0,2 0 0 15,1 0-21-15,3-2-8 0,0 2 0 0,0-3 9 16,3 0-9-16,-3 1 0 0,5-1 0 0,-2 0 0 15,0 1 0-15,-3-1 0 0,3 0 0 0,0 3 0 16,2-2-24-16,-2 2-6 0,3-3-2 16,3 3 0-16,0 0 52 0,-1 0 9 0,1-3 3 0,3 3 0 15,-3 0-24-15,0-2-8 0,-1-1 0 0,-2 3 0 16,0-2-21-16,-3 2-11 0,0 0-1 0,3-3-1 16,-4 3 57-16,-2 0 11 0,3 0 2 0,0 0 1 15,0 0-8-15,0-3-1 0,2 3-1 0,-2 0 0 16,0 0-27-16,3-2 0 0,-3 2 0 0,3 0 0 15,-4 0 0-15,4 0 0 0,-3-3 0 0,3 3 0 16,0 0 0-16,-4 3 0 0,1-3 0 0,0 2 0 16,6 1 0-16,0 0 0 0,2-1 0 0,4 3 0 15,0-2 16-15,-3 0-1 0,2-3-1 0,4 2 0 16,-6 1-14-16,0 0 0 0,-1-3 0 0,1 2 0 0,-3 4 8 16,3-4-8-16,-3-2 0 0,2 6 0 15,-5-6 0-15,3 2 8 0,0-2-8 0,0 0 0 16,-4 3 0-16,1-3 0 0,0 3 0 0,-3-3 0 15,0 0 0-15,-1 0 0 0,-2 0 8 0,3 0-8 16,-3 0 0-16,0 0 8 0,-3 2-8 0,3 1 0 0,-3-3 11 16,2 2-11-16,-2-2 12 0,3 0-12 15,-3 3 12-15,0-3-12 0,3 0 12 0,-3 3-12 0,3-3 13 0,-4 0-4 0,1 0-1 16,0 0 0-16,0 0 1 0,0 0 0 0,0 0 0 0,0 2 0 16,0-2-1-16,-4 0-8 0,4 0 12 0,0 3-4 15,0-3 0-15,-3 3 0 0,0-3 0 0,0 0 0 16,0 2 0-16,-3-2-8 0,3 0 12 15,-3 3-4-15,2-3 0 0,-2 0-8 0,3 3 12 0,0-3-4 16,0 0-8-16,-3 2 12 0,0-2-12 0,3 0 12 16,-3 3-12-16,0-3 12 0,0 0-12 0,-3 0 12 15,3 0-4-15,-1 0 0 0,1 0 0 0,-3 0 0 16,3 3 0-16,0-3 0 0,-3 0 0 0,3 2 0 16,-3-2 0-16,0 0-8 0,3 0 12 0,-3 0-4 15,0 0 0-15,0 0-8 0,0 0 12 0,0 0-4 16,0 3-8-16,0-3 0 0,-3 0 9 0,3 0-9 15,-1 0 8-15,1 0-8 0,0 0 8 0,-3 0-8 16,3 0 0-16,-3 3 8 0,3-3-8 0,-3 0 0 16,0 0 0-16,3 0 9 0,0 0-9 0,-6 0 0 15,3 0 8-15,3 0-8 0,0 0 0 0,-6 0 0 0,3 0 0 16,3 2 0-16,-6-2 8 0,0 0-8 0,3 3 0 16,-3-3 0-16,6 0 0 0,-6 0 0 0,3 2 8 0,-3-2-8 15,3 0 0-15,-3 0 0 0,6 0 9 0,-6 0-9 0,0 0 0 16,0 0 9-16,3 3-9 0,-3-3 0 0,0 0 0 0,0 0 0 15,0 0 8-15,0 0-8 0,0 0 0 0,0 0 8 16,0 0-8-16,0 0 0 0,0 0 0 0,0 0 0 16,0 0 0-16,0 0 0 0,0 0 9 0,0 0-9 15,0 0 0-15,0 0 0 0,0 0 0 0,0 0 8 16,0 0-8-16,3-3 0 0,-3 3 0 0,0-5 8 16,0 5-8-16,0 0 0 0,0 0 0 0,0-2 8 15,0-4-8-15,0 4 0 0,0-4 0 0,0 1 0 16,-3 0 8-16,3-1-8 0,0 4 8 0,0-4-8 15,0-1 9-15,-3 1-9 0,3-2 12 0,-3 3-12 16,3-3 12-16,0 0-4 0,-3 0 0 0,3-2-8 16,-3 2 10-16,3-3-10 0,0 1 8 0,-3 2-8 15,3-3 8-15,0 0-8 0,-3-2 8 0,3 3-8 16,-3-1 8-16,3 0-8 0,-3 1 0 0,3-1 8 16,0-2-8-16,-3 2 8 0,3-2-8 0,0 0 8 15,-3 2-8-15,3 1 0 0,0-1 9 0,0-2-9 16,0 2 8-16,0-2-8 0,0 3 8 0,0-4-8 15,3 4 0-15,-3-1 8 0,3-2-8 0,-3 2 0 16,3 1 0-16,-3-1 8 0,3 1-8 0,-3-1 0 16,3 0 0-16,-3 1 8 0,0-3-8 0,3-1 0 15,-3 4 0-15,3-3 8 0,-3-1-8 0,3 4 0 16,0-1 0-16,-3 1 0 0,3-4 0 0,-3 4 0 16,3-1 0-16,-3 1 0 0,3-1 0 0,-3 0 8 15,3 1-8-15,-3-1 0 0,3 1 0 0,-3-1 8 16,0 3-8-16,3 0 0 0,-3 0 8 0,0 3-8 0,3-3 0 0,-3 0 8 15,3 0-8-15,-3 0 0 0,3 3 0 0,-3-3 0 0,0 0 0 16,2 0 0-16,-2 3 0 0,0-3 0 0,3 0 0 16,-3 0 8-16,0 0-8 0,0 0 0 0,0 3 0 15,0-3 0-15,0 0 0 0,0 0 0 0,0 0 0 16,0 0 8-16,-3 0-8 0,3 0 0 0,0 0 0 0,-2 0 8 16,2 1-8-16,0-4 0 0,-3 3 0 0,3 0 8 15,0 0-8-15,-3 0 0 0,3 0 0 16,-3 0 0-16,3-2 0 0,-3 2 0 0,0 0 0 0,0 0 0 15,3 0 0-15,-3 3 0 0,3-3 0 0,0 0 0 16,-3 3 0-16,3-3 0 0,0 2 0 0,-3 1 0 16,3-3 0-16,-3 3 0 0,3-3 0 0,-3 3 0 15,3-1 0-15,0 1 0 0,0-3 0 0,0 3 0 16,0-1 0-16,-3 1 0 0,3 0 0 0,0 0 0 16,0 2 0-16,0-2 0 0,0-1 0 0,0 1 0 15,0 0 0-15,0-1 0 0,0 1 0 0,0 3 0 16,0-4 0-16,0 4 0 0,0 2 0 0,0-6 0 15,3 4 0-15,-3 2 0 0,0-6 0 0,0 6 0 16,0-2 0-16,0 2 0 0,0-6 0 0,0 6 0 16,3-2 0-16,-3 2 0 0,0 0 0 0,0-6 0 15,0 6 0-15,0 0 0 0,0-2 0 0,0 2-8 16,0 0-10-16,0 0-2 0,0 0 0 0,0 0 0 16,0 0-74-16,0 0-15 0,0 0-3 0,0 0-1 15,0 0-83-15,0 0-16 0,0 0-3 0</inkml:trace>
  <inkml:trace contextRef="#ctx0" brushRef="#br0" timeOffset="189395.116">20598 11841 1284 0,'0'0'27'0,"0"0"5"0,0 0-32 16,0 0 0-16,0 0 0 0,0 0 0 0,0 0 68 0,0 0 8 0,0 0 0 0,0 0 1 16,0 0-18-16,0 0-4 0,0 0-1 0,0 0 0 15,0 0-8-15,0 0-2 0,0 0 0 0,0 0 0 16,0 0 0-16,0 0 0 0,0 0 0 0,0 0 0 15,0 0-6-15,0 0-2 0,6 2 0 0,-1-2 0 16,1 3-5-16,0-3-2 0,3 0 0 0,-3 0 0 16,3 0-3-16,0-3-1 0,0 3 0 0,0 0 0 15,3-2-7-15,0 2-2 0,3 0 0 0,0-3 0 16,-4 3-4-16,4-2 0 0,3 2-1 0,-3 0 0 16,6 0-11-16,-3 0 8 0,3 2-8 0,-4 1 8 15,4-1 1-15,0-2 0 0,0 3 0 0,0 0 0 16,0-3-9-16,0 0 0 0,-4 0 0 0,7 2 8 15,-3-2-8-15,3 3 0 0,0-3 0 0,-1 0 0 16,1 0 0-16,0 3 0 0,0-3 0 0,3 5 0 16,-1-5 0-16,-2 3 0 0,0 2 0 0,0-5 0 15,-3 3 0-15,0-3 8 0,-1 2-8 0,1-2 0 16,0 0 0-16,3 0 0 0,-3 0 0 0,0 0 0 0,2 0 0 16,-2 0 0-16,3 0 0 0,0 3 0 15,-3-3 8-15,0 0-8 0,-1 3 0 0,4-3 8 0,-3 2-8 16,0-2 0-16,0 3 9 0,-3-3-9 0,2 0 0 0,-2 0 8 15,0 0-8-15,0 0 0 0,3-3 0 0,0 3 0 0,-1-2 0 16,1 2 8-16,0 0-8 16,3 2 0-16,-3-2 8 0,3 3-8 0,-4-3 0 15,4 2 8-15,-3 1-8 0,3 0 0 16,-3-3 0-16,-3 2 0 0,2 1 0 0,-2 0 8 0,0-3-8 0,0 0 9 0,-3 0-9 16,3 0 10-16,-3 0-10 0,2 2 8 0,-2-4-8 0,3 4 8 15,0-2-8-15,0 3 12 0,-3-3-12 0,3 0 12 16,0 0-3-16,2 3 0 0,-2-3 0 0,-3 2 0 15,3 1-9-15,-3 0 10 0,3-3-10 0,-3 2 10 16,0-2-10-16,-1 3 0 0,1-3 9 0,-3 3-9 16,3-3 0-16,-3 0 0 0,-3 0 0 0,3 0 8 15,-3 0-8-15,3 0 9 0,-3-3-9 0,2 3 10 16,-2-3-10-16,3 3 10 0,0-2-10 0,0 2 10 16,-3 0-2-16,3-3 0 0,0 3 0 0,-3 0 0 15,3 0 0-15,0-3-8 0,0 3 12 0,-4-2-4 16,4 2-8-16,-3 0 10 0,6 0-10 0,-6 0 10 15,3-3-10-15,0 3 0 0,-3-3 9 0,3 3-9 16,0 0 0-16,-3 0 0 0,0 0 0 0,2 0 8 16,-2 0-8-16,3 0 0 0,-3 0 8 0,0 0-8 15,0 0 8-15,3 0-8 0,-6 0 8 0,3 0-8 0,-3 0 0 16,0 0 9-16,0-2-9 0,0 2 0 0,0 0 9 16,0 0-9-16,2-3 0 0,-2 3 9 15,3 0-9-15,-3-3 0 0,0 3 9 0,0 0-9 0,0 0 0 0,0 0 8 16,0 0-8-16,0 0 0 15,0 0 0-15,0 0 8 0,0-2-8 0,0 2 0 16,0 0 0-16,0 0 8 0,0 0-8 0,0 0 0 0,0 0 0 16,0 0 8-16,0 0-8 0,-1 0 0 0,-5 0 0 0,6 2 8 15,0-2-8-15,0 0 0 0,0 3 0 0,0-3 9 0,0 0-9 0,0 0 0 16,-3 3 8-16,3-3-8 0,0 0 0 0,-6 0 0 16,6 0 0-16,-3 2 0 0,3-4 0 0,-6 2 0 15,6 2 0-15,0-2 8 0,-6 0-8 16,0 0 0-16,3 3 9 0,-3-3-9 0,0 0 0 0,6 3 9 15,-6-3-9-15,0 0 0 0,6 0 9 0,-6 0-9 16,3 5 10-16,-3-5-2 0,0 0-8 16,0 0 12-16,3 3-12 0,-3-3 11 15,6 2-11-15,-6-2 10 0,0 0-10 0,3 6 12 0,-3-6-12 0,0 5 12 16,3 0-12-16,-3 0 10 0,3 1-10 0,-3-1 10 16,0-2-10-16,3 2 8 0,-3-5-8 0,0 8 8 15,0 0-8-15,0-3 0 0,0 3 0 0,0 0 0 16,0 0 0-16,0-3 0 0,0 0 0 0,0 3 0 15,-3 0 0-15,3-2 8 0,0 2-8 0,-3 0 0 16,0-3 0-16,3 3 8 0,-3 0-8 0,0 0 0 16,3-3 0-16,-3 3 0 0,3 2 0 0,-3-2 0 15,3 0 0-15,-3 0 0 0,0 0 0 0,3 0 0 16,-3-3 0-16,0 3 0 0,3-2 8 0,-3 2-8 16,3-3 0-16,-3 0 0 0,3 0 0 0,-3 3 0 0,0-2 0 15,3-1 0-15,0 0 0 0,-3 3 8 0,3 0-8 0,0-3 0 16,0 3 0-16,0 0 0 0,0-2 0 15,0 2 0-15,0-1 0 0,0 1 0 0,0 0 0 0,0 0 0 16,0 0 0-16,0 3 0 16,0-3 0-16,-3 2 0 0,3-2 0 0,0 3 0 0,0-3 0 15,-3 2 8-15,3-2-8 0,0 0 0 16,0 3 8-16,0-3-8 0,0 2 0 0,0 1 8 0,0-3-8 16,0 2 0-16,0-2 0 0,0 0 0 0,0 0 0 0,3 0 0 0,-3 0 0 15,3 0 0-15,0 0 0 0,-3-3 0 0,3 3 0 0,0 0 0 16,0 0 0-16,-3 0 0 0,3-3 8 0,0 3-8 15,-3 0 0-15,3 0 0 0,0-3 0 0,0 3 0 16,0-2 0-16,0 2 0 0,0-3 0 0,-3 0 0 16,3 3 8-16,0-3-8 0,-3 1 0 0,3-1 8 15,0 0-8-15,-3 3 0 0,2-2 0 0,-2-1 8 16,3 3-8-16,-3-3 0 0,3 0 0 0,-3 3 0 16,0-2 0-16,3-1 0 0,-3 3 8 0,0-3-8 15,3 3 0-15,-3-3 0 0,0 3 0 0,3-2 0 16,-3 2 0-16,0-1 8 0,3-1-8 0,-3 2 0 15,3-3 0-15,-3 3 0 0,0 0 8 0,3 0-8 16,-3-3 0-16,0 3 0 0,3 0 0 0,-3-3 0 16,0 3 0-16,3 0 0 0,-3-3 0 0,0 3 0 15,3 0 0-15,-3-2 0 0,0 2 0 0,3-3 0 16,-3 0 0-16,0 0 0 0,3 1 0 0,-3-1 0 16,3 0 0-16,-3 1 0 0,0-6 8 0,0 5-8 15,3 0 0-15,-3 0 0 0,0-5 0 0,0 8 0 0,3-2 0 16,-3-1 0-16,0 0 0 0,3 1 0 15,-3-6 8-15,0 5-8 0,0-5 0 0,0 5 8 16,3 0-8-16,-3 3 0 0,0-2 0 0,0-6 8 0,0 0-8 0,3 5 0 0,-3-5 0 16,0 0 0-16,0 0 0 0,0 8 0 0,0-8 8 15,0 0-8-15,0 5 0 0,0-5 0 0,0 0 0 16,-3 5 0-16,3-5 0 0,0 6 0 0,0-6 0 0,0 0 0 16,0 8 0-16,0-8 0 0,0 0 8 0,0 0-8 15,0 0 0-15,0 5 0 0,0-5 0 0,0 0 8 16,0 0-8-16,0 0 0 0,0 5 0 0,0-5 0 15,0 0 0-15,0 0 0 0,0 6 0 0,0-6 0 16,0 0 0-16,0 0 0 0,0 0 0 0,0 0 0 16,0 0 0-16,0 0 0 0,0 0 0 0,0 0 0 15,0 0 0-15,0 0 0 0,3 5 0 0,-3-5 0 16,0 0 0-16,3 5 0 0,-3-5 0 0,3 3 0 16,3-1 0-16,-3-2 0 0,0 3 0 0,3-3 0 15,-3 3 0-15,3-3 0 0,0 0 8 0,-3 0-8 16,3 0 0-16,0 0 0 0,-3 0 0 0,3-3 0 15,0 3 0-15,-4 0 0 0,4 0 0 0,0 0 0 16,0 0 0-16,0 0 0 0,0-3 0 0,0 3 0 16,0 0 0-16,3-2 0 0,-3 2 0 0,0 0 0 15,3 0 0-15,0 0 0 0,-3 0 0 0,3 0 0 16,0 0 0-16,0 0 0 0,3-3 0 0,-4 3 0 16,4 0 0-16,-3 3 0 0,3-3 0 0,0 0 0 15,-3 0 0-15,3 2 0 0,0-2 0 0,0 3 0 0,0-3 0 0,3 3 0 16,-1-1 0-16,-2 1 0 0,3 0 0 15,0-3 0-15,0 2 0 0,-3 1 0 0,3 0 0 0,-3 2 0 0,3-5 0 16,-4 3 0 0,1-3 0-16,3 2 0 0,0-2 0 0,-3 3 0 15,3-3 0-15,0 0 0 0,3 3 0 0,-3-3 0 16,-1 2 0-16,4-2 0 0,-3 3 0 0,3-3 0 0,0 2 0 16,-3-2 0-16,3 0 0 0,-3 3 0 15,-1 0 0-15,1-1 0 0,0 1 0 0,0-3 0 0,0 0 0 16,-3 3 0-16,0-3 0 0,3-3 0 0,-3 3 0 0,-1 0 0 15,1 0 0-15,-3 0 0 0,3 0 0 0,0-3 0 0,-3 3 0 0,3-2 0 16,0 2 0-16,-3 0 0 0,3-3 0 0,0 3 0 16,2 0 0-16,-2 0 0 0,0-3 0 0,3 3 0 15,-3 0 0-15,0 0 0 0,3 0 0 0,-3 0 0 16,3 0 0-16,-3 0 0 0,-1 0 0 0,4 3 0 16,-3-3 0-16,0 3 0 0,-1444-3 0 0,2891 0 0 15,-1447 0 0-15,0 2 0 0,-3-2 8 0,3 3-8 16,-3-3 0-16,2 0 0 0,1 3 0 0,-3-3 0 15,3 0 0-15,-3 0 0 0,0 0 8 16,0 0-8-16,3 0 0 0,-3 0 0 0,0 0 0 0,3 2 0 16,-3-2 0-16,-1 3 0 0,4-3 0 0,0 0 0 15,0 0 0-15,-3 3 0 0,3-3 0 0,0 2 0 16,-3-2 0-16,3 3 0 0,-3-3 0 0,3 3 0 16,0-3 0-16,-4 2 0 0,4 1 0 0,-3-3 0 15,3 3 0-15,-3-1 0 0,0 1 0 0,3-3 0 16,-3 2 0-16,0 1 0 0,3 0 0 0,-3-3 0 15,0 2 0-15,0 1 0 0,2 0 0 0,-2-1 0 16,0 1 0-16,0-3 8 0,-3 3-8 0,3-3 0 16,0 2 0-16,-3-2 0 0,3 3 0 0,0-3 0 15,-3 3 0-15,3-3 0 0,0 2 8 0,-3-2-8 0,3 0 0 0,-1 3 0 0,1-6 0 0,0 6 0 16,0-3 0-16,0 0 0 0,0 2 8 0,3 1-8 16,-3-3 0-16,0 3 0 0,3-3 0 0,-3 2 0 15,0 1 0-15,-3 0 0 0,3-3 8 0,-1 2-8 16,1 1 0-16,0-3 0 0,-3 0 0 0,3 3 0 15,-3-3 0-15,0 2 0 0,3-2 0 16,-3 3 0 0,0-3 0-16,-3 0 0 0,3 3 0 0,0-3 0 0,-3 2 0 15,-3-2 0-15,6 0 8 0,0 0-8 16,-6 0 0-16,6 0 0 0,-3 0 0 0,-3 0 0 0,0 0-23 16,6 0-3-16,-3-2-1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ustomXml" Target="../ink/ink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customXml" Target="../ink/ink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customXml" Target="../ink/ink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customXml" Target="../ink/ink1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customXml" Target="../ink/ink15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19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609600"/>
            <a:ext cx="8991600" cy="5791200"/>
          </a:xfrm>
        </p:spPr>
        <p:txBody>
          <a:bodyPr/>
          <a:lstStyle/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HW#7 due on Sunday @ 11:59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#7 due on Friday @ 4:25 PM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7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7 this week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dirty="0">
                <a:solidFill>
                  <a:srgbClr val="0000FF"/>
                </a:solidFill>
              </a:rPr>
              <a:t>Lecture-24 Readings: </a:t>
            </a:r>
            <a:r>
              <a:rPr lang="en-US" sz="3000" dirty="0"/>
              <a:t>5.8</a:t>
            </a:r>
          </a:p>
          <a:p>
            <a:pPr marL="320040" lvl="1" indent="-320040" eaLnBrk="1" hangingPunct="1">
              <a:spcBef>
                <a:spcPts val="400"/>
              </a:spcBef>
              <a:spcAft>
                <a:spcPts val="600"/>
              </a:spcAft>
              <a:defRPr/>
            </a:pPr>
            <a:r>
              <a:rPr lang="en-US" sz="3000" b="1" dirty="0"/>
              <a:t>Midterm 2:</a:t>
            </a:r>
            <a:r>
              <a:rPr lang="en-US" sz="3000" dirty="0"/>
              <a:t> </a:t>
            </a:r>
            <a:r>
              <a:rPr lang="en-US" sz="3000" dirty="0">
                <a:highlight>
                  <a:srgbClr val="FFFF00"/>
                </a:highlight>
              </a:rPr>
              <a:t>Friday, April 1</a:t>
            </a:r>
            <a:r>
              <a:rPr lang="en-US" sz="3000" baseline="30000" dirty="0">
                <a:highlight>
                  <a:srgbClr val="FFFF00"/>
                </a:highlight>
              </a:rPr>
              <a:t>st</a:t>
            </a:r>
            <a:r>
              <a:rPr lang="en-US" sz="3000" dirty="0">
                <a:highlight>
                  <a:srgbClr val="FFFF00"/>
                </a:highlight>
              </a:rPr>
              <a:t> @4:25 PM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452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23-T Flip-Flops  and JK Flip-Flops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735329"/>
            <a:ext cx="89916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Edge-triggered D flip-flop with Clear and Preset</a:t>
            </a:r>
          </a:p>
          <a:p>
            <a:pPr lvl="1" eaLnBrk="1" hangingPunct="1">
              <a:defRPr/>
            </a:pPr>
            <a:r>
              <a:rPr lang="en-US" sz="3000" kern="0" dirty="0">
                <a:solidFill>
                  <a:srgbClr val="000000"/>
                </a:solidFill>
              </a:rPr>
              <a:t>Flip-Flop Timing Parameters</a:t>
            </a:r>
          </a:p>
          <a:p>
            <a:pPr lvl="1" eaLnBrk="1" hangingPunct="1">
              <a:defRPr/>
            </a:pPr>
            <a:r>
              <a:rPr lang="en-US" sz="3000" b="1" kern="0" dirty="0">
                <a:solidFill>
                  <a:srgbClr val="000000"/>
                </a:solidFill>
              </a:rPr>
              <a:t>T Flip-Flop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Positive-Edge-Triggered T Flip-Flop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Negative-Edge-Triggered T Flip-Flop</a:t>
            </a:r>
          </a:p>
          <a:p>
            <a:pPr lvl="1" eaLnBrk="1" hangingPunct="1">
              <a:defRPr/>
            </a:pPr>
            <a:r>
              <a:rPr lang="en-US" sz="3000" b="1" kern="0" dirty="0">
                <a:solidFill>
                  <a:srgbClr val="000000"/>
                </a:solidFill>
              </a:rPr>
              <a:t>JK Flip-Flop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Positive-Edge-Triggered JK Flip-Flop</a:t>
            </a:r>
          </a:p>
          <a:p>
            <a:pPr lvl="2" eaLnBrk="1" hangingPunct="1">
              <a:defRPr/>
            </a:pPr>
            <a:r>
              <a:rPr lang="en-US" sz="2600" kern="0" dirty="0">
                <a:solidFill>
                  <a:srgbClr val="000000"/>
                </a:solidFill>
              </a:rPr>
              <a:t>Negative-Edge-Triggered JK Flip-Flop</a:t>
            </a:r>
          </a:p>
        </p:txBody>
      </p:sp>
    </p:spTree>
    <p:extLst>
      <p:ext uri="{BB962C8B-B14F-4D97-AF65-F5344CB8AC3E}">
        <p14:creationId xmlns:p14="http://schemas.microsoft.com/office/powerpoint/2010/main" val="15135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09" name="Group 37">
            <a:extLst>
              <a:ext uri="{FF2B5EF4-FFF2-40B4-BE49-F238E27FC236}">
                <a16:creationId xmlns:a16="http://schemas.microsoft.com/office/drawing/2014/main" id="{FCB588C0-A538-4CF2-B5DB-06611DE3080D}"/>
              </a:ext>
            </a:extLst>
          </p:cNvPr>
          <p:cNvGrpSpPr>
            <a:grpSpLocks/>
          </p:cNvGrpSpPr>
          <p:nvPr/>
        </p:nvGrpSpPr>
        <p:grpSpPr bwMode="auto">
          <a:xfrm>
            <a:off x="306510" y="1124135"/>
            <a:ext cx="5588000" cy="2003425"/>
            <a:chOff x="1981200" y="2311400"/>
            <a:chExt cx="5588000" cy="2003426"/>
          </a:xfrm>
        </p:grpSpPr>
        <p:sp>
          <p:nvSpPr>
            <p:cNvPr id="94249" name="Rectangle 5">
              <a:extLst>
                <a:ext uri="{FF2B5EF4-FFF2-40B4-BE49-F238E27FC236}">
                  <a16:creationId xmlns:a16="http://schemas.microsoft.com/office/drawing/2014/main" id="{11991304-274D-4807-8710-8B1DE3C50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1362" y="2563813"/>
              <a:ext cx="66675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50" name="Rectangle 6">
              <a:extLst>
                <a:ext uri="{FF2B5EF4-FFF2-40B4-BE49-F238E27FC236}">
                  <a16:creationId xmlns:a16="http://schemas.microsoft.com/office/drawing/2014/main" id="{2E6F86DE-2239-4DBC-A8D4-178435E58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51" name="Rectangle 7">
              <a:extLst>
                <a:ext uri="{FF2B5EF4-FFF2-40B4-BE49-F238E27FC236}">
                  <a16:creationId xmlns:a16="http://schemas.microsoft.com/office/drawing/2014/main" id="{47D0CE7A-1390-49D3-BF40-69B8466C3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737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52" name="Line 8">
              <a:extLst>
                <a:ext uri="{FF2B5EF4-FFF2-40B4-BE49-F238E27FC236}">
                  <a16:creationId xmlns:a16="http://schemas.microsoft.com/office/drawing/2014/main" id="{370F7D43-B8A5-4C60-8723-DD09BBA06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7612" y="326866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3" name="Freeform 9">
              <a:extLst>
                <a:ext uri="{FF2B5EF4-FFF2-40B4-BE49-F238E27FC236}">
                  <a16:creationId xmlns:a16="http://schemas.microsoft.com/office/drawing/2014/main" id="{09177B30-2134-45F1-A737-86095BE08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12" y="3363913"/>
              <a:ext cx="1065213" cy="817563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4" name="Freeform 10">
              <a:extLst>
                <a:ext uri="{FF2B5EF4-FFF2-40B4-BE49-F238E27FC236}">
                  <a16:creationId xmlns:a16="http://schemas.microsoft.com/office/drawing/2014/main" id="{B51C66C5-3F85-48D3-B4F2-6479F0A34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212" y="3363913"/>
              <a:ext cx="1352550" cy="817563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5" name="Line 11">
              <a:extLst>
                <a:ext uri="{FF2B5EF4-FFF2-40B4-BE49-F238E27FC236}">
                  <a16:creationId xmlns:a16="http://schemas.microsoft.com/office/drawing/2014/main" id="{76E789D7-023E-4976-8C87-8D18E3752E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4662" y="3365500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6" name="Line 12">
              <a:extLst>
                <a:ext uri="{FF2B5EF4-FFF2-40B4-BE49-F238E27FC236}">
                  <a16:creationId xmlns:a16="http://schemas.microsoft.com/office/drawing/2014/main" id="{B31B7EFB-8B2C-4387-B375-DADF6A4D44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2212" y="2830513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7" name="Line 13">
              <a:extLst>
                <a:ext uri="{FF2B5EF4-FFF2-40B4-BE49-F238E27FC236}">
                  <a16:creationId xmlns:a16="http://schemas.microsoft.com/office/drawing/2014/main" id="{6A033345-62DC-4D87-B3D3-A855516837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112" y="2830513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8" name="Line 14">
              <a:extLst>
                <a:ext uri="{FF2B5EF4-FFF2-40B4-BE49-F238E27FC236}">
                  <a16:creationId xmlns:a16="http://schemas.microsoft.com/office/drawing/2014/main" id="{78E925FB-C64F-4894-A740-BB4961E3A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2830513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59" name="Line 15">
              <a:extLst>
                <a:ext uri="{FF2B5EF4-FFF2-40B4-BE49-F238E27FC236}">
                  <a16:creationId xmlns:a16="http://schemas.microsoft.com/office/drawing/2014/main" id="{0321EA0B-F836-4C3E-9A21-E427C470C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4925" y="3365500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0" name="Rectangle 17">
              <a:extLst>
                <a:ext uri="{FF2B5EF4-FFF2-40B4-BE49-F238E27FC236}">
                  <a16:creationId xmlns:a16="http://schemas.microsoft.com/office/drawing/2014/main" id="{825B762B-F4A7-4FDB-8789-A7E5A7935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325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1" name="Rectangle 18">
              <a:extLst>
                <a:ext uri="{FF2B5EF4-FFF2-40B4-BE49-F238E27FC236}">
                  <a16:creationId xmlns:a16="http://schemas.microsoft.com/office/drawing/2014/main" id="{BD77478E-4926-40A1-9753-61D94D4C3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2311400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2" name="Rectangle 19">
              <a:extLst>
                <a:ext uri="{FF2B5EF4-FFF2-40B4-BE49-F238E27FC236}">
                  <a16:creationId xmlns:a16="http://schemas.microsoft.com/office/drawing/2014/main" id="{A6765276-FCB8-4ADB-AF24-CF84A1423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700" y="2311400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3" name="Rectangle 20">
              <a:extLst>
                <a:ext uri="{FF2B5EF4-FFF2-40B4-BE49-F238E27FC236}">
                  <a16:creationId xmlns:a16="http://schemas.microsoft.com/office/drawing/2014/main" id="{37600CD1-667D-42DB-BAFF-B91570B2E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687" y="27479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4" name="Rectangle 21">
              <a:extLst>
                <a:ext uri="{FF2B5EF4-FFF2-40B4-BE49-F238E27FC236}">
                  <a16:creationId xmlns:a16="http://schemas.microsoft.com/office/drawing/2014/main" id="{CC553B48-FC61-4A72-A05A-8B732427F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3275013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5" name="Rectangle 22">
              <a:extLst>
                <a:ext uri="{FF2B5EF4-FFF2-40B4-BE49-F238E27FC236}">
                  <a16:creationId xmlns:a16="http://schemas.microsoft.com/office/drawing/2014/main" id="{440F1F89-7C88-41D1-84A6-4A4F419DA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27463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66" name="Line 23">
              <a:extLst>
                <a:ext uri="{FF2B5EF4-FFF2-40B4-BE49-F238E27FC236}">
                  <a16:creationId xmlns:a16="http://schemas.microsoft.com/office/drawing/2014/main" id="{CA1CAC99-DB67-4A62-A44F-31C81CA0F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7425" y="3287713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7" name="Line 24">
              <a:extLst>
                <a:ext uri="{FF2B5EF4-FFF2-40B4-BE49-F238E27FC236}">
                  <a16:creationId xmlns:a16="http://schemas.microsoft.com/office/drawing/2014/main" id="{D302A520-E425-4E91-8BFC-65532C0F4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4362" y="4181475"/>
              <a:ext cx="2095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8" name="Line 25">
              <a:extLst>
                <a:ext uri="{FF2B5EF4-FFF2-40B4-BE49-F238E27FC236}">
                  <a16:creationId xmlns:a16="http://schemas.microsoft.com/office/drawing/2014/main" id="{8AD53AC1-42BC-4C46-9E55-86192F709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4762" y="4181475"/>
              <a:ext cx="2667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69" name="Freeform 26">
              <a:extLst>
                <a:ext uri="{FF2B5EF4-FFF2-40B4-BE49-F238E27FC236}">
                  <a16:creationId xmlns:a16="http://schemas.microsoft.com/office/drawing/2014/main" id="{87A6FA6D-8EAC-4DC9-944F-D44030D4F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462" y="4049713"/>
              <a:ext cx="285750" cy="265113"/>
            </a:xfrm>
            <a:custGeom>
              <a:avLst/>
              <a:gdLst>
                <a:gd name="T0" fmla="*/ 2147483646 w 360"/>
                <a:gd name="T1" fmla="*/ 2147483646 h 336"/>
                <a:gd name="T2" fmla="*/ 0 w 360"/>
                <a:gd name="T3" fmla="*/ 2147483646 h 336"/>
                <a:gd name="T4" fmla="*/ 0 w 360"/>
                <a:gd name="T5" fmla="*/ 0 h 336"/>
                <a:gd name="T6" fmla="*/ 2147483646 w 3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"/>
                <a:gd name="T13" fmla="*/ 0 h 336"/>
                <a:gd name="T14" fmla="*/ 360 w 3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" h="336">
                  <a:moveTo>
                    <a:pt x="360" y="168"/>
                  </a:moveTo>
                  <a:lnTo>
                    <a:pt x="0" y="336"/>
                  </a:lnTo>
                  <a:lnTo>
                    <a:pt x="0" y="0"/>
                  </a:lnTo>
                  <a:lnTo>
                    <a:pt x="360" y="168"/>
                  </a:ln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270" name="Freeform 28">
              <a:extLst>
                <a:ext uri="{FF2B5EF4-FFF2-40B4-BE49-F238E27FC236}">
                  <a16:creationId xmlns:a16="http://schemas.microsoft.com/office/drawing/2014/main" id="{FD77A40A-5A12-460E-A3AE-C495A0045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975" y="4138613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1"/>
                  </a:lnTo>
                  <a:lnTo>
                    <a:pt x="41" y="1"/>
                  </a:lnTo>
                  <a:lnTo>
                    <a:pt x="39" y="2"/>
                  </a:lnTo>
                  <a:lnTo>
                    <a:pt x="36" y="3"/>
                  </a:lnTo>
                  <a:lnTo>
                    <a:pt x="34" y="3"/>
                  </a:lnTo>
                  <a:lnTo>
                    <a:pt x="31" y="4"/>
                  </a:lnTo>
                  <a:lnTo>
                    <a:pt x="29" y="6"/>
                  </a:lnTo>
                  <a:lnTo>
                    <a:pt x="27" y="7"/>
                  </a:lnTo>
                  <a:lnTo>
                    <a:pt x="24" y="9"/>
                  </a:lnTo>
                  <a:lnTo>
                    <a:pt x="22" y="10"/>
                  </a:lnTo>
                  <a:lnTo>
                    <a:pt x="19" y="12"/>
                  </a:lnTo>
                  <a:lnTo>
                    <a:pt x="18" y="14"/>
                  </a:lnTo>
                  <a:lnTo>
                    <a:pt x="16" y="15"/>
                  </a:lnTo>
                  <a:lnTo>
                    <a:pt x="15" y="18"/>
                  </a:lnTo>
                  <a:lnTo>
                    <a:pt x="12" y="19"/>
                  </a:lnTo>
                  <a:lnTo>
                    <a:pt x="11" y="21"/>
                  </a:lnTo>
                  <a:lnTo>
                    <a:pt x="10" y="24"/>
                  </a:lnTo>
                  <a:lnTo>
                    <a:pt x="7" y="26"/>
                  </a:lnTo>
                  <a:lnTo>
                    <a:pt x="6" y="28"/>
                  </a:lnTo>
                  <a:lnTo>
                    <a:pt x="5" y="31"/>
                  </a:lnTo>
                  <a:lnTo>
                    <a:pt x="4" y="33"/>
                  </a:lnTo>
                  <a:lnTo>
                    <a:pt x="4" y="36"/>
                  </a:lnTo>
                  <a:lnTo>
                    <a:pt x="3" y="38"/>
                  </a:lnTo>
                  <a:lnTo>
                    <a:pt x="1" y="40"/>
                  </a:lnTo>
                  <a:lnTo>
                    <a:pt x="1" y="43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51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1" y="64"/>
                  </a:lnTo>
                  <a:lnTo>
                    <a:pt x="1" y="68"/>
                  </a:lnTo>
                  <a:lnTo>
                    <a:pt x="3" y="70"/>
                  </a:lnTo>
                  <a:lnTo>
                    <a:pt x="4" y="73"/>
                  </a:lnTo>
                  <a:lnTo>
                    <a:pt x="4" y="75"/>
                  </a:lnTo>
                  <a:lnTo>
                    <a:pt x="5" y="78"/>
                  </a:lnTo>
                  <a:lnTo>
                    <a:pt x="6" y="80"/>
                  </a:lnTo>
                  <a:lnTo>
                    <a:pt x="7" y="82"/>
                  </a:lnTo>
                  <a:lnTo>
                    <a:pt x="10" y="85"/>
                  </a:lnTo>
                  <a:lnTo>
                    <a:pt x="11" y="86"/>
                  </a:lnTo>
                  <a:lnTo>
                    <a:pt x="12" y="88"/>
                  </a:lnTo>
                  <a:lnTo>
                    <a:pt x="15" y="91"/>
                  </a:lnTo>
                  <a:lnTo>
                    <a:pt x="16" y="92"/>
                  </a:lnTo>
                  <a:lnTo>
                    <a:pt x="18" y="94"/>
                  </a:lnTo>
                  <a:lnTo>
                    <a:pt x="19" y="96"/>
                  </a:lnTo>
                  <a:lnTo>
                    <a:pt x="22" y="98"/>
                  </a:lnTo>
                  <a:lnTo>
                    <a:pt x="24" y="99"/>
                  </a:lnTo>
                  <a:lnTo>
                    <a:pt x="27" y="100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4"/>
                  </a:lnTo>
                  <a:lnTo>
                    <a:pt x="36" y="105"/>
                  </a:lnTo>
                  <a:lnTo>
                    <a:pt x="39" y="106"/>
                  </a:lnTo>
                  <a:lnTo>
                    <a:pt x="41" y="106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6"/>
                  </a:lnTo>
                  <a:lnTo>
                    <a:pt x="71" y="106"/>
                  </a:lnTo>
                  <a:lnTo>
                    <a:pt x="73" y="105"/>
                  </a:lnTo>
                  <a:lnTo>
                    <a:pt x="76" y="104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0"/>
                  </a:lnTo>
                  <a:lnTo>
                    <a:pt x="85" y="99"/>
                  </a:lnTo>
                  <a:lnTo>
                    <a:pt x="87" y="98"/>
                  </a:lnTo>
                  <a:lnTo>
                    <a:pt x="89" y="96"/>
                  </a:lnTo>
                  <a:lnTo>
                    <a:pt x="91" y="94"/>
                  </a:lnTo>
                  <a:lnTo>
                    <a:pt x="93" y="92"/>
                  </a:lnTo>
                  <a:lnTo>
                    <a:pt x="95" y="91"/>
                  </a:lnTo>
                  <a:lnTo>
                    <a:pt x="96" y="88"/>
                  </a:lnTo>
                  <a:lnTo>
                    <a:pt x="99" y="86"/>
                  </a:lnTo>
                  <a:lnTo>
                    <a:pt x="100" y="85"/>
                  </a:lnTo>
                  <a:lnTo>
                    <a:pt x="101" y="82"/>
                  </a:lnTo>
                  <a:lnTo>
                    <a:pt x="102" y="80"/>
                  </a:lnTo>
                  <a:lnTo>
                    <a:pt x="103" y="78"/>
                  </a:lnTo>
                  <a:lnTo>
                    <a:pt x="105" y="75"/>
                  </a:lnTo>
                  <a:lnTo>
                    <a:pt x="106" y="73"/>
                  </a:lnTo>
                  <a:lnTo>
                    <a:pt x="107" y="70"/>
                  </a:lnTo>
                  <a:lnTo>
                    <a:pt x="107" y="68"/>
                  </a:lnTo>
                  <a:lnTo>
                    <a:pt x="108" y="64"/>
                  </a:lnTo>
                  <a:lnTo>
                    <a:pt x="108" y="62"/>
                  </a:lnTo>
                  <a:lnTo>
                    <a:pt x="108" y="60"/>
                  </a:lnTo>
                  <a:lnTo>
                    <a:pt x="109" y="57"/>
                  </a:lnTo>
                  <a:lnTo>
                    <a:pt x="109" y="54"/>
                  </a:lnTo>
                  <a:lnTo>
                    <a:pt x="109" y="51"/>
                  </a:lnTo>
                  <a:lnTo>
                    <a:pt x="108" y="49"/>
                  </a:lnTo>
                  <a:lnTo>
                    <a:pt x="108" y="45"/>
                  </a:lnTo>
                  <a:lnTo>
                    <a:pt x="108" y="43"/>
                  </a:lnTo>
                  <a:lnTo>
                    <a:pt x="107" y="40"/>
                  </a:lnTo>
                  <a:lnTo>
                    <a:pt x="107" y="38"/>
                  </a:lnTo>
                  <a:lnTo>
                    <a:pt x="106" y="36"/>
                  </a:lnTo>
                  <a:lnTo>
                    <a:pt x="105" y="33"/>
                  </a:lnTo>
                  <a:lnTo>
                    <a:pt x="103" y="31"/>
                  </a:lnTo>
                  <a:lnTo>
                    <a:pt x="102" y="28"/>
                  </a:lnTo>
                  <a:lnTo>
                    <a:pt x="101" y="26"/>
                  </a:lnTo>
                  <a:lnTo>
                    <a:pt x="100" y="24"/>
                  </a:lnTo>
                  <a:lnTo>
                    <a:pt x="99" y="21"/>
                  </a:lnTo>
                  <a:lnTo>
                    <a:pt x="96" y="19"/>
                  </a:lnTo>
                  <a:lnTo>
                    <a:pt x="95" y="18"/>
                  </a:lnTo>
                  <a:lnTo>
                    <a:pt x="93" y="15"/>
                  </a:lnTo>
                  <a:lnTo>
                    <a:pt x="91" y="14"/>
                  </a:lnTo>
                  <a:lnTo>
                    <a:pt x="89" y="12"/>
                  </a:lnTo>
                  <a:lnTo>
                    <a:pt x="87" y="10"/>
                  </a:lnTo>
                  <a:lnTo>
                    <a:pt x="85" y="9"/>
                  </a:lnTo>
                  <a:lnTo>
                    <a:pt x="83" y="7"/>
                  </a:lnTo>
                  <a:lnTo>
                    <a:pt x="81" y="6"/>
                  </a:lnTo>
                  <a:lnTo>
                    <a:pt x="78" y="4"/>
                  </a:lnTo>
                  <a:lnTo>
                    <a:pt x="76" y="3"/>
                  </a:lnTo>
                  <a:lnTo>
                    <a:pt x="73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5" y="1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271" name="Rectangle 29">
              <a:extLst>
                <a:ext uri="{FF2B5EF4-FFF2-40B4-BE49-F238E27FC236}">
                  <a16:creationId xmlns:a16="http://schemas.microsoft.com/office/drawing/2014/main" id="{6C0FA3C9-B01E-4F6F-996C-6B69032A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125" y="2563813"/>
              <a:ext cx="685800" cy="1066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2" name="Rectangle 30">
              <a:extLst>
                <a:ext uri="{FF2B5EF4-FFF2-40B4-BE49-F238E27FC236}">
                  <a16:creationId xmlns:a16="http://schemas.microsoft.com/office/drawing/2014/main" id="{8DE96EA2-A3F4-4CBE-9778-4B8634FE9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4725" y="32893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3" name="Rectangle 31">
              <a:extLst>
                <a:ext uri="{FF2B5EF4-FFF2-40B4-BE49-F238E27FC236}">
                  <a16:creationId xmlns:a16="http://schemas.microsoft.com/office/drawing/2014/main" id="{FD4F793E-B57E-4977-B89A-874CE0D1B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274320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4" name="Rectangle 32">
              <a:extLst>
                <a:ext uri="{FF2B5EF4-FFF2-40B4-BE49-F238E27FC236}">
                  <a16:creationId xmlns:a16="http://schemas.microsoft.com/office/drawing/2014/main" id="{AD5A4651-FC20-468F-A8F6-3137228A2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0612" y="273685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5" name="Line 33">
              <a:extLst>
                <a:ext uri="{FF2B5EF4-FFF2-40B4-BE49-F238E27FC236}">
                  <a16:creationId xmlns:a16="http://schemas.microsoft.com/office/drawing/2014/main" id="{C997B414-E010-4793-A546-89B8FE17A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4425" y="3268663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76" name="Rectangle 38">
              <a:extLst>
                <a:ext uri="{FF2B5EF4-FFF2-40B4-BE49-F238E27FC236}">
                  <a16:creationId xmlns:a16="http://schemas.microsoft.com/office/drawing/2014/main" id="{1CBD6958-ADF2-4635-8AD9-F44B8D38F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3281363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7" name="Rectangle 39">
              <a:extLst>
                <a:ext uri="{FF2B5EF4-FFF2-40B4-BE49-F238E27FC236}">
                  <a16:creationId xmlns:a16="http://schemas.microsoft.com/office/drawing/2014/main" id="{FCAFB4EC-F4D6-45E7-82B3-AE1443037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2737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8" name="Rectangle 40">
              <a:extLst>
                <a:ext uri="{FF2B5EF4-FFF2-40B4-BE49-F238E27FC236}">
                  <a16:creationId xmlns:a16="http://schemas.microsoft.com/office/drawing/2014/main" id="{B35A86A0-2C2F-4A8D-B683-658ACE015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912" y="2665413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79" name="Rectangle 41">
              <a:extLst>
                <a:ext uri="{FF2B5EF4-FFF2-40B4-BE49-F238E27FC236}">
                  <a16:creationId xmlns:a16="http://schemas.microsoft.com/office/drawing/2014/main" id="{25C3B491-CF43-4400-ACC9-90A58C247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5900" y="2581275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0" name="Rectangle 42">
              <a:extLst>
                <a:ext uri="{FF2B5EF4-FFF2-40B4-BE49-F238E27FC236}">
                  <a16:creationId xmlns:a16="http://schemas.microsoft.com/office/drawing/2014/main" id="{6B4478ED-8923-4B78-AA81-2DDAC1803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6075" y="2665413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1" name="Rectangle 66">
              <a:extLst>
                <a:ext uri="{FF2B5EF4-FFF2-40B4-BE49-F238E27FC236}">
                  <a16:creationId xmlns:a16="http://schemas.microsoft.com/office/drawing/2014/main" id="{E3513051-76CB-4BF4-9C5E-1DBB611D8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5325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2" name="Rectangle 67">
              <a:extLst>
                <a:ext uri="{FF2B5EF4-FFF2-40B4-BE49-F238E27FC236}">
                  <a16:creationId xmlns:a16="http://schemas.microsoft.com/office/drawing/2014/main" id="{241525E2-4AEA-419F-83A5-3A8E0599F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450" y="3273425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83" name="Oval 68">
              <a:extLst>
                <a:ext uri="{FF2B5EF4-FFF2-40B4-BE49-F238E27FC236}">
                  <a16:creationId xmlns:a16="http://schemas.microsoft.com/office/drawing/2014/main" id="{69CFCF4F-7CBD-4170-AEFD-29E610049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150" y="333057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94210" name="Title 1">
            <a:extLst>
              <a:ext uri="{FF2B5EF4-FFF2-40B4-BE49-F238E27FC236}">
                <a16:creationId xmlns:a16="http://schemas.microsoft.com/office/drawing/2014/main" id="{3C5B5A42-0FF7-415E-904D-D569EF5F0703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/>
              <a:t>Negative-Edge-Triggered Master-Slave D Flip-Flop</a:t>
            </a:r>
          </a:p>
        </p:txBody>
      </p:sp>
      <p:sp>
        <p:nvSpPr>
          <p:cNvPr id="94211" name="Title 1">
            <a:extLst>
              <a:ext uri="{FF2B5EF4-FFF2-40B4-BE49-F238E27FC236}">
                <a16:creationId xmlns:a16="http://schemas.microsoft.com/office/drawing/2014/main" id="{73D1C218-72CA-42CF-930D-2F2544E48A90}"/>
              </a:ext>
            </a:extLst>
          </p:cNvPr>
          <p:cNvSpPr txBox="1">
            <a:spLocks/>
          </p:cNvSpPr>
          <p:nvPr/>
        </p:nvSpPr>
        <p:spPr bwMode="auto">
          <a:xfrm>
            <a:off x="-20638" y="3733800"/>
            <a:ext cx="914400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/>
              <a:t>Positive-Edge-Triggered Master-Slave D Flip-Flop</a:t>
            </a:r>
          </a:p>
        </p:txBody>
      </p:sp>
      <p:grpSp>
        <p:nvGrpSpPr>
          <p:cNvPr id="94212" name="Group 2">
            <a:extLst>
              <a:ext uri="{FF2B5EF4-FFF2-40B4-BE49-F238E27FC236}">
                <a16:creationId xmlns:a16="http://schemas.microsoft.com/office/drawing/2014/main" id="{14CDA10A-8C88-4F8A-983C-0E539A139E20}"/>
              </a:ext>
            </a:extLst>
          </p:cNvPr>
          <p:cNvGrpSpPr>
            <a:grpSpLocks/>
          </p:cNvGrpSpPr>
          <p:nvPr/>
        </p:nvGrpSpPr>
        <p:grpSpPr bwMode="auto">
          <a:xfrm>
            <a:off x="306510" y="4401976"/>
            <a:ext cx="6194425" cy="1876425"/>
            <a:chOff x="1371600" y="4473575"/>
            <a:chExt cx="6194880" cy="1876950"/>
          </a:xfrm>
        </p:grpSpPr>
        <p:sp>
          <p:nvSpPr>
            <p:cNvPr id="94213" name="Rectangle 5">
              <a:extLst>
                <a:ext uri="{FF2B5EF4-FFF2-40B4-BE49-F238E27FC236}">
                  <a16:creationId xmlns:a16="http://schemas.microsoft.com/office/drawing/2014/main" id="{E48DF679-4BF7-4843-8480-26DF71FAF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642" y="4725988"/>
              <a:ext cx="666750" cy="106679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14" name="Rectangle 6">
              <a:extLst>
                <a:ext uri="{FF2B5EF4-FFF2-40B4-BE49-F238E27FC236}">
                  <a16:creationId xmlns:a16="http://schemas.microsoft.com/office/drawing/2014/main" id="{1BF41810-F5EA-4A94-A23D-D351CFC26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730" y="490537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15" name="Rectangle 7">
              <a:extLst>
                <a:ext uri="{FF2B5EF4-FFF2-40B4-BE49-F238E27FC236}">
                  <a16:creationId xmlns:a16="http://schemas.microsoft.com/office/drawing/2014/main" id="{D78330BF-8E8C-4407-9548-5C6BDCCFD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017" y="489902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16" name="Line 8">
              <a:extLst>
                <a:ext uri="{FF2B5EF4-FFF2-40B4-BE49-F238E27FC236}">
                  <a16:creationId xmlns:a16="http://schemas.microsoft.com/office/drawing/2014/main" id="{80A72E4B-8A5B-43C9-9A34-01BA1EEB4F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4892" y="5430838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7" name="Freeform 9">
              <a:extLst>
                <a:ext uri="{FF2B5EF4-FFF2-40B4-BE49-F238E27FC236}">
                  <a16:creationId xmlns:a16="http://schemas.microsoft.com/office/drawing/2014/main" id="{0A6BD654-B5DC-49C3-AC57-F83071255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192" y="5526087"/>
              <a:ext cx="1065213" cy="824438"/>
            </a:xfrm>
            <a:custGeom>
              <a:avLst/>
              <a:gdLst>
                <a:gd name="T0" fmla="*/ 2147483646 w 1344"/>
                <a:gd name="T1" fmla="*/ 0 h 1031"/>
                <a:gd name="T2" fmla="*/ 2147483646 w 1344"/>
                <a:gd name="T3" fmla="*/ 0 h 1031"/>
                <a:gd name="T4" fmla="*/ 2147483646 w 1344"/>
                <a:gd name="T5" fmla="*/ 2147483646 h 1031"/>
                <a:gd name="T6" fmla="*/ 0 w 134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44"/>
                <a:gd name="T13" fmla="*/ 0 h 1031"/>
                <a:gd name="T14" fmla="*/ 1344 w 134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44" h="1031">
                  <a:moveTo>
                    <a:pt x="1344" y="0"/>
                  </a:moveTo>
                  <a:lnTo>
                    <a:pt x="1008" y="0"/>
                  </a:lnTo>
                  <a:lnTo>
                    <a:pt x="1008" y="1031"/>
                  </a:lnTo>
                  <a:lnTo>
                    <a:pt x="0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8" name="Freeform 10">
              <a:extLst>
                <a:ext uri="{FF2B5EF4-FFF2-40B4-BE49-F238E27FC236}">
                  <a16:creationId xmlns:a16="http://schemas.microsoft.com/office/drawing/2014/main" id="{B02F69FC-F554-4206-92E4-7324969DB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908" y="5543959"/>
              <a:ext cx="1123950" cy="806566"/>
            </a:xfrm>
            <a:custGeom>
              <a:avLst/>
              <a:gdLst>
                <a:gd name="T0" fmla="*/ 0 w 1704"/>
                <a:gd name="T1" fmla="*/ 0 h 1031"/>
                <a:gd name="T2" fmla="*/ 2147483646 w 1704"/>
                <a:gd name="T3" fmla="*/ 0 h 1031"/>
                <a:gd name="T4" fmla="*/ 2147483646 w 1704"/>
                <a:gd name="T5" fmla="*/ 2147483646 h 1031"/>
                <a:gd name="T6" fmla="*/ 2147483646 w 1704"/>
                <a:gd name="T7" fmla="*/ 2147483646 h 10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04"/>
                <a:gd name="T13" fmla="*/ 0 h 1031"/>
                <a:gd name="T14" fmla="*/ 1704 w 1704"/>
                <a:gd name="T15" fmla="*/ 1031 h 10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04" h="1031">
                  <a:moveTo>
                    <a:pt x="0" y="0"/>
                  </a:moveTo>
                  <a:lnTo>
                    <a:pt x="696" y="0"/>
                  </a:lnTo>
                  <a:lnTo>
                    <a:pt x="696" y="1031"/>
                  </a:lnTo>
                  <a:lnTo>
                    <a:pt x="1704" y="1031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19" name="Line 11">
              <a:extLst>
                <a:ext uri="{FF2B5EF4-FFF2-40B4-BE49-F238E27FC236}">
                  <a16:creationId xmlns:a16="http://schemas.microsoft.com/office/drawing/2014/main" id="{FA57819C-033F-495E-89AC-DE3C90078E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1942" y="5527674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0" name="Line 12">
              <a:extLst>
                <a:ext uri="{FF2B5EF4-FFF2-40B4-BE49-F238E27FC236}">
                  <a16:creationId xmlns:a16="http://schemas.microsoft.com/office/drawing/2014/main" id="{AD76D9D7-2C28-4969-8237-E0D567C90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9492" y="4992688"/>
              <a:ext cx="8191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1" name="Line 13">
              <a:extLst>
                <a:ext uri="{FF2B5EF4-FFF2-40B4-BE49-F238E27FC236}">
                  <a16:creationId xmlns:a16="http://schemas.microsoft.com/office/drawing/2014/main" id="{90CB2C46-CA67-4016-BE9A-BB5E40E65E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5392" y="4992688"/>
              <a:ext cx="1751013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2" name="Line 14">
              <a:extLst>
                <a:ext uri="{FF2B5EF4-FFF2-40B4-BE49-F238E27FC236}">
                  <a16:creationId xmlns:a16="http://schemas.microsoft.com/office/drawing/2014/main" id="{7D658B40-EFE8-4324-80CA-B1E1ED9BE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205" y="4992688"/>
              <a:ext cx="80010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3" name="Line 15">
              <a:extLst>
                <a:ext uri="{FF2B5EF4-FFF2-40B4-BE49-F238E27FC236}">
                  <a16:creationId xmlns:a16="http://schemas.microsoft.com/office/drawing/2014/main" id="{FBCA95CC-FA39-485E-8E58-CD9629B3E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82205" y="5527674"/>
              <a:ext cx="800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24" name="Rectangle 17">
              <a:extLst>
                <a:ext uri="{FF2B5EF4-FFF2-40B4-BE49-F238E27FC236}">
                  <a16:creationId xmlns:a16="http://schemas.microsoft.com/office/drawing/2014/main" id="{343B3C09-C975-482B-9FE4-A198AE335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605" y="54435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5" name="Rectangle 18">
              <a:extLst>
                <a:ext uri="{FF2B5EF4-FFF2-40B4-BE49-F238E27FC236}">
                  <a16:creationId xmlns:a16="http://schemas.microsoft.com/office/drawing/2014/main" id="{2ABEEF0F-2A6A-4CB6-B9A0-32CFEC6FA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5480" y="4473575"/>
              <a:ext cx="565150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Master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6" name="Rectangle 19">
              <a:extLst>
                <a:ext uri="{FF2B5EF4-FFF2-40B4-BE49-F238E27FC236}">
                  <a16:creationId xmlns:a16="http://schemas.microsoft.com/office/drawing/2014/main" id="{D9996261-8941-42F3-AC2A-56F2A5F9E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1980" y="4473575"/>
              <a:ext cx="512763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Slave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7" name="Rectangle 20">
              <a:extLst>
                <a:ext uri="{FF2B5EF4-FFF2-40B4-BE49-F238E27FC236}">
                  <a16:creationId xmlns:a16="http://schemas.microsoft.com/office/drawing/2014/main" id="{4B9C5B87-A786-4FD1-9A04-FE395DD5E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967" y="49101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8" name="Rectangle 21">
              <a:extLst>
                <a:ext uri="{FF2B5EF4-FFF2-40B4-BE49-F238E27FC236}">
                  <a16:creationId xmlns:a16="http://schemas.microsoft.com/office/drawing/2014/main" id="{3B52EF0E-4B69-4F51-9ED0-928D405C6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5437188"/>
              <a:ext cx="54292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29" name="Rectangle 22">
              <a:extLst>
                <a:ext uri="{FF2B5EF4-FFF2-40B4-BE49-F238E27FC236}">
                  <a16:creationId xmlns:a16="http://schemas.microsoft.com/office/drawing/2014/main" id="{B68DEB7C-5D8A-41B7-AA76-100B3320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2005" y="4908550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0" name="Line 23">
              <a:extLst>
                <a:ext uri="{FF2B5EF4-FFF2-40B4-BE49-F238E27FC236}">
                  <a16:creationId xmlns:a16="http://schemas.microsoft.com/office/drawing/2014/main" id="{070F1AA0-274A-491B-9548-9B0066DC6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34705" y="5449888"/>
              <a:ext cx="9525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1" name="Line 25">
              <a:extLst>
                <a:ext uri="{FF2B5EF4-FFF2-40B4-BE49-F238E27FC236}">
                  <a16:creationId xmlns:a16="http://schemas.microsoft.com/office/drawing/2014/main" id="{7E7DCDE8-5C95-4377-A4D7-E8BAC8F1D7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84381" y="6350525"/>
              <a:ext cx="164424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4232" name="Group 1">
              <a:extLst>
                <a:ext uri="{FF2B5EF4-FFF2-40B4-BE49-F238E27FC236}">
                  <a16:creationId xmlns:a16="http://schemas.microsoft.com/office/drawing/2014/main" id="{E0115E49-FECB-4874-B405-A313C07713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4847" y="5400656"/>
              <a:ext cx="376238" cy="265113"/>
              <a:chOff x="990600" y="5638800"/>
              <a:chExt cx="376238" cy="265113"/>
            </a:xfrm>
          </p:grpSpPr>
          <p:sp>
            <p:nvSpPr>
              <p:cNvPr id="94247" name="Freeform 26">
                <a:extLst>
                  <a:ext uri="{FF2B5EF4-FFF2-40B4-BE49-F238E27FC236}">
                    <a16:creationId xmlns:a16="http://schemas.microsoft.com/office/drawing/2014/main" id="{1628D1C8-88D2-4A12-9694-CFA7011ED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600" y="5638800"/>
                <a:ext cx="285750" cy="265113"/>
              </a:xfrm>
              <a:custGeom>
                <a:avLst/>
                <a:gdLst>
                  <a:gd name="T0" fmla="*/ 2147483646 w 360"/>
                  <a:gd name="T1" fmla="*/ 2147483646 h 336"/>
                  <a:gd name="T2" fmla="*/ 0 w 360"/>
                  <a:gd name="T3" fmla="*/ 2147483646 h 336"/>
                  <a:gd name="T4" fmla="*/ 0 w 360"/>
                  <a:gd name="T5" fmla="*/ 0 h 336"/>
                  <a:gd name="T6" fmla="*/ 2147483646 w 360"/>
                  <a:gd name="T7" fmla="*/ 2147483646 h 3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0"/>
                  <a:gd name="T13" fmla="*/ 0 h 336"/>
                  <a:gd name="T14" fmla="*/ 360 w 360"/>
                  <a:gd name="T15" fmla="*/ 336 h 3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0" h="336">
                    <a:moveTo>
                      <a:pt x="360" y="168"/>
                    </a:moveTo>
                    <a:lnTo>
                      <a:pt x="0" y="336"/>
                    </a:lnTo>
                    <a:lnTo>
                      <a:pt x="0" y="0"/>
                    </a:lnTo>
                    <a:lnTo>
                      <a:pt x="360" y="168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48" name="Freeform 28">
                <a:extLst>
                  <a:ext uri="{FF2B5EF4-FFF2-40B4-BE49-F238E27FC236}">
                    <a16:creationId xmlns:a16="http://schemas.microsoft.com/office/drawing/2014/main" id="{6C2AE4DF-7EEE-4244-838E-52AA015F2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1113" y="5727700"/>
                <a:ext cx="85725" cy="87313"/>
              </a:xfrm>
              <a:custGeom>
                <a:avLst/>
                <a:gdLst>
                  <a:gd name="T0" fmla="*/ 2147483646 w 109"/>
                  <a:gd name="T1" fmla="*/ 0 h 109"/>
                  <a:gd name="T2" fmla="*/ 2147483646 w 109"/>
                  <a:gd name="T3" fmla="*/ 2147483646 h 109"/>
                  <a:gd name="T4" fmla="*/ 2147483646 w 109"/>
                  <a:gd name="T5" fmla="*/ 2147483646 h 109"/>
                  <a:gd name="T6" fmla="*/ 2147483646 w 109"/>
                  <a:gd name="T7" fmla="*/ 2147483646 h 109"/>
                  <a:gd name="T8" fmla="*/ 2147483646 w 109"/>
                  <a:gd name="T9" fmla="*/ 2147483646 h 109"/>
                  <a:gd name="T10" fmla="*/ 2147483646 w 109"/>
                  <a:gd name="T11" fmla="*/ 2147483646 h 109"/>
                  <a:gd name="T12" fmla="*/ 2147483646 w 109"/>
                  <a:gd name="T13" fmla="*/ 2147483646 h 109"/>
                  <a:gd name="T14" fmla="*/ 2147483646 w 109"/>
                  <a:gd name="T15" fmla="*/ 2147483646 h 109"/>
                  <a:gd name="T16" fmla="*/ 0 w 109"/>
                  <a:gd name="T17" fmla="*/ 2147483646 h 109"/>
                  <a:gd name="T18" fmla="*/ 0 w 109"/>
                  <a:gd name="T19" fmla="*/ 2147483646 h 109"/>
                  <a:gd name="T20" fmla="*/ 0 w 109"/>
                  <a:gd name="T21" fmla="*/ 2147483646 h 109"/>
                  <a:gd name="T22" fmla="*/ 0 w 109"/>
                  <a:gd name="T23" fmla="*/ 2147483646 h 109"/>
                  <a:gd name="T24" fmla="*/ 0 w 109"/>
                  <a:gd name="T25" fmla="*/ 2147483646 h 109"/>
                  <a:gd name="T26" fmla="*/ 2147483646 w 109"/>
                  <a:gd name="T27" fmla="*/ 2147483646 h 109"/>
                  <a:gd name="T28" fmla="*/ 2147483646 w 109"/>
                  <a:gd name="T29" fmla="*/ 2147483646 h 109"/>
                  <a:gd name="T30" fmla="*/ 2147483646 w 109"/>
                  <a:gd name="T31" fmla="*/ 2147483646 h 109"/>
                  <a:gd name="T32" fmla="*/ 2147483646 w 109"/>
                  <a:gd name="T33" fmla="*/ 2147483646 h 109"/>
                  <a:gd name="T34" fmla="*/ 2147483646 w 109"/>
                  <a:gd name="T35" fmla="*/ 2147483646 h 109"/>
                  <a:gd name="T36" fmla="*/ 2147483646 w 109"/>
                  <a:gd name="T37" fmla="*/ 2147483646 h 109"/>
                  <a:gd name="T38" fmla="*/ 2147483646 w 109"/>
                  <a:gd name="T39" fmla="*/ 2147483646 h 109"/>
                  <a:gd name="T40" fmla="*/ 2147483646 w 109"/>
                  <a:gd name="T41" fmla="*/ 2147483646 h 109"/>
                  <a:gd name="T42" fmla="*/ 2147483646 w 109"/>
                  <a:gd name="T43" fmla="*/ 2147483646 h 109"/>
                  <a:gd name="T44" fmla="*/ 2147483646 w 109"/>
                  <a:gd name="T45" fmla="*/ 2147483646 h 109"/>
                  <a:gd name="T46" fmla="*/ 2147483646 w 109"/>
                  <a:gd name="T47" fmla="*/ 2147483646 h 109"/>
                  <a:gd name="T48" fmla="*/ 2147483646 w 109"/>
                  <a:gd name="T49" fmla="*/ 2147483646 h 109"/>
                  <a:gd name="T50" fmla="*/ 2147483646 w 109"/>
                  <a:gd name="T51" fmla="*/ 2147483646 h 109"/>
                  <a:gd name="T52" fmla="*/ 2147483646 w 109"/>
                  <a:gd name="T53" fmla="*/ 2147483646 h 109"/>
                  <a:gd name="T54" fmla="*/ 2147483646 w 109"/>
                  <a:gd name="T55" fmla="*/ 2147483646 h 109"/>
                  <a:gd name="T56" fmla="*/ 2147483646 w 109"/>
                  <a:gd name="T57" fmla="*/ 2147483646 h 109"/>
                  <a:gd name="T58" fmla="*/ 2147483646 w 109"/>
                  <a:gd name="T59" fmla="*/ 2147483646 h 109"/>
                  <a:gd name="T60" fmla="*/ 2147483646 w 109"/>
                  <a:gd name="T61" fmla="*/ 2147483646 h 109"/>
                  <a:gd name="T62" fmla="*/ 2147483646 w 109"/>
                  <a:gd name="T63" fmla="*/ 2147483646 h 109"/>
                  <a:gd name="T64" fmla="*/ 2147483646 w 109"/>
                  <a:gd name="T65" fmla="*/ 2147483646 h 109"/>
                  <a:gd name="T66" fmla="*/ 2147483646 w 109"/>
                  <a:gd name="T67" fmla="*/ 2147483646 h 109"/>
                  <a:gd name="T68" fmla="*/ 2147483646 w 109"/>
                  <a:gd name="T69" fmla="*/ 2147483646 h 109"/>
                  <a:gd name="T70" fmla="*/ 2147483646 w 109"/>
                  <a:gd name="T71" fmla="*/ 2147483646 h 109"/>
                  <a:gd name="T72" fmla="*/ 2147483646 w 109"/>
                  <a:gd name="T73" fmla="*/ 2147483646 h 109"/>
                  <a:gd name="T74" fmla="*/ 2147483646 w 109"/>
                  <a:gd name="T75" fmla="*/ 2147483646 h 109"/>
                  <a:gd name="T76" fmla="*/ 2147483646 w 109"/>
                  <a:gd name="T77" fmla="*/ 2147483646 h 109"/>
                  <a:gd name="T78" fmla="*/ 2147483646 w 109"/>
                  <a:gd name="T79" fmla="*/ 2147483646 h 109"/>
                  <a:gd name="T80" fmla="*/ 2147483646 w 109"/>
                  <a:gd name="T81" fmla="*/ 2147483646 h 109"/>
                  <a:gd name="T82" fmla="*/ 2147483646 w 109"/>
                  <a:gd name="T83" fmla="*/ 2147483646 h 109"/>
                  <a:gd name="T84" fmla="*/ 2147483646 w 109"/>
                  <a:gd name="T85" fmla="*/ 0 h 109"/>
                  <a:gd name="T86" fmla="*/ 2147483646 w 109"/>
                  <a:gd name="T87" fmla="*/ 0 h 1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09"/>
                  <a:gd name="T133" fmla="*/ 0 h 109"/>
                  <a:gd name="T134" fmla="*/ 109 w 109"/>
                  <a:gd name="T135" fmla="*/ 109 h 1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09" h="109">
                    <a:moveTo>
                      <a:pt x="54" y="0"/>
                    </a:moveTo>
                    <a:lnTo>
                      <a:pt x="52" y="0"/>
                    </a:lnTo>
                    <a:lnTo>
                      <a:pt x="49" y="0"/>
                    </a:lnTo>
                    <a:lnTo>
                      <a:pt x="46" y="0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39" y="2"/>
                    </a:lnTo>
                    <a:lnTo>
                      <a:pt x="36" y="3"/>
                    </a:lnTo>
                    <a:lnTo>
                      <a:pt x="34" y="3"/>
                    </a:lnTo>
                    <a:lnTo>
                      <a:pt x="31" y="4"/>
                    </a:lnTo>
                    <a:lnTo>
                      <a:pt x="29" y="6"/>
                    </a:lnTo>
                    <a:lnTo>
                      <a:pt x="27" y="7"/>
                    </a:lnTo>
                    <a:lnTo>
                      <a:pt x="24" y="9"/>
                    </a:lnTo>
                    <a:lnTo>
                      <a:pt x="22" y="10"/>
                    </a:lnTo>
                    <a:lnTo>
                      <a:pt x="19" y="12"/>
                    </a:lnTo>
                    <a:lnTo>
                      <a:pt x="18" y="14"/>
                    </a:lnTo>
                    <a:lnTo>
                      <a:pt x="16" y="15"/>
                    </a:lnTo>
                    <a:lnTo>
                      <a:pt x="15" y="18"/>
                    </a:lnTo>
                    <a:lnTo>
                      <a:pt x="12" y="19"/>
                    </a:lnTo>
                    <a:lnTo>
                      <a:pt x="11" y="21"/>
                    </a:lnTo>
                    <a:lnTo>
                      <a:pt x="10" y="24"/>
                    </a:lnTo>
                    <a:lnTo>
                      <a:pt x="7" y="26"/>
                    </a:lnTo>
                    <a:lnTo>
                      <a:pt x="6" y="28"/>
                    </a:lnTo>
                    <a:lnTo>
                      <a:pt x="5" y="31"/>
                    </a:lnTo>
                    <a:lnTo>
                      <a:pt x="4" y="33"/>
                    </a:lnTo>
                    <a:lnTo>
                      <a:pt x="4" y="36"/>
                    </a:lnTo>
                    <a:lnTo>
                      <a:pt x="3" y="38"/>
                    </a:lnTo>
                    <a:lnTo>
                      <a:pt x="1" y="40"/>
                    </a:lnTo>
                    <a:lnTo>
                      <a:pt x="1" y="43"/>
                    </a:lnTo>
                    <a:lnTo>
                      <a:pt x="0" y="45"/>
                    </a:lnTo>
                    <a:lnTo>
                      <a:pt x="0" y="49"/>
                    </a:lnTo>
                    <a:lnTo>
                      <a:pt x="0" y="51"/>
                    </a:lnTo>
                    <a:lnTo>
                      <a:pt x="0" y="54"/>
                    </a:lnTo>
                    <a:lnTo>
                      <a:pt x="0" y="57"/>
                    </a:lnTo>
                    <a:lnTo>
                      <a:pt x="0" y="60"/>
                    </a:lnTo>
                    <a:lnTo>
                      <a:pt x="0" y="62"/>
                    </a:lnTo>
                    <a:lnTo>
                      <a:pt x="1" y="64"/>
                    </a:lnTo>
                    <a:lnTo>
                      <a:pt x="1" y="68"/>
                    </a:lnTo>
                    <a:lnTo>
                      <a:pt x="3" y="70"/>
                    </a:lnTo>
                    <a:lnTo>
                      <a:pt x="4" y="73"/>
                    </a:lnTo>
                    <a:lnTo>
                      <a:pt x="4" y="75"/>
                    </a:lnTo>
                    <a:lnTo>
                      <a:pt x="5" y="78"/>
                    </a:lnTo>
                    <a:lnTo>
                      <a:pt x="6" y="80"/>
                    </a:lnTo>
                    <a:lnTo>
                      <a:pt x="7" y="82"/>
                    </a:lnTo>
                    <a:lnTo>
                      <a:pt x="10" y="85"/>
                    </a:lnTo>
                    <a:lnTo>
                      <a:pt x="11" y="86"/>
                    </a:lnTo>
                    <a:lnTo>
                      <a:pt x="12" y="88"/>
                    </a:lnTo>
                    <a:lnTo>
                      <a:pt x="15" y="91"/>
                    </a:lnTo>
                    <a:lnTo>
                      <a:pt x="16" y="92"/>
                    </a:lnTo>
                    <a:lnTo>
                      <a:pt x="18" y="94"/>
                    </a:lnTo>
                    <a:lnTo>
                      <a:pt x="19" y="96"/>
                    </a:lnTo>
                    <a:lnTo>
                      <a:pt x="22" y="98"/>
                    </a:lnTo>
                    <a:lnTo>
                      <a:pt x="24" y="99"/>
                    </a:lnTo>
                    <a:lnTo>
                      <a:pt x="27" y="100"/>
                    </a:lnTo>
                    <a:lnTo>
                      <a:pt x="29" y="102"/>
                    </a:lnTo>
                    <a:lnTo>
                      <a:pt x="31" y="103"/>
                    </a:lnTo>
                    <a:lnTo>
                      <a:pt x="34" y="104"/>
                    </a:lnTo>
                    <a:lnTo>
                      <a:pt x="36" y="105"/>
                    </a:lnTo>
                    <a:lnTo>
                      <a:pt x="39" y="106"/>
                    </a:lnTo>
                    <a:lnTo>
                      <a:pt x="41" y="106"/>
                    </a:lnTo>
                    <a:lnTo>
                      <a:pt x="43" y="108"/>
                    </a:lnTo>
                    <a:lnTo>
                      <a:pt x="46" y="108"/>
                    </a:lnTo>
                    <a:lnTo>
                      <a:pt x="49" y="108"/>
                    </a:lnTo>
                    <a:lnTo>
                      <a:pt x="52" y="109"/>
                    </a:lnTo>
                    <a:lnTo>
                      <a:pt x="54" y="109"/>
                    </a:lnTo>
                    <a:lnTo>
                      <a:pt x="58" y="109"/>
                    </a:lnTo>
                    <a:lnTo>
                      <a:pt x="60" y="108"/>
                    </a:lnTo>
                    <a:lnTo>
                      <a:pt x="63" y="108"/>
                    </a:lnTo>
                    <a:lnTo>
                      <a:pt x="65" y="108"/>
                    </a:lnTo>
                    <a:lnTo>
                      <a:pt x="69" y="106"/>
                    </a:lnTo>
                    <a:lnTo>
                      <a:pt x="71" y="106"/>
                    </a:lnTo>
                    <a:lnTo>
                      <a:pt x="73" y="105"/>
                    </a:lnTo>
                    <a:lnTo>
                      <a:pt x="76" y="104"/>
                    </a:lnTo>
                    <a:lnTo>
                      <a:pt x="78" y="103"/>
                    </a:lnTo>
                    <a:lnTo>
                      <a:pt x="81" y="102"/>
                    </a:lnTo>
                    <a:lnTo>
                      <a:pt x="83" y="100"/>
                    </a:lnTo>
                    <a:lnTo>
                      <a:pt x="85" y="99"/>
                    </a:lnTo>
                    <a:lnTo>
                      <a:pt x="87" y="98"/>
                    </a:lnTo>
                    <a:lnTo>
                      <a:pt x="89" y="96"/>
                    </a:lnTo>
                    <a:lnTo>
                      <a:pt x="91" y="94"/>
                    </a:lnTo>
                    <a:lnTo>
                      <a:pt x="93" y="92"/>
                    </a:lnTo>
                    <a:lnTo>
                      <a:pt x="95" y="91"/>
                    </a:lnTo>
                    <a:lnTo>
                      <a:pt x="96" y="88"/>
                    </a:lnTo>
                    <a:lnTo>
                      <a:pt x="99" y="86"/>
                    </a:lnTo>
                    <a:lnTo>
                      <a:pt x="100" y="85"/>
                    </a:lnTo>
                    <a:lnTo>
                      <a:pt x="101" y="82"/>
                    </a:lnTo>
                    <a:lnTo>
                      <a:pt x="102" y="80"/>
                    </a:lnTo>
                    <a:lnTo>
                      <a:pt x="103" y="78"/>
                    </a:lnTo>
                    <a:lnTo>
                      <a:pt x="105" y="75"/>
                    </a:lnTo>
                    <a:lnTo>
                      <a:pt x="106" y="73"/>
                    </a:lnTo>
                    <a:lnTo>
                      <a:pt x="107" y="70"/>
                    </a:lnTo>
                    <a:lnTo>
                      <a:pt x="107" y="68"/>
                    </a:lnTo>
                    <a:lnTo>
                      <a:pt x="108" y="64"/>
                    </a:lnTo>
                    <a:lnTo>
                      <a:pt x="108" y="62"/>
                    </a:lnTo>
                    <a:lnTo>
                      <a:pt x="108" y="60"/>
                    </a:lnTo>
                    <a:lnTo>
                      <a:pt x="109" y="57"/>
                    </a:lnTo>
                    <a:lnTo>
                      <a:pt x="109" y="54"/>
                    </a:lnTo>
                    <a:lnTo>
                      <a:pt x="109" y="51"/>
                    </a:lnTo>
                    <a:lnTo>
                      <a:pt x="108" y="49"/>
                    </a:lnTo>
                    <a:lnTo>
                      <a:pt x="108" y="45"/>
                    </a:lnTo>
                    <a:lnTo>
                      <a:pt x="108" y="43"/>
                    </a:lnTo>
                    <a:lnTo>
                      <a:pt x="107" y="40"/>
                    </a:lnTo>
                    <a:lnTo>
                      <a:pt x="107" y="38"/>
                    </a:lnTo>
                    <a:lnTo>
                      <a:pt x="106" y="36"/>
                    </a:lnTo>
                    <a:lnTo>
                      <a:pt x="105" y="33"/>
                    </a:lnTo>
                    <a:lnTo>
                      <a:pt x="103" y="31"/>
                    </a:lnTo>
                    <a:lnTo>
                      <a:pt x="102" y="28"/>
                    </a:lnTo>
                    <a:lnTo>
                      <a:pt x="101" y="26"/>
                    </a:lnTo>
                    <a:lnTo>
                      <a:pt x="100" y="24"/>
                    </a:lnTo>
                    <a:lnTo>
                      <a:pt x="99" y="21"/>
                    </a:lnTo>
                    <a:lnTo>
                      <a:pt x="96" y="19"/>
                    </a:lnTo>
                    <a:lnTo>
                      <a:pt x="95" y="18"/>
                    </a:lnTo>
                    <a:lnTo>
                      <a:pt x="93" y="15"/>
                    </a:lnTo>
                    <a:lnTo>
                      <a:pt x="91" y="14"/>
                    </a:lnTo>
                    <a:lnTo>
                      <a:pt x="89" y="12"/>
                    </a:lnTo>
                    <a:lnTo>
                      <a:pt x="87" y="10"/>
                    </a:lnTo>
                    <a:lnTo>
                      <a:pt x="85" y="9"/>
                    </a:lnTo>
                    <a:lnTo>
                      <a:pt x="83" y="7"/>
                    </a:lnTo>
                    <a:lnTo>
                      <a:pt x="81" y="6"/>
                    </a:lnTo>
                    <a:lnTo>
                      <a:pt x="78" y="4"/>
                    </a:lnTo>
                    <a:lnTo>
                      <a:pt x="76" y="3"/>
                    </a:lnTo>
                    <a:lnTo>
                      <a:pt x="73" y="3"/>
                    </a:lnTo>
                    <a:lnTo>
                      <a:pt x="71" y="2"/>
                    </a:lnTo>
                    <a:lnTo>
                      <a:pt x="69" y="1"/>
                    </a:lnTo>
                    <a:lnTo>
                      <a:pt x="65" y="1"/>
                    </a:lnTo>
                    <a:lnTo>
                      <a:pt x="63" y="0"/>
                    </a:lnTo>
                    <a:lnTo>
                      <a:pt x="60" y="0"/>
                    </a:lnTo>
                    <a:lnTo>
                      <a:pt x="58" y="0"/>
                    </a:lnTo>
                    <a:lnTo>
                      <a:pt x="54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4233" name="Rectangle 29">
              <a:extLst>
                <a:ext uri="{FF2B5EF4-FFF2-40B4-BE49-F238E27FC236}">
                  <a16:creationId xmlns:a16="http://schemas.microsoft.com/office/drawing/2014/main" id="{18BBA3E2-49DB-4C60-B879-937005F3B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6405" y="4725988"/>
              <a:ext cx="685800" cy="106679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4" name="Rectangle 30">
              <a:extLst>
                <a:ext uri="{FF2B5EF4-FFF2-40B4-BE49-F238E27FC236}">
                  <a16:creationId xmlns:a16="http://schemas.microsoft.com/office/drawing/2014/main" id="{91241C3D-8C09-4B2E-A05D-93B4BB0F6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2005" y="545147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5" name="Rectangle 31">
              <a:extLst>
                <a:ext uri="{FF2B5EF4-FFF2-40B4-BE49-F238E27FC236}">
                  <a16:creationId xmlns:a16="http://schemas.microsoft.com/office/drawing/2014/main" id="{893F7692-3BD6-4F96-A3CA-32FC55705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605" y="490537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6" name="Rectangle 32">
              <a:extLst>
                <a:ext uri="{FF2B5EF4-FFF2-40B4-BE49-F238E27FC236}">
                  <a16:creationId xmlns:a16="http://schemas.microsoft.com/office/drawing/2014/main" id="{612BC242-B3CB-443F-B3AB-DC4896FA9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7892" y="4899025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7" name="Line 33">
              <a:extLst>
                <a:ext uri="{FF2B5EF4-FFF2-40B4-BE49-F238E27FC236}">
                  <a16:creationId xmlns:a16="http://schemas.microsoft.com/office/drawing/2014/main" id="{868A98A8-BF64-493B-8CB3-5907B0909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1705" y="5430838"/>
              <a:ext cx="762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238" name="Rectangle 38">
              <a:extLst>
                <a:ext uri="{FF2B5EF4-FFF2-40B4-BE49-F238E27FC236}">
                  <a16:creationId xmlns:a16="http://schemas.microsoft.com/office/drawing/2014/main" id="{3C85B91E-222D-4FF4-A723-1A6C05EE0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9480" y="54435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39" name="Rectangle 39">
              <a:extLst>
                <a:ext uri="{FF2B5EF4-FFF2-40B4-BE49-F238E27FC236}">
                  <a16:creationId xmlns:a16="http://schemas.microsoft.com/office/drawing/2014/main" id="{1B8183D9-3DB8-4740-9B7B-D29920D6D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017" y="4743450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0" name="Rectangle 40">
              <a:extLst>
                <a:ext uri="{FF2B5EF4-FFF2-40B4-BE49-F238E27FC236}">
                  <a16:creationId xmlns:a16="http://schemas.microsoft.com/office/drawing/2014/main" id="{1BF9AC2B-162A-47EB-9D41-2F51A0B08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192" y="4827588"/>
              <a:ext cx="198438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m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1" name="Rectangle 41">
              <a:extLst>
                <a:ext uri="{FF2B5EF4-FFF2-40B4-BE49-F238E27FC236}">
                  <a16:creationId xmlns:a16="http://schemas.microsoft.com/office/drawing/2014/main" id="{96CECFBA-5498-4610-8AC1-A8B168549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63180" y="4743450"/>
              <a:ext cx="244475" cy="238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2" name="Rectangle 42">
              <a:extLst>
                <a:ext uri="{FF2B5EF4-FFF2-40B4-BE49-F238E27FC236}">
                  <a16:creationId xmlns:a16="http://schemas.microsoft.com/office/drawing/2014/main" id="{3D0A7B1E-0932-4DCE-827D-ED207ED3A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3355" y="4827588"/>
              <a:ext cx="14605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100" b="0">
                  <a:solidFill>
                    <a:srgbClr val="000000"/>
                  </a:solidFill>
                  <a:latin typeface="Times-Roman" charset="0"/>
                </a:rPr>
                <a:t>s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3" name="Rectangle 66">
              <a:extLst>
                <a:ext uri="{FF2B5EF4-FFF2-40B4-BE49-F238E27FC236}">
                  <a16:creationId xmlns:a16="http://schemas.microsoft.com/office/drawing/2014/main" id="{0DD6F787-8861-46C1-BB48-1AF10E694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605" y="5435600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4" name="Rectangle 67">
              <a:extLst>
                <a:ext uri="{FF2B5EF4-FFF2-40B4-BE49-F238E27FC236}">
                  <a16:creationId xmlns:a16="http://schemas.microsoft.com/office/drawing/2014/main" id="{DC8F963F-7FD0-469D-BDBA-C4CBF3655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3730" y="5435600"/>
              <a:ext cx="292100" cy="212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 i="1">
                  <a:solidFill>
                    <a:srgbClr val="000000"/>
                  </a:solidFill>
                  <a:latin typeface="Times-Roman" charset="0"/>
                </a:rPr>
                <a:t>Clk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5" name="Oval 68">
              <a:extLst>
                <a:ext uri="{FF2B5EF4-FFF2-40B4-BE49-F238E27FC236}">
                  <a16:creationId xmlns:a16="http://schemas.microsoft.com/office/drawing/2014/main" id="{AE494747-0077-43A7-A209-3C8987E3F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4380" y="5512255"/>
              <a:ext cx="74613" cy="7302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94246" name="Line 11">
              <a:extLst>
                <a:ext uri="{FF2B5EF4-FFF2-40B4-BE49-F238E27FC236}">
                  <a16:creationId xmlns:a16="http://schemas.microsoft.com/office/drawing/2014/main" id="{40A6A629-B181-43B6-A798-C3640BA0F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7889" y="5543991"/>
              <a:ext cx="2667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" name="Group 12">
            <a:extLst>
              <a:ext uri="{FF2B5EF4-FFF2-40B4-BE49-F238E27FC236}">
                <a16:creationId xmlns:a16="http://schemas.microsoft.com/office/drawing/2014/main" id="{E4D929B9-1675-483A-909B-AE85EA39F4D4}"/>
              </a:ext>
            </a:extLst>
          </p:cNvPr>
          <p:cNvGrpSpPr>
            <a:grpSpLocks/>
          </p:cNvGrpSpPr>
          <p:nvPr/>
        </p:nvGrpSpPr>
        <p:grpSpPr bwMode="auto">
          <a:xfrm>
            <a:off x="7240588" y="1524000"/>
            <a:ext cx="1485900" cy="1063625"/>
            <a:chOff x="3848100" y="3200400"/>
            <a:chExt cx="1485900" cy="1063625"/>
          </a:xfrm>
        </p:grpSpPr>
        <p:sp>
          <p:nvSpPr>
            <p:cNvPr id="101" name="Rectangle 50">
              <a:extLst>
                <a:ext uri="{FF2B5EF4-FFF2-40B4-BE49-F238E27FC236}">
                  <a16:creationId xmlns:a16="http://schemas.microsoft.com/office/drawing/2014/main" id="{D344D563-C23F-48CB-9F0F-1CCB309D9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150" y="3200400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2" name="Rectangle 52">
              <a:extLst>
                <a:ext uri="{FF2B5EF4-FFF2-40B4-BE49-F238E27FC236}">
                  <a16:creationId xmlns:a16="http://schemas.microsoft.com/office/drawing/2014/main" id="{66F7D9A9-A924-4BCD-8463-61BAACC88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413" y="337343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3" name="Rectangle 53">
              <a:extLst>
                <a:ext uri="{FF2B5EF4-FFF2-40B4-BE49-F238E27FC236}">
                  <a16:creationId xmlns:a16="http://schemas.microsoft.com/office/drawing/2014/main" id="{369470E2-F5D0-47F8-AD36-95793C560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1700" y="3367088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4" name="Line 54">
              <a:extLst>
                <a:ext uri="{FF2B5EF4-FFF2-40B4-BE49-F238E27FC236}">
                  <a16:creationId xmlns:a16="http://schemas.microsoft.com/office/drawing/2014/main" id="{FB529F5A-EF7A-4234-8C78-FE9134BAB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4400" y="3902075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55">
              <a:extLst>
                <a:ext uri="{FF2B5EF4-FFF2-40B4-BE49-F238E27FC236}">
                  <a16:creationId xmlns:a16="http://schemas.microsoft.com/office/drawing/2014/main" id="{E81EB2C0-CF3E-4BBF-9B73-CA80D787C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150" y="3940175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57">
              <a:extLst>
                <a:ext uri="{FF2B5EF4-FFF2-40B4-BE49-F238E27FC236}">
                  <a16:creationId xmlns:a16="http://schemas.microsoft.com/office/drawing/2014/main" id="{D763A1EC-37DF-4346-856C-7D6B216C4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313" y="3957638"/>
              <a:ext cx="85725" cy="87313"/>
            </a:xfrm>
            <a:custGeom>
              <a:avLst/>
              <a:gdLst>
                <a:gd name="T0" fmla="*/ 2147483646 w 109"/>
                <a:gd name="T1" fmla="*/ 0 h 109"/>
                <a:gd name="T2" fmla="*/ 2147483646 w 109"/>
                <a:gd name="T3" fmla="*/ 2147483646 h 109"/>
                <a:gd name="T4" fmla="*/ 2147483646 w 109"/>
                <a:gd name="T5" fmla="*/ 2147483646 h 109"/>
                <a:gd name="T6" fmla="*/ 2147483646 w 109"/>
                <a:gd name="T7" fmla="*/ 2147483646 h 109"/>
                <a:gd name="T8" fmla="*/ 2147483646 w 109"/>
                <a:gd name="T9" fmla="*/ 2147483646 h 109"/>
                <a:gd name="T10" fmla="*/ 2147483646 w 109"/>
                <a:gd name="T11" fmla="*/ 2147483646 h 109"/>
                <a:gd name="T12" fmla="*/ 2147483646 w 109"/>
                <a:gd name="T13" fmla="*/ 2147483646 h 109"/>
                <a:gd name="T14" fmla="*/ 2147483646 w 109"/>
                <a:gd name="T15" fmla="*/ 2147483646 h 109"/>
                <a:gd name="T16" fmla="*/ 0 w 109"/>
                <a:gd name="T17" fmla="*/ 2147483646 h 109"/>
                <a:gd name="T18" fmla="*/ 0 w 109"/>
                <a:gd name="T19" fmla="*/ 2147483646 h 109"/>
                <a:gd name="T20" fmla="*/ 0 w 109"/>
                <a:gd name="T21" fmla="*/ 2147483646 h 109"/>
                <a:gd name="T22" fmla="*/ 0 w 109"/>
                <a:gd name="T23" fmla="*/ 2147483646 h 109"/>
                <a:gd name="T24" fmla="*/ 0 w 109"/>
                <a:gd name="T25" fmla="*/ 2147483646 h 109"/>
                <a:gd name="T26" fmla="*/ 2147483646 w 109"/>
                <a:gd name="T27" fmla="*/ 2147483646 h 109"/>
                <a:gd name="T28" fmla="*/ 2147483646 w 109"/>
                <a:gd name="T29" fmla="*/ 2147483646 h 109"/>
                <a:gd name="T30" fmla="*/ 2147483646 w 109"/>
                <a:gd name="T31" fmla="*/ 2147483646 h 109"/>
                <a:gd name="T32" fmla="*/ 2147483646 w 109"/>
                <a:gd name="T33" fmla="*/ 2147483646 h 109"/>
                <a:gd name="T34" fmla="*/ 2147483646 w 109"/>
                <a:gd name="T35" fmla="*/ 2147483646 h 109"/>
                <a:gd name="T36" fmla="*/ 2147483646 w 109"/>
                <a:gd name="T37" fmla="*/ 2147483646 h 109"/>
                <a:gd name="T38" fmla="*/ 2147483646 w 109"/>
                <a:gd name="T39" fmla="*/ 2147483646 h 109"/>
                <a:gd name="T40" fmla="*/ 2147483646 w 109"/>
                <a:gd name="T41" fmla="*/ 2147483646 h 109"/>
                <a:gd name="T42" fmla="*/ 2147483646 w 109"/>
                <a:gd name="T43" fmla="*/ 2147483646 h 109"/>
                <a:gd name="T44" fmla="*/ 2147483646 w 109"/>
                <a:gd name="T45" fmla="*/ 2147483646 h 109"/>
                <a:gd name="T46" fmla="*/ 2147483646 w 109"/>
                <a:gd name="T47" fmla="*/ 2147483646 h 109"/>
                <a:gd name="T48" fmla="*/ 2147483646 w 109"/>
                <a:gd name="T49" fmla="*/ 2147483646 h 109"/>
                <a:gd name="T50" fmla="*/ 2147483646 w 109"/>
                <a:gd name="T51" fmla="*/ 2147483646 h 109"/>
                <a:gd name="T52" fmla="*/ 2147483646 w 109"/>
                <a:gd name="T53" fmla="*/ 2147483646 h 109"/>
                <a:gd name="T54" fmla="*/ 2147483646 w 109"/>
                <a:gd name="T55" fmla="*/ 2147483646 h 109"/>
                <a:gd name="T56" fmla="*/ 2147483646 w 109"/>
                <a:gd name="T57" fmla="*/ 2147483646 h 109"/>
                <a:gd name="T58" fmla="*/ 2147483646 w 109"/>
                <a:gd name="T59" fmla="*/ 2147483646 h 109"/>
                <a:gd name="T60" fmla="*/ 2147483646 w 109"/>
                <a:gd name="T61" fmla="*/ 2147483646 h 109"/>
                <a:gd name="T62" fmla="*/ 2147483646 w 109"/>
                <a:gd name="T63" fmla="*/ 2147483646 h 109"/>
                <a:gd name="T64" fmla="*/ 2147483646 w 109"/>
                <a:gd name="T65" fmla="*/ 2147483646 h 109"/>
                <a:gd name="T66" fmla="*/ 2147483646 w 109"/>
                <a:gd name="T67" fmla="*/ 2147483646 h 109"/>
                <a:gd name="T68" fmla="*/ 2147483646 w 109"/>
                <a:gd name="T69" fmla="*/ 2147483646 h 109"/>
                <a:gd name="T70" fmla="*/ 2147483646 w 109"/>
                <a:gd name="T71" fmla="*/ 2147483646 h 109"/>
                <a:gd name="T72" fmla="*/ 2147483646 w 109"/>
                <a:gd name="T73" fmla="*/ 2147483646 h 109"/>
                <a:gd name="T74" fmla="*/ 2147483646 w 109"/>
                <a:gd name="T75" fmla="*/ 2147483646 h 109"/>
                <a:gd name="T76" fmla="*/ 2147483646 w 109"/>
                <a:gd name="T77" fmla="*/ 2147483646 h 109"/>
                <a:gd name="T78" fmla="*/ 2147483646 w 109"/>
                <a:gd name="T79" fmla="*/ 2147483646 h 109"/>
                <a:gd name="T80" fmla="*/ 2147483646 w 109"/>
                <a:gd name="T81" fmla="*/ 2147483646 h 109"/>
                <a:gd name="T82" fmla="*/ 2147483646 w 109"/>
                <a:gd name="T83" fmla="*/ 2147483646 h 109"/>
                <a:gd name="T84" fmla="*/ 2147483646 w 109"/>
                <a:gd name="T85" fmla="*/ 0 h 109"/>
                <a:gd name="T86" fmla="*/ 2147483646 w 109"/>
                <a:gd name="T87" fmla="*/ 0 h 1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09"/>
                <a:gd name="T133" fmla="*/ 0 h 109"/>
                <a:gd name="T134" fmla="*/ 109 w 109"/>
                <a:gd name="T135" fmla="*/ 109 h 1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09" h="109">
                  <a:moveTo>
                    <a:pt x="54" y="0"/>
                  </a:moveTo>
                  <a:lnTo>
                    <a:pt x="52" y="0"/>
                  </a:lnTo>
                  <a:lnTo>
                    <a:pt x="49" y="0"/>
                  </a:lnTo>
                  <a:lnTo>
                    <a:pt x="46" y="0"/>
                  </a:lnTo>
                  <a:lnTo>
                    <a:pt x="43" y="2"/>
                  </a:lnTo>
                  <a:lnTo>
                    <a:pt x="41" y="2"/>
                  </a:lnTo>
                  <a:lnTo>
                    <a:pt x="39" y="3"/>
                  </a:lnTo>
                  <a:lnTo>
                    <a:pt x="36" y="4"/>
                  </a:lnTo>
                  <a:lnTo>
                    <a:pt x="34" y="4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8"/>
                  </a:lnTo>
                  <a:lnTo>
                    <a:pt x="24" y="10"/>
                  </a:lnTo>
                  <a:lnTo>
                    <a:pt x="22" y="11"/>
                  </a:lnTo>
                  <a:lnTo>
                    <a:pt x="19" y="12"/>
                  </a:lnTo>
                  <a:lnTo>
                    <a:pt x="18" y="15"/>
                  </a:lnTo>
                  <a:lnTo>
                    <a:pt x="16" y="16"/>
                  </a:lnTo>
                  <a:lnTo>
                    <a:pt x="15" y="18"/>
                  </a:lnTo>
                  <a:lnTo>
                    <a:pt x="12" y="20"/>
                  </a:lnTo>
                  <a:lnTo>
                    <a:pt x="11" y="22"/>
                  </a:lnTo>
                  <a:lnTo>
                    <a:pt x="10" y="24"/>
                  </a:lnTo>
                  <a:lnTo>
                    <a:pt x="7" y="27"/>
                  </a:lnTo>
                  <a:lnTo>
                    <a:pt x="6" y="29"/>
                  </a:lnTo>
                  <a:lnTo>
                    <a:pt x="5" y="32"/>
                  </a:lnTo>
                  <a:lnTo>
                    <a:pt x="4" y="34"/>
                  </a:lnTo>
                  <a:lnTo>
                    <a:pt x="4" y="36"/>
                  </a:lnTo>
                  <a:lnTo>
                    <a:pt x="3" y="39"/>
                  </a:lnTo>
                  <a:lnTo>
                    <a:pt x="1" y="41"/>
                  </a:lnTo>
                  <a:lnTo>
                    <a:pt x="1" y="44"/>
                  </a:lnTo>
                  <a:lnTo>
                    <a:pt x="0" y="46"/>
                  </a:lnTo>
                  <a:lnTo>
                    <a:pt x="0" y="50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1" y="69"/>
                  </a:lnTo>
                  <a:lnTo>
                    <a:pt x="3" y="71"/>
                  </a:lnTo>
                  <a:lnTo>
                    <a:pt x="4" y="74"/>
                  </a:lnTo>
                  <a:lnTo>
                    <a:pt x="4" y="76"/>
                  </a:lnTo>
                  <a:lnTo>
                    <a:pt x="5" y="78"/>
                  </a:lnTo>
                  <a:lnTo>
                    <a:pt x="6" y="81"/>
                  </a:lnTo>
                  <a:lnTo>
                    <a:pt x="7" y="83"/>
                  </a:lnTo>
                  <a:lnTo>
                    <a:pt x="10" y="86"/>
                  </a:lnTo>
                  <a:lnTo>
                    <a:pt x="11" y="87"/>
                  </a:lnTo>
                  <a:lnTo>
                    <a:pt x="12" y="89"/>
                  </a:lnTo>
                  <a:lnTo>
                    <a:pt x="15" y="92"/>
                  </a:lnTo>
                  <a:lnTo>
                    <a:pt x="16" y="93"/>
                  </a:lnTo>
                  <a:lnTo>
                    <a:pt x="18" y="95"/>
                  </a:lnTo>
                  <a:lnTo>
                    <a:pt x="19" y="96"/>
                  </a:lnTo>
                  <a:lnTo>
                    <a:pt x="22" y="99"/>
                  </a:lnTo>
                  <a:lnTo>
                    <a:pt x="24" y="100"/>
                  </a:lnTo>
                  <a:lnTo>
                    <a:pt x="27" y="101"/>
                  </a:lnTo>
                  <a:lnTo>
                    <a:pt x="29" y="102"/>
                  </a:lnTo>
                  <a:lnTo>
                    <a:pt x="31" y="103"/>
                  </a:lnTo>
                  <a:lnTo>
                    <a:pt x="34" y="105"/>
                  </a:lnTo>
                  <a:lnTo>
                    <a:pt x="36" y="106"/>
                  </a:lnTo>
                  <a:lnTo>
                    <a:pt x="39" y="107"/>
                  </a:lnTo>
                  <a:lnTo>
                    <a:pt x="41" y="107"/>
                  </a:lnTo>
                  <a:lnTo>
                    <a:pt x="43" y="108"/>
                  </a:lnTo>
                  <a:lnTo>
                    <a:pt x="46" y="108"/>
                  </a:lnTo>
                  <a:lnTo>
                    <a:pt x="49" y="108"/>
                  </a:lnTo>
                  <a:lnTo>
                    <a:pt x="52" y="109"/>
                  </a:lnTo>
                  <a:lnTo>
                    <a:pt x="54" y="109"/>
                  </a:lnTo>
                  <a:lnTo>
                    <a:pt x="58" y="109"/>
                  </a:lnTo>
                  <a:lnTo>
                    <a:pt x="60" y="108"/>
                  </a:lnTo>
                  <a:lnTo>
                    <a:pt x="63" y="108"/>
                  </a:lnTo>
                  <a:lnTo>
                    <a:pt x="65" y="108"/>
                  </a:lnTo>
                  <a:lnTo>
                    <a:pt x="69" y="107"/>
                  </a:lnTo>
                  <a:lnTo>
                    <a:pt x="71" y="107"/>
                  </a:lnTo>
                  <a:lnTo>
                    <a:pt x="73" y="106"/>
                  </a:lnTo>
                  <a:lnTo>
                    <a:pt x="76" y="105"/>
                  </a:lnTo>
                  <a:lnTo>
                    <a:pt x="78" y="103"/>
                  </a:lnTo>
                  <a:lnTo>
                    <a:pt x="81" y="102"/>
                  </a:lnTo>
                  <a:lnTo>
                    <a:pt x="83" y="101"/>
                  </a:lnTo>
                  <a:lnTo>
                    <a:pt x="85" y="100"/>
                  </a:lnTo>
                  <a:lnTo>
                    <a:pt x="87" y="99"/>
                  </a:lnTo>
                  <a:lnTo>
                    <a:pt x="89" y="96"/>
                  </a:lnTo>
                  <a:lnTo>
                    <a:pt x="91" y="95"/>
                  </a:lnTo>
                  <a:lnTo>
                    <a:pt x="93" y="93"/>
                  </a:lnTo>
                  <a:lnTo>
                    <a:pt x="95" y="92"/>
                  </a:lnTo>
                  <a:lnTo>
                    <a:pt x="96" y="89"/>
                  </a:lnTo>
                  <a:lnTo>
                    <a:pt x="99" y="87"/>
                  </a:lnTo>
                  <a:lnTo>
                    <a:pt x="100" y="86"/>
                  </a:lnTo>
                  <a:lnTo>
                    <a:pt x="101" y="83"/>
                  </a:lnTo>
                  <a:lnTo>
                    <a:pt x="102" y="81"/>
                  </a:lnTo>
                  <a:lnTo>
                    <a:pt x="103" y="78"/>
                  </a:lnTo>
                  <a:lnTo>
                    <a:pt x="105" y="76"/>
                  </a:lnTo>
                  <a:lnTo>
                    <a:pt x="106" y="74"/>
                  </a:lnTo>
                  <a:lnTo>
                    <a:pt x="107" y="71"/>
                  </a:lnTo>
                  <a:lnTo>
                    <a:pt x="107" y="69"/>
                  </a:lnTo>
                  <a:lnTo>
                    <a:pt x="108" y="65"/>
                  </a:lnTo>
                  <a:lnTo>
                    <a:pt x="108" y="63"/>
                  </a:lnTo>
                  <a:lnTo>
                    <a:pt x="108" y="60"/>
                  </a:lnTo>
                  <a:lnTo>
                    <a:pt x="109" y="58"/>
                  </a:lnTo>
                  <a:lnTo>
                    <a:pt x="109" y="54"/>
                  </a:lnTo>
                  <a:lnTo>
                    <a:pt x="109" y="52"/>
                  </a:lnTo>
                  <a:lnTo>
                    <a:pt x="108" y="50"/>
                  </a:lnTo>
                  <a:lnTo>
                    <a:pt x="108" y="46"/>
                  </a:lnTo>
                  <a:lnTo>
                    <a:pt x="108" y="44"/>
                  </a:lnTo>
                  <a:lnTo>
                    <a:pt x="107" y="41"/>
                  </a:lnTo>
                  <a:lnTo>
                    <a:pt x="107" y="39"/>
                  </a:lnTo>
                  <a:lnTo>
                    <a:pt x="106" y="36"/>
                  </a:lnTo>
                  <a:lnTo>
                    <a:pt x="105" y="34"/>
                  </a:lnTo>
                  <a:lnTo>
                    <a:pt x="103" y="32"/>
                  </a:lnTo>
                  <a:lnTo>
                    <a:pt x="102" y="29"/>
                  </a:lnTo>
                  <a:lnTo>
                    <a:pt x="101" y="27"/>
                  </a:lnTo>
                  <a:lnTo>
                    <a:pt x="100" y="24"/>
                  </a:lnTo>
                  <a:lnTo>
                    <a:pt x="99" y="22"/>
                  </a:lnTo>
                  <a:lnTo>
                    <a:pt x="96" y="20"/>
                  </a:lnTo>
                  <a:lnTo>
                    <a:pt x="95" y="18"/>
                  </a:lnTo>
                  <a:lnTo>
                    <a:pt x="93" y="16"/>
                  </a:lnTo>
                  <a:lnTo>
                    <a:pt x="91" y="15"/>
                  </a:lnTo>
                  <a:lnTo>
                    <a:pt x="89" y="12"/>
                  </a:lnTo>
                  <a:lnTo>
                    <a:pt x="87" y="11"/>
                  </a:lnTo>
                  <a:lnTo>
                    <a:pt x="85" y="10"/>
                  </a:lnTo>
                  <a:lnTo>
                    <a:pt x="83" y="8"/>
                  </a:lnTo>
                  <a:lnTo>
                    <a:pt x="81" y="6"/>
                  </a:lnTo>
                  <a:lnTo>
                    <a:pt x="78" y="5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3"/>
                  </a:lnTo>
                  <a:lnTo>
                    <a:pt x="69" y="2"/>
                  </a:lnTo>
                  <a:lnTo>
                    <a:pt x="65" y="2"/>
                  </a:lnTo>
                  <a:lnTo>
                    <a:pt x="63" y="0"/>
                  </a:lnTo>
                  <a:lnTo>
                    <a:pt x="60" y="0"/>
                  </a:lnTo>
                  <a:lnTo>
                    <a:pt x="58" y="0"/>
                  </a:lnTo>
                  <a:lnTo>
                    <a:pt x="54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58">
              <a:extLst>
                <a:ext uri="{FF2B5EF4-FFF2-40B4-BE49-F238E27FC236}">
                  <a16:creationId xmlns:a16="http://schemas.microsoft.com/office/drawing/2014/main" id="{80F526B5-995A-4A76-BDEE-72396B9F7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100" y="3997325"/>
              <a:ext cx="3032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59">
              <a:extLst>
                <a:ext uri="{FF2B5EF4-FFF2-40B4-BE49-F238E27FC236}">
                  <a16:creationId xmlns:a16="http://schemas.microsoft.com/office/drawing/2014/main" id="{F2FBD633-145A-4B19-AC31-D27C12B38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8100" y="3467100"/>
              <a:ext cx="4000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60">
              <a:extLst>
                <a:ext uri="{FF2B5EF4-FFF2-40B4-BE49-F238E27FC236}">
                  <a16:creationId xmlns:a16="http://schemas.microsoft.com/office/drawing/2014/main" id="{5569E640-B37D-4063-A4CE-EFB1684DB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4900" y="3467100"/>
              <a:ext cx="419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61">
              <a:extLst>
                <a:ext uri="{FF2B5EF4-FFF2-40B4-BE49-F238E27FC236}">
                  <a16:creationId xmlns:a16="http://schemas.microsoft.com/office/drawing/2014/main" id="{41FC6C2F-C627-472A-A7F3-48053923C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4900" y="3997325"/>
              <a:ext cx="4191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62">
              <a:extLst>
                <a:ext uri="{FF2B5EF4-FFF2-40B4-BE49-F238E27FC236}">
                  <a16:creationId xmlns:a16="http://schemas.microsoft.com/office/drawing/2014/main" id="{EADF3756-3ACF-4C63-B3EF-55E37CE69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288" y="3911600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112" name="Group 3">
            <a:extLst>
              <a:ext uri="{FF2B5EF4-FFF2-40B4-BE49-F238E27FC236}">
                <a16:creationId xmlns:a16="http://schemas.microsoft.com/office/drawing/2014/main" id="{D3EADAB7-5403-4F92-9ED1-181813F2E9FA}"/>
              </a:ext>
            </a:extLst>
          </p:cNvPr>
          <p:cNvGrpSpPr>
            <a:grpSpLocks/>
          </p:cNvGrpSpPr>
          <p:nvPr/>
        </p:nvGrpSpPr>
        <p:grpSpPr bwMode="auto">
          <a:xfrm>
            <a:off x="7277100" y="4611687"/>
            <a:ext cx="1485900" cy="1063625"/>
            <a:chOff x="3581400" y="4936682"/>
            <a:chExt cx="1485900" cy="1063625"/>
          </a:xfrm>
        </p:grpSpPr>
        <p:sp>
          <p:nvSpPr>
            <p:cNvPr id="113" name="Rectangle 50">
              <a:extLst>
                <a:ext uri="{FF2B5EF4-FFF2-40B4-BE49-F238E27FC236}">
                  <a16:creationId xmlns:a16="http://schemas.microsoft.com/office/drawing/2014/main" id="{614EE6BC-D672-46E5-AC24-C9C70DBB7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450" y="4936682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4" name="Rectangle 52">
              <a:extLst>
                <a:ext uri="{FF2B5EF4-FFF2-40B4-BE49-F238E27FC236}">
                  <a16:creationId xmlns:a16="http://schemas.microsoft.com/office/drawing/2014/main" id="{DD771F08-B731-4575-87E6-6CA428922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510972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5" name="Rectangle 53">
              <a:extLst>
                <a:ext uri="{FF2B5EF4-FFF2-40B4-BE49-F238E27FC236}">
                  <a16:creationId xmlns:a16="http://schemas.microsoft.com/office/drawing/2014/main" id="{0B66C03B-DBD8-4B6D-88F1-A83A69779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510337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6" name="Line 54">
              <a:extLst>
                <a:ext uri="{FF2B5EF4-FFF2-40B4-BE49-F238E27FC236}">
                  <a16:creationId xmlns:a16="http://schemas.microsoft.com/office/drawing/2014/main" id="{4FA3D524-962E-4854-B5CF-A1F8EAA5B9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7700" y="5638357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5">
              <a:extLst>
                <a:ext uri="{FF2B5EF4-FFF2-40B4-BE49-F238E27FC236}">
                  <a16:creationId xmlns:a16="http://schemas.microsoft.com/office/drawing/2014/main" id="{4C45F355-73B5-43FB-B87D-07F652E63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450" y="5676457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58">
              <a:extLst>
                <a:ext uri="{FF2B5EF4-FFF2-40B4-BE49-F238E27FC236}">
                  <a16:creationId xmlns:a16="http://schemas.microsoft.com/office/drawing/2014/main" id="{96631CC2-534B-47E2-AE72-203D68CB4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733607"/>
              <a:ext cx="410152" cy="45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59">
              <a:extLst>
                <a:ext uri="{FF2B5EF4-FFF2-40B4-BE49-F238E27FC236}">
                  <a16:creationId xmlns:a16="http://schemas.microsoft.com/office/drawing/2014/main" id="{3779972A-C8A2-4AD9-A96E-7578AC3D0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203382"/>
              <a:ext cx="4000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60">
              <a:extLst>
                <a:ext uri="{FF2B5EF4-FFF2-40B4-BE49-F238E27FC236}">
                  <a16:creationId xmlns:a16="http://schemas.microsoft.com/office/drawing/2014/main" id="{6CE10B8D-25BC-4588-AF2D-F8AEA8BFB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5203382"/>
              <a:ext cx="419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61">
              <a:extLst>
                <a:ext uri="{FF2B5EF4-FFF2-40B4-BE49-F238E27FC236}">
                  <a16:creationId xmlns:a16="http://schemas.microsoft.com/office/drawing/2014/main" id="{D4A9B823-FD09-4D6D-833F-2E50D1676F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5733607"/>
              <a:ext cx="419100" cy="31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Rectangle 62">
              <a:extLst>
                <a:ext uri="{FF2B5EF4-FFF2-40B4-BE49-F238E27FC236}">
                  <a16:creationId xmlns:a16="http://schemas.microsoft.com/office/drawing/2014/main" id="{FCD8FFBA-25A3-4865-A179-6DCBAA3F1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588" y="5647882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F0070AF-A778-453D-9C43-21A0484AFFEC}"/>
                  </a:ext>
                </a:extLst>
              </p14:cNvPr>
              <p14:cNvContentPartPr/>
              <p14:nvPr/>
            </p14:nvContentPartPr>
            <p14:xfrm>
              <a:off x="6952320" y="2154600"/>
              <a:ext cx="1845360" cy="3433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F0070AF-A778-453D-9C43-21A0484AFF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5960" y="2145240"/>
                <a:ext cx="2071080" cy="345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35EE4D-FB17-4CB7-8C7C-1E25AAF518DB}"/>
                  </a:ext>
                </a:extLst>
              </p14:cNvPr>
              <p14:cNvContentPartPr/>
              <p14:nvPr/>
            </p14:nvContentPartPr>
            <p14:xfrm>
              <a:off x="7565163" y="3213861"/>
              <a:ext cx="346680" cy="12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35EE4D-FB17-4CB7-8C7C-1E25AAF518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6523" y="3205221"/>
                <a:ext cx="364320" cy="141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21" name="Group 1">
            <a:extLst>
              <a:ext uri="{FF2B5EF4-FFF2-40B4-BE49-F238E27FC236}">
                <a16:creationId xmlns:a16="http://schemas.microsoft.com/office/drawing/2014/main" id="{ACB6F221-A165-42EB-8597-9F2E274E90B3}"/>
              </a:ext>
            </a:extLst>
          </p:cNvPr>
          <p:cNvGrpSpPr>
            <a:grpSpLocks/>
          </p:cNvGrpSpPr>
          <p:nvPr/>
        </p:nvGrpSpPr>
        <p:grpSpPr bwMode="auto">
          <a:xfrm>
            <a:off x="2521774" y="1165655"/>
            <a:ext cx="6596062" cy="2895600"/>
            <a:chOff x="2700338" y="3505200"/>
            <a:chExt cx="6291262" cy="2708275"/>
          </a:xfrm>
        </p:grpSpPr>
        <p:sp>
          <p:nvSpPr>
            <p:cNvPr id="107576" name="Line 4">
              <a:extLst>
                <a:ext uri="{FF2B5EF4-FFF2-40B4-BE49-F238E27FC236}">
                  <a16:creationId xmlns:a16="http://schemas.microsoft.com/office/drawing/2014/main" id="{852ADE0D-0955-4D3A-BEA9-A55C178261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9088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7" name="Line 5">
              <a:extLst>
                <a:ext uri="{FF2B5EF4-FFF2-40B4-BE49-F238E27FC236}">
                  <a16:creationId xmlns:a16="http://schemas.microsoft.com/office/drawing/2014/main" id="{30E4DF41-4A14-4562-9565-D38559F53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3225" y="3505200"/>
              <a:ext cx="1588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8" name="Line 6">
              <a:extLst>
                <a:ext uri="{FF2B5EF4-FFF2-40B4-BE49-F238E27FC236}">
                  <a16:creationId xmlns:a16="http://schemas.microsoft.com/office/drawing/2014/main" id="{79B069A7-EB9F-4636-8DCB-BA8F2CCCE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73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9" name="Line 7">
              <a:extLst>
                <a:ext uri="{FF2B5EF4-FFF2-40B4-BE49-F238E27FC236}">
                  <a16:creationId xmlns:a16="http://schemas.microsoft.com/office/drawing/2014/main" id="{D5638649-9946-417A-B8D5-4C61CA4EC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0863" y="3505200"/>
              <a:ext cx="1587" cy="2708275"/>
            </a:xfrm>
            <a:prstGeom prst="line">
              <a:avLst/>
            </a:prstGeom>
            <a:noFill/>
            <a:ln w="17463">
              <a:solidFill>
                <a:srgbClr val="7F7F7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0" name="Rectangle 8">
              <a:extLst>
                <a:ext uri="{FF2B5EF4-FFF2-40B4-BE49-F238E27FC236}">
                  <a16:creationId xmlns:a16="http://schemas.microsoft.com/office/drawing/2014/main" id="{610E8F03-5C2F-4C6D-A32C-2405D6BF2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6088" y="4232275"/>
              <a:ext cx="20518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1" name="Rectangle 9">
              <a:extLst>
                <a:ext uri="{FF2B5EF4-FFF2-40B4-BE49-F238E27FC236}">
                  <a16:creationId xmlns:a16="http://schemas.microsoft.com/office/drawing/2014/main" id="{F7FF4BE9-E32D-4DF5-9BC0-ED77E2C94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0338" y="3687763"/>
              <a:ext cx="56906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2" name="Rectangle 10">
              <a:extLst>
                <a:ext uri="{FF2B5EF4-FFF2-40B4-BE49-F238E27FC236}">
                  <a16:creationId xmlns:a16="http://schemas.microsoft.com/office/drawing/2014/main" id="{25ED3184-FD60-4AD5-BEE8-F3EECC72E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4746625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3" name="Rectangle 11">
              <a:extLst>
                <a:ext uri="{FF2B5EF4-FFF2-40B4-BE49-F238E27FC236}">
                  <a16:creationId xmlns:a16="http://schemas.microsoft.com/office/drawing/2014/main" id="{15A961CD-E254-4C64-BD8B-68C4B89E7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4832350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a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4" name="Rectangle 12">
              <a:extLst>
                <a:ext uri="{FF2B5EF4-FFF2-40B4-BE49-F238E27FC236}">
                  <a16:creationId xmlns:a16="http://schemas.microsoft.com/office/drawing/2014/main" id="{CD5FC61B-A34C-451D-877F-DC10B738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275" y="5295900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5" name="Rectangle 14">
              <a:extLst>
                <a:ext uri="{FF2B5EF4-FFF2-40B4-BE49-F238E27FC236}">
                  <a16:creationId xmlns:a16="http://schemas.microsoft.com/office/drawing/2014/main" id="{A1C459B3-0512-43EC-9855-595D56C0C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2450" y="5383213"/>
              <a:ext cx="128240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b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86" name="Freeform 66">
              <a:extLst>
                <a:ext uri="{FF2B5EF4-FFF2-40B4-BE49-F238E27FC236}">
                  <a16:creationId xmlns:a16="http://schemas.microsoft.com/office/drawing/2014/main" id="{A3D6B6A2-DD27-4C83-87E7-EC96286B9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3641725"/>
              <a:ext cx="5683250" cy="285750"/>
            </a:xfrm>
            <a:custGeom>
              <a:avLst/>
              <a:gdLst>
                <a:gd name="T0" fmla="*/ 2147483646 w 7160"/>
                <a:gd name="T1" fmla="*/ 2147483646 h 360"/>
                <a:gd name="T2" fmla="*/ 2147483646 w 7160"/>
                <a:gd name="T3" fmla="*/ 2147483646 h 360"/>
                <a:gd name="T4" fmla="*/ 2147483646 w 7160"/>
                <a:gd name="T5" fmla="*/ 0 h 360"/>
                <a:gd name="T6" fmla="*/ 2147483646 w 7160"/>
                <a:gd name="T7" fmla="*/ 0 h 360"/>
                <a:gd name="T8" fmla="*/ 2147483646 w 7160"/>
                <a:gd name="T9" fmla="*/ 2147483646 h 360"/>
                <a:gd name="T10" fmla="*/ 2147483646 w 7160"/>
                <a:gd name="T11" fmla="*/ 2147483646 h 360"/>
                <a:gd name="T12" fmla="*/ 2147483646 w 7160"/>
                <a:gd name="T13" fmla="*/ 0 h 360"/>
                <a:gd name="T14" fmla="*/ 2147483646 w 7160"/>
                <a:gd name="T15" fmla="*/ 0 h 360"/>
                <a:gd name="T16" fmla="*/ 2147483646 w 7160"/>
                <a:gd name="T17" fmla="*/ 2147483646 h 360"/>
                <a:gd name="T18" fmla="*/ 0 w 7160"/>
                <a:gd name="T19" fmla="*/ 2147483646 h 3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160"/>
                <a:gd name="T31" fmla="*/ 0 h 360"/>
                <a:gd name="T32" fmla="*/ 7160 w 7160"/>
                <a:gd name="T33" fmla="*/ 360 h 3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160" h="360">
                  <a:moveTo>
                    <a:pt x="7160" y="360"/>
                  </a:moveTo>
                  <a:lnTo>
                    <a:pt x="6127" y="360"/>
                  </a:lnTo>
                  <a:lnTo>
                    <a:pt x="6127" y="0"/>
                  </a:lnTo>
                  <a:lnTo>
                    <a:pt x="4445" y="0"/>
                  </a:lnTo>
                  <a:lnTo>
                    <a:pt x="4445" y="360"/>
                  </a:lnTo>
                  <a:lnTo>
                    <a:pt x="2739" y="360"/>
                  </a:lnTo>
                  <a:lnTo>
                    <a:pt x="2739" y="0"/>
                  </a:lnTo>
                  <a:lnTo>
                    <a:pt x="1034" y="0"/>
                  </a:lnTo>
                  <a:lnTo>
                    <a:pt x="1034" y="360"/>
                  </a:lnTo>
                  <a:lnTo>
                    <a:pt x="0" y="360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7" name="Freeform 67">
              <a:extLst>
                <a:ext uri="{FF2B5EF4-FFF2-40B4-BE49-F238E27FC236}">
                  <a16:creationId xmlns:a16="http://schemas.microsoft.com/office/drawing/2014/main" id="{6E5443B2-812A-49B2-9C9E-5CDA05BF1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194174"/>
              <a:ext cx="5683250" cy="266700"/>
            </a:xfrm>
            <a:custGeom>
              <a:avLst/>
              <a:gdLst>
                <a:gd name="T0" fmla="*/ 2147483646 w 7160"/>
                <a:gd name="T1" fmla="*/ 2147483646 h 336"/>
                <a:gd name="T2" fmla="*/ 2147483646 w 7160"/>
                <a:gd name="T3" fmla="*/ 2147483646 h 336"/>
                <a:gd name="T4" fmla="*/ 2147483646 w 7160"/>
                <a:gd name="T5" fmla="*/ 0 h 336"/>
                <a:gd name="T6" fmla="*/ 2147483646 w 7160"/>
                <a:gd name="T7" fmla="*/ 0 h 336"/>
                <a:gd name="T8" fmla="*/ 2147483646 w 7160"/>
                <a:gd name="T9" fmla="*/ 2147483646 h 336"/>
                <a:gd name="T10" fmla="*/ 2147483646 w 7160"/>
                <a:gd name="T11" fmla="*/ 2147483646 h 336"/>
                <a:gd name="T12" fmla="*/ 2147483646 w 7160"/>
                <a:gd name="T13" fmla="*/ 0 h 336"/>
                <a:gd name="T14" fmla="*/ 2147483646 w 7160"/>
                <a:gd name="T15" fmla="*/ 0 h 336"/>
                <a:gd name="T16" fmla="*/ 2147483646 w 7160"/>
                <a:gd name="T17" fmla="*/ 2147483646 h 336"/>
                <a:gd name="T18" fmla="*/ 2147483646 w 7160"/>
                <a:gd name="T19" fmla="*/ 2147483646 h 336"/>
                <a:gd name="T20" fmla="*/ 2147483646 w 7160"/>
                <a:gd name="T21" fmla="*/ 0 h 336"/>
                <a:gd name="T22" fmla="*/ 2147483646 w 7160"/>
                <a:gd name="T23" fmla="*/ 0 h 336"/>
                <a:gd name="T24" fmla="*/ 2147483646 w 7160"/>
                <a:gd name="T25" fmla="*/ 2147483646 h 336"/>
                <a:gd name="T26" fmla="*/ 2147483646 w 7160"/>
                <a:gd name="T27" fmla="*/ 2147483646 h 336"/>
                <a:gd name="T28" fmla="*/ 2147483646 w 7160"/>
                <a:gd name="T29" fmla="*/ 0 h 336"/>
                <a:gd name="T30" fmla="*/ 2147483646 w 7160"/>
                <a:gd name="T31" fmla="*/ 0 h 336"/>
                <a:gd name="T32" fmla="*/ 2147483646 w 7160"/>
                <a:gd name="T33" fmla="*/ 2147483646 h 336"/>
                <a:gd name="T34" fmla="*/ 2147483646 w 7160"/>
                <a:gd name="T35" fmla="*/ 2147483646 h 336"/>
                <a:gd name="T36" fmla="*/ 2147483646 w 7160"/>
                <a:gd name="T37" fmla="*/ 0 h 336"/>
                <a:gd name="T38" fmla="*/ 2147483646 w 7160"/>
                <a:gd name="T39" fmla="*/ 0 h 336"/>
                <a:gd name="T40" fmla="*/ 2147483646 w 7160"/>
                <a:gd name="T41" fmla="*/ 2147483646 h 336"/>
                <a:gd name="T42" fmla="*/ 2147483646 w 7160"/>
                <a:gd name="T43" fmla="*/ 2147483646 h 336"/>
                <a:gd name="T44" fmla="*/ 2147483646 w 7160"/>
                <a:gd name="T45" fmla="*/ 0 h 336"/>
                <a:gd name="T46" fmla="*/ 2147483646 w 7160"/>
                <a:gd name="T47" fmla="*/ 0 h 336"/>
                <a:gd name="T48" fmla="*/ 2147483646 w 7160"/>
                <a:gd name="T49" fmla="*/ 2147483646 h 336"/>
                <a:gd name="T50" fmla="*/ 0 w 7160"/>
                <a:gd name="T51" fmla="*/ 2147483646 h 3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160"/>
                <a:gd name="T79" fmla="*/ 0 h 336"/>
                <a:gd name="T80" fmla="*/ 7160 w 7160"/>
                <a:gd name="T81" fmla="*/ 336 h 3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160" h="336">
                  <a:moveTo>
                    <a:pt x="7160" y="336"/>
                  </a:moveTo>
                  <a:lnTo>
                    <a:pt x="6487" y="336"/>
                  </a:ln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4085" y="336"/>
                  </a:lnTo>
                  <a:lnTo>
                    <a:pt x="4085" y="0"/>
                  </a:lnTo>
                  <a:lnTo>
                    <a:pt x="3748" y="0"/>
                  </a:lnTo>
                  <a:lnTo>
                    <a:pt x="3748" y="336"/>
                  </a:lnTo>
                  <a:lnTo>
                    <a:pt x="3412" y="336"/>
                  </a:lnTo>
                  <a:lnTo>
                    <a:pt x="3412" y="0"/>
                  </a:lnTo>
                  <a:lnTo>
                    <a:pt x="2908" y="0"/>
                  </a:lnTo>
                  <a:lnTo>
                    <a:pt x="2908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697" y="0"/>
                  </a:lnTo>
                  <a:lnTo>
                    <a:pt x="69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8" name="Freeform 69">
              <a:extLst>
                <a:ext uri="{FF2B5EF4-FFF2-40B4-BE49-F238E27FC236}">
                  <a16:creationId xmlns:a16="http://schemas.microsoft.com/office/drawing/2014/main" id="{81A78849-88F3-4B05-944F-D4C5E9147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4727575"/>
              <a:ext cx="5683250" cy="192475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0 h 336"/>
                <a:gd name="T6" fmla="*/ 2147483646 w 7160"/>
                <a:gd name="T7" fmla="*/ 2147483646 h 336"/>
                <a:gd name="T8" fmla="*/ 2147483646 w 7160"/>
                <a:gd name="T9" fmla="*/ 2147483646 h 336"/>
                <a:gd name="T10" fmla="*/ 2147483646 w 7160"/>
                <a:gd name="T11" fmla="*/ 0 h 336"/>
                <a:gd name="T12" fmla="*/ 2147483646 w 7160"/>
                <a:gd name="T13" fmla="*/ 0 h 336"/>
                <a:gd name="T14" fmla="*/ 2147483646 w 7160"/>
                <a:gd name="T15" fmla="*/ 2147483646 h 336"/>
                <a:gd name="T16" fmla="*/ 2147483646 w 7160"/>
                <a:gd name="T17" fmla="*/ 2147483646 h 336"/>
                <a:gd name="T18" fmla="*/ 2147483646 w 7160"/>
                <a:gd name="T19" fmla="*/ 0 h 336"/>
                <a:gd name="T20" fmla="*/ 2147483646 w 7160"/>
                <a:gd name="T21" fmla="*/ 0 h 336"/>
                <a:gd name="T22" fmla="*/ 2147483646 w 7160"/>
                <a:gd name="T23" fmla="*/ 2147483646 h 336"/>
                <a:gd name="T24" fmla="*/ 2147483646 w 7160"/>
                <a:gd name="T25" fmla="*/ 2147483646 h 336"/>
                <a:gd name="T26" fmla="*/ 2147483646 w 7160"/>
                <a:gd name="T27" fmla="*/ 0 h 336"/>
                <a:gd name="T28" fmla="*/ 2147483646 w 7160"/>
                <a:gd name="T29" fmla="*/ 0 h 336"/>
                <a:gd name="T30" fmla="*/ 2147483646 w 7160"/>
                <a:gd name="T31" fmla="*/ 2147483646 h 336"/>
                <a:gd name="T32" fmla="*/ 0 w 7160"/>
                <a:gd name="T33" fmla="*/ 2147483646 h 3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160"/>
                <a:gd name="T52" fmla="*/ 0 h 336"/>
                <a:gd name="T53" fmla="*/ 7160 w 7160"/>
                <a:gd name="T54" fmla="*/ 336 h 3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160" h="336">
                  <a:moveTo>
                    <a:pt x="7160" y="0"/>
                  </a:moveTo>
                  <a:lnTo>
                    <a:pt x="6487" y="0"/>
                  </a:lnTo>
                  <a:lnTo>
                    <a:pt x="5454" y="0"/>
                  </a:lnTo>
                  <a:lnTo>
                    <a:pt x="5454" y="336"/>
                  </a:lnTo>
                  <a:lnTo>
                    <a:pt x="5118" y="336"/>
                  </a:lnTo>
                  <a:lnTo>
                    <a:pt x="5118" y="0"/>
                  </a:lnTo>
                  <a:lnTo>
                    <a:pt x="4781" y="0"/>
                  </a:lnTo>
                  <a:lnTo>
                    <a:pt x="4781" y="336"/>
                  </a:lnTo>
                  <a:lnTo>
                    <a:pt x="2211" y="336"/>
                  </a:lnTo>
                  <a:lnTo>
                    <a:pt x="2211" y="0"/>
                  </a:lnTo>
                  <a:lnTo>
                    <a:pt x="1706" y="0"/>
                  </a:lnTo>
                  <a:lnTo>
                    <a:pt x="1706" y="336"/>
                  </a:lnTo>
                  <a:lnTo>
                    <a:pt x="1370" y="336"/>
                  </a:lnTo>
                  <a:lnTo>
                    <a:pt x="1370" y="0"/>
                  </a:lnTo>
                  <a:lnTo>
                    <a:pt x="1034" y="0"/>
                  </a:lnTo>
                  <a:lnTo>
                    <a:pt x="103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7589" name="Freeform 70">
              <a:extLst>
                <a:ext uri="{FF2B5EF4-FFF2-40B4-BE49-F238E27FC236}">
                  <a16:creationId xmlns:a16="http://schemas.microsoft.com/office/drawing/2014/main" id="{B52A10F4-6F53-4CBF-907C-201C1372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260973"/>
              <a:ext cx="5683250" cy="285750"/>
            </a:xfrm>
            <a:custGeom>
              <a:avLst/>
              <a:gdLst>
                <a:gd name="T0" fmla="*/ 2147483646 w 7160"/>
                <a:gd name="T1" fmla="*/ 2147483646 h 361"/>
                <a:gd name="T2" fmla="*/ 2147483646 w 7160"/>
                <a:gd name="T3" fmla="*/ 2147483646 h 361"/>
                <a:gd name="T4" fmla="*/ 2147483646 w 7160"/>
                <a:gd name="T5" fmla="*/ 0 h 361"/>
                <a:gd name="T6" fmla="*/ 2147483646 w 7160"/>
                <a:gd name="T7" fmla="*/ 0 h 361"/>
                <a:gd name="T8" fmla="*/ 2147483646 w 7160"/>
                <a:gd name="T9" fmla="*/ 2147483646 h 361"/>
                <a:gd name="T10" fmla="*/ 0 w 7160"/>
                <a:gd name="T11" fmla="*/ 2147483646 h 3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160"/>
                <a:gd name="T19" fmla="*/ 0 h 361"/>
                <a:gd name="T20" fmla="*/ 7160 w 7160"/>
                <a:gd name="T21" fmla="*/ 361 h 36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160" h="361">
                  <a:moveTo>
                    <a:pt x="7160" y="361"/>
                  </a:moveTo>
                  <a:lnTo>
                    <a:pt x="4445" y="361"/>
                  </a:lnTo>
                  <a:lnTo>
                    <a:pt x="4445" y="0"/>
                  </a:lnTo>
                  <a:lnTo>
                    <a:pt x="1034" y="0"/>
                  </a:lnTo>
                  <a:lnTo>
                    <a:pt x="1034" y="361"/>
                  </a:lnTo>
                  <a:lnTo>
                    <a:pt x="0" y="361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0" name="Freeform 71">
              <a:extLst>
                <a:ext uri="{FF2B5EF4-FFF2-40B4-BE49-F238E27FC236}">
                  <a16:creationId xmlns:a16="http://schemas.microsoft.com/office/drawing/2014/main" id="{B50CCBCE-3FE5-47F3-9350-1EF31BDCFD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350" y="5813425"/>
              <a:ext cx="5683250" cy="266700"/>
            </a:xfrm>
            <a:custGeom>
              <a:avLst/>
              <a:gdLst>
                <a:gd name="T0" fmla="*/ 2147483646 w 7160"/>
                <a:gd name="T1" fmla="*/ 0 h 336"/>
                <a:gd name="T2" fmla="*/ 2147483646 w 7160"/>
                <a:gd name="T3" fmla="*/ 0 h 336"/>
                <a:gd name="T4" fmla="*/ 2147483646 w 7160"/>
                <a:gd name="T5" fmla="*/ 2147483646 h 336"/>
                <a:gd name="T6" fmla="*/ 0 w 7160"/>
                <a:gd name="T7" fmla="*/ 2147483646 h 3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160"/>
                <a:gd name="T13" fmla="*/ 0 h 336"/>
                <a:gd name="T14" fmla="*/ 7160 w 7160"/>
                <a:gd name="T15" fmla="*/ 336 h 3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160" h="336">
                  <a:moveTo>
                    <a:pt x="7160" y="0"/>
                  </a:moveTo>
                  <a:lnTo>
                    <a:pt x="6127" y="0"/>
                  </a:lnTo>
                  <a:lnTo>
                    <a:pt x="6127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1" name="Rectangle 73">
              <a:extLst>
                <a:ext uri="{FF2B5EF4-FFF2-40B4-BE49-F238E27FC236}">
                  <a16:creationId xmlns:a16="http://schemas.microsoft.com/office/drawing/2014/main" id="{79667A5B-CB32-4AAD-8C56-126883A7E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913" y="5834063"/>
              <a:ext cx="21800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  <p:sp>
          <p:nvSpPr>
            <p:cNvPr id="107592" name="Rectangle 74">
              <a:extLst>
                <a:ext uri="{FF2B5EF4-FFF2-40B4-BE49-F238E27FC236}">
                  <a16:creationId xmlns:a16="http://schemas.microsoft.com/office/drawing/2014/main" id="{860994A6-20F2-40AD-8947-4C53872CD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5921375"/>
              <a:ext cx="120226" cy="1846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b="0" i="1">
                  <a:solidFill>
                    <a:srgbClr val="000000"/>
                  </a:solidFill>
                  <a:latin typeface="Times-Roman" charset="0"/>
                </a:rPr>
                <a:t>c </a:t>
              </a:r>
              <a:endParaRPr lang="en-US" altLang="en-US" sz="2800" b="0">
                <a:solidFill>
                  <a:srgbClr val="000000"/>
                </a:solidFill>
                <a:latin typeface="Times" panose="02020603050405020304" pitchFamily="18" charset="0"/>
              </a:endParaRPr>
            </a:p>
          </p:txBody>
        </p:sp>
      </p:grpSp>
      <p:sp>
        <p:nvSpPr>
          <p:cNvPr id="107523" name="Title 1">
            <a:extLst>
              <a:ext uri="{FF2B5EF4-FFF2-40B4-BE49-F238E27FC236}">
                <a16:creationId xmlns:a16="http://schemas.microsoft.com/office/drawing/2014/main" id="{B6BF2BCC-FDCD-482E-9153-2C7747405911}"/>
              </a:ext>
            </a:extLst>
          </p:cNvPr>
          <p:cNvSpPr txBox="1">
            <a:spLocks/>
          </p:cNvSpPr>
          <p:nvPr/>
        </p:nvSpPr>
        <p:spPr bwMode="auto">
          <a:xfrm>
            <a:off x="1371600" y="76200"/>
            <a:ext cx="6248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000000"/>
                </a:solidFill>
              </a:rPr>
              <a:t>Comparison of level-sensitive and edge-triggered D storage elements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D31A25-DB79-409B-A6BC-7D896161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4" y="1165655"/>
            <a:ext cx="2336036" cy="31015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379CDFC-3E70-424D-BBC5-5AD2FF51A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267200"/>
            <a:ext cx="2642615" cy="25908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9C3F32F-B054-4479-B1E0-FB9C2092D3BC}"/>
                  </a:ext>
                </a:extLst>
              </p14:cNvPr>
              <p14:cNvContentPartPr/>
              <p14:nvPr/>
            </p14:nvContentPartPr>
            <p14:xfrm>
              <a:off x="2493360" y="1024920"/>
              <a:ext cx="6090120" cy="3771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9C3F32F-B054-4479-B1E0-FB9C2092D3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4000" y="1015560"/>
                <a:ext cx="6108840" cy="379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3">
            <a:extLst>
              <a:ext uri="{FF2B5EF4-FFF2-40B4-BE49-F238E27FC236}">
                <a16:creationId xmlns:a16="http://schemas.microsoft.com/office/drawing/2014/main" id="{1DDDA861-B486-449E-91CC-1A52410B5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09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/>
              <a:t>T Flip-Flops &amp; JK Flip-Flops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/>
              <a:t>Readings 5.5, 5.6, 5.7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5682C2-9944-49B8-8E6E-1A24213F9315}"/>
                  </a:ext>
                </a:extLst>
              </p14:cNvPr>
              <p14:cNvContentPartPr/>
              <p14:nvPr/>
            </p14:nvContentPartPr>
            <p14:xfrm>
              <a:off x="4786560" y="2923560"/>
              <a:ext cx="3356640" cy="12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5682C2-9944-49B8-8E6E-1A24213F9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77200" y="2914200"/>
                <a:ext cx="3375360" cy="1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232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4E7CBF1D-51AE-BA40-A8BD-44AC6B018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 Flip-Flop :  Motivation</a:t>
            </a:r>
          </a:p>
        </p:txBody>
      </p:sp>
      <p:sp>
        <p:nvSpPr>
          <p:cNvPr id="12290" name="Rectangle 3">
            <a:extLst>
              <a:ext uri="{FF2B5EF4-FFF2-40B4-BE49-F238E27FC236}">
                <a16:creationId xmlns:a16="http://schemas.microsoft.com/office/drawing/2014/main" id="{FA7A41D3-FC3A-4865-8016-EF8E5EB82E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219200"/>
            <a:ext cx="8305800" cy="2057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A slight modification of the D flip-flop that can be used for some nice applications. 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In this case, </a:t>
            </a:r>
            <a:r>
              <a:rPr lang="en-US" altLang="en-US" dirty="0">
                <a:solidFill>
                  <a:srgbClr val="FF0000"/>
                </a:solidFill>
              </a:rPr>
              <a:t>T stands for Toggle</a:t>
            </a:r>
            <a:r>
              <a:rPr lang="en-US" altLang="en-US" dirty="0"/>
              <a:t>.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/>
            <a:endParaRPr lang="en-US" altLang="en-US" dirty="0"/>
          </a:p>
          <a:p>
            <a:pPr marL="0" indent="0" eaLnBrk="1" hangingPunct="1"/>
            <a:endParaRPr lang="en-US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514184-CE77-45E6-B52F-0CFB6B9E940D}"/>
                  </a:ext>
                </a:extLst>
              </p14:cNvPr>
              <p14:cNvContentPartPr/>
              <p14:nvPr/>
            </p14:nvContentPartPr>
            <p14:xfrm>
              <a:off x="6419520" y="2278440"/>
              <a:ext cx="2592720" cy="1185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514184-CE77-45E6-B52F-0CFB6B9E94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0160" y="2269080"/>
                <a:ext cx="2611440" cy="1204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1" descr="Screen shot 2013-10-21 at 1.42.45 PM.png">
            <a:extLst>
              <a:ext uri="{FF2B5EF4-FFF2-40B4-BE49-F238E27FC236}">
                <a16:creationId xmlns:a16="http://schemas.microsoft.com/office/drawing/2014/main" id="{609F3753-7513-4BF6-9BF8-53F26967C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1440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TextBox 125">
            <a:extLst>
              <a:ext uri="{FF2B5EF4-FFF2-40B4-BE49-F238E27FC236}">
                <a16:creationId xmlns:a16="http://schemas.microsoft.com/office/drawing/2014/main" id="{474F2607-54A3-4FC3-A4FB-626097B32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5.15a from the textbook ]</a:t>
            </a:r>
          </a:p>
        </p:txBody>
      </p:sp>
      <p:sp>
        <p:nvSpPr>
          <p:cNvPr id="54275" name="Title 1">
            <a:extLst>
              <a:ext uri="{FF2B5EF4-FFF2-40B4-BE49-F238E27FC236}">
                <a16:creationId xmlns:a16="http://schemas.microsoft.com/office/drawing/2014/main" id="{1F276777-CD6B-4171-B51D-877BB5F1CBF6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T Flip-Flop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83244C-2D39-4781-B056-E0948EB64A1C}"/>
                  </a:ext>
                </a:extLst>
              </p14:cNvPr>
              <p14:cNvContentPartPr/>
              <p14:nvPr/>
            </p14:nvContentPartPr>
            <p14:xfrm>
              <a:off x="1692720" y="181800"/>
              <a:ext cx="7322760" cy="452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83244C-2D39-4781-B056-E0948EB64A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3360" y="172440"/>
                <a:ext cx="7341480" cy="454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7" name="Picture 1" descr="Screen shot 2013-10-21 at 1.42.45 PM.png">
            <a:extLst>
              <a:ext uri="{FF2B5EF4-FFF2-40B4-BE49-F238E27FC236}">
                <a16:creationId xmlns:a16="http://schemas.microsoft.com/office/drawing/2014/main" id="{D2BD2033-AA8C-41C4-8A7B-F4CE38B7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144000" cy="444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TextBox 125">
            <a:extLst>
              <a:ext uri="{FF2B5EF4-FFF2-40B4-BE49-F238E27FC236}">
                <a16:creationId xmlns:a16="http://schemas.microsoft.com/office/drawing/2014/main" id="{FBAF239F-4262-4816-889E-287611723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5.15a from the textbook ]</a:t>
            </a:r>
          </a:p>
        </p:txBody>
      </p:sp>
      <p:sp>
        <p:nvSpPr>
          <p:cNvPr id="55299" name="Title 1">
            <a:extLst>
              <a:ext uri="{FF2B5EF4-FFF2-40B4-BE49-F238E27FC236}">
                <a16:creationId xmlns:a16="http://schemas.microsoft.com/office/drawing/2014/main" id="{C53C2428-8F8B-41FC-88A1-E678383348E0}"/>
              </a:ext>
            </a:extLst>
          </p:cNvPr>
          <p:cNvSpPr txBox="1">
            <a:spLocks/>
          </p:cNvSpPr>
          <p:nvPr/>
        </p:nvSpPr>
        <p:spPr bwMode="auto">
          <a:xfrm>
            <a:off x="0" y="265289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 Flip-Flop</a:t>
            </a:r>
          </a:p>
        </p:txBody>
      </p:sp>
      <p:sp>
        <p:nvSpPr>
          <p:cNvPr id="55300" name="TextBox 1">
            <a:extLst>
              <a:ext uri="{FF2B5EF4-FFF2-40B4-BE49-F238E27FC236}">
                <a16:creationId xmlns:a16="http://schemas.microsoft.com/office/drawing/2014/main" id="{1B1C53B5-1CC9-4E12-B8FF-F5D1687F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8600" y="5562600"/>
            <a:ext cx="3073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Positive-edge-triggered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 Flip-Flop</a:t>
            </a:r>
          </a:p>
        </p:txBody>
      </p:sp>
      <p:sp>
        <p:nvSpPr>
          <p:cNvPr id="55301" name="Oval 2">
            <a:extLst>
              <a:ext uri="{FF2B5EF4-FFF2-40B4-BE49-F238E27FC236}">
                <a16:creationId xmlns:a16="http://schemas.microsoft.com/office/drawing/2014/main" id="{4FF8E7D2-FD8A-4D4E-921F-1CD3181ED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286000"/>
            <a:ext cx="1828800" cy="2895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Oval 2">
            <a:extLst>
              <a:ext uri="{FF2B5EF4-FFF2-40B4-BE49-F238E27FC236}">
                <a16:creationId xmlns:a16="http://schemas.microsoft.com/office/drawing/2014/main" id="{62F0519B-A340-46CB-8D44-355DF20EA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752600"/>
            <a:ext cx="4114800" cy="3162300"/>
          </a:xfrm>
          <a:prstGeom prst="ellips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46ED5-11FD-4DDF-A053-1F27CBB4EC3E}"/>
              </a:ext>
            </a:extLst>
          </p:cNvPr>
          <p:cNvSpPr txBox="1"/>
          <p:nvPr/>
        </p:nvSpPr>
        <p:spPr>
          <a:xfrm>
            <a:off x="838200" y="1020763"/>
            <a:ext cx="3733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It is a 2-to-1 Multiplexer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824EE5-4C10-4DEC-987C-DA43AA950D86}"/>
                  </a:ext>
                </a:extLst>
              </p14:cNvPr>
              <p14:cNvContentPartPr/>
              <p14:nvPr/>
            </p14:nvContentPartPr>
            <p14:xfrm>
              <a:off x="3682800" y="3987360"/>
              <a:ext cx="6840" cy="17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824EE5-4C10-4DEC-987C-DA43AA950D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73440" y="3978000"/>
                <a:ext cx="25560" cy="19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E96A86F2-78F8-46B6-9AE7-3DF503D39BA5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It is a 2-to-1 Multiplexer</a:t>
            </a:r>
          </a:p>
        </p:txBody>
      </p:sp>
      <p:grpSp>
        <p:nvGrpSpPr>
          <p:cNvPr id="17410" name="Group 9">
            <a:extLst>
              <a:ext uri="{FF2B5EF4-FFF2-40B4-BE49-F238E27FC236}">
                <a16:creationId xmlns:a16="http://schemas.microsoft.com/office/drawing/2014/main" id="{CD6A2600-8072-46DE-A834-7850FDD214A0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1752600"/>
            <a:ext cx="7043738" cy="3733800"/>
            <a:chOff x="1490582" y="1600200"/>
            <a:chExt cx="7043818" cy="3733800"/>
          </a:xfrm>
        </p:grpSpPr>
        <p:pic>
          <p:nvPicPr>
            <p:cNvPr id="17418" name="Picture 1" descr="Screen shot 2013-10-30 at 3.41.51 PM.png">
              <a:extLst>
                <a:ext uri="{FF2B5EF4-FFF2-40B4-BE49-F238E27FC236}">
                  <a16:creationId xmlns:a16="http://schemas.microsoft.com/office/drawing/2014/main" id="{2F3F5C61-0012-49CA-8715-39AA9BEFA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1600200"/>
              <a:ext cx="5846933" cy="3733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9" name="TextBox 3">
              <a:extLst>
                <a:ext uri="{FF2B5EF4-FFF2-40B4-BE49-F238E27FC236}">
                  <a16:creationId xmlns:a16="http://schemas.microsoft.com/office/drawing/2014/main" id="{D15681AB-04AE-4321-B21B-2217E9366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0582" y="1799367"/>
              <a:ext cx="48102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sp>
          <p:nvSpPr>
            <p:cNvPr id="17420" name="TextBox 4">
              <a:extLst>
                <a:ext uri="{FF2B5EF4-FFF2-40B4-BE49-F238E27FC236}">
                  <a16:creationId xmlns:a16="http://schemas.microsoft.com/office/drawing/2014/main" id="{DFAEE06B-173E-4A37-9F06-CCD973D2A4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000" y="4622136"/>
              <a:ext cx="48102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sp>
          <p:nvSpPr>
            <p:cNvPr id="17421" name="TextBox 5">
              <a:extLst>
                <a:ext uri="{FF2B5EF4-FFF2-40B4-BE49-F238E27FC236}">
                  <a16:creationId xmlns:a16="http://schemas.microsoft.com/office/drawing/2014/main" id="{11790B69-6A8D-4D3F-A6D3-929135829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7291" y="3819352"/>
              <a:ext cx="43533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T</a:t>
              </a:r>
            </a:p>
          </p:txBody>
        </p:sp>
        <p:cxnSp>
          <p:nvCxnSpPr>
            <p:cNvPr id="17422" name="Straight Connector 7">
              <a:extLst>
                <a:ext uri="{FF2B5EF4-FFF2-40B4-BE49-F238E27FC236}">
                  <a16:creationId xmlns:a16="http://schemas.microsoft.com/office/drawing/2014/main" id="{17239A9A-B0EE-4266-A75F-DE93328DC0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599845" y="4699000"/>
              <a:ext cx="3148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23" name="TextBox 8">
              <a:extLst>
                <a:ext uri="{FF2B5EF4-FFF2-40B4-BE49-F238E27FC236}">
                  <a16:creationId xmlns:a16="http://schemas.microsoft.com/office/drawing/2014/main" id="{5A036567-51D9-45A0-A93B-5F7D3C056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3379" y="3225224"/>
              <a:ext cx="48102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</a:t>
              </a:r>
            </a:p>
          </p:txBody>
        </p:sp>
      </p:grpSp>
      <p:grpSp>
        <p:nvGrpSpPr>
          <p:cNvPr id="17411" name="Group 8">
            <a:extLst>
              <a:ext uri="{FF2B5EF4-FFF2-40B4-BE49-F238E27FC236}">
                <a16:creationId xmlns:a16="http://schemas.microsoft.com/office/drawing/2014/main" id="{1F23E44A-D4A4-4315-8B39-A02878435BA9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4419600"/>
            <a:ext cx="1905000" cy="2133600"/>
            <a:chOff x="956995" y="1585902"/>
            <a:chExt cx="3486426" cy="3748098"/>
          </a:xfrm>
        </p:grpSpPr>
        <p:pic>
          <p:nvPicPr>
            <p:cNvPr id="17412" name="Picture 1" descr="Screen shot 2013-10-30 at 3.50.26 PM.png">
              <a:extLst>
                <a:ext uri="{FF2B5EF4-FFF2-40B4-BE49-F238E27FC236}">
                  <a16:creationId xmlns:a16="http://schemas.microsoft.com/office/drawing/2014/main" id="{8A65C0DE-7842-479A-8798-96F84526A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905000"/>
              <a:ext cx="2303980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3" name="TextBox 2">
              <a:extLst>
                <a:ext uri="{FF2B5EF4-FFF2-40B4-BE49-F238E27FC236}">
                  <a16:creationId xmlns:a16="http://schemas.microsoft.com/office/drawing/2014/main" id="{0AB60126-0A40-4C74-88F8-A13CBBE5B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6995" y="2674110"/>
              <a:ext cx="48102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sp>
          <p:nvSpPr>
            <p:cNvPr id="17414" name="TextBox 3">
              <a:extLst>
                <a:ext uri="{FF2B5EF4-FFF2-40B4-BE49-F238E27FC236}">
                  <a16:creationId xmlns:a16="http://schemas.microsoft.com/office/drawing/2014/main" id="{74CB71E6-AA2C-4639-81E3-0380E43B0B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110" y="3828848"/>
              <a:ext cx="48102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cxnSp>
          <p:nvCxnSpPr>
            <p:cNvPr id="17415" name="Straight Connector 4">
              <a:extLst>
                <a:ext uri="{FF2B5EF4-FFF2-40B4-BE49-F238E27FC236}">
                  <a16:creationId xmlns:a16="http://schemas.microsoft.com/office/drawing/2014/main" id="{6159FA75-92AE-48AC-93EE-06CF2AE96B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225248" y="3986508"/>
              <a:ext cx="38271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16" name="TextBox 5">
              <a:extLst>
                <a:ext uri="{FF2B5EF4-FFF2-40B4-BE49-F238E27FC236}">
                  <a16:creationId xmlns:a16="http://schemas.microsoft.com/office/drawing/2014/main" id="{60E19327-E7C2-4D55-B460-43858D68AB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452" y="1585902"/>
              <a:ext cx="969774" cy="1027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T </a:t>
              </a:r>
            </a:p>
          </p:txBody>
        </p:sp>
        <p:sp>
          <p:nvSpPr>
            <p:cNvPr id="17417" name="TextBox 6">
              <a:extLst>
                <a:ext uri="{FF2B5EF4-FFF2-40B4-BE49-F238E27FC236}">
                  <a16:creationId xmlns:a16="http://schemas.microsoft.com/office/drawing/2014/main" id="{5EF84FE8-8555-4D6F-A908-ADAFB6D77F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3245869"/>
              <a:ext cx="48102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7" descr="Screen shot 2013-10-30 at 3.52.23 PM.png">
            <a:extLst>
              <a:ext uri="{FF2B5EF4-FFF2-40B4-BE49-F238E27FC236}">
                <a16:creationId xmlns:a16="http://schemas.microsoft.com/office/drawing/2014/main" id="{DE0B8D1E-1A27-4A9A-8436-C76EB9CEF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066800"/>
            <a:ext cx="3061433" cy="200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1" descr="Screen shot 2013-10-30 at 3.50.26 PM.png">
            <a:extLst>
              <a:ext uri="{FF2B5EF4-FFF2-40B4-BE49-F238E27FC236}">
                <a16:creationId xmlns:a16="http://schemas.microsoft.com/office/drawing/2014/main" id="{DF81BBBA-F7F0-4309-AEED-49BF424E2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762000"/>
            <a:ext cx="1124797" cy="1760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Title 1">
            <a:extLst>
              <a:ext uri="{FF2B5EF4-FFF2-40B4-BE49-F238E27FC236}">
                <a16:creationId xmlns:a16="http://schemas.microsoft.com/office/drawing/2014/main" id="{DC82A0A7-8658-4240-AF4D-AF1DC7E4749F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/>
              <a:t>T Flip-Flop</a:t>
            </a:r>
          </a:p>
        </p:txBody>
      </p:sp>
      <p:pic>
        <p:nvPicPr>
          <p:cNvPr id="13" name="Picture 7" descr="Screen shot 2013-10-30 at 3.52.23 PM.png">
            <a:extLst>
              <a:ext uri="{FF2B5EF4-FFF2-40B4-BE49-F238E27FC236}">
                <a16:creationId xmlns:a16="http://schemas.microsoft.com/office/drawing/2014/main" id="{C025A2CE-3A06-4AB8-B095-E944A2A1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751254"/>
            <a:ext cx="3061433" cy="2004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" descr="Screen shot 2013-10-30 at 3.50.26 PM.png">
            <a:extLst>
              <a:ext uri="{FF2B5EF4-FFF2-40B4-BE49-F238E27FC236}">
                <a16:creationId xmlns:a16="http://schemas.microsoft.com/office/drawing/2014/main" id="{6F747C5E-057B-441B-8C38-DBE699B42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446454"/>
            <a:ext cx="1124797" cy="1760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137C93-FF56-42D2-98FD-3CD2A69B3A97}"/>
                  </a:ext>
                </a:extLst>
              </p14:cNvPr>
              <p14:cNvContentPartPr/>
              <p14:nvPr/>
            </p14:nvContentPartPr>
            <p14:xfrm>
              <a:off x="3940920" y="798120"/>
              <a:ext cx="4930920" cy="403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137C93-FF56-42D2-98FD-3CD2A69B3A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1560" y="788760"/>
                <a:ext cx="4949640" cy="404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Line 290">
            <a:extLst>
              <a:ext uri="{FF2B5EF4-FFF2-40B4-BE49-F238E27FC236}">
                <a16:creationId xmlns:a16="http://schemas.microsoft.com/office/drawing/2014/main" id="{1197676A-7A12-4B0B-9641-DD0A98700A1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24200" y="1797050"/>
            <a:ext cx="7191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18" name="Line 291">
            <a:extLst>
              <a:ext uri="{FF2B5EF4-FFF2-40B4-BE49-F238E27FC236}">
                <a16:creationId xmlns:a16="http://schemas.microsoft.com/office/drawing/2014/main" id="{A7B29750-6D12-45B3-B058-199BD5B843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24200" y="2203450"/>
            <a:ext cx="711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19" name="Line 292">
            <a:extLst>
              <a:ext uri="{FF2B5EF4-FFF2-40B4-BE49-F238E27FC236}">
                <a16:creationId xmlns:a16="http://schemas.microsoft.com/office/drawing/2014/main" id="{557E0F89-BEB4-4ABD-8A41-39CEF8A89CF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224337" y="2000250"/>
            <a:ext cx="6746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0" name="Freeform 293">
            <a:extLst>
              <a:ext uri="{FF2B5EF4-FFF2-40B4-BE49-F238E27FC236}">
                <a16:creationId xmlns:a16="http://schemas.microsoft.com/office/drawing/2014/main" id="{CFEC6B5A-85FD-49BB-B0B4-53D15662451F}"/>
              </a:ext>
            </a:extLst>
          </p:cNvPr>
          <p:cNvSpPr>
            <a:spLocks noChangeAspect="1"/>
          </p:cNvSpPr>
          <p:nvPr/>
        </p:nvSpPr>
        <p:spPr bwMode="auto">
          <a:xfrm>
            <a:off x="3835400" y="1498600"/>
            <a:ext cx="388937" cy="998538"/>
          </a:xfrm>
          <a:custGeom>
            <a:avLst/>
            <a:gdLst>
              <a:gd name="T0" fmla="*/ 2147483646 w 505"/>
              <a:gd name="T1" fmla="*/ 2147483646 h 1297"/>
              <a:gd name="T2" fmla="*/ 2147483646 w 505"/>
              <a:gd name="T3" fmla="*/ 2147483646 h 1297"/>
              <a:gd name="T4" fmla="*/ 0 w 505"/>
              <a:gd name="T5" fmla="*/ 0 h 1297"/>
              <a:gd name="T6" fmla="*/ 0 w 505"/>
              <a:gd name="T7" fmla="*/ 2147483646 h 1297"/>
              <a:gd name="T8" fmla="*/ 2147483646 w 505"/>
              <a:gd name="T9" fmla="*/ 2147483646 h 12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5"/>
              <a:gd name="T16" fmla="*/ 0 h 1297"/>
              <a:gd name="T17" fmla="*/ 505 w 505"/>
              <a:gd name="T18" fmla="*/ 1297 h 12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5" h="1297">
                <a:moveTo>
                  <a:pt x="505" y="1033"/>
                </a:moveTo>
                <a:lnTo>
                  <a:pt x="505" y="264"/>
                </a:lnTo>
                <a:lnTo>
                  <a:pt x="0" y="0"/>
                </a:lnTo>
                <a:lnTo>
                  <a:pt x="0" y="1297"/>
                </a:lnTo>
                <a:lnTo>
                  <a:pt x="505" y="1033"/>
                </a:lnTo>
                <a:close/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1" name="Line 294">
            <a:extLst>
              <a:ext uri="{FF2B5EF4-FFF2-40B4-BE49-F238E27FC236}">
                <a16:creationId xmlns:a16="http://schemas.microsoft.com/office/drawing/2014/main" id="{25E1C694-18BA-4CD5-8B56-748C1B6E186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019550" y="1203325"/>
            <a:ext cx="3175" cy="387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2" name="Line 296">
            <a:extLst>
              <a:ext uri="{FF2B5EF4-FFF2-40B4-BE49-F238E27FC236}">
                <a16:creationId xmlns:a16="http://schemas.microsoft.com/office/drawing/2014/main" id="{5AAB6C99-3206-43B7-BBD6-4A739C8D3CB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540125" y="1203325"/>
            <a:ext cx="47942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23" name="Rectangle 297">
            <a:extLst>
              <a:ext uri="{FF2B5EF4-FFF2-40B4-BE49-F238E27FC236}">
                <a16:creationId xmlns:a16="http://schemas.microsoft.com/office/drawing/2014/main" id="{4A8358BF-C99D-478B-BAA3-9E0C1F5AF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4700" y="1062038"/>
            <a:ext cx="1666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T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0424" name="Rectangle 299">
            <a:extLst>
              <a:ext uri="{FF2B5EF4-FFF2-40B4-BE49-F238E27FC236}">
                <a16:creationId xmlns:a16="http://schemas.microsoft.com/office/drawing/2014/main" id="{943C7932-D762-4868-B2D2-94BA9827A3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5975" y="1762125"/>
            <a:ext cx="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0425" name="Rectangle 301">
            <a:extLst>
              <a:ext uri="{FF2B5EF4-FFF2-40B4-BE49-F238E27FC236}">
                <a16:creationId xmlns:a16="http://schemas.microsoft.com/office/drawing/2014/main" id="{7684D859-2265-4C0F-B142-DA50F797B4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5975" y="2159000"/>
            <a:ext cx="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0426" name="Rectangle 302">
            <a:extLst>
              <a:ext uri="{FF2B5EF4-FFF2-40B4-BE49-F238E27FC236}">
                <a16:creationId xmlns:a16="http://schemas.microsoft.com/office/drawing/2014/main" id="{0929B23E-AC9E-4FB5-9E72-EDBEAA7D64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1600" y="175101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0427" name="Rectangle 303">
            <a:extLst>
              <a:ext uri="{FF2B5EF4-FFF2-40B4-BE49-F238E27FC236}">
                <a16:creationId xmlns:a16="http://schemas.microsoft.com/office/drawing/2014/main" id="{AD1691D6-5B04-4F10-AC59-FA1938154E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11600" y="21431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grpSp>
        <p:nvGrpSpPr>
          <p:cNvPr id="60428" name="Group 3">
            <a:extLst>
              <a:ext uri="{FF2B5EF4-FFF2-40B4-BE49-F238E27FC236}">
                <a16:creationId xmlns:a16="http://schemas.microsoft.com/office/drawing/2014/main" id="{7B7F31C1-CCE6-4D03-A501-D7AE5B28A517}"/>
              </a:ext>
            </a:extLst>
          </p:cNvPr>
          <p:cNvGrpSpPr>
            <a:grpSpLocks/>
          </p:cNvGrpSpPr>
          <p:nvPr/>
        </p:nvGrpSpPr>
        <p:grpSpPr bwMode="auto">
          <a:xfrm>
            <a:off x="4497387" y="1736725"/>
            <a:ext cx="1622425" cy="1063625"/>
            <a:chOff x="3581400" y="4936682"/>
            <a:chExt cx="1622580" cy="1063625"/>
          </a:xfrm>
        </p:grpSpPr>
        <p:sp>
          <p:nvSpPr>
            <p:cNvPr id="60443" name="Rectangle 50">
              <a:extLst>
                <a:ext uri="{FF2B5EF4-FFF2-40B4-BE49-F238E27FC236}">
                  <a16:creationId xmlns:a16="http://schemas.microsoft.com/office/drawing/2014/main" id="{96F326D7-AA67-4E2A-9633-AE4070E2B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450" y="4936682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0444" name="Rectangle 52">
              <a:extLst>
                <a:ext uri="{FF2B5EF4-FFF2-40B4-BE49-F238E27FC236}">
                  <a16:creationId xmlns:a16="http://schemas.microsoft.com/office/drawing/2014/main" id="{F30B52DE-D5E6-4702-8E45-7AC11FAC1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510972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0445" name="Rectangle 53">
              <a:extLst>
                <a:ext uri="{FF2B5EF4-FFF2-40B4-BE49-F238E27FC236}">
                  <a16:creationId xmlns:a16="http://schemas.microsoft.com/office/drawing/2014/main" id="{6616E68F-768C-4272-809D-CF1DF0AF5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510337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0446" name="Line 54">
              <a:extLst>
                <a:ext uri="{FF2B5EF4-FFF2-40B4-BE49-F238E27FC236}">
                  <a16:creationId xmlns:a16="http://schemas.microsoft.com/office/drawing/2014/main" id="{4090167D-A05F-4F41-8500-E051357C76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7700" y="5638357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7" name="Freeform 55">
              <a:extLst>
                <a:ext uri="{FF2B5EF4-FFF2-40B4-BE49-F238E27FC236}">
                  <a16:creationId xmlns:a16="http://schemas.microsoft.com/office/drawing/2014/main" id="{E67CCD0A-4187-4255-A5F2-FDA2065A4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450" y="5676457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8" name="Line 58">
              <a:extLst>
                <a:ext uri="{FF2B5EF4-FFF2-40B4-BE49-F238E27FC236}">
                  <a16:creationId xmlns:a16="http://schemas.microsoft.com/office/drawing/2014/main" id="{13AB1186-8E16-4384-B9C1-E0CB237FF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733607"/>
              <a:ext cx="410152" cy="45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49" name="Line 60">
              <a:extLst>
                <a:ext uri="{FF2B5EF4-FFF2-40B4-BE49-F238E27FC236}">
                  <a16:creationId xmlns:a16="http://schemas.microsoft.com/office/drawing/2014/main" id="{4455D865-A6C9-4F65-BF10-8CC28ABFC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8199" y="5203381"/>
              <a:ext cx="555781" cy="5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0" name="Line 61">
              <a:extLst>
                <a:ext uri="{FF2B5EF4-FFF2-40B4-BE49-F238E27FC236}">
                  <a16:creationId xmlns:a16="http://schemas.microsoft.com/office/drawing/2014/main" id="{BCB457C0-F141-4D55-874B-907D402FD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8199" y="5736782"/>
              <a:ext cx="548989" cy="16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451" name="Rectangle 62">
              <a:extLst>
                <a:ext uri="{FF2B5EF4-FFF2-40B4-BE49-F238E27FC236}">
                  <a16:creationId xmlns:a16="http://schemas.microsoft.com/office/drawing/2014/main" id="{39DCF51A-DE17-47F8-9139-5D31B6357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588" y="5647882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60429" name="Line 292">
            <a:extLst>
              <a:ext uri="{FF2B5EF4-FFF2-40B4-BE49-F238E27FC236}">
                <a16:creationId xmlns:a16="http://schemas.microsoft.com/office/drawing/2014/main" id="{08FADC47-54DA-439C-B793-7CC422EAF60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124200" y="685800"/>
            <a:ext cx="2743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0" name="Line 292">
            <a:extLst>
              <a:ext uri="{FF2B5EF4-FFF2-40B4-BE49-F238E27FC236}">
                <a16:creationId xmlns:a16="http://schemas.microsoft.com/office/drawing/2014/main" id="{ABF7F738-7427-486C-A7DC-88021FEB4B5E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127375" y="3154363"/>
            <a:ext cx="2743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1" name="Line 294">
            <a:extLst>
              <a:ext uri="{FF2B5EF4-FFF2-40B4-BE49-F238E27FC236}">
                <a16:creationId xmlns:a16="http://schemas.microsoft.com/office/drawing/2014/main" id="{B46D5D68-07C5-4F81-BA9A-FA790B1F7F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43250" y="2198688"/>
            <a:ext cx="0" cy="9636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2" name="Line 294">
            <a:extLst>
              <a:ext uri="{FF2B5EF4-FFF2-40B4-BE49-F238E27FC236}">
                <a16:creationId xmlns:a16="http://schemas.microsoft.com/office/drawing/2014/main" id="{1C35BD7D-7F06-4C5F-9428-555E17C4A2B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40075" y="690563"/>
            <a:ext cx="0" cy="1100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3" name="Line 294">
            <a:extLst>
              <a:ext uri="{FF2B5EF4-FFF2-40B4-BE49-F238E27FC236}">
                <a16:creationId xmlns:a16="http://schemas.microsoft.com/office/drawing/2014/main" id="{E191BC05-C06D-4406-85C8-46379ABB485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859462" y="2525713"/>
            <a:ext cx="0" cy="6302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4" name="Line 294">
            <a:extLst>
              <a:ext uri="{FF2B5EF4-FFF2-40B4-BE49-F238E27FC236}">
                <a16:creationId xmlns:a16="http://schemas.microsoft.com/office/drawing/2014/main" id="{DEC72384-16E4-4B74-A827-EAC7210C960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862637" y="701675"/>
            <a:ext cx="0" cy="13001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35" name="Oval 79">
            <a:extLst>
              <a:ext uri="{FF2B5EF4-FFF2-40B4-BE49-F238E27FC236}">
                <a16:creationId xmlns:a16="http://schemas.microsoft.com/office/drawing/2014/main" id="{FE1FB17A-B050-4346-8F44-BF1A2110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25" y="196532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0436" name="Oval 80">
            <a:extLst>
              <a:ext uri="{FF2B5EF4-FFF2-40B4-BE49-F238E27FC236}">
                <a16:creationId xmlns:a16="http://schemas.microsoft.com/office/drawing/2014/main" id="{C9AF0E59-33CF-453B-AAFB-DF8673F0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25" y="2500313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0437" name="TextBox 81">
            <a:extLst>
              <a:ext uri="{FF2B5EF4-FFF2-40B4-BE49-F238E27FC236}">
                <a16:creationId xmlns:a16="http://schemas.microsoft.com/office/drawing/2014/main" id="{2BA6CC64-F87B-4CCE-8BCE-49EAF7966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1300" y="2524125"/>
            <a:ext cx="735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Clock</a:t>
            </a:r>
          </a:p>
        </p:txBody>
      </p:sp>
      <p:sp>
        <p:nvSpPr>
          <p:cNvPr id="60438" name="Title 1">
            <a:extLst>
              <a:ext uri="{FF2B5EF4-FFF2-40B4-BE49-F238E27FC236}">
                <a16:creationId xmlns:a16="http://schemas.microsoft.com/office/drawing/2014/main" id="{274FF6DA-F9E9-433D-BE2A-851AA5EC9B58}"/>
              </a:ext>
            </a:extLst>
          </p:cNvPr>
          <p:cNvSpPr txBox="1">
            <a:spLocks/>
          </p:cNvSpPr>
          <p:nvPr/>
        </p:nvSpPr>
        <p:spPr bwMode="auto">
          <a:xfrm>
            <a:off x="0" y="8309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/>
              <a:t>T Flip-Flop</a:t>
            </a:r>
          </a:p>
        </p:txBody>
      </p:sp>
      <p:sp>
        <p:nvSpPr>
          <p:cNvPr id="60439" name="Rectangle 53">
            <a:extLst>
              <a:ext uri="{FF2B5EF4-FFF2-40B4-BE49-F238E27FC236}">
                <a16:creationId xmlns:a16="http://schemas.microsoft.com/office/drawing/2014/main" id="{7A7A4D30-7A36-4AD3-AC3F-FF554B3D8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7" y="1524000"/>
            <a:ext cx="1301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FF0000"/>
                </a:solidFill>
                <a:latin typeface="Times-Roman" charset="0"/>
              </a:rPr>
              <a:t>Q</a:t>
            </a: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0440" name="Rectangle 53">
            <a:extLst>
              <a:ext uri="{FF2B5EF4-FFF2-40B4-BE49-F238E27FC236}">
                <a16:creationId xmlns:a16="http://schemas.microsoft.com/office/drawing/2014/main" id="{418EAD9D-4EEF-4C5C-A9C5-CC09BEF9B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7" y="2274888"/>
            <a:ext cx="1301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FF0000"/>
                </a:solidFill>
                <a:latin typeface="Times-Roman" charset="0"/>
              </a:rPr>
              <a:t>Q</a:t>
            </a: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60441" name="Straight Connector 2">
            <a:extLst>
              <a:ext uri="{FF2B5EF4-FFF2-40B4-BE49-F238E27FC236}">
                <a16:creationId xmlns:a16="http://schemas.microsoft.com/office/drawing/2014/main" id="{E1B5FC7D-70FF-47D4-9DA0-566ACF20E8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73462" y="2286000"/>
            <a:ext cx="12382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0442" name="TextBox 3">
            <a:extLst>
              <a:ext uri="{FF2B5EF4-FFF2-40B4-BE49-F238E27FC236}">
                <a16:creationId xmlns:a16="http://schemas.microsoft.com/office/drawing/2014/main" id="{AB86B526-5DD6-40C6-884F-F4CCA55C3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" y="6248400"/>
            <a:ext cx="87137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Note that the two inputs to the multiplexer are inverses of each other.</a:t>
            </a:r>
          </a:p>
        </p:txBody>
      </p:sp>
      <p:sp>
        <p:nvSpPr>
          <p:cNvPr id="37" name="Line 290">
            <a:extLst>
              <a:ext uri="{FF2B5EF4-FFF2-40B4-BE49-F238E27FC236}">
                <a16:creationId xmlns:a16="http://schemas.microsoft.com/office/drawing/2014/main" id="{798E99EC-376F-45FB-A3E8-5F97928D3E2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487738" y="4955832"/>
            <a:ext cx="7191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" name="Line 291">
            <a:extLst>
              <a:ext uri="{FF2B5EF4-FFF2-40B4-BE49-F238E27FC236}">
                <a16:creationId xmlns:a16="http://schemas.microsoft.com/office/drawing/2014/main" id="{C41A91B0-4C91-4721-AADE-CF6DD37EC8C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374900" y="5362232"/>
            <a:ext cx="1830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" name="Line 292">
            <a:extLst>
              <a:ext uri="{FF2B5EF4-FFF2-40B4-BE49-F238E27FC236}">
                <a16:creationId xmlns:a16="http://schemas.microsoft.com/office/drawing/2014/main" id="{6397B8F0-B62C-4D1D-935A-F4EFCC691C5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587875" y="5159032"/>
            <a:ext cx="6746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A8180F75-D0A4-49A3-B7AD-1D3909D43B08}"/>
              </a:ext>
            </a:extLst>
          </p:cNvPr>
          <p:cNvSpPr>
            <a:spLocks noChangeAspect="1"/>
          </p:cNvSpPr>
          <p:nvPr/>
        </p:nvSpPr>
        <p:spPr bwMode="auto">
          <a:xfrm>
            <a:off x="4198938" y="4657382"/>
            <a:ext cx="388937" cy="998538"/>
          </a:xfrm>
          <a:custGeom>
            <a:avLst/>
            <a:gdLst>
              <a:gd name="T0" fmla="*/ 2147483646 w 505"/>
              <a:gd name="T1" fmla="*/ 2147483646 h 1297"/>
              <a:gd name="T2" fmla="*/ 2147483646 w 505"/>
              <a:gd name="T3" fmla="*/ 2147483646 h 1297"/>
              <a:gd name="T4" fmla="*/ 0 w 505"/>
              <a:gd name="T5" fmla="*/ 0 h 1297"/>
              <a:gd name="T6" fmla="*/ 0 w 505"/>
              <a:gd name="T7" fmla="*/ 2147483646 h 1297"/>
              <a:gd name="T8" fmla="*/ 2147483646 w 505"/>
              <a:gd name="T9" fmla="*/ 2147483646 h 12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5"/>
              <a:gd name="T16" fmla="*/ 0 h 1297"/>
              <a:gd name="T17" fmla="*/ 505 w 505"/>
              <a:gd name="T18" fmla="*/ 1297 h 12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5" h="1297">
                <a:moveTo>
                  <a:pt x="505" y="1033"/>
                </a:moveTo>
                <a:lnTo>
                  <a:pt x="505" y="264"/>
                </a:lnTo>
                <a:lnTo>
                  <a:pt x="0" y="0"/>
                </a:lnTo>
                <a:lnTo>
                  <a:pt x="0" y="1297"/>
                </a:lnTo>
                <a:lnTo>
                  <a:pt x="505" y="1033"/>
                </a:lnTo>
                <a:close/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Line 294">
            <a:extLst>
              <a:ext uri="{FF2B5EF4-FFF2-40B4-BE49-F238E27FC236}">
                <a16:creationId xmlns:a16="http://schemas.microsoft.com/office/drawing/2014/main" id="{F2CDED71-823A-402E-A899-B2DC7D81857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3088" y="4362107"/>
            <a:ext cx="3175" cy="387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" name="Line 296">
            <a:extLst>
              <a:ext uri="{FF2B5EF4-FFF2-40B4-BE49-F238E27FC236}">
                <a16:creationId xmlns:a16="http://schemas.microsoft.com/office/drawing/2014/main" id="{A9C62E36-758D-455E-914A-973B661C30B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03663" y="4362107"/>
            <a:ext cx="47942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Rectangle 297">
            <a:extLst>
              <a:ext uri="{FF2B5EF4-FFF2-40B4-BE49-F238E27FC236}">
                <a16:creationId xmlns:a16="http://schemas.microsoft.com/office/drawing/2014/main" id="{C22267EE-1B6A-40CF-9FF8-D28539C72B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78238" y="4220820"/>
            <a:ext cx="1666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T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44" name="Rectangle 299">
            <a:extLst>
              <a:ext uri="{FF2B5EF4-FFF2-40B4-BE49-F238E27FC236}">
                <a16:creationId xmlns:a16="http://schemas.microsoft.com/office/drawing/2014/main" id="{D184E6CF-EEC1-473B-95AA-3644D7B40B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9513" y="4920907"/>
            <a:ext cx="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45" name="Rectangle 301">
            <a:extLst>
              <a:ext uri="{FF2B5EF4-FFF2-40B4-BE49-F238E27FC236}">
                <a16:creationId xmlns:a16="http://schemas.microsoft.com/office/drawing/2014/main" id="{D1DABD9B-0E71-4FA5-BD23-74A68EFD81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9513" y="5317782"/>
            <a:ext cx="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46" name="Rectangle 302">
            <a:extLst>
              <a:ext uri="{FF2B5EF4-FFF2-40B4-BE49-F238E27FC236}">
                <a16:creationId xmlns:a16="http://schemas.microsoft.com/office/drawing/2014/main" id="{8D875EE4-7E87-43DD-83DD-7A4EF5C760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5138" y="490979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47" name="Rectangle 303">
            <a:extLst>
              <a:ext uri="{FF2B5EF4-FFF2-40B4-BE49-F238E27FC236}">
                <a16:creationId xmlns:a16="http://schemas.microsoft.com/office/drawing/2014/main" id="{0DE2D2FA-59D7-489C-AE64-3D48F9DA14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5138" y="5301907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grpSp>
        <p:nvGrpSpPr>
          <p:cNvPr id="48" name="Group 3">
            <a:extLst>
              <a:ext uri="{FF2B5EF4-FFF2-40B4-BE49-F238E27FC236}">
                <a16:creationId xmlns:a16="http://schemas.microsoft.com/office/drawing/2014/main" id="{22EBE2BF-CDE8-42ED-8026-0A0DD2875773}"/>
              </a:ext>
            </a:extLst>
          </p:cNvPr>
          <p:cNvGrpSpPr>
            <a:grpSpLocks/>
          </p:cNvGrpSpPr>
          <p:nvPr/>
        </p:nvGrpSpPr>
        <p:grpSpPr bwMode="auto">
          <a:xfrm>
            <a:off x="4860925" y="4895507"/>
            <a:ext cx="1622425" cy="1063625"/>
            <a:chOff x="3581400" y="4936682"/>
            <a:chExt cx="1622580" cy="1063625"/>
          </a:xfrm>
        </p:grpSpPr>
        <p:sp>
          <p:nvSpPr>
            <p:cNvPr id="49" name="Rectangle 50">
              <a:extLst>
                <a:ext uri="{FF2B5EF4-FFF2-40B4-BE49-F238E27FC236}">
                  <a16:creationId xmlns:a16="http://schemas.microsoft.com/office/drawing/2014/main" id="{2598491B-5182-4D28-85BC-15C0C45BE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450" y="4936682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0" name="Rectangle 52">
              <a:extLst>
                <a:ext uri="{FF2B5EF4-FFF2-40B4-BE49-F238E27FC236}">
                  <a16:creationId xmlns:a16="http://schemas.microsoft.com/office/drawing/2014/main" id="{6DEFB71F-B7B0-44E7-A291-46975081F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510972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1" name="Rectangle 53">
              <a:extLst>
                <a:ext uri="{FF2B5EF4-FFF2-40B4-BE49-F238E27FC236}">
                  <a16:creationId xmlns:a16="http://schemas.microsoft.com/office/drawing/2014/main" id="{0EE629AC-C213-4815-A63D-B48EDBABA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510337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52" name="Line 54">
              <a:extLst>
                <a:ext uri="{FF2B5EF4-FFF2-40B4-BE49-F238E27FC236}">
                  <a16:creationId xmlns:a16="http://schemas.microsoft.com/office/drawing/2014/main" id="{05D07122-DEE0-476F-A18B-A4544FA52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7700" y="5638357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55">
              <a:extLst>
                <a:ext uri="{FF2B5EF4-FFF2-40B4-BE49-F238E27FC236}">
                  <a16:creationId xmlns:a16="http://schemas.microsoft.com/office/drawing/2014/main" id="{C65EAA55-D6B2-4015-8745-31A0F2696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450" y="5676457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58">
              <a:extLst>
                <a:ext uri="{FF2B5EF4-FFF2-40B4-BE49-F238E27FC236}">
                  <a16:creationId xmlns:a16="http://schemas.microsoft.com/office/drawing/2014/main" id="{E003E3DF-C304-465E-AD11-34DA85528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733607"/>
              <a:ext cx="410152" cy="45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60">
              <a:extLst>
                <a:ext uri="{FF2B5EF4-FFF2-40B4-BE49-F238E27FC236}">
                  <a16:creationId xmlns:a16="http://schemas.microsoft.com/office/drawing/2014/main" id="{2DD8FDE7-3F14-4D7F-A960-553541E44C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8199" y="5203381"/>
              <a:ext cx="555781" cy="5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61">
              <a:extLst>
                <a:ext uri="{FF2B5EF4-FFF2-40B4-BE49-F238E27FC236}">
                  <a16:creationId xmlns:a16="http://schemas.microsoft.com/office/drawing/2014/main" id="{422BC7FB-C6E8-4F46-A659-EF80B6552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8199" y="5736782"/>
              <a:ext cx="548989" cy="16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62">
              <a:extLst>
                <a:ext uri="{FF2B5EF4-FFF2-40B4-BE49-F238E27FC236}">
                  <a16:creationId xmlns:a16="http://schemas.microsoft.com/office/drawing/2014/main" id="{74EDE1C9-3655-4B66-80A3-0462DAF14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588" y="5647882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58" name="Line 292">
            <a:extLst>
              <a:ext uri="{FF2B5EF4-FFF2-40B4-BE49-F238E27FC236}">
                <a16:creationId xmlns:a16="http://schemas.microsoft.com/office/drawing/2014/main" id="{F38A4E1C-9AA5-48FF-B4EA-E8C335A91FA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487738" y="3844582"/>
            <a:ext cx="2743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294">
            <a:extLst>
              <a:ext uri="{FF2B5EF4-FFF2-40B4-BE49-F238E27FC236}">
                <a16:creationId xmlns:a16="http://schemas.microsoft.com/office/drawing/2014/main" id="{B4F547A6-E7D9-4E36-A7D5-E1E2D14C04E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503613" y="3849345"/>
            <a:ext cx="0" cy="1100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294">
            <a:extLst>
              <a:ext uri="{FF2B5EF4-FFF2-40B4-BE49-F238E27FC236}">
                <a16:creationId xmlns:a16="http://schemas.microsoft.com/office/drawing/2014/main" id="{7BDB0C87-87FD-4576-BD4A-58CA1C48588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226175" y="3860457"/>
            <a:ext cx="0" cy="13001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Oval 79">
            <a:extLst>
              <a:ext uri="{FF2B5EF4-FFF2-40B4-BE49-F238E27FC236}">
                <a16:creationId xmlns:a16="http://schemas.microsoft.com/office/drawing/2014/main" id="{43B447F4-D73D-4AC7-B9DB-BF1968386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512410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2" name="Oval 80">
            <a:extLst>
              <a:ext uri="{FF2B5EF4-FFF2-40B4-BE49-F238E27FC236}">
                <a16:creationId xmlns:a16="http://schemas.microsoft.com/office/drawing/2014/main" id="{8AAD19CE-E3ED-4567-9388-9983610A8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3809657"/>
            <a:ext cx="76200" cy="6985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3" name="TextBox 81">
            <a:extLst>
              <a:ext uri="{FF2B5EF4-FFF2-40B4-BE49-F238E27FC236}">
                <a16:creationId xmlns:a16="http://schemas.microsoft.com/office/drawing/2014/main" id="{CCD04FDA-7201-45B4-B41D-0E7488664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4838" y="5682907"/>
            <a:ext cx="735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Clock</a:t>
            </a:r>
          </a:p>
        </p:txBody>
      </p:sp>
      <p:sp>
        <p:nvSpPr>
          <p:cNvPr id="64" name="Rectangle 53">
            <a:extLst>
              <a:ext uri="{FF2B5EF4-FFF2-40B4-BE49-F238E27FC236}">
                <a16:creationId xmlns:a16="http://schemas.microsoft.com/office/drawing/2014/main" id="{A9EEF3F3-52B8-4C49-968B-A197D4682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4682782"/>
            <a:ext cx="1301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-Roman" charset="0"/>
              </a:rPr>
              <a:t>Q</a:t>
            </a: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5" name="Rectangle 53">
            <a:extLst>
              <a:ext uri="{FF2B5EF4-FFF2-40B4-BE49-F238E27FC236}">
                <a16:creationId xmlns:a16="http://schemas.microsoft.com/office/drawing/2014/main" id="{B168784F-51C1-4D06-ABE9-4C60BDDFA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5" y="5433670"/>
            <a:ext cx="1301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66" name="Straight Connector 2">
            <a:extLst>
              <a:ext uri="{FF2B5EF4-FFF2-40B4-BE49-F238E27FC236}">
                <a16:creationId xmlns:a16="http://schemas.microsoft.com/office/drawing/2014/main" id="{1D7D38AD-93BA-41D6-AD61-060039130F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37000" y="5444782"/>
            <a:ext cx="123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Line 294">
            <a:extLst>
              <a:ext uri="{FF2B5EF4-FFF2-40B4-BE49-F238E27FC236}">
                <a16:creationId xmlns:a16="http://schemas.microsoft.com/office/drawing/2014/main" id="{D3FFE398-719E-42C1-A9C6-E2A20110369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384425" y="4743107"/>
            <a:ext cx="0" cy="630238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" name="Line 291">
            <a:extLst>
              <a:ext uri="{FF2B5EF4-FFF2-40B4-BE49-F238E27FC236}">
                <a16:creationId xmlns:a16="http://schemas.microsoft.com/office/drawing/2014/main" id="{55E0BA4C-EC6A-4BD4-A373-82DEC16149F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365375" y="3846170"/>
            <a:ext cx="113982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9" name="Group 1">
            <a:extLst>
              <a:ext uri="{FF2B5EF4-FFF2-40B4-BE49-F238E27FC236}">
                <a16:creationId xmlns:a16="http://schemas.microsoft.com/office/drawing/2014/main" id="{69CA63A9-DF39-4722-9BB4-CDD550502A36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157413" y="4363694"/>
            <a:ext cx="444500" cy="320675"/>
            <a:chOff x="2438400" y="2667000"/>
            <a:chExt cx="444500" cy="320675"/>
          </a:xfrm>
        </p:grpSpPr>
        <p:sp>
          <p:nvSpPr>
            <p:cNvPr id="70" name="Freeform 5">
              <a:extLst>
                <a:ext uri="{FF2B5EF4-FFF2-40B4-BE49-F238E27FC236}">
                  <a16:creationId xmlns:a16="http://schemas.microsoft.com/office/drawing/2014/main" id="{DABED271-F139-4617-811B-9F0F7213C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400" y="2667000"/>
              <a:ext cx="319088" cy="320675"/>
            </a:xfrm>
            <a:custGeom>
              <a:avLst/>
              <a:gdLst>
                <a:gd name="T0" fmla="*/ 2147483646 w 403"/>
                <a:gd name="T1" fmla="*/ 2147483646 h 402"/>
                <a:gd name="T2" fmla="*/ 0 w 403"/>
                <a:gd name="T3" fmla="*/ 2147483646 h 402"/>
                <a:gd name="T4" fmla="*/ 0 w 403"/>
                <a:gd name="T5" fmla="*/ 0 h 402"/>
                <a:gd name="T6" fmla="*/ 2147483646 w 403"/>
                <a:gd name="T7" fmla="*/ 2147483646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3"/>
                <a:gd name="T13" fmla="*/ 0 h 402"/>
                <a:gd name="T14" fmla="*/ 403 w 403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3" h="402">
                  <a:moveTo>
                    <a:pt x="403" y="201"/>
                  </a:moveTo>
                  <a:lnTo>
                    <a:pt x="0" y="402"/>
                  </a:lnTo>
                  <a:lnTo>
                    <a:pt x="0" y="0"/>
                  </a:lnTo>
                  <a:lnTo>
                    <a:pt x="403" y="20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C8ED5569-86B6-4566-8871-A9DA7B6CE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125" y="2773363"/>
              <a:ext cx="104775" cy="103187"/>
            </a:xfrm>
            <a:custGeom>
              <a:avLst/>
              <a:gdLst>
                <a:gd name="T0" fmla="*/ 2147483646 w 130"/>
                <a:gd name="T1" fmla="*/ 2147483646 h 131"/>
                <a:gd name="T2" fmla="*/ 2147483646 w 130"/>
                <a:gd name="T3" fmla="*/ 2147483646 h 131"/>
                <a:gd name="T4" fmla="*/ 2147483646 w 130"/>
                <a:gd name="T5" fmla="*/ 2147483646 h 131"/>
                <a:gd name="T6" fmla="*/ 2147483646 w 130"/>
                <a:gd name="T7" fmla="*/ 2147483646 h 131"/>
                <a:gd name="T8" fmla="*/ 2147483646 w 130"/>
                <a:gd name="T9" fmla="*/ 2147483646 h 131"/>
                <a:gd name="T10" fmla="*/ 2147483646 w 130"/>
                <a:gd name="T11" fmla="*/ 2147483646 h 131"/>
                <a:gd name="T12" fmla="*/ 2147483646 w 130"/>
                <a:gd name="T13" fmla="*/ 2147483646 h 131"/>
                <a:gd name="T14" fmla="*/ 2147483646 w 130"/>
                <a:gd name="T15" fmla="*/ 2147483646 h 131"/>
                <a:gd name="T16" fmla="*/ 2147483646 w 130"/>
                <a:gd name="T17" fmla="*/ 2147483646 h 131"/>
                <a:gd name="T18" fmla="*/ 0 w 130"/>
                <a:gd name="T19" fmla="*/ 2147483646 h 131"/>
                <a:gd name="T20" fmla="*/ 0 w 130"/>
                <a:gd name="T21" fmla="*/ 2147483646 h 131"/>
                <a:gd name="T22" fmla="*/ 0 w 130"/>
                <a:gd name="T23" fmla="*/ 2147483646 h 131"/>
                <a:gd name="T24" fmla="*/ 2147483646 w 130"/>
                <a:gd name="T25" fmla="*/ 2147483646 h 131"/>
                <a:gd name="T26" fmla="*/ 2147483646 w 130"/>
                <a:gd name="T27" fmla="*/ 2147483646 h 131"/>
                <a:gd name="T28" fmla="*/ 2147483646 w 130"/>
                <a:gd name="T29" fmla="*/ 2147483646 h 131"/>
                <a:gd name="T30" fmla="*/ 2147483646 w 130"/>
                <a:gd name="T31" fmla="*/ 2147483646 h 131"/>
                <a:gd name="T32" fmla="*/ 2147483646 w 130"/>
                <a:gd name="T33" fmla="*/ 2147483646 h 131"/>
                <a:gd name="T34" fmla="*/ 2147483646 w 130"/>
                <a:gd name="T35" fmla="*/ 2147483646 h 131"/>
                <a:gd name="T36" fmla="*/ 2147483646 w 130"/>
                <a:gd name="T37" fmla="*/ 2147483646 h 131"/>
                <a:gd name="T38" fmla="*/ 2147483646 w 130"/>
                <a:gd name="T39" fmla="*/ 2147483646 h 131"/>
                <a:gd name="T40" fmla="*/ 2147483646 w 130"/>
                <a:gd name="T41" fmla="*/ 2147483646 h 131"/>
                <a:gd name="T42" fmla="*/ 2147483646 w 130"/>
                <a:gd name="T43" fmla="*/ 2147483646 h 131"/>
                <a:gd name="T44" fmla="*/ 2147483646 w 130"/>
                <a:gd name="T45" fmla="*/ 2147483646 h 131"/>
                <a:gd name="T46" fmla="*/ 2147483646 w 130"/>
                <a:gd name="T47" fmla="*/ 2147483646 h 131"/>
                <a:gd name="T48" fmla="*/ 2147483646 w 130"/>
                <a:gd name="T49" fmla="*/ 2147483646 h 131"/>
                <a:gd name="T50" fmla="*/ 2147483646 w 130"/>
                <a:gd name="T51" fmla="*/ 2147483646 h 131"/>
                <a:gd name="T52" fmla="*/ 2147483646 w 130"/>
                <a:gd name="T53" fmla="*/ 2147483646 h 131"/>
                <a:gd name="T54" fmla="*/ 2147483646 w 130"/>
                <a:gd name="T55" fmla="*/ 2147483646 h 131"/>
                <a:gd name="T56" fmla="*/ 2147483646 w 130"/>
                <a:gd name="T57" fmla="*/ 2147483646 h 131"/>
                <a:gd name="T58" fmla="*/ 2147483646 w 130"/>
                <a:gd name="T59" fmla="*/ 2147483646 h 131"/>
                <a:gd name="T60" fmla="*/ 2147483646 w 130"/>
                <a:gd name="T61" fmla="*/ 2147483646 h 131"/>
                <a:gd name="T62" fmla="*/ 2147483646 w 130"/>
                <a:gd name="T63" fmla="*/ 2147483646 h 131"/>
                <a:gd name="T64" fmla="*/ 2147483646 w 130"/>
                <a:gd name="T65" fmla="*/ 2147483646 h 131"/>
                <a:gd name="T66" fmla="*/ 2147483646 w 130"/>
                <a:gd name="T67" fmla="*/ 2147483646 h 131"/>
                <a:gd name="T68" fmla="*/ 2147483646 w 130"/>
                <a:gd name="T69" fmla="*/ 2147483646 h 131"/>
                <a:gd name="T70" fmla="*/ 2147483646 w 130"/>
                <a:gd name="T71" fmla="*/ 2147483646 h 131"/>
                <a:gd name="T72" fmla="*/ 2147483646 w 130"/>
                <a:gd name="T73" fmla="*/ 2147483646 h 131"/>
                <a:gd name="T74" fmla="*/ 2147483646 w 130"/>
                <a:gd name="T75" fmla="*/ 2147483646 h 131"/>
                <a:gd name="T76" fmla="*/ 2147483646 w 130"/>
                <a:gd name="T77" fmla="*/ 2147483646 h 131"/>
                <a:gd name="T78" fmla="*/ 2147483646 w 130"/>
                <a:gd name="T79" fmla="*/ 2147483646 h 131"/>
                <a:gd name="T80" fmla="*/ 2147483646 w 130"/>
                <a:gd name="T81" fmla="*/ 2147483646 h 131"/>
                <a:gd name="T82" fmla="*/ 2147483646 w 130"/>
                <a:gd name="T83" fmla="*/ 2147483646 h 131"/>
                <a:gd name="T84" fmla="*/ 2147483646 w 130"/>
                <a:gd name="T85" fmla="*/ 2147483646 h 131"/>
                <a:gd name="T86" fmla="*/ 2147483646 w 130"/>
                <a:gd name="T87" fmla="*/ 0 h 1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0"/>
                <a:gd name="T133" fmla="*/ 0 h 131"/>
                <a:gd name="T134" fmla="*/ 130 w 130"/>
                <a:gd name="T135" fmla="*/ 131 h 1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0" h="131">
                  <a:moveTo>
                    <a:pt x="64" y="0"/>
                  </a:moveTo>
                  <a:lnTo>
                    <a:pt x="61" y="0"/>
                  </a:lnTo>
                  <a:lnTo>
                    <a:pt x="58" y="2"/>
                  </a:lnTo>
                  <a:lnTo>
                    <a:pt x="54" y="2"/>
                  </a:lnTo>
                  <a:lnTo>
                    <a:pt x="51" y="2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3" y="5"/>
                  </a:lnTo>
                  <a:lnTo>
                    <a:pt x="40" y="6"/>
                  </a:lnTo>
                  <a:lnTo>
                    <a:pt x="37" y="7"/>
                  </a:lnTo>
                  <a:lnTo>
                    <a:pt x="34" y="9"/>
                  </a:lnTo>
                  <a:lnTo>
                    <a:pt x="31" y="10"/>
                  </a:lnTo>
                  <a:lnTo>
                    <a:pt x="28" y="12"/>
                  </a:lnTo>
                  <a:lnTo>
                    <a:pt x="25" y="13"/>
                  </a:lnTo>
                  <a:lnTo>
                    <a:pt x="23" y="16"/>
                  </a:lnTo>
                  <a:lnTo>
                    <a:pt x="21" y="17"/>
                  </a:lnTo>
                  <a:lnTo>
                    <a:pt x="18" y="20"/>
                  </a:lnTo>
                  <a:lnTo>
                    <a:pt x="17" y="22"/>
                  </a:lnTo>
                  <a:lnTo>
                    <a:pt x="14" y="25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8" y="32"/>
                  </a:lnTo>
                  <a:lnTo>
                    <a:pt x="7" y="35"/>
                  </a:lnTo>
                  <a:lnTo>
                    <a:pt x="5" y="38"/>
                  </a:lnTo>
                  <a:lnTo>
                    <a:pt x="4" y="40"/>
                  </a:lnTo>
                  <a:lnTo>
                    <a:pt x="4" y="43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0" y="76"/>
                  </a:lnTo>
                  <a:lnTo>
                    <a:pt x="1" y="79"/>
                  </a:lnTo>
                  <a:lnTo>
                    <a:pt x="1" y="82"/>
                  </a:lnTo>
                  <a:lnTo>
                    <a:pt x="2" y="85"/>
                  </a:lnTo>
                  <a:lnTo>
                    <a:pt x="4" y="88"/>
                  </a:lnTo>
                  <a:lnTo>
                    <a:pt x="4" y="91"/>
                  </a:lnTo>
                  <a:lnTo>
                    <a:pt x="5" y="94"/>
                  </a:lnTo>
                  <a:lnTo>
                    <a:pt x="7" y="96"/>
                  </a:lnTo>
                  <a:lnTo>
                    <a:pt x="8" y="99"/>
                  </a:lnTo>
                  <a:lnTo>
                    <a:pt x="11" y="102"/>
                  </a:lnTo>
                  <a:lnTo>
                    <a:pt x="12" y="105"/>
                  </a:lnTo>
                  <a:lnTo>
                    <a:pt x="14" y="108"/>
                  </a:lnTo>
                  <a:lnTo>
                    <a:pt x="17" y="109"/>
                  </a:lnTo>
                  <a:lnTo>
                    <a:pt x="18" y="112"/>
                  </a:lnTo>
                  <a:lnTo>
                    <a:pt x="21" y="114"/>
                  </a:lnTo>
                  <a:lnTo>
                    <a:pt x="23" y="117"/>
                  </a:lnTo>
                  <a:lnTo>
                    <a:pt x="25" y="118"/>
                  </a:lnTo>
                  <a:lnTo>
                    <a:pt x="28" y="119"/>
                  </a:lnTo>
                  <a:lnTo>
                    <a:pt x="31" y="122"/>
                  </a:lnTo>
                  <a:lnTo>
                    <a:pt x="34" y="124"/>
                  </a:lnTo>
                  <a:lnTo>
                    <a:pt x="37" y="125"/>
                  </a:lnTo>
                  <a:lnTo>
                    <a:pt x="40" y="127"/>
                  </a:lnTo>
                  <a:lnTo>
                    <a:pt x="43" y="127"/>
                  </a:lnTo>
                  <a:lnTo>
                    <a:pt x="46" y="128"/>
                  </a:lnTo>
                  <a:lnTo>
                    <a:pt x="48" y="130"/>
                  </a:lnTo>
                  <a:lnTo>
                    <a:pt x="51" y="130"/>
                  </a:lnTo>
                  <a:lnTo>
                    <a:pt x="54" y="131"/>
                  </a:lnTo>
                  <a:lnTo>
                    <a:pt x="58" y="131"/>
                  </a:lnTo>
                  <a:lnTo>
                    <a:pt x="61" y="131"/>
                  </a:lnTo>
                  <a:lnTo>
                    <a:pt x="64" y="131"/>
                  </a:lnTo>
                  <a:lnTo>
                    <a:pt x="69" y="131"/>
                  </a:lnTo>
                  <a:lnTo>
                    <a:pt x="71" y="131"/>
                  </a:lnTo>
                  <a:lnTo>
                    <a:pt x="74" y="131"/>
                  </a:lnTo>
                  <a:lnTo>
                    <a:pt x="77" y="130"/>
                  </a:lnTo>
                  <a:lnTo>
                    <a:pt x="81" y="130"/>
                  </a:lnTo>
                  <a:lnTo>
                    <a:pt x="84" y="128"/>
                  </a:lnTo>
                  <a:lnTo>
                    <a:pt x="87" y="127"/>
                  </a:lnTo>
                  <a:lnTo>
                    <a:pt x="90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99" y="122"/>
                  </a:lnTo>
                  <a:lnTo>
                    <a:pt x="102" y="119"/>
                  </a:lnTo>
                  <a:lnTo>
                    <a:pt x="103" y="118"/>
                  </a:lnTo>
                  <a:lnTo>
                    <a:pt x="106" y="117"/>
                  </a:lnTo>
                  <a:lnTo>
                    <a:pt x="109" y="114"/>
                  </a:lnTo>
                  <a:lnTo>
                    <a:pt x="110" y="112"/>
                  </a:lnTo>
                  <a:lnTo>
                    <a:pt x="113" y="109"/>
                  </a:lnTo>
                  <a:lnTo>
                    <a:pt x="115" y="108"/>
                  </a:lnTo>
                  <a:lnTo>
                    <a:pt x="117" y="105"/>
                  </a:lnTo>
                  <a:lnTo>
                    <a:pt x="119" y="102"/>
                  </a:lnTo>
                  <a:lnTo>
                    <a:pt x="120" y="99"/>
                  </a:lnTo>
                  <a:lnTo>
                    <a:pt x="122" y="96"/>
                  </a:lnTo>
                  <a:lnTo>
                    <a:pt x="123" y="94"/>
                  </a:lnTo>
                  <a:lnTo>
                    <a:pt x="125" y="91"/>
                  </a:lnTo>
                  <a:lnTo>
                    <a:pt x="126" y="88"/>
                  </a:lnTo>
                  <a:lnTo>
                    <a:pt x="128" y="85"/>
                  </a:lnTo>
                  <a:lnTo>
                    <a:pt x="128" y="82"/>
                  </a:lnTo>
                  <a:lnTo>
                    <a:pt x="129" y="79"/>
                  </a:lnTo>
                  <a:lnTo>
                    <a:pt x="129" y="76"/>
                  </a:lnTo>
                  <a:lnTo>
                    <a:pt x="129" y="72"/>
                  </a:lnTo>
                  <a:lnTo>
                    <a:pt x="130" y="69"/>
                  </a:lnTo>
                  <a:lnTo>
                    <a:pt x="130" y="66"/>
                  </a:lnTo>
                  <a:lnTo>
                    <a:pt x="130" y="62"/>
                  </a:lnTo>
                  <a:lnTo>
                    <a:pt x="129" y="59"/>
                  </a:lnTo>
                  <a:lnTo>
                    <a:pt x="129" y="56"/>
                  </a:lnTo>
                  <a:lnTo>
                    <a:pt x="129" y="53"/>
                  </a:lnTo>
                  <a:lnTo>
                    <a:pt x="128" y="49"/>
                  </a:lnTo>
                  <a:lnTo>
                    <a:pt x="128" y="46"/>
                  </a:lnTo>
                  <a:lnTo>
                    <a:pt x="126" y="43"/>
                  </a:lnTo>
                  <a:lnTo>
                    <a:pt x="125" y="40"/>
                  </a:lnTo>
                  <a:lnTo>
                    <a:pt x="123" y="38"/>
                  </a:lnTo>
                  <a:lnTo>
                    <a:pt x="122" y="35"/>
                  </a:lnTo>
                  <a:lnTo>
                    <a:pt x="120" y="32"/>
                  </a:lnTo>
                  <a:lnTo>
                    <a:pt x="119" y="29"/>
                  </a:lnTo>
                  <a:lnTo>
                    <a:pt x="117" y="28"/>
                  </a:lnTo>
                  <a:lnTo>
                    <a:pt x="115" y="25"/>
                  </a:lnTo>
                  <a:lnTo>
                    <a:pt x="113" y="22"/>
                  </a:lnTo>
                  <a:lnTo>
                    <a:pt x="110" y="20"/>
                  </a:lnTo>
                  <a:lnTo>
                    <a:pt x="109" y="17"/>
                  </a:lnTo>
                  <a:lnTo>
                    <a:pt x="106" y="16"/>
                  </a:lnTo>
                  <a:lnTo>
                    <a:pt x="103" y="13"/>
                  </a:lnTo>
                  <a:lnTo>
                    <a:pt x="102" y="12"/>
                  </a:lnTo>
                  <a:lnTo>
                    <a:pt x="99" y="10"/>
                  </a:lnTo>
                  <a:lnTo>
                    <a:pt x="96" y="9"/>
                  </a:lnTo>
                  <a:lnTo>
                    <a:pt x="93" y="7"/>
                  </a:lnTo>
                  <a:lnTo>
                    <a:pt x="90" y="6"/>
                  </a:lnTo>
                  <a:lnTo>
                    <a:pt x="87" y="5"/>
                  </a:lnTo>
                  <a:lnTo>
                    <a:pt x="84" y="3"/>
                  </a:lnTo>
                  <a:lnTo>
                    <a:pt x="81" y="3"/>
                  </a:lnTo>
                  <a:lnTo>
                    <a:pt x="77" y="2"/>
                  </a:lnTo>
                  <a:lnTo>
                    <a:pt x="74" y="2"/>
                  </a:lnTo>
                  <a:lnTo>
                    <a:pt x="71" y="2"/>
                  </a:lnTo>
                  <a:lnTo>
                    <a:pt x="69" y="0"/>
                  </a:lnTo>
                  <a:lnTo>
                    <a:pt x="6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" name="Line 294">
            <a:extLst>
              <a:ext uri="{FF2B5EF4-FFF2-40B4-BE49-F238E27FC236}">
                <a16:creationId xmlns:a16="http://schemas.microsoft.com/office/drawing/2014/main" id="{DA17C3B1-0B4E-4E28-BEDD-0C66E119F41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382838" y="3836645"/>
            <a:ext cx="0" cy="454025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E64F0D-20DE-44F2-A327-3B7C8E55B2D1}"/>
                  </a:ext>
                </a:extLst>
              </p14:cNvPr>
              <p14:cNvContentPartPr/>
              <p14:nvPr/>
            </p14:nvContentPartPr>
            <p14:xfrm>
              <a:off x="4826160" y="2490120"/>
              <a:ext cx="443880" cy="324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E64F0D-20DE-44F2-A327-3B7C8E55B2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6800" y="2480760"/>
                <a:ext cx="462600" cy="326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Line 290">
            <a:extLst>
              <a:ext uri="{FF2B5EF4-FFF2-40B4-BE49-F238E27FC236}">
                <a16:creationId xmlns:a16="http://schemas.microsoft.com/office/drawing/2014/main" id="{09E839CC-F915-49BB-A7ED-ED745C3214E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252788" y="3397250"/>
            <a:ext cx="719137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6" name="Line 291">
            <a:extLst>
              <a:ext uri="{FF2B5EF4-FFF2-40B4-BE49-F238E27FC236}">
                <a16:creationId xmlns:a16="http://schemas.microsoft.com/office/drawing/2014/main" id="{775F4661-41E6-424F-9C3E-D16B7921A4F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9950" y="3803650"/>
            <a:ext cx="1830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7" name="Line 292">
            <a:extLst>
              <a:ext uri="{FF2B5EF4-FFF2-40B4-BE49-F238E27FC236}">
                <a16:creationId xmlns:a16="http://schemas.microsoft.com/office/drawing/2014/main" id="{4B65FA6F-1775-4F1D-9ACD-5EE6EA78C499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352925" y="3600450"/>
            <a:ext cx="674688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8" name="Freeform 293">
            <a:extLst>
              <a:ext uri="{FF2B5EF4-FFF2-40B4-BE49-F238E27FC236}">
                <a16:creationId xmlns:a16="http://schemas.microsoft.com/office/drawing/2014/main" id="{E5260335-8586-4F5F-B5A0-7E1A7C57DF60}"/>
              </a:ext>
            </a:extLst>
          </p:cNvPr>
          <p:cNvSpPr>
            <a:spLocks noChangeAspect="1"/>
          </p:cNvSpPr>
          <p:nvPr/>
        </p:nvSpPr>
        <p:spPr bwMode="auto">
          <a:xfrm>
            <a:off x="3963988" y="3098800"/>
            <a:ext cx="388937" cy="998538"/>
          </a:xfrm>
          <a:custGeom>
            <a:avLst/>
            <a:gdLst>
              <a:gd name="T0" fmla="*/ 2147483646 w 505"/>
              <a:gd name="T1" fmla="*/ 2147483646 h 1297"/>
              <a:gd name="T2" fmla="*/ 2147483646 w 505"/>
              <a:gd name="T3" fmla="*/ 2147483646 h 1297"/>
              <a:gd name="T4" fmla="*/ 0 w 505"/>
              <a:gd name="T5" fmla="*/ 0 h 1297"/>
              <a:gd name="T6" fmla="*/ 0 w 505"/>
              <a:gd name="T7" fmla="*/ 2147483646 h 1297"/>
              <a:gd name="T8" fmla="*/ 2147483646 w 505"/>
              <a:gd name="T9" fmla="*/ 2147483646 h 12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5"/>
              <a:gd name="T16" fmla="*/ 0 h 1297"/>
              <a:gd name="T17" fmla="*/ 505 w 505"/>
              <a:gd name="T18" fmla="*/ 1297 h 12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5" h="1297">
                <a:moveTo>
                  <a:pt x="505" y="1033"/>
                </a:moveTo>
                <a:lnTo>
                  <a:pt x="505" y="264"/>
                </a:lnTo>
                <a:lnTo>
                  <a:pt x="0" y="0"/>
                </a:lnTo>
                <a:lnTo>
                  <a:pt x="0" y="1297"/>
                </a:lnTo>
                <a:lnTo>
                  <a:pt x="505" y="1033"/>
                </a:lnTo>
                <a:close/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9" name="Line 294">
            <a:extLst>
              <a:ext uri="{FF2B5EF4-FFF2-40B4-BE49-F238E27FC236}">
                <a16:creationId xmlns:a16="http://schemas.microsoft.com/office/drawing/2014/main" id="{E94E32B3-F683-461D-B950-B231AF0E586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148138" y="2803525"/>
            <a:ext cx="3175" cy="387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0" name="Line 296">
            <a:extLst>
              <a:ext uri="{FF2B5EF4-FFF2-40B4-BE49-F238E27FC236}">
                <a16:creationId xmlns:a16="http://schemas.microsoft.com/office/drawing/2014/main" id="{40694778-0049-4CDF-92CB-39C42F58C85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668713" y="2803525"/>
            <a:ext cx="47942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1" name="Rectangle 297">
            <a:extLst>
              <a:ext uri="{FF2B5EF4-FFF2-40B4-BE49-F238E27FC236}">
                <a16:creationId xmlns:a16="http://schemas.microsoft.com/office/drawing/2014/main" id="{3CE50B94-A3DB-4902-826A-F17FCA09DF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3288" y="2662238"/>
            <a:ext cx="16668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 i="1">
                <a:solidFill>
                  <a:srgbClr val="000000"/>
                </a:solidFill>
                <a:latin typeface="Times-Roman" charset="0"/>
              </a:rPr>
              <a:t>T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2472" name="Rectangle 299">
            <a:extLst>
              <a:ext uri="{FF2B5EF4-FFF2-40B4-BE49-F238E27FC236}">
                <a16:creationId xmlns:a16="http://schemas.microsoft.com/office/drawing/2014/main" id="{7F3AD267-2678-4610-A770-1925F2275A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84563" y="3362325"/>
            <a:ext cx="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2473" name="Rectangle 301">
            <a:extLst>
              <a:ext uri="{FF2B5EF4-FFF2-40B4-BE49-F238E27FC236}">
                <a16:creationId xmlns:a16="http://schemas.microsoft.com/office/drawing/2014/main" id="{D934F945-7D3B-47E9-A3B7-4F187D7DCA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84563" y="3759200"/>
            <a:ext cx="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2474" name="Rectangle 302">
            <a:extLst>
              <a:ext uri="{FF2B5EF4-FFF2-40B4-BE49-F238E27FC236}">
                <a16:creationId xmlns:a16="http://schemas.microsoft.com/office/drawing/2014/main" id="{8F559755-DD13-424D-8FEE-70DCA379FD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0188" y="3351213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0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sp>
        <p:nvSpPr>
          <p:cNvPr id="62475" name="Rectangle 303">
            <a:extLst>
              <a:ext uri="{FF2B5EF4-FFF2-40B4-BE49-F238E27FC236}">
                <a16:creationId xmlns:a16="http://schemas.microsoft.com/office/drawing/2014/main" id="{42A23062-4ABF-4B3B-9D9D-2C16EBC22E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40188" y="3743325"/>
            <a:ext cx="1524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rgbClr val="000000"/>
                </a:solidFill>
                <a:latin typeface="Times-Roman" charset="0"/>
              </a:rPr>
              <a:t>1 </a:t>
            </a:r>
            <a:endParaRPr lang="en-US" altLang="en-US" sz="1600" b="0">
              <a:latin typeface="Times" panose="02020603050405020304" pitchFamily="18" charset="0"/>
            </a:endParaRPr>
          </a:p>
        </p:txBody>
      </p:sp>
      <p:grpSp>
        <p:nvGrpSpPr>
          <p:cNvPr id="62476" name="Group 3">
            <a:extLst>
              <a:ext uri="{FF2B5EF4-FFF2-40B4-BE49-F238E27FC236}">
                <a16:creationId xmlns:a16="http://schemas.microsoft.com/office/drawing/2014/main" id="{DC815A5E-C051-4B33-83E9-D65DBE9FA20F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3336925"/>
            <a:ext cx="1622425" cy="1063625"/>
            <a:chOff x="3581400" y="4936682"/>
            <a:chExt cx="1622580" cy="1063625"/>
          </a:xfrm>
        </p:grpSpPr>
        <p:sp>
          <p:nvSpPr>
            <p:cNvPr id="62495" name="Rectangle 50">
              <a:extLst>
                <a:ext uri="{FF2B5EF4-FFF2-40B4-BE49-F238E27FC236}">
                  <a16:creationId xmlns:a16="http://schemas.microsoft.com/office/drawing/2014/main" id="{57503E62-B506-4948-9884-B18F90B49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450" y="4936682"/>
              <a:ext cx="666750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2496" name="Rectangle 52">
              <a:extLst>
                <a:ext uri="{FF2B5EF4-FFF2-40B4-BE49-F238E27FC236}">
                  <a16:creationId xmlns:a16="http://schemas.microsoft.com/office/drawing/2014/main" id="{99C4FFFE-5009-46E5-B787-9CD16CD4F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713" y="510972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2497" name="Rectangle 53">
              <a:extLst>
                <a:ext uri="{FF2B5EF4-FFF2-40B4-BE49-F238E27FC236}">
                  <a16:creationId xmlns:a16="http://schemas.microsoft.com/office/drawing/2014/main" id="{C1A78B3E-0159-47E6-A899-0BFC01897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000" y="5103370"/>
              <a:ext cx="2444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2498" name="Line 54">
              <a:extLst>
                <a:ext uri="{FF2B5EF4-FFF2-40B4-BE49-F238E27FC236}">
                  <a16:creationId xmlns:a16="http://schemas.microsoft.com/office/drawing/2014/main" id="{85BA121B-47A9-479A-A8EB-C98102417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7700" y="5638357"/>
              <a:ext cx="95250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9" name="Freeform 55">
              <a:extLst>
                <a:ext uri="{FF2B5EF4-FFF2-40B4-BE49-F238E27FC236}">
                  <a16:creationId xmlns:a16="http://schemas.microsoft.com/office/drawing/2014/main" id="{3759E562-14D7-4B45-82C7-C687FB093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450" y="5676457"/>
              <a:ext cx="133350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0" name="Line 58">
              <a:extLst>
                <a:ext uri="{FF2B5EF4-FFF2-40B4-BE49-F238E27FC236}">
                  <a16:creationId xmlns:a16="http://schemas.microsoft.com/office/drawing/2014/main" id="{9AD8628D-B9F3-4F56-B4F0-325138464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1400" y="5733607"/>
              <a:ext cx="410152" cy="45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1" name="Line 60">
              <a:extLst>
                <a:ext uri="{FF2B5EF4-FFF2-40B4-BE49-F238E27FC236}">
                  <a16:creationId xmlns:a16="http://schemas.microsoft.com/office/drawing/2014/main" id="{5937E2FF-6AE2-4DFA-B21C-84799E71AE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8199" y="5203381"/>
              <a:ext cx="555781" cy="5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2" name="Line 61">
              <a:extLst>
                <a:ext uri="{FF2B5EF4-FFF2-40B4-BE49-F238E27FC236}">
                  <a16:creationId xmlns:a16="http://schemas.microsoft.com/office/drawing/2014/main" id="{0E75793D-813E-440F-BE4E-0529C248D2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48199" y="5736782"/>
              <a:ext cx="548989" cy="16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503" name="Rectangle 62">
              <a:extLst>
                <a:ext uri="{FF2B5EF4-FFF2-40B4-BE49-F238E27FC236}">
                  <a16:creationId xmlns:a16="http://schemas.microsoft.com/office/drawing/2014/main" id="{590FAA02-E3A4-490B-AC46-B130964F3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588" y="5647882"/>
              <a:ext cx="244475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sp>
        <p:nvSpPr>
          <p:cNvPr id="62477" name="Line 292">
            <a:extLst>
              <a:ext uri="{FF2B5EF4-FFF2-40B4-BE49-F238E27FC236}">
                <a16:creationId xmlns:a16="http://schemas.microsoft.com/office/drawing/2014/main" id="{BAE1A64F-BBCD-4589-AA12-674E0FA14F6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252788" y="2286000"/>
            <a:ext cx="2743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8" name="Line 294">
            <a:extLst>
              <a:ext uri="{FF2B5EF4-FFF2-40B4-BE49-F238E27FC236}">
                <a16:creationId xmlns:a16="http://schemas.microsoft.com/office/drawing/2014/main" id="{9938E82B-C589-4A54-88A1-7263B6CCCA7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268663" y="2290763"/>
            <a:ext cx="0" cy="1100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79" name="Line 294">
            <a:extLst>
              <a:ext uri="{FF2B5EF4-FFF2-40B4-BE49-F238E27FC236}">
                <a16:creationId xmlns:a16="http://schemas.microsoft.com/office/drawing/2014/main" id="{E92A8550-588D-4283-B294-915892A4285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991225" y="2301875"/>
            <a:ext cx="0" cy="13001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0" name="Oval 79">
            <a:extLst>
              <a:ext uri="{FF2B5EF4-FFF2-40B4-BE49-F238E27FC236}">
                <a16:creationId xmlns:a16="http://schemas.microsoft.com/office/drawing/2014/main" id="{9663BB36-F54F-4E24-B6E3-75523D995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3565525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2481" name="Oval 80">
            <a:extLst>
              <a:ext uri="{FF2B5EF4-FFF2-40B4-BE49-F238E27FC236}">
                <a16:creationId xmlns:a16="http://schemas.microsoft.com/office/drawing/2014/main" id="{816F6125-E76E-4326-B22B-BCF8BFC5D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150" y="2251075"/>
            <a:ext cx="76200" cy="698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2482" name="TextBox 81">
            <a:extLst>
              <a:ext uri="{FF2B5EF4-FFF2-40B4-BE49-F238E27FC236}">
                <a16:creationId xmlns:a16="http://schemas.microsoft.com/office/drawing/2014/main" id="{18EA994A-9C9B-4134-86E4-24CC14D0A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888" y="4124325"/>
            <a:ext cx="7350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latin typeface="Times" panose="02020603050405020304" pitchFamily="18" charset="0"/>
              </a:rPr>
              <a:t>Clock</a:t>
            </a:r>
          </a:p>
        </p:txBody>
      </p:sp>
      <p:sp>
        <p:nvSpPr>
          <p:cNvPr id="62483" name="Title 1">
            <a:extLst>
              <a:ext uri="{FF2B5EF4-FFF2-40B4-BE49-F238E27FC236}">
                <a16:creationId xmlns:a16="http://schemas.microsoft.com/office/drawing/2014/main" id="{12F04CBD-3D71-43A2-B365-C0DA0F88CF9D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Another Way to Draw This</a:t>
            </a:r>
          </a:p>
        </p:txBody>
      </p:sp>
      <p:sp>
        <p:nvSpPr>
          <p:cNvPr id="62484" name="Rectangle 53">
            <a:extLst>
              <a:ext uri="{FF2B5EF4-FFF2-40B4-BE49-F238E27FC236}">
                <a16:creationId xmlns:a16="http://schemas.microsoft.com/office/drawing/2014/main" id="{DB8E6C81-E8B6-4411-B13C-F27726E8A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6175" y="3124200"/>
            <a:ext cx="1301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-Roman" charset="0"/>
              </a:rPr>
              <a:t>Q</a:t>
            </a: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62485" name="Rectangle 53">
            <a:extLst>
              <a:ext uri="{FF2B5EF4-FFF2-40B4-BE49-F238E27FC236}">
                <a16:creationId xmlns:a16="http://schemas.microsoft.com/office/drawing/2014/main" id="{2DF8F59F-F0D9-464E-A790-F7910098B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75" y="3875088"/>
            <a:ext cx="1301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Q </a:t>
            </a: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62486" name="Straight Connector 2">
            <a:extLst>
              <a:ext uri="{FF2B5EF4-FFF2-40B4-BE49-F238E27FC236}">
                <a16:creationId xmlns:a16="http://schemas.microsoft.com/office/drawing/2014/main" id="{799D4E9E-7476-40BB-BE0A-243352A3536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02050" y="3886200"/>
            <a:ext cx="123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487" name="Line 294">
            <a:extLst>
              <a:ext uri="{FF2B5EF4-FFF2-40B4-BE49-F238E27FC236}">
                <a16:creationId xmlns:a16="http://schemas.microsoft.com/office/drawing/2014/main" id="{709FD70E-CAF8-4B87-B6EA-B9D9545FD63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49475" y="3184525"/>
            <a:ext cx="0" cy="63023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88" name="Line 291">
            <a:extLst>
              <a:ext uri="{FF2B5EF4-FFF2-40B4-BE49-F238E27FC236}">
                <a16:creationId xmlns:a16="http://schemas.microsoft.com/office/drawing/2014/main" id="{3736AC38-8C14-43E9-AB29-CA9CFE6A357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30425" y="2287588"/>
            <a:ext cx="1139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9" name="Group 1">
            <a:extLst>
              <a:ext uri="{FF2B5EF4-FFF2-40B4-BE49-F238E27FC236}">
                <a16:creationId xmlns:a16="http://schemas.microsoft.com/office/drawing/2014/main" id="{FD5FF16E-7F45-4773-9A42-E96F31EB3FF5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922463" y="2805112"/>
            <a:ext cx="444500" cy="320675"/>
            <a:chOff x="2438400" y="2667000"/>
            <a:chExt cx="444500" cy="320675"/>
          </a:xfrm>
        </p:grpSpPr>
        <p:sp>
          <p:nvSpPr>
            <p:cNvPr id="62493" name="Freeform 5">
              <a:extLst>
                <a:ext uri="{FF2B5EF4-FFF2-40B4-BE49-F238E27FC236}">
                  <a16:creationId xmlns:a16="http://schemas.microsoft.com/office/drawing/2014/main" id="{0731903B-785D-447B-84C4-F6237FAD4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400" y="2667000"/>
              <a:ext cx="319088" cy="320675"/>
            </a:xfrm>
            <a:custGeom>
              <a:avLst/>
              <a:gdLst>
                <a:gd name="T0" fmla="*/ 2147483646 w 403"/>
                <a:gd name="T1" fmla="*/ 2147483646 h 402"/>
                <a:gd name="T2" fmla="*/ 0 w 403"/>
                <a:gd name="T3" fmla="*/ 2147483646 h 402"/>
                <a:gd name="T4" fmla="*/ 0 w 403"/>
                <a:gd name="T5" fmla="*/ 0 h 402"/>
                <a:gd name="T6" fmla="*/ 2147483646 w 403"/>
                <a:gd name="T7" fmla="*/ 2147483646 h 4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3"/>
                <a:gd name="T13" fmla="*/ 0 h 402"/>
                <a:gd name="T14" fmla="*/ 403 w 403"/>
                <a:gd name="T15" fmla="*/ 402 h 4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3" h="402">
                  <a:moveTo>
                    <a:pt x="403" y="201"/>
                  </a:moveTo>
                  <a:lnTo>
                    <a:pt x="0" y="402"/>
                  </a:lnTo>
                  <a:lnTo>
                    <a:pt x="0" y="0"/>
                  </a:lnTo>
                  <a:lnTo>
                    <a:pt x="403" y="20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494" name="Freeform 7">
              <a:extLst>
                <a:ext uri="{FF2B5EF4-FFF2-40B4-BE49-F238E27FC236}">
                  <a16:creationId xmlns:a16="http://schemas.microsoft.com/office/drawing/2014/main" id="{69F689C1-544A-4611-B29F-E16FC8CEA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125" y="2773363"/>
              <a:ext cx="104775" cy="103187"/>
            </a:xfrm>
            <a:custGeom>
              <a:avLst/>
              <a:gdLst>
                <a:gd name="T0" fmla="*/ 2147483646 w 130"/>
                <a:gd name="T1" fmla="*/ 2147483646 h 131"/>
                <a:gd name="T2" fmla="*/ 2147483646 w 130"/>
                <a:gd name="T3" fmla="*/ 2147483646 h 131"/>
                <a:gd name="T4" fmla="*/ 2147483646 w 130"/>
                <a:gd name="T5" fmla="*/ 2147483646 h 131"/>
                <a:gd name="T6" fmla="*/ 2147483646 w 130"/>
                <a:gd name="T7" fmla="*/ 2147483646 h 131"/>
                <a:gd name="T8" fmla="*/ 2147483646 w 130"/>
                <a:gd name="T9" fmla="*/ 2147483646 h 131"/>
                <a:gd name="T10" fmla="*/ 2147483646 w 130"/>
                <a:gd name="T11" fmla="*/ 2147483646 h 131"/>
                <a:gd name="T12" fmla="*/ 2147483646 w 130"/>
                <a:gd name="T13" fmla="*/ 2147483646 h 131"/>
                <a:gd name="T14" fmla="*/ 2147483646 w 130"/>
                <a:gd name="T15" fmla="*/ 2147483646 h 131"/>
                <a:gd name="T16" fmla="*/ 2147483646 w 130"/>
                <a:gd name="T17" fmla="*/ 2147483646 h 131"/>
                <a:gd name="T18" fmla="*/ 0 w 130"/>
                <a:gd name="T19" fmla="*/ 2147483646 h 131"/>
                <a:gd name="T20" fmla="*/ 0 w 130"/>
                <a:gd name="T21" fmla="*/ 2147483646 h 131"/>
                <a:gd name="T22" fmla="*/ 0 w 130"/>
                <a:gd name="T23" fmla="*/ 2147483646 h 131"/>
                <a:gd name="T24" fmla="*/ 2147483646 w 130"/>
                <a:gd name="T25" fmla="*/ 2147483646 h 131"/>
                <a:gd name="T26" fmla="*/ 2147483646 w 130"/>
                <a:gd name="T27" fmla="*/ 2147483646 h 131"/>
                <a:gd name="T28" fmla="*/ 2147483646 w 130"/>
                <a:gd name="T29" fmla="*/ 2147483646 h 131"/>
                <a:gd name="T30" fmla="*/ 2147483646 w 130"/>
                <a:gd name="T31" fmla="*/ 2147483646 h 131"/>
                <a:gd name="T32" fmla="*/ 2147483646 w 130"/>
                <a:gd name="T33" fmla="*/ 2147483646 h 131"/>
                <a:gd name="T34" fmla="*/ 2147483646 w 130"/>
                <a:gd name="T35" fmla="*/ 2147483646 h 131"/>
                <a:gd name="T36" fmla="*/ 2147483646 w 130"/>
                <a:gd name="T37" fmla="*/ 2147483646 h 131"/>
                <a:gd name="T38" fmla="*/ 2147483646 w 130"/>
                <a:gd name="T39" fmla="*/ 2147483646 h 131"/>
                <a:gd name="T40" fmla="*/ 2147483646 w 130"/>
                <a:gd name="T41" fmla="*/ 2147483646 h 131"/>
                <a:gd name="T42" fmla="*/ 2147483646 w 130"/>
                <a:gd name="T43" fmla="*/ 2147483646 h 131"/>
                <a:gd name="T44" fmla="*/ 2147483646 w 130"/>
                <a:gd name="T45" fmla="*/ 2147483646 h 131"/>
                <a:gd name="T46" fmla="*/ 2147483646 w 130"/>
                <a:gd name="T47" fmla="*/ 2147483646 h 131"/>
                <a:gd name="T48" fmla="*/ 2147483646 w 130"/>
                <a:gd name="T49" fmla="*/ 2147483646 h 131"/>
                <a:gd name="T50" fmla="*/ 2147483646 w 130"/>
                <a:gd name="T51" fmla="*/ 2147483646 h 131"/>
                <a:gd name="T52" fmla="*/ 2147483646 w 130"/>
                <a:gd name="T53" fmla="*/ 2147483646 h 131"/>
                <a:gd name="T54" fmla="*/ 2147483646 w 130"/>
                <a:gd name="T55" fmla="*/ 2147483646 h 131"/>
                <a:gd name="T56" fmla="*/ 2147483646 w 130"/>
                <a:gd name="T57" fmla="*/ 2147483646 h 131"/>
                <a:gd name="T58" fmla="*/ 2147483646 w 130"/>
                <a:gd name="T59" fmla="*/ 2147483646 h 131"/>
                <a:gd name="T60" fmla="*/ 2147483646 w 130"/>
                <a:gd name="T61" fmla="*/ 2147483646 h 131"/>
                <a:gd name="T62" fmla="*/ 2147483646 w 130"/>
                <a:gd name="T63" fmla="*/ 2147483646 h 131"/>
                <a:gd name="T64" fmla="*/ 2147483646 w 130"/>
                <a:gd name="T65" fmla="*/ 2147483646 h 131"/>
                <a:gd name="T66" fmla="*/ 2147483646 w 130"/>
                <a:gd name="T67" fmla="*/ 2147483646 h 131"/>
                <a:gd name="T68" fmla="*/ 2147483646 w 130"/>
                <a:gd name="T69" fmla="*/ 2147483646 h 131"/>
                <a:gd name="T70" fmla="*/ 2147483646 w 130"/>
                <a:gd name="T71" fmla="*/ 2147483646 h 131"/>
                <a:gd name="T72" fmla="*/ 2147483646 w 130"/>
                <a:gd name="T73" fmla="*/ 2147483646 h 131"/>
                <a:gd name="T74" fmla="*/ 2147483646 w 130"/>
                <a:gd name="T75" fmla="*/ 2147483646 h 131"/>
                <a:gd name="T76" fmla="*/ 2147483646 w 130"/>
                <a:gd name="T77" fmla="*/ 2147483646 h 131"/>
                <a:gd name="T78" fmla="*/ 2147483646 w 130"/>
                <a:gd name="T79" fmla="*/ 2147483646 h 131"/>
                <a:gd name="T80" fmla="*/ 2147483646 w 130"/>
                <a:gd name="T81" fmla="*/ 2147483646 h 131"/>
                <a:gd name="T82" fmla="*/ 2147483646 w 130"/>
                <a:gd name="T83" fmla="*/ 2147483646 h 131"/>
                <a:gd name="T84" fmla="*/ 2147483646 w 130"/>
                <a:gd name="T85" fmla="*/ 2147483646 h 131"/>
                <a:gd name="T86" fmla="*/ 2147483646 w 130"/>
                <a:gd name="T87" fmla="*/ 0 h 1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30"/>
                <a:gd name="T133" fmla="*/ 0 h 131"/>
                <a:gd name="T134" fmla="*/ 130 w 130"/>
                <a:gd name="T135" fmla="*/ 131 h 1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30" h="131">
                  <a:moveTo>
                    <a:pt x="64" y="0"/>
                  </a:moveTo>
                  <a:lnTo>
                    <a:pt x="61" y="0"/>
                  </a:lnTo>
                  <a:lnTo>
                    <a:pt x="58" y="2"/>
                  </a:lnTo>
                  <a:lnTo>
                    <a:pt x="54" y="2"/>
                  </a:lnTo>
                  <a:lnTo>
                    <a:pt x="51" y="2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43" y="5"/>
                  </a:lnTo>
                  <a:lnTo>
                    <a:pt x="40" y="6"/>
                  </a:lnTo>
                  <a:lnTo>
                    <a:pt x="37" y="7"/>
                  </a:lnTo>
                  <a:lnTo>
                    <a:pt x="34" y="9"/>
                  </a:lnTo>
                  <a:lnTo>
                    <a:pt x="31" y="10"/>
                  </a:lnTo>
                  <a:lnTo>
                    <a:pt x="28" y="12"/>
                  </a:lnTo>
                  <a:lnTo>
                    <a:pt x="25" y="13"/>
                  </a:lnTo>
                  <a:lnTo>
                    <a:pt x="23" y="16"/>
                  </a:lnTo>
                  <a:lnTo>
                    <a:pt x="21" y="17"/>
                  </a:lnTo>
                  <a:lnTo>
                    <a:pt x="18" y="20"/>
                  </a:lnTo>
                  <a:lnTo>
                    <a:pt x="17" y="22"/>
                  </a:lnTo>
                  <a:lnTo>
                    <a:pt x="14" y="25"/>
                  </a:lnTo>
                  <a:lnTo>
                    <a:pt x="12" y="28"/>
                  </a:lnTo>
                  <a:lnTo>
                    <a:pt x="11" y="29"/>
                  </a:lnTo>
                  <a:lnTo>
                    <a:pt x="8" y="32"/>
                  </a:lnTo>
                  <a:lnTo>
                    <a:pt x="7" y="35"/>
                  </a:lnTo>
                  <a:lnTo>
                    <a:pt x="5" y="38"/>
                  </a:lnTo>
                  <a:lnTo>
                    <a:pt x="4" y="40"/>
                  </a:lnTo>
                  <a:lnTo>
                    <a:pt x="4" y="43"/>
                  </a:lnTo>
                  <a:lnTo>
                    <a:pt x="2" y="46"/>
                  </a:lnTo>
                  <a:lnTo>
                    <a:pt x="1" y="49"/>
                  </a:lnTo>
                  <a:lnTo>
                    <a:pt x="1" y="53"/>
                  </a:lnTo>
                  <a:lnTo>
                    <a:pt x="0" y="56"/>
                  </a:lnTo>
                  <a:lnTo>
                    <a:pt x="0" y="59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0" y="76"/>
                  </a:lnTo>
                  <a:lnTo>
                    <a:pt x="1" y="79"/>
                  </a:lnTo>
                  <a:lnTo>
                    <a:pt x="1" y="82"/>
                  </a:lnTo>
                  <a:lnTo>
                    <a:pt x="2" y="85"/>
                  </a:lnTo>
                  <a:lnTo>
                    <a:pt x="4" y="88"/>
                  </a:lnTo>
                  <a:lnTo>
                    <a:pt x="4" y="91"/>
                  </a:lnTo>
                  <a:lnTo>
                    <a:pt x="5" y="94"/>
                  </a:lnTo>
                  <a:lnTo>
                    <a:pt x="7" y="96"/>
                  </a:lnTo>
                  <a:lnTo>
                    <a:pt x="8" y="99"/>
                  </a:lnTo>
                  <a:lnTo>
                    <a:pt x="11" y="102"/>
                  </a:lnTo>
                  <a:lnTo>
                    <a:pt x="12" y="105"/>
                  </a:lnTo>
                  <a:lnTo>
                    <a:pt x="14" y="108"/>
                  </a:lnTo>
                  <a:lnTo>
                    <a:pt x="17" y="109"/>
                  </a:lnTo>
                  <a:lnTo>
                    <a:pt x="18" y="112"/>
                  </a:lnTo>
                  <a:lnTo>
                    <a:pt x="21" y="114"/>
                  </a:lnTo>
                  <a:lnTo>
                    <a:pt x="23" y="117"/>
                  </a:lnTo>
                  <a:lnTo>
                    <a:pt x="25" y="118"/>
                  </a:lnTo>
                  <a:lnTo>
                    <a:pt x="28" y="119"/>
                  </a:lnTo>
                  <a:lnTo>
                    <a:pt x="31" y="122"/>
                  </a:lnTo>
                  <a:lnTo>
                    <a:pt x="34" y="124"/>
                  </a:lnTo>
                  <a:lnTo>
                    <a:pt x="37" y="125"/>
                  </a:lnTo>
                  <a:lnTo>
                    <a:pt x="40" y="127"/>
                  </a:lnTo>
                  <a:lnTo>
                    <a:pt x="43" y="127"/>
                  </a:lnTo>
                  <a:lnTo>
                    <a:pt x="46" y="128"/>
                  </a:lnTo>
                  <a:lnTo>
                    <a:pt x="48" y="130"/>
                  </a:lnTo>
                  <a:lnTo>
                    <a:pt x="51" y="130"/>
                  </a:lnTo>
                  <a:lnTo>
                    <a:pt x="54" y="131"/>
                  </a:lnTo>
                  <a:lnTo>
                    <a:pt x="58" y="131"/>
                  </a:lnTo>
                  <a:lnTo>
                    <a:pt x="61" y="131"/>
                  </a:lnTo>
                  <a:lnTo>
                    <a:pt x="64" y="131"/>
                  </a:lnTo>
                  <a:lnTo>
                    <a:pt x="69" y="131"/>
                  </a:lnTo>
                  <a:lnTo>
                    <a:pt x="71" y="131"/>
                  </a:lnTo>
                  <a:lnTo>
                    <a:pt x="74" y="131"/>
                  </a:lnTo>
                  <a:lnTo>
                    <a:pt x="77" y="130"/>
                  </a:lnTo>
                  <a:lnTo>
                    <a:pt x="81" y="130"/>
                  </a:lnTo>
                  <a:lnTo>
                    <a:pt x="84" y="128"/>
                  </a:lnTo>
                  <a:lnTo>
                    <a:pt x="87" y="127"/>
                  </a:lnTo>
                  <a:lnTo>
                    <a:pt x="90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99" y="122"/>
                  </a:lnTo>
                  <a:lnTo>
                    <a:pt x="102" y="119"/>
                  </a:lnTo>
                  <a:lnTo>
                    <a:pt x="103" y="118"/>
                  </a:lnTo>
                  <a:lnTo>
                    <a:pt x="106" y="117"/>
                  </a:lnTo>
                  <a:lnTo>
                    <a:pt x="109" y="114"/>
                  </a:lnTo>
                  <a:lnTo>
                    <a:pt x="110" y="112"/>
                  </a:lnTo>
                  <a:lnTo>
                    <a:pt x="113" y="109"/>
                  </a:lnTo>
                  <a:lnTo>
                    <a:pt x="115" y="108"/>
                  </a:lnTo>
                  <a:lnTo>
                    <a:pt x="117" y="105"/>
                  </a:lnTo>
                  <a:lnTo>
                    <a:pt x="119" y="102"/>
                  </a:lnTo>
                  <a:lnTo>
                    <a:pt x="120" y="99"/>
                  </a:lnTo>
                  <a:lnTo>
                    <a:pt x="122" y="96"/>
                  </a:lnTo>
                  <a:lnTo>
                    <a:pt x="123" y="94"/>
                  </a:lnTo>
                  <a:lnTo>
                    <a:pt x="125" y="91"/>
                  </a:lnTo>
                  <a:lnTo>
                    <a:pt x="126" y="88"/>
                  </a:lnTo>
                  <a:lnTo>
                    <a:pt x="128" y="85"/>
                  </a:lnTo>
                  <a:lnTo>
                    <a:pt x="128" y="82"/>
                  </a:lnTo>
                  <a:lnTo>
                    <a:pt x="129" y="79"/>
                  </a:lnTo>
                  <a:lnTo>
                    <a:pt x="129" y="76"/>
                  </a:lnTo>
                  <a:lnTo>
                    <a:pt x="129" y="72"/>
                  </a:lnTo>
                  <a:lnTo>
                    <a:pt x="130" y="69"/>
                  </a:lnTo>
                  <a:lnTo>
                    <a:pt x="130" y="66"/>
                  </a:lnTo>
                  <a:lnTo>
                    <a:pt x="130" y="62"/>
                  </a:lnTo>
                  <a:lnTo>
                    <a:pt x="129" y="59"/>
                  </a:lnTo>
                  <a:lnTo>
                    <a:pt x="129" y="56"/>
                  </a:lnTo>
                  <a:lnTo>
                    <a:pt x="129" y="53"/>
                  </a:lnTo>
                  <a:lnTo>
                    <a:pt x="128" y="49"/>
                  </a:lnTo>
                  <a:lnTo>
                    <a:pt x="128" y="46"/>
                  </a:lnTo>
                  <a:lnTo>
                    <a:pt x="126" y="43"/>
                  </a:lnTo>
                  <a:lnTo>
                    <a:pt x="125" y="40"/>
                  </a:lnTo>
                  <a:lnTo>
                    <a:pt x="123" y="38"/>
                  </a:lnTo>
                  <a:lnTo>
                    <a:pt x="122" y="35"/>
                  </a:lnTo>
                  <a:lnTo>
                    <a:pt x="120" y="32"/>
                  </a:lnTo>
                  <a:lnTo>
                    <a:pt x="119" y="29"/>
                  </a:lnTo>
                  <a:lnTo>
                    <a:pt x="117" y="28"/>
                  </a:lnTo>
                  <a:lnTo>
                    <a:pt x="115" y="25"/>
                  </a:lnTo>
                  <a:lnTo>
                    <a:pt x="113" y="22"/>
                  </a:lnTo>
                  <a:lnTo>
                    <a:pt x="110" y="20"/>
                  </a:lnTo>
                  <a:lnTo>
                    <a:pt x="109" y="17"/>
                  </a:lnTo>
                  <a:lnTo>
                    <a:pt x="106" y="16"/>
                  </a:lnTo>
                  <a:lnTo>
                    <a:pt x="103" y="13"/>
                  </a:lnTo>
                  <a:lnTo>
                    <a:pt x="102" y="12"/>
                  </a:lnTo>
                  <a:lnTo>
                    <a:pt x="99" y="10"/>
                  </a:lnTo>
                  <a:lnTo>
                    <a:pt x="96" y="9"/>
                  </a:lnTo>
                  <a:lnTo>
                    <a:pt x="93" y="7"/>
                  </a:lnTo>
                  <a:lnTo>
                    <a:pt x="90" y="6"/>
                  </a:lnTo>
                  <a:lnTo>
                    <a:pt x="87" y="5"/>
                  </a:lnTo>
                  <a:lnTo>
                    <a:pt x="84" y="3"/>
                  </a:lnTo>
                  <a:lnTo>
                    <a:pt x="81" y="3"/>
                  </a:lnTo>
                  <a:lnTo>
                    <a:pt x="77" y="2"/>
                  </a:lnTo>
                  <a:lnTo>
                    <a:pt x="74" y="2"/>
                  </a:lnTo>
                  <a:lnTo>
                    <a:pt x="71" y="2"/>
                  </a:lnTo>
                  <a:lnTo>
                    <a:pt x="69" y="0"/>
                  </a:lnTo>
                  <a:lnTo>
                    <a:pt x="64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490" name="Line 294">
            <a:extLst>
              <a:ext uri="{FF2B5EF4-FFF2-40B4-BE49-F238E27FC236}">
                <a16:creationId xmlns:a16="http://schemas.microsoft.com/office/drawing/2014/main" id="{E5C65EC1-7C79-4AA3-B432-F367C54D670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47888" y="2278063"/>
            <a:ext cx="0" cy="454025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91" name="TextBox 1">
            <a:extLst>
              <a:ext uri="{FF2B5EF4-FFF2-40B4-BE49-F238E27FC236}">
                <a16:creationId xmlns:a16="http://schemas.microsoft.com/office/drawing/2014/main" id="{8A278D40-DA1B-47C7-AD74-15036BDD1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953000"/>
            <a:ext cx="1792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>
                <a:solidFill>
                  <a:srgbClr val="FF0000"/>
                </a:solidFill>
                <a:latin typeface="Times" panose="02020603050405020304" pitchFamily="18" charset="0"/>
              </a:rPr>
              <a:t>What is this?</a:t>
            </a:r>
          </a:p>
        </p:txBody>
      </p:sp>
      <p:sp>
        <p:nvSpPr>
          <p:cNvPr id="62492" name="Oval 7">
            <a:extLst>
              <a:ext uri="{FF2B5EF4-FFF2-40B4-BE49-F238E27FC236}">
                <a16:creationId xmlns:a16="http://schemas.microsoft.com/office/drawing/2014/main" id="{6409BEB0-3A12-4CDE-8DCE-67FE14095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057400"/>
            <a:ext cx="3352800" cy="24685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4F1DCA70-61B1-44AC-ADE5-E626C7BB5BC5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What is this?</a:t>
            </a:r>
          </a:p>
        </p:txBody>
      </p:sp>
      <p:grpSp>
        <p:nvGrpSpPr>
          <p:cNvPr id="63490" name="Group 8">
            <a:extLst>
              <a:ext uri="{FF2B5EF4-FFF2-40B4-BE49-F238E27FC236}">
                <a16:creationId xmlns:a16="http://schemas.microsoft.com/office/drawing/2014/main" id="{55C9186A-FB3C-4578-B5B4-DD0DB61A39D5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1447800"/>
            <a:ext cx="8137525" cy="3733800"/>
            <a:chOff x="777152" y="1752600"/>
            <a:chExt cx="8138248" cy="3733800"/>
          </a:xfrm>
        </p:grpSpPr>
        <p:pic>
          <p:nvPicPr>
            <p:cNvPr id="63491" name="Picture 1" descr="Screen shot 2013-10-30 at 3.41.51 PM.png">
              <a:extLst>
                <a:ext uri="{FF2B5EF4-FFF2-40B4-BE49-F238E27FC236}">
                  <a16:creationId xmlns:a16="http://schemas.microsoft.com/office/drawing/2014/main" id="{E705C347-E6C2-4483-99AC-4036FA9F4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73" y="1752600"/>
              <a:ext cx="5846867" cy="3733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492" name="TextBox 3">
              <a:extLst>
                <a:ext uri="{FF2B5EF4-FFF2-40B4-BE49-F238E27FC236}">
                  <a16:creationId xmlns:a16="http://schemas.microsoft.com/office/drawing/2014/main" id="{B7FF9659-980D-4BA3-A2EA-E6C9A4C0A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1951767"/>
              <a:ext cx="48101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sp>
          <p:nvSpPr>
            <p:cNvPr id="63493" name="TextBox 5">
              <a:extLst>
                <a:ext uri="{FF2B5EF4-FFF2-40B4-BE49-F238E27FC236}">
                  <a16:creationId xmlns:a16="http://schemas.microsoft.com/office/drawing/2014/main" id="{CB37BCAC-E440-4C80-B4BC-A2F7D82A4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152" y="4092712"/>
              <a:ext cx="4353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T</a:t>
              </a:r>
            </a:p>
          </p:txBody>
        </p:sp>
        <p:sp>
          <p:nvSpPr>
            <p:cNvPr id="63494" name="TextBox 8">
              <a:extLst>
                <a:ext uri="{FF2B5EF4-FFF2-40B4-BE49-F238E27FC236}">
                  <a16:creationId xmlns:a16="http://schemas.microsoft.com/office/drawing/2014/main" id="{FBF39E7B-71C2-41E2-982D-146B28F95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4384" y="3377624"/>
              <a:ext cx="48101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</a:t>
              </a:r>
            </a:p>
          </p:txBody>
        </p:sp>
        <p:pic>
          <p:nvPicPr>
            <p:cNvPr id="63495" name="Picture 1" descr="Screen shot 2013-11-01 at 3.28.23 PM.png">
              <a:extLst>
                <a:ext uri="{FF2B5EF4-FFF2-40B4-BE49-F238E27FC236}">
                  <a16:creationId xmlns:a16="http://schemas.microsoft.com/office/drawing/2014/main" id="{F558AC3C-E37E-4387-BB33-C25392EB7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549920" y="2856280"/>
              <a:ext cx="718893" cy="1437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3496" name="Straight Connector 3">
              <a:extLst>
                <a:ext uri="{FF2B5EF4-FFF2-40B4-BE49-F238E27FC236}">
                  <a16:creationId xmlns:a16="http://schemas.microsoft.com/office/drawing/2014/main" id="{6F7CAA78-967A-474E-9522-63AB460B07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8666" y="4268788"/>
              <a:ext cx="0" cy="8112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497" name="Straight Connector 12">
              <a:extLst>
                <a:ext uri="{FF2B5EF4-FFF2-40B4-BE49-F238E27FC236}">
                  <a16:creationId xmlns:a16="http://schemas.microsoft.com/office/drawing/2014/main" id="{561BED24-A5BC-47DE-B3F3-470CB76E941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2303670" y="4653720"/>
              <a:ext cx="0" cy="81128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498" name="Straight Connector 13">
              <a:extLst>
                <a:ext uri="{FF2B5EF4-FFF2-40B4-BE49-F238E27FC236}">
                  <a16:creationId xmlns:a16="http://schemas.microsoft.com/office/drawing/2014/main" id="{AA518C4A-56B4-452E-9724-F86A5939D2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1570" y="2278063"/>
              <a:ext cx="1324093" cy="31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499" name="Straight Connector 16">
              <a:extLst>
                <a:ext uri="{FF2B5EF4-FFF2-40B4-BE49-F238E27FC236}">
                  <a16:creationId xmlns:a16="http://schemas.microsoft.com/office/drawing/2014/main" id="{107EF93D-CD79-406B-A769-6FA54D315E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5491" y="2260600"/>
              <a:ext cx="0" cy="8112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00" name="Oval 6">
              <a:extLst>
                <a:ext uri="{FF2B5EF4-FFF2-40B4-BE49-F238E27FC236}">
                  <a16:creationId xmlns:a16="http://schemas.microsoft.com/office/drawing/2014/main" id="{8257580E-7261-4E7C-89D6-D8EDAEF0ADD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39840" y="2206800"/>
              <a:ext cx="146304" cy="1463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cxnSp>
          <p:nvCxnSpPr>
            <p:cNvPr id="63501" name="Straight Connector 18">
              <a:extLst>
                <a:ext uri="{FF2B5EF4-FFF2-40B4-BE49-F238E27FC236}">
                  <a16:creationId xmlns:a16="http://schemas.microsoft.com/office/drawing/2014/main" id="{76D0DCC3-79D7-4269-966E-4C2C6831DE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78868" y="4494213"/>
              <a:ext cx="1325680" cy="476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02" name="Oval 19">
              <a:extLst>
                <a:ext uri="{FF2B5EF4-FFF2-40B4-BE49-F238E27FC236}">
                  <a16:creationId xmlns:a16="http://schemas.microsoft.com/office/drawing/2014/main" id="{16601497-B529-45C5-8346-45A0AB98915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25324" y="4415520"/>
              <a:ext cx="146304" cy="1463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D389F7A-84A6-4253-9567-AC3D87C74EF4}"/>
                  </a:ext>
                </a:extLst>
              </p14:cNvPr>
              <p14:cNvContentPartPr/>
              <p14:nvPr/>
            </p14:nvContentPartPr>
            <p14:xfrm>
              <a:off x="5956560" y="1032480"/>
              <a:ext cx="2639880" cy="1272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D389F7A-84A6-4253-9567-AC3D87C74E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7200" y="1023120"/>
                <a:ext cx="2658600" cy="1290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63BC98E4-1C42-427C-A5A4-5515F2BCCFF8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What is this?</a:t>
            </a:r>
          </a:p>
        </p:txBody>
      </p:sp>
      <p:grpSp>
        <p:nvGrpSpPr>
          <p:cNvPr id="64514" name="Group 8">
            <a:extLst>
              <a:ext uri="{FF2B5EF4-FFF2-40B4-BE49-F238E27FC236}">
                <a16:creationId xmlns:a16="http://schemas.microsoft.com/office/drawing/2014/main" id="{AB28C43D-E24C-4D43-BAC4-5124EB30326C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1447800"/>
            <a:ext cx="8137525" cy="3733800"/>
            <a:chOff x="777152" y="1752600"/>
            <a:chExt cx="8138248" cy="3733800"/>
          </a:xfrm>
        </p:grpSpPr>
        <p:pic>
          <p:nvPicPr>
            <p:cNvPr id="64519" name="Picture 1" descr="Screen shot 2013-10-30 at 3.41.51 PM.png">
              <a:extLst>
                <a:ext uri="{FF2B5EF4-FFF2-40B4-BE49-F238E27FC236}">
                  <a16:creationId xmlns:a16="http://schemas.microsoft.com/office/drawing/2014/main" id="{4D07809C-CD03-4D0B-9444-BBDDF956E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73" y="1752600"/>
              <a:ext cx="5846867" cy="3733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20" name="TextBox 3">
              <a:extLst>
                <a:ext uri="{FF2B5EF4-FFF2-40B4-BE49-F238E27FC236}">
                  <a16:creationId xmlns:a16="http://schemas.microsoft.com/office/drawing/2014/main" id="{524DBC22-0C90-4B39-B6EA-BC609890C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1951767"/>
              <a:ext cx="48101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sp>
          <p:nvSpPr>
            <p:cNvPr id="64521" name="TextBox 5">
              <a:extLst>
                <a:ext uri="{FF2B5EF4-FFF2-40B4-BE49-F238E27FC236}">
                  <a16:creationId xmlns:a16="http://schemas.microsoft.com/office/drawing/2014/main" id="{7E045E36-8D4B-4E63-B3E9-7B29E6008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152" y="4092712"/>
              <a:ext cx="4353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T</a:t>
              </a:r>
            </a:p>
          </p:txBody>
        </p:sp>
        <p:sp>
          <p:nvSpPr>
            <p:cNvPr id="64522" name="TextBox 8">
              <a:extLst>
                <a:ext uri="{FF2B5EF4-FFF2-40B4-BE49-F238E27FC236}">
                  <a16:creationId xmlns:a16="http://schemas.microsoft.com/office/drawing/2014/main" id="{3AFDA04B-3FE6-4A0B-B366-C4FE9B0E0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4384" y="3377624"/>
              <a:ext cx="48101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</a:t>
              </a:r>
            </a:p>
          </p:txBody>
        </p:sp>
        <p:pic>
          <p:nvPicPr>
            <p:cNvPr id="64523" name="Picture 1" descr="Screen shot 2013-11-01 at 3.28.23 PM.png">
              <a:extLst>
                <a:ext uri="{FF2B5EF4-FFF2-40B4-BE49-F238E27FC236}">
                  <a16:creationId xmlns:a16="http://schemas.microsoft.com/office/drawing/2014/main" id="{BBAAFA6F-E1AA-430B-9CAB-D2FEAC32D9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549920" y="2856280"/>
              <a:ext cx="718893" cy="1437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4524" name="Straight Connector 3">
              <a:extLst>
                <a:ext uri="{FF2B5EF4-FFF2-40B4-BE49-F238E27FC236}">
                  <a16:creationId xmlns:a16="http://schemas.microsoft.com/office/drawing/2014/main" id="{C46DC383-789E-43BF-B9F8-E9AD2BC082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8666" y="4268788"/>
              <a:ext cx="0" cy="8112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25" name="Straight Connector 12">
              <a:extLst>
                <a:ext uri="{FF2B5EF4-FFF2-40B4-BE49-F238E27FC236}">
                  <a16:creationId xmlns:a16="http://schemas.microsoft.com/office/drawing/2014/main" id="{4191760C-8FE1-4B8F-8C27-64E38BA4DB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2303670" y="4653720"/>
              <a:ext cx="0" cy="81128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26" name="Straight Connector 13">
              <a:extLst>
                <a:ext uri="{FF2B5EF4-FFF2-40B4-BE49-F238E27FC236}">
                  <a16:creationId xmlns:a16="http://schemas.microsoft.com/office/drawing/2014/main" id="{EFB365A5-39B9-436E-B5D5-7B34FE151B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1570" y="2278063"/>
              <a:ext cx="1324093" cy="31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27" name="Straight Connector 16">
              <a:extLst>
                <a:ext uri="{FF2B5EF4-FFF2-40B4-BE49-F238E27FC236}">
                  <a16:creationId xmlns:a16="http://schemas.microsoft.com/office/drawing/2014/main" id="{223FE019-6D6E-4052-9076-DBF3AB7617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5491" y="2260600"/>
              <a:ext cx="0" cy="8112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528" name="Oval 6">
              <a:extLst>
                <a:ext uri="{FF2B5EF4-FFF2-40B4-BE49-F238E27FC236}">
                  <a16:creationId xmlns:a16="http://schemas.microsoft.com/office/drawing/2014/main" id="{CB3BC709-9C36-40F1-BBAF-D7A719E048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39840" y="2206800"/>
              <a:ext cx="146304" cy="1463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cxnSp>
          <p:nvCxnSpPr>
            <p:cNvPr id="64529" name="Straight Connector 18">
              <a:extLst>
                <a:ext uri="{FF2B5EF4-FFF2-40B4-BE49-F238E27FC236}">
                  <a16:creationId xmlns:a16="http://schemas.microsoft.com/office/drawing/2014/main" id="{97FEC0AB-0539-4991-832E-CAE9414E1F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78868" y="4494213"/>
              <a:ext cx="1325680" cy="476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530" name="Oval 19">
              <a:extLst>
                <a:ext uri="{FF2B5EF4-FFF2-40B4-BE49-F238E27FC236}">
                  <a16:creationId xmlns:a16="http://schemas.microsoft.com/office/drawing/2014/main" id="{86211680-7598-46C6-B06C-A8B829C1AF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25324" y="4415520"/>
              <a:ext cx="146304" cy="1463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64515" name="Group 2">
            <a:extLst>
              <a:ext uri="{FF2B5EF4-FFF2-40B4-BE49-F238E27FC236}">
                <a16:creationId xmlns:a16="http://schemas.microsoft.com/office/drawing/2014/main" id="{6BF6918D-E1F8-427E-8297-384D4D8F1B6D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5816600"/>
            <a:ext cx="2441575" cy="584200"/>
            <a:chOff x="3426307" y="5816024"/>
            <a:chExt cx="2441093" cy="584776"/>
          </a:xfrm>
        </p:grpSpPr>
        <p:sp>
          <p:nvSpPr>
            <p:cNvPr id="64516" name="TextBox 8">
              <a:extLst>
                <a:ext uri="{FF2B5EF4-FFF2-40B4-BE49-F238E27FC236}">
                  <a16:creationId xmlns:a16="http://schemas.microsoft.com/office/drawing/2014/main" id="{2B084AE4-66F4-48A6-BBE7-F791C6B68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307" y="5816024"/>
              <a:ext cx="244109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 = QT + QT</a:t>
              </a:r>
            </a:p>
          </p:txBody>
        </p:sp>
        <p:cxnSp>
          <p:nvCxnSpPr>
            <p:cNvPr id="64517" name="Straight Connector 17">
              <a:extLst>
                <a:ext uri="{FF2B5EF4-FFF2-40B4-BE49-F238E27FC236}">
                  <a16:creationId xmlns:a16="http://schemas.microsoft.com/office/drawing/2014/main" id="{96E1C700-4357-4B71-B67A-56994C68B7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80199" y="5865286"/>
              <a:ext cx="3142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4518" name="Straight Connector 20">
              <a:extLst>
                <a:ext uri="{FF2B5EF4-FFF2-40B4-BE49-F238E27FC236}">
                  <a16:creationId xmlns:a16="http://schemas.microsoft.com/office/drawing/2014/main" id="{1A861DB3-E0E5-4F88-AF0C-37021CD24B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88084" y="5871642"/>
              <a:ext cx="3142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2288AB26-34F0-4F3F-BE43-5DC6D9FE387C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It is an XOR</a:t>
            </a:r>
          </a:p>
        </p:txBody>
      </p:sp>
      <p:grpSp>
        <p:nvGrpSpPr>
          <p:cNvPr id="65538" name="Group 8">
            <a:extLst>
              <a:ext uri="{FF2B5EF4-FFF2-40B4-BE49-F238E27FC236}">
                <a16:creationId xmlns:a16="http://schemas.microsoft.com/office/drawing/2014/main" id="{AAC42A2A-11A7-46C9-8E3E-1680B85DC9E9}"/>
              </a:ext>
            </a:extLst>
          </p:cNvPr>
          <p:cNvGrpSpPr>
            <a:grpSpLocks/>
          </p:cNvGrpSpPr>
          <p:nvPr/>
        </p:nvGrpSpPr>
        <p:grpSpPr bwMode="auto">
          <a:xfrm>
            <a:off x="777875" y="1447800"/>
            <a:ext cx="8137525" cy="3733800"/>
            <a:chOff x="777152" y="1752600"/>
            <a:chExt cx="8138248" cy="3733800"/>
          </a:xfrm>
        </p:grpSpPr>
        <p:pic>
          <p:nvPicPr>
            <p:cNvPr id="65542" name="Picture 1" descr="Screen shot 2013-10-30 at 3.41.51 PM.png">
              <a:extLst>
                <a:ext uri="{FF2B5EF4-FFF2-40B4-BE49-F238E27FC236}">
                  <a16:creationId xmlns:a16="http://schemas.microsoft.com/office/drawing/2014/main" id="{A1F0208D-995E-4C29-BD36-D19A15C60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4673" y="1752600"/>
              <a:ext cx="5846867" cy="3733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43" name="TextBox 3">
              <a:extLst>
                <a:ext uri="{FF2B5EF4-FFF2-40B4-BE49-F238E27FC236}">
                  <a16:creationId xmlns:a16="http://schemas.microsoft.com/office/drawing/2014/main" id="{B7E855F6-9094-4EAA-B37E-B92737811D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1951767"/>
              <a:ext cx="48101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Q</a:t>
              </a:r>
            </a:p>
          </p:txBody>
        </p:sp>
        <p:sp>
          <p:nvSpPr>
            <p:cNvPr id="65544" name="TextBox 5">
              <a:extLst>
                <a:ext uri="{FF2B5EF4-FFF2-40B4-BE49-F238E27FC236}">
                  <a16:creationId xmlns:a16="http://schemas.microsoft.com/office/drawing/2014/main" id="{284683A9-3BAF-46B4-B9C3-7A1DA9B21F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152" y="4092712"/>
              <a:ext cx="435331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T</a:t>
              </a:r>
            </a:p>
          </p:txBody>
        </p:sp>
        <p:sp>
          <p:nvSpPr>
            <p:cNvPr id="65545" name="TextBox 8">
              <a:extLst>
                <a:ext uri="{FF2B5EF4-FFF2-40B4-BE49-F238E27FC236}">
                  <a16:creationId xmlns:a16="http://schemas.microsoft.com/office/drawing/2014/main" id="{4F251E3C-8196-4C7A-BC32-690DD524C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34384" y="3377624"/>
              <a:ext cx="481016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</a:t>
              </a:r>
            </a:p>
          </p:txBody>
        </p:sp>
        <p:pic>
          <p:nvPicPr>
            <p:cNvPr id="65546" name="Picture 1" descr="Screen shot 2013-11-01 at 3.28.23 PM.png">
              <a:extLst>
                <a:ext uri="{FF2B5EF4-FFF2-40B4-BE49-F238E27FC236}">
                  <a16:creationId xmlns:a16="http://schemas.microsoft.com/office/drawing/2014/main" id="{954EAB82-6174-4F12-AD22-55F2F5E6C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1549920" y="2856280"/>
              <a:ext cx="718893" cy="14377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5547" name="Straight Connector 3">
              <a:extLst>
                <a:ext uri="{FF2B5EF4-FFF2-40B4-BE49-F238E27FC236}">
                  <a16:creationId xmlns:a16="http://schemas.microsoft.com/office/drawing/2014/main" id="{D69027D4-A898-4734-ACA6-6E1F3BDFD2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8666" y="4268788"/>
              <a:ext cx="0" cy="81121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48" name="Straight Connector 12">
              <a:extLst>
                <a:ext uri="{FF2B5EF4-FFF2-40B4-BE49-F238E27FC236}">
                  <a16:creationId xmlns:a16="http://schemas.microsoft.com/office/drawing/2014/main" id="{552A0EB0-B924-4FD5-90D9-EA64DB92C4A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2303670" y="4653720"/>
              <a:ext cx="0" cy="81128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49" name="Straight Connector 13">
              <a:extLst>
                <a:ext uri="{FF2B5EF4-FFF2-40B4-BE49-F238E27FC236}">
                  <a16:creationId xmlns:a16="http://schemas.microsoft.com/office/drawing/2014/main" id="{4588C86C-CCE5-4044-B2F1-41AAB6FD48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91570" y="2278063"/>
              <a:ext cx="1324093" cy="317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50" name="Straight Connector 16">
              <a:extLst>
                <a:ext uri="{FF2B5EF4-FFF2-40B4-BE49-F238E27FC236}">
                  <a16:creationId xmlns:a16="http://schemas.microsoft.com/office/drawing/2014/main" id="{C7DE6610-7BB4-4338-B116-3ACC824C88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15491" y="2260600"/>
              <a:ext cx="0" cy="81121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551" name="Oval 6">
              <a:extLst>
                <a:ext uri="{FF2B5EF4-FFF2-40B4-BE49-F238E27FC236}">
                  <a16:creationId xmlns:a16="http://schemas.microsoft.com/office/drawing/2014/main" id="{6D568D79-EB45-435C-B03E-23523D45A8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39840" y="2206800"/>
              <a:ext cx="146304" cy="1463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cxnSp>
          <p:nvCxnSpPr>
            <p:cNvPr id="65552" name="Straight Connector 18">
              <a:extLst>
                <a:ext uri="{FF2B5EF4-FFF2-40B4-BE49-F238E27FC236}">
                  <a16:creationId xmlns:a16="http://schemas.microsoft.com/office/drawing/2014/main" id="{7C1C8B94-18A0-4A1C-92C9-31F698219B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78868" y="4494213"/>
              <a:ext cx="1325680" cy="476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5553" name="Oval 19">
              <a:extLst>
                <a:ext uri="{FF2B5EF4-FFF2-40B4-BE49-F238E27FC236}">
                  <a16:creationId xmlns:a16="http://schemas.microsoft.com/office/drawing/2014/main" id="{9AD6D407-FA29-40EC-A502-CF2D7C3230C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25324" y="4415520"/>
              <a:ext cx="146304" cy="1463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grpSp>
        <p:nvGrpSpPr>
          <p:cNvPr id="65539" name="Group 4">
            <a:extLst>
              <a:ext uri="{FF2B5EF4-FFF2-40B4-BE49-F238E27FC236}">
                <a16:creationId xmlns:a16="http://schemas.microsoft.com/office/drawing/2014/main" id="{AECA23A9-45A9-4686-A6E0-C0CD159664F1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5816600"/>
            <a:ext cx="1893888" cy="584200"/>
            <a:chOff x="3426307" y="5816024"/>
            <a:chExt cx="1894068" cy="584776"/>
          </a:xfrm>
        </p:grpSpPr>
        <p:sp>
          <p:nvSpPr>
            <p:cNvPr id="65540" name="TextBox 8">
              <a:extLst>
                <a:ext uri="{FF2B5EF4-FFF2-40B4-BE49-F238E27FC236}">
                  <a16:creationId xmlns:a16="http://schemas.microsoft.com/office/drawing/2014/main" id="{32B05F55-BA8F-4107-A473-93089F1DE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307" y="5816024"/>
              <a:ext cx="1894068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>
                  <a:latin typeface="Times" panose="02020603050405020304" pitchFamily="18" charset="0"/>
                </a:rPr>
                <a:t>D = Q + T</a:t>
              </a:r>
            </a:p>
          </p:txBody>
        </p:sp>
        <p:sp>
          <p:nvSpPr>
            <p:cNvPr id="65541" name="Oval 2">
              <a:extLst>
                <a:ext uri="{FF2B5EF4-FFF2-40B4-BE49-F238E27FC236}">
                  <a16:creationId xmlns:a16="http://schemas.microsoft.com/office/drawing/2014/main" id="{1CF26514-6951-438D-BA29-A8B3AAE2A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6924" y="6012361"/>
              <a:ext cx="229001" cy="22900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5" name="Picture 7" descr="Screen shot 2013-10-30 at 3.52.23 PM.png">
            <a:extLst>
              <a:ext uri="{FF2B5EF4-FFF2-40B4-BE49-F238E27FC236}">
                <a16:creationId xmlns:a16="http://schemas.microsoft.com/office/drawing/2014/main" id="{C53400E2-F975-4E83-BF56-D43486A47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19200"/>
            <a:ext cx="2544762" cy="1666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6" name="Title 1">
            <a:extLst>
              <a:ext uri="{FF2B5EF4-FFF2-40B4-BE49-F238E27FC236}">
                <a16:creationId xmlns:a16="http://schemas.microsoft.com/office/drawing/2014/main" id="{D1ED277B-847C-440B-8958-A02A235BBBE8}"/>
              </a:ext>
            </a:extLst>
          </p:cNvPr>
          <p:cNvSpPr txBox="1">
            <a:spLocks/>
          </p:cNvSpPr>
          <p:nvPr/>
        </p:nvSpPr>
        <p:spPr bwMode="auto">
          <a:xfrm>
            <a:off x="-3150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/>
              <a:t>What is this?</a:t>
            </a:r>
          </a:p>
        </p:txBody>
      </p:sp>
      <p:pic>
        <p:nvPicPr>
          <p:cNvPr id="67589" name="Picture 1" descr="Screen shot 2013-11-01 at 3.52.15 PM.png">
            <a:extLst>
              <a:ext uri="{FF2B5EF4-FFF2-40B4-BE49-F238E27FC236}">
                <a16:creationId xmlns:a16="http://schemas.microsoft.com/office/drawing/2014/main" id="{5FBFD3C1-72E8-4238-9155-CA8A474E0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371600"/>
            <a:ext cx="215068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4943BD-75A1-4265-A0CE-C5A59A3BB3D5}"/>
                  </a:ext>
                </a:extLst>
              </p14:cNvPr>
              <p14:cNvContentPartPr/>
              <p14:nvPr/>
            </p14:nvContentPartPr>
            <p14:xfrm>
              <a:off x="4095360" y="104760"/>
              <a:ext cx="5069880" cy="2848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4943BD-75A1-4265-A0CE-C5A59A3BB3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6000" y="95400"/>
                <a:ext cx="5088600" cy="2867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09" name="Group 1">
            <a:extLst>
              <a:ext uri="{FF2B5EF4-FFF2-40B4-BE49-F238E27FC236}">
                <a16:creationId xmlns:a16="http://schemas.microsoft.com/office/drawing/2014/main" id="{9BA6A483-2E04-4F08-B623-B1C44374020F}"/>
              </a:ext>
            </a:extLst>
          </p:cNvPr>
          <p:cNvGrpSpPr>
            <a:grpSpLocks/>
          </p:cNvGrpSpPr>
          <p:nvPr/>
        </p:nvGrpSpPr>
        <p:grpSpPr bwMode="auto">
          <a:xfrm>
            <a:off x="2854325" y="2324100"/>
            <a:ext cx="3341688" cy="2206625"/>
            <a:chOff x="2855109" y="2324100"/>
            <a:chExt cx="3340904" cy="2206625"/>
          </a:xfrm>
        </p:grpSpPr>
        <p:pic>
          <p:nvPicPr>
            <p:cNvPr id="68611" name="Picture 32" descr="Screen shot 2013-11-01 at 3.49.29 PM.png">
              <a:extLst>
                <a:ext uri="{FF2B5EF4-FFF2-40B4-BE49-F238E27FC236}">
                  <a16:creationId xmlns:a16="http://schemas.microsoft.com/office/drawing/2014/main" id="{04926F9D-651E-47AB-A5A8-70C53C5CC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4285" y="3352997"/>
              <a:ext cx="919343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12" name="Line 290">
              <a:extLst>
                <a:ext uri="{FF2B5EF4-FFF2-40B4-BE49-F238E27FC236}">
                  <a16:creationId xmlns:a16="http://schemas.microsoft.com/office/drawing/2014/main" id="{5EC413D1-2B09-4DA3-BFCF-9AA30592A5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8131" y="3521063"/>
              <a:ext cx="6468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3" name="Line 291">
              <a:extLst>
                <a:ext uri="{FF2B5EF4-FFF2-40B4-BE49-F238E27FC236}">
                  <a16:creationId xmlns:a16="http://schemas.microsoft.com/office/drawing/2014/main" id="{AB151D32-3CD3-43A3-8670-4B776D89736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5650" y="3776925"/>
              <a:ext cx="711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4" name="Line 292">
              <a:extLst>
                <a:ext uri="{FF2B5EF4-FFF2-40B4-BE49-F238E27FC236}">
                  <a16:creationId xmlns:a16="http://schemas.microsoft.com/office/drawing/2014/main" id="{6D7D7FAD-2293-4571-A522-5E8F0CD1D9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72351" y="3638550"/>
              <a:ext cx="50287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5" name="Rectangle 297">
              <a:extLst>
                <a:ext uri="{FF2B5EF4-FFF2-40B4-BE49-F238E27FC236}">
                  <a16:creationId xmlns:a16="http://schemas.microsoft.com/office/drawing/2014/main" id="{D861451D-A8FA-46FA-8B4C-AA52B441A6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109" y="3633039"/>
              <a:ext cx="166688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68616" name="Rectangle 299">
              <a:extLst>
                <a:ext uri="{FF2B5EF4-FFF2-40B4-BE49-F238E27FC236}">
                  <a16:creationId xmlns:a16="http://schemas.microsoft.com/office/drawing/2014/main" id="{944A603F-455A-4528-999D-75F9C30EA8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400425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68617" name="Rectangle 301">
              <a:extLst>
                <a:ext uri="{FF2B5EF4-FFF2-40B4-BE49-F238E27FC236}">
                  <a16:creationId xmlns:a16="http://schemas.microsoft.com/office/drawing/2014/main" id="{E1D9E719-D819-4216-9B3F-9320AF67F9A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797300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grpSp>
          <p:nvGrpSpPr>
            <p:cNvPr id="68618" name="Group 3">
              <a:extLst>
                <a:ext uri="{FF2B5EF4-FFF2-40B4-BE49-F238E27FC236}">
                  <a16:creationId xmlns:a16="http://schemas.microsoft.com/office/drawing/2014/main" id="{07AED552-6B2F-41BB-B2BE-0C21CA935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8" y="3375025"/>
              <a:ext cx="1622425" cy="1063625"/>
              <a:chOff x="3581400" y="4936682"/>
              <a:chExt cx="1622580" cy="1063625"/>
            </a:xfrm>
          </p:grpSpPr>
          <p:sp>
            <p:nvSpPr>
              <p:cNvPr id="68624" name="Rectangle 50">
                <a:extLst>
                  <a:ext uri="{FF2B5EF4-FFF2-40B4-BE49-F238E27FC236}">
                    <a16:creationId xmlns:a16="http://schemas.microsoft.com/office/drawing/2014/main" id="{26E469D4-AAF1-49F6-97DE-FF8CFD978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450" y="4936682"/>
                <a:ext cx="666750" cy="106362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68625" name="Rectangle 52">
                <a:extLst>
                  <a:ext uri="{FF2B5EF4-FFF2-40B4-BE49-F238E27FC236}">
                    <a16:creationId xmlns:a16="http://schemas.microsoft.com/office/drawing/2014/main" id="{8C009435-982C-4AE5-A5D6-269953A5A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9713" y="510972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68626" name="Rectangle 53">
                <a:extLst>
                  <a:ext uri="{FF2B5EF4-FFF2-40B4-BE49-F238E27FC236}">
                    <a16:creationId xmlns:a16="http://schemas.microsoft.com/office/drawing/2014/main" id="{1116AEE0-DEEC-476E-91FC-39E4C8FB7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000" y="510337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68627" name="Line 54">
                <a:extLst>
                  <a:ext uri="{FF2B5EF4-FFF2-40B4-BE49-F238E27FC236}">
                    <a16:creationId xmlns:a16="http://schemas.microsoft.com/office/drawing/2014/main" id="{816C5B82-CEF4-4E16-9049-DA7DAEE1AE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700" y="5638357"/>
                <a:ext cx="95250" cy="31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28" name="Freeform 55">
                <a:extLst>
                  <a:ext uri="{FF2B5EF4-FFF2-40B4-BE49-F238E27FC236}">
                    <a16:creationId xmlns:a16="http://schemas.microsoft.com/office/drawing/2014/main" id="{B864ACA1-5B6F-4370-A116-1F1DBE1C2A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0" y="5676457"/>
                <a:ext cx="133350" cy="133350"/>
              </a:xfrm>
              <a:custGeom>
                <a:avLst/>
                <a:gdLst>
                  <a:gd name="T0" fmla="*/ 0 w 167"/>
                  <a:gd name="T1" fmla="*/ 2147483646 h 168"/>
                  <a:gd name="T2" fmla="*/ 2147483646 w 167"/>
                  <a:gd name="T3" fmla="*/ 2147483646 h 168"/>
                  <a:gd name="T4" fmla="*/ 0 w 167"/>
                  <a:gd name="T5" fmla="*/ 0 h 168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8"/>
                  <a:gd name="T11" fmla="*/ 167 w 167"/>
                  <a:gd name="T12" fmla="*/ 168 h 1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8">
                    <a:moveTo>
                      <a:pt x="0" y="168"/>
                    </a:moveTo>
                    <a:lnTo>
                      <a:pt x="167" y="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29" name="Line 58">
                <a:extLst>
                  <a:ext uri="{FF2B5EF4-FFF2-40B4-BE49-F238E27FC236}">
                    <a16:creationId xmlns:a16="http://schemas.microsoft.com/office/drawing/2014/main" id="{A4DE3B18-BD81-4058-9DF5-77ABC7C0DD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5733607"/>
                <a:ext cx="410152" cy="45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30" name="Line 60">
                <a:extLst>
                  <a:ext uri="{FF2B5EF4-FFF2-40B4-BE49-F238E27FC236}">
                    <a16:creationId xmlns:a16="http://schemas.microsoft.com/office/drawing/2014/main" id="{0D580D75-BBEF-4CA4-9CA8-539CB0DE0D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203381"/>
                <a:ext cx="555781" cy="52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31" name="Line 61">
                <a:extLst>
                  <a:ext uri="{FF2B5EF4-FFF2-40B4-BE49-F238E27FC236}">
                    <a16:creationId xmlns:a16="http://schemas.microsoft.com/office/drawing/2014/main" id="{90FC74E7-5D84-4DFE-AA6A-8F11F5615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736782"/>
                <a:ext cx="548989" cy="16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632" name="Rectangle 62">
                <a:extLst>
                  <a:ext uri="{FF2B5EF4-FFF2-40B4-BE49-F238E27FC236}">
                    <a16:creationId xmlns:a16="http://schemas.microsoft.com/office/drawing/2014/main" id="{23131D3D-5EB5-4B33-97F6-77728B18CA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6588" y="5647882"/>
                <a:ext cx="2444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68619" name="Line 292">
              <a:extLst>
                <a:ext uri="{FF2B5EF4-FFF2-40B4-BE49-F238E27FC236}">
                  <a16:creationId xmlns:a16="http://schemas.microsoft.com/office/drawing/2014/main" id="{204EA592-DE94-4023-A876-D84926B704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00400" y="2324100"/>
              <a:ext cx="2743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20" name="Line 294">
              <a:extLst>
                <a:ext uri="{FF2B5EF4-FFF2-40B4-BE49-F238E27FC236}">
                  <a16:creationId xmlns:a16="http://schemas.microsoft.com/office/drawing/2014/main" id="{EB5938AC-6280-4599-9329-519025F59B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6275" y="2328863"/>
              <a:ext cx="0" cy="11968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21" name="Line 294">
              <a:extLst>
                <a:ext uri="{FF2B5EF4-FFF2-40B4-BE49-F238E27FC236}">
                  <a16:creationId xmlns:a16="http://schemas.microsoft.com/office/drawing/2014/main" id="{13640B5D-F00D-4F3B-81DD-3504B4B6BD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938838" y="2339975"/>
              <a:ext cx="0" cy="1300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22" name="Oval 79">
              <a:extLst>
                <a:ext uri="{FF2B5EF4-FFF2-40B4-BE49-F238E27FC236}">
                  <a16:creationId xmlns:a16="http://schemas.microsoft.com/office/drawing/2014/main" id="{4F496B70-DD71-42A5-BA5F-E80F58996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325" y="3603625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8623" name="TextBox 81">
              <a:extLst>
                <a:ext uri="{FF2B5EF4-FFF2-40B4-BE49-F238E27FC236}">
                  <a16:creationId xmlns:a16="http://schemas.microsoft.com/office/drawing/2014/main" id="{5AFD7E6F-A973-4243-B267-0692AF8FF3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500" y="4162425"/>
              <a:ext cx="7350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68610" name="Title 1">
            <a:extLst>
              <a:ext uri="{FF2B5EF4-FFF2-40B4-BE49-F238E27FC236}">
                <a16:creationId xmlns:a16="http://schemas.microsoft.com/office/drawing/2014/main" id="{BA4FB500-F7CE-44B3-9F12-6658958B4439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T Flip-Flop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1" name="Group 1">
            <a:extLst>
              <a:ext uri="{FF2B5EF4-FFF2-40B4-BE49-F238E27FC236}">
                <a16:creationId xmlns:a16="http://schemas.microsoft.com/office/drawing/2014/main" id="{2F800B89-4B6F-48B8-BFEA-FA15AE2E83B4}"/>
              </a:ext>
            </a:extLst>
          </p:cNvPr>
          <p:cNvGrpSpPr>
            <a:grpSpLocks/>
          </p:cNvGrpSpPr>
          <p:nvPr/>
        </p:nvGrpSpPr>
        <p:grpSpPr bwMode="auto">
          <a:xfrm>
            <a:off x="911978" y="1600200"/>
            <a:ext cx="3341688" cy="2206625"/>
            <a:chOff x="2855109" y="2324100"/>
            <a:chExt cx="3340904" cy="2206625"/>
          </a:xfrm>
        </p:grpSpPr>
        <p:pic>
          <p:nvPicPr>
            <p:cNvPr id="30747" name="Picture 32" descr="Screen shot 2013-11-01 at 3.49.29 PM.png">
              <a:extLst>
                <a:ext uri="{FF2B5EF4-FFF2-40B4-BE49-F238E27FC236}">
                  <a16:creationId xmlns:a16="http://schemas.microsoft.com/office/drawing/2014/main" id="{E8A19028-DCCA-44E3-BCD7-00584264E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4285" y="3352997"/>
              <a:ext cx="919343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48" name="Line 290">
              <a:extLst>
                <a:ext uri="{FF2B5EF4-FFF2-40B4-BE49-F238E27FC236}">
                  <a16:creationId xmlns:a16="http://schemas.microsoft.com/office/drawing/2014/main" id="{47D42793-F5A4-433D-829D-4F87F9E6A1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8131" y="3521063"/>
              <a:ext cx="6468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291">
              <a:extLst>
                <a:ext uri="{FF2B5EF4-FFF2-40B4-BE49-F238E27FC236}">
                  <a16:creationId xmlns:a16="http://schemas.microsoft.com/office/drawing/2014/main" id="{F4FFB65E-320F-4D40-ADDA-48BF444DE6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5650" y="3776925"/>
              <a:ext cx="711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Line 292">
              <a:extLst>
                <a:ext uri="{FF2B5EF4-FFF2-40B4-BE49-F238E27FC236}">
                  <a16:creationId xmlns:a16="http://schemas.microsoft.com/office/drawing/2014/main" id="{594EF006-0A3B-4A44-BBA2-E1ECC746EA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72351" y="3638550"/>
              <a:ext cx="50287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1" name="Rectangle 297">
              <a:extLst>
                <a:ext uri="{FF2B5EF4-FFF2-40B4-BE49-F238E27FC236}">
                  <a16:creationId xmlns:a16="http://schemas.microsoft.com/office/drawing/2014/main" id="{9C2B5BE8-101D-4C83-9E4F-0E25965A33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109" y="3633039"/>
              <a:ext cx="166688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0752" name="Rectangle 299">
              <a:extLst>
                <a:ext uri="{FF2B5EF4-FFF2-40B4-BE49-F238E27FC236}">
                  <a16:creationId xmlns:a16="http://schemas.microsoft.com/office/drawing/2014/main" id="{51248692-ADB4-4D0B-9493-092EAF77A6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400425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0753" name="Rectangle 301">
              <a:extLst>
                <a:ext uri="{FF2B5EF4-FFF2-40B4-BE49-F238E27FC236}">
                  <a16:creationId xmlns:a16="http://schemas.microsoft.com/office/drawing/2014/main" id="{AB6FC03C-0500-4071-8D8D-485F100A43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797300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grpSp>
          <p:nvGrpSpPr>
            <p:cNvPr id="30754" name="Group 3">
              <a:extLst>
                <a:ext uri="{FF2B5EF4-FFF2-40B4-BE49-F238E27FC236}">
                  <a16:creationId xmlns:a16="http://schemas.microsoft.com/office/drawing/2014/main" id="{B670291C-AD33-4050-9272-BF5F485AE0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8" y="3375025"/>
              <a:ext cx="1622425" cy="1063625"/>
              <a:chOff x="3581400" y="4936682"/>
              <a:chExt cx="1622580" cy="1063625"/>
            </a:xfrm>
          </p:grpSpPr>
          <p:sp>
            <p:nvSpPr>
              <p:cNvPr id="30760" name="Rectangle 50">
                <a:extLst>
                  <a:ext uri="{FF2B5EF4-FFF2-40B4-BE49-F238E27FC236}">
                    <a16:creationId xmlns:a16="http://schemas.microsoft.com/office/drawing/2014/main" id="{CB1643D4-1699-468A-994C-F9CE0A851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450" y="4936682"/>
                <a:ext cx="666750" cy="106362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30761" name="Rectangle 52">
                <a:extLst>
                  <a:ext uri="{FF2B5EF4-FFF2-40B4-BE49-F238E27FC236}">
                    <a16:creationId xmlns:a16="http://schemas.microsoft.com/office/drawing/2014/main" id="{DC59CD34-2A4D-47A1-9E6D-0B640790D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9713" y="510972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30762" name="Rectangle 53">
                <a:extLst>
                  <a:ext uri="{FF2B5EF4-FFF2-40B4-BE49-F238E27FC236}">
                    <a16:creationId xmlns:a16="http://schemas.microsoft.com/office/drawing/2014/main" id="{D0AD1802-159F-4399-87DE-59C0D64A0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000" y="510337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30763" name="Line 54">
                <a:extLst>
                  <a:ext uri="{FF2B5EF4-FFF2-40B4-BE49-F238E27FC236}">
                    <a16:creationId xmlns:a16="http://schemas.microsoft.com/office/drawing/2014/main" id="{3C20B545-4C81-41D1-B981-B8643702D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700" y="5638357"/>
                <a:ext cx="95250" cy="31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4" name="Freeform 55">
                <a:extLst>
                  <a:ext uri="{FF2B5EF4-FFF2-40B4-BE49-F238E27FC236}">
                    <a16:creationId xmlns:a16="http://schemas.microsoft.com/office/drawing/2014/main" id="{29327472-3036-4285-997F-0495B1543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0" y="5676457"/>
                <a:ext cx="133350" cy="133350"/>
              </a:xfrm>
              <a:custGeom>
                <a:avLst/>
                <a:gdLst>
                  <a:gd name="T0" fmla="*/ 0 w 167"/>
                  <a:gd name="T1" fmla="*/ 2147483646 h 168"/>
                  <a:gd name="T2" fmla="*/ 2147483646 w 167"/>
                  <a:gd name="T3" fmla="*/ 2147483646 h 168"/>
                  <a:gd name="T4" fmla="*/ 0 w 167"/>
                  <a:gd name="T5" fmla="*/ 0 h 168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8"/>
                  <a:gd name="T11" fmla="*/ 167 w 167"/>
                  <a:gd name="T12" fmla="*/ 168 h 1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8">
                    <a:moveTo>
                      <a:pt x="0" y="168"/>
                    </a:moveTo>
                    <a:lnTo>
                      <a:pt x="167" y="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5" name="Line 58">
                <a:extLst>
                  <a:ext uri="{FF2B5EF4-FFF2-40B4-BE49-F238E27FC236}">
                    <a16:creationId xmlns:a16="http://schemas.microsoft.com/office/drawing/2014/main" id="{B5A96794-C7BB-4504-8763-EDE653C9E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5733607"/>
                <a:ext cx="410152" cy="45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6" name="Line 60">
                <a:extLst>
                  <a:ext uri="{FF2B5EF4-FFF2-40B4-BE49-F238E27FC236}">
                    <a16:creationId xmlns:a16="http://schemas.microsoft.com/office/drawing/2014/main" id="{815A2EC2-2434-41FE-90C1-140C262D1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203381"/>
                <a:ext cx="555781" cy="52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7" name="Line 61">
                <a:extLst>
                  <a:ext uri="{FF2B5EF4-FFF2-40B4-BE49-F238E27FC236}">
                    <a16:creationId xmlns:a16="http://schemas.microsoft.com/office/drawing/2014/main" id="{E52D0E94-8BC8-4CD7-A141-7276BBAE5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736782"/>
                <a:ext cx="548989" cy="16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8" name="Rectangle 62">
                <a:extLst>
                  <a:ext uri="{FF2B5EF4-FFF2-40B4-BE49-F238E27FC236}">
                    <a16:creationId xmlns:a16="http://schemas.microsoft.com/office/drawing/2014/main" id="{232C3D7D-D708-4DED-A5CC-505EC1284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6588" y="5647882"/>
                <a:ext cx="2444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30755" name="Line 292">
              <a:extLst>
                <a:ext uri="{FF2B5EF4-FFF2-40B4-BE49-F238E27FC236}">
                  <a16:creationId xmlns:a16="http://schemas.microsoft.com/office/drawing/2014/main" id="{973AB9C9-FAE3-4491-A990-8E789E8D177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00400" y="2324100"/>
              <a:ext cx="2743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6" name="Line 294">
              <a:extLst>
                <a:ext uri="{FF2B5EF4-FFF2-40B4-BE49-F238E27FC236}">
                  <a16:creationId xmlns:a16="http://schemas.microsoft.com/office/drawing/2014/main" id="{09A424DB-C3B9-401B-BFD9-EF2D17830C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6275" y="2328863"/>
              <a:ext cx="0" cy="11968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Line 294">
              <a:extLst>
                <a:ext uri="{FF2B5EF4-FFF2-40B4-BE49-F238E27FC236}">
                  <a16:creationId xmlns:a16="http://schemas.microsoft.com/office/drawing/2014/main" id="{E2DE1464-CEE2-43E7-BA1E-D919F3C86D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938838" y="2339975"/>
              <a:ext cx="0" cy="1300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Oval 79">
              <a:extLst>
                <a:ext uri="{FF2B5EF4-FFF2-40B4-BE49-F238E27FC236}">
                  <a16:creationId xmlns:a16="http://schemas.microsoft.com/office/drawing/2014/main" id="{075124D5-68FC-4CB0-BF8A-07AEF5774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325" y="3603625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0759" name="TextBox 81">
              <a:extLst>
                <a:ext uri="{FF2B5EF4-FFF2-40B4-BE49-F238E27FC236}">
                  <a16:creationId xmlns:a16="http://schemas.microsoft.com/office/drawing/2014/main" id="{73402AB3-DB76-4EEC-AB3E-2D8631451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500" y="4162425"/>
              <a:ext cx="7350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30722" name="Title 1">
            <a:extLst>
              <a:ext uri="{FF2B5EF4-FFF2-40B4-BE49-F238E27FC236}">
                <a16:creationId xmlns:a16="http://schemas.microsoft.com/office/drawing/2014/main" id="{132C28A4-65A2-4981-BC32-EA9CDF13E837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It is a T Flip-Flop too</a:t>
            </a:r>
          </a:p>
        </p:txBody>
      </p:sp>
      <p:graphicFrame>
        <p:nvGraphicFramePr>
          <p:cNvPr id="32" name="Group 605">
            <a:extLst>
              <a:ext uri="{FF2B5EF4-FFF2-40B4-BE49-F238E27FC236}">
                <a16:creationId xmlns:a16="http://schemas.microsoft.com/office/drawing/2014/main" id="{8A9C5AA4-E651-0A4C-8D99-3546D3324B32}"/>
              </a:ext>
            </a:extLst>
          </p:cNvPr>
          <p:cNvGraphicFramePr>
            <a:graphicFrameLocks noGrp="1"/>
          </p:cNvGraphicFramePr>
          <p:nvPr/>
        </p:nvGraphicFramePr>
        <p:xfrm>
          <a:off x="6279397" y="1679820"/>
          <a:ext cx="1485900" cy="19208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308233293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82368144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812695783"/>
                    </a:ext>
                  </a:extLst>
                </a:gridCol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-Roman" pitchFamily="2" charset="0"/>
                          <a:ea typeface="MS PGothic" panose="020B0600070205080204" pitchFamily="34" charset="-128"/>
                        </a:rPr>
                        <a:t>T</a:t>
                      </a:r>
                      <a:endParaRPr kumimoji="0" lang="en-US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-Roman" pitchFamily="2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-Roman" pitchFamily="2" charset="0"/>
                          <a:ea typeface="MS PGothic" panose="020B0600070205080204" pitchFamily="34" charset="-128"/>
                        </a:rPr>
                        <a:t>Q</a:t>
                      </a:r>
                      <a:endParaRPr kumimoji="0" lang="en-US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-Roman" pitchFamily="2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-Roman" pitchFamily="2" charset="0"/>
                          <a:ea typeface="MS PGothic" panose="020B0600070205080204" pitchFamily="34" charset="-128"/>
                        </a:rPr>
                        <a:t>D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47878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7198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85545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5685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41128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1DD78F-0A61-4417-80D4-1471F9939ECA}"/>
                  </a:ext>
                </a:extLst>
              </p14:cNvPr>
              <p14:cNvContentPartPr/>
              <p14:nvPr/>
            </p14:nvContentPartPr>
            <p14:xfrm>
              <a:off x="6231960" y="2147040"/>
              <a:ext cx="2336400" cy="143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1DD78F-0A61-4417-80D4-1471F9939E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2600" y="2137680"/>
                <a:ext cx="2355120" cy="145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2684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1" name="Group 1">
            <a:extLst>
              <a:ext uri="{FF2B5EF4-FFF2-40B4-BE49-F238E27FC236}">
                <a16:creationId xmlns:a16="http://schemas.microsoft.com/office/drawing/2014/main" id="{2F800B89-4B6F-48B8-BFEA-FA15AE2E83B4}"/>
              </a:ext>
            </a:extLst>
          </p:cNvPr>
          <p:cNvGrpSpPr>
            <a:grpSpLocks/>
          </p:cNvGrpSpPr>
          <p:nvPr/>
        </p:nvGrpSpPr>
        <p:grpSpPr bwMode="auto">
          <a:xfrm>
            <a:off x="911978" y="1600200"/>
            <a:ext cx="3341688" cy="2206625"/>
            <a:chOff x="2855109" y="2324100"/>
            <a:chExt cx="3340904" cy="2206625"/>
          </a:xfrm>
        </p:grpSpPr>
        <p:pic>
          <p:nvPicPr>
            <p:cNvPr id="30747" name="Picture 32" descr="Screen shot 2013-11-01 at 3.49.29 PM.png">
              <a:extLst>
                <a:ext uri="{FF2B5EF4-FFF2-40B4-BE49-F238E27FC236}">
                  <a16:creationId xmlns:a16="http://schemas.microsoft.com/office/drawing/2014/main" id="{E8A19028-DCCA-44E3-BCD7-00584264E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4285" y="3352997"/>
              <a:ext cx="919343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48" name="Line 290">
              <a:extLst>
                <a:ext uri="{FF2B5EF4-FFF2-40B4-BE49-F238E27FC236}">
                  <a16:creationId xmlns:a16="http://schemas.microsoft.com/office/drawing/2014/main" id="{47D42793-F5A4-433D-829D-4F87F9E6A1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8131" y="3521063"/>
              <a:ext cx="6468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49" name="Line 291">
              <a:extLst>
                <a:ext uri="{FF2B5EF4-FFF2-40B4-BE49-F238E27FC236}">
                  <a16:creationId xmlns:a16="http://schemas.microsoft.com/office/drawing/2014/main" id="{F4FFB65E-320F-4D40-ADDA-48BF444DE6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5650" y="3776925"/>
              <a:ext cx="711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Line 292">
              <a:extLst>
                <a:ext uri="{FF2B5EF4-FFF2-40B4-BE49-F238E27FC236}">
                  <a16:creationId xmlns:a16="http://schemas.microsoft.com/office/drawing/2014/main" id="{594EF006-0A3B-4A44-BBA2-E1ECC746EA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72351" y="3638550"/>
              <a:ext cx="50287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1" name="Rectangle 297">
              <a:extLst>
                <a:ext uri="{FF2B5EF4-FFF2-40B4-BE49-F238E27FC236}">
                  <a16:creationId xmlns:a16="http://schemas.microsoft.com/office/drawing/2014/main" id="{9C2B5BE8-101D-4C83-9E4F-0E25965A33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109" y="3633039"/>
              <a:ext cx="166688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0752" name="Rectangle 299">
              <a:extLst>
                <a:ext uri="{FF2B5EF4-FFF2-40B4-BE49-F238E27FC236}">
                  <a16:creationId xmlns:a16="http://schemas.microsoft.com/office/drawing/2014/main" id="{51248692-ADB4-4D0B-9493-092EAF77A6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400425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0753" name="Rectangle 301">
              <a:extLst>
                <a:ext uri="{FF2B5EF4-FFF2-40B4-BE49-F238E27FC236}">
                  <a16:creationId xmlns:a16="http://schemas.microsoft.com/office/drawing/2014/main" id="{AB6FC03C-0500-4071-8D8D-485F100A43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797300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grpSp>
          <p:nvGrpSpPr>
            <p:cNvPr id="30754" name="Group 3">
              <a:extLst>
                <a:ext uri="{FF2B5EF4-FFF2-40B4-BE49-F238E27FC236}">
                  <a16:creationId xmlns:a16="http://schemas.microsoft.com/office/drawing/2014/main" id="{B670291C-AD33-4050-9272-BF5F485AE0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8" y="3375025"/>
              <a:ext cx="1622425" cy="1063625"/>
              <a:chOff x="3581400" y="4936682"/>
              <a:chExt cx="1622580" cy="1063625"/>
            </a:xfrm>
          </p:grpSpPr>
          <p:sp>
            <p:nvSpPr>
              <p:cNvPr id="30760" name="Rectangle 50">
                <a:extLst>
                  <a:ext uri="{FF2B5EF4-FFF2-40B4-BE49-F238E27FC236}">
                    <a16:creationId xmlns:a16="http://schemas.microsoft.com/office/drawing/2014/main" id="{CB1643D4-1699-468A-994C-F9CE0A851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450" y="4936682"/>
                <a:ext cx="666750" cy="106362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30761" name="Rectangle 52">
                <a:extLst>
                  <a:ext uri="{FF2B5EF4-FFF2-40B4-BE49-F238E27FC236}">
                    <a16:creationId xmlns:a16="http://schemas.microsoft.com/office/drawing/2014/main" id="{DC59CD34-2A4D-47A1-9E6D-0B640790D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9713" y="510972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30762" name="Rectangle 53">
                <a:extLst>
                  <a:ext uri="{FF2B5EF4-FFF2-40B4-BE49-F238E27FC236}">
                    <a16:creationId xmlns:a16="http://schemas.microsoft.com/office/drawing/2014/main" id="{D0AD1802-159F-4399-87DE-59C0D64A0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000" y="510337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30763" name="Line 54">
                <a:extLst>
                  <a:ext uri="{FF2B5EF4-FFF2-40B4-BE49-F238E27FC236}">
                    <a16:creationId xmlns:a16="http://schemas.microsoft.com/office/drawing/2014/main" id="{3C20B545-4C81-41D1-B981-B8643702D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700" y="5638357"/>
                <a:ext cx="95250" cy="31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4" name="Freeform 55">
                <a:extLst>
                  <a:ext uri="{FF2B5EF4-FFF2-40B4-BE49-F238E27FC236}">
                    <a16:creationId xmlns:a16="http://schemas.microsoft.com/office/drawing/2014/main" id="{29327472-3036-4285-997F-0495B1543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0" y="5676457"/>
                <a:ext cx="133350" cy="133350"/>
              </a:xfrm>
              <a:custGeom>
                <a:avLst/>
                <a:gdLst>
                  <a:gd name="T0" fmla="*/ 0 w 167"/>
                  <a:gd name="T1" fmla="*/ 2147483646 h 168"/>
                  <a:gd name="T2" fmla="*/ 2147483646 w 167"/>
                  <a:gd name="T3" fmla="*/ 2147483646 h 168"/>
                  <a:gd name="T4" fmla="*/ 0 w 167"/>
                  <a:gd name="T5" fmla="*/ 0 h 168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8"/>
                  <a:gd name="T11" fmla="*/ 167 w 167"/>
                  <a:gd name="T12" fmla="*/ 168 h 1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8">
                    <a:moveTo>
                      <a:pt x="0" y="168"/>
                    </a:moveTo>
                    <a:lnTo>
                      <a:pt x="167" y="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5" name="Line 58">
                <a:extLst>
                  <a:ext uri="{FF2B5EF4-FFF2-40B4-BE49-F238E27FC236}">
                    <a16:creationId xmlns:a16="http://schemas.microsoft.com/office/drawing/2014/main" id="{B5A96794-C7BB-4504-8763-EDE653C9E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5733607"/>
                <a:ext cx="410152" cy="45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6" name="Line 60">
                <a:extLst>
                  <a:ext uri="{FF2B5EF4-FFF2-40B4-BE49-F238E27FC236}">
                    <a16:creationId xmlns:a16="http://schemas.microsoft.com/office/drawing/2014/main" id="{815A2EC2-2434-41FE-90C1-140C262D1D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203381"/>
                <a:ext cx="555781" cy="52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7" name="Line 61">
                <a:extLst>
                  <a:ext uri="{FF2B5EF4-FFF2-40B4-BE49-F238E27FC236}">
                    <a16:creationId xmlns:a16="http://schemas.microsoft.com/office/drawing/2014/main" id="{E52D0E94-8BC8-4CD7-A141-7276BBAE5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736782"/>
                <a:ext cx="548989" cy="16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68" name="Rectangle 62">
                <a:extLst>
                  <a:ext uri="{FF2B5EF4-FFF2-40B4-BE49-F238E27FC236}">
                    <a16:creationId xmlns:a16="http://schemas.microsoft.com/office/drawing/2014/main" id="{232C3D7D-D708-4DED-A5CC-505EC1284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6588" y="5647882"/>
                <a:ext cx="2444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30755" name="Line 292">
              <a:extLst>
                <a:ext uri="{FF2B5EF4-FFF2-40B4-BE49-F238E27FC236}">
                  <a16:creationId xmlns:a16="http://schemas.microsoft.com/office/drawing/2014/main" id="{973AB9C9-FAE3-4491-A990-8E789E8D177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00400" y="2324100"/>
              <a:ext cx="2743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6" name="Line 294">
              <a:extLst>
                <a:ext uri="{FF2B5EF4-FFF2-40B4-BE49-F238E27FC236}">
                  <a16:creationId xmlns:a16="http://schemas.microsoft.com/office/drawing/2014/main" id="{09A424DB-C3B9-401B-BFD9-EF2D17830CC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6275" y="2328863"/>
              <a:ext cx="0" cy="11968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7" name="Line 294">
              <a:extLst>
                <a:ext uri="{FF2B5EF4-FFF2-40B4-BE49-F238E27FC236}">
                  <a16:creationId xmlns:a16="http://schemas.microsoft.com/office/drawing/2014/main" id="{E2DE1464-CEE2-43E7-BA1E-D919F3C86D2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938838" y="2339975"/>
              <a:ext cx="0" cy="1300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58" name="Oval 79">
              <a:extLst>
                <a:ext uri="{FF2B5EF4-FFF2-40B4-BE49-F238E27FC236}">
                  <a16:creationId xmlns:a16="http://schemas.microsoft.com/office/drawing/2014/main" id="{075124D5-68FC-4CB0-BF8A-07AEF5774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325" y="3603625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0759" name="TextBox 81">
              <a:extLst>
                <a:ext uri="{FF2B5EF4-FFF2-40B4-BE49-F238E27FC236}">
                  <a16:creationId xmlns:a16="http://schemas.microsoft.com/office/drawing/2014/main" id="{73402AB3-DB76-4EEC-AB3E-2D86314511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500" y="4162425"/>
              <a:ext cx="7350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30722" name="Title 1">
            <a:extLst>
              <a:ext uri="{FF2B5EF4-FFF2-40B4-BE49-F238E27FC236}">
                <a16:creationId xmlns:a16="http://schemas.microsoft.com/office/drawing/2014/main" id="{132C28A4-65A2-4981-BC32-EA9CDF13E837}"/>
              </a:ext>
            </a:extLst>
          </p:cNvPr>
          <p:cNvSpPr txBox="1">
            <a:spLocks/>
          </p:cNvSpPr>
          <p:nvPr/>
        </p:nvSpPr>
        <p:spPr bwMode="auto">
          <a:xfrm>
            <a:off x="0" y="3048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/>
              <a:t>It is a T Flip-Flop too</a:t>
            </a:r>
          </a:p>
        </p:txBody>
      </p:sp>
      <p:sp>
        <p:nvSpPr>
          <p:cNvPr id="30723" name="Right Brace 10">
            <a:extLst>
              <a:ext uri="{FF2B5EF4-FFF2-40B4-BE49-F238E27FC236}">
                <a16:creationId xmlns:a16="http://schemas.microsoft.com/office/drawing/2014/main" id="{0300A28E-191C-4F76-8711-A3FA933891BE}"/>
              </a:ext>
            </a:extLst>
          </p:cNvPr>
          <p:cNvSpPr>
            <a:spLocks/>
          </p:cNvSpPr>
          <p:nvPr/>
        </p:nvSpPr>
        <p:spPr bwMode="auto">
          <a:xfrm>
            <a:off x="7633534" y="2143370"/>
            <a:ext cx="217488" cy="623888"/>
          </a:xfrm>
          <a:prstGeom prst="rightBrace">
            <a:avLst>
              <a:gd name="adj1" fmla="val 8327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graphicFrame>
        <p:nvGraphicFramePr>
          <p:cNvPr id="32" name="Group 605">
            <a:extLst>
              <a:ext uri="{FF2B5EF4-FFF2-40B4-BE49-F238E27FC236}">
                <a16:creationId xmlns:a16="http://schemas.microsoft.com/office/drawing/2014/main" id="{8A9C5AA4-E651-0A4C-8D99-3546D3324B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611407"/>
              </p:ext>
            </p:extLst>
          </p:nvPr>
        </p:nvGraphicFramePr>
        <p:xfrm>
          <a:off x="6279397" y="1679820"/>
          <a:ext cx="1485900" cy="1920875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3082332930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82368144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812695783"/>
                    </a:ext>
                  </a:extLst>
                </a:gridCol>
              </a:tblGrid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-Roman" pitchFamily="2" charset="0"/>
                          <a:ea typeface="MS PGothic" panose="020B0600070205080204" pitchFamily="34" charset="-128"/>
                        </a:rPr>
                        <a:t>T</a:t>
                      </a:r>
                      <a:endParaRPr kumimoji="0" lang="en-US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-Roman" pitchFamily="2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-Roman" pitchFamily="2" charset="0"/>
                          <a:ea typeface="MS PGothic" panose="020B0600070205080204" pitchFamily="34" charset="-128"/>
                        </a:rPr>
                        <a:t>Q</a:t>
                      </a:r>
                      <a:endParaRPr kumimoji="0" lang="en-US" alt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-Roman" pitchFamily="2" charset="0"/>
                        <a:ea typeface="MS PGothic" panose="020B0600070205080204" pitchFamily="34" charset="-128"/>
                      </a:endParaRP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-Roman" pitchFamily="2" charset="0"/>
                          <a:ea typeface="MS PGothic" panose="020B0600070205080204" pitchFamily="34" charset="-128"/>
                        </a:rPr>
                        <a:t>D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47878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17198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85545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56852"/>
                  </a:ext>
                </a:extLst>
              </a:tr>
              <a:tr h="384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1</a:t>
                      </a:r>
                    </a:p>
                  </a:txBody>
                  <a:tcPr marT="45735" marB="45735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PGothic" panose="020B0600070205080204" pitchFamily="34" charset="-128"/>
                        </a:rPr>
                        <a:t>0</a:t>
                      </a:r>
                    </a:p>
                  </a:txBody>
                  <a:tcPr marT="45735" marB="4573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411280"/>
                  </a:ext>
                </a:extLst>
              </a:tr>
            </a:tbl>
          </a:graphicData>
        </a:graphic>
      </p:graphicFrame>
      <p:sp>
        <p:nvSpPr>
          <p:cNvPr id="30742" name="Right Brace 10">
            <a:extLst>
              <a:ext uri="{FF2B5EF4-FFF2-40B4-BE49-F238E27FC236}">
                <a16:creationId xmlns:a16="http://schemas.microsoft.com/office/drawing/2014/main" id="{8F35E958-779F-402F-9E40-7CAA94180426}"/>
              </a:ext>
            </a:extLst>
          </p:cNvPr>
          <p:cNvSpPr>
            <a:spLocks/>
          </p:cNvSpPr>
          <p:nvPr/>
        </p:nvSpPr>
        <p:spPr bwMode="auto">
          <a:xfrm>
            <a:off x="7636709" y="2881558"/>
            <a:ext cx="217488" cy="623887"/>
          </a:xfrm>
          <a:prstGeom prst="rightBrace">
            <a:avLst>
              <a:gd name="adj1" fmla="val 8327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30743" name="Rectangle 53">
            <a:extLst>
              <a:ext uri="{FF2B5EF4-FFF2-40B4-BE49-F238E27FC236}">
                <a16:creationId xmlns:a16="http://schemas.microsoft.com/office/drawing/2014/main" id="{33B8A866-B516-4B66-829B-E17F29191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2634" y="2303708"/>
            <a:ext cx="1666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-Roman" charset="0"/>
              </a:rPr>
              <a:t>Q</a:t>
            </a: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sp>
        <p:nvSpPr>
          <p:cNvPr id="30744" name="Rectangle 53">
            <a:extLst>
              <a:ext uri="{FF2B5EF4-FFF2-40B4-BE49-F238E27FC236}">
                <a16:creationId xmlns:a16="http://schemas.microsoft.com/office/drawing/2014/main" id="{BE5918CF-FA53-4ED2-9EDD-8B8CEA94E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334" y="3086345"/>
            <a:ext cx="1666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rgbClr val="FF0000"/>
                </a:solidFill>
                <a:latin typeface="Times-Roman" charset="0"/>
              </a:rPr>
              <a:t>Q</a:t>
            </a:r>
            <a:r>
              <a:rPr lang="en-US" altLang="en-US" sz="1400" b="0">
                <a:solidFill>
                  <a:srgbClr val="000000"/>
                </a:solidFill>
                <a:latin typeface="Times-Roman" charset="0"/>
              </a:rPr>
              <a:t> </a:t>
            </a: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30745" name="Straight Connector 35">
            <a:extLst>
              <a:ext uri="{FF2B5EF4-FFF2-40B4-BE49-F238E27FC236}">
                <a16:creationId xmlns:a16="http://schemas.microsoft.com/office/drawing/2014/main" id="{AB672D64-AF64-4236-848E-2EE7DC9CCDC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78034" y="3097458"/>
            <a:ext cx="14763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46" name="Straight Connector 36">
            <a:extLst>
              <a:ext uri="{FF2B5EF4-FFF2-40B4-BE49-F238E27FC236}">
                <a16:creationId xmlns:a16="http://schemas.microsoft.com/office/drawing/2014/main" id="{CDF086A1-2FD9-4C4F-85AB-A6B4F844BE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44472" y="2821233"/>
            <a:ext cx="1697037" cy="31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4CF6CBA6-3B7A-1049-B6A2-AE64535B4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 Flip-Flop: (How it Works?)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ECD4756F-7500-48C9-B210-3DD6E66D9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6002338" cy="3429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If T=0, then it stays in its current state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If T=1, then it reverses its current state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In other words the </a:t>
            </a:r>
            <a:r>
              <a:rPr lang="en-US" altLang="en-US" dirty="0">
                <a:solidFill>
                  <a:srgbClr val="FF0000"/>
                </a:solidFill>
              </a:rPr>
              <a:t>circuit “toggles” its state when T=1. </a:t>
            </a:r>
            <a:r>
              <a:rPr lang="en-US" altLang="en-US" dirty="0"/>
              <a:t>This is why it is called T flip-flop.</a:t>
            </a:r>
          </a:p>
        </p:txBody>
      </p:sp>
      <p:pic>
        <p:nvPicPr>
          <p:cNvPr id="4" name="Picture 2" descr="Screen shot 2013-10-21 at 1.42.50 PM.png">
            <a:extLst>
              <a:ext uri="{FF2B5EF4-FFF2-40B4-BE49-F238E27FC236}">
                <a16:creationId xmlns:a16="http://schemas.microsoft.com/office/drawing/2014/main" id="{0E3E8047-E381-45E0-B6E6-DA3FBB371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538" y="990600"/>
            <a:ext cx="272256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Screen shot 2013-10-21 at 1.42.55 PM.png">
            <a:extLst>
              <a:ext uri="{FF2B5EF4-FFF2-40B4-BE49-F238E27FC236}">
                <a16:creationId xmlns:a16="http://schemas.microsoft.com/office/drawing/2014/main" id="{FFBEA817-DA61-4CFA-A060-B6DD0F7EC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429000"/>
            <a:ext cx="2600325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FAA411-2E50-4240-9115-06E564530415}"/>
                  </a:ext>
                </a:extLst>
              </p14:cNvPr>
              <p14:cNvContentPartPr/>
              <p14:nvPr/>
            </p14:nvContentPartPr>
            <p14:xfrm>
              <a:off x="6236280" y="3207240"/>
              <a:ext cx="2571120" cy="2486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FAA411-2E50-4240-9115-06E5645304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26920" y="3197880"/>
                <a:ext cx="2589840" cy="2505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3" name="Picture 2" descr="Screen shot 2013-10-21 at 1.42.50 PM.png">
            <a:extLst>
              <a:ext uri="{FF2B5EF4-FFF2-40B4-BE49-F238E27FC236}">
                <a16:creationId xmlns:a16="http://schemas.microsoft.com/office/drawing/2014/main" id="{4ABC2ED3-9A35-4A2B-BCC5-6E62F51D4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0241" y="914400"/>
            <a:ext cx="2430859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4" name="Picture 1" descr="Screen shot 2013-10-21 at 1.42.45 PM.png">
            <a:extLst>
              <a:ext uri="{FF2B5EF4-FFF2-40B4-BE49-F238E27FC236}">
                <a16:creationId xmlns:a16="http://schemas.microsoft.com/office/drawing/2014/main" id="{5ACE1B65-0F96-4414-8297-048F97871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42" y="555670"/>
            <a:ext cx="5120741" cy="2492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TextBox 125">
            <a:extLst>
              <a:ext uri="{FF2B5EF4-FFF2-40B4-BE49-F238E27FC236}">
                <a16:creationId xmlns:a16="http://schemas.microsoft.com/office/drawing/2014/main" id="{847927A6-00FC-4774-B542-91033BC5F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770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5.15a-c from the textbook ]</a:t>
            </a:r>
          </a:p>
        </p:txBody>
      </p:sp>
      <p:sp>
        <p:nvSpPr>
          <p:cNvPr id="69636" name="Title 1">
            <a:extLst>
              <a:ext uri="{FF2B5EF4-FFF2-40B4-BE49-F238E27FC236}">
                <a16:creationId xmlns:a16="http://schemas.microsoft.com/office/drawing/2014/main" id="{2305D4AE-43FB-45D6-B5A6-7EA4B12FE22A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000" dirty="0">
                <a:solidFill>
                  <a:srgbClr val="000000"/>
                </a:solidFill>
                <a:latin typeface="+mn-lt"/>
              </a:rPr>
              <a:t>T Flip-Flop </a:t>
            </a:r>
            <a:r>
              <a:rPr lang="en-US" altLang="en-US" sz="3000" dirty="0">
                <a:latin typeface="+mn-lt"/>
              </a:rPr>
              <a:t>(circuit, truth table and graphical symbol)</a:t>
            </a:r>
          </a:p>
        </p:txBody>
      </p:sp>
      <p:pic>
        <p:nvPicPr>
          <p:cNvPr id="69637" name="Picture 3" descr="Screen shot 2013-10-21 at 1.42.55 PM.png">
            <a:extLst>
              <a:ext uri="{FF2B5EF4-FFF2-40B4-BE49-F238E27FC236}">
                <a16:creationId xmlns:a16="http://schemas.microsoft.com/office/drawing/2014/main" id="{6672DCF0-C619-40C6-BD53-FA1C6BE916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2817" y="3449593"/>
            <a:ext cx="2445908" cy="1732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1">
            <a:extLst>
              <a:ext uri="{FF2B5EF4-FFF2-40B4-BE49-F238E27FC236}">
                <a16:creationId xmlns:a16="http://schemas.microsoft.com/office/drawing/2014/main" id="{96E0EEF9-9851-4D9F-977E-086D3CA7D1A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733800"/>
            <a:ext cx="3417888" cy="2416130"/>
            <a:chOff x="2855109" y="2324100"/>
            <a:chExt cx="3340904" cy="2206625"/>
          </a:xfrm>
        </p:grpSpPr>
        <p:pic>
          <p:nvPicPr>
            <p:cNvPr id="8" name="Picture 32" descr="Screen shot 2013-11-01 at 3.49.29 PM.png">
              <a:extLst>
                <a:ext uri="{FF2B5EF4-FFF2-40B4-BE49-F238E27FC236}">
                  <a16:creationId xmlns:a16="http://schemas.microsoft.com/office/drawing/2014/main" id="{8C0734D9-21DB-40A0-973B-19BAF5242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4285" y="3352997"/>
              <a:ext cx="919343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Line 290">
              <a:extLst>
                <a:ext uri="{FF2B5EF4-FFF2-40B4-BE49-F238E27FC236}">
                  <a16:creationId xmlns:a16="http://schemas.microsoft.com/office/drawing/2014/main" id="{94293881-84FF-48F2-8B8B-949E2700CBD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8131" y="3521063"/>
              <a:ext cx="64688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91">
              <a:extLst>
                <a:ext uri="{FF2B5EF4-FFF2-40B4-BE49-F238E27FC236}">
                  <a16:creationId xmlns:a16="http://schemas.microsoft.com/office/drawing/2014/main" id="{0F21E0F4-39FA-4AAB-9CEB-50DE06595C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5650" y="3776925"/>
              <a:ext cx="711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92">
              <a:extLst>
                <a:ext uri="{FF2B5EF4-FFF2-40B4-BE49-F238E27FC236}">
                  <a16:creationId xmlns:a16="http://schemas.microsoft.com/office/drawing/2014/main" id="{65DC80FA-5D8B-4D70-A0A6-B923C921B17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72351" y="3638550"/>
              <a:ext cx="50287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297">
              <a:extLst>
                <a:ext uri="{FF2B5EF4-FFF2-40B4-BE49-F238E27FC236}">
                  <a16:creationId xmlns:a16="http://schemas.microsoft.com/office/drawing/2014/main" id="{A2839C98-5E54-4BC9-82FA-136E83DD66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5109" y="3633039"/>
              <a:ext cx="166688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3" name="Rectangle 299">
              <a:extLst>
                <a:ext uri="{FF2B5EF4-FFF2-40B4-BE49-F238E27FC236}">
                  <a16:creationId xmlns:a16="http://schemas.microsoft.com/office/drawing/2014/main" id="{12CF757E-0146-4C3E-B956-5946AE4D5D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400425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14" name="Rectangle 301">
              <a:extLst>
                <a:ext uri="{FF2B5EF4-FFF2-40B4-BE49-F238E27FC236}">
                  <a16:creationId xmlns:a16="http://schemas.microsoft.com/office/drawing/2014/main" id="{6F03A0F6-C5FE-4E58-A05A-FDD697BF05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2175" y="3797300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grpSp>
          <p:nvGrpSpPr>
            <p:cNvPr id="15" name="Group 3">
              <a:extLst>
                <a:ext uri="{FF2B5EF4-FFF2-40B4-BE49-F238E27FC236}">
                  <a16:creationId xmlns:a16="http://schemas.microsoft.com/office/drawing/2014/main" id="{80D9D4DF-687A-443A-BE88-B99523BAAA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3588" y="3375025"/>
              <a:ext cx="1622425" cy="1063625"/>
              <a:chOff x="3581400" y="4936682"/>
              <a:chExt cx="1622580" cy="1063625"/>
            </a:xfrm>
          </p:grpSpPr>
          <p:sp>
            <p:nvSpPr>
              <p:cNvPr id="21" name="Rectangle 50">
                <a:extLst>
                  <a:ext uri="{FF2B5EF4-FFF2-40B4-BE49-F238E27FC236}">
                    <a16:creationId xmlns:a16="http://schemas.microsoft.com/office/drawing/2014/main" id="{E58A197E-A708-4F07-A835-0D95E365D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450" y="4936682"/>
                <a:ext cx="666750" cy="106362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22" name="Rectangle 52">
                <a:extLst>
                  <a:ext uri="{FF2B5EF4-FFF2-40B4-BE49-F238E27FC236}">
                    <a16:creationId xmlns:a16="http://schemas.microsoft.com/office/drawing/2014/main" id="{91FC3D18-3FAD-49BB-B6AA-53059CC55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9713" y="510972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23" name="Rectangle 53">
                <a:extLst>
                  <a:ext uri="{FF2B5EF4-FFF2-40B4-BE49-F238E27FC236}">
                    <a16:creationId xmlns:a16="http://schemas.microsoft.com/office/drawing/2014/main" id="{6C7D3B38-4D4B-4F4E-802D-BDC6DAB6C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000" y="510337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 dirty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 dirty="0">
                  <a:latin typeface="Times" panose="02020603050405020304" pitchFamily="18" charset="0"/>
                </a:endParaRPr>
              </a:p>
            </p:txBody>
          </p:sp>
          <p:sp>
            <p:nvSpPr>
              <p:cNvPr id="24" name="Line 54">
                <a:extLst>
                  <a:ext uri="{FF2B5EF4-FFF2-40B4-BE49-F238E27FC236}">
                    <a16:creationId xmlns:a16="http://schemas.microsoft.com/office/drawing/2014/main" id="{5B078600-50E4-485E-A7D8-43C491176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700" y="5638357"/>
                <a:ext cx="95250" cy="31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55">
                <a:extLst>
                  <a:ext uri="{FF2B5EF4-FFF2-40B4-BE49-F238E27FC236}">
                    <a16:creationId xmlns:a16="http://schemas.microsoft.com/office/drawing/2014/main" id="{B2479BE0-8925-4FCC-BBCC-1C170A68D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0" y="5676457"/>
                <a:ext cx="133350" cy="133350"/>
              </a:xfrm>
              <a:custGeom>
                <a:avLst/>
                <a:gdLst>
                  <a:gd name="T0" fmla="*/ 0 w 167"/>
                  <a:gd name="T1" fmla="*/ 2147483646 h 168"/>
                  <a:gd name="T2" fmla="*/ 2147483646 w 167"/>
                  <a:gd name="T3" fmla="*/ 2147483646 h 168"/>
                  <a:gd name="T4" fmla="*/ 0 w 167"/>
                  <a:gd name="T5" fmla="*/ 0 h 168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8"/>
                  <a:gd name="T11" fmla="*/ 167 w 167"/>
                  <a:gd name="T12" fmla="*/ 168 h 1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8">
                    <a:moveTo>
                      <a:pt x="0" y="168"/>
                    </a:moveTo>
                    <a:lnTo>
                      <a:pt x="167" y="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58">
                <a:extLst>
                  <a:ext uri="{FF2B5EF4-FFF2-40B4-BE49-F238E27FC236}">
                    <a16:creationId xmlns:a16="http://schemas.microsoft.com/office/drawing/2014/main" id="{7BAE9360-4E76-4923-B978-C5B74CD392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5733607"/>
                <a:ext cx="410152" cy="45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60">
                <a:extLst>
                  <a:ext uri="{FF2B5EF4-FFF2-40B4-BE49-F238E27FC236}">
                    <a16:creationId xmlns:a16="http://schemas.microsoft.com/office/drawing/2014/main" id="{F2E0029B-18FA-4022-9D30-C483DC843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203381"/>
                <a:ext cx="555781" cy="52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61">
                <a:extLst>
                  <a:ext uri="{FF2B5EF4-FFF2-40B4-BE49-F238E27FC236}">
                    <a16:creationId xmlns:a16="http://schemas.microsoft.com/office/drawing/2014/main" id="{69D14774-8023-4EB0-A9CF-4A21A5FD2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736782"/>
                <a:ext cx="548989" cy="16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Rectangle 62">
                <a:extLst>
                  <a:ext uri="{FF2B5EF4-FFF2-40B4-BE49-F238E27FC236}">
                    <a16:creationId xmlns:a16="http://schemas.microsoft.com/office/drawing/2014/main" id="{8BF7E840-9A0D-4A2E-8A67-BEBDEE7A02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6588" y="5647882"/>
                <a:ext cx="2444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16" name="Line 292">
              <a:extLst>
                <a:ext uri="{FF2B5EF4-FFF2-40B4-BE49-F238E27FC236}">
                  <a16:creationId xmlns:a16="http://schemas.microsoft.com/office/drawing/2014/main" id="{E9D572C4-EF47-491F-95F9-1BEBB6F8DF0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00400" y="2324100"/>
              <a:ext cx="27432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294">
              <a:extLst>
                <a:ext uri="{FF2B5EF4-FFF2-40B4-BE49-F238E27FC236}">
                  <a16:creationId xmlns:a16="http://schemas.microsoft.com/office/drawing/2014/main" id="{3B4E5164-2E8A-48ED-BC4C-1F6977D6A65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6275" y="2328863"/>
              <a:ext cx="0" cy="11968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294">
              <a:extLst>
                <a:ext uri="{FF2B5EF4-FFF2-40B4-BE49-F238E27FC236}">
                  <a16:creationId xmlns:a16="http://schemas.microsoft.com/office/drawing/2014/main" id="{9D9E44A3-C10A-41D3-A61B-16256C2535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938838" y="2339975"/>
              <a:ext cx="0" cy="1300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79">
              <a:extLst>
                <a:ext uri="{FF2B5EF4-FFF2-40B4-BE49-F238E27FC236}">
                  <a16:creationId xmlns:a16="http://schemas.microsoft.com/office/drawing/2014/main" id="{8A15AA15-FDB6-4FC9-AA66-34B964EAE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325" y="3603625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0" name="TextBox 81">
              <a:extLst>
                <a:ext uri="{FF2B5EF4-FFF2-40B4-BE49-F238E27FC236}">
                  <a16:creationId xmlns:a16="http://schemas.microsoft.com/office/drawing/2014/main" id="{B12CF49D-2709-4C63-8EC8-D4EF6E2D2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500" y="4162425"/>
              <a:ext cx="735013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25">
            <a:extLst>
              <a:ext uri="{FF2B5EF4-FFF2-40B4-BE49-F238E27FC236}">
                <a16:creationId xmlns:a16="http://schemas.microsoft.com/office/drawing/2014/main" id="{07D52D82-60ED-4470-9244-04919DD8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4819" name="Title 1">
            <a:extLst>
              <a:ext uri="{FF2B5EF4-FFF2-40B4-BE49-F238E27FC236}">
                <a16:creationId xmlns:a16="http://schemas.microsoft.com/office/drawing/2014/main" id="{7B8F27FB-A492-4675-B102-EB1E00512E99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400" dirty="0"/>
              <a:t>T Flip-Flop (Timing Diagram)</a:t>
            </a:r>
          </a:p>
        </p:txBody>
      </p:sp>
      <p:pic>
        <p:nvPicPr>
          <p:cNvPr id="34820" name="Picture 1" descr="Screen shot 2013-10-21 at 1.42.45 PM.png">
            <a:extLst>
              <a:ext uri="{FF2B5EF4-FFF2-40B4-BE49-F238E27FC236}">
                <a16:creationId xmlns:a16="http://schemas.microsoft.com/office/drawing/2014/main" id="{928E55AE-2269-4369-B047-7A9D8AA0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 descr="Screen shot 2013-10-21 at 1.42.50 PM.png">
            <a:extLst>
              <a:ext uri="{FF2B5EF4-FFF2-40B4-BE49-F238E27FC236}">
                <a16:creationId xmlns:a16="http://schemas.microsoft.com/office/drawing/2014/main" id="{387B247E-366B-4C27-84E9-058DC8344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57" y="4117975"/>
            <a:ext cx="2143207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1C4931-6A17-48D6-B78A-F2B02170AD83}"/>
              </a:ext>
            </a:extLst>
          </p:cNvPr>
          <p:cNvGrpSpPr/>
          <p:nvPr/>
        </p:nvGrpSpPr>
        <p:grpSpPr>
          <a:xfrm>
            <a:off x="2286000" y="976846"/>
            <a:ext cx="6721474" cy="2147354"/>
            <a:chOff x="2362201" y="845576"/>
            <a:chExt cx="6721474" cy="21473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495BF36-BB5B-4D88-997A-C99FEB4A2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2201" y="845576"/>
              <a:ext cx="6705600" cy="214735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A12C75E-62CD-49B6-8465-39448ED77657}"/>
                </a:ext>
              </a:extLst>
            </p:cNvPr>
            <p:cNvSpPr/>
            <p:nvPr/>
          </p:nvSpPr>
          <p:spPr>
            <a:xfrm>
              <a:off x="3429000" y="2057400"/>
              <a:ext cx="5654675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3D3F20-F328-40CC-9C4A-5481C7C6F463}"/>
                  </a:ext>
                </a:extLst>
              </p14:cNvPr>
              <p14:cNvContentPartPr/>
              <p14:nvPr/>
            </p14:nvContentPartPr>
            <p14:xfrm>
              <a:off x="2551320" y="1034640"/>
              <a:ext cx="6533640" cy="555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3D3F20-F328-40CC-9C4A-5481C7C6F4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1960" y="1025280"/>
                <a:ext cx="6552360" cy="5576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25">
            <a:extLst>
              <a:ext uri="{FF2B5EF4-FFF2-40B4-BE49-F238E27FC236}">
                <a16:creationId xmlns:a16="http://schemas.microsoft.com/office/drawing/2014/main" id="{07D52D82-60ED-4470-9244-04919DD8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4819" name="Title 1">
            <a:extLst>
              <a:ext uri="{FF2B5EF4-FFF2-40B4-BE49-F238E27FC236}">
                <a16:creationId xmlns:a16="http://schemas.microsoft.com/office/drawing/2014/main" id="{7B8F27FB-A492-4675-B102-EB1E00512E99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400" dirty="0"/>
              <a:t>T Flip-Flop (Timing Diagram)</a:t>
            </a:r>
          </a:p>
        </p:txBody>
      </p:sp>
      <p:pic>
        <p:nvPicPr>
          <p:cNvPr id="34820" name="Picture 1" descr="Screen shot 2013-10-21 at 1.42.45 PM.png">
            <a:extLst>
              <a:ext uri="{FF2B5EF4-FFF2-40B4-BE49-F238E27FC236}">
                <a16:creationId xmlns:a16="http://schemas.microsoft.com/office/drawing/2014/main" id="{928E55AE-2269-4369-B047-7A9D8AA0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 descr="Screen shot 2013-10-21 at 1.42.50 PM.png">
            <a:extLst>
              <a:ext uri="{FF2B5EF4-FFF2-40B4-BE49-F238E27FC236}">
                <a16:creationId xmlns:a16="http://schemas.microsoft.com/office/drawing/2014/main" id="{387B247E-366B-4C27-84E9-058DC8344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57" y="4117975"/>
            <a:ext cx="2143207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95BF36-BB5B-4D88-997A-C99FEB4A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1" y="997976"/>
            <a:ext cx="6705600" cy="2147354"/>
          </a:xfrm>
          <a:prstGeom prst="rect">
            <a:avLst/>
          </a:prstGeom>
        </p:spPr>
      </p:pic>
      <p:cxnSp>
        <p:nvCxnSpPr>
          <p:cNvPr id="9" name="Straight Connector 11">
            <a:extLst>
              <a:ext uri="{FF2B5EF4-FFF2-40B4-BE49-F238E27FC236}">
                <a16:creationId xmlns:a16="http://schemas.microsoft.com/office/drawing/2014/main" id="{52A007F1-28BC-492F-A0FE-234F211EAE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9144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A913ED43-7084-451C-93EA-AD768ABC72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76800" y="9144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D71563-2BE6-4B5B-9942-1809D09960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24600" y="8382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45A84-2712-43A8-95CA-F653B33200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2400" y="8382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2413AB-3194-48C1-900A-870051C0E3E3}"/>
              </a:ext>
            </a:extLst>
          </p:cNvPr>
          <p:cNvSpPr txBox="1"/>
          <p:nvPr/>
        </p:nvSpPr>
        <p:spPr>
          <a:xfrm flipH="1">
            <a:off x="3413126" y="767143"/>
            <a:ext cx="4861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                        </a:t>
            </a: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                t</a:t>
            </a:r>
            <a:r>
              <a:rPr lang="en-US" baseline="-25000" dirty="0"/>
              <a:t>3                        </a:t>
            </a:r>
            <a:r>
              <a:rPr lang="en-US" dirty="0"/>
              <a:t>t</a:t>
            </a:r>
            <a:r>
              <a:rPr lang="en-US" baseline="-25000" dirty="0"/>
              <a:t>4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93C9A-A77A-4444-B5FA-7FA822F35E90}"/>
              </a:ext>
            </a:extLst>
          </p:cNvPr>
          <p:cNvSpPr/>
          <p:nvPr/>
        </p:nvSpPr>
        <p:spPr>
          <a:xfrm>
            <a:off x="3413125" y="2188670"/>
            <a:ext cx="5654675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18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25">
            <a:extLst>
              <a:ext uri="{FF2B5EF4-FFF2-40B4-BE49-F238E27FC236}">
                <a16:creationId xmlns:a16="http://schemas.microsoft.com/office/drawing/2014/main" id="{07D52D82-60ED-4470-9244-04919DD8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4819" name="Title 1">
            <a:extLst>
              <a:ext uri="{FF2B5EF4-FFF2-40B4-BE49-F238E27FC236}">
                <a16:creationId xmlns:a16="http://schemas.microsoft.com/office/drawing/2014/main" id="{7B8F27FB-A492-4675-B102-EB1E00512E99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400" dirty="0"/>
              <a:t>T Flip-Flop (Timing Diagram)</a:t>
            </a:r>
          </a:p>
        </p:txBody>
      </p:sp>
      <p:pic>
        <p:nvPicPr>
          <p:cNvPr id="34820" name="Picture 1" descr="Screen shot 2013-10-21 at 1.42.45 PM.png">
            <a:extLst>
              <a:ext uri="{FF2B5EF4-FFF2-40B4-BE49-F238E27FC236}">
                <a16:creationId xmlns:a16="http://schemas.microsoft.com/office/drawing/2014/main" id="{928E55AE-2269-4369-B047-7A9D8AA0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 descr="Screen shot 2013-10-21 at 1.42.50 PM.png">
            <a:extLst>
              <a:ext uri="{FF2B5EF4-FFF2-40B4-BE49-F238E27FC236}">
                <a16:creationId xmlns:a16="http://schemas.microsoft.com/office/drawing/2014/main" id="{387B247E-366B-4C27-84E9-058DC8344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57" y="4117975"/>
            <a:ext cx="2143207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95BF36-BB5B-4D88-997A-C99FEB4A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1" y="997976"/>
            <a:ext cx="6705600" cy="2147354"/>
          </a:xfrm>
          <a:prstGeom prst="rect">
            <a:avLst/>
          </a:prstGeom>
        </p:spPr>
      </p:pic>
      <p:cxnSp>
        <p:nvCxnSpPr>
          <p:cNvPr id="9" name="Straight Connector 11">
            <a:extLst>
              <a:ext uri="{FF2B5EF4-FFF2-40B4-BE49-F238E27FC236}">
                <a16:creationId xmlns:a16="http://schemas.microsoft.com/office/drawing/2014/main" id="{52A007F1-28BC-492F-A0FE-234F211EAE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9144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A913ED43-7084-451C-93EA-AD768ABC72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76800" y="9144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D71563-2BE6-4B5B-9942-1809D09960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24600" y="8382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45A84-2712-43A8-95CA-F653B33200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2400" y="8382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2413AB-3194-48C1-900A-870051C0E3E3}"/>
              </a:ext>
            </a:extLst>
          </p:cNvPr>
          <p:cNvSpPr txBox="1"/>
          <p:nvPr/>
        </p:nvSpPr>
        <p:spPr>
          <a:xfrm flipH="1">
            <a:off x="3413126" y="767143"/>
            <a:ext cx="4861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                        </a:t>
            </a: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                t</a:t>
            </a:r>
            <a:r>
              <a:rPr lang="en-US" baseline="-25000" dirty="0"/>
              <a:t>3                        </a:t>
            </a:r>
            <a:r>
              <a:rPr lang="en-US" dirty="0"/>
              <a:t>t</a:t>
            </a:r>
            <a:r>
              <a:rPr lang="en-US" baseline="-25000" dirty="0"/>
              <a:t>4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64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 descr="Screen shot 2013-10-21 at 1.43.01 PM.png">
            <a:extLst>
              <a:ext uri="{FF2B5EF4-FFF2-40B4-BE49-F238E27FC236}">
                <a16:creationId xmlns:a16="http://schemas.microsoft.com/office/drawing/2014/main" id="{95BAB78C-1A04-41C7-98D5-87B6C97C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692"/>
            <a:ext cx="91440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TextBox 125">
            <a:extLst>
              <a:ext uri="{FF2B5EF4-FFF2-40B4-BE49-F238E27FC236}">
                <a16:creationId xmlns:a16="http://schemas.microsoft.com/office/drawing/2014/main" id="{D00FA143-0A28-4074-B47F-CC38B3781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5844" name="TextBox 12">
            <a:extLst>
              <a:ext uri="{FF2B5EF4-FFF2-40B4-BE49-F238E27FC236}">
                <a16:creationId xmlns:a16="http://schemas.microsoft.com/office/drawing/2014/main" id="{8BF0A5D5-CA5F-468F-9A8D-20AC7B229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5" name="TextBox 13">
            <a:extLst>
              <a:ext uri="{FF2B5EF4-FFF2-40B4-BE49-F238E27FC236}">
                <a16:creationId xmlns:a16="http://schemas.microsoft.com/office/drawing/2014/main" id="{36B0AD57-88F3-4A2F-82CD-C51F4F455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6" name="TextBox 15">
            <a:extLst>
              <a:ext uri="{FF2B5EF4-FFF2-40B4-BE49-F238E27FC236}">
                <a16:creationId xmlns:a16="http://schemas.microsoft.com/office/drawing/2014/main" id="{7E801472-F048-4EA0-B3B3-3EDE68064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03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7" name="TextBox 17">
            <a:extLst>
              <a:ext uri="{FF2B5EF4-FFF2-40B4-BE49-F238E27FC236}">
                <a16:creationId xmlns:a16="http://schemas.microsoft.com/office/drawing/2014/main" id="{6DDBB0B8-2B47-47A2-9C03-22BB488A3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1175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8" name="TextBox 18">
            <a:extLst>
              <a:ext uri="{FF2B5EF4-FFF2-40B4-BE49-F238E27FC236}">
                <a16:creationId xmlns:a16="http://schemas.microsoft.com/office/drawing/2014/main" id="{55F8EA0B-7557-47EA-985B-43FF1B14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9" name="TextBox 19">
            <a:extLst>
              <a:ext uri="{FF2B5EF4-FFF2-40B4-BE49-F238E27FC236}">
                <a16:creationId xmlns:a16="http://schemas.microsoft.com/office/drawing/2014/main" id="{8F8A4AAF-C340-41AC-A43F-4B15AB6A9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0" name="TextBox 20">
            <a:extLst>
              <a:ext uri="{FF2B5EF4-FFF2-40B4-BE49-F238E27FC236}">
                <a16:creationId xmlns:a16="http://schemas.microsoft.com/office/drawing/2014/main" id="{C925635F-855F-4F4A-AA81-D971DBDA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1" name="TextBox 21">
            <a:extLst>
              <a:ext uri="{FF2B5EF4-FFF2-40B4-BE49-F238E27FC236}">
                <a16:creationId xmlns:a16="http://schemas.microsoft.com/office/drawing/2014/main" id="{6A2A4E4F-C696-4A5B-9F52-9BAB4473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2" name="TextBox 22">
            <a:extLst>
              <a:ext uri="{FF2B5EF4-FFF2-40B4-BE49-F238E27FC236}">
                <a16:creationId xmlns:a16="http://schemas.microsoft.com/office/drawing/2014/main" id="{9588EB13-A8B2-405D-9280-E0D1FDFBD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3" name="Shape 23">
            <a:extLst>
              <a:ext uri="{FF2B5EF4-FFF2-40B4-BE49-F238E27FC236}">
                <a16:creationId xmlns:a16="http://schemas.microsoft.com/office/drawing/2014/main" id="{31391B6D-02F1-4822-999A-F87A58362A54}"/>
              </a:ext>
            </a:extLst>
          </p:cNvPr>
          <p:cNvCxnSpPr>
            <a:cxnSpLocks noChangeShapeType="1"/>
            <a:stCxn id="35845" idx="3"/>
            <a:endCxn id="35846" idx="3"/>
          </p:cNvCxnSpPr>
          <p:nvPr/>
        </p:nvCxnSpPr>
        <p:spPr bwMode="auto">
          <a:xfrm>
            <a:off x="5486400" y="2733480"/>
            <a:ext cx="304800" cy="301625"/>
          </a:xfrm>
          <a:prstGeom prst="curvedConnector3">
            <a:avLst>
              <a:gd name="adj1" fmla="val 1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hape 23">
            <a:extLst>
              <a:ext uri="{FF2B5EF4-FFF2-40B4-BE49-F238E27FC236}">
                <a16:creationId xmlns:a16="http://schemas.microsoft.com/office/drawing/2014/main" id="{A349B925-0739-4CE7-9C57-DFF3E97AAFE9}"/>
              </a:ext>
            </a:extLst>
          </p:cNvPr>
          <p:cNvCxnSpPr>
            <a:cxnSpLocks noChangeShapeType="1"/>
            <a:stCxn id="35851" idx="1"/>
            <a:endCxn id="35852" idx="1"/>
          </p:cNvCxnSpPr>
          <p:nvPr/>
        </p:nvCxnSpPr>
        <p:spPr bwMode="auto">
          <a:xfrm rot="10800000" flipH="1">
            <a:off x="7010400" y="2733480"/>
            <a:ext cx="304800" cy="304800"/>
          </a:xfrm>
          <a:prstGeom prst="curvedConnector3">
            <a:avLst>
              <a:gd name="adj1" fmla="val -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TextBox 35">
            <a:extLst>
              <a:ext uri="{FF2B5EF4-FFF2-40B4-BE49-F238E27FC236}">
                <a16:creationId xmlns:a16="http://schemas.microsoft.com/office/drawing/2014/main" id="{BEB1731E-6FCB-41F7-83F7-D69CD2A8C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2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6" name="TextBox 36">
            <a:extLst>
              <a:ext uri="{FF2B5EF4-FFF2-40B4-BE49-F238E27FC236}">
                <a16:creationId xmlns:a16="http://schemas.microsoft.com/office/drawing/2014/main" id="{5F13E047-D33E-4A69-BB04-01A3736CC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7" name="TextBox 37">
            <a:extLst>
              <a:ext uri="{FF2B5EF4-FFF2-40B4-BE49-F238E27FC236}">
                <a16:creationId xmlns:a16="http://schemas.microsoft.com/office/drawing/2014/main" id="{DCA722A7-F841-41A1-A806-D38D22584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8127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8" name="Shape 38">
            <a:extLst>
              <a:ext uri="{FF2B5EF4-FFF2-40B4-BE49-F238E27FC236}">
                <a16:creationId xmlns:a16="http://schemas.microsoft.com/office/drawing/2014/main" id="{308FE992-2F18-4908-85C0-5EB3216A5117}"/>
              </a:ext>
            </a:extLst>
          </p:cNvPr>
          <p:cNvCxnSpPr>
            <a:cxnSpLocks noChangeShapeType="1"/>
            <a:stCxn id="35856" idx="1"/>
            <a:endCxn id="35855" idx="1"/>
          </p:cNvCxnSpPr>
          <p:nvPr/>
        </p:nvCxnSpPr>
        <p:spPr bwMode="auto">
          <a:xfrm rot="10800000" flipH="1">
            <a:off x="1066800" y="2654105"/>
            <a:ext cx="457200" cy="384175"/>
          </a:xfrm>
          <a:prstGeom prst="curvedConnector3">
            <a:avLst>
              <a:gd name="adj1" fmla="val -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Arrow Connector 41">
            <a:extLst>
              <a:ext uri="{FF2B5EF4-FFF2-40B4-BE49-F238E27FC236}">
                <a16:creationId xmlns:a16="http://schemas.microsoft.com/office/drawing/2014/main" id="{5EB2AB24-27DD-4707-BEB9-C515896FB910}"/>
              </a:ext>
            </a:extLst>
          </p:cNvPr>
          <p:cNvCxnSpPr>
            <a:cxnSpLocks noChangeShapeType="1"/>
            <a:endCxn id="35860" idx="3"/>
          </p:cNvCxnSpPr>
          <p:nvPr/>
        </p:nvCxnSpPr>
        <p:spPr bwMode="auto">
          <a:xfrm flipH="1" flipV="1">
            <a:off x="1219200" y="750692"/>
            <a:ext cx="394196" cy="16808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0" name="TextBox 44">
            <a:extLst>
              <a:ext uri="{FF2B5EF4-FFF2-40B4-BE49-F238E27FC236}">
                <a16:creationId xmlns:a16="http://schemas.microsoft.com/office/drawing/2014/main" id="{C641F383-EC97-4555-B49A-372500256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6679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Times" panose="02020603050405020304" pitchFamily="18" charset="0"/>
              </a:rPr>
              <a:t>Decision Point</a:t>
            </a:r>
          </a:p>
        </p:txBody>
      </p:sp>
      <p:sp>
        <p:nvSpPr>
          <p:cNvPr id="35861" name="Rectangle 45">
            <a:extLst>
              <a:ext uri="{FF2B5EF4-FFF2-40B4-BE49-F238E27FC236}">
                <a16:creationId xmlns:a16="http://schemas.microsoft.com/office/drawing/2014/main" id="{62B95019-4302-495F-A1ED-78412DB33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893692"/>
            <a:ext cx="5943600" cy="156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35862" name="Straight Connector 11">
            <a:extLst>
              <a:ext uri="{FF2B5EF4-FFF2-40B4-BE49-F238E27FC236}">
                <a16:creationId xmlns:a16="http://schemas.microsoft.com/office/drawing/2014/main" id="{4C29A5F9-4F47-4C8E-9BA0-BF20E21290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3" name="Title 1">
            <a:extLst>
              <a:ext uri="{FF2B5EF4-FFF2-40B4-BE49-F238E27FC236}">
                <a16:creationId xmlns:a16="http://schemas.microsoft.com/office/drawing/2014/main" id="{3268042D-DCB5-4F3C-AE17-8CE7C2295211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/>
              <a:t>T Flip-Flop (Timing Diagram)</a:t>
            </a:r>
          </a:p>
        </p:txBody>
      </p:sp>
      <p:pic>
        <p:nvPicPr>
          <p:cNvPr id="27" name="Picture 1" descr="Screen shot 2013-10-21 at 1.42.45 PM.png">
            <a:extLst>
              <a:ext uri="{FF2B5EF4-FFF2-40B4-BE49-F238E27FC236}">
                <a16:creationId xmlns:a16="http://schemas.microsoft.com/office/drawing/2014/main" id="{D0E285F1-0CE0-46A3-9E9B-D8A26AB50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4051104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 descr="Screen shot 2013-10-21 at 1.43.01 PM.png">
            <a:extLst>
              <a:ext uri="{FF2B5EF4-FFF2-40B4-BE49-F238E27FC236}">
                <a16:creationId xmlns:a16="http://schemas.microsoft.com/office/drawing/2014/main" id="{95BAB78C-1A04-41C7-98D5-87B6C97C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692"/>
            <a:ext cx="91440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TextBox 125">
            <a:extLst>
              <a:ext uri="{FF2B5EF4-FFF2-40B4-BE49-F238E27FC236}">
                <a16:creationId xmlns:a16="http://schemas.microsoft.com/office/drawing/2014/main" id="{D00FA143-0A28-4074-B47F-CC38B3781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5844" name="TextBox 12">
            <a:extLst>
              <a:ext uri="{FF2B5EF4-FFF2-40B4-BE49-F238E27FC236}">
                <a16:creationId xmlns:a16="http://schemas.microsoft.com/office/drawing/2014/main" id="{8BF0A5D5-CA5F-468F-9A8D-20AC7B229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5" name="TextBox 13">
            <a:extLst>
              <a:ext uri="{FF2B5EF4-FFF2-40B4-BE49-F238E27FC236}">
                <a16:creationId xmlns:a16="http://schemas.microsoft.com/office/drawing/2014/main" id="{36B0AD57-88F3-4A2F-82CD-C51F4F455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6" name="TextBox 15">
            <a:extLst>
              <a:ext uri="{FF2B5EF4-FFF2-40B4-BE49-F238E27FC236}">
                <a16:creationId xmlns:a16="http://schemas.microsoft.com/office/drawing/2014/main" id="{7E801472-F048-4EA0-B3B3-3EDE68064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03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7" name="TextBox 17">
            <a:extLst>
              <a:ext uri="{FF2B5EF4-FFF2-40B4-BE49-F238E27FC236}">
                <a16:creationId xmlns:a16="http://schemas.microsoft.com/office/drawing/2014/main" id="{6DDBB0B8-2B47-47A2-9C03-22BB488A3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1175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8" name="TextBox 18">
            <a:extLst>
              <a:ext uri="{FF2B5EF4-FFF2-40B4-BE49-F238E27FC236}">
                <a16:creationId xmlns:a16="http://schemas.microsoft.com/office/drawing/2014/main" id="{55F8EA0B-7557-47EA-985B-43FF1B14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9" name="TextBox 19">
            <a:extLst>
              <a:ext uri="{FF2B5EF4-FFF2-40B4-BE49-F238E27FC236}">
                <a16:creationId xmlns:a16="http://schemas.microsoft.com/office/drawing/2014/main" id="{8F8A4AAF-C340-41AC-A43F-4B15AB6A9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0" name="TextBox 20">
            <a:extLst>
              <a:ext uri="{FF2B5EF4-FFF2-40B4-BE49-F238E27FC236}">
                <a16:creationId xmlns:a16="http://schemas.microsoft.com/office/drawing/2014/main" id="{C925635F-855F-4F4A-AA81-D971DBDA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1" name="TextBox 21">
            <a:extLst>
              <a:ext uri="{FF2B5EF4-FFF2-40B4-BE49-F238E27FC236}">
                <a16:creationId xmlns:a16="http://schemas.microsoft.com/office/drawing/2014/main" id="{6A2A4E4F-C696-4A5B-9F52-9BAB4473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2" name="TextBox 22">
            <a:extLst>
              <a:ext uri="{FF2B5EF4-FFF2-40B4-BE49-F238E27FC236}">
                <a16:creationId xmlns:a16="http://schemas.microsoft.com/office/drawing/2014/main" id="{9588EB13-A8B2-405D-9280-E0D1FDFBD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3" name="Shape 23">
            <a:extLst>
              <a:ext uri="{FF2B5EF4-FFF2-40B4-BE49-F238E27FC236}">
                <a16:creationId xmlns:a16="http://schemas.microsoft.com/office/drawing/2014/main" id="{31391B6D-02F1-4822-999A-F87A58362A54}"/>
              </a:ext>
            </a:extLst>
          </p:cNvPr>
          <p:cNvCxnSpPr>
            <a:cxnSpLocks noChangeShapeType="1"/>
            <a:stCxn id="35845" idx="3"/>
            <a:endCxn id="35846" idx="3"/>
          </p:cNvCxnSpPr>
          <p:nvPr/>
        </p:nvCxnSpPr>
        <p:spPr bwMode="auto">
          <a:xfrm>
            <a:off x="5486400" y="2733480"/>
            <a:ext cx="304800" cy="301625"/>
          </a:xfrm>
          <a:prstGeom prst="curvedConnector3">
            <a:avLst>
              <a:gd name="adj1" fmla="val 1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hape 23">
            <a:extLst>
              <a:ext uri="{FF2B5EF4-FFF2-40B4-BE49-F238E27FC236}">
                <a16:creationId xmlns:a16="http://schemas.microsoft.com/office/drawing/2014/main" id="{A349B925-0739-4CE7-9C57-DFF3E97AAFE9}"/>
              </a:ext>
            </a:extLst>
          </p:cNvPr>
          <p:cNvCxnSpPr>
            <a:cxnSpLocks noChangeShapeType="1"/>
            <a:stCxn id="35851" idx="1"/>
            <a:endCxn id="35852" idx="1"/>
          </p:cNvCxnSpPr>
          <p:nvPr/>
        </p:nvCxnSpPr>
        <p:spPr bwMode="auto">
          <a:xfrm rot="10800000" flipH="1">
            <a:off x="7010400" y="2733480"/>
            <a:ext cx="304800" cy="304800"/>
          </a:xfrm>
          <a:prstGeom prst="curvedConnector3">
            <a:avLst>
              <a:gd name="adj1" fmla="val -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TextBox 35">
            <a:extLst>
              <a:ext uri="{FF2B5EF4-FFF2-40B4-BE49-F238E27FC236}">
                <a16:creationId xmlns:a16="http://schemas.microsoft.com/office/drawing/2014/main" id="{BEB1731E-6FCB-41F7-83F7-D69CD2A8C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2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6" name="TextBox 36">
            <a:extLst>
              <a:ext uri="{FF2B5EF4-FFF2-40B4-BE49-F238E27FC236}">
                <a16:creationId xmlns:a16="http://schemas.microsoft.com/office/drawing/2014/main" id="{5F13E047-D33E-4A69-BB04-01A3736CC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7" name="TextBox 37">
            <a:extLst>
              <a:ext uri="{FF2B5EF4-FFF2-40B4-BE49-F238E27FC236}">
                <a16:creationId xmlns:a16="http://schemas.microsoft.com/office/drawing/2014/main" id="{DCA722A7-F841-41A1-A806-D38D22584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8127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8" name="Shape 38">
            <a:extLst>
              <a:ext uri="{FF2B5EF4-FFF2-40B4-BE49-F238E27FC236}">
                <a16:creationId xmlns:a16="http://schemas.microsoft.com/office/drawing/2014/main" id="{308FE992-2F18-4908-85C0-5EB3216A5117}"/>
              </a:ext>
            </a:extLst>
          </p:cNvPr>
          <p:cNvCxnSpPr>
            <a:cxnSpLocks noChangeShapeType="1"/>
            <a:stCxn id="35856" idx="1"/>
            <a:endCxn id="35855" idx="1"/>
          </p:cNvCxnSpPr>
          <p:nvPr/>
        </p:nvCxnSpPr>
        <p:spPr bwMode="auto">
          <a:xfrm rot="10800000" flipH="1">
            <a:off x="1066800" y="2654105"/>
            <a:ext cx="457200" cy="384175"/>
          </a:xfrm>
          <a:prstGeom prst="curvedConnector3">
            <a:avLst>
              <a:gd name="adj1" fmla="val -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Arrow Connector 41">
            <a:extLst>
              <a:ext uri="{FF2B5EF4-FFF2-40B4-BE49-F238E27FC236}">
                <a16:creationId xmlns:a16="http://schemas.microsoft.com/office/drawing/2014/main" id="{5EB2AB24-27DD-4707-BEB9-C515896FB910}"/>
              </a:ext>
            </a:extLst>
          </p:cNvPr>
          <p:cNvCxnSpPr>
            <a:cxnSpLocks noChangeShapeType="1"/>
            <a:endCxn id="35860" idx="3"/>
          </p:cNvCxnSpPr>
          <p:nvPr/>
        </p:nvCxnSpPr>
        <p:spPr bwMode="auto">
          <a:xfrm flipH="1" flipV="1">
            <a:off x="1219200" y="750692"/>
            <a:ext cx="394196" cy="16808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0" name="TextBox 44">
            <a:extLst>
              <a:ext uri="{FF2B5EF4-FFF2-40B4-BE49-F238E27FC236}">
                <a16:creationId xmlns:a16="http://schemas.microsoft.com/office/drawing/2014/main" id="{C641F383-EC97-4555-B49A-372500256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6679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Times" panose="02020603050405020304" pitchFamily="18" charset="0"/>
              </a:rPr>
              <a:t>Decision Point</a:t>
            </a:r>
          </a:p>
        </p:txBody>
      </p:sp>
      <p:sp>
        <p:nvSpPr>
          <p:cNvPr id="35861" name="Rectangle 45">
            <a:extLst>
              <a:ext uri="{FF2B5EF4-FFF2-40B4-BE49-F238E27FC236}">
                <a16:creationId xmlns:a16="http://schemas.microsoft.com/office/drawing/2014/main" id="{62B95019-4302-495F-A1ED-78412DB33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1893692"/>
            <a:ext cx="3962400" cy="156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35862" name="Straight Connector 11">
            <a:extLst>
              <a:ext uri="{FF2B5EF4-FFF2-40B4-BE49-F238E27FC236}">
                <a16:creationId xmlns:a16="http://schemas.microsoft.com/office/drawing/2014/main" id="{4C29A5F9-4F47-4C8E-9BA0-BF20E21290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3" name="Title 1">
            <a:extLst>
              <a:ext uri="{FF2B5EF4-FFF2-40B4-BE49-F238E27FC236}">
                <a16:creationId xmlns:a16="http://schemas.microsoft.com/office/drawing/2014/main" id="{3268042D-DCB5-4F3C-AE17-8CE7C2295211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/>
              <a:t>T Flip-Flop (Timing Diagram)</a:t>
            </a:r>
          </a:p>
        </p:txBody>
      </p:sp>
      <p:pic>
        <p:nvPicPr>
          <p:cNvPr id="27" name="Picture 1" descr="Screen shot 2013-10-21 at 1.42.45 PM.png">
            <a:extLst>
              <a:ext uri="{FF2B5EF4-FFF2-40B4-BE49-F238E27FC236}">
                <a16:creationId xmlns:a16="http://schemas.microsoft.com/office/drawing/2014/main" id="{D0E285F1-0CE0-46A3-9E9B-D8A26AB50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4051104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11">
            <a:extLst>
              <a:ext uri="{FF2B5EF4-FFF2-40B4-BE49-F238E27FC236}">
                <a16:creationId xmlns:a16="http://schemas.microsoft.com/office/drawing/2014/main" id="{6259341F-38AA-4594-8088-F8DF7AA5BB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5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661432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 descr="Screen shot 2013-10-21 at 1.43.01 PM.png">
            <a:extLst>
              <a:ext uri="{FF2B5EF4-FFF2-40B4-BE49-F238E27FC236}">
                <a16:creationId xmlns:a16="http://schemas.microsoft.com/office/drawing/2014/main" id="{95BAB78C-1A04-41C7-98D5-87B6C97C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1692"/>
            <a:ext cx="91440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TextBox 125">
            <a:extLst>
              <a:ext uri="{FF2B5EF4-FFF2-40B4-BE49-F238E27FC236}">
                <a16:creationId xmlns:a16="http://schemas.microsoft.com/office/drawing/2014/main" id="{D00FA143-0A28-4074-B47F-CC38B3781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5844" name="TextBox 12">
            <a:extLst>
              <a:ext uri="{FF2B5EF4-FFF2-40B4-BE49-F238E27FC236}">
                <a16:creationId xmlns:a16="http://schemas.microsoft.com/office/drawing/2014/main" id="{8BF0A5D5-CA5F-468F-9A8D-20AC7B229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5" name="TextBox 13">
            <a:extLst>
              <a:ext uri="{FF2B5EF4-FFF2-40B4-BE49-F238E27FC236}">
                <a16:creationId xmlns:a16="http://schemas.microsoft.com/office/drawing/2014/main" id="{36B0AD57-88F3-4A2F-82CD-C51F4F455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6" name="TextBox 15">
            <a:extLst>
              <a:ext uri="{FF2B5EF4-FFF2-40B4-BE49-F238E27FC236}">
                <a16:creationId xmlns:a16="http://schemas.microsoft.com/office/drawing/2014/main" id="{7E801472-F048-4EA0-B3B3-3EDE68064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03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7" name="TextBox 17">
            <a:extLst>
              <a:ext uri="{FF2B5EF4-FFF2-40B4-BE49-F238E27FC236}">
                <a16:creationId xmlns:a16="http://schemas.microsoft.com/office/drawing/2014/main" id="{6DDBB0B8-2B47-47A2-9C03-22BB488A3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1175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8" name="TextBox 18">
            <a:extLst>
              <a:ext uri="{FF2B5EF4-FFF2-40B4-BE49-F238E27FC236}">
                <a16:creationId xmlns:a16="http://schemas.microsoft.com/office/drawing/2014/main" id="{55F8EA0B-7557-47EA-985B-43FF1B14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9" name="TextBox 19">
            <a:extLst>
              <a:ext uri="{FF2B5EF4-FFF2-40B4-BE49-F238E27FC236}">
                <a16:creationId xmlns:a16="http://schemas.microsoft.com/office/drawing/2014/main" id="{8F8A4AAF-C340-41AC-A43F-4B15AB6A9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0" name="TextBox 20">
            <a:extLst>
              <a:ext uri="{FF2B5EF4-FFF2-40B4-BE49-F238E27FC236}">
                <a16:creationId xmlns:a16="http://schemas.microsoft.com/office/drawing/2014/main" id="{C925635F-855F-4F4A-AA81-D971DBDA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1" name="TextBox 21">
            <a:extLst>
              <a:ext uri="{FF2B5EF4-FFF2-40B4-BE49-F238E27FC236}">
                <a16:creationId xmlns:a16="http://schemas.microsoft.com/office/drawing/2014/main" id="{6A2A4E4F-C696-4A5B-9F52-9BAB4473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2" name="TextBox 22">
            <a:extLst>
              <a:ext uri="{FF2B5EF4-FFF2-40B4-BE49-F238E27FC236}">
                <a16:creationId xmlns:a16="http://schemas.microsoft.com/office/drawing/2014/main" id="{9588EB13-A8B2-405D-9280-E0D1FDFBD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3" name="Shape 23">
            <a:extLst>
              <a:ext uri="{FF2B5EF4-FFF2-40B4-BE49-F238E27FC236}">
                <a16:creationId xmlns:a16="http://schemas.microsoft.com/office/drawing/2014/main" id="{31391B6D-02F1-4822-999A-F87A58362A54}"/>
              </a:ext>
            </a:extLst>
          </p:cNvPr>
          <p:cNvCxnSpPr>
            <a:cxnSpLocks noChangeShapeType="1"/>
            <a:stCxn id="35845" idx="3"/>
            <a:endCxn id="35846" idx="3"/>
          </p:cNvCxnSpPr>
          <p:nvPr/>
        </p:nvCxnSpPr>
        <p:spPr bwMode="auto">
          <a:xfrm>
            <a:off x="5486400" y="2733480"/>
            <a:ext cx="304800" cy="301625"/>
          </a:xfrm>
          <a:prstGeom prst="curvedConnector3">
            <a:avLst>
              <a:gd name="adj1" fmla="val 1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hape 23">
            <a:extLst>
              <a:ext uri="{FF2B5EF4-FFF2-40B4-BE49-F238E27FC236}">
                <a16:creationId xmlns:a16="http://schemas.microsoft.com/office/drawing/2014/main" id="{A349B925-0739-4CE7-9C57-DFF3E97AAFE9}"/>
              </a:ext>
            </a:extLst>
          </p:cNvPr>
          <p:cNvCxnSpPr>
            <a:cxnSpLocks noChangeShapeType="1"/>
            <a:stCxn id="35851" idx="1"/>
            <a:endCxn id="35852" idx="1"/>
          </p:cNvCxnSpPr>
          <p:nvPr/>
        </p:nvCxnSpPr>
        <p:spPr bwMode="auto">
          <a:xfrm rot="10800000" flipH="1">
            <a:off x="7010400" y="2733480"/>
            <a:ext cx="304800" cy="304800"/>
          </a:xfrm>
          <a:prstGeom prst="curvedConnector3">
            <a:avLst>
              <a:gd name="adj1" fmla="val -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TextBox 35">
            <a:extLst>
              <a:ext uri="{FF2B5EF4-FFF2-40B4-BE49-F238E27FC236}">
                <a16:creationId xmlns:a16="http://schemas.microsoft.com/office/drawing/2014/main" id="{BEB1731E-6FCB-41F7-83F7-D69CD2A8C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2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6" name="TextBox 36">
            <a:extLst>
              <a:ext uri="{FF2B5EF4-FFF2-40B4-BE49-F238E27FC236}">
                <a16:creationId xmlns:a16="http://schemas.microsoft.com/office/drawing/2014/main" id="{5F13E047-D33E-4A69-BB04-01A3736CC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7" name="TextBox 37">
            <a:extLst>
              <a:ext uri="{FF2B5EF4-FFF2-40B4-BE49-F238E27FC236}">
                <a16:creationId xmlns:a16="http://schemas.microsoft.com/office/drawing/2014/main" id="{DCA722A7-F841-41A1-A806-D38D22584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8127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8" name="Shape 38">
            <a:extLst>
              <a:ext uri="{FF2B5EF4-FFF2-40B4-BE49-F238E27FC236}">
                <a16:creationId xmlns:a16="http://schemas.microsoft.com/office/drawing/2014/main" id="{308FE992-2F18-4908-85C0-5EB3216A5117}"/>
              </a:ext>
            </a:extLst>
          </p:cNvPr>
          <p:cNvCxnSpPr>
            <a:cxnSpLocks noChangeShapeType="1"/>
            <a:stCxn id="35856" idx="1"/>
            <a:endCxn id="35855" idx="1"/>
          </p:cNvCxnSpPr>
          <p:nvPr/>
        </p:nvCxnSpPr>
        <p:spPr bwMode="auto">
          <a:xfrm rot="10800000" flipH="1">
            <a:off x="1066800" y="2654105"/>
            <a:ext cx="457200" cy="384175"/>
          </a:xfrm>
          <a:prstGeom prst="curvedConnector3">
            <a:avLst>
              <a:gd name="adj1" fmla="val -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Arrow Connector 41">
            <a:extLst>
              <a:ext uri="{FF2B5EF4-FFF2-40B4-BE49-F238E27FC236}">
                <a16:creationId xmlns:a16="http://schemas.microsoft.com/office/drawing/2014/main" id="{5EB2AB24-27DD-4707-BEB9-C515896FB910}"/>
              </a:ext>
            </a:extLst>
          </p:cNvPr>
          <p:cNvCxnSpPr>
            <a:cxnSpLocks noChangeShapeType="1"/>
            <a:endCxn id="35860" idx="3"/>
          </p:cNvCxnSpPr>
          <p:nvPr/>
        </p:nvCxnSpPr>
        <p:spPr bwMode="auto">
          <a:xfrm flipH="1" flipV="1">
            <a:off x="1219200" y="750692"/>
            <a:ext cx="394196" cy="16808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0" name="TextBox 44">
            <a:extLst>
              <a:ext uri="{FF2B5EF4-FFF2-40B4-BE49-F238E27FC236}">
                <a16:creationId xmlns:a16="http://schemas.microsoft.com/office/drawing/2014/main" id="{C641F383-EC97-4555-B49A-372500256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6679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Times" panose="02020603050405020304" pitchFamily="18" charset="0"/>
              </a:rPr>
              <a:t>Decision Point</a:t>
            </a:r>
          </a:p>
        </p:txBody>
      </p:sp>
      <p:sp>
        <p:nvSpPr>
          <p:cNvPr id="35861" name="Rectangle 45">
            <a:extLst>
              <a:ext uri="{FF2B5EF4-FFF2-40B4-BE49-F238E27FC236}">
                <a16:creationId xmlns:a16="http://schemas.microsoft.com/office/drawing/2014/main" id="{62B95019-4302-495F-A1ED-78412DB33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598" y="1893692"/>
            <a:ext cx="2057401" cy="1568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b="0">
              <a:latin typeface="Times" panose="02020603050405020304" pitchFamily="18" charset="0"/>
            </a:endParaRPr>
          </a:p>
        </p:txBody>
      </p:sp>
      <p:cxnSp>
        <p:nvCxnSpPr>
          <p:cNvPr id="35862" name="Straight Connector 11">
            <a:extLst>
              <a:ext uri="{FF2B5EF4-FFF2-40B4-BE49-F238E27FC236}">
                <a16:creationId xmlns:a16="http://schemas.microsoft.com/office/drawing/2014/main" id="{4C29A5F9-4F47-4C8E-9BA0-BF20E21290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3" name="Title 1">
            <a:extLst>
              <a:ext uri="{FF2B5EF4-FFF2-40B4-BE49-F238E27FC236}">
                <a16:creationId xmlns:a16="http://schemas.microsoft.com/office/drawing/2014/main" id="{3268042D-DCB5-4F3C-AE17-8CE7C2295211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/>
              <a:t>T Flip-Flop (Timing Diagram)</a:t>
            </a:r>
          </a:p>
        </p:txBody>
      </p:sp>
      <p:pic>
        <p:nvPicPr>
          <p:cNvPr id="27" name="Picture 1" descr="Screen shot 2013-10-21 at 1.42.45 PM.png">
            <a:extLst>
              <a:ext uri="{FF2B5EF4-FFF2-40B4-BE49-F238E27FC236}">
                <a16:creationId xmlns:a16="http://schemas.microsoft.com/office/drawing/2014/main" id="{D0E285F1-0CE0-46A3-9E9B-D8A26AB50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4051104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11">
            <a:extLst>
              <a:ext uri="{FF2B5EF4-FFF2-40B4-BE49-F238E27FC236}">
                <a16:creationId xmlns:a16="http://schemas.microsoft.com/office/drawing/2014/main" id="{6259341F-38AA-4594-8088-F8DF7AA5BB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5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11">
            <a:extLst>
              <a:ext uri="{FF2B5EF4-FFF2-40B4-BE49-F238E27FC236}">
                <a16:creationId xmlns:a16="http://schemas.microsoft.com/office/drawing/2014/main" id="{458AB140-8151-4B59-B115-C4611C04DC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10200" y="822130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26192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 descr="Screen shot 2013-10-21 at 1.43.01 PM.png">
            <a:extLst>
              <a:ext uri="{FF2B5EF4-FFF2-40B4-BE49-F238E27FC236}">
                <a16:creationId xmlns:a16="http://schemas.microsoft.com/office/drawing/2014/main" id="{95BAB78C-1A04-41C7-98D5-87B6C97C5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4704"/>
            <a:ext cx="91440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TextBox 125">
            <a:extLst>
              <a:ext uri="{FF2B5EF4-FFF2-40B4-BE49-F238E27FC236}">
                <a16:creationId xmlns:a16="http://schemas.microsoft.com/office/drawing/2014/main" id="{D00FA143-0A28-4074-B47F-CC38B3781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5844" name="TextBox 12">
            <a:extLst>
              <a:ext uri="{FF2B5EF4-FFF2-40B4-BE49-F238E27FC236}">
                <a16:creationId xmlns:a16="http://schemas.microsoft.com/office/drawing/2014/main" id="{8BF0A5D5-CA5F-468F-9A8D-20AC7B229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5" name="TextBox 13">
            <a:extLst>
              <a:ext uri="{FF2B5EF4-FFF2-40B4-BE49-F238E27FC236}">
                <a16:creationId xmlns:a16="http://schemas.microsoft.com/office/drawing/2014/main" id="{36B0AD57-88F3-4A2F-82CD-C51F4F455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6" name="TextBox 15">
            <a:extLst>
              <a:ext uri="{FF2B5EF4-FFF2-40B4-BE49-F238E27FC236}">
                <a16:creationId xmlns:a16="http://schemas.microsoft.com/office/drawing/2014/main" id="{7E801472-F048-4EA0-B3B3-3EDE68064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03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7" name="TextBox 17">
            <a:extLst>
              <a:ext uri="{FF2B5EF4-FFF2-40B4-BE49-F238E27FC236}">
                <a16:creationId xmlns:a16="http://schemas.microsoft.com/office/drawing/2014/main" id="{6DDBB0B8-2B47-47A2-9C03-22BB488A3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1175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48" name="TextBox 18">
            <a:extLst>
              <a:ext uri="{FF2B5EF4-FFF2-40B4-BE49-F238E27FC236}">
                <a16:creationId xmlns:a16="http://schemas.microsoft.com/office/drawing/2014/main" id="{55F8EA0B-7557-47EA-985B-43FF1B141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49" name="TextBox 19">
            <a:extLst>
              <a:ext uri="{FF2B5EF4-FFF2-40B4-BE49-F238E27FC236}">
                <a16:creationId xmlns:a16="http://schemas.microsoft.com/office/drawing/2014/main" id="{8F8A4AAF-C340-41AC-A43F-4B15AB6A9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0" name="TextBox 20">
            <a:extLst>
              <a:ext uri="{FF2B5EF4-FFF2-40B4-BE49-F238E27FC236}">
                <a16:creationId xmlns:a16="http://schemas.microsoft.com/office/drawing/2014/main" id="{C925635F-855F-4F4A-AA81-D971DBDA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8174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1" name="TextBox 21">
            <a:extLst>
              <a:ext uri="{FF2B5EF4-FFF2-40B4-BE49-F238E27FC236}">
                <a16:creationId xmlns:a16="http://schemas.microsoft.com/office/drawing/2014/main" id="{6A2A4E4F-C696-4A5B-9F52-9BAB4473C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2" name="TextBox 22">
            <a:extLst>
              <a:ext uri="{FF2B5EF4-FFF2-40B4-BE49-F238E27FC236}">
                <a16:creationId xmlns:a16="http://schemas.microsoft.com/office/drawing/2014/main" id="{9588EB13-A8B2-405D-9280-E0D1FDFBD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5032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3" name="Shape 23">
            <a:extLst>
              <a:ext uri="{FF2B5EF4-FFF2-40B4-BE49-F238E27FC236}">
                <a16:creationId xmlns:a16="http://schemas.microsoft.com/office/drawing/2014/main" id="{31391B6D-02F1-4822-999A-F87A58362A54}"/>
              </a:ext>
            </a:extLst>
          </p:cNvPr>
          <p:cNvCxnSpPr>
            <a:cxnSpLocks noChangeShapeType="1"/>
            <a:stCxn id="35845" idx="3"/>
            <a:endCxn id="35846" idx="3"/>
          </p:cNvCxnSpPr>
          <p:nvPr/>
        </p:nvCxnSpPr>
        <p:spPr bwMode="auto">
          <a:xfrm>
            <a:off x="5486400" y="2733480"/>
            <a:ext cx="304800" cy="301625"/>
          </a:xfrm>
          <a:prstGeom prst="curvedConnector3">
            <a:avLst>
              <a:gd name="adj1" fmla="val 1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hape 23">
            <a:extLst>
              <a:ext uri="{FF2B5EF4-FFF2-40B4-BE49-F238E27FC236}">
                <a16:creationId xmlns:a16="http://schemas.microsoft.com/office/drawing/2014/main" id="{A349B925-0739-4CE7-9C57-DFF3E97AAFE9}"/>
              </a:ext>
            </a:extLst>
          </p:cNvPr>
          <p:cNvCxnSpPr>
            <a:cxnSpLocks noChangeShapeType="1"/>
            <a:stCxn id="35851" idx="1"/>
            <a:endCxn id="35852" idx="1"/>
          </p:cNvCxnSpPr>
          <p:nvPr/>
        </p:nvCxnSpPr>
        <p:spPr bwMode="auto">
          <a:xfrm rot="10800000" flipH="1">
            <a:off x="7010400" y="2733480"/>
            <a:ext cx="304800" cy="304800"/>
          </a:xfrm>
          <a:prstGeom prst="curvedConnector3">
            <a:avLst>
              <a:gd name="adj1" fmla="val -75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55" name="TextBox 35">
            <a:extLst>
              <a:ext uri="{FF2B5EF4-FFF2-40B4-BE49-F238E27FC236}">
                <a16:creationId xmlns:a16="http://schemas.microsoft.com/office/drawing/2014/main" id="{BEB1731E-6FCB-41F7-83F7-D69CD2A8C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4223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00B050"/>
                </a:solidFill>
                <a:latin typeface="Times" panose="02020603050405020304" pitchFamily="18" charset="0"/>
              </a:rPr>
              <a:t>1</a:t>
            </a:r>
          </a:p>
        </p:txBody>
      </p:sp>
      <p:sp>
        <p:nvSpPr>
          <p:cNvPr id="35856" name="TextBox 36">
            <a:extLst>
              <a:ext uri="{FF2B5EF4-FFF2-40B4-BE49-F238E27FC236}">
                <a16:creationId xmlns:a16="http://schemas.microsoft.com/office/drawing/2014/main" id="{5F13E047-D33E-4A69-BB04-01A3736CC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08092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0000"/>
                </a:solidFill>
                <a:latin typeface="Times" panose="02020603050405020304" pitchFamily="18" charset="0"/>
              </a:rPr>
              <a:t>0</a:t>
            </a:r>
          </a:p>
        </p:txBody>
      </p:sp>
      <p:sp>
        <p:nvSpPr>
          <p:cNvPr id="35857" name="TextBox 37">
            <a:extLst>
              <a:ext uri="{FF2B5EF4-FFF2-40B4-BE49-F238E27FC236}">
                <a16:creationId xmlns:a16="http://schemas.microsoft.com/office/drawing/2014/main" id="{DCA722A7-F841-41A1-A806-D38D22584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812730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7030A0"/>
                </a:solidFill>
                <a:latin typeface="Times" panose="02020603050405020304" pitchFamily="18" charset="0"/>
              </a:rPr>
              <a:t>1</a:t>
            </a:r>
          </a:p>
        </p:txBody>
      </p:sp>
      <p:cxnSp>
        <p:nvCxnSpPr>
          <p:cNvPr id="35858" name="Shape 38">
            <a:extLst>
              <a:ext uri="{FF2B5EF4-FFF2-40B4-BE49-F238E27FC236}">
                <a16:creationId xmlns:a16="http://schemas.microsoft.com/office/drawing/2014/main" id="{308FE992-2F18-4908-85C0-5EB3216A5117}"/>
              </a:ext>
            </a:extLst>
          </p:cNvPr>
          <p:cNvCxnSpPr>
            <a:cxnSpLocks noChangeShapeType="1"/>
            <a:stCxn id="35856" idx="1"/>
            <a:endCxn id="35855" idx="1"/>
          </p:cNvCxnSpPr>
          <p:nvPr/>
        </p:nvCxnSpPr>
        <p:spPr bwMode="auto">
          <a:xfrm rot="10800000" flipH="1">
            <a:off x="1066800" y="2654105"/>
            <a:ext cx="457200" cy="384175"/>
          </a:xfrm>
          <a:prstGeom prst="curvedConnector3">
            <a:avLst>
              <a:gd name="adj1" fmla="val -50000"/>
            </a:avLst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Arrow Connector 41">
            <a:extLst>
              <a:ext uri="{FF2B5EF4-FFF2-40B4-BE49-F238E27FC236}">
                <a16:creationId xmlns:a16="http://schemas.microsoft.com/office/drawing/2014/main" id="{5EB2AB24-27DD-4707-BEB9-C515896FB910}"/>
              </a:ext>
            </a:extLst>
          </p:cNvPr>
          <p:cNvCxnSpPr>
            <a:cxnSpLocks noChangeShapeType="1"/>
            <a:endCxn id="35860" idx="3"/>
          </p:cNvCxnSpPr>
          <p:nvPr/>
        </p:nvCxnSpPr>
        <p:spPr bwMode="auto">
          <a:xfrm flipH="1" flipV="1">
            <a:off x="1219200" y="750692"/>
            <a:ext cx="394196" cy="16808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0" name="TextBox 44">
            <a:extLst>
              <a:ext uri="{FF2B5EF4-FFF2-40B4-BE49-F238E27FC236}">
                <a16:creationId xmlns:a16="http://schemas.microsoft.com/office/drawing/2014/main" id="{C641F383-EC97-4555-B49A-372500256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96679"/>
            <a:ext cx="1219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b="0" dirty="0">
                <a:latin typeface="Times" panose="02020603050405020304" pitchFamily="18" charset="0"/>
              </a:rPr>
              <a:t>Decision Point</a:t>
            </a:r>
          </a:p>
        </p:txBody>
      </p:sp>
      <p:cxnSp>
        <p:nvCxnSpPr>
          <p:cNvPr id="35862" name="Straight Connector 11">
            <a:extLst>
              <a:ext uri="{FF2B5EF4-FFF2-40B4-BE49-F238E27FC236}">
                <a16:creationId xmlns:a16="http://schemas.microsoft.com/office/drawing/2014/main" id="{4C29A5F9-4F47-4C8E-9BA0-BF20E212902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00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63" name="Title 1">
            <a:extLst>
              <a:ext uri="{FF2B5EF4-FFF2-40B4-BE49-F238E27FC236}">
                <a16:creationId xmlns:a16="http://schemas.microsoft.com/office/drawing/2014/main" id="{3268042D-DCB5-4F3C-AE17-8CE7C2295211}"/>
              </a:ext>
            </a:extLst>
          </p:cNvPr>
          <p:cNvSpPr txBox="1">
            <a:spLocks/>
          </p:cNvSpPr>
          <p:nvPr/>
        </p:nvSpPr>
        <p:spPr bwMode="auto">
          <a:xfrm>
            <a:off x="0" y="152400"/>
            <a:ext cx="91440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200" dirty="0"/>
              <a:t>T Flip-Flop (Timing Diagram)</a:t>
            </a:r>
          </a:p>
        </p:txBody>
      </p:sp>
      <p:pic>
        <p:nvPicPr>
          <p:cNvPr id="27" name="Picture 1" descr="Screen shot 2013-10-21 at 1.42.45 PM.png">
            <a:extLst>
              <a:ext uri="{FF2B5EF4-FFF2-40B4-BE49-F238E27FC236}">
                <a16:creationId xmlns:a16="http://schemas.microsoft.com/office/drawing/2014/main" id="{D0E285F1-0CE0-46A3-9E9B-D8A26AB50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" y="4051104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Straight Connector 11">
            <a:extLst>
              <a:ext uri="{FF2B5EF4-FFF2-40B4-BE49-F238E27FC236}">
                <a16:creationId xmlns:a16="http://schemas.microsoft.com/office/drawing/2014/main" id="{6259341F-38AA-4594-8088-F8DF7AA5BB4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05200" y="750692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11">
            <a:extLst>
              <a:ext uri="{FF2B5EF4-FFF2-40B4-BE49-F238E27FC236}">
                <a16:creationId xmlns:a16="http://schemas.microsoft.com/office/drawing/2014/main" id="{458AB140-8151-4B59-B115-C4611C04DCE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10200" y="822130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11">
            <a:extLst>
              <a:ext uri="{FF2B5EF4-FFF2-40B4-BE49-F238E27FC236}">
                <a16:creationId xmlns:a16="http://schemas.microsoft.com/office/drawing/2014/main" id="{32DBF263-E873-40A6-9EE6-6E42E540E70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09666" y="850704"/>
            <a:ext cx="0" cy="32004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22430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25">
            <a:extLst>
              <a:ext uri="{FF2B5EF4-FFF2-40B4-BE49-F238E27FC236}">
                <a16:creationId xmlns:a16="http://schemas.microsoft.com/office/drawing/2014/main" id="{07D52D82-60ED-4470-9244-04919DD8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sp>
        <p:nvSpPr>
          <p:cNvPr id="34819" name="Title 1">
            <a:extLst>
              <a:ext uri="{FF2B5EF4-FFF2-40B4-BE49-F238E27FC236}">
                <a16:creationId xmlns:a16="http://schemas.microsoft.com/office/drawing/2014/main" id="{7B8F27FB-A492-4675-B102-EB1E00512E99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solidFill>
                  <a:srgbClr val="FF0000"/>
                </a:solidFill>
              </a:rPr>
              <a:t>Negative-Edge-Triggered</a:t>
            </a:r>
            <a:r>
              <a:rPr lang="en-US" altLang="en-US" sz="2600" dirty="0"/>
              <a:t> T Flip-Flop (Timing Diagram)</a:t>
            </a:r>
          </a:p>
        </p:txBody>
      </p:sp>
      <p:pic>
        <p:nvPicPr>
          <p:cNvPr id="34820" name="Picture 1" descr="Screen shot 2013-10-21 at 1.42.45 PM.png">
            <a:extLst>
              <a:ext uri="{FF2B5EF4-FFF2-40B4-BE49-F238E27FC236}">
                <a16:creationId xmlns:a16="http://schemas.microsoft.com/office/drawing/2014/main" id="{928E55AE-2269-4369-B047-7A9D8AA0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 descr="Screen shot 2013-10-21 at 1.42.50 PM.png">
            <a:extLst>
              <a:ext uri="{FF2B5EF4-FFF2-40B4-BE49-F238E27FC236}">
                <a16:creationId xmlns:a16="http://schemas.microsoft.com/office/drawing/2014/main" id="{387B247E-366B-4C27-84E9-058DC8344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57" y="4117975"/>
            <a:ext cx="2143207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1C4931-6A17-48D6-B78A-F2B02170AD83}"/>
              </a:ext>
            </a:extLst>
          </p:cNvPr>
          <p:cNvGrpSpPr/>
          <p:nvPr/>
        </p:nvGrpSpPr>
        <p:grpSpPr>
          <a:xfrm>
            <a:off x="2286000" y="976846"/>
            <a:ext cx="6721474" cy="2147354"/>
            <a:chOff x="2362201" y="845576"/>
            <a:chExt cx="6721474" cy="214735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495BF36-BB5B-4D88-997A-C99FEB4A2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62201" y="845576"/>
              <a:ext cx="6705600" cy="2147354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A12C75E-62CD-49B6-8465-39448ED77657}"/>
                </a:ext>
              </a:extLst>
            </p:cNvPr>
            <p:cNvSpPr/>
            <p:nvPr/>
          </p:nvSpPr>
          <p:spPr>
            <a:xfrm>
              <a:off x="3429000" y="2057400"/>
              <a:ext cx="5654675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A52FB15-9600-47AF-8707-31FDC53D1920}"/>
                  </a:ext>
                </a:extLst>
              </p14:cNvPr>
              <p14:cNvContentPartPr/>
              <p14:nvPr/>
            </p14:nvContentPartPr>
            <p14:xfrm>
              <a:off x="2975400" y="899280"/>
              <a:ext cx="6107400" cy="4649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A52FB15-9600-47AF-8707-31FDC53D19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6040" y="889920"/>
                <a:ext cx="6126120" cy="466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60264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25">
            <a:extLst>
              <a:ext uri="{FF2B5EF4-FFF2-40B4-BE49-F238E27FC236}">
                <a16:creationId xmlns:a16="http://schemas.microsoft.com/office/drawing/2014/main" id="{07D52D82-60ED-4470-9244-04919DD8D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5.15d from the textbook ]</a:t>
            </a:r>
          </a:p>
        </p:txBody>
      </p:sp>
      <p:pic>
        <p:nvPicPr>
          <p:cNvPr id="34820" name="Picture 1" descr="Screen shot 2013-10-21 at 1.42.45 PM.png">
            <a:extLst>
              <a:ext uri="{FF2B5EF4-FFF2-40B4-BE49-F238E27FC236}">
                <a16:creationId xmlns:a16="http://schemas.microsoft.com/office/drawing/2014/main" id="{928E55AE-2269-4369-B047-7A9D8AA0B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0"/>
            <a:ext cx="5335588" cy="259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 descr="Screen shot 2013-10-21 at 1.42.50 PM.png">
            <a:extLst>
              <a:ext uri="{FF2B5EF4-FFF2-40B4-BE49-F238E27FC236}">
                <a16:creationId xmlns:a16="http://schemas.microsoft.com/office/drawing/2014/main" id="{387B247E-366B-4C27-84E9-058DC8344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757" y="4117975"/>
            <a:ext cx="2143207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95BF36-BB5B-4D88-997A-C99FEB4A2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1" y="997976"/>
            <a:ext cx="6705600" cy="2147354"/>
          </a:xfrm>
          <a:prstGeom prst="rect">
            <a:avLst/>
          </a:prstGeom>
        </p:spPr>
      </p:pic>
      <p:cxnSp>
        <p:nvCxnSpPr>
          <p:cNvPr id="9" name="Straight Connector 11">
            <a:extLst>
              <a:ext uri="{FF2B5EF4-FFF2-40B4-BE49-F238E27FC236}">
                <a16:creationId xmlns:a16="http://schemas.microsoft.com/office/drawing/2014/main" id="{52A007F1-28BC-492F-A0FE-234F211EAE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9144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A913ED43-7084-451C-93EA-AD768ABC72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76800" y="9144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D71563-2BE6-4B5B-9942-1809D099600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24600" y="8382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45A84-2712-43A8-95CA-F653B332003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72400" y="838200"/>
            <a:ext cx="0" cy="2144908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2413AB-3194-48C1-900A-870051C0E3E3}"/>
              </a:ext>
            </a:extLst>
          </p:cNvPr>
          <p:cNvSpPr txBox="1"/>
          <p:nvPr/>
        </p:nvSpPr>
        <p:spPr>
          <a:xfrm flipH="1">
            <a:off x="3413126" y="767143"/>
            <a:ext cx="4861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  <a:r>
              <a:rPr lang="en-US" baseline="-25000" dirty="0"/>
              <a:t>1                        </a:t>
            </a:r>
            <a:r>
              <a:rPr lang="en-US" dirty="0"/>
              <a:t>t</a:t>
            </a:r>
            <a:r>
              <a:rPr lang="en-US" baseline="-25000" dirty="0"/>
              <a:t>2</a:t>
            </a:r>
            <a:r>
              <a:rPr lang="en-US" dirty="0"/>
              <a:t>                 t</a:t>
            </a:r>
            <a:r>
              <a:rPr lang="en-US" baseline="-25000" dirty="0"/>
              <a:t>3                        </a:t>
            </a:r>
            <a:r>
              <a:rPr lang="en-US" dirty="0"/>
              <a:t>t</a:t>
            </a:r>
            <a:r>
              <a:rPr lang="en-US" baseline="-25000" dirty="0"/>
              <a:t>4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B93C9A-A77A-4444-B5FA-7FA822F35E90}"/>
              </a:ext>
            </a:extLst>
          </p:cNvPr>
          <p:cNvSpPr/>
          <p:nvPr/>
        </p:nvSpPr>
        <p:spPr>
          <a:xfrm>
            <a:off x="3413125" y="2188670"/>
            <a:ext cx="5654675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FF690DE-0D92-4D88-ACFB-3CBA255882E2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solidFill>
                  <a:srgbClr val="FF0000"/>
                </a:solidFill>
              </a:rPr>
              <a:t>Negative-Edge-Triggered</a:t>
            </a:r>
            <a:r>
              <a:rPr lang="en-US" altLang="en-US" sz="2600" dirty="0"/>
              <a:t> T Flip-Flop (Timing Diagram)</a:t>
            </a:r>
          </a:p>
        </p:txBody>
      </p:sp>
    </p:spTree>
    <p:extLst>
      <p:ext uri="{BB962C8B-B14F-4D97-AF65-F5344CB8AC3E}">
        <p14:creationId xmlns:p14="http://schemas.microsoft.com/office/powerpoint/2010/main" val="1109798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3">
            <a:extLst>
              <a:ext uri="{FF2B5EF4-FFF2-40B4-BE49-F238E27FC236}">
                <a16:creationId xmlns:a16="http://schemas.microsoft.com/office/drawing/2014/main" id="{D941CCE2-7DD9-4909-AEEE-5ACBB4DC6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JK Flip-Flop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3B0ED7-4BB3-4540-A25E-0BB39D1643F9}"/>
                  </a:ext>
                </a:extLst>
              </p14:cNvPr>
              <p14:cNvContentPartPr/>
              <p14:nvPr/>
            </p14:nvContentPartPr>
            <p14:xfrm>
              <a:off x="6068160" y="480240"/>
              <a:ext cx="3004920" cy="231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3B0ED7-4BB3-4540-A25E-0BB39D1643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800" y="470880"/>
                <a:ext cx="3023640" cy="233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Box 125">
            <a:extLst>
              <a:ext uri="{FF2B5EF4-FFF2-40B4-BE49-F238E27FC236}">
                <a16:creationId xmlns:a16="http://schemas.microsoft.com/office/drawing/2014/main" id="{6B151614-50CD-43BF-BDF8-69A835087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5.16a from the textbook ]</a:t>
            </a:r>
          </a:p>
        </p:txBody>
      </p:sp>
      <p:sp>
        <p:nvSpPr>
          <p:cNvPr id="72706" name="Title 1">
            <a:extLst>
              <a:ext uri="{FF2B5EF4-FFF2-40B4-BE49-F238E27FC236}">
                <a16:creationId xmlns:a16="http://schemas.microsoft.com/office/drawing/2014/main" id="{1B35F4EB-6010-4D99-B510-443E5351BE1D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/>
              <a:t>JK Flip-Flop</a:t>
            </a:r>
          </a:p>
        </p:txBody>
      </p:sp>
      <p:pic>
        <p:nvPicPr>
          <p:cNvPr id="72707" name="Picture 1" descr="Screen shot 2013-11-01 at 3.58.00 PM.png">
            <a:extLst>
              <a:ext uri="{FF2B5EF4-FFF2-40B4-BE49-F238E27FC236}">
                <a16:creationId xmlns:a16="http://schemas.microsoft.com/office/drawing/2014/main" id="{A8D67B42-E22E-4E05-BF04-D90526C42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762000"/>
            <a:ext cx="759460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708" name="Group 5">
            <a:extLst>
              <a:ext uri="{FF2B5EF4-FFF2-40B4-BE49-F238E27FC236}">
                <a16:creationId xmlns:a16="http://schemas.microsoft.com/office/drawing/2014/main" id="{C7469826-E7B6-48F2-AB7E-3F9B5C2D95C8}"/>
              </a:ext>
            </a:extLst>
          </p:cNvPr>
          <p:cNvGrpSpPr>
            <a:grpSpLocks/>
          </p:cNvGrpSpPr>
          <p:nvPr/>
        </p:nvGrpSpPr>
        <p:grpSpPr bwMode="auto">
          <a:xfrm>
            <a:off x="4068762" y="4718050"/>
            <a:ext cx="2403475" cy="584200"/>
            <a:chOff x="3426307" y="5816024"/>
            <a:chExt cx="2403022" cy="584776"/>
          </a:xfrm>
        </p:grpSpPr>
        <p:sp>
          <p:nvSpPr>
            <p:cNvPr id="72709" name="TextBox 8">
              <a:extLst>
                <a:ext uri="{FF2B5EF4-FFF2-40B4-BE49-F238E27FC236}">
                  <a16:creationId xmlns:a16="http://schemas.microsoft.com/office/drawing/2014/main" id="{EC5296F1-DC99-428D-8A71-B9281AA35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307" y="5816024"/>
              <a:ext cx="2403022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3200" b="0" dirty="0">
                  <a:latin typeface="Times" panose="02020603050405020304" pitchFamily="18" charset="0"/>
                </a:rPr>
                <a:t>D = JQ + KQ</a:t>
              </a:r>
            </a:p>
          </p:txBody>
        </p:sp>
        <p:cxnSp>
          <p:nvCxnSpPr>
            <p:cNvPr id="72710" name="Straight Connector 7">
              <a:extLst>
                <a:ext uri="{FF2B5EF4-FFF2-40B4-BE49-F238E27FC236}">
                  <a16:creationId xmlns:a16="http://schemas.microsoft.com/office/drawing/2014/main" id="{B219AB02-06B6-4077-B1F0-A8689877AD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57994" y="5844627"/>
              <a:ext cx="3809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711" name="Straight Connector 8">
              <a:extLst>
                <a:ext uri="{FF2B5EF4-FFF2-40B4-BE49-F238E27FC236}">
                  <a16:creationId xmlns:a16="http://schemas.microsoft.com/office/drawing/2014/main" id="{C6D2BE20-46F6-470F-A8D6-FDC0A2C55C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65886" y="5839860"/>
              <a:ext cx="3825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B73EE2-8852-4862-AC2B-CADC24CD1D19}"/>
                  </a:ext>
                </a:extLst>
              </p14:cNvPr>
              <p14:cNvContentPartPr/>
              <p14:nvPr/>
            </p14:nvContentPartPr>
            <p14:xfrm>
              <a:off x="7661520" y="174240"/>
              <a:ext cx="805320" cy="63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B73EE2-8852-4862-AC2B-CADC24CD1D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52160" y="164880"/>
                <a:ext cx="824040" cy="65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Box 125">
            <a:extLst>
              <a:ext uri="{FF2B5EF4-FFF2-40B4-BE49-F238E27FC236}">
                <a16:creationId xmlns:a16="http://schemas.microsoft.com/office/drawing/2014/main" id="{9B2B3B4B-2B53-4B5F-AC97-E4A0C9E26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0">
                <a:latin typeface="Times" panose="02020603050405020304" pitchFamily="18" charset="0"/>
              </a:rPr>
              <a:t>[ Figure 5.16 from the textbook ]</a:t>
            </a:r>
          </a:p>
        </p:txBody>
      </p:sp>
      <p:sp>
        <p:nvSpPr>
          <p:cNvPr id="73730" name="Title 1">
            <a:extLst>
              <a:ext uri="{FF2B5EF4-FFF2-40B4-BE49-F238E27FC236}">
                <a16:creationId xmlns:a16="http://schemas.microsoft.com/office/drawing/2014/main" id="{54E61630-DC38-4061-9D95-3A0EC8FB59BE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/>
              <a:t>JK Flip-Flop</a:t>
            </a:r>
          </a:p>
        </p:txBody>
      </p:sp>
      <p:grpSp>
        <p:nvGrpSpPr>
          <p:cNvPr id="73731" name="Group 115">
            <a:extLst>
              <a:ext uri="{FF2B5EF4-FFF2-40B4-BE49-F238E27FC236}">
                <a16:creationId xmlns:a16="http://schemas.microsoft.com/office/drawing/2014/main" id="{8C4B5061-5890-4D0D-BE6E-400305E5D7B7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762000"/>
            <a:ext cx="6324599" cy="5638800"/>
            <a:chOff x="1154" y="434"/>
            <a:chExt cx="3557" cy="3129"/>
          </a:xfrm>
        </p:grpSpPr>
        <p:sp>
          <p:nvSpPr>
            <p:cNvPr id="73732" name="Rectangle 59">
              <a:extLst>
                <a:ext uri="{FF2B5EF4-FFF2-40B4-BE49-F238E27FC236}">
                  <a16:creationId xmlns:a16="http://schemas.microsoft.com/office/drawing/2014/main" id="{432C09E3-CB62-4810-88AE-474071447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" y="2541"/>
              <a:ext cx="414" cy="64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3733" name="Rectangle 61">
              <a:extLst>
                <a:ext uri="{FF2B5EF4-FFF2-40B4-BE49-F238E27FC236}">
                  <a16:creationId xmlns:a16="http://schemas.microsoft.com/office/drawing/2014/main" id="{60C1C3D6-5D85-4CCE-98D9-BD8468B3C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" y="2552"/>
              <a:ext cx="5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J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34" name="Rectangle 62">
              <a:extLst>
                <a:ext uri="{FF2B5EF4-FFF2-40B4-BE49-F238E27FC236}">
                  <a16:creationId xmlns:a16="http://schemas.microsoft.com/office/drawing/2014/main" id="{0B400374-9AB3-4C03-ABA3-5FA3E105B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" y="2552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35" name="Freeform 64">
              <a:extLst>
                <a:ext uri="{FF2B5EF4-FFF2-40B4-BE49-F238E27FC236}">
                  <a16:creationId xmlns:a16="http://schemas.microsoft.com/office/drawing/2014/main" id="{D98EFFD1-429A-4EC0-952A-BCB3B61A5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2828"/>
              <a:ext cx="81" cy="81"/>
            </a:xfrm>
            <a:custGeom>
              <a:avLst/>
              <a:gdLst>
                <a:gd name="T0" fmla="*/ 0 w 403"/>
                <a:gd name="T1" fmla="*/ 0 h 403"/>
                <a:gd name="T2" fmla="*/ 0 w 403"/>
                <a:gd name="T3" fmla="*/ 0 h 403"/>
                <a:gd name="T4" fmla="*/ 0 w 403"/>
                <a:gd name="T5" fmla="*/ 0 h 403"/>
                <a:gd name="T6" fmla="*/ 0 60000 65536"/>
                <a:gd name="T7" fmla="*/ 0 60000 65536"/>
                <a:gd name="T8" fmla="*/ 0 60000 65536"/>
                <a:gd name="T9" fmla="*/ 0 w 403"/>
                <a:gd name="T10" fmla="*/ 0 h 403"/>
                <a:gd name="T11" fmla="*/ 403 w 403"/>
                <a:gd name="T12" fmla="*/ 403 h 4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" h="403">
                  <a:moveTo>
                    <a:pt x="0" y="403"/>
                  </a:moveTo>
                  <a:lnTo>
                    <a:pt x="403" y="173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6" name="Line 65">
              <a:extLst>
                <a:ext uri="{FF2B5EF4-FFF2-40B4-BE49-F238E27FC236}">
                  <a16:creationId xmlns:a16="http://schemas.microsoft.com/office/drawing/2014/main" id="{CD330F25-F158-478C-A8C5-B3AEFDCF97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73" y="2503"/>
              <a:ext cx="8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7" name="Line 66">
              <a:extLst>
                <a:ext uri="{FF2B5EF4-FFF2-40B4-BE49-F238E27FC236}">
                  <a16:creationId xmlns:a16="http://schemas.microsoft.com/office/drawing/2014/main" id="{828CF13E-74BF-4F31-91DC-B72D56E4F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1" y="2285"/>
              <a:ext cx="1" cy="102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Rectangle 67">
              <a:extLst>
                <a:ext uri="{FF2B5EF4-FFF2-40B4-BE49-F238E27FC236}">
                  <a16:creationId xmlns:a16="http://schemas.microsoft.com/office/drawing/2014/main" id="{352E0F37-7DCD-423F-8CC4-E88762799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2968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39" name="Rectangle 68">
              <a:extLst>
                <a:ext uri="{FF2B5EF4-FFF2-40B4-BE49-F238E27FC236}">
                  <a16:creationId xmlns:a16="http://schemas.microsoft.com/office/drawing/2014/main" id="{56DDB3BC-5088-4A10-B974-86D50464C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5" y="2285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 dirty="0">
                  <a:solidFill>
                    <a:srgbClr val="000000"/>
                  </a:solidFill>
                  <a:latin typeface="Times" panose="02020603050405020304" pitchFamily="18" charset="0"/>
                </a:rPr>
                <a:t>K</a:t>
              </a:r>
              <a:endParaRPr lang="en-US" altLang="en-US" sz="1800" b="0" dirty="0">
                <a:latin typeface="Times" panose="02020603050405020304" pitchFamily="18" charset="0"/>
              </a:endParaRPr>
            </a:p>
          </p:txBody>
        </p:sp>
        <p:sp>
          <p:nvSpPr>
            <p:cNvPr id="73740" name="Rectangle 69">
              <a:extLst>
                <a:ext uri="{FF2B5EF4-FFF2-40B4-BE49-F238E27FC236}">
                  <a16:creationId xmlns:a16="http://schemas.microsoft.com/office/drawing/2014/main" id="{BFED56F3-33EE-4E13-B8D6-714308B50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" y="250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1" name="Rectangle 70">
              <a:extLst>
                <a:ext uri="{FF2B5EF4-FFF2-40B4-BE49-F238E27FC236}">
                  <a16:creationId xmlns:a16="http://schemas.microsoft.com/office/drawing/2014/main" id="{C5A15683-ABD8-4C51-ABEA-CD7E23C4B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68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2" name="Rectangle 71">
              <a:extLst>
                <a:ext uri="{FF2B5EF4-FFF2-40B4-BE49-F238E27FC236}">
                  <a16:creationId xmlns:a16="http://schemas.microsoft.com/office/drawing/2014/main" id="{DD1DB306-4438-454F-BA5C-C21501D1F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4" y="2281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3" name="Rectangle 72">
              <a:extLst>
                <a:ext uri="{FF2B5EF4-FFF2-40B4-BE49-F238E27FC236}">
                  <a16:creationId xmlns:a16="http://schemas.microsoft.com/office/drawing/2014/main" id="{AEC4FF37-78DF-4D12-AC0C-F2D61EB1D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3" y="2281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4" name="Rectangle 73">
              <a:extLst>
                <a:ext uri="{FF2B5EF4-FFF2-40B4-BE49-F238E27FC236}">
                  <a16:creationId xmlns:a16="http://schemas.microsoft.com/office/drawing/2014/main" id="{8E955D91-AD00-49CF-AC0C-B842ECDFA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4" y="228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5" name="Rectangle 74">
              <a:extLst>
                <a:ext uri="{FF2B5EF4-FFF2-40B4-BE49-F238E27FC236}">
                  <a16:creationId xmlns:a16="http://schemas.microsoft.com/office/drawing/2014/main" id="{1EF9A3F0-DAA2-47B3-AED7-A60950E39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2281"/>
              <a:ext cx="7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+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6" name="Rectangle 75">
              <a:extLst>
                <a:ext uri="{FF2B5EF4-FFF2-40B4-BE49-F238E27FC236}">
                  <a16:creationId xmlns:a16="http://schemas.microsoft.com/office/drawing/2014/main" id="{49E76845-8103-4033-A358-8DAACA71E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0" y="2281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Symbol" panose="05050102010706020507" pitchFamily="18" charset="2"/>
                </a:rPr>
                <a:t>(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7" name="Rectangle 76">
              <a:extLst>
                <a:ext uri="{FF2B5EF4-FFF2-40B4-BE49-F238E27FC236}">
                  <a16:creationId xmlns:a16="http://schemas.microsoft.com/office/drawing/2014/main" id="{75DD17C3-45CD-483A-8AEF-D8C5B9AFB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5" y="2281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Symbol" panose="05050102010706020507" pitchFamily="18" charset="2"/>
                </a:rPr>
                <a:t>)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48" name="Rectangle 77">
              <a:extLst>
                <a:ext uri="{FF2B5EF4-FFF2-40B4-BE49-F238E27FC236}">
                  <a16:creationId xmlns:a16="http://schemas.microsoft.com/office/drawing/2014/main" id="{0BF80693-7D11-4358-8BF8-936192D8F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2510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 dirty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 dirty="0">
                <a:latin typeface="Times" panose="02020603050405020304" pitchFamily="18" charset="0"/>
              </a:endParaRPr>
            </a:p>
          </p:txBody>
        </p:sp>
        <p:sp>
          <p:nvSpPr>
            <p:cNvPr id="73749" name="Rectangle 78">
              <a:extLst>
                <a:ext uri="{FF2B5EF4-FFF2-40B4-BE49-F238E27FC236}">
                  <a16:creationId xmlns:a16="http://schemas.microsoft.com/office/drawing/2014/main" id="{E8DDE806-22E9-4B5C-A868-E0F74D5BA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9" y="2510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50" name="Rectangle 79">
              <a:extLst>
                <a:ext uri="{FF2B5EF4-FFF2-40B4-BE49-F238E27FC236}">
                  <a16:creationId xmlns:a16="http://schemas.microsoft.com/office/drawing/2014/main" id="{1A2D887A-178E-41DF-A1A4-EF0FDC63A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0" y="2510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Symbol" panose="05050102010706020507" pitchFamily="18" charset="2"/>
                </a:rPr>
                <a:t>(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51" name="Rectangle 80">
              <a:extLst>
                <a:ext uri="{FF2B5EF4-FFF2-40B4-BE49-F238E27FC236}">
                  <a16:creationId xmlns:a16="http://schemas.microsoft.com/office/drawing/2014/main" id="{57284F7F-E577-4020-924E-C3D0752A2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9" y="2510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Symbol" panose="05050102010706020507" pitchFamily="18" charset="2"/>
                </a:rPr>
                <a:t>)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52" name="Line 81">
              <a:extLst>
                <a:ext uri="{FF2B5EF4-FFF2-40B4-BE49-F238E27FC236}">
                  <a16:creationId xmlns:a16="http://schemas.microsoft.com/office/drawing/2014/main" id="{B90FE66E-BA18-48D9-9631-1297CFBFFF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4" y="2656"/>
              <a:ext cx="2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3" name="Line 82">
              <a:extLst>
                <a:ext uri="{FF2B5EF4-FFF2-40B4-BE49-F238E27FC236}">
                  <a16:creationId xmlns:a16="http://schemas.microsoft.com/office/drawing/2014/main" id="{2C3D0DDA-DD3A-45F2-926C-F1A393424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4" y="3071"/>
              <a:ext cx="24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4" name="Line 83">
              <a:extLst>
                <a:ext uri="{FF2B5EF4-FFF2-40B4-BE49-F238E27FC236}">
                  <a16:creationId xmlns:a16="http://schemas.microsoft.com/office/drawing/2014/main" id="{6D7C901F-A235-47D8-B485-F4EE40C73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8" y="2656"/>
              <a:ext cx="2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5" name="Line 84">
              <a:extLst>
                <a:ext uri="{FF2B5EF4-FFF2-40B4-BE49-F238E27FC236}">
                  <a16:creationId xmlns:a16="http://schemas.microsoft.com/office/drawing/2014/main" id="{C81A7C2C-D273-4033-A138-3A6AC862DA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88" y="3069"/>
              <a:ext cx="2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6" name="Rectangle 85">
              <a:extLst>
                <a:ext uri="{FF2B5EF4-FFF2-40B4-BE49-F238E27FC236}">
                  <a16:creationId xmlns:a16="http://schemas.microsoft.com/office/drawing/2014/main" id="{67617F6F-7DE0-4AC5-BF6C-2992D7F35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269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57" name="Rectangle 86">
              <a:extLst>
                <a:ext uri="{FF2B5EF4-FFF2-40B4-BE49-F238E27FC236}">
                  <a16:creationId xmlns:a16="http://schemas.microsoft.com/office/drawing/2014/main" id="{0301CA84-7E17-45AC-976B-FB18CFEBF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1" y="3390"/>
              <a:ext cx="9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(b) Truth table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58" name="Rectangle 89">
              <a:extLst>
                <a:ext uri="{FF2B5EF4-FFF2-40B4-BE49-F238E27FC236}">
                  <a16:creationId xmlns:a16="http://schemas.microsoft.com/office/drawing/2014/main" id="{7EDA8A07-4C10-4A48-980E-EA1426087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9" y="3390"/>
              <a:ext cx="132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(c) Graphical symbol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59" name="Rectangle 91">
              <a:extLst>
                <a:ext uri="{FF2B5EF4-FFF2-40B4-BE49-F238E27FC236}">
                  <a16:creationId xmlns:a16="http://schemas.microsoft.com/office/drawing/2014/main" id="{A753233D-7EDB-4736-8CD7-E70F79BFE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" y="2285"/>
              <a:ext cx="5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J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0" name="Rectangle 92">
              <a:extLst>
                <a:ext uri="{FF2B5EF4-FFF2-40B4-BE49-F238E27FC236}">
                  <a16:creationId xmlns:a16="http://schemas.microsoft.com/office/drawing/2014/main" id="{6E5B647B-D240-4F15-80F6-3B0EB544B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2508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1" name="Rectangle 93">
              <a:extLst>
                <a:ext uri="{FF2B5EF4-FFF2-40B4-BE49-F238E27FC236}">
                  <a16:creationId xmlns:a16="http://schemas.microsoft.com/office/drawing/2014/main" id="{DF258C49-F2C0-4030-BF11-CE93B60B7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2689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2" name="Rectangle 94">
              <a:extLst>
                <a:ext uri="{FF2B5EF4-FFF2-40B4-BE49-F238E27FC236}">
                  <a16:creationId xmlns:a16="http://schemas.microsoft.com/office/drawing/2014/main" id="{2443D6C2-058C-4361-BBB7-62B218A89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288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0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3" name="Rectangle 95">
              <a:extLst>
                <a:ext uri="{FF2B5EF4-FFF2-40B4-BE49-F238E27FC236}">
                  <a16:creationId xmlns:a16="http://schemas.microsoft.com/office/drawing/2014/main" id="{B9A10948-0B83-456B-B1FB-728C3499B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288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4" name="Rectangle 96">
              <a:extLst>
                <a:ext uri="{FF2B5EF4-FFF2-40B4-BE49-F238E27FC236}">
                  <a16:creationId xmlns:a16="http://schemas.microsoft.com/office/drawing/2014/main" id="{3C4396DD-21AC-4F27-AA3B-65E7F30D6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2883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5" name="Rectangle 97">
              <a:extLst>
                <a:ext uri="{FF2B5EF4-FFF2-40B4-BE49-F238E27FC236}">
                  <a16:creationId xmlns:a16="http://schemas.microsoft.com/office/drawing/2014/main" id="{CBBCE2ED-EA14-46E2-BF4B-9A57DB359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6" y="308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6" name="Rectangle 98">
              <a:extLst>
                <a:ext uri="{FF2B5EF4-FFF2-40B4-BE49-F238E27FC236}">
                  <a16:creationId xmlns:a16="http://schemas.microsoft.com/office/drawing/2014/main" id="{E24FA819-5AC3-45C7-A75D-F64390A3C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3085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7" name="Rectangle 99">
              <a:extLst>
                <a:ext uri="{FF2B5EF4-FFF2-40B4-BE49-F238E27FC236}">
                  <a16:creationId xmlns:a16="http://schemas.microsoft.com/office/drawing/2014/main" id="{B4813157-B056-41BA-A51C-2248E9279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" y="3085"/>
              <a:ext cx="3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t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8" name="Rectangle 100">
              <a:extLst>
                <a:ext uri="{FF2B5EF4-FFF2-40B4-BE49-F238E27FC236}">
                  <a16:creationId xmlns:a16="http://schemas.microsoft.com/office/drawing/2014/main" id="{D463D186-8385-4A95-8C4F-CD4900403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085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Symbol" panose="05050102010706020507" pitchFamily="18" charset="2"/>
                </a:rPr>
                <a:t>(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69" name="Rectangle 102">
              <a:extLst>
                <a:ext uri="{FF2B5EF4-FFF2-40B4-BE49-F238E27FC236}">
                  <a16:creationId xmlns:a16="http://schemas.microsoft.com/office/drawing/2014/main" id="{3FEF6477-5DAC-4513-B513-F93B00A31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7" y="3085"/>
              <a:ext cx="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  <a:latin typeface="Symbol" panose="05050102010706020507" pitchFamily="18" charset="2"/>
                </a:rPr>
                <a:t>)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70" name="Rectangle 103">
              <a:extLst>
                <a:ext uri="{FF2B5EF4-FFF2-40B4-BE49-F238E27FC236}">
                  <a16:creationId xmlns:a16="http://schemas.microsoft.com/office/drawing/2014/main" id="{7E0CE866-BF19-4AF7-ACDB-E9DE8998F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3084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1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71" name="Line 104">
              <a:extLst>
                <a:ext uri="{FF2B5EF4-FFF2-40B4-BE49-F238E27FC236}">
                  <a16:creationId xmlns:a16="http://schemas.microsoft.com/office/drawing/2014/main" id="{1B069CD5-AED6-4534-987E-5FA797706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8" y="2863"/>
              <a:ext cx="24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2" name="Rectangle 105">
              <a:extLst>
                <a:ext uri="{FF2B5EF4-FFF2-40B4-BE49-F238E27FC236}">
                  <a16:creationId xmlns:a16="http://schemas.microsoft.com/office/drawing/2014/main" id="{AB66906B-06B6-46E2-82FE-C8242CAC3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9" y="2968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73" name="Rectangle 8">
              <a:extLst>
                <a:ext uri="{FF2B5EF4-FFF2-40B4-BE49-F238E27FC236}">
                  <a16:creationId xmlns:a16="http://schemas.microsoft.com/office/drawing/2014/main" id="{77FD2605-FB07-4B03-B0B2-C32F1F8BC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" y="917"/>
              <a:ext cx="414" cy="65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3774" name="Rectangle 9">
              <a:extLst>
                <a:ext uri="{FF2B5EF4-FFF2-40B4-BE49-F238E27FC236}">
                  <a16:creationId xmlns:a16="http://schemas.microsoft.com/office/drawing/2014/main" id="{A4A0FEBA-D230-430D-A004-93A6AD351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942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75" name="Rectangle 10">
              <a:extLst>
                <a:ext uri="{FF2B5EF4-FFF2-40B4-BE49-F238E27FC236}">
                  <a16:creationId xmlns:a16="http://schemas.microsoft.com/office/drawing/2014/main" id="{722A7F2C-89E8-44DC-92A8-6C7728F2F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" y="938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776" name="Freeform 12">
              <a:extLst>
                <a:ext uri="{FF2B5EF4-FFF2-40B4-BE49-F238E27FC236}">
                  <a16:creationId xmlns:a16="http://schemas.microsoft.com/office/drawing/2014/main" id="{054382E3-974E-41A0-B819-4AC844A4D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0" y="1366"/>
              <a:ext cx="81" cy="81"/>
            </a:xfrm>
            <a:custGeom>
              <a:avLst/>
              <a:gdLst>
                <a:gd name="T0" fmla="*/ 0 w 403"/>
                <a:gd name="T1" fmla="*/ 0 h 402"/>
                <a:gd name="T2" fmla="*/ 0 w 403"/>
                <a:gd name="T3" fmla="*/ 0 h 402"/>
                <a:gd name="T4" fmla="*/ 0 w 403"/>
                <a:gd name="T5" fmla="*/ 0 h 402"/>
                <a:gd name="T6" fmla="*/ 0 60000 65536"/>
                <a:gd name="T7" fmla="*/ 0 60000 65536"/>
                <a:gd name="T8" fmla="*/ 0 60000 65536"/>
                <a:gd name="T9" fmla="*/ 0 w 403"/>
                <a:gd name="T10" fmla="*/ 0 h 402"/>
                <a:gd name="T11" fmla="*/ 403 w 403"/>
                <a:gd name="T12" fmla="*/ 402 h 4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" h="402">
                  <a:moveTo>
                    <a:pt x="0" y="402"/>
                  </a:moveTo>
                  <a:lnTo>
                    <a:pt x="403" y="23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7" name="Freeform 15">
              <a:extLst>
                <a:ext uri="{FF2B5EF4-FFF2-40B4-BE49-F238E27FC236}">
                  <a16:creationId xmlns:a16="http://schemas.microsoft.com/office/drawing/2014/main" id="{27B0F06E-A591-47AD-B1BD-3556B09DE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067"/>
              <a:ext cx="22" cy="34"/>
            </a:xfrm>
            <a:custGeom>
              <a:avLst/>
              <a:gdLst>
                <a:gd name="T0" fmla="*/ 0 w 114"/>
                <a:gd name="T1" fmla="*/ 0 h 172"/>
                <a:gd name="T2" fmla="*/ 0 w 114"/>
                <a:gd name="T3" fmla="*/ 0 h 172"/>
                <a:gd name="T4" fmla="*/ 0 w 114"/>
                <a:gd name="T5" fmla="*/ 0 h 172"/>
                <a:gd name="T6" fmla="*/ 0 w 114"/>
                <a:gd name="T7" fmla="*/ 0 h 172"/>
                <a:gd name="T8" fmla="*/ 0 w 114"/>
                <a:gd name="T9" fmla="*/ 0 h 172"/>
                <a:gd name="T10" fmla="*/ 0 w 114"/>
                <a:gd name="T11" fmla="*/ 0 h 172"/>
                <a:gd name="T12" fmla="*/ 0 w 114"/>
                <a:gd name="T13" fmla="*/ 0 h 172"/>
                <a:gd name="T14" fmla="*/ 0 w 114"/>
                <a:gd name="T15" fmla="*/ 0 h 172"/>
                <a:gd name="T16" fmla="*/ 0 w 114"/>
                <a:gd name="T17" fmla="*/ 0 h 172"/>
                <a:gd name="T18" fmla="*/ 0 w 114"/>
                <a:gd name="T19" fmla="*/ 0 h 172"/>
                <a:gd name="T20" fmla="*/ 0 w 114"/>
                <a:gd name="T21" fmla="*/ 0 h 172"/>
                <a:gd name="T22" fmla="*/ 0 w 114"/>
                <a:gd name="T23" fmla="*/ 0 h 172"/>
                <a:gd name="T24" fmla="*/ 0 w 114"/>
                <a:gd name="T25" fmla="*/ 0 h 172"/>
                <a:gd name="T26" fmla="*/ 0 w 114"/>
                <a:gd name="T27" fmla="*/ 0 h 172"/>
                <a:gd name="T28" fmla="*/ 0 w 114"/>
                <a:gd name="T29" fmla="*/ 0 h 172"/>
                <a:gd name="T30" fmla="*/ 0 w 114"/>
                <a:gd name="T31" fmla="*/ 0 h 172"/>
                <a:gd name="T32" fmla="*/ 0 w 114"/>
                <a:gd name="T33" fmla="*/ 0 h 172"/>
                <a:gd name="T34" fmla="*/ 0 w 114"/>
                <a:gd name="T35" fmla="*/ 0 h 172"/>
                <a:gd name="T36" fmla="*/ 0 w 114"/>
                <a:gd name="T37" fmla="*/ 0 h 172"/>
                <a:gd name="T38" fmla="*/ 0 w 114"/>
                <a:gd name="T39" fmla="*/ 0 h 172"/>
                <a:gd name="T40" fmla="*/ 0 w 114"/>
                <a:gd name="T41" fmla="*/ 0 h 172"/>
                <a:gd name="T42" fmla="*/ 0 w 114"/>
                <a:gd name="T43" fmla="*/ 0 h 172"/>
                <a:gd name="T44" fmla="*/ 0 w 114"/>
                <a:gd name="T45" fmla="*/ 0 h 172"/>
                <a:gd name="T46" fmla="*/ 0 w 114"/>
                <a:gd name="T47" fmla="*/ 0 h 172"/>
                <a:gd name="T48" fmla="*/ 0 w 114"/>
                <a:gd name="T49" fmla="*/ 0 h 172"/>
                <a:gd name="T50" fmla="*/ 0 w 114"/>
                <a:gd name="T51" fmla="*/ 0 h 172"/>
                <a:gd name="T52" fmla="*/ 0 w 114"/>
                <a:gd name="T53" fmla="*/ 0 h 172"/>
                <a:gd name="T54" fmla="*/ 0 w 114"/>
                <a:gd name="T55" fmla="*/ 0 h 172"/>
                <a:gd name="T56" fmla="*/ 0 w 114"/>
                <a:gd name="T57" fmla="*/ 0 h 172"/>
                <a:gd name="T58" fmla="*/ 0 w 114"/>
                <a:gd name="T59" fmla="*/ 0 h 172"/>
                <a:gd name="T60" fmla="*/ 0 w 114"/>
                <a:gd name="T61" fmla="*/ 0 h 172"/>
                <a:gd name="T62" fmla="*/ 0 w 114"/>
                <a:gd name="T63" fmla="*/ 0 h 172"/>
                <a:gd name="T64" fmla="*/ 0 w 114"/>
                <a:gd name="T65" fmla="*/ 0 h 172"/>
                <a:gd name="T66" fmla="*/ 0 w 114"/>
                <a:gd name="T67" fmla="*/ 0 h 172"/>
                <a:gd name="T68" fmla="*/ 0 w 114"/>
                <a:gd name="T69" fmla="*/ 0 h 172"/>
                <a:gd name="T70" fmla="*/ 0 w 114"/>
                <a:gd name="T71" fmla="*/ 0 h 172"/>
                <a:gd name="T72" fmla="*/ 0 w 114"/>
                <a:gd name="T73" fmla="*/ 0 h 172"/>
                <a:gd name="T74" fmla="*/ 0 w 114"/>
                <a:gd name="T75" fmla="*/ 0 h 172"/>
                <a:gd name="T76" fmla="*/ 0 w 114"/>
                <a:gd name="T77" fmla="*/ 0 h 172"/>
                <a:gd name="T78" fmla="*/ 0 w 114"/>
                <a:gd name="T79" fmla="*/ 0 h 172"/>
                <a:gd name="T80" fmla="*/ 0 w 114"/>
                <a:gd name="T81" fmla="*/ 0 h 172"/>
                <a:gd name="T82" fmla="*/ 0 w 114"/>
                <a:gd name="T83" fmla="*/ 0 h 172"/>
                <a:gd name="T84" fmla="*/ 0 w 114"/>
                <a:gd name="T85" fmla="*/ 0 h 172"/>
                <a:gd name="T86" fmla="*/ 0 w 114"/>
                <a:gd name="T87" fmla="*/ 0 h 172"/>
                <a:gd name="T88" fmla="*/ 0 w 114"/>
                <a:gd name="T89" fmla="*/ 0 h 172"/>
                <a:gd name="T90" fmla="*/ 0 w 114"/>
                <a:gd name="T91" fmla="*/ 0 h 172"/>
                <a:gd name="T92" fmla="*/ 0 w 114"/>
                <a:gd name="T93" fmla="*/ 0 h 172"/>
                <a:gd name="T94" fmla="*/ 0 w 114"/>
                <a:gd name="T95" fmla="*/ 0 h 172"/>
                <a:gd name="T96" fmla="*/ 0 w 114"/>
                <a:gd name="T97" fmla="*/ 0 h 172"/>
                <a:gd name="T98" fmla="*/ 0 w 114"/>
                <a:gd name="T99" fmla="*/ 0 h 172"/>
                <a:gd name="T100" fmla="*/ 0 w 114"/>
                <a:gd name="T101" fmla="*/ 0 h 172"/>
                <a:gd name="T102" fmla="*/ 0 w 114"/>
                <a:gd name="T103" fmla="*/ 0 h 172"/>
                <a:gd name="T104" fmla="*/ 0 w 114"/>
                <a:gd name="T105" fmla="*/ 0 h 172"/>
                <a:gd name="T106" fmla="*/ 0 w 114"/>
                <a:gd name="T107" fmla="*/ 0 h 172"/>
                <a:gd name="T108" fmla="*/ 0 w 114"/>
                <a:gd name="T109" fmla="*/ 0 h 172"/>
                <a:gd name="T110" fmla="*/ 0 w 114"/>
                <a:gd name="T111" fmla="*/ 0 h 1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4"/>
                <a:gd name="T169" fmla="*/ 0 h 172"/>
                <a:gd name="T170" fmla="*/ 114 w 114"/>
                <a:gd name="T171" fmla="*/ 172 h 1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4" h="172">
                  <a:moveTo>
                    <a:pt x="0" y="103"/>
                  </a:moveTo>
                  <a:lnTo>
                    <a:pt x="0" y="7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1" y="59"/>
                  </a:lnTo>
                  <a:lnTo>
                    <a:pt x="1" y="55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6" y="40"/>
                  </a:lnTo>
                  <a:lnTo>
                    <a:pt x="8" y="36"/>
                  </a:lnTo>
                  <a:lnTo>
                    <a:pt x="9" y="33"/>
                  </a:lnTo>
                  <a:lnTo>
                    <a:pt x="11" y="31"/>
                  </a:lnTo>
                  <a:lnTo>
                    <a:pt x="13" y="28"/>
                  </a:lnTo>
                  <a:lnTo>
                    <a:pt x="16" y="26"/>
                  </a:lnTo>
                  <a:lnTo>
                    <a:pt x="18" y="23"/>
                  </a:lnTo>
                  <a:lnTo>
                    <a:pt x="20" y="21"/>
                  </a:lnTo>
                  <a:lnTo>
                    <a:pt x="22" y="19"/>
                  </a:lnTo>
                  <a:lnTo>
                    <a:pt x="24" y="16"/>
                  </a:lnTo>
                  <a:lnTo>
                    <a:pt x="27" y="13"/>
                  </a:lnTo>
                  <a:lnTo>
                    <a:pt x="29" y="11"/>
                  </a:lnTo>
                  <a:lnTo>
                    <a:pt x="33" y="10"/>
                  </a:lnTo>
                  <a:lnTo>
                    <a:pt x="37" y="8"/>
                  </a:lnTo>
                  <a:lnTo>
                    <a:pt x="39" y="7"/>
                  </a:lnTo>
                  <a:lnTo>
                    <a:pt x="42" y="5"/>
                  </a:lnTo>
                  <a:lnTo>
                    <a:pt x="45" y="4"/>
                  </a:lnTo>
                  <a:lnTo>
                    <a:pt x="48" y="3"/>
                  </a:lnTo>
                  <a:lnTo>
                    <a:pt x="51" y="2"/>
                  </a:lnTo>
                  <a:lnTo>
                    <a:pt x="55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45" y="0"/>
                  </a:lnTo>
                  <a:lnTo>
                    <a:pt x="48" y="0"/>
                  </a:lnTo>
                  <a:lnTo>
                    <a:pt x="52" y="1"/>
                  </a:lnTo>
                  <a:lnTo>
                    <a:pt x="56" y="1"/>
                  </a:lnTo>
                  <a:lnTo>
                    <a:pt x="59" y="2"/>
                  </a:lnTo>
                  <a:lnTo>
                    <a:pt x="62" y="2"/>
                  </a:lnTo>
                  <a:lnTo>
                    <a:pt x="65" y="3"/>
                  </a:lnTo>
                  <a:lnTo>
                    <a:pt x="68" y="4"/>
                  </a:lnTo>
                  <a:lnTo>
                    <a:pt x="71" y="5"/>
                  </a:lnTo>
                  <a:lnTo>
                    <a:pt x="75" y="7"/>
                  </a:lnTo>
                  <a:lnTo>
                    <a:pt x="79" y="8"/>
                  </a:lnTo>
                  <a:lnTo>
                    <a:pt x="81" y="10"/>
                  </a:lnTo>
                  <a:lnTo>
                    <a:pt x="84" y="11"/>
                  </a:lnTo>
                  <a:lnTo>
                    <a:pt x="87" y="13"/>
                  </a:lnTo>
                  <a:lnTo>
                    <a:pt x="89" y="16"/>
                  </a:lnTo>
                  <a:lnTo>
                    <a:pt x="91" y="19"/>
                  </a:lnTo>
                  <a:lnTo>
                    <a:pt x="95" y="21"/>
                  </a:lnTo>
                  <a:lnTo>
                    <a:pt x="97" y="23"/>
                  </a:lnTo>
                  <a:lnTo>
                    <a:pt x="99" y="26"/>
                  </a:lnTo>
                  <a:lnTo>
                    <a:pt x="101" y="28"/>
                  </a:lnTo>
                  <a:lnTo>
                    <a:pt x="102" y="31"/>
                  </a:lnTo>
                  <a:lnTo>
                    <a:pt x="104" y="33"/>
                  </a:lnTo>
                  <a:lnTo>
                    <a:pt x="106" y="36"/>
                  </a:lnTo>
                  <a:lnTo>
                    <a:pt x="107" y="40"/>
                  </a:lnTo>
                  <a:lnTo>
                    <a:pt x="108" y="43"/>
                  </a:lnTo>
                  <a:lnTo>
                    <a:pt x="110" y="46"/>
                  </a:lnTo>
                  <a:lnTo>
                    <a:pt x="112" y="49"/>
                  </a:lnTo>
                  <a:lnTo>
                    <a:pt x="112" y="52"/>
                  </a:lnTo>
                  <a:lnTo>
                    <a:pt x="113" y="55"/>
                  </a:lnTo>
                  <a:lnTo>
                    <a:pt x="114" y="59"/>
                  </a:lnTo>
                  <a:lnTo>
                    <a:pt x="114" y="63"/>
                  </a:lnTo>
                  <a:lnTo>
                    <a:pt x="114" y="66"/>
                  </a:lnTo>
                  <a:lnTo>
                    <a:pt x="114" y="70"/>
                  </a:lnTo>
                  <a:lnTo>
                    <a:pt x="114" y="103"/>
                  </a:lnTo>
                  <a:lnTo>
                    <a:pt x="114" y="107"/>
                  </a:lnTo>
                  <a:lnTo>
                    <a:pt x="114" y="110"/>
                  </a:lnTo>
                  <a:lnTo>
                    <a:pt x="114" y="114"/>
                  </a:lnTo>
                  <a:lnTo>
                    <a:pt x="113" y="118"/>
                  </a:lnTo>
                  <a:lnTo>
                    <a:pt x="112" y="121"/>
                  </a:lnTo>
                  <a:lnTo>
                    <a:pt x="112" y="124"/>
                  </a:lnTo>
                  <a:lnTo>
                    <a:pt x="110" y="127"/>
                  </a:lnTo>
                  <a:lnTo>
                    <a:pt x="108" y="130"/>
                  </a:lnTo>
                  <a:lnTo>
                    <a:pt x="107" y="133"/>
                  </a:lnTo>
                  <a:lnTo>
                    <a:pt x="106" y="136"/>
                  </a:lnTo>
                  <a:lnTo>
                    <a:pt x="104" y="139"/>
                  </a:lnTo>
                  <a:lnTo>
                    <a:pt x="102" y="142"/>
                  </a:lnTo>
                  <a:lnTo>
                    <a:pt x="101" y="144"/>
                  </a:lnTo>
                  <a:lnTo>
                    <a:pt x="99" y="147"/>
                  </a:lnTo>
                  <a:lnTo>
                    <a:pt x="97" y="149"/>
                  </a:lnTo>
                  <a:lnTo>
                    <a:pt x="95" y="152"/>
                  </a:lnTo>
                  <a:lnTo>
                    <a:pt x="91" y="155"/>
                  </a:lnTo>
                  <a:lnTo>
                    <a:pt x="89" y="158"/>
                  </a:lnTo>
                  <a:lnTo>
                    <a:pt x="87" y="159"/>
                  </a:lnTo>
                  <a:lnTo>
                    <a:pt x="84" y="161"/>
                  </a:lnTo>
                  <a:lnTo>
                    <a:pt x="81" y="163"/>
                  </a:lnTo>
                  <a:lnTo>
                    <a:pt x="79" y="164"/>
                  </a:lnTo>
                  <a:lnTo>
                    <a:pt x="75" y="166"/>
                  </a:lnTo>
                  <a:lnTo>
                    <a:pt x="71" y="167"/>
                  </a:lnTo>
                  <a:lnTo>
                    <a:pt x="68" y="168"/>
                  </a:lnTo>
                  <a:lnTo>
                    <a:pt x="65" y="169"/>
                  </a:lnTo>
                  <a:lnTo>
                    <a:pt x="62" y="170"/>
                  </a:lnTo>
                  <a:lnTo>
                    <a:pt x="59" y="171"/>
                  </a:lnTo>
                  <a:lnTo>
                    <a:pt x="56" y="172"/>
                  </a:lnTo>
                  <a:lnTo>
                    <a:pt x="52" y="172"/>
                  </a:lnTo>
                  <a:lnTo>
                    <a:pt x="48" y="172"/>
                  </a:lnTo>
                  <a:lnTo>
                    <a:pt x="45" y="172"/>
                  </a:lnTo>
                  <a:lnTo>
                    <a:pt x="68" y="172"/>
                  </a:lnTo>
                  <a:lnTo>
                    <a:pt x="65" y="172"/>
                  </a:lnTo>
                  <a:lnTo>
                    <a:pt x="62" y="172"/>
                  </a:lnTo>
                  <a:lnTo>
                    <a:pt x="59" y="172"/>
                  </a:lnTo>
                  <a:lnTo>
                    <a:pt x="55" y="171"/>
                  </a:lnTo>
                  <a:lnTo>
                    <a:pt x="51" y="170"/>
                  </a:lnTo>
                  <a:lnTo>
                    <a:pt x="48" y="169"/>
                  </a:lnTo>
                  <a:lnTo>
                    <a:pt x="45" y="168"/>
                  </a:lnTo>
                  <a:lnTo>
                    <a:pt x="42" y="167"/>
                  </a:lnTo>
                  <a:lnTo>
                    <a:pt x="39" y="166"/>
                  </a:lnTo>
                  <a:lnTo>
                    <a:pt x="37" y="164"/>
                  </a:lnTo>
                  <a:lnTo>
                    <a:pt x="33" y="163"/>
                  </a:lnTo>
                  <a:lnTo>
                    <a:pt x="29" y="161"/>
                  </a:lnTo>
                  <a:lnTo>
                    <a:pt x="27" y="159"/>
                  </a:lnTo>
                  <a:lnTo>
                    <a:pt x="24" y="158"/>
                  </a:lnTo>
                  <a:lnTo>
                    <a:pt x="22" y="155"/>
                  </a:lnTo>
                  <a:lnTo>
                    <a:pt x="20" y="152"/>
                  </a:lnTo>
                  <a:lnTo>
                    <a:pt x="18" y="149"/>
                  </a:lnTo>
                  <a:lnTo>
                    <a:pt x="16" y="147"/>
                  </a:lnTo>
                  <a:lnTo>
                    <a:pt x="13" y="144"/>
                  </a:lnTo>
                  <a:lnTo>
                    <a:pt x="11" y="142"/>
                  </a:lnTo>
                  <a:lnTo>
                    <a:pt x="9" y="139"/>
                  </a:lnTo>
                  <a:lnTo>
                    <a:pt x="8" y="136"/>
                  </a:lnTo>
                  <a:lnTo>
                    <a:pt x="6" y="133"/>
                  </a:lnTo>
                  <a:lnTo>
                    <a:pt x="5" y="130"/>
                  </a:lnTo>
                  <a:lnTo>
                    <a:pt x="4" y="127"/>
                  </a:lnTo>
                  <a:lnTo>
                    <a:pt x="3" y="124"/>
                  </a:lnTo>
                  <a:lnTo>
                    <a:pt x="2" y="121"/>
                  </a:lnTo>
                  <a:lnTo>
                    <a:pt x="1" y="118"/>
                  </a:lnTo>
                  <a:lnTo>
                    <a:pt x="1" y="114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778" name="Line 17">
              <a:extLst>
                <a:ext uri="{FF2B5EF4-FFF2-40B4-BE49-F238E27FC236}">
                  <a16:creationId xmlns:a16="http://schemas.microsoft.com/office/drawing/2014/main" id="{EA0A27A0-234A-4822-8B24-0D873773B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998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9" name="Line 18">
              <a:extLst>
                <a:ext uri="{FF2B5EF4-FFF2-40B4-BE49-F238E27FC236}">
                  <a16:creationId xmlns:a16="http://schemas.microsoft.com/office/drawing/2014/main" id="{37D02BB2-E7CC-425B-92FF-DFFC6AAA8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1171"/>
              <a:ext cx="17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0" name="Freeform 20">
              <a:extLst>
                <a:ext uri="{FF2B5EF4-FFF2-40B4-BE49-F238E27FC236}">
                  <a16:creationId xmlns:a16="http://schemas.microsoft.com/office/drawing/2014/main" id="{B8EBFB6A-7348-4AAE-B5C9-C0E19BFF2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946"/>
              <a:ext cx="344" cy="137"/>
            </a:xfrm>
            <a:custGeom>
              <a:avLst/>
              <a:gdLst>
                <a:gd name="T0" fmla="*/ 0 w 1719"/>
                <a:gd name="T1" fmla="*/ 0 h 685"/>
                <a:gd name="T2" fmla="*/ 0 w 1719"/>
                <a:gd name="T3" fmla="*/ 0 h 685"/>
                <a:gd name="T4" fmla="*/ 0 w 1719"/>
                <a:gd name="T5" fmla="*/ 0 h 685"/>
                <a:gd name="T6" fmla="*/ 0 w 1719"/>
                <a:gd name="T7" fmla="*/ 0 h 685"/>
                <a:gd name="T8" fmla="*/ 0 w 1719"/>
                <a:gd name="T9" fmla="*/ 0 h 685"/>
                <a:gd name="T10" fmla="*/ 0 w 1719"/>
                <a:gd name="T11" fmla="*/ 0 h 685"/>
                <a:gd name="T12" fmla="*/ 0 w 1719"/>
                <a:gd name="T13" fmla="*/ 0 h 685"/>
                <a:gd name="T14" fmla="*/ 0 w 1719"/>
                <a:gd name="T15" fmla="*/ 0 h 685"/>
                <a:gd name="T16" fmla="*/ 0 w 1719"/>
                <a:gd name="T17" fmla="*/ 0 h 685"/>
                <a:gd name="T18" fmla="*/ 0 w 1719"/>
                <a:gd name="T19" fmla="*/ 0 h 685"/>
                <a:gd name="T20" fmla="*/ 0 w 1719"/>
                <a:gd name="T21" fmla="*/ 0 h 685"/>
                <a:gd name="T22" fmla="*/ 0 w 1719"/>
                <a:gd name="T23" fmla="*/ 0 h 685"/>
                <a:gd name="T24" fmla="*/ 0 w 1719"/>
                <a:gd name="T25" fmla="*/ 0 h 685"/>
                <a:gd name="T26" fmla="*/ 0 w 1719"/>
                <a:gd name="T27" fmla="*/ 0 h 685"/>
                <a:gd name="T28" fmla="*/ 0 w 1719"/>
                <a:gd name="T29" fmla="*/ 0 h 685"/>
                <a:gd name="T30" fmla="*/ 0 w 1719"/>
                <a:gd name="T31" fmla="*/ 0 h 685"/>
                <a:gd name="T32" fmla="*/ 0 w 1719"/>
                <a:gd name="T33" fmla="*/ 0 h 685"/>
                <a:gd name="T34" fmla="*/ 0 w 1719"/>
                <a:gd name="T35" fmla="*/ 0 h 685"/>
                <a:gd name="T36" fmla="*/ 0 w 1719"/>
                <a:gd name="T37" fmla="*/ 0 h 685"/>
                <a:gd name="T38" fmla="*/ 0 w 1719"/>
                <a:gd name="T39" fmla="*/ 0 h 685"/>
                <a:gd name="T40" fmla="*/ 0 w 1719"/>
                <a:gd name="T41" fmla="*/ 0 h 685"/>
                <a:gd name="T42" fmla="*/ 0 w 1719"/>
                <a:gd name="T43" fmla="*/ 0 h 685"/>
                <a:gd name="T44" fmla="*/ 0 w 1719"/>
                <a:gd name="T45" fmla="*/ 0 h 685"/>
                <a:gd name="T46" fmla="*/ 0 w 1719"/>
                <a:gd name="T47" fmla="*/ 0 h 685"/>
                <a:gd name="T48" fmla="*/ 0 w 1719"/>
                <a:gd name="T49" fmla="*/ 0 h 685"/>
                <a:gd name="T50" fmla="*/ 0 w 1719"/>
                <a:gd name="T51" fmla="*/ 0 h 685"/>
                <a:gd name="T52" fmla="*/ 0 w 1719"/>
                <a:gd name="T53" fmla="*/ 0 h 685"/>
                <a:gd name="T54" fmla="*/ 0 w 1719"/>
                <a:gd name="T55" fmla="*/ 0 h 685"/>
                <a:gd name="T56" fmla="*/ 0 w 1719"/>
                <a:gd name="T57" fmla="*/ 0 h 685"/>
                <a:gd name="T58" fmla="*/ 0 w 1719"/>
                <a:gd name="T59" fmla="*/ 0 h 685"/>
                <a:gd name="T60" fmla="*/ 0 w 1719"/>
                <a:gd name="T61" fmla="*/ 0 h 685"/>
                <a:gd name="T62" fmla="*/ 0 w 1719"/>
                <a:gd name="T63" fmla="*/ 0 h 685"/>
                <a:gd name="T64" fmla="*/ 0 w 1719"/>
                <a:gd name="T65" fmla="*/ 0 h 685"/>
                <a:gd name="T66" fmla="*/ 0 w 1719"/>
                <a:gd name="T67" fmla="*/ 0 h 685"/>
                <a:gd name="T68" fmla="*/ 0 w 1719"/>
                <a:gd name="T69" fmla="*/ 0 h 685"/>
                <a:gd name="T70" fmla="*/ 0 w 1719"/>
                <a:gd name="T71" fmla="*/ 0 h 685"/>
                <a:gd name="T72" fmla="*/ 0 w 1719"/>
                <a:gd name="T73" fmla="*/ 0 h 685"/>
                <a:gd name="T74" fmla="*/ 0 w 1719"/>
                <a:gd name="T75" fmla="*/ 0 h 685"/>
                <a:gd name="T76" fmla="*/ 0 w 1719"/>
                <a:gd name="T77" fmla="*/ 0 h 685"/>
                <a:gd name="T78" fmla="*/ 0 w 1719"/>
                <a:gd name="T79" fmla="*/ 0 h 685"/>
                <a:gd name="T80" fmla="*/ 0 w 1719"/>
                <a:gd name="T81" fmla="*/ 0 h 685"/>
                <a:gd name="T82" fmla="*/ 0 w 1719"/>
                <a:gd name="T83" fmla="*/ 0 h 685"/>
                <a:gd name="T84" fmla="*/ 0 w 1719"/>
                <a:gd name="T85" fmla="*/ 0 h 685"/>
                <a:gd name="T86" fmla="*/ 0 w 1719"/>
                <a:gd name="T87" fmla="*/ 0 h 685"/>
                <a:gd name="T88" fmla="*/ 0 w 1719"/>
                <a:gd name="T89" fmla="*/ 0 h 685"/>
                <a:gd name="T90" fmla="*/ 0 w 1719"/>
                <a:gd name="T91" fmla="*/ 0 h 685"/>
                <a:gd name="T92" fmla="*/ 0 w 1719"/>
                <a:gd name="T93" fmla="*/ 0 h 685"/>
                <a:gd name="T94" fmla="*/ 0 w 1719"/>
                <a:gd name="T95" fmla="*/ 0 h 685"/>
                <a:gd name="T96" fmla="*/ 0 w 1719"/>
                <a:gd name="T97" fmla="*/ 0 h 685"/>
                <a:gd name="T98" fmla="*/ 0 w 1719"/>
                <a:gd name="T99" fmla="*/ 0 h 685"/>
                <a:gd name="T100" fmla="*/ 0 w 1719"/>
                <a:gd name="T101" fmla="*/ 0 h 685"/>
                <a:gd name="T102" fmla="*/ 0 w 1719"/>
                <a:gd name="T103" fmla="*/ 0 h 685"/>
                <a:gd name="T104" fmla="*/ 0 w 1719"/>
                <a:gd name="T105" fmla="*/ 0 h 685"/>
                <a:gd name="T106" fmla="*/ 0 w 1719"/>
                <a:gd name="T107" fmla="*/ 0 h 685"/>
                <a:gd name="T108" fmla="*/ 0 w 1719"/>
                <a:gd name="T109" fmla="*/ 0 h 685"/>
                <a:gd name="T110" fmla="*/ 0 w 1719"/>
                <a:gd name="T111" fmla="*/ 0 h 685"/>
                <a:gd name="T112" fmla="*/ 0 w 1719"/>
                <a:gd name="T113" fmla="*/ 0 h 685"/>
                <a:gd name="T114" fmla="*/ 0 w 1719"/>
                <a:gd name="T115" fmla="*/ 0 h 685"/>
                <a:gd name="T116" fmla="*/ 0 w 1719"/>
                <a:gd name="T117" fmla="*/ 0 h 685"/>
                <a:gd name="T118" fmla="*/ 0 w 1719"/>
                <a:gd name="T119" fmla="*/ 0 h 685"/>
                <a:gd name="T120" fmla="*/ 0 w 1719"/>
                <a:gd name="T121" fmla="*/ 0 h 6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19"/>
                <a:gd name="T184" fmla="*/ 0 h 685"/>
                <a:gd name="T185" fmla="*/ 1719 w 1719"/>
                <a:gd name="T186" fmla="*/ 685 h 685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19" h="685">
                  <a:moveTo>
                    <a:pt x="0" y="0"/>
                  </a:moveTo>
                  <a:lnTo>
                    <a:pt x="66" y="0"/>
                  </a:lnTo>
                  <a:lnTo>
                    <a:pt x="127" y="0"/>
                  </a:lnTo>
                  <a:lnTo>
                    <a:pt x="184" y="0"/>
                  </a:lnTo>
                  <a:lnTo>
                    <a:pt x="238" y="0"/>
                  </a:lnTo>
                  <a:lnTo>
                    <a:pt x="290" y="0"/>
                  </a:lnTo>
                  <a:lnTo>
                    <a:pt x="336" y="1"/>
                  </a:lnTo>
                  <a:lnTo>
                    <a:pt x="379" y="1"/>
                  </a:lnTo>
                  <a:lnTo>
                    <a:pt x="418" y="1"/>
                  </a:lnTo>
                  <a:lnTo>
                    <a:pt x="455" y="1"/>
                  </a:lnTo>
                  <a:lnTo>
                    <a:pt x="490" y="1"/>
                  </a:lnTo>
                  <a:lnTo>
                    <a:pt x="520" y="1"/>
                  </a:lnTo>
                  <a:lnTo>
                    <a:pt x="549" y="1"/>
                  </a:lnTo>
                  <a:lnTo>
                    <a:pt x="575" y="1"/>
                  </a:lnTo>
                  <a:lnTo>
                    <a:pt x="598" y="1"/>
                  </a:lnTo>
                  <a:lnTo>
                    <a:pt x="620" y="1"/>
                  </a:lnTo>
                  <a:lnTo>
                    <a:pt x="639" y="1"/>
                  </a:lnTo>
                  <a:lnTo>
                    <a:pt x="656" y="1"/>
                  </a:lnTo>
                  <a:lnTo>
                    <a:pt x="671" y="1"/>
                  </a:lnTo>
                  <a:lnTo>
                    <a:pt x="685" y="1"/>
                  </a:lnTo>
                  <a:lnTo>
                    <a:pt x="698" y="1"/>
                  </a:lnTo>
                  <a:lnTo>
                    <a:pt x="708" y="1"/>
                  </a:lnTo>
                  <a:lnTo>
                    <a:pt x="718" y="3"/>
                  </a:lnTo>
                  <a:lnTo>
                    <a:pt x="726" y="3"/>
                  </a:lnTo>
                  <a:lnTo>
                    <a:pt x="733" y="3"/>
                  </a:lnTo>
                  <a:lnTo>
                    <a:pt x="741" y="3"/>
                  </a:lnTo>
                  <a:lnTo>
                    <a:pt x="746" y="3"/>
                  </a:lnTo>
                  <a:lnTo>
                    <a:pt x="751" y="3"/>
                  </a:lnTo>
                  <a:lnTo>
                    <a:pt x="757" y="4"/>
                  </a:lnTo>
                  <a:lnTo>
                    <a:pt x="761" y="4"/>
                  </a:lnTo>
                  <a:lnTo>
                    <a:pt x="765" y="4"/>
                  </a:lnTo>
                  <a:lnTo>
                    <a:pt x="770" y="4"/>
                  </a:lnTo>
                  <a:lnTo>
                    <a:pt x="775" y="5"/>
                  </a:lnTo>
                  <a:lnTo>
                    <a:pt x="780" y="5"/>
                  </a:lnTo>
                  <a:lnTo>
                    <a:pt x="785" y="5"/>
                  </a:lnTo>
                  <a:lnTo>
                    <a:pt x="788" y="6"/>
                  </a:lnTo>
                  <a:lnTo>
                    <a:pt x="792" y="6"/>
                  </a:lnTo>
                  <a:lnTo>
                    <a:pt x="796" y="6"/>
                  </a:lnTo>
                  <a:lnTo>
                    <a:pt x="800" y="6"/>
                  </a:lnTo>
                  <a:lnTo>
                    <a:pt x="803" y="6"/>
                  </a:lnTo>
                  <a:lnTo>
                    <a:pt x="806" y="7"/>
                  </a:lnTo>
                  <a:lnTo>
                    <a:pt x="808" y="7"/>
                  </a:lnTo>
                  <a:lnTo>
                    <a:pt x="811" y="7"/>
                  </a:lnTo>
                  <a:lnTo>
                    <a:pt x="814" y="7"/>
                  </a:lnTo>
                  <a:lnTo>
                    <a:pt x="817" y="7"/>
                  </a:lnTo>
                  <a:lnTo>
                    <a:pt x="819" y="8"/>
                  </a:lnTo>
                  <a:lnTo>
                    <a:pt x="822" y="8"/>
                  </a:lnTo>
                  <a:lnTo>
                    <a:pt x="824" y="8"/>
                  </a:lnTo>
                  <a:lnTo>
                    <a:pt x="826" y="8"/>
                  </a:lnTo>
                  <a:lnTo>
                    <a:pt x="829" y="9"/>
                  </a:lnTo>
                  <a:lnTo>
                    <a:pt x="831" y="9"/>
                  </a:lnTo>
                  <a:lnTo>
                    <a:pt x="835" y="9"/>
                  </a:lnTo>
                  <a:lnTo>
                    <a:pt x="837" y="9"/>
                  </a:lnTo>
                  <a:lnTo>
                    <a:pt x="839" y="10"/>
                  </a:lnTo>
                  <a:lnTo>
                    <a:pt x="842" y="10"/>
                  </a:lnTo>
                  <a:lnTo>
                    <a:pt x="844" y="10"/>
                  </a:lnTo>
                  <a:lnTo>
                    <a:pt x="847" y="11"/>
                  </a:lnTo>
                  <a:lnTo>
                    <a:pt x="850" y="11"/>
                  </a:lnTo>
                  <a:lnTo>
                    <a:pt x="854" y="12"/>
                  </a:lnTo>
                  <a:lnTo>
                    <a:pt x="857" y="12"/>
                  </a:lnTo>
                  <a:lnTo>
                    <a:pt x="860" y="13"/>
                  </a:lnTo>
                  <a:lnTo>
                    <a:pt x="864" y="13"/>
                  </a:lnTo>
                  <a:lnTo>
                    <a:pt x="868" y="14"/>
                  </a:lnTo>
                  <a:lnTo>
                    <a:pt x="874" y="14"/>
                  </a:lnTo>
                  <a:lnTo>
                    <a:pt x="878" y="15"/>
                  </a:lnTo>
                  <a:lnTo>
                    <a:pt x="882" y="15"/>
                  </a:lnTo>
                  <a:lnTo>
                    <a:pt x="886" y="16"/>
                  </a:lnTo>
                  <a:lnTo>
                    <a:pt x="891" y="17"/>
                  </a:lnTo>
                  <a:lnTo>
                    <a:pt x="894" y="17"/>
                  </a:lnTo>
                  <a:lnTo>
                    <a:pt x="898" y="18"/>
                  </a:lnTo>
                  <a:lnTo>
                    <a:pt x="901" y="18"/>
                  </a:lnTo>
                  <a:lnTo>
                    <a:pt x="904" y="19"/>
                  </a:lnTo>
                  <a:lnTo>
                    <a:pt x="907" y="19"/>
                  </a:lnTo>
                  <a:lnTo>
                    <a:pt x="910" y="20"/>
                  </a:lnTo>
                  <a:lnTo>
                    <a:pt x="913" y="20"/>
                  </a:lnTo>
                  <a:lnTo>
                    <a:pt x="915" y="20"/>
                  </a:lnTo>
                  <a:lnTo>
                    <a:pt x="919" y="22"/>
                  </a:lnTo>
                  <a:lnTo>
                    <a:pt x="921" y="22"/>
                  </a:lnTo>
                  <a:lnTo>
                    <a:pt x="924" y="23"/>
                  </a:lnTo>
                  <a:lnTo>
                    <a:pt x="926" y="23"/>
                  </a:lnTo>
                  <a:lnTo>
                    <a:pt x="928" y="24"/>
                  </a:lnTo>
                  <a:lnTo>
                    <a:pt x="932" y="25"/>
                  </a:lnTo>
                  <a:lnTo>
                    <a:pt x="934" y="25"/>
                  </a:lnTo>
                  <a:lnTo>
                    <a:pt x="936" y="26"/>
                  </a:lnTo>
                  <a:lnTo>
                    <a:pt x="939" y="26"/>
                  </a:lnTo>
                  <a:lnTo>
                    <a:pt x="942" y="27"/>
                  </a:lnTo>
                  <a:lnTo>
                    <a:pt x="944" y="28"/>
                  </a:lnTo>
                  <a:lnTo>
                    <a:pt x="947" y="29"/>
                  </a:lnTo>
                  <a:lnTo>
                    <a:pt x="951" y="30"/>
                  </a:lnTo>
                  <a:lnTo>
                    <a:pt x="954" y="31"/>
                  </a:lnTo>
                  <a:lnTo>
                    <a:pt x="958" y="32"/>
                  </a:lnTo>
                  <a:lnTo>
                    <a:pt x="961" y="34"/>
                  </a:lnTo>
                  <a:lnTo>
                    <a:pt x="966" y="35"/>
                  </a:lnTo>
                  <a:lnTo>
                    <a:pt x="971" y="36"/>
                  </a:lnTo>
                  <a:lnTo>
                    <a:pt x="975" y="37"/>
                  </a:lnTo>
                  <a:lnTo>
                    <a:pt x="980" y="39"/>
                  </a:lnTo>
                  <a:lnTo>
                    <a:pt x="985" y="41"/>
                  </a:lnTo>
                  <a:lnTo>
                    <a:pt x="991" y="43"/>
                  </a:lnTo>
                  <a:lnTo>
                    <a:pt x="995" y="44"/>
                  </a:lnTo>
                  <a:lnTo>
                    <a:pt x="999" y="46"/>
                  </a:lnTo>
                  <a:lnTo>
                    <a:pt x="1003" y="47"/>
                  </a:lnTo>
                  <a:lnTo>
                    <a:pt x="1009" y="48"/>
                  </a:lnTo>
                  <a:lnTo>
                    <a:pt x="1013" y="49"/>
                  </a:lnTo>
                  <a:lnTo>
                    <a:pt x="1016" y="50"/>
                  </a:lnTo>
                  <a:lnTo>
                    <a:pt x="1019" y="51"/>
                  </a:lnTo>
                  <a:lnTo>
                    <a:pt x="1022" y="52"/>
                  </a:lnTo>
                  <a:lnTo>
                    <a:pt x="1026" y="53"/>
                  </a:lnTo>
                  <a:lnTo>
                    <a:pt x="1029" y="54"/>
                  </a:lnTo>
                  <a:lnTo>
                    <a:pt x="1032" y="55"/>
                  </a:lnTo>
                  <a:lnTo>
                    <a:pt x="1034" y="56"/>
                  </a:lnTo>
                  <a:lnTo>
                    <a:pt x="1037" y="57"/>
                  </a:lnTo>
                  <a:lnTo>
                    <a:pt x="1039" y="58"/>
                  </a:lnTo>
                  <a:lnTo>
                    <a:pt x="1041" y="59"/>
                  </a:lnTo>
                  <a:lnTo>
                    <a:pt x="1044" y="61"/>
                  </a:lnTo>
                  <a:lnTo>
                    <a:pt x="1047" y="62"/>
                  </a:lnTo>
                  <a:lnTo>
                    <a:pt x="1049" y="63"/>
                  </a:lnTo>
                  <a:lnTo>
                    <a:pt x="1052" y="64"/>
                  </a:lnTo>
                  <a:lnTo>
                    <a:pt x="1055" y="65"/>
                  </a:lnTo>
                  <a:lnTo>
                    <a:pt x="1058" y="66"/>
                  </a:lnTo>
                  <a:lnTo>
                    <a:pt x="1060" y="67"/>
                  </a:lnTo>
                  <a:lnTo>
                    <a:pt x="1063" y="68"/>
                  </a:lnTo>
                  <a:lnTo>
                    <a:pt x="1067" y="70"/>
                  </a:lnTo>
                  <a:lnTo>
                    <a:pt x="1070" y="71"/>
                  </a:lnTo>
                  <a:lnTo>
                    <a:pt x="1073" y="73"/>
                  </a:lnTo>
                  <a:lnTo>
                    <a:pt x="1076" y="74"/>
                  </a:lnTo>
                  <a:lnTo>
                    <a:pt x="1080" y="76"/>
                  </a:lnTo>
                  <a:lnTo>
                    <a:pt x="1085" y="80"/>
                  </a:lnTo>
                  <a:lnTo>
                    <a:pt x="1089" y="82"/>
                  </a:lnTo>
                  <a:lnTo>
                    <a:pt x="1093" y="84"/>
                  </a:lnTo>
                  <a:lnTo>
                    <a:pt x="1097" y="86"/>
                  </a:lnTo>
                  <a:lnTo>
                    <a:pt x="1102" y="88"/>
                  </a:lnTo>
                  <a:lnTo>
                    <a:pt x="1107" y="90"/>
                  </a:lnTo>
                  <a:lnTo>
                    <a:pt x="1110" y="92"/>
                  </a:lnTo>
                  <a:lnTo>
                    <a:pt x="1114" y="94"/>
                  </a:lnTo>
                  <a:lnTo>
                    <a:pt x="1117" y="95"/>
                  </a:lnTo>
                  <a:lnTo>
                    <a:pt x="1120" y="97"/>
                  </a:lnTo>
                  <a:lnTo>
                    <a:pt x="1123" y="98"/>
                  </a:lnTo>
                  <a:lnTo>
                    <a:pt x="1126" y="101"/>
                  </a:lnTo>
                  <a:lnTo>
                    <a:pt x="1129" y="102"/>
                  </a:lnTo>
                  <a:lnTo>
                    <a:pt x="1131" y="103"/>
                  </a:lnTo>
                  <a:lnTo>
                    <a:pt x="1133" y="104"/>
                  </a:lnTo>
                  <a:lnTo>
                    <a:pt x="1135" y="105"/>
                  </a:lnTo>
                  <a:lnTo>
                    <a:pt x="1138" y="106"/>
                  </a:lnTo>
                  <a:lnTo>
                    <a:pt x="1140" y="108"/>
                  </a:lnTo>
                  <a:lnTo>
                    <a:pt x="1144" y="109"/>
                  </a:lnTo>
                  <a:lnTo>
                    <a:pt x="1146" y="110"/>
                  </a:lnTo>
                  <a:lnTo>
                    <a:pt x="1148" y="111"/>
                  </a:lnTo>
                  <a:lnTo>
                    <a:pt x="1150" y="112"/>
                  </a:lnTo>
                  <a:lnTo>
                    <a:pt x="1152" y="113"/>
                  </a:lnTo>
                  <a:lnTo>
                    <a:pt x="1154" y="114"/>
                  </a:lnTo>
                  <a:lnTo>
                    <a:pt x="1157" y="115"/>
                  </a:lnTo>
                  <a:lnTo>
                    <a:pt x="1159" y="117"/>
                  </a:lnTo>
                  <a:lnTo>
                    <a:pt x="1162" y="119"/>
                  </a:lnTo>
                  <a:lnTo>
                    <a:pt x="1165" y="120"/>
                  </a:lnTo>
                  <a:lnTo>
                    <a:pt x="1168" y="122"/>
                  </a:lnTo>
                  <a:lnTo>
                    <a:pt x="1170" y="123"/>
                  </a:lnTo>
                  <a:lnTo>
                    <a:pt x="1174" y="126"/>
                  </a:lnTo>
                  <a:lnTo>
                    <a:pt x="1177" y="128"/>
                  </a:lnTo>
                  <a:lnTo>
                    <a:pt x="1181" y="130"/>
                  </a:lnTo>
                  <a:lnTo>
                    <a:pt x="1185" y="132"/>
                  </a:lnTo>
                  <a:lnTo>
                    <a:pt x="1189" y="134"/>
                  </a:lnTo>
                  <a:lnTo>
                    <a:pt x="1193" y="136"/>
                  </a:lnTo>
                  <a:lnTo>
                    <a:pt x="1197" y="139"/>
                  </a:lnTo>
                  <a:lnTo>
                    <a:pt x="1201" y="141"/>
                  </a:lnTo>
                  <a:lnTo>
                    <a:pt x="1204" y="142"/>
                  </a:lnTo>
                  <a:lnTo>
                    <a:pt x="1207" y="144"/>
                  </a:lnTo>
                  <a:lnTo>
                    <a:pt x="1210" y="146"/>
                  </a:lnTo>
                  <a:lnTo>
                    <a:pt x="1213" y="147"/>
                  </a:lnTo>
                  <a:lnTo>
                    <a:pt x="1215" y="149"/>
                  </a:lnTo>
                  <a:lnTo>
                    <a:pt x="1217" y="150"/>
                  </a:lnTo>
                  <a:lnTo>
                    <a:pt x="1221" y="151"/>
                  </a:lnTo>
                  <a:lnTo>
                    <a:pt x="1223" y="152"/>
                  </a:lnTo>
                  <a:lnTo>
                    <a:pt x="1225" y="154"/>
                  </a:lnTo>
                  <a:lnTo>
                    <a:pt x="1227" y="155"/>
                  </a:lnTo>
                  <a:lnTo>
                    <a:pt x="1228" y="156"/>
                  </a:lnTo>
                  <a:lnTo>
                    <a:pt x="1230" y="158"/>
                  </a:lnTo>
                  <a:lnTo>
                    <a:pt x="1232" y="159"/>
                  </a:lnTo>
                  <a:lnTo>
                    <a:pt x="1235" y="160"/>
                  </a:lnTo>
                  <a:lnTo>
                    <a:pt x="1236" y="161"/>
                  </a:lnTo>
                  <a:lnTo>
                    <a:pt x="1239" y="162"/>
                  </a:lnTo>
                  <a:lnTo>
                    <a:pt x="1241" y="163"/>
                  </a:lnTo>
                  <a:lnTo>
                    <a:pt x="1243" y="164"/>
                  </a:lnTo>
                  <a:lnTo>
                    <a:pt x="1245" y="165"/>
                  </a:lnTo>
                  <a:lnTo>
                    <a:pt x="1246" y="167"/>
                  </a:lnTo>
                  <a:lnTo>
                    <a:pt x="1248" y="168"/>
                  </a:lnTo>
                  <a:lnTo>
                    <a:pt x="1250" y="170"/>
                  </a:lnTo>
                  <a:lnTo>
                    <a:pt x="1253" y="172"/>
                  </a:lnTo>
                  <a:lnTo>
                    <a:pt x="1255" y="173"/>
                  </a:lnTo>
                  <a:lnTo>
                    <a:pt x="1257" y="175"/>
                  </a:lnTo>
                  <a:lnTo>
                    <a:pt x="1261" y="177"/>
                  </a:lnTo>
                  <a:lnTo>
                    <a:pt x="1263" y="179"/>
                  </a:lnTo>
                  <a:lnTo>
                    <a:pt x="1266" y="181"/>
                  </a:lnTo>
                  <a:lnTo>
                    <a:pt x="1269" y="183"/>
                  </a:lnTo>
                  <a:lnTo>
                    <a:pt x="1272" y="185"/>
                  </a:lnTo>
                  <a:lnTo>
                    <a:pt x="1275" y="187"/>
                  </a:lnTo>
                  <a:lnTo>
                    <a:pt x="1280" y="188"/>
                  </a:lnTo>
                  <a:lnTo>
                    <a:pt x="1282" y="190"/>
                  </a:lnTo>
                  <a:lnTo>
                    <a:pt x="1285" y="192"/>
                  </a:lnTo>
                  <a:lnTo>
                    <a:pt x="1287" y="193"/>
                  </a:lnTo>
                  <a:lnTo>
                    <a:pt x="1289" y="194"/>
                  </a:lnTo>
                  <a:lnTo>
                    <a:pt x="1291" y="197"/>
                  </a:lnTo>
                  <a:lnTo>
                    <a:pt x="1293" y="198"/>
                  </a:lnTo>
                  <a:lnTo>
                    <a:pt x="1295" y="199"/>
                  </a:lnTo>
                  <a:lnTo>
                    <a:pt x="1296" y="200"/>
                  </a:lnTo>
                  <a:lnTo>
                    <a:pt x="1299" y="201"/>
                  </a:lnTo>
                  <a:lnTo>
                    <a:pt x="1300" y="202"/>
                  </a:lnTo>
                  <a:lnTo>
                    <a:pt x="1302" y="203"/>
                  </a:lnTo>
                  <a:lnTo>
                    <a:pt x="1303" y="204"/>
                  </a:lnTo>
                  <a:lnTo>
                    <a:pt x="1304" y="205"/>
                  </a:lnTo>
                  <a:lnTo>
                    <a:pt x="1306" y="206"/>
                  </a:lnTo>
                  <a:lnTo>
                    <a:pt x="1307" y="207"/>
                  </a:lnTo>
                  <a:lnTo>
                    <a:pt x="1308" y="208"/>
                  </a:lnTo>
                  <a:lnTo>
                    <a:pt x="1310" y="209"/>
                  </a:lnTo>
                  <a:lnTo>
                    <a:pt x="1311" y="210"/>
                  </a:lnTo>
                  <a:lnTo>
                    <a:pt x="1312" y="211"/>
                  </a:lnTo>
                  <a:lnTo>
                    <a:pt x="1313" y="212"/>
                  </a:lnTo>
                  <a:lnTo>
                    <a:pt x="1315" y="213"/>
                  </a:lnTo>
                  <a:lnTo>
                    <a:pt x="1317" y="216"/>
                  </a:lnTo>
                  <a:lnTo>
                    <a:pt x="1319" y="217"/>
                  </a:lnTo>
                  <a:lnTo>
                    <a:pt x="1320" y="218"/>
                  </a:lnTo>
                  <a:lnTo>
                    <a:pt x="1322" y="220"/>
                  </a:lnTo>
                  <a:lnTo>
                    <a:pt x="1325" y="221"/>
                  </a:lnTo>
                  <a:lnTo>
                    <a:pt x="1327" y="223"/>
                  </a:lnTo>
                  <a:lnTo>
                    <a:pt x="1329" y="224"/>
                  </a:lnTo>
                  <a:lnTo>
                    <a:pt x="1331" y="226"/>
                  </a:lnTo>
                  <a:lnTo>
                    <a:pt x="1333" y="228"/>
                  </a:lnTo>
                  <a:lnTo>
                    <a:pt x="1336" y="229"/>
                  </a:lnTo>
                  <a:lnTo>
                    <a:pt x="1338" y="231"/>
                  </a:lnTo>
                  <a:lnTo>
                    <a:pt x="1339" y="232"/>
                  </a:lnTo>
                  <a:lnTo>
                    <a:pt x="1341" y="233"/>
                  </a:lnTo>
                  <a:lnTo>
                    <a:pt x="1343" y="234"/>
                  </a:lnTo>
                  <a:lnTo>
                    <a:pt x="1344" y="237"/>
                  </a:lnTo>
                  <a:lnTo>
                    <a:pt x="1346" y="238"/>
                  </a:lnTo>
                  <a:lnTo>
                    <a:pt x="1347" y="239"/>
                  </a:lnTo>
                  <a:lnTo>
                    <a:pt x="1348" y="240"/>
                  </a:lnTo>
                  <a:lnTo>
                    <a:pt x="1350" y="241"/>
                  </a:lnTo>
                  <a:lnTo>
                    <a:pt x="1351" y="242"/>
                  </a:lnTo>
                  <a:lnTo>
                    <a:pt x="1352" y="242"/>
                  </a:lnTo>
                  <a:lnTo>
                    <a:pt x="1353" y="243"/>
                  </a:lnTo>
                  <a:lnTo>
                    <a:pt x="1354" y="244"/>
                  </a:lnTo>
                  <a:lnTo>
                    <a:pt x="1357" y="245"/>
                  </a:lnTo>
                  <a:lnTo>
                    <a:pt x="1358" y="246"/>
                  </a:lnTo>
                  <a:lnTo>
                    <a:pt x="1359" y="247"/>
                  </a:lnTo>
                  <a:lnTo>
                    <a:pt x="1360" y="248"/>
                  </a:lnTo>
                  <a:lnTo>
                    <a:pt x="1361" y="249"/>
                  </a:lnTo>
                  <a:lnTo>
                    <a:pt x="1363" y="249"/>
                  </a:lnTo>
                  <a:lnTo>
                    <a:pt x="1364" y="250"/>
                  </a:lnTo>
                  <a:lnTo>
                    <a:pt x="1365" y="251"/>
                  </a:lnTo>
                  <a:lnTo>
                    <a:pt x="1367" y="252"/>
                  </a:lnTo>
                  <a:lnTo>
                    <a:pt x="1370" y="255"/>
                  </a:lnTo>
                  <a:lnTo>
                    <a:pt x="1371" y="256"/>
                  </a:lnTo>
                  <a:lnTo>
                    <a:pt x="1373" y="257"/>
                  </a:lnTo>
                  <a:lnTo>
                    <a:pt x="1376" y="258"/>
                  </a:lnTo>
                  <a:lnTo>
                    <a:pt x="1378" y="261"/>
                  </a:lnTo>
                  <a:lnTo>
                    <a:pt x="1380" y="262"/>
                  </a:lnTo>
                  <a:lnTo>
                    <a:pt x="1382" y="264"/>
                  </a:lnTo>
                  <a:lnTo>
                    <a:pt x="1385" y="265"/>
                  </a:lnTo>
                  <a:lnTo>
                    <a:pt x="1387" y="267"/>
                  </a:lnTo>
                  <a:lnTo>
                    <a:pt x="1389" y="268"/>
                  </a:lnTo>
                  <a:lnTo>
                    <a:pt x="1392" y="270"/>
                  </a:lnTo>
                  <a:lnTo>
                    <a:pt x="1395" y="271"/>
                  </a:lnTo>
                  <a:lnTo>
                    <a:pt x="1397" y="274"/>
                  </a:lnTo>
                  <a:lnTo>
                    <a:pt x="1398" y="275"/>
                  </a:lnTo>
                  <a:lnTo>
                    <a:pt x="1400" y="276"/>
                  </a:lnTo>
                  <a:lnTo>
                    <a:pt x="1402" y="277"/>
                  </a:lnTo>
                  <a:lnTo>
                    <a:pt x="1403" y="279"/>
                  </a:lnTo>
                  <a:lnTo>
                    <a:pt x="1405" y="280"/>
                  </a:lnTo>
                  <a:lnTo>
                    <a:pt x="1406" y="281"/>
                  </a:lnTo>
                  <a:lnTo>
                    <a:pt x="1407" y="282"/>
                  </a:lnTo>
                  <a:lnTo>
                    <a:pt x="1409" y="283"/>
                  </a:lnTo>
                  <a:lnTo>
                    <a:pt x="1410" y="284"/>
                  </a:lnTo>
                  <a:lnTo>
                    <a:pt x="1411" y="285"/>
                  </a:lnTo>
                  <a:lnTo>
                    <a:pt x="1415" y="286"/>
                  </a:lnTo>
                  <a:lnTo>
                    <a:pt x="1416" y="287"/>
                  </a:lnTo>
                  <a:lnTo>
                    <a:pt x="1417" y="289"/>
                  </a:lnTo>
                  <a:lnTo>
                    <a:pt x="1419" y="290"/>
                  </a:lnTo>
                  <a:lnTo>
                    <a:pt x="1420" y="291"/>
                  </a:lnTo>
                  <a:lnTo>
                    <a:pt x="1421" y="294"/>
                  </a:lnTo>
                  <a:lnTo>
                    <a:pt x="1423" y="295"/>
                  </a:lnTo>
                  <a:lnTo>
                    <a:pt x="1424" y="297"/>
                  </a:lnTo>
                  <a:lnTo>
                    <a:pt x="1426" y="298"/>
                  </a:lnTo>
                  <a:lnTo>
                    <a:pt x="1428" y="300"/>
                  </a:lnTo>
                  <a:lnTo>
                    <a:pt x="1429" y="302"/>
                  </a:lnTo>
                  <a:lnTo>
                    <a:pt x="1431" y="305"/>
                  </a:lnTo>
                  <a:lnTo>
                    <a:pt x="1434" y="307"/>
                  </a:lnTo>
                  <a:lnTo>
                    <a:pt x="1436" y="309"/>
                  </a:lnTo>
                  <a:lnTo>
                    <a:pt x="1439" y="311"/>
                  </a:lnTo>
                  <a:lnTo>
                    <a:pt x="1441" y="315"/>
                  </a:lnTo>
                  <a:lnTo>
                    <a:pt x="1444" y="318"/>
                  </a:lnTo>
                  <a:lnTo>
                    <a:pt x="1446" y="320"/>
                  </a:lnTo>
                  <a:lnTo>
                    <a:pt x="1449" y="323"/>
                  </a:lnTo>
                  <a:lnTo>
                    <a:pt x="1452" y="325"/>
                  </a:lnTo>
                  <a:lnTo>
                    <a:pt x="1454" y="328"/>
                  </a:lnTo>
                  <a:lnTo>
                    <a:pt x="1456" y="330"/>
                  </a:lnTo>
                  <a:lnTo>
                    <a:pt x="1458" y="333"/>
                  </a:lnTo>
                  <a:lnTo>
                    <a:pt x="1461" y="335"/>
                  </a:lnTo>
                  <a:lnTo>
                    <a:pt x="1463" y="337"/>
                  </a:lnTo>
                  <a:lnTo>
                    <a:pt x="1464" y="338"/>
                  </a:lnTo>
                  <a:lnTo>
                    <a:pt x="1466" y="340"/>
                  </a:lnTo>
                  <a:lnTo>
                    <a:pt x="1467" y="342"/>
                  </a:lnTo>
                  <a:lnTo>
                    <a:pt x="1469" y="343"/>
                  </a:lnTo>
                  <a:lnTo>
                    <a:pt x="1470" y="345"/>
                  </a:lnTo>
                  <a:lnTo>
                    <a:pt x="1473" y="347"/>
                  </a:lnTo>
                  <a:lnTo>
                    <a:pt x="1474" y="348"/>
                  </a:lnTo>
                  <a:lnTo>
                    <a:pt x="1476" y="352"/>
                  </a:lnTo>
                  <a:lnTo>
                    <a:pt x="1477" y="353"/>
                  </a:lnTo>
                  <a:lnTo>
                    <a:pt x="1479" y="355"/>
                  </a:lnTo>
                  <a:lnTo>
                    <a:pt x="1480" y="357"/>
                  </a:lnTo>
                  <a:lnTo>
                    <a:pt x="1482" y="359"/>
                  </a:lnTo>
                  <a:lnTo>
                    <a:pt x="1483" y="361"/>
                  </a:lnTo>
                  <a:lnTo>
                    <a:pt x="1485" y="363"/>
                  </a:lnTo>
                  <a:lnTo>
                    <a:pt x="1487" y="365"/>
                  </a:lnTo>
                  <a:lnTo>
                    <a:pt x="1489" y="367"/>
                  </a:lnTo>
                  <a:lnTo>
                    <a:pt x="1492" y="369"/>
                  </a:lnTo>
                  <a:lnTo>
                    <a:pt x="1494" y="373"/>
                  </a:lnTo>
                  <a:lnTo>
                    <a:pt x="1496" y="375"/>
                  </a:lnTo>
                  <a:lnTo>
                    <a:pt x="1498" y="378"/>
                  </a:lnTo>
                  <a:lnTo>
                    <a:pt x="1501" y="381"/>
                  </a:lnTo>
                  <a:lnTo>
                    <a:pt x="1505" y="385"/>
                  </a:lnTo>
                  <a:lnTo>
                    <a:pt x="1507" y="388"/>
                  </a:lnTo>
                  <a:lnTo>
                    <a:pt x="1512" y="393"/>
                  </a:lnTo>
                  <a:lnTo>
                    <a:pt x="1515" y="397"/>
                  </a:lnTo>
                  <a:lnTo>
                    <a:pt x="1517" y="401"/>
                  </a:lnTo>
                  <a:lnTo>
                    <a:pt x="1520" y="404"/>
                  </a:lnTo>
                  <a:lnTo>
                    <a:pt x="1523" y="407"/>
                  </a:lnTo>
                  <a:lnTo>
                    <a:pt x="1525" y="411"/>
                  </a:lnTo>
                  <a:lnTo>
                    <a:pt x="1527" y="413"/>
                  </a:lnTo>
                  <a:lnTo>
                    <a:pt x="1530" y="416"/>
                  </a:lnTo>
                  <a:lnTo>
                    <a:pt x="1532" y="418"/>
                  </a:lnTo>
                  <a:lnTo>
                    <a:pt x="1534" y="421"/>
                  </a:lnTo>
                  <a:lnTo>
                    <a:pt x="1536" y="423"/>
                  </a:lnTo>
                  <a:lnTo>
                    <a:pt x="1538" y="425"/>
                  </a:lnTo>
                  <a:lnTo>
                    <a:pt x="1539" y="427"/>
                  </a:lnTo>
                  <a:lnTo>
                    <a:pt x="1541" y="430"/>
                  </a:lnTo>
                  <a:lnTo>
                    <a:pt x="1543" y="432"/>
                  </a:lnTo>
                  <a:lnTo>
                    <a:pt x="1544" y="434"/>
                  </a:lnTo>
                  <a:lnTo>
                    <a:pt x="1546" y="436"/>
                  </a:lnTo>
                  <a:lnTo>
                    <a:pt x="1547" y="438"/>
                  </a:lnTo>
                  <a:lnTo>
                    <a:pt x="1551" y="442"/>
                  </a:lnTo>
                  <a:lnTo>
                    <a:pt x="1552" y="444"/>
                  </a:lnTo>
                  <a:lnTo>
                    <a:pt x="1554" y="446"/>
                  </a:lnTo>
                  <a:lnTo>
                    <a:pt x="1556" y="449"/>
                  </a:lnTo>
                  <a:lnTo>
                    <a:pt x="1557" y="452"/>
                  </a:lnTo>
                  <a:lnTo>
                    <a:pt x="1559" y="454"/>
                  </a:lnTo>
                  <a:lnTo>
                    <a:pt x="1561" y="457"/>
                  </a:lnTo>
                  <a:lnTo>
                    <a:pt x="1563" y="460"/>
                  </a:lnTo>
                  <a:lnTo>
                    <a:pt x="1565" y="462"/>
                  </a:lnTo>
                  <a:lnTo>
                    <a:pt x="1569" y="466"/>
                  </a:lnTo>
                  <a:lnTo>
                    <a:pt x="1571" y="470"/>
                  </a:lnTo>
                  <a:lnTo>
                    <a:pt x="1574" y="473"/>
                  </a:lnTo>
                  <a:lnTo>
                    <a:pt x="1576" y="477"/>
                  </a:lnTo>
                  <a:lnTo>
                    <a:pt x="1579" y="481"/>
                  </a:lnTo>
                  <a:lnTo>
                    <a:pt x="1582" y="486"/>
                  </a:lnTo>
                  <a:lnTo>
                    <a:pt x="1585" y="492"/>
                  </a:lnTo>
                  <a:lnTo>
                    <a:pt x="1589" y="496"/>
                  </a:lnTo>
                  <a:lnTo>
                    <a:pt x="1592" y="499"/>
                  </a:lnTo>
                  <a:lnTo>
                    <a:pt x="1595" y="503"/>
                  </a:lnTo>
                  <a:lnTo>
                    <a:pt x="1598" y="507"/>
                  </a:lnTo>
                  <a:lnTo>
                    <a:pt x="1600" y="510"/>
                  </a:lnTo>
                  <a:lnTo>
                    <a:pt x="1602" y="513"/>
                  </a:lnTo>
                  <a:lnTo>
                    <a:pt x="1604" y="516"/>
                  </a:lnTo>
                  <a:lnTo>
                    <a:pt x="1607" y="519"/>
                  </a:lnTo>
                  <a:lnTo>
                    <a:pt x="1609" y="521"/>
                  </a:lnTo>
                  <a:lnTo>
                    <a:pt x="1610" y="524"/>
                  </a:lnTo>
                  <a:lnTo>
                    <a:pt x="1612" y="527"/>
                  </a:lnTo>
                  <a:lnTo>
                    <a:pt x="1614" y="529"/>
                  </a:lnTo>
                  <a:lnTo>
                    <a:pt x="1615" y="533"/>
                  </a:lnTo>
                  <a:lnTo>
                    <a:pt x="1617" y="535"/>
                  </a:lnTo>
                  <a:lnTo>
                    <a:pt x="1618" y="537"/>
                  </a:lnTo>
                  <a:lnTo>
                    <a:pt x="1620" y="539"/>
                  </a:lnTo>
                  <a:lnTo>
                    <a:pt x="1622" y="542"/>
                  </a:lnTo>
                  <a:lnTo>
                    <a:pt x="1623" y="544"/>
                  </a:lnTo>
                  <a:lnTo>
                    <a:pt x="1625" y="547"/>
                  </a:lnTo>
                  <a:lnTo>
                    <a:pt x="1628" y="550"/>
                  </a:lnTo>
                  <a:lnTo>
                    <a:pt x="1630" y="552"/>
                  </a:lnTo>
                  <a:lnTo>
                    <a:pt x="1632" y="555"/>
                  </a:lnTo>
                  <a:lnTo>
                    <a:pt x="1634" y="558"/>
                  </a:lnTo>
                  <a:lnTo>
                    <a:pt x="1636" y="561"/>
                  </a:lnTo>
                  <a:lnTo>
                    <a:pt x="1638" y="564"/>
                  </a:lnTo>
                  <a:lnTo>
                    <a:pt x="1641" y="568"/>
                  </a:lnTo>
                  <a:lnTo>
                    <a:pt x="1644" y="571"/>
                  </a:lnTo>
                  <a:lnTo>
                    <a:pt x="1647" y="576"/>
                  </a:lnTo>
                  <a:lnTo>
                    <a:pt x="1650" y="580"/>
                  </a:lnTo>
                  <a:lnTo>
                    <a:pt x="1653" y="585"/>
                  </a:lnTo>
                  <a:lnTo>
                    <a:pt x="1656" y="589"/>
                  </a:lnTo>
                  <a:lnTo>
                    <a:pt x="1660" y="594"/>
                  </a:lnTo>
                  <a:lnTo>
                    <a:pt x="1663" y="598"/>
                  </a:lnTo>
                  <a:lnTo>
                    <a:pt x="1666" y="602"/>
                  </a:lnTo>
                  <a:lnTo>
                    <a:pt x="1669" y="606"/>
                  </a:lnTo>
                  <a:lnTo>
                    <a:pt x="1672" y="610"/>
                  </a:lnTo>
                  <a:lnTo>
                    <a:pt x="1674" y="613"/>
                  </a:lnTo>
                  <a:lnTo>
                    <a:pt x="1676" y="616"/>
                  </a:lnTo>
                  <a:lnTo>
                    <a:pt x="1678" y="620"/>
                  </a:lnTo>
                  <a:lnTo>
                    <a:pt x="1680" y="622"/>
                  </a:lnTo>
                  <a:lnTo>
                    <a:pt x="1682" y="626"/>
                  </a:lnTo>
                  <a:lnTo>
                    <a:pt x="1686" y="628"/>
                  </a:lnTo>
                  <a:lnTo>
                    <a:pt x="1687" y="631"/>
                  </a:lnTo>
                  <a:lnTo>
                    <a:pt x="1689" y="633"/>
                  </a:lnTo>
                  <a:lnTo>
                    <a:pt x="1690" y="635"/>
                  </a:lnTo>
                  <a:lnTo>
                    <a:pt x="1692" y="637"/>
                  </a:lnTo>
                  <a:lnTo>
                    <a:pt x="1693" y="639"/>
                  </a:lnTo>
                  <a:lnTo>
                    <a:pt x="1694" y="641"/>
                  </a:lnTo>
                  <a:lnTo>
                    <a:pt x="1696" y="645"/>
                  </a:lnTo>
                  <a:lnTo>
                    <a:pt x="1697" y="647"/>
                  </a:lnTo>
                  <a:lnTo>
                    <a:pt x="1698" y="649"/>
                  </a:lnTo>
                  <a:lnTo>
                    <a:pt x="1700" y="651"/>
                  </a:lnTo>
                  <a:lnTo>
                    <a:pt x="1701" y="653"/>
                  </a:lnTo>
                  <a:lnTo>
                    <a:pt x="1702" y="655"/>
                  </a:lnTo>
                  <a:lnTo>
                    <a:pt x="1705" y="658"/>
                  </a:lnTo>
                  <a:lnTo>
                    <a:pt x="1706" y="660"/>
                  </a:lnTo>
                  <a:lnTo>
                    <a:pt x="1708" y="664"/>
                  </a:lnTo>
                  <a:lnTo>
                    <a:pt x="1709" y="668"/>
                  </a:lnTo>
                  <a:lnTo>
                    <a:pt x="1711" y="670"/>
                  </a:lnTo>
                  <a:lnTo>
                    <a:pt x="1713" y="673"/>
                  </a:lnTo>
                  <a:lnTo>
                    <a:pt x="1714" y="677"/>
                  </a:lnTo>
                  <a:lnTo>
                    <a:pt x="1716" y="680"/>
                  </a:lnTo>
                  <a:lnTo>
                    <a:pt x="1719" y="68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1" name="Freeform 21">
              <a:extLst>
                <a:ext uri="{FF2B5EF4-FFF2-40B4-BE49-F238E27FC236}">
                  <a16:creationId xmlns:a16="http://schemas.microsoft.com/office/drawing/2014/main" id="{923BDCD7-D16E-4305-AE5B-C7983984F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084"/>
              <a:ext cx="344" cy="136"/>
            </a:xfrm>
            <a:custGeom>
              <a:avLst/>
              <a:gdLst>
                <a:gd name="T0" fmla="*/ 0 w 1719"/>
                <a:gd name="T1" fmla="*/ 0 h 683"/>
                <a:gd name="T2" fmla="*/ 0 w 1719"/>
                <a:gd name="T3" fmla="*/ 0 h 683"/>
                <a:gd name="T4" fmla="*/ 0 w 1719"/>
                <a:gd name="T5" fmla="*/ 0 h 683"/>
                <a:gd name="T6" fmla="*/ 0 w 1719"/>
                <a:gd name="T7" fmla="*/ 0 h 683"/>
                <a:gd name="T8" fmla="*/ 0 w 1719"/>
                <a:gd name="T9" fmla="*/ 0 h 683"/>
                <a:gd name="T10" fmla="*/ 0 w 1719"/>
                <a:gd name="T11" fmla="*/ 0 h 683"/>
                <a:gd name="T12" fmla="*/ 0 w 1719"/>
                <a:gd name="T13" fmla="*/ 0 h 683"/>
                <a:gd name="T14" fmla="*/ 0 w 1719"/>
                <a:gd name="T15" fmla="*/ 0 h 683"/>
                <a:gd name="T16" fmla="*/ 0 w 1719"/>
                <a:gd name="T17" fmla="*/ 0 h 683"/>
                <a:gd name="T18" fmla="*/ 0 w 1719"/>
                <a:gd name="T19" fmla="*/ 0 h 683"/>
                <a:gd name="T20" fmla="*/ 0 w 1719"/>
                <a:gd name="T21" fmla="*/ 0 h 683"/>
                <a:gd name="T22" fmla="*/ 0 w 1719"/>
                <a:gd name="T23" fmla="*/ 0 h 683"/>
                <a:gd name="T24" fmla="*/ 0 w 1719"/>
                <a:gd name="T25" fmla="*/ 0 h 683"/>
                <a:gd name="T26" fmla="*/ 0 w 1719"/>
                <a:gd name="T27" fmla="*/ 0 h 683"/>
                <a:gd name="T28" fmla="*/ 0 w 1719"/>
                <a:gd name="T29" fmla="*/ 0 h 683"/>
                <a:gd name="T30" fmla="*/ 0 w 1719"/>
                <a:gd name="T31" fmla="*/ 0 h 683"/>
                <a:gd name="T32" fmla="*/ 0 w 1719"/>
                <a:gd name="T33" fmla="*/ 0 h 683"/>
                <a:gd name="T34" fmla="*/ 0 w 1719"/>
                <a:gd name="T35" fmla="*/ 0 h 683"/>
                <a:gd name="T36" fmla="*/ 0 w 1719"/>
                <a:gd name="T37" fmla="*/ 0 h 683"/>
                <a:gd name="T38" fmla="*/ 0 w 1719"/>
                <a:gd name="T39" fmla="*/ 0 h 683"/>
                <a:gd name="T40" fmla="*/ 0 w 1719"/>
                <a:gd name="T41" fmla="*/ 0 h 683"/>
                <a:gd name="T42" fmla="*/ 0 w 1719"/>
                <a:gd name="T43" fmla="*/ 0 h 683"/>
                <a:gd name="T44" fmla="*/ 0 w 1719"/>
                <a:gd name="T45" fmla="*/ 0 h 683"/>
                <a:gd name="T46" fmla="*/ 0 w 1719"/>
                <a:gd name="T47" fmla="*/ 0 h 683"/>
                <a:gd name="T48" fmla="*/ 0 w 1719"/>
                <a:gd name="T49" fmla="*/ 0 h 683"/>
                <a:gd name="T50" fmla="*/ 0 w 1719"/>
                <a:gd name="T51" fmla="*/ 0 h 683"/>
                <a:gd name="T52" fmla="*/ 0 w 1719"/>
                <a:gd name="T53" fmla="*/ 0 h 683"/>
                <a:gd name="T54" fmla="*/ 0 w 1719"/>
                <a:gd name="T55" fmla="*/ 0 h 683"/>
                <a:gd name="T56" fmla="*/ 0 w 1719"/>
                <a:gd name="T57" fmla="*/ 0 h 683"/>
                <a:gd name="T58" fmla="*/ 0 w 1719"/>
                <a:gd name="T59" fmla="*/ 0 h 683"/>
                <a:gd name="T60" fmla="*/ 0 w 1719"/>
                <a:gd name="T61" fmla="*/ 0 h 683"/>
                <a:gd name="T62" fmla="*/ 0 w 1719"/>
                <a:gd name="T63" fmla="*/ 0 h 683"/>
                <a:gd name="T64" fmla="*/ 0 w 1719"/>
                <a:gd name="T65" fmla="*/ 0 h 683"/>
                <a:gd name="T66" fmla="*/ 0 w 1719"/>
                <a:gd name="T67" fmla="*/ 0 h 683"/>
                <a:gd name="T68" fmla="*/ 0 w 1719"/>
                <a:gd name="T69" fmla="*/ 0 h 683"/>
                <a:gd name="T70" fmla="*/ 0 w 1719"/>
                <a:gd name="T71" fmla="*/ 0 h 683"/>
                <a:gd name="T72" fmla="*/ 0 w 1719"/>
                <a:gd name="T73" fmla="*/ 0 h 683"/>
                <a:gd name="T74" fmla="*/ 0 w 1719"/>
                <a:gd name="T75" fmla="*/ 0 h 683"/>
                <a:gd name="T76" fmla="*/ 0 w 1719"/>
                <a:gd name="T77" fmla="*/ 0 h 683"/>
                <a:gd name="T78" fmla="*/ 0 w 1719"/>
                <a:gd name="T79" fmla="*/ 0 h 683"/>
                <a:gd name="T80" fmla="*/ 0 w 1719"/>
                <a:gd name="T81" fmla="*/ 0 h 683"/>
                <a:gd name="T82" fmla="*/ 0 w 1719"/>
                <a:gd name="T83" fmla="*/ 0 h 683"/>
                <a:gd name="T84" fmla="*/ 0 w 1719"/>
                <a:gd name="T85" fmla="*/ 0 h 683"/>
                <a:gd name="T86" fmla="*/ 0 w 1719"/>
                <a:gd name="T87" fmla="*/ 0 h 683"/>
                <a:gd name="T88" fmla="*/ 0 w 1719"/>
                <a:gd name="T89" fmla="*/ 0 h 683"/>
                <a:gd name="T90" fmla="*/ 0 w 1719"/>
                <a:gd name="T91" fmla="*/ 0 h 683"/>
                <a:gd name="T92" fmla="*/ 0 w 1719"/>
                <a:gd name="T93" fmla="*/ 0 h 683"/>
                <a:gd name="T94" fmla="*/ 0 w 1719"/>
                <a:gd name="T95" fmla="*/ 0 h 683"/>
                <a:gd name="T96" fmla="*/ 0 w 1719"/>
                <a:gd name="T97" fmla="*/ 0 h 683"/>
                <a:gd name="T98" fmla="*/ 0 w 1719"/>
                <a:gd name="T99" fmla="*/ 0 h 683"/>
                <a:gd name="T100" fmla="*/ 0 w 1719"/>
                <a:gd name="T101" fmla="*/ 0 h 683"/>
                <a:gd name="T102" fmla="*/ 0 w 1719"/>
                <a:gd name="T103" fmla="*/ 0 h 683"/>
                <a:gd name="T104" fmla="*/ 0 w 1719"/>
                <a:gd name="T105" fmla="*/ 0 h 683"/>
                <a:gd name="T106" fmla="*/ 0 w 1719"/>
                <a:gd name="T107" fmla="*/ 0 h 683"/>
                <a:gd name="T108" fmla="*/ 0 w 1719"/>
                <a:gd name="T109" fmla="*/ 0 h 683"/>
                <a:gd name="T110" fmla="*/ 0 w 1719"/>
                <a:gd name="T111" fmla="*/ 0 h 683"/>
                <a:gd name="T112" fmla="*/ 0 w 1719"/>
                <a:gd name="T113" fmla="*/ 0 h 683"/>
                <a:gd name="T114" fmla="*/ 0 w 1719"/>
                <a:gd name="T115" fmla="*/ 0 h 683"/>
                <a:gd name="T116" fmla="*/ 0 w 1719"/>
                <a:gd name="T117" fmla="*/ 0 h 683"/>
                <a:gd name="T118" fmla="*/ 0 w 1719"/>
                <a:gd name="T119" fmla="*/ 0 h 683"/>
                <a:gd name="T120" fmla="*/ 0 w 1719"/>
                <a:gd name="T121" fmla="*/ 0 h 68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19"/>
                <a:gd name="T184" fmla="*/ 0 h 683"/>
                <a:gd name="T185" fmla="*/ 1719 w 1719"/>
                <a:gd name="T186" fmla="*/ 683 h 68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19" h="683">
                  <a:moveTo>
                    <a:pt x="0" y="683"/>
                  </a:moveTo>
                  <a:lnTo>
                    <a:pt x="66" y="683"/>
                  </a:lnTo>
                  <a:lnTo>
                    <a:pt x="127" y="683"/>
                  </a:lnTo>
                  <a:lnTo>
                    <a:pt x="184" y="683"/>
                  </a:lnTo>
                  <a:lnTo>
                    <a:pt x="238" y="683"/>
                  </a:lnTo>
                  <a:lnTo>
                    <a:pt x="290" y="683"/>
                  </a:lnTo>
                  <a:lnTo>
                    <a:pt x="336" y="683"/>
                  </a:lnTo>
                  <a:lnTo>
                    <a:pt x="379" y="683"/>
                  </a:lnTo>
                  <a:lnTo>
                    <a:pt x="418" y="683"/>
                  </a:lnTo>
                  <a:lnTo>
                    <a:pt x="455" y="683"/>
                  </a:lnTo>
                  <a:lnTo>
                    <a:pt x="490" y="683"/>
                  </a:lnTo>
                  <a:lnTo>
                    <a:pt x="520" y="683"/>
                  </a:lnTo>
                  <a:lnTo>
                    <a:pt x="549" y="683"/>
                  </a:lnTo>
                  <a:lnTo>
                    <a:pt x="575" y="683"/>
                  </a:lnTo>
                  <a:lnTo>
                    <a:pt x="598" y="683"/>
                  </a:lnTo>
                  <a:lnTo>
                    <a:pt x="620" y="683"/>
                  </a:lnTo>
                  <a:lnTo>
                    <a:pt x="639" y="683"/>
                  </a:lnTo>
                  <a:lnTo>
                    <a:pt x="656" y="682"/>
                  </a:lnTo>
                  <a:lnTo>
                    <a:pt x="671" y="682"/>
                  </a:lnTo>
                  <a:lnTo>
                    <a:pt x="685" y="682"/>
                  </a:lnTo>
                  <a:lnTo>
                    <a:pt x="698" y="682"/>
                  </a:lnTo>
                  <a:lnTo>
                    <a:pt x="708" y="682"/>
                  </a:lnTo>
                  <a:lnTo>
                    <a:pt x="718" y="682"/>
                  </a:lnTo>
                  <a:lnTo>
                    <a:pt x="726" y="682"/>
                  </a:lnTo>
                  <a:lnTo>
                    <a:pt x="733" y="682"/>
                  </a:lnTo>
                  <a:lnTo>
                    <a:pt x="741" y="681"/>
                  </a:lnTo>
                  <a:lnTo>
                    <a:pt x="746" y="681"/>
                  </a:lnTo>
                  <a:lnTo>
                    <a:pt x="751" y="681"/>
                  </a:lnTo>
                  <a:lnTo>
                    <a:pt x="757" y="681"/>
                  </a:lnTo>
                  <a:lnTo>
                    <a:pt x="761" y="681"/>
                  </a:lnTo>
                  <a:lnTo>
                    <a:pt x="765" y="680"/>
                  </a:lnTo>
                  <a:lnTo>
                    <a:pt x="770" y="680"/>
                  </a:lnTo>
                  <a:lnTo>
                    <a:pt x="775" y="680"/>
                  </a:lnTo>
                  <a:lnTo>
                    <a:pt x="780" y="679"/>
                  </a:lnTo>
                  <a:lnTo>
                    <a:pt x="785" y="679"/>
                  </a:lnTo>
                  <a:lnTo>
                    <a:pt x="788" y="679"/>
                  </a:lnTo>
                  <a:lnTo>
                    <a:pt x="792" y="679"/>
                  </a:lnTo>
                  <a:lnTo>
                    <a:pt x="796" y="678"/>
                  </a:lnTo>
                  <a:lnTo>
                    <a:pt x="800" y="678"/>
                  </a:lnTo>
                  <a:lnTo>
                    <a:pt x="803" y="678"/>
                  </a:lnTo>
                  <a:lnTo>
                    <a:pt x="806" y="678"/>
                  </a:lnTo>
                  <a:lnTo>
                    <a:pt x="808" y="678"/>
                  </a:lnTo>
                  <a:lnTo>
                    <a:pt x="811" y="677"/>
                  </a:lnTo>
                  <a:lnTo>
                    <a:pt x="814" y="677"/>
                  </a:lnTo>
                  <a:lnTo>
                    <a:pt x="817" y="677"/>
                  </a:lnTo>
                  <a:lnTo>
                    <a:pt x="819" y="677"/>
                  </a:lnTo>
                  <a:lnTo>
                    <a:pt x="822" y="677"/>
                  </a:lnTo>
                  <a:lnTo>
                    <a:pt x="824" y="676"/>
                  </a:lnTo>
                  <a:lnTo>
                    <a:pt x="826" y="676"/>
                  </a:lnTo>
                  <a:lnTo>
                    <a:pt x="829" y="676"/>
                  </a:lnTo>
                  <a:lnTo>
                    <a:pt x="831" y="676"/>
                  </a:lnTo>
                  <a:lnTo>
                    <a:pt x="835" y="675"/>
                  </a:lnTo>
                  <a:lnTo>
                    <a:pt x="837" y="675"/>
                  </a:lnTo>
                  <a:lnTo>
                    <a:pt x="839" y="675"/>
                  </a:lnTo>
                  <a:lnTo>
                    <a:pt x="842" y="674"/>
                  </a:lnTo>
                  <a:lnTo>
                    <a:pt x="844" y="674"/>
                  </a:lnTo>
                  <a:lnTo>
                    <a:pt x="847" y="674"/>
                  </a:lnTo>
                  <a:lnTo>
                    <a:pt x="850" y="673"/>
                  </a:lnTo>
                  <a:lnTo>
                    <a:pt x="854" y="673"/>
                  </a:lnTo>
                  <a:lnTo>
                    <a:pt x="857" y="671"/>
                  </a:lnTo>
                  <a:lnTo>
                    <a:pt x="860" y="671"/>
                  </a:lnTo>
                  <a:lnTo>
                    <a:pt x="864" y="670"/>
                  </a:lnTo>
                  <a:lnTo>
                    <a:pt x="868" y="670"/>
                  </a:lnTo>
                  <a:lnTo>
                    <a:pt x="874" y="669"/>
                  </a:lnTo>
                  <a:lnTo>
                    <a:pt x="878" y="669"/>
                  </a:lnTo>
                  <a:lnTo>
                    <a:pt x="882" y="668"/>
                  </a:lnTo>
                  <a:lnTo>
                    <a:pt x="886" y="667"/>
                  </a:lnTo>
                  <a:lnTo>
                    <a:pt x="891" y="667"/>
                  </a:lnTo>
                  <a:lnTo>
                    <a:pt x="894" y="666"/>
                  </a:lnTo>
                  <a:lnTo>
                    <a:pt x="898" y="666"/>
                  </a:lnTo>
                  <a:lnTo>
                    <a:pt x="901" y="666"/>
                  </a:lnTo>
                  <a:lnTo>
                    <a:pt x="904" y="665"/>
                  </a:lnTo>
                  <a:lnTo>
                    <a:pt x="907" y="665"/>
                  </a:lnTo>
                  <a:lnTo>
                    <a:pt x="910" y="664"/>
                  </a:lnTo>
                  <a:lnTo>
                    <a:pt x="913" y="664"/>
                  </a:lnTo>
                  <a:lnTo>
                    <a:pt x="915" y="663"/>
                  </a:lnTo>
                  <a:lnTo>
                    <a:pt x="919" y="663"/>
                  </a:lnTo>
                  <a:lnTo>
                    <a:pt x="921" y="662"/>
                  </a:lnTo>
                  <a:lnTo>
                    <a:pt x="924" y="662"/>
                  </a:lnTo>
                  <a:lnTo>
                    <a:pt x="926" y="661"/>
                  </a:lnTo>
                  <a:lnTo>
                    <a:pt x="928" y="661"/>
                  </a:lnTo>
                  <a:lnTo>
                    <a:pt x="932" y="660"/>
                  </a:lnTo>
                  <a:lnTo>
                    <a:pt x="934" y="660"/>
                  </a:lnTo>
                  <a:lnTo>
                    <a:pt x="936" y="659"/>
                  </a:lnTo>
                  <a:lnTo>
                    <a:pt x="939" y="658"/>
                  </a:lnTo>
                  <a:lnTo>
                    <a:pt x="942" y="658"/>
                  </a:lnTo>
                  <a:lnTo>
                    <a:pt x="944" y="657"/>
                  </a:lnTo>
                  <a:lnTo>
                    <a:pt x="947" y="656"/>
                  </a:lnTo>
                  <a:lnTo>
                    <a:pt x="951" y="655"/>
                  </a:lnTo>
                  <a:lnTo>
                    <a:pt x="954" y="652"/>
                  </a:lnTo>
                  <a:lnTo>
                    <a:pt x="958" y="651"/>
                  </a:lnTo>
                  <a:lnTo>
                    <a:pt x="961" y="650"/>
                  </a:lnTo>
                  <a:lnTo>
                    <a:pt x="966" y="649"/>
                  </a:lnTo>
                  <a:lnTo>
                    <a:pt x="971" y="648"/>
                  </a:lnTo>
                  <a:lnTo>
                    <a:pt x="975" y="646"/>
                  </a:lnTo>
                  <a:lnTo>
                    <a:pt x="980" y="645"/>
                  </a:lnTo>
                  <a:lnTo>
                    <a:pt x="985" y="643"/>
                  </a:lnTo>
                  <a:lnTo>
                    <a:pt x="991" y="642"/>
                  </a:lnTo>
                  <a:lnTo>
                    <a:pt x="995" y="640"/>
                  </a:lnTo>
                  <a:lnTo>
                    <a:pt x="999" y="639"/>
                  </a:lnTo>
                  <a:lnTo>
                    <a:pt x="1003" y="638"/>
                  </a:lnTo>
                  <a:lnTo>
                    <a:pt x="1009" y="636"/>
                  </a:lnTo>
                  <a:lnTo>
                    <a:pt x="1013" y="635"/>
                  </a:lnTo>
                  <a:lnTo>
                    <a:pt x="1016" y="633"/>
                  </a:lnTo>
                  <a:lnTo>
                    <a:pt x="1019" y="632"/>
                  </a:lnTo>
                  <a:lnTo>
                    <a:pt x="1022" y="631"/>
                  </a:lnTo>
                  <a:lnTo>
                    <a:pt x="1026" y="630"/>
                  </a:lnTo>
                  <a:lnTo>
                    <a:pt x="1029" y="629"/>
                  </a:lnTo>
                  <a:lnTo>
                    <a:pt x="1032" y="628"/>
                  </a:lnTo>
                  <a:lnTo>
                    <a:pt x="1034" y="628"/>
                  </a:lnTo>
                  <a:lnTo>
                    <a:pt x="1037" y="627"/>
                  </a:lnTo>
                  <a:lnTo>
                    <a:pt x="1039" y="626"/>
                  </a:lnTo>
                  <a:lnTo>
                    <a:pt x="1041" y="625"/>
                  </a:lnTo>
                  <a:lnTo>
                    <a:pt x="1044" y="624"/>
                  </a:lnTo>
                  <a:lnTo>
                    <a:pt x="1047" y="623"/>
                  </a:lnTo>
                  <a:lnTo>
                    <a:pt x="1049" y="622"/>
                  </a:lnTo>
                  <a:lnTo>
                    <a:pt x="1052" y="621"/>
                  </a:lnTo>
                  <a:lnTo>
                    <a:pt x="1055" y="620"/>
                  </a:lnTo>
                  <a:lnTo>
                    <a:pt x="1058" y="619"/>
                  </a:lnTo>
                  <a:lnTo>
                    <a:pt x="1060" y="617"/>
                  </a:lnTo>
                  <a:lnTo>
                    <a:pt x="1063" y="616"/>
                  </a:lnTo>
                  <a:lnTo>
                    <a:pt x="1067" y="615"/>
                  </a:lnTo>
                  <a:lnTo>
                    <a:pt x="1070" y="612"/>
                  </a:lnTo>
                  <a:lnTo>
                    <a:pt x="1073" y="611"/>
                  </a:lnTo>
                  <a:lnTo>
                    <a:pt x="1076" y="609"/>
                  </a:lnTo>
                  <a:lnTo>
                    <a:pt x="1080" y="607"/>
                  </a:lnTo>
                  <a:lnTo>
                    <a:pt x="1085" y="605"/>
                  </a:lnTo>
                  <a:lnTo>
                    <a:pt x="1089" y="603"/>
                  </a:lnTo>
                  <a:lnTo>
                    <a:pt x="1093" y="601"/>
                  </a:lnTo>
                  <a:lnTo>
                    <a:pt x="1097" y="599"/>
                  </a:lnTo>
                  <a:lnTo>
                    <a:pt x="1102" y="597"/>
                  </a:lnTo>
                  <a:lnTo>
                    <a:pt x="1107" y="594"/>
                  </a:lnTo>
                  <a:lnTo>
                    <a:pt x="1110" y="592"/>
                  </a:lnTo>
                  <a:lnTo>
                    <a:pt x="1114" y="590"/>
                  </a:lnTo>
                  <a:lnTo>
                    <a:pt x="1117" y="589"/>
                  </a:lnTo>
                  <a:lnTo>
                    <a:pt x="1120" y="587"/>
                  </a:lnTo>
                  <a:lnTo>
                    <a:pt x="1123" y="586"/>
                  </a:lnTo>
                  <a:lnTo>
                    <a:pt x="1126" y="584"/>
                  </a:lnTo>
                  <a:lnTo>
                    <a:pt x="1129" y="583"/>
                  </a:lnTo>
                  <a:lnTo>
                    <a:pt x="1131" y="582"/>
                  </a:lnTo>
                  <a:lnTo>
                    <a:pt x="1133" y="581"/>
                  </a:lnTo>
                  <a:lnTo>
                    <a:pt x="1135" y="580"/>
                  </a:lnTo>
                  <a:lnTo>
                    <a:pt x="1138" y="578"/>
                  </a:lnTo>
                  <a:lnTo>
                    <a:pt x="1140" y="577"/>
                  </a:lnTo>
                  <a:lnTo>
                    <a:pt x="1144" y="576"/>
                  </a:lnTo>
                  <a:lnTo>
                    <a:pt x="1146" y="574"/>
                  </a:lnTo>
                  <a:lnTo>
                    <a:pt x="1148" y="573"/>
                  </a:lnTo>
                  <a:lnTo>
                    <a:pt x="1150" y="572"/>
                  </a:lnTo>
                  <a:lnTo>
                    <a:pt x="1152" y="571"/>
                  </a:lnTo>
                  <a:lnTo>
                    <a:pt x="1154" y="570"/>
                  </a:lnTo>
                  <a:lnTo>
                    <a:pt x="1157" y="568"/>
                  </a:lnTo>
                  <a:lnTo>
                    <a:pt x="1159" y="567"/>
                  </a:lnTo>
                  <a:lnTo>
                    <a:pt x="1162" y="566"/>
                  </a:lnTo>
                  <a:lnTo>
                    <a:pt x="1165" y="564"/>
                  </a:lnTo>
                  <a:lnTo>
                    <a:pt x="1168" y="562"/>
                  </a:lnTo>
                  <a:lnTo>
                    <a:pt x="1170" y="560"/>
                  </a:lnTo>
                  <a:lnTo>
                    <a:pt x="1174" y="559"/>
                  </a:lnTo>
                  <a:lnTo>
                    <a:pt x="1177" y="557"/>
                  </a:lnTo>
                  <a:lnTo>
                    <a:pt x="1181" y="554"/>
                  </a:lnTo>
                  <a:lnTo>
                    <a:pt x="1185" y="552"/>
                  </a:lnTo>
                  <a:lnTo>
                    <a:pt x="1189" y="550"/>
                  </a:lnTo>
                  <a:lnTo>
                    <a:pt x="1193" y="548"/>
                  </a:lnTo>
                  <a:lnTo>
                    <a:pt x="1197" y="546"/>
                  </a:lnTo>
                  <a:lnTo>
                    <a:pt x="1201" y="544"/>
                  </a:lnTo>
                  <a:lnTo>
                    <a:pt x="1204" y="542"/>
                  </a:lnTo>
                  <a:lnTo>
                    <a:pt x="1207" y="540"/>
                  </a:lnTo>
                  <a:lnTo>
                    <a:pt x="1210" y="539"/>
                  </a:lnTo>
                  <a:lnTo>
                    <a:pt x="1213" y="536"/>
                  </a:lnTo>
                  <a:lnTo>
                    <a:pt x="1215" y="535"/>
                  </a:lnTo>
                  <a:lnTo>
                    <a:pt x="1217" y="534"/>
                  </a:lnTo>
                  <a:lnTo>
                    <a:pt x="1221" y="532"/>
                  </a:lnTo>
                  <a:lnTo>
                    <a:pt x="1223" y="531"/>
                  </a:lnTo>
                  <a:lnTo>
                    <a:pt x="1225" y="530"/>
                  </a:lnTo>
                  <a:lnTo>
                    <a:pt x="1227" y="529"/>
                  </a:lnTo>
                  <a:lnTo>
                    <a:pt x="1228" y="528"/>
                  </a:lnTo>
                  <a:lnTo>
                    <a:pt x="1230" y="527"/>
                  </a:lnTo>
                  <a:lnTo>
                    <a:pt x="1232" y="526"/>
                  </a:lnTo>
                  <a:lnTo>
                    <a:pt x="1235" y="525"/>
                  </a:lnTo>
                  <a:lnTo>
                    <a:pt x="1236" y="523"/>
                  </a:lnTo>
                  <a:lnTo>
                    <a:pt x="1239" y="522"/>
                  </a:lnTo>
                  <a:lnTo>
                    <a:pt x="1241" y="521"/>
                  </a:lnTo>
                  <a:lnTo>
                    <a:pt x="1243" y="520"/>
                  </a:lnTo>
                  <a:lnTo>
                    <a:pt x="1245" y="518"/>
                  </a:lnTo>
                  <a:lnTo>
                    <a:pt x="1246" y="516"/>
                  </a:lnTo>
                  <a:lnTo>
                    <a:pt x="1248" y="515"/>
                  </a:lnTo>
                  <a:lnTo>
                    <a:pt x="1250" y="513"/>
                  </a:lnTo>
                  <a:lnTo>
                    <a:pt x="1253" y="512"/>
                  </a:lnTo>
                  <a:lnTo>
                    <a:pt x="1255" y="511"/>
                  </a:lnTo>
                  <a:lnTo>
                    <a:pt x="1257" y="509"/>
                  </a:lnTo>
                  <a:lnTo>
                    <a:pt x="1261" y="507"/>
                  </a:lnTo>
                  <a:lnTo>
                    <a:pt x="1263" y="506"/>
                  </a:lnTo>
                  <a:lnTo>
                    <a:pt x="1266" y="504"/>
                  </a:lnTo>
                  <a:lnTo>
                    <a:pt x="1269" y="502"/>
                  </a:lnTo>
                  <a:lnTo>
                    <a:pt x="1272" y="500"/>
                  </a:lnTo>
                  <a:lnTo>
                    <a:pt x="1275" y="497"/>
                  </a:lnTo>
                  <a:lnTo>
                    <a:pt x="1280" y="495"/>
                  </a:lnTo>
                  <a:lnTo>
                    <a:pt x="1282" y="494"/>
                  </a:lnTo>
                  <a:lnTo>
                    <a:pt x="1285" y="492"/>
                  </a:lnTo>
                  <a:lnTo>
                    <a:pt x="1287" y="491"/>
                  </a:lnTo>
                  <a:lnTo>
                    <a:pt x="1289" y="489"/>
                  </a:lnTo>
                  <a:lnTo>
                    <a:pt x="1291" y="488"/>
                  </a:lnTo>
                  <a:lnTo>
                    <a:pt x="1293" y="487"/>
                  </a:lnTo>
                  <a:lnTo>
                    <a:pt x="1295" y="486"/>
                  </a:lnTo>
                  <a:lnTo>
                    <a:pt x="1296" y="485"/>
                  </a:lnTo>
                  <a:lnTo>
                    <a:pt x="1299" y="484"/>
                  </a:lnTo>
                  <a:lnTo>
                    <a:pt x="1300" y="482"/>
                  </a:lnTo>
                  <a:lnTo>
                    <a:pt x="1302" y="482"/>
                  </a:lnTo>
                  <a:lnTo>
                    <a:pt x="1303" y="481"/>
                  </a:lnTo>
                  <a:lnTo>
                    <a:pt x="1304" y="480"/>
                  </a:lnTo>
                  <a:lnTo>
                    <a:pt x="1306" y="479"/>
                  </a:lnTo>
                  <a:lnTo>
                    <a:pt x="1307" y="477"/>
                  </a:lnTo>
                  <a:lnTo>
                    <a:pt x="1308" y="476"/>
                  </a:lnTo>
                  <a:lnTo>
                    <a:pt x="1310" y="475"/>
                  </a:lnTo>
                  <a:lnTo>
                    <a:pt x="1311" y="474"/>
                  </a:lnTo>
                  <a:lnTo>
                    <a:pt x="1312" y="472"/>
                  </a:lnTo>
                  <a:lnTo>
                    <a:pt x="1313" y="471"/>
                  </a:lnTo>
                  <a:lnTo>
                    <a:pt x="1315" y="470"/>
                  </a:lnTo>
                  <a:lnTo>
                    <a:pt x="1317" y="469"/>
                  </a:lnTo>
                  <a:lnTo>
                    <a:pt x="1319" y="468"/>
                  </a:lnTo>
                  <a:lnTo>
                    <a:pt x="1320" y="466"/>
                  </a:lnTo>
                  <a:lnTo>
                    <a:pt x="1322" y="465"/>
                  </a:lnTo>
                  <a:lnTo>
                    <a:pt x="1325" y="464"/>
                  </a:lnTo>
                  <a:lnTo>
                    <a:pt x="1327" y="462"/>
                  </a:lnTo>
                  <a:lnTo>
                    <a:pt x="1329" y="461"/>
                  </a:lnTo>
                  <a:lnTo>
                    <a:pt x="1331" y="458"/>
                  </a:lnTo>
                  <a:lnTo>
                    <a:pt x="1333" y="456"/>
                  </a:lnTo>
                  <a:lnTo>
                    <a:pt x="1336" y="455"/>
                  </a:lnTo>
                  <a:lnTo>
                    <a:pt x="1338" y="453"/>
                  </a:lnTo>
                  <a:lnTo>
                    <a:pt x="1339" y="452"/>
                  </a:lnTo>
                  <a:lnTo>
                    <a:pt x="1341" y="450"/>
                  </a:lnTo>
                  <a:lnTo>
                    <a:pt x="1343" y="449"/>
                  </a:lnTo>
                  <a:lnTo>
                    <a:pt x="1344" y="448"/>
                  </a:lnTo>
                  <a:lnTo>
                    <a:pt x="1346" y="447"/>
                  </a:lnTo>
                  <a:lnTo>
                    <a:pt x="1347" y="446"/>
                  </a:lnTo>
                  <a:lnTo>
                    <a:pt x="1348" y="445"/>
                  </a:lnTo>
                  <a:lnTo>
                    <a:pt x="1350" y="444"/>
                  </a:lnTo>
                  <a:lnTo>
                    <a:pt x="1351" y="443"/>
                  </a:lnTo>
                  <a:lnTo>
                    <a:pt x="1352" y="442"/>
                  </a:lnTo>
                  <a:lnTo>
                    <a:pt x="1353" y="441"/>
                  </a:lnTo>
                  <a:lnTo>
                    <a:pt x="1354" y="440"/>
                  </a:lnTo>
                  <a:lnTo>
                    <a:pt x="1357" y="438"/>
                  </a:lnTo>
                  <a:lnTo>
                    <a:pt x="1358" y="438"/>
                  </a:lnTo>
                  <a:lnTo>
                    <a:pt x="1359" y="437"/>
                  </a:lnTo>
                  <a:lnTo>
                    <a:pt x="1360" y="436"/>
                  </a:lnTo>
                  <a:lnTo>
                    <a:pt x="1361" y="435"/>
                  </a:lnTo>
                  <a:lnTo>
                    <a:pt x="1363" y="434"/>
                  </a:lnTo>
                  <a:lnTo>
                    <a:pt x="1364" y="433"/>
                  </a:lnTo>
                  <a:lnTo>
                    <a:pt x="1365" y="432"/>
                  </a:lnTo>
                  <a:lnTo>
                    <a:pt x="1367" y="431"/>
                  </a:lnTo>
                  <a:lnTo>
                    <a:pt x="1370" y="430"/>
                  </a:lnTo>
                  <a:lnTo>
                    <a:pt x="1371" y="429"/>
                  </a:lnTo>
                  <a:lnTo>
                    <a:pt x="1373" y="427"/>
                  </a:lnTo>
                  <a:lnTo>
                    <a:pt x="1376" y="425"/>
                  </a:lnTo>
                  <a:lnTo>
                    <a:pt x="1378" y="424"/>
                  </a:lnTo>
                  <a:lnTo>
                    <a:pt x="1380" y="422"/>
                  </a:lnTo>
                  <a:lnTo>
                    <a:pt x="1382" y="421"/>
                  </a:lnTo>
                  <a:lnTo>
                    <a:pt x="1385" y="418"/>
                  </a:lnTo>
                  <a:lnTo>
                    <a:pt x="1387" y="417"/>
                  </a:lnTo>
                  <a:lnTo>
                    <a:pt x="1389" y="415"/>
                  </a:lnTo>
                  <a:lnTo>
                    <a:pt x="1392" y="414"/>
                  </a:lnTo>
                  <a:lnTo>
                    <a:pt x="1395" y="412"/>
                  </a:lnTo>
                  <a:lnTo>
                    <a:pt x="1397" y="411"/>
                  </a:lnTo>
                  <a:lnTo>
                    <a:pt x="1398" y="410"/>
                  </a:lnTo>
                  <a:lnTo>
                    <a:pt x="1400" y="408"/>
                  </a:lnTo>
                  <a:lnTo>
                    <a:pt x="1402" y="407"/>
                  </a:lnTo>
                  <a:lnTo>
                    <a:pt x="1403" y="406"/>
                  </a:lnTo>
                  <a:lnTo>
                    <a:pt x="1405" y="405"/>
                  </a:lnTo>
                  <a:lnTo>
                    <a:pt x="1406" y="404"/>
                  </a:lnTo>
                  <a:lnTo>
                    <a:pt x="1407" y="403"/>
                  </a:lnTo>
                  <a:lnTo>
                    <a:pt x="1409" y="402"/>
                  </a:lnTo>
                  <a:lnTo>
                    <a:pt x="1410" y="400"/>
                  </a:lnTo>
                  <a:lnTo>
                    <a:pt x="1411" y="399"/>
                  </a:lnTo>
                  <a:lnTo>
                    <a:pt x="1415" y="398"/>
                  </a:lnTo>
                  <a:lnTo>
                    <a:pt x="1416" y="396"/>
                  </a:lnTo>
                  <a:lnTo>
                    <a:pt x="1417" y="395"/>
                  </a:lnTo>
                  <a:lnTo>
                    <a:pt x="1419" y="394"/>
                  </a:lnTo>
                  <a:lnTo>
                    <a:pt x="1420" y="393"/>
                  </a:lnTo>
                  <a:lnTo>
                    <a:pt x="1421" y="391"/>
                  </a:lnTo>
                  <a:lnTo>
                    <a:pt x="1423" y="390"/>
                  </a:lnTo>
                  <a:lnTo>
                    <a:pt x="1424" y="388"/>
                  </a:lnTo>
                  <a:lnTo>
                    <a:pt x="1426" y="387"/>
                  </a:lnTo>
                  <a:lnTo>
                    <a:pt x="1428" y="385"/>
                  </a:lnTo>
                  <a:lnTo>
                    <a:pt x="1429" y="382"/>
                  </a:lnTo>
                  <a:lnTo>
                    <a:pt x="1431" y="379"/>
                  </a:lnTo>
                  <a:lnTo>
                    <a:pt x="1434" y="377"/>
                  </a:lnTo>
                  <a:lnTo>
                    <a:pt x="1436" y="374"/>
                  </a:lnTo>
                  <a:lnTo>
                    <a:pt x="1439" y="372"/>
                  </a:lnTo>
                  <a:lnTo>
                    <a:pt x="1441" y="369"/>
                  </a:lnTo>
                  <a:lnTo>
                    <a:pt x="1444" y="367"/>
                  </a:lnTo>
                  <a:lnTo>
                    <a:pt x="1446" y="364"/>
                  </a:lnTo>
                  <a:lnTo>
                    <a:pt x="1449" y="360"/>
                  </a:lnTo>
                  <a:lnTo>
                    <a:pt x="1452" y="358"/>
                  </a:lnTo>
                  <a:lnTo>
                    <a:pt x="1454" y="356"/>
                  </a:lnTo>
                  <a:lnTo>
                    <a:pt x="1456" y="354"/>
                  </a:lnTo>
                  <a:lnTo>
                    <a:pt x="1458" y="352"/>
                  </a:lnTo>
                  <a:lnTo>
                    <a:pt x="1461" y="350"/>
                  </a:lnTo>
                  <a:lnTo>
                    <a:pt x="1463" y="348"/>
                  </a:lnTo>
                  <a:lnTo>
                    <a:pt x="1464" y="346"/>
                  </a:lnTo>
                  <a:lnTo>
                    <a:pt x="1466" y="344"/>
                  </a:lnTo>
                  <a:lnTo>
                    <a:pt x="1467" y="343"/>
                  </a:lnTo>
                  <a:lnTo>
                    <a:pt x="1469" y="340"/>
                  </a:lnTo>
                  <a:lnTo>
                    <a:pt x="1470" y="338"/>
                  </a:lnTo>
                  <a:lnTo>
                    <a:pt x="1473" y="336"/>
                  </a:lnTo>
                  <a:lnTo>
                    <a:pt x="1474" y="334"/>
                  </a:lnTo>
                  <a:lnTo>
                    <a:pt x="1476" y="333"/>
                  </a:lnTo>
                  <a:lnTo>
                    <a:pt x="1477" y="331"/>
                  </a:lnTo>
                  <a:lnTo>
                    <a:pt x="1479" y="329"/>
                  </a:lnTo>
                  <a:lnTo>
                    <a:pt x="1480" y="327"/>
                  </a:lnTo>
                  <a:lnTo>
                    <a:pt x="1482" y="326"/>
                  </a:lnTo>
                  <a:lnTo>
                    <a:pt x="1483" y="324"/>
                  </a:lnTo>
                  <a:lnTo>
                    <a:pt x="1485" y="321"/>
                  </a:lnTo>
                  <a:lnTo>
                    <a:pt x="1487" y="319"/>
                  </a:lnTo>
                  <a:lnTo>
                    <a:pt x="1489" y="316"/>
                  </a:lnTo>
                  <a:lnTo>
                    <a:pt x="1492" y="314"/>
                  </a:lnTo>
                  <a:lnTo>
                    <a:pt x="1494" y="312"/>
                  </a:lnTo>
                  <a:lnTo>
                    <a:pt x="1496" y="309"/>
                  </a:lnTo>
                  <a:lnTo>
                    <a:pt x="1498" y="306"/>
                  </a:lnTo>
                  <a:lnTo>
                    <a:pt x="1501" y="302"/>
                  </a:lnTo>
                  <a:lnTo>
                    <a:pt x="1505" y="299"/>
                  </a:lnTo>
                  <a:lnTo>
                    <a:pt x="1507" y="295"/>
                  </a:lnTo>
                  <a:lnTo>
                    <a:pt x="1512" y="291"/>
                  </a:lnTo>
                  <a:lnTo>
                    <a:pt x="1515" y="287"/>
                  </a:lnTo>
                  <a:lnTo>
                    <a:pt x="1517" y="283"/>
                  </a:lnTo>
                  <a:lnTo>
                    <a:pt x="1520" y="280"/>
                  </a:lnTo>
                  <a:lnTo>
                    <a:pt x="1523" y="277"/>
                  </a:lnTo>
                  <a:lnTo>
                    <a:pt x="1525" y="274"/>
                  </a:lnTo>
                  <a:lnTo>
                    <a:pt x="1527" y="271"/>
                  </a:lnTo>
                  <a:lnTo>
                    <a:pt x="1530" y="268"/>
                  </a:lnTo>
                  <a:lnTo>
                    <a:pt x="1532" y="266"/>
                  </a:lnTo>
                  <a:lnTo>
                    <a:pt x="1534" y="263"/>
                  </a:lnTo>
                  <a:lnTo>
                    <a:pt x="1536" y="260"/>
                  </a:lnTo>
                  <a:lnTo>
                    <a:pt x="1538" y="258"/>
                  </a:lnTo>
                  <a:lnTo>
                    <a:pt x="1539" y="256"/>
                  </a:lnTo>
                  <a:lnTo>
                    <a:pt x="1541" y="254"/>
                  </a:lnTo>
                  <a:lnTo>
                    <a:pt x="1543" y="252"/>
                  </a:lnTo>
                  <a:lnTo>
                    <a:pt x="1544" y="250"/>
                  </a:lnTo>
                  <a:lnTo>
                    <a:pt x="1546" y="247"/>
                  </a:lnTo>
                  <a:lnTo>
                    <a:pt x="1547" y="244"/>
                  </a:lnTo>
                  <a:lnTo>
                    <a:pt x="1551" y="242"/>
                  </a:lnTo>
                  <a:lnTo>
                    <a:pt x="1552" y="240"/>
                  </a:lnTo>
                  <a:lnTo>
                    <a:pt x="1554" y="238"/>
                  </a:lnTo>
                  <a:lnTo>
                    <a:pt x="1556" y="235"/>
                  </a:lnTo>
                  <a:lnTo>
                    <a:pt x="1557" y="233"/>
                  </a:lnTo>
                  <a:lnTo>
                    <a:pt x="1559" y="231"/>
                  </a:lnTo>
                  <a:lnTo>
                    <a:pt x="1561" y="228"/>
                  </a:lnTo>
                  <a:lnTo>
                    <a:pt x="1563" y="224"/>
                  </a:lnTo>
                  <a:lnTo>
                    <a:pt x="1565" y="221"/>
                  </a:lnTo>
                  <a:lnTo>
                    <a:pt x="1569" y="218"/>
                  </a:lnTo>
                  <a:lnTo>
                    <a:pt x="1571" y="215"/>
                  </a:lnTo>
                  <a:lnTo>
                    <a:pt x="1574" y="211"/>
                  </a:lnTo>
                  <a:lnTo>
                    <a:pt x="1576" y="208"/>
                  </a:lnTo>
                  <a:lnTo>
                    <a:pt x="1579" y="203"/>
                  </a:lnTo>
                  <a:lnTo>
                    <a:pt x="1582" y="197"/>
                  </a:lnTo>
                  <a:lnTo>
                    <a:pt x="1585" y="193"/>
                  </a:lnTo>
                  <a:lnTo>
                    <a:pt x="1589" y="189"/>
                  </a:lnTo>
                  <a:lnTo>
                    <a:pt x="1592" y="184"/>
                  </a:lnTo>
                  <a:lnTo>
                    <a:pt x="1595" y="181"/>
                  </a:lnTo>
                  <a:lnTo>
                    <a:pt x="1598" y="178"/>
                  </a:lnTo>
                  <a:lnTo>
                    <a:pt x="1600" y="174"/>
                  </a:lnTo>
                  <a:lnTo>
                    <a:pt x="1602" y="171"/>
                  </a:lnTo>
                  <a:lnTo>
                    <a:pt x="1604" y="169"/>
                  </a:lnTo>
                  <a:lnTo>
                    <a:pt x="1607" y="165"/>
                  </a:lnTo>
                  <a:lnTo>
                    <a:pt x="1609" y="162"/>
                  </a:lnTo>
                  <a:lnTo>
                    <a:pt x="1610" y="160"/>
                  </a:lnTo>
                  <a:lnTo>
                    <a:pt x="1612" y="156"/>
                  </a:lnTo>
                  <a:lnTo>
                    <a:pt x="1614" y="154"/>
                  </a:lnTo>
                  <a:lnTo>
                    <a:pt x="1615" y="152"/>
                  </a:lnTo>
                  <a:lnTo>
                    <a:pt x="1617" y="150"/>
                  </a:lnTo>
                  <a:lnTo>
                    <a:pt x="1618" y="146"/>
                  </a:lnTo>
                  <a:lnTo>
                    <a:pt x="1620" y="144"/>
                  </a:lnTo>
                  <a:lnTo>
                    <a:pt x="1622" y="142"/>
                  </a:lnTo>
                  <a:lnTo>
                    <a:pt x="1623" y="140"/>
                  </a:lnTo>
                  <a:lnTo>
                    <a:pt x="1625" y="137"/>
                  </a:lnTo>
                  <a:lnTo>
                    <a:pt x="1628" y="135"/>
                  </a:lnTo>
                  <a:lnTo>
                    <a:pt x="1630" y="132"/>
                  </a:lnTo>
                  <a:lnTo>
                    <a:pt x="1632" y="130"/>
                  </a:lnTo>
                  <a:lnTo>
                    <a:pt x="1634" y="126"/>
                  </a:lnTo>
                  <a:lnTo>
                    <a:pt x="1636" y="123"/>
                  </a:lnTo>
                  <a:lnTo>
                    <a:pt x="1638" y="120"/>
                  </a:lnTo>
                  <a:lnTo>
                    <a:pt x="1641" y="117"/>
                  </a:lnTo>
                  <a:lnTo>
                    <a:pt x="1644" y="112"/>
                  </a:lnTo>
                  <a:lnTo>
                    <a:pt x="1647" y="107"/>
                  </a:lnTo>
                  <a:lnTo>
                    <a:pt x="1650" y="104"/>
                  </a:lnTo>
                  <a:lnTo>
                    <a:pt x="1653" y="99"/>
                  </a:lnTo>
                  <a:lnTo>
                    <a:pt x="1656" y="95"/>
                  </a:lnTo>
                  <a:lnTo>
                    <a:pt x="1660" y="91"/>
                  </a:lnTo>
                  <a:lnTo>
                    <a:pt x="1663" y="86"/>
                  </a:lnTo>
                  <a:lnTo>
                    <a:pt x="1666" y="82"/>
                  </a:lnTo>
                  <a:lnTo>
                    <a:pt x="1669" y="78"/>
                  </a:lnTo>
                  <a:lnTo>
                    <a:pt x="1672" y="75"/>
                  </a:lnTo>
                  <a:lnTo>
                    <a:pt x="1674" y="72"/>
                  </a:lnTo>
                  <a:lnTo>
                    <a:pt x="1676" y="68"/>
                  </a:lnTo>
                  <a:lnTo>
                    <a:pt x="1678" y="64"/>
                  </a:lnTo>
                  <a:lnTo>
                    <a:pt x="1680" y="61"/>
                  </a:lnTo>
                  <a:lnTo>
                    <a:pt x="1682" y="58"/>
                  </a:lnTo>
                  <a:lnTo>
                    <a:pt x="1686" y="56"/>
                  </a:lnTo>
                  <a:lnTo>
                    <a:pt x="1687" y="54"/>
                  </a:lnTo>
                  <a:lnTo>
                    <a:pt x="1689" y="50"/>
                  </a:lnTo>
                  <a:lnTo>
                    <a:pt x="1690" y="48"/>
                  </a:lnTo>
                  <a:lnTo>
                    <a:pt x="1692" y="46"/>
                  </a:lnTo>
                  <a:lnTo>
                    <a:pt x="1693" y="44"/>
                  </a:lnTo>
                  <a:lnTo>
                    <a:pt x="1694" y="42"/>
                  </a:lnTo>
                  <a:lnTo>
                    <a:pt x="1696" y="40"/>
                  </a:lnTo>
                  <a:lnTo>
                    <a:pt x="1697" y="38"/>
                  </a:lnTo>
                  <a:lnTo>
                    <a:pt x="1698" y="36"/>
                  </a:lnTo>
                  <a:lnTo>
                    <a:pt x="1700" y="34"/>
                  </a:lnTo>
                  <a:lnTo>
                    <a:pt x="1701" y="31"/>
                  </a:lnTo>
                  <a:lnTo>
                    <a:pt x="1702" y="28"/>
                  </a:lnTo>
                  <a:lnTo>
                    <a:pt x="1705" y="26"/>
                  </a:lnTo>
                  <a:lnTo>
                    <a:pt x="1706" y="23"/>
                  </a:lnTo>
                  <a:lnTo>
                    <a:pt x="1708" y="20"/>
                  </a:lnTo>
                  <a:lnTo>
                    <a:pt x="1709" y="17"/>
                  </a:lnTo>
                  <a:lnTo>
                    <a:pt x="1711" y="14"/>
                  </a:lnTo>
                  <a:lnTo>
                    <a:pt x="1713" y="10"/>
                  </a:lnTo>
                  <a:lnTo>
                    <a:pt x="1714" y="7"/>
                  </a:lnTo>
                  <a:lnTo>
                    <a:pt x="1716" y="4"/>
                  </a:lnTo>
                  <a:lnTo>
                    <a:pt x="1719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2" name="Freeform 22">
              <a:extLst>
                <a:ext uri="{FF2B5EF4-FFF2-40B4-BE49-F238E27FC236}">
                  <a16:creationId xmlns:a16="http://schemas.microsoft.com/office/drawing/2014/main" id="{D4916000-68FD-403C-884A-3B17DEDB8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946"/>
              <a:ext cx="40" cy="138"/>
            </a:xfrm>
            <a:custGeom>
              <a:avLst/>
              <a:gdLst>
                <a:gd name="T0" fmla="*/ 0 w 203"/>
                <a:gd name="T1" fmla="*/ 0 h 688"/>
                <a:gd name="T2" fmla="*/ 0 w 203"/>
                <a:gd name="T3" fmla="*/ 0 h 688"/>
                <a:gd name="T4" fmla="*/ 0 w 203"/>
                <a:gd name="T5" fmla="*/ 0 h 688"/>
                <a:gd name="T6" fmla="*/ 0 w 203"/>
                <a:gd name="T7" fmla="*/ 0 h 688"/>
                <a:gd name="T8" fmla="*/ 0 w 203"/>
                <a:gd name="T9" fmla="*/ 0 h 688"/>
                <a:gd name="T10" fmla="*/ 0 w 203"/>
                <a:gd name="T11" fmla="*/ 0 h 688"/>
                <a:gd name="T12" fmla="*/ 0 w 203"/>
                <a:gd name="T13" fmla="*/ 0 h 688"/>
                <a:gd name="T14" fmla="*/ 0 w 203"/>
                <a:gd name="T15" fmla="*/ 0 h 688"/>
                <a:gd name="T16" fmla="*/ 0 w 203"/>
                <a:gd name="T17" fmla="*/ 0 h 688"/>
                <a:gd name="T18" fmla="*/ 0 w 203"/>
                <a:gd name="T19" fmla="*/ 0 h 688"/>
                <a:gd name="T20" fmla="*/ 0 w 203"/>
                <a:gd name="T21" fmla="*/ 0 h 688"/>
                <a:gd name="T22" fmla="*/ 0 w 203"/>
                <a:gd name="T23" fmla="*/ 0 h 688"/>
                <a:gd name="T24" fmla="*/ 0 w 203"/>
                <a:gd name="T25" fmla="*/ 0 h 688"/>
                <a:gd name="T26" fmla="*/ 0 w 203"/>
                <a:gd name="T27" fmla="*/ 0 h 688"/>
                <a:gd name="T28" fmla="*/ 0 w 203"/>
                <a:gd name="T29" fmla="*/ 0 h 688"/>
                <a:gd name="T30" fmla="*/ 0 w 203"/>
                <a:gd name="T31" fmla="*/ 0 h 688"/>
                <a:gd name="T32" fmla="*/ 0 w 203"/>
                <a:gd name="T33" fmla="*/ 0 h 688"/>
                <a:gd name="T34" fmla="*/ 0 w 203"/>
                <a:gd name="T35" fmla="*/ 0 h 688"/>
                <a:gd name="T36" fmla="*/ 0 w 203"/>
                <a:gd name="T37" fmla="*/ 0 h 688"/>
                <a:gd name="T38" fmla="*/ 0 w 203"/>
                <a:gd name="T39" fmla="*/ 0 h 688"/>
                <a:gd name="T40" fmla="*/ 0 w 203"/>
                <a:gd name="T41" fmla="*/ 0 h 688"/>
                <a:gd name="T42" fmla="*/ 0 w 203"/>
                <a:gd name="T43" fmla="*/ 0 h 688"/>
                <a:gd name="T44" fmla="*/ 0 w 203"/>
                <a:gd name="T45" fmla="*/ 0 h 688"/>
                <a:gd name="T46" fmla="*/ 0 w 203"/>
                <a:gd name="T47" fmla="*/ 0 h 688"/>
                <a:gd name="T48" fmla="*/ 0 w 203"/>
                <a:gd name="T49" fmla="*/ 0 h 688"/>
                <a:gd name="T50" fmla="*/ 0 w 203"/>
                <a:gd name="T51" fmla="*/ 0 h 688"/>
                <a:gd name="T52" fmla="*/ 0 w 203"/>
                <a:gd name="T53" fmla="*/ 0 h 688"/>
                <a:gd name="T54" fmla="*/ 0 w 203"/>
                <a:gd name="T55" fmla="*/ 0 h 688"/>
                <a:gd name="T56" fmla="*/ 0 w 203"/>
                <a:gd name="T57" fmla="*/ 0 h 688"/>
                <a:gd name="T58" fmla="*/ 0 w 203"/>
                <a:gd name="T59" fmla="*/ 0 h 688"/>
                <a:gd name="T60" fmla="*/ 0 w 203"/>
                <a:gd name="T61" fmla="*/ 0 h 688"/>
                <a:gd name="T62" fmla="*/ 0 w 203"/>
                <a:gd name="T63" fmla="*/ 0 h 688"/>
                <a:gd name="T64" fmla="*/ 0 w 203"/>
                <a:gd name="T65" fmla="*/ 0 h 688"/>
                <a:gd name="T66" fmla="*/ 0 w 203"/>
                <a:gd name="T67" fmla="*/ 0 h 688"/>
                <a:gd name="T68" fmla="*/ 0 w 203"/>
                <a:gd name="T69" fmla="*/ 0 h 688"/>
                <a:gd name="T70" fmla="*/ 0 w 203"/>
                <a:gd name="T71" fmla="*/ 0 h 688"/>
                <a:gd name="T72" fmla="*/ 0 w 203"/>
                <a:gd name="T73" fmla="*/ 0 h 688"/>
                <a:gd name="T74" fmla="*/ 0 w 203"/>
                <a:gd name="T75" fmla="*/ 0 h 688"/>
                <a:gd name="T76" fmla="*/ 0 w 203"/>
                <a:gd name="T77" fmla="*/ 0 h 688"/>
                <a:gd name="T78" fmla="*/ 0 w 203"/>
                <a:gd name="T79" fmla="*/ 0 h 688"/>
                <a:gd name="T80" fmla="*/ 0 w 203"/>
                <a:gd name="T81" fmla="*/ 0 h 688"/>
                <a:gd name="T82" fmla="*/ 0 w 203"/>
                <a:gd name="T83" fmla="*/ 0 h 688"/>
                <a:gd name="T84" fmla="*/ 0 w 203"/>
                <a:gd name="T85" fmla="*/ 0 h 688"/>
                <a:gd name="T86" fmla="*/ 0 w 203"/>
                <a:gd name="T87" fmla="*/ 0 h 688"/>
                <a:gd name="T88" fmla="*/ 0 w 203"/>
                <a:gd name="T89" fmla="*/ 0 h 688"/>
                <a:gd name="T90" fmla="*/ 0 w 203"/>
                <a:gd name="T91" fmla="*/ 0 h 688"/>
                <a:gd name="T92" fmla="*/ 0 w 203"/>
                <a:gd name="T93" fmla="*/ 0 h 688"/>
                <a:gd name="T94" fmla="*/ 0 w 203"/>
                <a:gd name="T95" fmla="*/ 0 h 688"/>
                <a:gd name="T96" fmla="*/ 0 w 203"/>
                <a:gd name="T97" fmla="*/ 0 h 688"/>
                <a:gd name="T98" fmla="*/ 0 w 203"/>
                <a:gd name="T99" fmla="*/ 0 h 688"/>
                <a:gd name="T100" fmla="*/ 0 w 203"/>
                <a:gd name="T101" fmla="*/ 0 h 688"/>
                <a:gd name="T102" fmla="*/ 0 w 203"/>
                <a:gd name="T103" fmla="*/ 0 h 688"/>
                <a:gd name="T104" fmla="*/ 0 w 203"/>
                <a:gd name="T105" fmla="*/ 0 h 688"/>
                <a:gd name="T106" fmla="*/ 0 w 203"/>
                <a:gd name="T107" fmla="*/ 0 h 688"/>
                <a:gd name="T108" fmla="*/ 0 w 203"/>
                <a:gd name="T109" fmla="*/ 0 h 688"/>
                <a:gd name="T110" fmla="*/ 0 w 203"/>
                <a:gd name="T111" fmla="*/ 0 h 688"/>
                <a:gd name="T112" fmla="*/ 0 w 203"/>
                <a:gd name="T113" fmla="*/ 0 h 6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3"/>
                <a:gd name="T172" fmla="*/ 0 h 688"/>
                <a:gd name="T173" fmla="*/ 203 w 203"/>
                <a:gd name="T174" fmla="*/ 688 h 68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3" h="688">
                  <a:moveTo>
                    <a:pt x="0" y="0"/>
                  </a:moveTo>
                  <a:lnTo>
                    <a:pt x="4" y="8"/>
                  </a:lnTo>
                  <a:lnTo>
                    <a:pt x="8" y="15"/>
                  </a:lnTo>
                  <a:lnTo>
                    <a:pt x="12" y="22"/>
                  </a:lnTo>
                  <a:lnTo>
                    <a:pt x="15" y="28"/>
                  </a:lnTo>
                  <a:lnTo>
                    <a:pt x="19" y="34"/>
                  </a:lnTo>
                  <a:lnTo>
                    <a:pt x="22" y="39"/>
                  </a:lnTo>
                  <a:lnTo>
                    <a:pt x="24" y="45"/>
                  </a:lnTo>
                  <a:lnTo>
                    <a:pt x="27" y="49"/>
                  </a:lnTo>
                  <a:lnTo>
                    <a:pt x="29" y="54"/>
                  </a:lnTo>
                  <a:lnTo>
                    <a:pt x="31" y="58"/>
                  </a:lnTo>
                  <a:lnTo>
                    <a:pt x="34" y="62"/>
                  </a:lnTo>
                  <a:lnTo>
                    <a:pt x="37" y="66"/>
                  </a:lnTo>
                  <a:lnTo>
                    <a:pt x="39" y="69"/>
                  </a:lnTo>
                  <a:lnTo>
                    <a:pt x="40" y="72"/>
                  </a:lnTo>
                  <a:lnTo>
                    <a:pt x="42" y="75"/>
                  </a:lnTo>
                  <a:lnTo>
                    <a:pt x="43" y="80"/>
                  </a:lnTo>
                  <a:lnTo>
                    <a:pt x="45" y="82"/>
                  </a:lnTo>
                  <a:lnTo>
                    <a:pt x="46" y="85"/>
                  </a:lnTo>
                  <a:lnTo>
                    <a:pt x="47" y="87"/>
                  </a:lnTo>
                  <a:lnTo>
                    <a:pt x="48" y="90"/>
                  </a:lnTo>
                  <a:lnTo>
                    <a:pt x="50" y="92"/>
                  </a:lnTo>
                  <a:lnTo>
                    <a:pt x="51" y="95"/>
                  </a:lnTo>
                  <a:lnTo>
                    <a:pt x="52" y="97"/>
                  </a:lnTo>
                  <a:lnTo>
                    <a:pt x="53" y="101"/>
                  </a:lnTo>
                  <a:lnTo>
                    <a:pt x="54" y="104"/>
                  </a:lnTo>
                  <a:lnTo>
                    <a:pt x="55" y="106"/>
                  </a:lnTo>
                  <a:lnTo>
                    <a:pt x="57" y="109"/>
                  </a:lnTo>
                  <a:lnTo>
                    <a:pt x="59" y="112"/>
                  </a:lnTo>
                  <a:lnTo>
                    <a:pt x="60" y="115"/>
                  </a:lnTo>
                  <a:lnTo>
                    <a:pt x="61" y="119"/>
                  </a:lnTo>
                  <a:lnTo>
                    <a:pt x="63" y="123"/>
                  </a:lnTo>
                  <a:lnTo>
                    <a:pt x="64" y="127"/>
                  </a:lnTo>
                  <a:lnTo>
                    <a:pt x="66" y="131"/>
                  </a:lnTo>
                  <a:lnTo>
                    <a:pt x="67" y="134"/>
                  </a:lnTo>
                  <a:lnTo>
                    <a:pt x="68" y="139"/>
                  </a:lnTo>
                  <a:lnTo>
                    <a:pt x="70" y="142"/>
                  </a:lnTo>
                  <a:lnTo>
                    <a:pt x="71" y="144"/>
                  </a:lnTo>
                  <a:lnTo>
                    <a:pt x="72" y="147"/>
                  </a:lnTo>
                  <a:lnTo>
                    <a:pt x="73" y="150"/>
                  </a:lnTo>
                  <a:lnTo>
                    <a:pt x="74" y="152"/>
                  </a:lnTo>
                  <a:lnTo>
                    <a:pt x="76" y="154"/>
                  </a:lnTo>
                  <a:lnTo>
                    <a:pt x="77" y="158"/>
                  </a:lnTo>
                  <a:lnTo>
                    <a:pt x="78" y="160"/>
                  </a:lnTo>
                  <a:lnTo>
                    <a:pt x="80" y="162"/>
                  </a:lnTo>
                  <a:lnTo>
                    <a:pt x="80" y="164"/>
                  </a:lnTo>
                  <a:lnTo>
                    <a:pt x="81" y="166"/>
                  </a:lnTo>
                  <a:lnTo>
                    <a:pt x="82" y="168"/>
                  </a:lnTo>
                  <a:lnTo>
                    <a:pt x="83" y="171"/>
                  </a:lnTo>
                  <a:lnTo>
                    <a:pt x="84" y="173"/>
                  </a:lnTo>
                  <a:lnTo>
                    <a:pt x="85" y="175"/>
                  </a:lnTo>
                  <a:lnTo>
                    <a:pt x="85" y="179"/>
                  </a:lnTo>
                  <a:lnTo>
                    <a:pt x="86" y="181"/>
                  </a:lnTo>
                  <a:lnTo>
                    <a:pt x="87" y="183"/>
                  </a:lnTo>
                  <a:lnTo>
                    <a:pt x="88" y="186"/>
                  </a:lnTo>
                  <a:lnTo>
                    <a:pt x="89" y="188"/>
                  </a:lnTo>
                  <a:lnTo>
                    <a:pt x="90" y="191"/>
                  </a:lnTo>
                  <a:lnTo>
                    <a:pt x="91" y="194"/>
                  </a:lnTo>
                  <a:lnTo>
                    <a:pt x="93" y="198"/>
                  </a:lnTo>
                  <a:lnTo>
                    <a:pt x="95" y="201"/>
                  </a:lnTo>
                  <a:lnTo>
                    <a:pt x="96" y="204"/>
                  </a:lnTo>
                  <a:lnTo>
                    <a:pt x="98" y="208"/>
                  </a:lnTo>
                  <a:lnTo>
                    <a:pt x="99" y="212"/>
                  </a:lnTo>
                  <a:lnTo>
                    <a:pt x="101" y="218"/>
                  </a:lnTo>
                  <a:lnTo>
                    <a:pt x="102" y="222"/>
                  </a:lnTo>
                  <a:lnTo>
                    <a:pt x="104" y="227"/>
                  </a:lnTo>
                  <a:lnTo>
                    <a:pt x="106" y="231"/>
                  </a:lnTo>
                  <a:lnTo>
                    <a:pt x="107" y="236"/>
                  </a:lnTo>
                  <a:lnTo>
                    <a:pt x="108" y="239"/>
                  </a:lnTo>
                  <a:lnTo>
                    <a:pt x="110" y="243"/>
                  </a:lnTo>
                  <a:lnTo>
                    <a:pt x="111" y="246"/>
                  </a:lnTo>
                  <a:lnTo>
                    <a:pt x="112" y="249"/>
                  </a:lnTo>
                  <a:lnTo>
                    <a:pt x="113" y="252"/>
                  </a:lnTo>
                  <a:lnTo>
                    <a:pt x="115" y="256"/>
                  </a:lnTo>
                  <a:lnTo>
                    <a:pt x="116" y="258"/>
                  </a:lnTo>
                  <a:lnTo>
                    <a:pt x="117" y="262"/>
                  </a:lnTo>
                  <a:lnTo>
                    <a:pt x="118" y="264"/>
                  </a:lnTo>
                  <a:lnTo>
                    <a:pt x="119" y="267"/>
                  </a:lnTo>
                  <a:lnTo>
                    <a:pt x="120" y="269"/>
                  </a:lnTo>
                  <a:lnTo>
                    <a:pt x="120" y="271"/>
                  </a:lnTo>
                  <a:lnTo>
                    <a:pt x="121" y="275"/>
                  </a:lnTo>
                  <a:lnTo>
                    <a:pt x="122" y="277"/>
                  </a:lnTo>
                  <a:lnTo>
                    <a:pt x="124" y="279"/>
                  </a:lnTo>
                  <a:lnTo>
                    <a:pt x="124" y="282"/>
                  </a:lnTo>
                  <a:lnTo>
                    <a:pt x="125" y="284"/>
                  </a:lnTo>
                  <a:lnTo>
                    <a:pt x="126" y="286"/>
                  </a:lnTo>
                  <a:lnTo>
                    <a:pt x="127" y="289"/>
                  </a:lnTo>
                  <a:lnTo>
                    <a:pt x="128" y="292"/>
                  </a:lnTo>
                  <a:lnTo>
                    <a:pt x="129" y="295"/>
                  </a:lnTo>
                  <a:lnTo>
                    <a:pt x="129" y="298"/>
                  </a:lnTo>
                  <a:lnTo>
                    <a:pt x="130" y="301"/>
                  </a:lnTo>
                  <a:lnTo>
                    <a:pt x="131" y="306"/>
                  </a:lnTo>
                  <a:lnTo>
                    <a:pt x="132" y="309"/>
                  </a:lnTo>
                  <a:lnTo>
                    <a:pt x="135" y="314"/>
                  </a:lnTo>
                  <a:lnTo>
                    <a:pt x="136" y="318"/>
                  </a:lnTo>
                  <a:lnTo>
                    <a:pt x="137" y="322"/>
                  </a:lnTo>
                  <a:lnTo>
                    <a:pt x="138" y="326"/>
                  </a:lnTo>
                  <a:lnTo>
                    <a:pt x="140" y="331"/>
                  </a:lnTo>
                  <a:lnTo>
                    <a:pt x="141" y="336"/>
                  </a:lnTo>
                  <a:lnTo>
                    <a:pt x="142" y="340"/>
                  </a:lnTo>
                  <a:lnTo>
                    <a:pt x="143" y="343"/>
                  </a:lnTo>
                  <a:lnTo>
                    <a:pt x="144" y="347"/>
                  </a:lnTo>
                  <a:lnTo>
                    <a:pt x="145" y="352"/>
                  </a:lnTo>
                  <a:lnTo>
                    <a:pt x="146" y="355"/>
                  </a:lnTo>
                  <a:lnTo>
                    <a:pt x="147" y="358"/>
                  </a:lnTo>
                  <a:lnTo>
                    <a:pt x="148" y="360"/>
                  </a:lnTo>
                  <a:lnTo>
                    <a:pt x="149" y="363"/>
                  </a:lnTo>
                  <a:lnTo>
                    <a:pt x="150" y="366"/>
                  </a:lnTo>
                  <a:lnTo>
                    <a:pt x="151" y="368"/>
                  </a:lnTo>
                  <a:lnTo>
                    <a:pt x="151" y="371"/>
                  </a:lnTo>
                  <a:lnTo>
                    <a:pt x="152" y="374"/>
                  </a:lnTo>
                  <a:lnTo>
                    <a:pt x="154" y="376"/>
                  </a:lnTo>
                  <a:lnTo>
                    <a:pt x="154" y="378"/>
                  </a:lnTo>
                  <a:lnTo>
                    <a:pt x="155" y="381"/>
                  </a:lnTo>
                  <a:lnTo>
                    <a:pt x="156" y="383"/>
                  </a:lnTo>
                  <a:lnTo>
                    <a:pt x="157" y="385"/>
                  </a:lnTo>
                  <a:lnTo>
                    <a:pt x="157" y="388"/>
                  </a:lnTo>
                  <a:lnTo>
                    <a:pt x="158" y="391"/>
                  </a:lnTo>
                  <a:lnTo>
                    <a:pt x="159" y="394"/>
                  </a:lnTo>
                  <a:lnTo>
                    <a:pt x="160" y="397"/>
                  </a:lnTo>
                  <a:lnTo>
                    <a:pt x="161" y="400"/>
                  </a:lnTo>
                  <a:lnTo>
                    <a:pt x="162" y="403"/>
                  </a:lnTo>
                  <a:lnTo>
                    <a:pt x="163" y="406"/>
                  </a:lnTo>
                  <a:lnTo>
                    <a:pt x="164" y="410"/>
                  </a:lnTo>
                  <a:lnTo>
                    <a:pt x="165" y="414"/>
                  </a:lnTo>
                  <a:lnTo>
                    <a:pt x="166" y="417"/>
                  </a:lnTo>
                  <a:lnTo>
                    <a:pt x="167" y="421"/>
                  </a:lnTo>
                  <a:lnTo>
                    <a:pt x="169" y="425"/>
                  </a:lnTo>
                  <a:lnTo>
                    <a:pt x="171" y="431"/>
                  </a:lnTo>
                  <a:lnTo>
                    <a:pt x="173" y="435"/>
                  </a:lnTo>
                  <a:lnTo>
                    <a:pt x="174" y="440"/>
                  </a:lnTo>
                  <a:lnTo>
                    <a:pt x="176" y="444"/>
                  </a:lnTo>
                  <a:lnTo>
                    <a:pt x="177" y="449"/>
                  </a:lnTo>
                  <a:lnTo>
                    <a:pt x="178" y="452"/>
                  </a:lnTo>
                  <a:lnTo>
                    <a:pt x="179" y="456"/>
                  </a:lnTo>
                  <a:lnTo>
                    <a:pt x="180" y="459"/>
                  </a:lnTo>
                  <a:lnTo>
                    <a:pt x="180" y="461"/>
                  </a:lnTo>
                  <a:lnTo>
                    <a:pt x="181" y="464"/>
                  </a:lnTo>
                  <a:lnTo>
                    <a:pt x="182" y="468"/>
                  </a:lnTo>
                  <a:lnTo>
                    <a:pt x="183" y="470"/>
                  </a:lnTo>
                  <a:lnTo>
                    <a:pt x="183" y="473"/>
                  </a:lnTo>
                  <a:lnTo>
                    <a:pt x="184" y="475"/>
                  </a:lnTo>
                  <a:lnTo>
                    <a:pt x="184" y="477"/>
                  </a:lnTo>
                  <a:lnTo>
                    <a:pt x="185" y="479"/>
                  </a:lnTo>
                  <a:lnTo>
                    <a:pt x="185" y="481"/>
                  </a:lnTo>
                  <a:lnTo>
                    <a:pt x="186" y="485"/>
                  </a:lnTo>
                  <a:lnTo>
                    <a:pt x="186" y="488"/>
                  </a:lnTo>
                  <a:lnTo>
                    <a:pt x="186" y="490"/>
                  </a:lnTo>
                  <a:lnTo>
                    <a:pt x="187" y="492"/>
                  </a:lnTo>
                  <a:lnTo>
                    <a:pt x="187" y="494"/>
                  </a:lnTo>
                  <a:lnTo>
                    <a:pt x="187" y="496"/>
                  </a:lnTo>
                  <a:lnTo>
                    <a:pt x="188" y="499"/>
                  </a:lnTo>
                  <a:lnTo>
                    <a:pt x="188" y="501"/>
                  </a:lnTo>
                  <a:lnTo>
                    <a:pt x="188" y="504"/>
                  </a:lnTo>
                  <a:lnTo>
                    <a:pt x="188" y="507"/>
                  </a:lnTo>
                  <a:lnTo>
                    <a:pt x="189" y="510"/>
                  </a:lnTo>
                  <a:lnTo>
                    <a:pt x="189" y="513"/>
                  </a:lnTo>
                  <a:lnTo>
                    <a:pt x="189" y="516"/>
                  </a:lnTo>
                  <a:lnTo>
                    <a:pt x="189" y="520"/>
                  </a:lnTo>
                  <a:lnTo>
                    <a:pt x="190" y="523"/>
                  </a:lnTo>
                  <a:lnTo>
                    <a:pt x="190" y="528"/>
                  </a:lnTo>
                  <a:lnTo>
                    <a:pt x="190" y="533"/>
                  </a:lnTo>
                  <a:lnTo>
                    <a:pt x="190" y="536"/>
                  </a:lnTo>
                  <a:lnTo>
                    <a:pt x="192" y="540"/>
                  </a:lnTo>
                  <a:lnTo>
                    <a:pt x="192" y="543"/>
                  </a:lnTo>
                  <a:lnTo>
                    <a:pt x="192" y="547"/>
                  </a:lnTo>
                  <a:lnTo>
                    <a:pt x="192" y="549"/>
                  </a:lnTo>
                  <a:lnTo>
                    <a:pt x="193" y="552"/>
                  </a:lnTo>
                  <a:lnTo>
                    <a:pt x="193" y="554"/>
                  </a:lnTo>
                  <a:lnTo>
                    <a:pt x="193" y="557"/>
                  </a:lnTo>
                  <a:lnTo>
                    <a:pt x="193" y="559"/>
                  </a:lnTo>
                  <a:lnTo>
                    <a:pt x="193" y="561"/>
                  </a:lnTo>
                  <a:lnTo>
                    <a:pt x="194" y="563"/>
                  </a:lnTo>
                  <a:lnTo>
                    <a:pt x="194" y="564"/>
                  </a:lnTo>
                  <a:lnTo>
                    <a:pt x="194" y="567"/>
                  </a:lnTo>
                  <a:lnTo>
                    <a:pt x="194" y="569"/>
                  </a:lnTo>
                  <a:lnTo>
                    <a:pt x="194" y="570"/>
                  </a:lnTo>
                  <a:lnTo>
                    <a:pt x="195" y="572"/>
                  </a:lnTo>
                  <a:lnTo>
                    <a:pt x="195" y="573"/>
                  </a:lnTo>
                  <a:lnTo>
                    <a:pt x="195" y="576"/>
                  </a:lnTo>
                  <a:lnTo>
                    <a:pt x="195" y="577"/>
                  </a:lnTo>
                  <a:lnTo>
                    <a:pt x="196" y="579"/>
                  </a:lnTo>
                  <a:lnTo>
                    <a:pt x="196" y="580"/>
                  </a:lnTo>
                  <a:lnTo>
                    <a:pt x="196" y="582"/>
                  </a:lnTo>
                  <a:lnTo>
                    <a:pt x="196" y="583"/>
                  </a:lnTo>
                  <a:lnTo>
                    <a:pt x="197" y="586"/>
                  </a:lnTo>
                  <a:lnTo>
                    <a:pt x="197" y="588"/>
                  </a:lnTo>
                  <a:lnTo>
                    <a:pt x="197" y="589"/>
                  </a:lnTo>
                  <a:lnTo>
                    <a:pt x="198" y="591"/>
                  </a:lnTo>
                  <a:lnTo>
                    <a:pt x="198" y="593"/>
                  </a:lnTo>
                  <a:lnTo>
                    <a:pt x="199" y="595"/>
                  </a:lnTo>
                  <a:lnTo>
                    <a:pt x="199" y="597"/>
                  </a:lnTo>
                  <a:lnTo>
                    <a:pt x="199" y="600"/>
                  </a:lnTo>
                  <a:lnTo>
                    <a:pt x="200" y="602"/>
                  </a:lnTo>
                  <a:lnTo>
                    <a:pt x="200" y="605"/>
                  </a:lnTo>
                  <a:lnTo>
                    <a:pt x="201" y="607"/>
                  </a:lnTo>
                  <a:lnTo>
                    <a:pt x="201" y="609"/>
                  </a:lnTo>
                  <a:lnTo>
                    <a:pt x="201" y="611"/>
                  </a:lnTo>
                  <a:lnTo>
                    <a:pt x="202" y="612"/>
                  </a:lnTo>
                  <a:lnTo>
                    <a:pt x="202" y="614"/>
                  </a:lnTo>
                  <a:lnTo>
                    <a:pt x="202" y="616"/>
                  </a:lnTo>
                  <a:lnTo>
                    <a:pt x="202" y="618"/>
                  </a:lnTo>
                  <a:lnTo>
                    <a:pt x="203" y="620"/>
                  </a:lnTo>
                  <a:lnTo>
                    <a:pt x="203" y="622"/>
                  </a:lnTo>
                  <a:lnTo>
                    <a:pt x="203" y="624"/>
                  </a:lnTo>
                  <a:lnTo>
                    <a:pt x="203" y="626"/>
                  </a:lnTo>
                  <a:lnTo>
                    <a:pt x="203" y="628"/>
                  </a:lnTo>
                  <a:lnTo>
                    <a:pt x="203" y="630"/>
                  </a:lnTo>
                  <a:lnTo>
                    <a:pt x="203" y="631"/>
                  </a:lnTo>
                  <a:lnTo>
                    <a:pt x="203" y="633"/>
                  </a:lnTo>
                  <a:lnTo>
                    <a:pt x="203" y="636"/>
                  </a:lnTo>
                  <a:lnTo>
                    <a:pt x="203" y="638"/>
                  </a:lnTo>
                  <a:lnTo>
                    <a:pt x="203" y="640"/>
                  </a:lnTo>
                  <a:lnTo>
                    <a:pt x="203" y="644"/>
                  </a:lnTo>
                  <a:lnTo>
                    <a:pt x="203" y="646"/>
                  </a:lnTo>
                  <a:lnTo>
                    <a:pt x="203" y="649"/>
                  </a:lnTo>
                  <a:lnTo>
                    <a:pt x="203" y="652"/>
                  </a:lnTo>
                  <a:lnTo>
                    <a:pt x="203" y="655"/>
                  </a:lnTo>
                  <a:lnTo>
                    <a:pt x="203" y="659"/>
                  </a:lnTo>
                  <a:lnTo>
                    <a:pt x="202" y="663"/>
                  </a:lnTo>
                  <a:lnTo>
                    <a:pt x="202" y="668"/>
                  </a:lnTo>
                  <a:lnTo>
                    <a:pt x="202" y="673"/>
                  </a:lnTo>
                  <a:lnTo>
                    <a:pt x="202" y="677"/>
                  </a:lnTo>
                  <a:lnTo>
                    <a:pt x="201" y="683"/>
                  </a:lnTo>
                  <a:lnTo>
                    <a:pt x="201" y="6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3" name="Freeform 23">
              <a:extLst>
                <a:ext uri="{FF2B5EF4-FFF2-40B4-BE49-F238E27FC236}">
                  <a16:creationId xmlns:a16="http://schemas.microsoft.com/office/drawing/2014/main" id="{B5D5AFD5-037D-4C7B-BD9A-593450213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1083"/>
              <a:ext cx="40" cy="137"/>
            </a:xfrm>
            <a:custGeom>
              <a:avLst/>
              <a:gdLst>
                <a:gd name="T0" fmla="*/ 0 w 203"/>
                <a:gd name="T1" fmla="*/ 0 h 686"/>
                <a:gd name="T2" fmla="*/ 0 w 203"/>
                <a:gd name="T3" fmla="*/ 0 h 686"/>
                <a:gd name="T4" fmla="*/ 0 w 203"/>
                <a:gd name="T5" fmla="*/ 0 h 686"/>
                <a:gd name="T6" fmla="*/ 0 w 203"/>
                <a:gd name="T7" fmla="*/ 0 h 686"/>
                <a:gd name="T8" fmla="*/ 0 w 203"/>
                <a:gd name="T9" fmla="*/ 0 h 686"/>
                <a:gd name="T10" fmla="*/ 0 w 203"/>
                <a:gd name="T11" fmla="*/ 0 h 686"/>
                <a:gd name="T12" fmla="*/ 0 w 203"/>
                <a:gd name="T13" fmla="*/ 0 h 686"/>
                <a:gd name="T14" fmla="*/ 0 w 203"/>
                <a:gd name="T15" fmla="*/ 0 h 686"/>
                <a:gd name="T16" fmla="*/ 0 w 203"/>
                <a:gd name="T17" fmla="*/ 0 h 686"/>
                <a:gd name="T18" fmla="*/ 0 w 203"/>
                <a:gd name="T19" fmla="*/ 0 h 686"/>
                <a:gd name="T20" fmla="*/ 0 w 203"/>
                <a:gd name="T21" fmla="*/ 0 h 686"/>
                <a:gd name="T22" fmla="*/ 0 w 203"/>
                <a:gd name="T23" fmla="*/ 0 h 686"/>
                <a:gd name="T24" fmla="*/ 0 w 203"/>
                <a:gd name="T25" fmla="*/ 0 h 686"/>
                <a:gd name="T26" fmla="*/ 0 w 203"/>
                <a:gd name="T27" fmla="*/ 0 h 686"/>
                <a:gd name="T28" fmla="*/ 0 w 203"/>
                <a:gd name="T29" fmla="*/ 0 h 686"/>
                <a:gd name="T30" fmla="*/ 0 w 203"/>
                <a:gd name="T31" fmla="*/ 0 h 686"/>
                <a:gd name="T32" fmla="*/ 0 w 203"/>
                <a:gd name="T33" fmla="*/ 0 h 686"/>
                <a:gd name="T34" fmla="*/ 0 w 203"/>
                <a:gd name="T35" fmla="*/ 0 h 686"/>
                <a:gd name="T36" fmla="*/ 0 w 203"/>
                <a:gd name="T37" fmla="*/ 0 h 686"/>
                <a:gd name="T38" fmla="*/ 0 w 203"/>
                <a:gd name="T39" fmla="*/ 0 h 686"/>
                <a:gd name="T40" fmla="*/ 0 w 203"/>
                <a:gd name="T41" fmla="*/ 0 h 686"/>
                <a:gd name="T42" fmla="*/ 0 w 203"/>
                <a:gd name="T43" fmla="*/ 0 h 686"/>
                <a:gd name="T44" fmla="*/ 0 w 203"/>
                <a:gd name="T45" fmla="*/ 0 h 686"/>
                <a:gd name="T46" fmla="*/ 0 w 203"/>
                <a:gd name="T47" fmla="*/ 0 h 686"/>
                <a:gd name="T48" fmla="*/ 0 w 203"/>
                <a:gd name="T49" fmla="*/ 0 h 686"/>
                <a:gd name="T50" fmla="*/ 0 w 203"/>
                <a:gd name="T51" fmla="*/ 0 h 686"/>
                <a:gd name="T52" fmla="*/ 0 w 203"/>
                <a:gd name="T53" fmla="*/ 0 h 686"/>
                <a:gd name="T54" fmla="*/ 0 w 203"/>
                <a:gd name="T55" fmla="*/ 0 h 686"/>
                <a:gd name="T56" fmla="*/ 0 w 203"/>
                <a:gd name="T57" fmla="*/ 0 h 686"/>
                <a:gd name="T58" fmla="*/ 0 w 203"/>
                <a:gd name="T59" fmla="*/ 0 h 686"/>
                <a:gd name="T60" fmla="*/ 0 w 203"/>
                <a:gd name="T61" fmla="*/ 0 h 686"/>
                <a:gd name="T62" fmla="*/ 0 w 203"/>
                <a:gd name="T63" fmla="*/ 0 h 686"/>
                <a:gd name="T64" fmla="*/ 0 w 203"/>
                <a:gd name="T65" fmla="*/ 0 h 686"/>
                <a:gd name="T66" fmla="*/ 0 w 203"/>
                <a:gd name="T67" fmla="*/ 0 h 686"/>
                <a:gd name="T68" fmla="*/ 0 w 203"/>
                <a:gd name="T69" fmla="*/ 0 h 686"/>
                <a:gd name="T70" fmla="*/ 0 w 203"/>
                <a:gd name="T71" fmla="*/ 0 h 686"/>
                <a:gd name="T72" fmla="*/ 0 w 203"/>
                <a:gd name="T73" fmla="*/ 0 h 686"/>
                <a:gd name="T74" fmla="*/ 0 w 203"/>
                <a:gd name="T75" fmla="*/ 0 h 686"/>
                <a:gd name="T76" fmla="*/ 0 w 203"/>
                <a:gd name="T77" fmla="*/ 0 h 686"/>
                <a:gd name="T78" fmla="*/ 0 w 203"/>
                <a:gd name="T79" fmla="*/ 0 h 686"/>
                <a:gd name="T80" fmla="*/ 0 w 203"/>
                <a:gd name="T81" fmla="*/ 0 h 686"/>
                <a:gd name="T82" fmla="*/ 0 w 203"/>
                <a:gd name="T83" fmla="*/ 0 h 686"/>
                <a:gd name="T84" fmla="*/ 0 w 203"/>
                <a:gd name="T85" fmla="*/ 0 h 686"/>
                <a:gd name="T86" fmla="*/ 0 w 203"/>
                <a:gd name="T87" fmla="*/ 0 h 686"/>
                <a:gd name="T88" fmla="*/ 0 w 203"/>
                <a:gd name="T89" fmla="*/ 0 h 686"/>
                <a:gd name="T90" fmla="*/ 0 w 203"/>
                <a:gd name="T91" fmla="*/ 0 h 686"/>
                <a:gd name="T92" fmla="*/ 0 w 203"/>
                <a:gd name="T93" fmla="*/ 0 h 686"/>
                <a:gd name="T94" fmla="*/ 0 w 203"/>
                <a:gd name="T95" fmla="*/ 0 h 686"/>
                <a:gd name="T96" fmla="*/ 0 w 203"/>
                <a:gd name="T97" fmla="*/ 0 h 686"/>
                <a:gd name="T98" fmla="*/ 0 w 203"/>
                <a:gd name="T99" fmla="*/ 0 h 686"/>
                <a:gd name="T100" fmla="*/ 0 w 203"/>
                <a:gd name="T101" fmla="*/ 0 h 686"/>
                <a:gd name="T102" fmla="*/ 0 w 203"/>
                <a:gd name="T103" fmla="*/ 0 h 686"/>
                <a:gd name="T104" fmla="*/ 0 w 203"/>
                <a:gd name="T105" fmla="*/ 0 h 686"/>
                <a:gd name="T106" fmla="*/ 0 w 203"/>
                <a:gd name="T107" fmla="*/ 0 h 686"/>
                <a:gd name="T108" fmla="*/ 0 w 203"/>
                <a:gd name="T109" fmla="*/ 0 h 686"/>
                <a:gd name="T110" fmla="*/ 0 w 203"/>
                <a:gd name="T111" fmla="*/ 0 h 686"/>
                <a:gd name="T112" fmla="*/ 0 w 203"/>
                <a:gd name="T113" fmla="*/ 0 h 6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3"/>
                <a:gd name="T172" fmla="*/ 0 h 686"/>
                <a:gd name="T173" fmla="*/ 203 w 203"/>
                <a:gd name="T174" fmla="*/ 686 h 68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3" h="686">
                  <a:moveTo>
                    <a:pt x="0" y="686"/>
                  </a:moveTo>
                  <a:lnTo>
                    <a:pt x="4" y="679"/>
                  </a:lnTo>
                  <a:lnTo>
                    <a:pt x="8" y="672"/>
                  </a:lnTo>
                  <a:lnTo>
                    <a:pt x="12" y="665"/>
                  </a:lnTo>
                  <a:lnTo>
                    <a:pt x="15" y="660"/>
                  </a:lnTo>
                  <a:lnTo>
                    <a:pt x="19" y="652"/>
                  </a:lnTo>
                  <a:lnTo>
                    <a:pt x="22" y="647"/>
                  </a:lnTo>
                  <a:lnTo>
                    <a:pt x="24" y="643"/>
                  </a:lnTo>
                  <a:lnTo>
                    <a:pt x="27" y="638"/>
                  </a:lnTo>
                  <a:lnTo>
                    <a:pt x="29" y="633"/>
                  </a:lnTo>
                  <a:lnTo>
                    <a:pt x="31" y="629"/>
                  </a:lnTo>
                  <a:lnTo>
                    <a:pt x="34" y="626"/>
                  </a:lnTo>
                  <a:lnTo>
                    <a:pt x="37" y="622"/>
                  </a:lnTo>
                  <a:lnTo>
                    <a:pt x="39" y="619"/>
                  </a:lnTo>
                  <a:lnTo>
                    <a:pt x="40" y="615"/>
                  </a:lnTo>
                  <a:lnTo>
                    <a:pt x="42" y="612"/>
                  </a:lnTo>
                  <a:lnTo>
                    <a:pt x="43" y="608"/>
                  </a:lnTo>
                  <a:lnTo>
                    <a:pt x="45" y="605"/>
                  </a:lnTo>
                  <a:lnTo>
                    <a:pt x="46" y="603"/>
                  </a:lnTo>
                  <a:lnTo>
                    <a:pt x="47" y="600"/>
                  </a:lnTo>
                  <a:lnTo>
                    <a:pt x="48" y="597"/>
                  </a:lnTo>
                  <a:lnTo>
                    <a:pt x="50" y="594"/>
                  </a:lnTo>
                  <a:lnTo>
                    <a:pt x="51" y="592"/>
                  </a:lnTo>
                  <a:lnTo>
                    <a:pt x="52" y="589"/>
                  </a:lnTo>
                  <a:lnTo>
                    <a:pt x="53" y="587"/>
                  </a:lnTo>
                  <a:lnTo>
                    <a:pt x="54" y="584"/>
                  </a:lnTo>
                  <a:lnTo>
                    <a:pt x="55" y="581"/>
                  </a:lnTo>
                  <a:lnTo>
                    <a:pt x="57" y="579"/>
                  </a:lnTo>
                  <a:lnTo>
                    <a:pt x="59" y="575"/>
                  </a:lnTo>
                  <a:lnTo>
                    <a:pt x="60" y="572"/>
                  </a:lnTo>
                  <a:lnTo>
                    <a:pt x="61" y="568"/>
                  </a:lnTo>
                  <a:lnTo>
                    <a:pt x="63" y="564"/>
                  </a:lnTo>
                  <a:lnTo>
                    <a:pt x="64" y="560"/>
                  </a:lnTo>
                  <a:lnTo>
                    <a:pt x="66" y="556"/>
                  </a:lnTo>
                  <a:lnTo>
                    <a:pt x="67" y="552"/>
                  </a:lnTo>
                  <a:lnTo>
                    <a:pt x="68" y="549"/>
                  </a:lnTo>
                  <a:lnTo>
                    <a:pt x="70" y="546"/>
                  </a:lnTo>
                  <a:lnTo>
                    <a:pt x="71" y="543"/>
                  </a:lnTo>
                  <a:lnTo>
                    <a:pt x="72" y="541"/>
                  </a:lnTo>
                  <a:lnTo>
                    <a:pt x="73" y="537"/>
                  </a:lnTo>
                  <a:lnTo>
                    <a:pt x="74" y="535"/>
                  </a:lnTo>
                  <a:lnTo>
                    <a:pt x="76" y="532"/>
                  </a:lnTo>
                  <a:lnTo>
                    <a:pt x="77" y="530"/>
                  </a:lnTo>
                  <a:lnTo>
                    <a:pt x="78" y="528"/>
                  </a:lnTo>
                  <a:lnTo>
                    <a:pt x="80" y="526"/>
                  </a:lnTo>
                  <a:lnTo>
                    <a:pt x="80" y="524"/>
                  </a:lnTo>
                  <a:lnTo>
                    <a:pt x="81" y="521"/>
                  </a:lnTo>
                  <a:lnTo>
                    <a:pt x="82" y="518"/>
                  </a:lnTo>
                  <a:lnTo>
                    <a:pt x="83" y="516"/>
                  </a:lnTo>
                  <a:lnTo>
                    <a:pt x="84" y="514"/>
                  </a:lnTo>
                  <a:lnTo>
                    <a:pt x="85" y="511"/>
                  </a:lnTo>
                  <a:lnTo>
                    <a:pt x="85" y="509"/>
                  </a:lnTo>
                  <a:lnTo>
                    <a:pt x="86" y="507"/>
                  </a:lnTo>
                  <a:lnTo>
                    <a:pt x="87" y="505"/>
                  </a:lnTo>
                  <a:lnTo>
                    <a:pt x="88" y="502"/>
                  </a:lnTo>
                  <a:lnTo>
                    <a:pt x="89" y="499"/>
                  </a:lnTo>
                  <a:lnTo>
                    <a:pt x="90" y="496"/>
                  </a:lnTo>
                  <a:lnTo>
                    <a:pt x="91" y="493"/>
                  </a:lnTo>
                  <a:lnTo>
                    <a:pt x="93" y="490"/>
                  </a:lnTo>
                  <a:lnTo>
                    <a:pt x="95" y="487"/>
                  </a:lnTo>
                  <a:lnTo>
                    <a:pt x="96" y="483"/>
                  </a:lnTo>
                  <a:lnTo>
                    <a:pt x="98" y="479"/>
                  </a:lnTo>
                  <a:lnTo>
                    <a:pt x="99" y="474"/>
                  </a:lnTo>
                  <a:lnTo>
                    <a:pt x="101" y="470"/>
                  </a:lnTo>
                  <a:lnTo>
                    <a:pt x="102" y="465"/>
                  </a:lnTo>
                  <a:lnTo>
                    <a:pt x="104" y="460"/>
                  </a:lnTo>
                  <a:lnTo>
                    <a:pt x="106" y="456"/>
                  </a:lnTo>
                  <a:lnTo>
                    <a:pt x="107" y="452"/>
                  </a:lnTo>
                  <a:lnTo>
                    <a:pt x="108" y="448"/>
                  </a:lnTo>
                  <a:lnTo>
                    <a:pt x="110" y="445"/>
                  </a:lnTo>
                  <a:lnTo>
                    <a:pt x="111" y="440"/>
                  </a:lnTo>
                  <a:lnTo>
                    <a:pt x="112" y="437"/>
                  </a:lnTo>
                  <a:lnTo>
                    <a:pt x="113" y="434"/>
                  </a:lnTo>
                  <a:lnTo>
                    <a:pt x="115" y="432"/>
                  </a:lnTo>
                  <a:lnTo>
                    <a:pt x="116" y="428"/>
                  </a:lnTo>
                  <a:lnTo>
                    <a:pt x="117" y="425"/>
                  </a:lnTo>
                  <a:lnTo>
                    <a:pt x="118" y="422"/>
                  </a:lnTo>
                  <a:lnTo>
                    <a:pt x="119" y="420"/>
                  </a:lnTo>
                  <a:lnTo>
                    <a:pt x="120" y="417"/>
                  </a:lnTo>
                  <a:lnTo>
                    <a:pt x="120" y="415"/>
                  </a:lnTo>
                  <a:lnTo>
                    <a:pt x="121" y="413"/>
                  </a:lnTo>
                  <a:lnTo>
                    <a:pt x="122" y="410"/>
                  </a:lnTo>
                  <a:lnTo>
                    <a:pt x="124" y="408"/>
                  </a:lnTo>
                  <a:lnTo>
                    <a:pt x="124" y="406"/>
                  </a:lnTo>
                  <a:lnTo>
                    <a:pt x="125" y="403"/>
                  </a:lnTo>
                  <a:lnTo>
                    <a:pt x="126" y="400"/>
                  </a:lnTo>
                  <a:lnTo>
                    <a:pt x="127" y="398"/>
                  </a:lnTo>
                  <a:lnTo>
                    <a:pt x="128" y="395"/>
                  </a:lnTo>
                  <a:lnTo>
                    <a:pt x="129" y="392"/>
                  </a:lnTo>
                  <a:lnTo>
                    <a:pt x="129" y="389"/>
                  </a:lnTo>
                  <a:lnTo>
                    <a:pt x="130" y="385"/>
                  </a:lnTo>
                  <a:lnTo>
                    <a:pt x="131" y="381"/>
                  </a:lnTo>
                  <a:lnTo>
                    <a:pt x="132" y="378"/>
                  </a:lnTo>
                  <a:lnTo>
                    <a:pt x="135" y="374"/>
                  </a:lnTo>
                  <a:lnTo>
                    <a:pt x="136" y="370"/>
                  </a:lnTo>
                  <a:lnTo>
                    <a:pt x="137" y="366"/>
                  </a:lnTo>
                  <a:lnTo>
                    <a:pt x="138" y="361"/>
                  </a:lnTo>
                  <a:lnTo>
                    <a:pt x="140" y="356"/>
                  </a:lnTo>
                  <a:lnTo>
                    <a:pt x="141" y="352"/>
                  </a:lnTo>
                  <a:lnTo>
                    <a:pt x="142" y="348"/>
                  </a:lnTo>
                  <a:lnTo>
                    <a:pt x="143" y="344"/>
                  </a:lnTo>
                  <a:lnTo>
                    <a:pt x="144" y="339"/>
                  </a:lnTo>
                  <a:lnTo>
                    <a:pt x="145" y="336"/>
                  </a:lnTo>
                  <a:lnTo>
                    <a:pt x="146" y="333"/>
                  </a:lnTo>
                  <a:lnTo>
                    <a:pt x="147" y="330"/>
                  </a:lnTo>
                  <a:lnTo>
                    <a:pt x="148" y="327"/>
                  </a:lnTo>
                  <a:lnTo>
                    <a:pt x="149" y="323"/>
                  </a:lnTo>
                  <a:lnTo>
                    <a:pt x="150" y="321"/>
                  </a:lnTo>
                  <a:lnTo>
                    <a:pt x="151" y="318"/>
                  </a:lnTo>
                  <a:lnTo>
                    <a:pt x="151" y="316"/>
                  </a:lnTo>
                  <a:lnTo>
                    <a:pt x="152" y="314"/>
                  </a:lnTo>
                  <a:lnTo>
                    <a:pt x="154" y="311"/>
                  </a:lnTo>
                  <a:lnTo>
                    <a:pt x="154" y="309"/>
                  </a:lnTo>
                  <a:lnTo>
                    <a:pt x="155" y="306"/>
                  </a:lnTo>
                  <a:lnTo>
                    <a:pt x="156" y="304"/>
                  </a:lnTo>
                  <a:lnTo>
                    <a:pt x="157" y="301"/>
                  </a:lnTo>
                  <a:lnTo>
                    <a:pt x="157" y="299"/>
                  </a:lnTo>
                  <a:lnTo>
                    <a:pt x="158" y="295"/>
                  </a:lnTo>
                  <a:lnTo>
                    <a:pt x="159" y="293"/>
                  </a:lnTo>
                  <a:lnTo>
                    <a:pt x="160" y="290"/>
                  </a:lnTo>
                  <a:lnTo>
                    <a:pt x="161" y="286"/>
                  </a:lnTo>
                  <a:lnTo>
                    <a:pt x="162" y="284"/>
                  </a:lnTo>
                  <a:lnTo>
                    <a:pt x="163" y="280"/>
                  </a:lnTo>
                  <a:lnTo>
                    <a:pt x="164" y="277"/>
                  </a:lnTo>
                  <a:lnTo>
                    <a:pt x="165" y="274"/>
                  </a:lnTo>
                  <a:lnTo>
                    <a:pt x="166" y="270"/>
                  </a:lnTo>
                  <a:lnTo>
                    <a:pt x="167" y="265"/>
                  </a:lnTo>
                  <a:lnTo>
                    <a:pt x="169" y="261"/>
                  </a:lnTo>
                  <a:lnTo>
                    <a:pt x="171" y="257"/>
                  </a:lnTo>
                  <a:lnTo>
                    <a:pt x="173" y="252"/>
                  </a:lnTo>
                  <a:lnTo>
                    <a:pt x="174" y="246"/>
                  </a:lnTo>
                  <a:lnTo>
                    <a:pt x="176" y="242"/>
                  </a:lnTo>
                  <a:lnTo>
                    <a:pt x="177" y="239"/>
                  </a:lnTo>
                  <a:lnTo>
                    <a:pt x="178" y="235"/>
                  </a:lnTo>
                  <a:lnTo>
                    <a:pt x="179" y="232"/>
                  </a:lnTo>
                  <a:lnTo>
                    <a:pt x="180" y="228"/>
                  </a:lnTo>
                  <a:lnTo>
                    <a:pt x="180" y="225"/>
                  </a:lnTo>
                  <a:lnTo>
                    <a:pt x="181" y="223"/>
                  </a:lnTo>
                  <a:lnTo>
                    <a:pt x="182" y="220"/>
                  </a:lnTo>
                  <a:lnTo>
                    <a:pt x="183" y="218"/>
                  </a:lnTo>
                  <a:lnTo>
                    <a:pt x="183" y="215"/>
                  </a:lnTo>
                  <a:lnTo>
                    <a:pt x="184" y="213"/>
                  </a:lnTo>
                  <a:lnTo>
                    <a:pt x="184" y="211"/>
                  </a:lnTo>
                  <a:lnTo>
                    <a:pt x="185" y="208"/>
                  </a:lnTo>
                  <a:lnTo>
                    <a:pt x="185" y="204"/>
                  </a:lnTo>
                  <a:lnTo>
                    <a:pt x="186" y="202"/>
                  </a:lnTo>
                  <a:lnTo>
                    <a:pt x="186" y="200"/>
                  </a:lnTo>
                  <a:lnTo>
                    <a:pt x="186" y="198"/>
                  </a:lnTo>
                  <a:lnTo>
                    <a:pt x="187" y="196"/>
                  </a:lnTo>
                  <a:lnTo>
                    <a:pt x="187" y="194"/>
                  </a:lnTo>
                  <a:lnTo>
                    <a:pt x="187" y="192"/>
                  </a:lnTo>
                  <a:lnTo>
                    <a:pt x="188" y="188"/>
                  </a:lnTo>
                  <a:lnTo>
                    <a:pt x="188" y="186"/>
                  </a:lnTo>
                  <a:lnTo>
                    <a:pt x="188" y="183"/>
                  </a:lnTo>
                  <a:lnTo>
                    <a:pt x="188" y="181"/>
                  </a:lnTo>
                  <a:lnTo>
                    <a:pt x="189" y="178"/>
                  </a:lnTo>
                  <a:lnTo>
                    <a:pt x="189" y="175"/>
                  </a:lnTo>
                  <a:lnTo>
                    <a:pt x="189" y="172"/>
                  </a:lnTo>
                  <a:lnTo>
                    <a:pt x="189" y="167"/>
                  </a:lnTo>
                  <a:lnTo>
                    <a:pt x="190" y="164"/>
                  </a:lnTo>
                  <a:lnTo>
                    <a:pt x="190" y="159"/>
                  </a:lnTo>
                  <a:lnTo>
                    <a:pt x="190" y="155"/>
                  </a:lnTo>
                  <a:lnTo>
                    <a:pt x="190" y="152"/>
                  </a:lnTo>
                  <a:lnTo>
                    <a:pt x="192" y="147"/>
                  </a:lnTo>
                  <a:lnTo>
                    <a:pt x="192" y="144"/>
                  </a:lnTo>
                  <a:lnTo>
                    <a:pt x="192" y="141"/>
                  </a:lnTo>
                  <a:lnTo>
                    <a:pt x="192" y="139"/>
                  </a:lnTo>
                  <a:lnTo>
                    <a:pt x="193" y="136"/>
                  </a:lnTo>
                  <a:lnTo>
                    <a:pt x="193" y="134"/>
                  </a:lnTo>
                  <a:lnTo>
                    <a:pt x="193" y="130"/>
                  </a:lnTo>
                  <a:lnTo>
                    <a:pt x="193" y="128"/>
                  </a:lnTo>
                  <a:lnTo>
                    <a:pt x="193" y="126"/>
                  </a:lnTo>
                  <a:lnTo>
                    <a:pt x="194" y="124"/>
                  </a:lnTo>
                  <a:lnTo>
                    <a:pt x="194" y="123"/>
                  </a:lnTo>
                  <a:lnTo>
                    <a:pt x="194" y="121"/>
                  </a:lnTo>
                  <a:lnTo>
                    <a:pt x="194" y="119"/>
                  </a:lnTo>
                  <a:lnTo>
                    <a:pt x="194" y="118"/>
                  </a:lnTo>
                  <a:lnTo>
                    <a:pt x="195" y="115"/>
                  </a:lnTo>
                  <a:lnTo>
                    <a:pt x="195" y="114"/>
                  </a:lnTo>
                  <a:lnTo>
                    <a:pt x="195" y="111"/>
                  </a:lnTo>
                  <a:lnTo>
                    <a:pt x="195" y="110"/>
                  </a:lnTo>
                  <a:lnTo>
                    <a:pt x="196" y="108"/>
                  </a:lnTo>
                  <a:lnTo>
                    <a:pt x="196" y="107"/>
                  </a:lnTo>
                  <a:lnTo>
                    <a:pt x="196" y="105"/>
                  </a:lnTo>
                  <a:lnTo>
                    <a:pt x="196" y="104"/>
                  </a:lnTo>
                  <a:lnTo>
                    <a:pt x="197" y="102"/>
                  </a:lnTo>
                  <a:lnTo>
                    <a:pt x="197" y="100"/>
                  </a:lnTo>
                  <a:lnTo>
                    <a:pt x="197" y="99"/>
                  </a:lnTo>
                  <a:lnTo>
                    <a:pt x="198" y="97"/>
                  </a:lnTo>
                  <a:lnTo>
                    <a:pt x="198" y="95"/>
                  </a:lnTo>
                  <a:lnTo>
                    <a:pt x="199" y="92"/>
                  </a:lnTo>
                  <a:lnTo>
                    <a:pt x="199" y="90"/>
                  </a:lnTo>
                  <a:lnTo>
                    <a:pt x="199" y="87"/>
                  </a:lnTo>
                  <a:lnTo>
                    <a:pt x="200" y="85"/>
                  </a:lnTo>
                  <a:lnTo>
                    <a:pt x="200" y="83"/>
                  </a:lnTo>
                  <a:lnTo>
                    <a:pt x="201" y="81"/>
                  </a:lnTo>
                  <a:lnTo>
                    <a:pt x="201" y="79"/>
                  </a:lnTo>
                  <a:lnTo>
                    <a:pt x="201" y="77"/>
                  </a:lnTo>
                  <a:lnTo>
                    <a:pt x="202" y="75"/>
                  </a:lnTo>
                  <a:lnTo>
                    <a:pt x="202" y="73"/>
                  </a:lnTo>
                  <a:lnTo>
                    <a:pt x="202" y="71"/>
                  </a:lnTo>
                  <a:lnTo>
                    <a:pt x="202" y="68"/>
                  </a:lnTo>
                  <a:lnTo>
                    <a:pt x="203" y="67"/>
                  </a:lnTo>
                  <a:lnTo>
                    <a:pt x="203" y="65"/>
                  </a:lnTo>
                  <a:lnTo>
                    <a:pt x="203" y="64"/>
                  </a:lnTo>
                  <a:lnTo>
                    <a:pt x="203" y="62"/>
                  </a:lnTo>
                  <a:lnTo>
                    <a:pt x="203" y="60"/>
                  </a:lnTo>
                  <a:lnTo>
                    <a:pt x="203" y="58"/>
                  </a:lnTo>
                  <a:lnTo>
                    <a:pt x="203" y="56"/>
                  </a:lnTo>
                  <a:lnTo>
                    <a:pt x="203" y="55"/>
                  </a:lnTo>
                  <a:lnTo>
                    <a:pt x="203" y="51"/>
                  </a:lnTo>
                  <a:lnTo>
                    <a:pt x="203" y="49"/>
                  </a:lnTo>
                  <a:lnTo>
                    <a:pt x="203" y="47"/>
                  </a:lnTo>
                  <a:lnTo>
                    <a:pt x="203" y="44"/>
                  </a:lnTo>
                  <a:lnTo>
                    <a:pt x="203" y="42"/>
                  </a:lnTo>
                  <a:lnTo>
                    <a:pt x="203" y="39"/>
                  </a:lnTo>
                  <a:lnTo>
                    <a:pt x="203" y="36"/>
                  </a:lnTo>
                  <a:lnTo>
                    <a:pt x="203" y="32"/>
                  </a:lnTo>
                  <a:lnTo>
                    <a:pt x="203" y="28"/>
                  </a:lnTo>
                  <a:lnTo>
                    <a:pt x="202" y="24"/>
                  </a:lnTo>
                  <a:lnTo>
                    <a:pt x="202" y="20"/>
                  </a:lnTo>
                  <a:lnTo>
                    <a:pt x="202" y="14"/>
                  </a:lnTo>
                  <a:lnTo>
                    <a:pt x="202" y="10"/>
                  </a:lnTo>
                  <a:lnTo>
                    <a:pt x="201" y="5"/>
                  </a:lnTo>
                  <a:lnTo>
                    <a:pt x="20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4" name="Line 28">
              <a:extLst>
                <a:ext uri="{FF2B5EF4-FFF2-40B4-BE49-F238E27FC236}">
                  <a16:creationId xmlns:a16="http://schemas.microsoft.com/office/drawing/2014/main" id="{2B1C3E2B-6FF2-433B-99E2-A2772BA2E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7" y="1329"/>
              <a:ext cx="159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5" name="Line 29">
              <a:extLst>
                <a:ext uri="{FF2B5EF4-FFF2-40B4-BE49-F238E27FC236}">
                  <a16:creationId xmlns:a16="http://schemas.microsoft.com/office/drawing/2014/main" id="{55EDB36F-2D19-468F-B823-B5D8B2E66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4" y="1480"/>
              <a:ext cx="1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6" name="Line 35">
              <a:extLst>
                <a:ext uri="{FF2B5EF4-FFF2-40B4-BE49-F238E27FC236}">
                  <a16:creationId xmlns:a16="http://schemas.microsoft.com/office/drawing/2014/main" id="{98E135B4-310B-4409-8735-2C5237FF44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7" y="676"/>
              <a:ext cx="1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7" name="Line 36">
              <a:extLst>
                <a:ext uri="{FF2B5EF4-FFF2-40B4-BE49-F238E27FC236}">
                  <a16:creationId xmlns:a16="http://schemas.microsoft.com/office/drawing/2014/main" id="{A54D10CF-9557-4B7B-A462-BD5E663D7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7" y="824"/>
              <a:ext cx="16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8" name="Line 37">
              <a:extLst>
                <a:ext uri="{FF2B5EF4-FFF2-40B4-BE49-F238E27FC236}">
                  <a16:creationId xmlns:a16="http://schemas.microsoft.com/office/drawing/2014/main" id="{AD6AD31D-524F-4253-A773-4AECCB73D5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1" y="756"/>
              <a:ext cx="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9" name="Freeform 38">
              <a:extLst>
                <a:ext uri="{FF2B5EF4-FFF2-40B4-BE49-F238E27FC236}">
                  <a16:creationId xmlns:a16="http://schemas.microsoft.com/office/drawing/2014/main" id="{1A5EB68C-A27D-49D3-8F0F-B880BEEA9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756"/>
              <a:ext cx="161" cy="242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0" name="Freeform 39">
              <a:extLst>
                <a:ext uri="{FF2B5EF4-FFF2-40B4-BE49-F238E27FC236}">
                  <a16:creationId xmlns:a16="http://schemas.microsoft.com/office/drawing/2014/main" id="{5AE0C250-C6B4-4147-AADB-9F8F3910F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1171"/>
              <a:ext cx="247" cy="241"/>
            </a:xfrm>
            <a:custGeom>
              <a:avLst/>
              <a:gdLst>
                <a:gd name="T0" fmla="*/ 247 w 247"/>
                <a:gd name="T1" fmla="*/ 0 h 241"/>
                <a:gd name="T2" fmla="*/ 167 w 247"/>
                <a:gd name="T3" fmla="*/ 0 h 241"/>
                <a:gd name="T4" fmla="*/ 167 w 247"/>
                <a:gd name="T5" fmla="*/ 241 h 241"/>
                <a:gd name="T6" fmla="*/ 0 w 247"/>
                <a:gd name="T7" fmla="*/ 240 h 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241"/>
                <a:gd name="T14" fmla="*/ 247 w 247"/>
                <a:gd name="T15" fmla="*/ 241 h 2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241">
                  <a:moveTo>
                    <a:pt x="247" y="0"/>
                  </a:moveTo>
                  <a:lnTo>
                    <a:pt x="167" y="0"/>
                  </a:lnTo>
                  <a:lnTo>
                    <a:pt x="167" y="241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1" name="Line 40">
              <a:extLst>
                <a:ext uri="{FF2B5EF4-FFF2-40B4-BE49-F238E27FC236}">
                  <a16:creationId xmlns:a16="http://schemas.microsoft.com/office/drawing/2014/main" id="{AB105EE6-0C60-4688-8520-6E83B68E8A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4" y="1084"/>
              <a:ext cx="3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2" name="Freeform 41">
              <a:extLst>
                <a:ext uri="{FF2B5EF4-FFF2-40B4-BE49-F238E27FC236}">
                  <a16:creationId xmlns:a16="http://schemas.microsoft.com/office/drawing/2014/main" id="{BDE288E9-4CB6-40AB-9A9D-F3AFD34F3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434"/>
              <a:ext cx="2119" cy="978"/>
            </a:xfrm>
            <a:custGeom>
              <a:avLst/>
              <a:gdLst>
                <a:gd name="T0" fmla="*/ 0 w 10592"/>
                <a:gd name="T1" fmla="*/ 0 h 4892"/>
                <a:gd name="T2" fmla="*/ 0 w 10592"/>
                <a:gd name="T3" fmla="*/ 0 h 4892"/>
                <a:gd name="T4" fmla="*/ 0 w 10592"/>
                <a:gd name="T5" fmla="*/ 0 h 4892"/>
                <a:gd name="T6" fmla="*/ 0 w 10592"/>
                <a:gd name="T7" fmla="*/ 0 h 48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92"/>
                <a:gd name="T13" fmla="*/ 0 h 4892"/>
                <a:gd name="T14" fmla="*/ 10592 w 10592"/>
                <a:gd name="T15" fmla="*/ 4892 h 48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92" h="4892">
                  <a:moveTo>
                    <a:pt x="10592" y="4892"/>
                  </a:moveTo>
                  <a:lnTo>
                    <a:pt x="10592" y="0"/>
                  </a:lnTo>
                  <a:lnTo>
                    <a:pt x="0" y="0"/>
                  </a:lnTo>
                  <a:lnTo>
                    <a:pt x="0" y="120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3" name="Freeform 42">
              <a:extLst>
                <a:ext uri="{FF2B5EF4-FFF2-40B4-BE49-F238E27FC236}">
                  <a16:creationId xmlns:a16="http://schemas.microsoft.com/office/drawing/2014/main" id="{E1F345F7-241E-406B-9D49-50372ECC4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412"/>
              <a:ext cx="2038" cy="323"/>
            </a:xfrm>
            <a:custGeom>
              <a:avLst/>
              <a:gdLst>
                <a:gd name="T0" fmla="*/ 0 w 10188"/>
                <a:gd name="T1" fmla="*/ 0 h 1612"/>
                <a:gd name="T2" fmla="*/ 0 w 10188"/>
                <a:gd name="T3" fmla="*/ 0 h 1612"/>
                <a:gd name="T4" fmla="*/ 0 w 10188"/>
                <a:gd name="T5" fmla="*/ 0 h 1612"/>
                <a:gd name="T6" fmla="*/ 0 w 10188"/>
                <a:gd name="T7" fmla="*/ 0 h 16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88"/>
                <a:gd name="T13" fmla="*/ 0 h 1612"/>
                <a:gd name="T14" fmla="*/ 10188 w 10188"/>
                <a:gd name="T15" fmla="*/ 1612 h 16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88" h="1612">
                  <a:moveTo>
                    <a:pt x="0" y="1612"/>
                  </a:moveTo>
                  <a:lnTo>
                    <a:pt x="8577" y="1612"/>
                  </a:lnTo>
                  <a:lnTo>
                    <a:pt x="8577" y="0"/>
                  </a:lnTo>
                  <a:lnTo>
                    <a:pt x="101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4" name="Line 43">
              <a:extLst>
                <a:ext uri="{FF2B5EF4-FFF2-40B4-BE49-F238E27FC236}">
                  <a16:creationId xmlns:a16="http://schemas.microsoft.com/office/drawing/2014/main" id="{C419795F-7F90-4F91-8626-794735D91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44" y="1084"/>
              <a:ext cx="4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5" name="Line 44">
              <a:extLst>
                <a:ext uri="{FF2B5EF4-FFF2-40B4-BE49-F238E27FC236}">
                  <a16:creationId xmlns:a16="http://schemas.microsoft.com/office/drawing/2014/main" id="{F07260C6-ABA6-49E7-A678-A506185106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44" y="1412"/>
              <a:ext cx="4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6" name="Line 45">
              <a:extLst>
                <a:ext uri="{FF2B5EF4-FFF2-40B4-BE49-F238E27FC236}">
                  <a16:creationId xmlns:a16="http://schemas.microsoft.com/office/drawing/2014/main" id="{13CD4E53-4E5C-4294-B3E8-F721B58D94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7" y="1332"/>
              <a:ext cx="8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7" name="Line 46">
              <a:extLst>
                <a:ext uri="{FF2B5EF4-FFF2-40B4-BE49-F238E27FC236}">
                  <a16:creationId xmlns:a16="http://schemas.microsoft.com/office/drawing/2014/main" id="{96425068-04A3-4D07-9598-442622393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5" y="1323"/>
              <a:ext cx="81" cy="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8" name="Freeform 47">
              <a:extLst>
                <a:ext uri="{FF2B5EF4-FFF2-40B4-BE49-F238E27FC236}">
                  <a16:creationId xmlns:a16="http://schemas.microsoft.com/office/drawing/2014/main" id="{2A089E33-8927-42F4-A4B8-7D03C7EC0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263"/>
              <a:ext cx="127" cy="126"/>
            </a:xfrm>
            <a:custGeom>
              <a:avLst/>
              <a:gdLst>
                <a:gd name="T0" fmla="*/ 0 w 632"/>
                <a:gd name="T1" fmla="*/ 0 h 633"/>
                <a:gd name="T2" fmla="*/ 0 w 632"/>
                <a:gd name="T3" fmla="*/ 0 h 633"/>
                <a:gd name="T4" fmla="*/ 0 w 632"/>
                <a:gd name="T5" fmla="*/ 0 h 633"/>
                <a:gd name="T6" fmla="*/ 0 w 632"/>
                <a:gd name="T7" fmla="*/ 0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2"/>
                <a:gd name="T13" fmla="*/ 0 h 633"/>
                <a:gd name="T14" fmla="*/ 632 w 632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2" h="633">
                  <a:moveTo>
                    <a:pt x="632" y="346"/>
                  </a:moveTo>
                  <a:lnTo>
                    <a:pt x="0" y="633"/>
                  </a:lnTo>
                  <a:lnTo>
                    <a:pt x="0" y="0"/>
                  </a:lnTo>
                  <a:lnTo>
                    <a:pt x="632" y="34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9" name="Freeform 48">
              <a:extLst>
                <a:ext uri="{FF2B5EF4-FFF2-40B4-BE49-F238E27FC236}">
                  <a16:creationId xmlns:a16="http://schemas.microsoft.com/office/drawing/2014/main" id="{3F7C9F9A-FE73-462C-B7B2-4CEF192D1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263"/>
              <a:ext cx="127" cy="126"/>
            </a:xfrm>
            <a:custGeom>
              <a:avLst/>
              <a:gdLst>
                <a:gd name="T0" fmla="*/ 0 w 632"/>
                <a:gd name="T1" fmla="*/ 0 h 633"/>
                <a:gd name="T2" fmla="*/ 0 w 632"/>
                <a:gd name="T3" fmla="*/ 0 h 633"/>
                <a:gd name="T4" fmla="*/ 0 w 632"/>
                <a:gd name="T5" fmla="*/ 0 h 633"/>
                <a:gd name="T6" fmla="*/ 0 w 632"/>
                <a:gd name="T7" fmla="*/ 0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2"/>
                <a:gd name="T13" fmla="*/ 0 h 633"/>
                <a:gd name="T14" fmla="*/ 632 w 632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2" h="633">
                  <a:moveTo>
                    <a:pt x="632" y="346"/>
                  </a:moveTo>
                  <a:lnTo>
                    <a:pt x="0" y="633"/>
                  </a:lnTo>
                  <a:lnTo>
                    <a:pt x="0" y="0"/>
                  </a:lnTo>
                  <a:lnTo>
                    <a:pt x="632" y="34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0" name="Freeform 50">
              <a:extLst>
                <a:ext uri="{FF2B5EF4-FFF2-40B4-BE49-F238E27FC236}">
                  <a16:creationId xmlns:a16="http://schemas.microsoft.com/office/drawing/2014/main" id="{940C2191-86BD-4D48-B86C-D64D08507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6" y="1305"/>
              <a:ext cx="53" cy="53"/>
            </a:xfrm>
            <a:custGeom>
              <a:avLst/>
              <a:gdLst>
                <a:gd name="T0" fmla="*/ 0 w 262"/>
                <a:gd name="T1" fmla="*/ 0 h 262"/>
                <a:gd name="T2" fmla="*/ 0 w 262"/>
                <a:gd name="T3" fmla="*/ 0 h 262"/>
                <a:gd name="T4" fmla="*/ 0 w 262"/>
                <a:gd name="T5" fmla="*/ 0 h 262"/>
                <a:gd name="T6" fmla="*/ 0 w 262"/>
                <a:gd name="T7" fmla="*/ 0 h 262"/>
                <a:gd name="T8" fmla="*/ 0 w 262"/>
                <a:gd name="T9" fmla="*/ 0 h 262"/>
                <a:gd name="T10" fmla="*/ 0 w 262"/>
                <a:gd name="T11" fmla="*/ 0 h 262"/>
                <a:gd name="T12" fmla="*/ 0 w 262"/>
                <a:gd name="T13" fmla="*/ 0 h 262"/>
                <a:gd name="T14" fmla="*/ 0 w 262"/>
                <a:gd name="T15" fmla="*/ 0 h 262"/>
                <a:gd name="T16" fmla="*/ 0 w 262"/>
                <a:gd name="T17" fmla="*/ 0 h 262"/>
                <a:gd name="T18" fmla="*/ 0 w 262"/>
                <a:gd name="T19" fmla="*/ 0 h 262"/>
                <a:gd name="T20" fmla="*/ 0 w 262"/>
                <a:gd name="T21" fmla="*/ 0 h 262"/>
                <a:gd name="T22" fmla="*/ 0 w 262"/>
                <a:gd name="T23" fmla="*/ 0 h 262"/>
                <a:gd name="T24" fmla="*/ 0 w 262"/>
                <a:gd name="T25" fmla="*/ 0 h 262"/>
                <a:gd name="T26" fmla="*/ 0 w 262"/>
                <a:gd name="T27" fmla="*/ 0 h 262"/>
                <a:gd name="T28" fmla="*/ 0 w 262"/>
                <a:gd name="T29" fmla="*/ 0 h 262"/>
                <a:gd name="T30" fmla="*/ 0 w 262"/>
                <a:gd name="T31" fmla="*/ 0 h 262"/>
                <a:gd name="T32" fmla="*/ 0 w 262"/>
                <a:gd name="T33" fmla="*/ 0 h 262"/>
                <a:gd name="T34" fmla="*/ 0 w 262"/>
                <a:gd name="T35" fmla="*/ 0 h 262"/>
                <a:gd name="T36" fmla="*/ 0 w 262"/>
                <a:gd name="T37" fmla="*/ 0 h 262"/>
                <a:gd name="T38" fmla="*/ 0 w 262"/>
                <a:gd name="T39" fmla="*/ 0 h 262"/>
                <a:gd name="T40" fmla="*/ 0 w 262"/>
                <a:gd name="T41" fmla="*/ 0 h 262"/>
                <a:gd name="T42" fmla="*/ 0 w 262"/>
                <a:gd name="T43" fmla="*/ 0 h 262"/>
                <a:gd name="T44" fmla="*/ 0 w 262"/>
                <a:gd name="T45" fmla="*/ 0 h 262"/>
                <a:gd name="T46" fmla="*/ 0 w 262"/>
                <a:gd name="T47" fmla="*/ 0 h 262"/>
                <a:gd name="T48" fmla="*/ 0 w 262"/>
                <a:gd name="T49" fmla="*/ 0 h 262"/>
                <a:gd name="T50" fmla="*/ 0 w 262"/>
                <a:gd name="T51" fmla="*/ 0 h 262"/>
                <a:gd name="T52" fmla="*/ 0 w 262"/>
                <a:gd name="T53" fmla="*/ 0 h 262"/>
                <a:gd name="T54" fmla="*/ 0 w 262"/>
                <a:gd name="T55" fmla="*/ 0 h 262"/>
                <a:gd name="T56" fmla="*/ 0 w 262"/>
                <a:gd name="T57" fmla="*/ 0 h 262"/>
                <a:gd name="T58" fmla="*/ 0 w 262"/>
                <a:gd name="T59" fmla="*/ 0 h 262"/>
                <a:gd name="T60" fmla="*/ 0 w 262"/>
                <a:gd name="T61" fmla="*/ 0 h 262"/>
                <a:gd name="T62" fmla="*/ 0 w 262"/>
                <a:gd name="T63" fmla="*/ 0 h 262"/>
                <a:gd name="T64" fmla="*/ 0 w 262"/>
                <a:gd name="T65" fmla="*/ 0 h 262"/>
                <a:gd name="T66" fmla="*/ 0 w 262"/>
                <a:gd name="T67" fmla="*/ 0 h 262"/>
                <a:gd name="T68" fmla="*/ 0 w 262"/>
                <a:gd name="T69" fmla="*/ 0 h 262"/>
                <a:gd name="T70" fmla="*/ 0 w 262"/>
                <a:gd name="T71" fmla="*/ 0 h 262"/>
                <a:gd name="T72" fmla="*/ 0 w 262"/>
                <a:gd name="T73" fmla="*/ 0 h 262"/>
                <a:gd name="T74" fmla="*/ 0 w 262"/>
                <a:gd name="T75" fmla="*/ 0 h 262"/>
                <a:gd name="T76" fmla="*/ 0 w 262"/>
                <a:gd name="T77" fmla="*/ 0 h 262"/>
                <a:gd name="T78" fmla="*/ 0 w 262"/>
                <a:gd name="T79" fmla="*/ 0 h 262"/>
                <a:gd name="T80" fmla="*/ 0 w 262"/>
                <a:gd name="T81" fmla="*/ 0 h 262"/>
                <a:gd name="T82" fmla="*/ 0 w 262"/>
                <a:gd name="T83" fmla="*/ 0 h 262"/>
                <a:gd name="T84" fmla="*/ 0 w 262"/>
                <a:gd name="T85" fmla="*/ 0 h 262"/>
                <a:gd name="T86" fmla="*/ 0 w 262"/>
                <a:gd name="T87" fmla="*/ 0 h 2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62"/>
                <a:gd name="T133" fmla="*/ 0 h 262"/>
                <a:gd name="T134" fmla="*/ 262 w 262"/>
                <a:gd name="T135" fmla="*/ 262 h 2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62" h="262">
                  <a:moveTo>
                    <a:pt x="131" y="0"/>
                  </a:moveTo>
                  <a:lnTo>
                    <a:pt x="124" y="0"/>
                  </a:lnTo>
                  <a:lnTo>
                    <a:pt x="118" y="0"/>
                  </a:lnTo>
                  <a:lnTo>
                    <a:pt x="111" y="2"/>
                  </a:lnTo>
                  <a:lnTo>
                    <a:pt x="106" y="3"/>
                  </a:lnTo>
                  <a:lnTo>
                    <a:pt x="98" y="5"/>
                  </a:lnTo>
                  <a:lnTo>
                    <a:pt x="92" y="6"/>
                  </a:lnTo>
                  <a:lnTo>
                    <a:pt x="85" y="8"/>
                  </a:lnTo>
                  <a:lnTo>
                    <a:pt x="80" y="10"/>
                  </a:lnTo>
                  <a:lnTo>
                    <a:pt x="74" y="13"/>
                  </a:lnTo>
                  <a:lnTo>
                    <a:pt x="69" y="15"/>
                  </a:lnTo>
                  <a:lnTo>
                    <a:pt x="63" y="18"/>
                  </a:lnTo>
                  <a:lnTo>
                    <a:pt x="57" y="22"/>
                  </a:lnTo>
                  <a:lnTo>
                    <a:pt x="53" y="26"/>
                  </a:lnTo>
                  <a:lnTo>
                    <a:pt x="48" y="29"/>
                  </a:lnTo>
                  <a:lnTo>
                    <a:pt x="43" y="34"/>
                  </a:lnTo>
                  <a:lnTo>
                    <a:pt x="38" y="38"/>
                  </a:lnTo>
                  <a:lnTo>
                    <a:pt x="34" y="43"/>
                  </a:lnTo>
                  <a:lnTo>
                    <a:pt x="31" y="48"/>
                  </a:lnTo>
                  <a:lnTo>
                    <a:pt x="26" y="52"/>
                  </a:lnTo>
                  <a:lnTo>
                    <a:pt x="23" y="57"/>
                  </a:lnTo>
                  <a:lnTo>
                    <a:pt x="19" y="63"/>
                  </a:lnTo>
                  <a:lnTo>
                    <a:pt x="16" y="68"/>
                  </a:lnTo>
                  <a:lnTo>
                    <a:pt x="13" y="73"/>
                  </a:lnTo>
                  <a:lnTo>
                    <a:pt x="10" y="81"/>
                  </a:lnTo>
                  <a:lnTo>
                    <a:pt x="7" y="86"/>
                  </a:lnTo>
                  <a:lnTo>
                    <a:pt x="5" y="92"/>
                  </a:lnTo>
                  <a:lnTo>
                    <a:pt x="4" y="99"/>
                  </a:lnTo>
                  <a:lnTo>
                    <a:pt x="2" y="104"/>
                  </a:lnTo>
                  <a:lnTo>
                    <a:pt x="1" y="110"/>
                  </a:lnTo>
                  <a:lnTo>
                    <a:pt x="1" y="116"/>
                  </a:lnTo>
                  <a:lnTo>
                    <a:pt x="0" y="125"/>
                  </a:lnTo>
                  <a:lnTo>
                    <a:pt x="0" y="131"/>
                  </a:lnTo>
                  <a:lnTo>
                    <a:pt x="0" y="138"/>
                  </a:lnTo>
                  <a:lnTo>
                    <a:pt x="1" y="144"/>
                  </a:lnTo>
                  <a:lnTo>
                    <a:pt x="1" y="150"/>
                  </a:lnTo>
                  <a:lnTo>
                    <a:pt x="2" y="157"/>
                  </a:lnTo>
                  <a:lnTo>
                    <a:pt x="4" y="163"/>
                  </a:lnTo>
                  <a:lnTo>
                    <a:pt x="5" y="170"/>
                  </a:lnTo>
                  <a:lnTo>
                    <a:pt x="7" y="175"/>
                  </a:lnTo>
                  <a:lnTo>
                    <a:pt x="10" y="182"/>
                  </a:lnTo>
                  <a:lnTo>
                    <a:pt x="13" y="187"/>
                  </a:lnTo>
                  <a:lnTo>
                    <a:pt x="16" y="192"/>
                  </a:lnTo>
                  <a:lnTo>
                    <a:pt x="19" y="199"/>
                  </a:lnTo>
                  <a:lnTo>
                    <a:pt x="23" y="203"/>
                  </a:lnTo>
                  <a:lnTo>
                    <a:pt x="26" y="208"/>
                  </a:lnTo>
                  <a:lnTo>
                    <a:pt x="31" y="215"/>
                  </a:lnTo>
                  <a:lnTo>
                    <a:pt x="34" y="219"/>
                  </a:lnTo>
                  <a:lnTo>
                    <a:pt x="38" y="223"/>
                  </a:lnTo>
                  <a:lnTo>
                    <a:pt x="43" y="227"/>
                  </a:lnTo>
                  <a:lnTo>
                    <a:pt x="48" y="231"/>
                  </a:lnTo>
                  <a:lnTo>
                    <a:pt x="53" y="236"/>
                  </a:lnTo>
                  <a:lnTo>
                    <a:pt x="57" y="239"/>
                  </a:lnTo>
                  <a:lnTo>
                    <a:pt x="63" y="242"/>
                  </a:lnTo>
                  <a:lnTo>
                    <a:pt x="69" y="245"/>
                  </a:lnTo>
                  <a:lnTo>
                    <a:pt x="74" y="248"/>
                  </a:lnTo>
                  <a:lnTo>
                    <a:pt x="80" y="250"/>
                  </a:lnTo>
                  <a:lnTo>
                    <a:pt x="85" y="252"/>
                  </a:lnTo>
                  <a:lnTo>
                    <a:pt x="92" y="255"/>
                  </a:lnTo>
                  <a:lnTo>
                    <a:pt x="98" y="258"/>
                  </a:lnTo>
                  <a:lnTo>
                    <a:pt x="106" y="259"/>
                  </a:lnTo>
                  <a:lnTo>
                    <a:pt x="111" y="260"/>
                  </a:lnTo>
                  <a:lnTo>
                    <a:pt x="118" y="261"/>
                  </a:lnTo>
                  <a:lnTo>
                    <a:pt x="124" y="262"/>
                  </a:lnTo>
                  <a:lnTo>
                    <a:pt x="131" y="262"/>
                  </a:lnTo>
                  <a:lnTo>
                    <a:pt x="137" y="262"/>
                  </a:lnTo>
                  <a:lnTo>
                    <a:pt x="143" y="261"/>
                  </a:lnTo>
                  <a:lnTo>
                    <a:pt x="151" y="260"/>
                  </a:lnTo>
                  <a:lnTo>
                    <a:pt x="157" y="259"/>
                  </a:lnTo>
                  <a:lnTo>
                    <a:pt x="164" y="258"/>
                  </a:lnTo>
                  <a:lnTo>
                    <a:pt x="170" y="255"/>
                  </a:lnTo>
                  <a:lnTo>
                    <a:pt x="176" y="252"/>
                  </a:lnTo>
                  <a:lnTo>
                    <a:pt x="181" y="250"/>
                  </a:lnTo>
                  <a:lnTo>
                    <a:pt x="187" y="248"/>
                  </a:lnTo>
                  <a:lnTo>
                    <a:pt x="193" y="245"/>
                  </a:lnTo>
                  <a:lnTo>
                    <a:pt x="199" y="242"/>
                  </a:lnTo>
                  <a:lnTo>
                    <a:pt x="205" y="239"/>
                  </a:lnTo>
                  <a:lnTo>
                    <a:pt x="209" y="236"/>
                  </a:lnTo>
                  <a:lnTo>
                    <a:pt x="214" y="231"/>
                  </a:lnTo>
                  <a:lnTo>
                    <a:pt x="218" y="227"/>
                  </a:lnTo>
                  <a:lnTo>
                    <a:pt x="223" y="223"/>
                  </a:lnTo>
                  <a:lnTo>
                    <a:pt x="228" y="219"/>
                  </a:lnTo>
                  <a:lnTo>
                    <a:pt x="231" y="215"/>
                  </a:lnTo>
                  <a:lnTo>
                    <a:pt x="235" y="208"/>
                  </a:lnTo>
                  <a:lnTo>
                    <a:pt x="238" y="203"/>
                  </a:lnTo>
                  <a:lnTo>
                    <a:pt x="243" y="199"/>
                  </a:lnTo>
                  <a:lnTo>
                    <a:pt x="246" y="192"/>
                  </a:lnTo>
                  <a:lnTo>
                    <a:pt x="249" y="187"/>
                  </a:lnTo>
                  <a:lnTo>
                    <a:pt x="251" y="182"/>
                  </a:lnTo>
                  <a:lnTo>
                    <a:pt x="254" y="175"/>
                  </a:lnTo>
                  <a:lnTo>
                    <a:pt x="256" y="170"/>
                  </a:lnTo>
                  <a:lnTo>
                    <a:pt x="257" y="163"/>
                  </a:lnTo>
                  <a:lnTo>
                    <a:pt x="258" y="157"/>
                  </a:lnTo>
                  <a:lnTo>
                    <a:pt x="261" y="150"/>
                  </a:lnTo>
                  <a:lnTo>
                    <a:pt x="261" y="144"/>
                  </a:lnTo>
                  <a:lnTo>
                    <a:pt x="262" y="138"/>
                  </a:lnTo>
                  <a:lnTo>
                    <a:pt x="262" y="131"/>
                  </a:lnTo>
                  <a:lnTo>
                    <a:pt x="262" y="125"/>
                  </a:lnTo>
                  <a:lnTo>
                    <a:pt x="261" y="116"/>
                  </a:lnTo>
                  <a:lnTo>
                    <a:pt x="261" y="110"/>
                  </a:lnTo>
                  <a:lnTo>
                    <a:pt x="258" y="104"/>
                  </a:lnTo>
                  <a:lnTo>
                    <a:pt x="257" y="99"/>
                  </a:lnTo>
                  <a:lnTo>
                    <a:pt x="256" y="92"/>
                  </a:lnTo>
                  <a:lnTo>
                    <a:pt x="254" y="86"/>
                  </a:lnTo>
                  <a:lnTo>
                    <a:pt x="251" y="81"/>
                  </a:lnTo>
                  <a:lnTo>
                    <a:pt x="249" y="73"/>
                  </a:lnTo>
                  <a:lnTo>
                    <a:pt x="246" y="68"/>
                  </a:lnTo>
                  <a:lnTo>
                    <a:pt x="243" y="63"/>
                  </a:lnTo>
                  <a:lnTo>
                    <a:pt x="238" y="57"/>
                  </a:lnTo>
                  <a:lnTo>
                    <a:pt x="235" y="52"/>
                  </a:lnTo>
                  <a:lnTo>
                    <a:pt x="231" y="48"/>
                  </a:lnTo>
                  <a:lnTo>
                    <a:pt x="228" y="43"/>
                  </a:lnTo>
                  <a:lnTo>
                    <a:pt x="223" y="38"/>
                  </a:lnTo>
                  <a:lnTo>
                    <a:pt x="218" y="34"/>
                  </a:lnTo>
                  <a:lnTo>
                    <a:pt x="214" y="29"/>
                  </a:lnTo>
                  <a:lnTo>
                    <a:pt x="209" y="26"/>
                  </a:lnTo>
                  <a:lnTo>
                    <a:pt x="205" y="22"/>
                  </a:lnTo>
                  <a:lnTo>
                    <a:pt x="199" y="18"/>
                  </a:lnTo>
                  <a:lnTo>
                    <a:pt x="193" y="15"/>
                  </a:lnTo>
                  <a:lnTo>
                    <a:pt x="187" y="13"/>
                  </a:lnTo>
                  <a:lnTo>
                    <a:pt x="181" y="10"/>
                  </a:lnTo>
                  <a:lnTo>
                    <a:pt x="176" y="8"/>
                  </a:lnTo>
                  <a:lnTo>
                    <a:pt x="170" y="6"/>
                  </a:lnTo>
                  <a:lnTo>
                    <a:pt x="164" y="5"/>
                  </a:lnTo>
                  <a:lnTo>
                    <a:pt x="157" y="3"/>
                  </a:lnTo>
                  <a:lnTo>
                    <a:pt x="151" y="2"/>
                  </a:lnTo>
                  <a:lnTo>
                    <a:pt x="143" y="0"/>
                  </a:lnTo>
                  <a:lnTo>
                    <a:pt x="137" y="0"/>
                  </a:lnTo>
                  <a:lnTo>
                    <a:pt x="13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1" name="Freeform 51">
              <a:extLst>
                <a:ext uri="{FF2B5EF4-FFF2-40B4-BE49-F238E27FC236}">
                  <a16:creationId xmlns:a16="http://schemas.microsoft.com/office/drawing/2014/main" id="{91527EF6-8254-48AA-B326-05E8F4696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1079"/>
              <a:ext cx="2280" cy="817"/>
            </a:xfrm>
            <a:custGeom>
              <a:avLst/>
              <a:gdLst>
                <a:gd name="T0" fmla="*/ 0 w 11398"/>
                <a:gd name="T1" fmla="*/ 0 h 4086"/>
                <a:gd name="T2" fmla="*/ 0 w 11398"/>
                <a:gd name="T3" fmla="*/ 0 h 4086"/>
                <a:gd name="T4" fmla="*/ 0 w 11398"/>
                <a:gd name="T5" fmla="*/ 0 h 4086"/>
                <a:gd name="T6" fmla="*/ 0 w 11398"/>
                <a:gd name="T7" fmla="*/ 0 h 40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398"/>
                <a:gd name="T13" fmla="*/ 0 h 4086"/>
                <a:gd name="T14" fmla="*/ 11398 w 11398"/>
                <a:gd name="T15" fmla="*/ 4086 h 40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398" h="4086">
                  <a:moveTo>
                    <a:pt x="11398" y="0"/>
                  </a:moveTo>
                  <a:lnTo>
                    <a:pt x="11398" y="4086"/>
                  </a:lnTo>
                  <a:lnTo>
                    <a:pt x="0" y="4086"/>
                  </a:lnTo>
                  <a:lnTo>
                    <a:pt x="0" y="207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2" name="Freeform 52">
              <a:extLst>
                <a:ext uri="{FF2B5EF4-FFF2-40B4-BE49-F238E27FC236}">
                  <a16:creationId xmlns:a16="http://schemas.microsoft.com/office/drawing/2014/main" id="{403892C4-C62E-445E-AFC4-087D47E15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4" y="1401"/>
              <a:ext cx="23" cy="23"/>
            </a:xfrm>
            <a:custGeom>
              <a:avLst/>
              <a:gdLst>
                <a:gd name="T0" fmla="*/ 0 w 115"/>
                <a:gd name="T1" fmla="*/ 0 h 116"/>
                <a:gd name="T2" fmla="*/ 0 w 115"/>
                <a:gd name="T3" fmla="*/ 0 h 116"/>
                <a:gd name="T4" fmla="*/ 0 w 115"/>
                <a:gd name="T5" fmla="*/ 0 h 116"/>
                <a:gd name="T6" fmla="*/ 0 w 115"/>
                <a:gd name="T7" fmla="*/ 0 h 116"/>
                <a:gd name="T8" fmla="*/ 0 w 115"/>
                <a:gd name="T9" fmla="*/ 0 h 116"/>
                <a:gd name="T10" fmla="*/ 0 w 115"/>
                <a:gd name="T11" fmla="*/ 0 h 116"/>
                <a:gd name="T12" fmla="*/ 0 w 115"/>
                <a:gd name="T13" fmla="*/ 0 h 116"/>
                <a:gd name="T14" fmla="*/ 0 w 115"/>
                <a:gd name="T15" fmla="*/ 0 h 116"/>
                <a:gd name="T16" fmla="*/ 0 w 115"/>
                <a:gd name="T17" fmla="*/ 0 h 116"/>
                <a:gd name="T18" fmla="*/ 0 w 115"/>
                <a:gd name="T19" fmla="*/ 0 h 116"/>
                <a:gd name="T20" fmla="*/ 0 w 115"/>
                <a:gd name="T21" fmla="*/ 0 h 116"/>
                <a:gd name="T22" fmla="*/ 0 w 115"/>
                <a:gd name="T23" fmla="*/ 0 h 116"/>
                <a:gd name="T24" fmla="*/ 0 w 115"/>
                <a:gd name="T25" fmla="*/ 0 h 116"/>
                <a:gd name="T26" fmla="*/ 0 w 115"/>
                <a:gd name="T27" fmla="*/ 0 h 116"/>
                <a:gd name="T28" fmla="*/ 0 w 115"/>
                <a:gd name="T29" fmla="*/ 0 h 116"/>
                <a:gd name="T30" fmla="*/ 0 w 115"/>
                <a:gd name="T31" fmla="*/ 0 h 116"/>
                <a:gd name="T32" fmla="*/ 0 w 115"/>
                <a:gd name="T33" fmla="*/ 0 h 116"/>
                <a:gd name="T34" fmla="*/ 0 w 115"/>
                <a:gd name="T35" fmla="*/ 0 h 116"/>
                <a:gd name="T36" fmla="*/ 0 w 115"/>
                <a:gd name="T37" fmla="*/ 0 h 116"/>
                <a:gd name="T38" fmla="*/ 0 w 115"/>
                <a:gd name="T39" fmla="*/ 0 h 116"/>
                <a:gd name="T40" fmla="*/ 0 w 115"/>
                <a:gd name="T41" fmla="*/ 0 h 116"/>
                <a:gd name="T42" fmla="*/ 0 w 115"/>
                <a:gd name="T43" fmla="*/ 0 h 116"/>
                <a:gd name="T44" fmla="*/ 0 w 115"/>
                <a:gd name="T45" fmla="*/ 0 h 116"/>
                <a:gd name="T46" fmla="*/ 0 w 115"/>
                <a:gd name="T47" fmla="*/ 0 h 116"/>
                <a:gd name="T48" fmla="*/ 0 w 115"/>
                <a:gd name="T49" fmla="*/ 0 h 116"/>
                <a:gd name="T50" fmla="*/ 0 w 115"/>
                <a:gd name="T51" fmla="*/ 0 h 116"/>
                <a:gd name="T52" fmla="*/ 0 w 115"/>
                <a:gd name="T53" fmla="*/ 0 h 116"/>
                <a:gd name="T54" fmla="*/ 0 w 115"/>
                <a:gd name="T55" fmla="*/ 0 h 116"/>
                <a:gd name="T56" fmla="*/ 0 w 115"/>
                <a:gd name="T57" fmla="*/ 0 h 116"/>
                <a:gd name="T58" fmla="*/ 0 w 115"/>
                <a:gd name="T59" fmla="*/ 0 h 116"/>
                <a:gd name="T60" fmla="*/ 0 w 115"/>
                <a:gd name="T61" fmla="*/ 0 h 116"/>
                <a:gd name="T62" fmla="*/ 0 w 115"/>
                <a:gd name="T63" fmla="*/ 0 h 116"/>
                <a:gd name="T64" fmla="*/ 0 w 115"/>
                <a:gd name="T65" fmla="*/ 0 h 116"/>
                <a:gd name="T66" fmla="*/ 0 w 115"/>
                <a:gd name="T67" fmla="*/ 0 h 116"/>
                <a:gd name="T68" fmla="*/ 0 w 115"/>
                <a:gd name="T69" fmla="*/ 0 h 116"/>
                <a:gd name="T70" fmla="*/ 0 w 115"/>
                <a:gd name="T71" fmla="*/ 0 h 116"/>
                <a:gd name="T72" fmla="*/ 0 w 115"/>
                <a:gd name="T73" fmla="*/ 0 h 116"/>
                <a:gd name="T74" fmla="*/ 0 w 115"/>
                <a:gd name="T75" fmla="*/ 0 h 116"/>
                <a:gd name="T76" fmla="*/ 0 w 115"/>
                <a:gd name="T77" fmla="*/ 0 h 116"/>
                <a:gd name="T78" fmla="*/ 0 w 115"/>
                <a:gd name="T79" fmla="*/ 0 h 116"/>
                <a:gd name="T80" fmla="*/ 0 w 115"/>
                <a:gd name="T81" fmla="*/ 0 h 116"/>
                <a:gd name="T82" fmla="*/ 0 w 115"/>
                <a:gd name="T83" fmla="*/ 0 h 116"/>
                <a:gd name="T84" fmla="*/ 0 w 115"/>
                <a:gd name="T85" fmla="*/ 0 h 116"/>
                <a:gd name="T86" fmla="*/ 0 w 115"/>
                <a:gd name="T87" fmla="*/ 0 h 116"/>
                <a:gd name="T88" fmla="*/ 0 w 115"/>
                <a:gd name="T89" fmla="*/ 0 h 116"/>
                <a:gd name="T90" fmla="*/ 0 w 115"/>
                <a:gd name="T91" fmla="*/ 0 h 116"/>
                <a:gd name="T92" fmla="*/ 0 w 115"/>
                <a:gd name="T93" fmla="*/ 0 h 116"/>
                <a:gd name="T94" fmla="*/ 0 w 115"/>
                <a:gd name="T95" fmla="*/ 0 h 116"/>
                <a:gd name="T96" fmla="*/ 0 w 115"/>
                <a:gd name="T97" fmla="*/ 0 h 116"/>
                <a:gd name="T98" fmla="*/ 0 w 115"/>
                <a:gd name="T99" fmla="*/ 0 h 116"/>
                <a:gd name="T100" fmla="*/ 0 w 115"/>
                <a:gd name="T101" fmla="*/ 0 h 116"/>
                <a:gd name="T102" fmla="*/ 0 w 115"/>
                <a:gd name="T103" fmla="*/ 0 h 116"/>
                <a:gd name="T104" fmla="*/ 0 w 115"/>
                <a:gd name="T105" fmla="*/ 0 h 116"/>
                <a:gd name="T106" fmla="*/ 0 w 115"/>
                <a:gd name="T107" fmla="*/ 0 h 116"/>
                <a:gd name="T108" fmla="*/ 0 w 115"/>
                <a:gd name="T109" fmla="*/ 0 h 116"/>
                <a:gd name="T110" fmla="*/ 0 w 115"/>
                <a:gd name="T111" fmla="*/ 0 h 1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5"/>
                <a:gd name="T169" fmla="*/ 0 h 116"/>
                <a:gd name="T170" fmla="*/ 115 w 115"/>
                <a:gd name="T171" fmla="*/ 116 h 1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5" h="116">
                  <a:moveTo>
                    <a:pt x="0" y="46"/>
                  </a:moveTo>
                  <a:lnTo>
                    <a:pt x="0" y="70"/>
                  </a:lnTo>
                  <a:lnTo>
                    <a:pt x="0" y="67"/>
                  </a:lnTo>
                  <a:lnTo>
                    <a:pt x="1" y="63"/>
                  </a:lnTo>
                  <a:lnTo>
                    <a:pt x="1" y="59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11" y="34"/>
                  </a:lnTo>
                  <a:lnTo>
                    <a:pt x="12" y="31"/>
                  </a:lnTo>
                  <a:lnTo>
                    <a:pt x="14" y="28"/>
                  </a:lnTo>
                  <a:lnTo>
                    <a:pt x="16" y="26"/>
                  </a:lnTo>
                  <a:lnTo>
                    <a:pt x="18" y="24"/>
                  </a:lnTo>
                  <a:lnTo>
                    <a:pt x="20" y="21"/>
                  </a:lnTo>
                  <a:lnTo>
                    <a:pt x="23" y="19"/>
                  </a:lnTo>
                  <a:lnTo>
                    <a:pt x="26" y="16"/>
                  </a:lnTo>
                  <a:lnTo>
                    <a:pt x="29" y="13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7" y="8"/>
                  </a:lnTo>
                  <a:lnTo>
                    <a:pt x="40" y="7"/>
                  </a:lnTo>
                  <a:lnTo>
                    <a:pt x="43" y="6"/>
                  </a:lnTo>
                  <a:lnTo>
                    <a:pt x="46" y="4"/>
                  </a:lnTo>
                  <a:lnTo>
                    <a:pt x="50" y="3"/>
                  </a:lnTo>
                  <a:lnTo>
                    <a:pt x="53" y="2"/>
                  </a:lnTo>
                  <a:lnTo>
                    <a:pt x="56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7" y="1"/>
                  </a:lnTo>
                  <a:lnTo>
                    <a:pt x="70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6" y="1"/>
                  </a:lnTo>
                  <a:lnTo>
                    <a:pt x="60" y="2"/>
                  </a:lnTo>
                  <a:lnTo>
                    <a:pt x="63" y="2"/>
                  </a:lnTo>
                  <a:lnTo>
                    <a:pt x="67" y="3"/>
                  </a:lnTo>
                  <a:lnTo>
                    <a:pt x="70" y="4"/>
                  </a:lnTo>
                  <a:lnTo>
                    <a:pt x="74" y="6"/>
                  </a:lnTo>
                  <a:lnTo>
                    <a:pt x="76" y="7"/>
                  </a:lnTo>
                  <a:lnTo>
                    <a:pt x="79" y="8"/>
                  </a:lnTo>
                  <a:lnTo>
                    <a:pt x="82" y="10"/>
                  </a:lnTo>
                  <a:lnTo>
                    <a:pt x="86" y="11"/>
                  </a:lnTo>
                  <a:lnTo>
                    <a:pt x="88" y="13"/>
                  </a:lnTo>
                  <a:lnTo>
                    <a:pt x="91" y="16"/>
                  </a:lnTo>
                  <a:lnTo>
                    <a:pt x="93" y="19"/>
                  </a:lnTo>
                  <a:lnTo>
                    <a:pt x="95" y="21"/>
                  </a:lnTo>
                  <a:lnTo>
                    <a:pt x="97" y="24"/>
                  </a:lnTo>
                  <a:lnTo>
                    <a:pt x="99" y="26"/>
                  </a:lnTo>
                  <a:lnTo>
                    <a:pt x="101" y="28"/>
                  </a:lnTo>
                  <a:lnTo>
                    <a:pt x="103" y="31"/>
                  </a:lnTo>
                  <a:lnTo>
                    <a:pt x="106" y="34"/>
                  </a:lnTo>
                  <a:lnTo>
                    <a:pt x="107" y="36"/>
                  </a:lnTo>
                  <a:lnTo>
                    <a:pt x="109" y="40"/>
                  </a:lnTo>
                  <a:lnTo>
                    <a:pt x="110" y="43"/>
                  </a:lnTo>
                  <a:lnTo>
                    <a:pt x="111" y="46"/>
                  </a:lnTo>
                  <a:lnTo>
                    <a:pt x="112" y="49"/>
                  </a:lnTo>
                  <a:lnTo>
                    <a:pt x="113" y="52"/>
                  </a:lnTo>
                  <a:lnTo>
                    <a:pt x="114" y="55"/>
                  </a:lnTo>
                  <a:lnTo>
                    <a:pt x="114" y="59"/>
                  </a:lnTo>
                  <a:lnTo>
                    <a:pt x="115" y="63"/>
                  </a:lnTo>
                  <a:lnTo>
                    <a:pt x="115" y="67"/>
                  </a:lnTo>
                  <a:lnTo>
                    <a:pt x="115" y="70"/>
                  </a:lnTo>
                  <a:lnTo>
                    <a:pt x="115" y="46"/>
                  </a:lnTo>
                  <a:lnTo>
                    <a:pt x="115" y="49"/>
                  </a:lnTo>
                  <a:lnTo>
                    <a:pt x="115" y="52"/>
                  </a:lnTo>
                  <a:lnTo>
                    <a:pt x="114" y="55"/>
                  </a:lnTo>
                  <a:lnTo>
                    <a:pt x="114" y="61"/>
                  </a:lnTo>
                  <a:lnTo>
                    <a:pt x="113" y="64"/>
                  </a:lnTo>
                  <a:lnTo>
                    <a:pt x="112" y="67"/>
                  </a:lnTo>
                  <a:lnTo>
                    <a:pt x="111" y="70"/>
                  </a:lnTo>
                  <a:lnTo>
                    <a:pt x="110" y="73"/>
                  </a:lnTo>
                  <a:lnTo>
                    <a:pt x="109" y="77"/>
                  </a:lnTo>
                  <a:lnTo>
                    <a:pt x="107" y="79"/>
                  </a:lnTo>
                  <a:lnTo>
                    <a:pt x="106" y="82"/>
                  </a:lnTo>
                  <a:lnTo>
                    <a:pt x="103" y="85"/>
                  </a:lnTo>
                  <a:lnTo>
                    <a:pt x="101" y="87"/>
                  </a:lnTo>
                  <a:lnTo>
                    <a:pt x="99" y="90"/>
                  </a:lnTo>
                  <a:lnTo>
                    <a:pt x="97" y="92"/>
                  </a:lnTo>
                  <a:lnTo>
                    <a:pt x="95" y="94"/>
                  </a:lnTo>
                  <a:lnTo>
                    <a:pt x="93" y="97"/>
                  </a:lnTo>
                  <a:lnTo>
                    <a:pt x="91" y="99"/>
                  </a:lnTo>
                  <a:lnTo>
                    <a:pt x="88" y="101"/>
                  </a:lnTo>
                  <a:lnTo>
                    <a:pt x="86" y="103"/>
                  </a:lnTo>
                  <a:lnTo>
                    <a:pt x="82" y="106"/>
                  </a:lnTo>
                  <a:lnTo>
                    <a:pt x="79" y="107"/>
                  </a:lnTo>
                  <a:lnTo>
                    <a:pt x="76" y="109"/>
                  </a:lnTo>
                  <a:lnTo>
                    <a:pt x="74" y="110"/>
                  </a:lnTo>
                  <a:lnTo>
                    <a:pt x="70" y="111"/>
                  </a:lnTo>
                  <a:lnTo>
                    <a:pt x="67" y="112"/>
                  </a:lnTo>
                  <a:lnTo>
                    <a:pt x="63" y="113"/>
                  </a:lnTo>
                  <a:lnTo>
                    <a:pt x="60" y="114"/>
                  </a:lnTo>
                  <a:lnTo>
                    <a:pt x="56" y="114"/>
                  </a:lnTo>
                  <a:lnTo>
                    <a:pt x="53" y="116"/>
                  </a:lnTo>
                  <a:lnTo>
                    <a:pt x="50" y="116"/>
                  </a:lnTo>
                  <a:lnTo>
                    <a:pt x="46" y="116"/>
                  </a:lnTo>
                  <a:lnTo>
                    <a:pt x="70" y="116"/>
                  </a:lnTo>
                  <a:lnTo>
                    <a:pt x="67" y="116"/>
                  </a:lnTo>
                  <a:lnTo>
                    <a:pt x="62" y="116"/>
                  </a:lnTo>
                  <a:lnTo>
                    <a:pt x="59" y="114"/>
                  </a:lnTo>
                  <a:lnTo>
                    <a:pt x="56" y="114"/>
                  </a:lnTo>
                  <a:lnTo>
                    <a:pt x="53" y="113"/>
                  </a:lnTo>
                  <a:lnTo>
                    <a:pt x="50" y="112"/>
                  </a:lnTo>
                  <a:lnTo>
                    <a:pt x="46" y="111"/>
                  </a:lnTo>
                  <a:lnTo>
                    <a:pt x="43" y="110"/>
                  </a:lnTo>
                  <a:lnTo>
                    <a:pt x="40" y="109"/>
                  </a:lnTo>
                  <a:lnTo>
                    <a:pt x="37" y="107"/>
                  </a:lnTo>
                  <a:lnTo>
                    <a:pt x="34" y="106"/>
                  </a:lnTo>
                  <a:lnTo>
                    <a:pt x="32" y="103"/>
                  </a:lnTo>
                  <a:lnTo>
                    <a:pt x="29" y="101"/>
                  </a:lnTo>
                  <a:lnTo>
                    <a:pt x="26" y="99"/>
                  </a:lnTo>
                  <a:lnTo>
                    <a:pt x="23" y="97"/>
                  </a:lnTo>
                  <a:lnTo>
                    <a:pt x="20" y="94"/>
                  </a:lnTo>
                  <a:lnTo>
                    <a:pt x="18" y="92"/>
                  </a:lnTo>
                  <a:lnTo>
                    <a:pt x="16" y="90"/>
                  </a:lnTo>
                  <a:lnTo>
                    <a:pt x="14" y="87"/>
                  </a:lnTo>
                  <a:lnTo>
                    <a:pt x="12" y="85"/>
                  </a:lnTo>
                  <a:lnTo>
                    <a:pt x="11" y="82"/>
                  </a:lnTo>
                  <a:lnTo>
                    <a:pt x="9" y="79"/>
                  </a:lnTo>
                  <a:lnTo>
                    <a:pt x="7" y="77"/>
                  </a:lnTo>
                  <a:lnTo>
                    <a:pt x="5" y="73"/>
                  </a:lnTo>
                  <a:lnTo>
                    <a:pt x="4" y="70"/>
                  </a:lnTo>
                  <a:lnTo>
                    <a:pt x="3" y="67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0" y="49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803" name="Rectangle 53">
              <a:extLst>
                <a:ext uri="{FF2B5EF4-FFF2-40B4-BE49-F238E27FC236}">
                  <a16:creationId xmlns:a16="http://schemas.microsoft.com/office/drawing/2014/main" id="{4E406506-A444-42AB-BF67-172D36040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1268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04" name="Rectangle 54">
              <a:extLst>
                <a:ext uri="{FF2B5EF4-FFF2-40B4-BE49-F238E27FC236}">
                  <a16:creationId xmlns:a16="http://schemas.microsoft.com/office/drawing/2014/main" id="{E0346EAC-171C-4510-8B32-3E23261E0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3" y="984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05" name="Line 55">
              <a:extLst>
                <a:ext uri="{FF2B5EF4-FFF2-40B4-BE49-F238E27FC236}">
                  <a16:creationId xmlns:a16="http://schemas.microsoft.com/office/drawing/2014/main" id="{7C6467F9-2854-46F6-81DC-D28074507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0" y="1331"/>
              <a:ext cx="89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6" name="Rectangle 56">
              <a:extLst>
                <a:ext uri="{FF2B5EF4-FFF2-40B4-BE49-F238E27FC236}">
                  <a16:creationId xmlns:a16="http://schemas.microsoft.com/office/drawing/2014/main" id="{C5CBB0E8-6693-4E31-9622-B413B0099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7" y="1313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07" name="Rectangle 57">
              <a:extLst>
                <a:ext uri="{FF2B5EF4-FFF2-40B4-BE49-F238E27FC236}">
                  <a16:creationId xmlns:a16="http://schemas.microsoft.com/office/drawing/2014/main" id="{9DE67FC3-57CC-4C1D-A548-248778BC1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" y="736"/>
              <a:ext cx="5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J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08" name="Rectangle 58">
              <a:extLst>
                <a:ext uri="{FF2B5EF4-FFF2-40B4-BE49-F238E27FC236}">
                  <a16:creationId xmlns:a16="http://schemas.microsoft.com/office/drawing/2014/main" id="{582986FE-8EEB-46DC-B293-D2C233C4C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" y="1633"/>
              <a:ext cx="32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Clock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09" name="Rectangle 60">
              <a:extLst>
                <a:ext uri="{FF2B5EF4-FFF2-40B4-BE49-F238E27FC236}">
                  <a16:creationId xmlns:a16="http://schemas.microsoft.com/office/drawing/2014/main" id="{5387F2D5-33C6-46F9-84A4-B8F6ACEE2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1943"/>
              <a:ext cx="62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solidFill>
                    <a:srgbClr val="000000"/>
                  </a:solidFill>
                </a:rPr>
                <a:t>(a) Circuit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10" name="Line 87">
              <a:extLst>
                <a:ext uri="{FF2B5EF4-FFF2-40B4-BE49-F238E27FC236}">
                  <a16:creationId xmlns:a16="http://schemas.microsoft.com/office/drawing/2014/main" id="{26A13A38-ADB5-4200-A00E-547629BF6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" y="1333"/>
              <a:ext cx="16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1" name="Line 88">
              <a:extLst>
                <a:ext uri="{FF2B5EF4-FFF2-40B4-BE49-F238E27FC236}">
                  <a16:creationId xmlns:a16="http://schemas.microsoft.com/office/drawing/2014/main" id="{73E0A38A-5A8C-472B-B7AB-C1C47D5FA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5" y="825"/>
              <a:ext cx="4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2" name="Rectangle 90">
              <a:extLst>
                <a:ext uri="{FF2B5EF4-FFF2-40B4-BE49-F238E27FC236}">
                  <a16:creationId xmlns:a16="http://schemas.microsoft.com/office/drawing/2014/main" id="{8AA03995-5F22-45B9-9301-B9CDA5C77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" y="1236"/>
              <a:ext cx="9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3813" name="AutoShape 107">
              <a:extLst>
                <a:ext uri="{FF2B5EF4-FFF2-40B4-BE49-F238E27FC236}">
                  <a16:creationId xmlns:a16="http://schemas.microsoft.com/office/drawing/2014/main" id="{2FE1284B-A05C-478F-AE1E-1EE5E88D9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620"/>
              <a:ext cx="317" cy="271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3814" name="AutoShape 109">
              <a:extLst>
                <a:ext uri="{FF2B5EF4-FFF2-40B4-BE49-F238E27FC236}">
                  <a16:creationId xmlns:a16="http://schemas.microsoft.com/office/drawing/2014/main" id="{69FC4010-5E56-44BF-856E-5F89D3C2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1273"/>
              <a:ext cx="317" cy="271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3815" name="Line 110">
              <a:extLst>
                <a:ext uri="{FF2B5EF4-FFF2-40B4-BE49-F238E27FC236}">
                  <a16:creationId xmlns:a16="http://schemas.microsoft.com/office/drawing/2014/main" id="{CC8E6C47-9CC0-4DCD-AABB-D6A6E8FB3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0" y="1284"/>
              <a:ext cx="8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6" name="Line 111">
              <a:extLst>
                <a:ext uri="{FF2B5EF4-FFF2-40B4-BE49-F238E27FC236}">
                  <a16:creationId xmlns:a16="http://schemas.microsoft.com/office/drawing/2014/main" id="{5BCFC768-64F3-4D34-A8F1-ED2969C85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02" y="2979"/>
              <a:ext cx="8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17" name="Line 112">
              <a:extLst>
                <a:ext uri="{FF2B5EF4-FFF2-40B4-BE49-F238E27FC236}">
                  <a16:creationId xmlns:a16="http://schemas.microsoft.com/office/drawing/2014/main" id="{E3C438BA-DA24-4F6A-AA67-AD511758B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6" y="3097"/>
              <a:ext cx="6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CFD86204-7F5A-FA47-98B3-BC429C441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JK Flip-Flop (How it Works?)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E41BB603-8383-4C43-A2D1-85F9396AE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31238" cy="4953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A versatile circuit that can be used both as a	SR flip-flop and as a T flip flop.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If J=0  and k =0 it stays in the same state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Just like SR, it can be set and reset 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J=S  and K=R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If J=K=1 then it behaves as a T flip-flop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645635-1B69-4323-A9DC-7691C048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502" y="4419600"/>
            <a:ext cx="2538871" cy="19812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270DA8A-8CE3-4952-ACD5-DA59ADFAA703}"/>
              </a:ext>
            </a:extLst>
          </p:cNvPr>
          <p:cNvGrpSpPr/>
          <p:nvPr/>
        </p:nvGrpSpPr>
        <p:grpSpPr>
          <a:xfrm>
            <a:off x="6781800" y="1447800"/>
            <a:ext cx="2078038" cy="2362200"/>
            <a:chOff x="6781800" y="1447800"/>
            <a:chExt cx="2078038" cy="2362200"/>
          </a:xfrm>
        </p:grpSpPr>
        <p:pic>
          <p:nvPicPr>
            <p:cNvPr id="4" name="Picture 1" descr="Screen shot 2016-10-19 at 4.07.53 PM.png">
              <a:extLst>
                <a:ext uri="{FF2B5EF4-FFF2-40B4-BE49-F238E27FC236}">
                  <a16:creationId xmlns:a16="http://schemas.microsoft.com/office/drawing/2014/main" id="{E43A7A6C-E1B5-4275-8547-BDB597EFE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1800" y="1447800"/>
              <a:ext cx="2078038" cy="23622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1FDAABC-D24C-4631-BA62-2B363542C07E}"/>
                </a:ext>
              </a:extLst>
            </p:cNvPr>
            <p:cNvSpPr/>
            <p:nvPr/>
          </p:nvSpPr>
          <p:spPr>
            <a:xfrm>
              <a:off x="7848600" y="2057400"/>
              <a:ext cx="838200" cy="1600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286512-C001-47E3-ACD8-CBD5A2094BC4}"/>
                  </a:ext>
                </a:extLst>
              </p14:cNvPr>
              <p14:cNvContentPartPr/>
              <p14:nvPr/>
            </p14:nvContentPartPr>
            <p14:xfrm>
              <a:off x="7791120" y="2065320"/>
              <a:ext cx="650880" cy="1536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286512-C001-47E3-ACD8-CBD5A2094B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1760" y="2055960"/>
                <a:ext cx="669600" cy="155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CFD86204-7F5A-FA47-98B3-BC429C4414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JK Flip-Flop (How it Works?)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E41BB603-8383-4C43-A2D1-85F9396AE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31238" cy="49530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dirty="0"/>
              <a:t>A versatile circuit that can be used both as a	SR flip-flop and as a T flip flop.</a:t>
            </a:r>
          </a:p>
          <a:p>
            <a:pPr marL="0" indent="0" eaLnBrk="1" hangingPunct="1"/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If J=0  and k =0 it stays in the same state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Just like SR, it can be set and reset </a:t>
            </a:r>
          </a:p>
          <a:p>
            <a:pPr marL="0" indent="0" eaLnBrk="1" hangingPunct="1">
              <a:buFontTx/>
              <a:buNone/>
            </a:pPr>
            <a:r>
              <a:rPr lang="en-US" altLang="en-US" dirty="0">
                <a:solidFill>
                  <a:srgbClr val="FF0000"/>
                </a:solidFill>
              </a:rPr>
              <a:t>J=S  and K=R</a:t>
            </a:r>
          </a:p>
          <a:p>
            <a:pPr marL="0" indent="0" eaLnBrk="1" hangingPunct="1">
              <a:buFontTx/>
              <a:buNone/>
            </a:pPr>
            <a:endParaRPr lang="en-US" altLang="en-US" dirty="0"/>
          </a:p>
          <a:p>
            <a:pPr marL="0" indent="0" eaLnBrk="1" hangingPunct="1">
              <a:buFontTx/>
              <a:buNone/>
            </a:pPr>
            <a:r>
              <a:rPr lang="en-US" altLang="en-US" dirty="0"/>
              <a:t>If J=K=1 then it behaves as a T flip-flop</a:t>
            </a:r>
          </a:p>
          <a:p>
            <a:pPr marL="0" indent="0" eaLnBrk="1" hangingPunct="1">
              <a:buNone/>
            </a:pPr>
            <a:endParaRPr lang="en-US" altLang="en-US" dirty="0"/>
          </a:p>
        </p:txBody>
      </p:sp>
      <p:pic>
        <p:nvPicPr>
          <p:cNvPr id="4" name="Picture 1" descr="Screen shot 2016-10-19 at 4.07.53 PM.png">
            <a:extLst>
              <a:ext uri="{FF2B5EF4-FFF2-40B4-BE49-F238E27FC236}">
                <a16:creationId xmlns:a16="http://schemas.microsoft.com/office/drawing/2014/main" id="{E43A7A6C-E1B5-4275-8547-BDB597EFE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447800"/>
            <a:ext cx="2078038" cy="2362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645635-1B69-4323-A9DC-7691C048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502" y="4419600"/>
            <a:ext cx="2538871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422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BFCCC405-CFF0-354D-BAFD-02A97B8FD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JK Flip-Flop (timing diagram)</a:t>
            </a:r>
          </a:p>
        </p:txBody>
      </p:sp>
      <p:pic>
        <p:nvPicPr>
          <p:cNvPr id="47111" name="Picture 8" descr="Screen shot 2016-10-19 at 4.07.53 PM.png">
            <a:extLst>
              <a:ext uri="{FF2B5EF4-FFF2-40B4-BE49-F238E27FC236}">
                <a16:creationId xmlns:a16="http://schemas.microsoft.com/office/drawing/2014/main" id="{1BBBFC27-B400-43B7-8777-AC6953815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2078038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C5874FB-5A7B-4700-B33E-B389960DCA91}"/>
              </a:ext>
            </a:extLst>
          </p:cNvPr>
          <p:cNvGrpSpPr/>
          <p:nvPr/>
        </p:nvGrpSpPr>
        <p:grpSpPr>
          <a:xfrm>
            <a:off x="2362200" y="990600"/>
            <a:ext cx="6430963" cy="4343400"/>
            <a:chOff x="2362200" y="990600"/>
            <a:chExt cx="6430963" cy="4343400"/>
          </a:xfrm>
        </p:grpSpPr>
        <p:pic>
          <p:nvPicPr>
            <p:cNvPr id="9" name="Picture 4" descr="C:\Users\MSelim\Desktop\JK1.png">
              <a:extLst>
                <a:ext uri="{FF2B5EF4-FFF2-40B4-BE49-F238E27FC236}">
                  <a16:creationId xmlns:a16="http://schemas.microsoft.com/office/drawing/2014/main" id="{6F7818C0-C51C-4A50-AE8B-D45DD3FF6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2200" y="990600"/>
              <a:ext cx="6430963" cy="426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3D56687-EA6C-40E4-BD60-CC89433C3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114800"/>
              <a:ext cx="5364163" cy="121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:a16="http://schemas.microsoft.com/office/drawing/2014/main" id="{D7069205-E449-48B7-8771-1989248AD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3276600"/>
              <a:ext cx="5364163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50E2518-77E3-4729-AD4C-F5AF54DEA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800600"/>
            <a:ext cx="2538871" cy="19812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7E5D57-23BE-4841-B8F8-A1205878C8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96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681A5B-9DB2-4C16-A7A0-898AF3BDA7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EC304C-9C56-4209-9971-61C939F00B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102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E5F42D-2B74-4E73-BB80-60040CBC9F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08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D227AF-CD4F-4D3B-9A86-4F4CEFE0FA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914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82D946-0297-4924-8CF5-82C32D11D7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820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3DBBCD-6E72-44A8-B7F3-7EC6FDA21BE9}"/>
              </a:ext>
            </a:extLst>
          </p:cNvPr>
          <p:cNvSpPr txBox="1"/>
          <p:nvPr/>
        </p:nvSpPr>
        <p:spPr>
          <a:xfrm>
            <a:off x="3352800" y="493068"/>
            <a:ext cx="5486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          t</a:t>
            </a:r>
            <a:r>
              <a:rPr lang="en-US" baseline="-25000" dirty="0">
                <a:solidFill>
                  <a:srgbClr val="FF0000"/>
                </a:solidFill>
              </a:rPr>
              <a:t>2              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          t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          t</a:t>
            </a:r>
            <a:r>
              <a:rPr lang="en-US" baseline="-25000" dirty="0">
                <a:solidFill>
                  <a:srgbClr val="FF0000"/>
                </a:solidFill>
              </a:rPr>
              <a:t>5               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0F2143-481F-48EF-8C6B-0846F78F17BF}"/>
                  </a:ext>
                </a:extLst>
              </p14:cNvPr>
              <p14:cNvContentPartPr/>
              <p14:nvPr/>
            </p14:nvContentPartPr>
            <p14:xfrm>
              <a:off x="1710000" y="1010520"/>
              <a:ext cx="7400880" cy="3741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0F2143-481F-48EF-8C6B-0846F78F17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0640" y="1001160"/>
                <a:ext cx="7419600" cy="37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365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BFCCC405-CFF0-354D-BAFD-02A97B8FD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JK Flip-Flop (timing diagram)</a:t>
            </a:r>
          </a:p>
        </p:txBody>
      </p:sp>
      <p:pic>
        <p:nvPicPr>
          <p:cNvPr id="47111" name="Picture 8" descr="Screen shot 2016-10-19 at 4.07.53 PM.png">
            <a:extLst>
              <a:ext uri="{FF2B5EF4-FFF2-40B4-BE49-F238E27FC236}">
                <a16:creationId xmlns:a16="http://schemas.microsoft.com/office/drawing/2014/main" id="{1BBBFC27-B400-43B7-8777-AC6953815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219200"/>
            <a:ext cx="2078038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C:\Users\MSelim\Desktop\JK1.png">
            <a:extLst>
              <a:ext uri="{FF2B5EF4-FFF2-40B4-BE49-F238E27FC236}">
                <a16:creationId xmlns:a16="http://schemas.microsoft.com/office/drawing/2014/main" id="{6F7818C0-C51C-4A50-AE8B-D45DD3FF6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77513"/>
            <a:ext cx="6430963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0E2518-77E3-4729-AD4C-F5AF54DEA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800600"/>
            <a:ext cx="2538871" cy="19812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7E5D57-23BE-4841-B8F8-A1205878C8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96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B681A5B-9DB2-4C16-A7A0-898AF3BDA74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290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EEC304C-9C56-4209-9971-61C939F00B3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102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E5F42D-2B74-4E73-BB80-60040CBC9FC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008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D227AF-CD4F-4D3B-9A86-4F4CEFE0FA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914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82D946-0297-4924-8CF5-82C32D11D7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382000" y="685800"/>
            <a:ext cx="0" cy="4191000"/>
          </a:xfrm>
          <a:prstGeom prst="line">
            <a:avLst/>
          </a:prstGeom>
          <a:noFill/>
          <a:ln w="31750">
            <a:solidFill>
              <a:srgbClr val="7030A0">
                <a:alpha val="50195"/>
              </a:srgb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3DBBCD-6E72-44A8-B7F3-7EC6FDA21BE9}"/>
              </a:ext>
            </a:extLst>
          </p:cNvPr>
          <p:cNvSpPr txBox="1"/>
          <p:nvPr/>
        </p:nvSpPr>
        <p:spPr>
          <a:xfrm>
            <a:off x="3352800" y="493068"/>
            <a:ext cx="5486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           t</a:t>
            </a:r>
            <a:r>
              <a:rPr lang="en-US" baseline="-25000" dirty="0">
                <a:solidFill>
                  <a:srgbClr val="FF0000"/>
                </a:solidFill>
              </a:rPr>
              <a:t>2              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          t</a:t>
            </a:r>
            <a:r>
              <a:rPr lang="en-US" baseline="-25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rgbClr val="FF0000"/>
                </a:solidFill>
              </a:rPr>
              <a:t>          t</a:t>
            </a:r>
            <a:r>
              <a:rPr lang="en-US" baseline="-25000" dirty="0">
                <a:solidFill>
                  <a:srgbClr val="FF0000"/>
                </a:solidFill>
              </a:rPr>
              <a:t>5               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aseline="-25000" dirty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4588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3">
            <a:extLst>
              <a:ext uri="{FF2B5EF4-FFF2-40B4-BE49-F238E27FC236}">
                <a16:creationId xmlns:a16="http://schemas.microsoft.com/office/drawing/2014/main" id="{7CAD1B2D-E064-4A47-B572-F77B2E2F5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/>
              <a:t>Complete Wiring Diagrams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Picture 7" descr="Screen shot 2013-10-30 at 3.52.23 PM.png">
            <a:extLst>
              <a:ext uri="{FF2B5EF4-FFF2-40B4-BE49-F238E27FC236}">
                <a16:creationId xmlns:a16="http://schemas.microsoft.com/office/drawing/2014/main" id="{D587801B-7B5A-4B34-844A-3213F4B8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609600"/>
            <a:ext cx="384016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2" name="Title 1">
            <a:extLst>
              <a:ext uri="{FF2B5EF4-FFF2-40B4-BE49-F238E27FC236}">
                <a16:creationId xmlns:a16="http://schemas.microsoft.com/office/drawing/2014/main" id="{589B0245-6AA0-46FA-98A0-256B16BB5432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/>
              <a:t>Positive-Edge-Triggered </a:t>
            </a:r>
            <a:r>
              <a:rPr lang="en-US" altLang="en-US" sz="3200" dirty="0">
                <a:solidFill>
                  <a:schemeClr val="accent2"/>
                </a:solidFill>
              </a:rPr>
              <a:t>D Flip-Flop</a:t>
            </a:r>
          </a:p>
        </p:txBody>
      </p:sp>
      <p:pic>
        <p:nvPicPr>
          <p:cNvPr id="4" name="Picture 7" descr="Screen shot 2013-10-30 at 3.52.23 PM.png">
            <a:extLst>
              <a:ext uri="{FF2B5EF4-FFF2-40B4-BE49-F238E27FC236}">
                <a16:creationId xmlns:a16="http://schemas.microsoft.com/office/drawing/2014/main" id="{EA0CB5B2-B8CC-49DE-92AD-0EA2C794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3932238"/>
            <a:ext cx="384016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BB4F8F5-A66B-4431-A4E2-A4EC4E823D9B}"/>
              </a:ext>
            </a:extLst>
          </p:cNvPr>
          <p:cNvSpPr txBox="1">
            <a:spLocks/>
          </p:cNvSpPr>
          <p:nvPr/>
        </p:nvSpPr>
        <p:spPr bwMode="auto">
          <a:xfrm>
            <a:off x="0" y="3276600"/>
            <a:ext cx="91440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</a:rPr>
              <a:t>Negative</a:t>
            </a:r>
            <a:r>
              <a:rPr lang="en-US" altLang="en-US" sz="3200" dirty="0"/>
              <a:t>-Edge-Triggered </a:t>
            </a:r>
            <a:r>
              <a:rPr lang="en-US" altLang="en-US" sz="3200" dirty="0">
                <a:solidFill>
                  <a:schemeClr val="accent2"/>
                </a:solidFill>
              </a:rPr>
              <a:t>D Flip-Flop</a:t>
            </a:r>
          </a:p>
        </p:txBody>
      </p:sp>
      <p:sp>
        <p:nvSpPr>
          <p:cNvPr id="6" name="Freeform 29">
            <a:extLst>
              <a:ext uri="{FF2B5EF4-FFF2-40B4-BE49-F238E27FC236}">
                <a16:creationId xmlns:a16="http://schemas.microsoft.com/office/drawing/2014/main" id="{21E31A7E-7569-4950-A200-FDB772B6FC17}"/>
              </a:ext>
            </a:extLst>
          </p:cNvPr>
          <p:cNvSpPr>
            <a:spLocks/>
          </p:cNvSpPr>
          <p:nvPr/>
        </p:nvSpPr>
        <p:spPr bwMode="auto">
          <a:xfrm>
            <a:off x="3951288" y="5694363"/>
            <a:ext cx="146050" cy="142875"/>
          </a:xfrm>
          <a:custGeom>
            <a:avLst/>
            <a:gdLst>
              <a:gd name="T0" fmla="*/ 0 w 155"/>
              <a:gd name="T1" fmla="*/ 0 h 155"/>
              <a:gd name="T2" fmla="*/ 0 w 155"/>
              <a:gd name="T3" fmla="*/ 0 h 155"/>
              <a:gd name="T4" fmla="*/ 0 w 155"/>
              <a:gd name="T5" fmla="*/ 0 h 155"/>
              <a:gd name="T6" fmla="*/ 0 w 155"/>
              <a:gd name="T7" fmla="*/ 0 h 155"/>
              <a:gd name="T8" fmla="*/ 0 w 155"/>
              <a:gd name="T9" fmla="*/ 0 h 155"/>
              <a:gd name="T10" fmla="*/ 0 w 155"/>
              <a:gd name="T11" fmla="*/ 0 h 155"/>
              <a:gd name="T12" fmla="*/ 0 w 155"/>
              <a:gd name="T13" fmla="*/ 0 h 155"/>
              <a:gd name="T14" fmla="*/ 0 w 155"/>
              <a:gd name="T15" fmla="*/ 0 h 155"/>
              <a:gd name="T16" fmla="*/ 0 w 155"/>
              <a:gd name="T17" fmla="*/ 0 h 155"/>
              <a:gd name="T18" fmla="*/ 0 w 155"/>
              <a:gd name="T19" fmla="*/ 0 h 155"/>
              <a:gd name="T20" fmla="*/ 0 w 155"/>
              <a:gd name="T21" fmla="*/ 0 h 155"/>
              <a:gd name="T22" fmla="*/ 0 w 155"/>
              <a:gd name="T23" fmla="*/ 0 h 155"/>
              <a:gd name="T24" fmla="*/ 0 w 155"/>
              <a:gd name="T25" fmla="*/ 0 h 155"/>
              <a:gd name="T26" fmla="*/ 0 w 155"/>
              <a:gd name="T27" fmla="*/ 0 h 155"/>
              <a:gd name="T28" fmla="*/ 0 w 155"/>
              <a:gd name="T29" fmla="*/ 0 h 155"/>
              <a:gd name="T30" fmla="*/ 0 w 155"/>
              <a:gd name="T31" fmla="*/ 0 h 155"/>
              <a:gd name="T32" fmla="*/ 0 w 155"/>
              <a:gd name="T33" fmla="*/ 0 h 155"/>
              <a:gd name="T34" fmla="*/ 0 w 155"/>
              <a:gd name="T35" fmla="*/ 0 h 155"/>
              <a:gd name="T36" fmla="*/ 0 w 155"/>
              <a:gd name="T37" fmla="*/ 0 h 155"/>
              <a:gd name="T38" fmla="*/ 0 w 155"/>
              <a:gd name="T39" fmla="*/ 0 h 155"/>
              <a:gd name="T40" fmla="*/ 0 w 155"/>
              <a:gd name="T41" fmla="*/ 0 h 155"/>
              <a:gd name="T42" fmla="*/ 0 w 155"/>
              <a:gd name="T43" fmla="*/ 0 h 155"/>
              <a:gd name="T44" fmla="*/ 0 w 155"/>
              <a:gd name="T45" fmla="*/ 0 h 155"/>
              <a:gd name="T46" fmla="*/ 0 w 155"/>
              <a:gd name="T47" fmla="*/ 0 h 155"/>
              <a:gd name="T48" fmla="*/ 0 w 155"/>
              <a:gd name="T49" fmla="*/ 0 h 155"/>
              <a:gd name="T50" fmla="*/ 0 w 155"/>
              <a:gd name="T51" fmla="*/ 0 h 155"/>
              <a:gd name="T52" fmla="*/ 0 w 155"/>
              <a:gd name="T53" fmla="*/ 0 h 155"/>
              <a:gd name="T54" fmla="*/ 0 w 155"/>
              <a:gd name="T55" fmla="*/ 0 h 155"/>
              <a:gd name="T56" fmla="*/ 0 w 155"/>
              <a:gd name="T57" fmla="*/ 0 h 155"/>
              <a:gd name="T58" fmla="*/ 0 w 155"/>
              <a:gd name="T59" fmla="*/ 0 h 155"/>
              <a:gd name="T60" fmla="*/ 0 w 155"/>
              <a:gd name="T61" fmla="*/ 0 h 155"/>
              <a:gd name="T62" fmla="*/ 0 w 155"/>
              <a:gd name="T63" fmla="*/ 0 h 155"/>
              <a:gd name="T64" fmla="*/ 0 w 155"/>
              <a:gd name="T65" fmla="*/ 0 h 155"/>
              <a:gd name="T66" fmla="*/ 0 w 155"/>
              <a:gd name="T67" fmla="*/ 0 h 155"/>
              <a:gd name="T68" fmla="*/ 0 w 155"/>
              <a:gd name="T69" fmla="*/ 0 h 155"/>
              <a:gd name="T70" fmla="*/ 0 w 155"/>
              <a:gd name="T71" fmla="*/ 0 h 155"/>
              <a:gd name="T72" fmla="*/ 0 w 155"/>
              <a:gd name="T73" fmla="*/ 0 h 155"/>
              <a:gd name="T74" fmla="*/ 0 w 155"/>
              <a:gd name="T75" fmla="*/ 0 h 155"/>
              <a:gd name="T76" fmla="*/ 0 w 155"/>
              <a:gd name="T77" fmla="*/ 0 h 155"/>
              <a:gd name="T78" fmla="*/ 0 w 155"/>
              <a:gd name="T79" fmla="*/ 0 h 155"/>
              <a:gd name="T80" fmla="*/ 0 w 155"/>
              <a:gd name="T81" fmla="*/ 0 h 155"/>
              <a:gd name="T82" fmla="*/ 0 w 155"/>
              <a:gd name="T83" fmla="*/ 0 h 155"/>
              <a:gd name="T84" fmla="*/ 0 w 155"/>
              <a:gd name="T85" fmla="*/ 0 h 155"/>
              <a:gd name="T86" fmla="*/ 0 w 155"/>
              <a:gd name="T87" fmla="*/ 0 h 155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55"/>
              <a:gd name="T133" fmla="*/ 0 h 155"/>
              <a:gd name="T134" fmla="*/ 155 w 155"/>
              <a:gd name="T135" fmla="*/ 155 h 155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55" h="155">
                <a:moveTo>
                  <a:pt x="78" y="0"/>
                </a:moveTo>
                <a:lnTo>
                  <a:pt x="74" y="0"/>
                </a:lnTo>
                <a:lnTo>
                  <a:pt x="69" y="0"/>
                </a:lnTo>
                <a:lnTo>
                  <a:pt x="65" y="1"/>
                </a:lnTo>
                <a:lnTo>
                  <a:pt x="62" y="1"/>
                </a:lnTo>
                <a:lnTo>
                  <a:pt x="58" y="3"/>
                </a:lnTo>
                <a:lnTo>
                  <a:pt x="55" y="4"/>
                </a:lnTo>
                <a:lnTo>
                  <a:pt x="51" y="4"/>
                </a:lnTo>
                <a:lnTo>
                  <a:pt x="48" y="5"/>
                </a:lnTo>
                <a:lnTo>
                  <a:pt x="43" y="8"/>
                </a:lnTo>
                <a:lnTo>
                  <a:pt x="41" y="10"/>
                </a:lnTo>
                <a:lnTo>
                  <a:pt x="38" y="11"/>
                </a:lnTo>
                <a:lnTo>
                  <a:pt x="33" y="13"/>
                </a:lnTo>
                <a:lnTo>
                  <a:pt x="31" y="16"/>
                </a:lnTo>
                <a:lnTo>
                  <a:pt x="28" y="18"/>
                </a:lnTo>
                <a:lnTo>
                  <a:pt x="25" y="20"/>
                </a:lnTo>
                <a:lnTo>
                  <a:pt x="23" y="23"/>
                </a:lnTo>
                <a:lnTo>
                  <a:pt x="20" y="26"/>
                </a:lnTo>
                <a:lnTo>
                  <a:pt x="18" y="28"/>
                </a:lnTo>
                <a:lnTo>
                  <a:pt x="15" y="31"/>
                </a:lnTo>
                <a:lnTo>
                  <a:pt x="13" y="34"/>
                </a:lnTo>
                <a:lnTo>
                  <a:pt x="12" y="37"/>
                </a:lnTo>
                <a:lnTo>
                  <a:pt x="9" y="40"/>
                </a:lnTo>
                <a:lnTo>
                  <a:pt x="8" y="44"/>
                </a:lnTo>
                <a:lnTo>
                  <a:pt x="6" y="47"/>
                </a:lnTo>
                <a:lnTo>
                  <a:pt x="5" y="51"/>
                </a:lnTo>
                <a:lnTo>
                  <a:pt x="3" y="54"/>
                </a:lnTo>
                <a:lnTo>
                  <a:pt x="2" y="59"/>
                </a:lnTo>
                <a:lnTo>
                  <a:pt x="2" y="61"/>
                </a:lnTo>
                <a:lnTo>
                  <a:pt x="0" y="66"/>
                </a:lnTo>
                <a:lnTo>
                  <a:pt x="0" y="70"/>
                </a:lnTo>
                <a:lnTo>
                  <a:pt x="0" y="73"/>
                </a:lnTo>
                <a:lnTo>
                  <a:pt x="0" y="77"/>
                </a:lnTo>
                <a:lnTo>
                  <a:pt x="0" y="82"/>
                </a:lnTo>
                <a:lnTo>
                  <a:pt x="0" y="86"/>
                </a:lnTo>
                <a:lnTo>
                  <a:pt x="0" y="89"/>
                </a:lnTo>
                <a:lnTo>
                  <a:pt x="2" y="93"/>
                </a:lnTo>
                <a:lnTo>
                  <a:pt x="2" y="97"/>
                </a:lnTo>
                <a:lnTo>
                  <a:pt x="3" y="100"/>
                </a:lnTo>
                <a:lnTo>
                  <a:pt x="5" y="105"/>
                </a:lnTo>
                <a:lnTo>
                  <a:pt x="6" y="107"/>
                </a:lnTo>
                <a:lnTo>
                  <a:pt x="8" y="112"/>
                </a:lnTo>
                <a:lnTo>
                  <a:pt x="9" y="115"/>
                </a:lnTo>
                <a:lnTo>
                  <a:pt x="12" y="117"/>
                </a:lnTo>
                <a:lnTo>
                  <a:pt x="13" y="120"/>
                </a:lnTo>
                <a:lnTo>
                  <a:pt x="15" y="125"/>
                </a:lnTo>
                <a:lnTo>
                  <a:pt x="18" y="128"/>
                </a:lnTo>
                <a:lnTo>
                  <a:pt x="20" y="130"/>
                </a:lnTo>
                <a:lnTo>
                  <a:pt x="23" y="132"/>
                </a:lnTo>
                <a:lnTo>
                  <a:pt x="25" y="135"/>
                </a:lnTo>
                <a:lnTo>
                  <a:pt x="28" y="138"/>
                </a:lnTo>
                <a:lnTo>
                  <a:pt x="31" y="139"/>
                </a:lnTo>
                <a:lnTo>
                  <a:pt x="33" y="142"/>
                </a:lnTo>
                <a:lnTo>
                  <a:pt x="38" y="143"/>
                </a:lnTo>
                <a:lnTo>
                  <a:pt x="41" y="146"/>
                </a:lnTo>
                <a:lnTo>
                  <a:pt x="43" y="148"/>
                </a:lnTo>
                <a:lnTo>
                  <a:pt x="48" y="149"/>
                </a:lnTo>
                <a:lnTo>
                  <a:pt x="51" y="151"/>
                </a:lnTo>
                <a:lnTo>
                  <a:pt x="55" y="152"/>
                </a:lnTo>
                <a:lnTo>
                  <a:pt x="58" y="153"/>
                </a:lnTo>
                <a:lnTo>
                  <a:pt x="62" y="153"/>
                </a:lnTo>
                <a:lnTo>
                  <a:pt x="65" y="155"/>
                </a:lnTo>
                <a:lnTo>
                  <a:pt x="69" y="155"/>
                </a:lnTo>
                <a:lnTo>
                  <a:pt x="74" y="155"/>
                </a:lnTo>
                <a:lnTo>
                  <a:pt x="78" y="155"/>
                </a:lnTo>
                <a:lnTo>
                  <a:pt x="81" y="155"/>
                </a:lnTo>
                <a:lnTo>
                  <a:pt x="85" y="155"/>
                </a:lnTo>
                <a:lnTo>
                  <a:pt x="89" y="155"/>
                </a:lnTo>
                <a:lnTo>
                  <a:pt x="94" y="153"/>
                </a:lnTo>
                <a:lnTo>
                  <a:pt x="97" y="153"/>
                </a:lnTo>
                <a:lnTo>
                  <a:pt x="101" y="152"/>
                </a:lnTo>
                <a:lnTo>
                  <a:pt x="104" y="151"/>
                </a:lnTo>
                <a:lnTo>
                  <a:pt x="108" y="149"/>
                </a:lnTo>
                <a:lnTo>
                  <a:pt x="111" y="148"/>
                </a:lnTo>
                <a:lnTo>
                  <a:pt x="114" y="146"/>
                </a:lnTo>
                <a:lnTo>
                  <a:pt x="118" y="143"/>
                </a:lnTo>
                <a:lnTo>
                  <a:pt x="121" y="142"/>
                </a:lnTo>
                <a:lnTo>
                  <a:pt x="124" y="139"/>
                </a:lnTo>
                <a:lnTo>
                  <a:pt x="127" y="138"/>
                </a:lnTo>
                <a:lnTo>
                  <a:pt x="130" y="135"/>
                </a:lnTo>
                <a:lnTo>
                  <a:pt x="132" y="132"/>
                </a:lnTo>
                <a:lnTo>
                  <a:pt x="135" y="130"/>
                </a:lnTo>
                <a:lnTo>
                  <a:pt x="137" y="128"/>
                </a:lnTo>
                <a:lnTo>
                  <a:pt x="140" y="125"/>
                </a:lnTo>
                <a:lnTo>
                  <a:pt x="141" y="120"/>
                </a:lnTo>
                <a:lnTo>
                  <a:pt x="144" y="117"/>
                </a:lnTo>
                <a:lnTo>
                  <a:pt x="145" y="115"/>
                </a:lnTo>
                <a:lnTo>
                  <a:pt x="147" y="112"/>
                </a:lnTo>
                <a:lnTo>
                  <a:pt x="148" y="107"/>
                </a:lnTo>
                <a:lnTo>
                  <a:pt x="150" y="105"/>
                </a:lnTo>
                <a:lnTo>
                  <a:pt x="151" y="100"/>
                </a:lnTo>
                <a:lnTo>
                  <a:pt x="153" y="97"/>
                </a:lnTo>
                <a:lnTo>
                  <a:pt x="154" y="93"/>
                </a:lnTo>
                <a:lnTo>
                  <a:pt x="154" y="89"/>
                </a:lnTo>
                <a:lnTo>
                  <a:pt x="154" y="86"/>
                </a:lnTo>
                <a:lnTo>
                  <a:pt x="155" y="82"/>
                </a:lnTo>
                <a:lnTo>
                  <a:pt x="155" y="77"/>
                </a:lnTo>
                <a:lnTo>
                  <a:pt x="155" y="73"/>
                </a:lnTo>
                <a:lnTo>
                  <a:pt x="154" y="70"/>
                </a:lnTo>
                <a:lnTo>
                  <a:pt x="154" y="66"/>
                </a:lnTo>
                <a:lnTo>
                  <a:pt x="154" y="61"/>
                </a:lnTo>
                <a:lnTo>
                  <a:pt x="153" y="59"/>
                </a:lnTo>
                <a:lnTo>
                  <a:pt x="151" y="54"/>
                </a:lnTo>
                <a:lnTo>
                  <a:pt x="150" y="51"/>
                </a:lnTo>
                <a:lnTo>
                  <a:pt x="148" y="47"/>
                </a:lnTo>
                <a:lnTo>
                  <a:pt x="147" y="44"/>
                </a:lnTo>
                <a:lnTo>
                  <a:pt x="145" y="40"/>
                </a:lnTo>
                <a:lnTo>
                  <a:pt x="144" y="37"/>
                </a:lnTo>
                <a:lnTo>
                  <a:pt x="141" y="34"/>
                </a:lnTo>
                <a:lnTo>
                  <a:pt x="140" y="31"/>
                </a:lnTo>
                <a:lnTo>
                  <a:pt x="137" y="28"/>
                </a:lnTo>
                <a:lnTo>
                  <a:pt x="135" y="26"/>
                </a:lnTo>
                <a:lnTo>
                  <a:pt x="132" y="23"/>
                </a:lnTo>
                <a:lnTo>
                  <a:pt x="130" y="20"/>
                </a:lnTo>
                <a:lnTo>
                  <a:pt x="127" y="18"/>
                </a:lnTo>
                <a:lnTo>
                  <a:pt x="124" y="16"/>
                </a:lnTo>
                <a:lnTo>
                  <a:pt x="121" y="13"/>
                </a:lnTo>
                <a:lnTo>
                  <a:pt x="118" y="11"/>
                </a:lnTo>
                <a:lnTo>
                  <a:pt x="114" y="10"/>
                </a:lnTo>
                <a:lnTo>
                  <a:pt x="111" y="8"/>
                </a:lnTo>
                <a:lnTo>
                  <a:pt x="108" y="5"/>
                </a:lnTo>
                <a:lnTo>
                  <a:pt x="104" y="4"/>
                </a:lnTo>
                <a:lnTo>
                  <a:pt x="101" y="4"/>
                </a:lnTo>
                <a:lnTo>
                  <a:pt x="97" y="3"/>
                </a:lnTo>
                <a:lnTo>
                  <a:pt x="94" y="1"/>
                </a:lnTo>
                <a:lnTo>
                  <a:pt x="89" y="1"/>
                </a:lnTo>
                <a:lnTo>
                  <a:pt x="85" y="0"/>
                </a:lnTo>
                <a:lnTo>
                  <a:pt x="81" y="0"/>
                </a:lnTo>
                <a:lnTo>
                  <a:pt x="78" y="0"/>
                </a:lnTo>
              </a:path>
            </a:pathLst>
          </a:custGeom>
          <a:solidFill>
            <a:schemeClr val="bg1"/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589B0245-6AA0-46FA-98A0-256B16BB5432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D Flip-Flop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B4F8F5-A66B-4431-A4E2-A4EC4E823D9B}"/>
              </a:ext>
            </a:extLst>
          </p:cNvPr>
          <p:cNvSpPr txBox="1">
            <a:spLocks/>
          </p:cNvSpPr>
          <p:nvPr/>
        </p:nvSpPr>
        <p:spPr bwMode="auto">
          <a:xfrm>
            <a:off x="0" y="3276600"/>
            <a:ext cx="9144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Negative</a:t>
            </a:r>
            <a:r>
              <a:rPr lang="en-US" altLang="en-US" sz="2800" dirty="0"/>
              <a:t>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D Flip-Flop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90801B81-06C6-4EE9-A5D2-E56558162716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651583"/>
            <a:ext cx="8623300" cy="2472617"/>
            <a:chOff x="-89258" y="2460254"/>
            <a:chExt cx="8623658" cy="2834759"/>
          </a:xfrm>
        </p:grpSpPr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5070AAD9-C0F2-4DA7-9285-576D0B62C2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8718" y="3331532"/>
              <a:ext cx="528937" cy="10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ACC26413-514F-43D1-BB55-1CE4B8530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5938" y="2932307"/>
              <a:ext cx="391028" cy="4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8C263CE9-4619-4260-9868-32BA997391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5938" y="4207069"/>
              <a:ext cx="3873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E302648-28B5-433E-8734-3807E6BDD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375" y="3091057"/>
              <a:ext cx="1458913" cy="1116013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D059D33A-60FD-47C1-BB02-E7A878D9E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375" y="2930719"/>
              <a:ext cx="1458913" cy="1117600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2FEFFDF-322E-4514-B552-F400117A5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4713" y="2903732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311877E0-11B0-4286-8029-DF6AECC4F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1063" y="4184844"/>
              <a:ext cx="44450" cy="44450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2294853D-8911-4CCD-8749-4901C36C29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49588" y="4367407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E4E2A30F-E532-4762-83C3-D0DF92B3B4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8025" y="2930719"/>
              <a:ext cx="1588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F9EB6AA6-BD50-4958-A86F-DCEC6972C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694" y="4482026"/>
              <a:ext cx="708606" cy="45719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7BA8B7DC-A391-406C-83C8-BF5EF0A8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420706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8A9017BE-B435-47C7-AD8D-84AB7CB828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3288" y="4208656"/>
              <a:ext cx="3678" cy="176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26">
              <a:extLst>
                <a:ext uri="{FF2B5EF4-FFF2-40B4-BE49-F238E27FC236}">
                  <a16:creationId xmlns:a16="http://schemas.microsoft.com/office/drawing/2014/main" id="{0C6D56D7-3855-4080-B045-9ED5B29AF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17" y="2460254"/>
              <a:ext cx="19877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1" name="Freeform 29">
              <a:extLst>
                <a:ext uri="{FF2B5EF4-FFF2-40B4-BE49-F238E27FC236}">
                  <a16:creationId xmlns:a16="http://schemas.microsoft.com/office/drawing/2014/main" id="{6085BAC3-4545-4F96-9D4F-A72CAC4B1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825" y="4307082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4">
              <a:extLst>
                <a:ext uri="{FF2B5EF4-FFF2-40B4-BE49-F238E27FC236}">
                  <a16:creationId xmlns:a16="http://schemas.microsoft.com/office/drawing/2014/main" id="{A36B66E4-D5DA-49B8-B586-7DAAAA438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700" y="4143569"/>
              <a:ext cx="122238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35">
              <a:extLst>
                <a:ext uri="{FF2B5EF4-FFF2-40B4-BE49-F238E27FC236}">
                  <a16:creationId xmlns:a16="http://schemas.microsoft.com/office/drawing/2014/main" id="{10B390C7-D020-490E-A72F-088A4DB62E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4048319"/>
              <a:ext cx="319088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40">
              <a:extLst>
                <a:ext uri="{FF2B5EF4-FFF2-40B4-BE49-F238E27FC236}">
                  <a16:creationId xmlns:a16="http://schemas.microsoft.com/office/drawing/2014/main" id="{F96FCF86-FAAA-4E44-A3FC-511995398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3700" y="2870394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41">
              <a:extLst>
                <a:ext uri="{FF2B5EF4-FFF2-40B4-BE49-F238E27FC236}">
                  <a16:creationId xmlns:a16="http://schemas.microsoft.com/office/drawing/2014/main" id="{EC0DFED0-FD20-4D08-9E15-A2335A77D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9588" y="2771969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42">
              <a:extLst>
                <a:ext uri="{FF2B5EF4-FFF2-40B4-BE49-F238E27FC236}">
                  <a16:creationId xmlns:a16="http://schemas.microsoft.com/office/drawing/2014/main" id="{5A46977E-FFE5-4B91-BDD0-F674BCDA1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375" y="3091057"/>
              <a:ext cx="319088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44">
              <a:extLst>
                <a:ext uri="{FF2B5EF4-FFF2-40B4-BE49-F238E27FC236}">
                  <a16:creationId xmlns:a16="http://schemas.microsoft.com/office/drawing/2014/main" id="{B3D6D80E-87AF-44C4-8587-582454E8B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8025" y="293071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45">
              <a:extLst>
                <a:ext uri="{FF2B5EF4-FFF2-40B4-BE49-F238E27FC236}">
                  <a16:creationId xmlns:a16="http://schemas.microsoft.com/office/drawing/2014/main" id="{C4AD438A-A7B5-42EC-AED9-76963B04C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78025" y="2930719"/>
              <a:ext cx="2952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46">
              <a:extLst>
                <a:ext uri="{FF2B5EF4-FFF2-40B4-BE49-F238E27FC236}">
                  <a16:creationId xmlns:a16="http://schemas.microsoft.com/office/drawing/2014/main" id="{20A293D9-F245-4292-A729-AF4159C00BB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9516" y="2542171"/>
              <a:ext cx="1818366" cy="4882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32A55056-9A06-43C5-A0C2-5EC457210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000" y="2710057"/>
              <a:ext cx="122238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E5712069-F7F2-4493-87AE-994334B1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9258" y="3208421"/>
              <a:ext cx="54181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2" name="AutoShape 56">
              <a:extLst>
                <a:ext uri="{FF2B5EF4-FFF2-40B4-BE49-F238E27FC236}">
                  <a16:creationId xmlns:a16="http://schemas.microsoft.com/office/drawing/2014/main" id="{13355D53-5B76-4873-A567-6BE0EF3DF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475" y="2498919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3" name="AutoShape 57">
              <a:extLst>
                <a:ext uri="{FF2B5EF4-FFF2-40B4-BE49-F238E27FC236}">
                  <a16:creationId xmlns:a16="http://schemas.microsoft.com/office/drawing/2014/main" id="{4E8D0028-5A40-472D-BCB3-5BBBB81F7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6475" y="4097532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4" name="AutoShape 59">
              <a:extLst>
                <a:ext uri="{FF2B5EF4-FFF2-40B4-BE49-F238E27FC236}">
                  <a16:creationId xmlns:a16="http://schemas.microsoft.com/office/drawing/2014/main" id="{A3C336BA-221D-4FD7-B58E-7E850E865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588" y="2657669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5" name="AutoShape 61">
              <a:extLst>
                <a:ext uri="{FF2B5EF4-FFF2-40B4-BE49-F238E27FC236}">
                  <a16:creationId xmlns:a16="http://schemas.microsoft.com/office/drawing/2014/main" id="{71F1251A-71F4-404E-BB37-DF3837F19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763" y="3934019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2BF84E33-4E98-4413-9A8E-1E9EC5292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3125" y="4181669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65">
              <a:extLst>
                <a:ext uri="{FF2B5EF4-FFF2-40B4-BE49-F238E27FC236}">
                  <a16:creationId xmlns:a16="http://schemas.microsoft.com/office/drawing/2014/main" id="{64A2391E-E638-473D-970B-988535862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038" y="3311903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5">
              <a:extLst>
                <a:ext uri="{FF2B5EF4-FFF2-40B4-BE49-F238E27FC236}">
                  <a16:creationId xmlns:a16="http://schemas.microsoft.com/office/drawing/2014/main" id="{EAAE41E0-0CA3-4D06-9500-79C6DC0011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7450" y="2932307"/>
              <a:ext cx="706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6">
              <a:extLst>
                <a:ext uri="{FF2B5EF4-FFF2-40B4-BE49-F238E27FC236}">
                  <a16:creationId xmlns:a16="http://schemas.microsoft.com/office/drawing/2014/main" id="{E1F249D3-F36F-4DE8-AE6B-E080E70DA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7450" y="4207069"/>
              <a:ext cx="3873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563F5965-39D4-42C4-9405-B81B3A90E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888" y="3091057"/>
              <a:ext cx="1458912" cy="1116013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B97CF489-58E2-489F-A22B-6FF3E087C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888" y="2930719"/>
              <a:ext cx="1458912" cy="1117600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CD0F266A-D118-4176-A024-1E6C93325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6225" y="2903732"/>
              <a:ext cx="55562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D09CFE42-11EF-485C-830C-B186BDCF4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2575" y="4184844"/>
              <a:ext cx="44450" cy="44450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E05DCECC-7C12-4591-A34C-7AD2C76447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61101" y="4367407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4">
              <a:extLst>
                <a:ext uri="{FF2B5EF4-FFF2-40B4-BE49-F238E27FC236}">
                  <a16:creationId xmlns:a16="http://schemas.microsoft.com/office/drawing/2014/main" id="{252111AD-0281-4525-B905-D838F356C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9539" y="2930719"/>
              <a:ext cx="1587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>
              <a:extLst>
                <a:ext uri="{FF2B5EF4-FFF2-40B4-BE49-F238E27FC236}">
                  <a16:creationId xmlns:a16="http://schemas.microsoft.com/office/drawing/2014/main" id="{541EC829-BF9B-49D8-A6F6-39B3076B8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539" y="420706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21">
              <a:extLst>
                <a:ext uri="{FF2B5EF4-FFF2-40B4-BE49-F238E27FC236}">
                  <a16:creationId xmlns:a16="http://schemas.microsoft.com/office/drawing/2014/main" id="{22A2B6C3-3C65-4EDD-B135-FEA9AB4693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9539" y="4207069"/>
              <a:ext cx="2952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25">
              <a:extLst>
                <a:ext uri="{FF2B5EF4-FFF2-40B4-BE49-F238E27FC236}">
                  <a16:creationId xmlns:a16="http://schemas.microsoft.com/office/drawing/2014/main" id="{23204132-8115-43AA-BA54-49BA7C4341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24800" y="4207069"/>
              <a:ext cx="3190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CC512026-B069-4441-996D-0A2BD660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9339" y="4307082"/>
              <a:ext cx="122237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4">
              <a:extLst>
                <a:ext uri="{FF2B5EF4-FFF2-40B4-BE49-F238E27FC236}">
                  <a16:creationId xmlns:a16="http://schemas.microsoft.com/office/drawing/2014/main" id="{69669911-4DA2-488B-A29E-23CC59815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5213" y="4143569"/>
              <a:ext cx="122237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35">
              <a:extLst>
                <a:ext uri="{FF2B5EF4-FFF2-40B4-BE49-F238E27FC236}">
                  <a16:creationId xmlns:a16="http://schemas.microsoft.com/office/drawing/2014/main" id="{77A81325-E761-4A66-AEBF-7CDAD606F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5888" y="4048319"/>
              <a:ext cx="3190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0">
              <a:extLst>
                <a:ext uri="{FF2B5EF4-FFF2-40B4-BE49-F238E27FC236}">
                  <a16:creationId xmlns:a16="http://schemas.microsoft.com/office/drawing/2014/main" id="{2C592921-C609-4243-8ABC-3111516C2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5213" y="2870394"/>
              <a:ext cx="122237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41">
              <a:extLst>
                <a:ext uri="{FF2B5EF4-FFF2-40B4-BE49-F238E27FC236}">
                  <a16:creationId xmlns:a16="http://schemas.microsoft.com/office/drawing/2014/main" id="{51F829CE-99CC-4C4E-BA7A-EC3693330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1101" y="2771969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42">
              <a:extLst>
                <a:ext uri="{FF2B5EF4-FFF2-40B4-BE49-F238E27FC236}">
                  <a16:creationId xmlns:a16="http://schemas.microsoft.com/office/drawing/2014/main" id="{0F1BCA30-AFF5-424B-8F29-B94A8C77E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5888" y="3091057"/>
              <a:ext cx="3190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4">
              <a:extLst>
                <a:ext uri="{FF2B5EF4-FFF2-40B4-BE49-F238E27FC236}">
                  <a16:creationId xmlns:a16="http://schemas.microsoft.com/office/drawing/2014/main" id="{EAF2B83F-3785-41AB-A02A-215C07942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9539" y="293071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45">
              <a:extLst>
                <a:ext uri="{FF2B5EF4-FFF2-40B4-BE49-F238E27FC236}">
                  <a16:creationId xmlns:a16="http://schemas.microsoft.com/office/drawing/2014/main" id="{F3FFFED7-DB27-4F0E-A59F-C4E977043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9539" y="2930719"/>
              <a:ext cx="2952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4BF3E886-F1CF-4D60-9B90-13C2EC3F4F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2514" y="2710057"/>
              <a:ext cx="122237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3">
              <a:extLst>
                <a:ext uri="{FF2B5EF4-FFF2-40B4-BE49-F238E27FC236}">
                  <a16:creationId xmlns:a16="http://schemas.microsoft.com/office/drawing/2014/main" id="{1F10F751-723D-4CE7-A85D-954C75588D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27909" y="4115584"/>
              <a:ext cx="143915" cy="224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54">
              <a:extLst>
                <a:ext uri="{FF2B5EF4-FFF2-40B4-BE49-F238E27FC236}">
                  <a16:creationId xmlns:a16="http://schemas.microsoft.com/office/drawing/2014/main" id="{B501D37E-E689-4DAF-A902-24C28D2D6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6438" y="4113407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0" name="Rectangle 55">
              <a:extLst>
                <a:ext uri="{FF2B5EF4-FFF2-40B4-BE49-F238E27FC236}">
                  <a16:creationId xmlns:a16="http://schemas.microsoft.com/office/drawing/2014/main" id="{489FC3F8-EC3A-4D1B-B57E-513893759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7550" y="2822769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1" name="AutoShape 56">
              <a:extLst>
                <a:ext uri="{FF2B5EF4-FFF2-40B4-BE49-F238E27FC236}">
                  <a16:creationId xmlns:a16="http://schemas.microsoft.com/office/drawing/2014/main" id="{65D41FB6-A441-4039-8BA1-0C3397B65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9" y="2498919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2" name="AutoShape 57">
              <a:extLst>
                <a:ext uri="{FF2B5EF4-FFF2-40B4-BE49-F238E27FC236}">
                  <a16:creationId xmlns:a16="http://schemas.microsoft.com/office/drawing/2014/main" id="{82C6EEF2-06D6-4084-B356-2D757CB10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7989" y="4097532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3" name="AutoShape 59">
              <a:extLst>
                <a:ext uri="{FF2B5EF4-FFF2-40B4-BE49-F238E27FC236}">
                  <a16:creationId xmlns:a16="http://schemas.microsoft.com/office/drawing/2014/main" id="{C024A7E9-227B-4E0E-9896-38F6E8164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9101" y="2657669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4" name="AutoShape 61">
              <a:extLst>
                <a:ext uri="{FF2B5EF4-FFF2-40B4-BE49-F238E27FC236}">
                  <a16:creationId xmlns:a16="http://schemas.microsoft.com/office/drawing/2014/main" id="{96D72E73-A569-4448-A21B-6E696EC9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2276" y="3934019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1B82A053-5DC8-48E5-BC61-9B8008F24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4638" y="4181669"/>
              <a:ext cx="55562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04E3BCF-7F7E-4B0B-BDEB-8E1C2FBED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493" y="4180262"/>
              <a:ext cx="55562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14">
              <a:extLst>
                <a:ext uri="{FF2B5EF4-FFF2-40B4-BE49-F238E27FC236}">
                  <a16:creationId xmlns:a16="http://schemas.microsoft.com/office/drawing/2014/main" id="{0F10D561-6EBC-4DF9-85BE-C2D513474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5123" y="4230880"/>
              <a:ext cx="1843" cy="301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14">
              <a:extLst>
                <a:ext uri="{FF2B5EF4-FFF2-40B4-BE49-F238E27FC236}">
                  <a16:creationId xmlns:a16="http://schemas.microsoft.com/office/drawing/2014/main" id="{05D5FD5B-3447-497D-970C-C3FC327D3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3249" y="2583365"/>
              <a:ext cx="0" cy="3233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14">
              <a:extLst>
                <a:ext uri="{FF2B5EF4-FFF2-40B4-BE49-F238E27FC236}">
                  <a16:creationId xmlns:a16="http://schemas.microsoft.com/office/drawing/2014/main" id="{95DD31C9-D019-43C8-91EC-74C1C8DF9D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7192" y="3331535"/>
              <a:ext cx="0" cy="19634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14">
              <a:extLst>
                <a:ext uri="{FF2B5EF4-FFF2-40B4-BE49-F238E27FC236}">
                  <a16:creationId xmlns:a16="http://schemas.microsoft.com/office/drawing/2014/main" id="{B32D3EEC-8162-4574-B587-719B8C1631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85169" y="4200500"/>
              <a:ext cx="3949" cy="10884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13">
              <a:extLst>
                <a:ext uri="{FF2B5EF4-FFF2-40B4-BE49-F238E27FC236}">
                  <a16:creationId xmlns:a16="http://schemas.microsoft.com/office/drawing/2014/main" id="{9B7DE74E-B82D-480C-B0B0-4E62AF1EEA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7190" y="5286680"/>
              <a:ext cx="4457599" cy="1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19">
              <a:extLst>
                <a:ext uri="{FF2B5EF4-FFF2-40B4-BE49-F238E27FC236}">
                  <a16:creationId xmlns:a16="http://schemas.microsoft.com/office/drawing/2014/main" id="{68B4E692-288C-413C-9053-FF6DD81BD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1700" y="4524848"/>
              <a:ext cx="760414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47">
              <a:extLst>
                <a:ext uri="{FF2B5EF4-FFF2-40B4-BE49-F238E27FC236}">
                  <a16:creationId xmlns:a16="http://schemas.microsoft.com/office/drawing/2014/main" id="{A90D95CD-4E20-4412-BE54-81FC6630EA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07467" y="2590993"/>
              <a:ext cx="783166" cy="40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13">
              <a:extLst>
                <a:ext uri="{FF2B5EF4-FFF2-40B4-BE49-F238E27FC236}">
                  <a16:creationId xmlns:a16="http://schemas.microsoft.com/office/drawing/2014/main" id="{A9F419B4-8EB0-4123-B60D-C3CF45C629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491824" y="4416269"/>
              <a:ext cx="146713" cy="9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29">
              <a:extLst>
                <a:ext uri="{FF2B5EF4-FFF2-40B4-BE49-F238E27FC236}">
                  <a16:creationId xmlns:a16="http://schemas.microsoft.com/office/drawing/2014/main" id="{1E77E421-EFB9-4BAF-A1E8-807AB71927A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03436" y="4230155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Isosceles Triangle 11">
              <a:extLst>
                <a:ext uri="{FF2B5EF4-FFF2-40B4-BE49-F238E27FC236}">
                  <a16:creationId xmlns:a16="http://schemas.microsoft.com/office/drawing/2014/main" id="{957ECC5E-8D20-4027-96B5-0899A5679A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385888" y="3842081"/>
              <a:ext cx="366712" cy="3810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7" name="Line 13">
              <a:extLst>
                <a:ext uri="{FF2B5EF4-FFF2-40B4-BE49-F238E27FC236}">
                  <a16:creationId xmlns:a16="http://schemas.microsoft.com/office/drawing/2014/main" id="{8D4BEAFF-B308-4C46-A407-6BFFE748E2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35238" y="3223505"/>
              <a:ext cx="1261280" cy="4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65">
              <a:extLst>
                <a:ext uri="{FF2B5EF4-FFF2-40B4-BE49-F238E27FC236}">
                  <a16:creationId xmlns:a16="http://schemas.microsoft.com/office/drawing/2014/main" id="{3BE2CBF9-01AE-47C7-8255-F7262F50D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373" y="2564642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29">
              <a:extLst>
                <a:ext uri="{FF2B5EF4-FFF2-40B4-BE49-F238E27FC236}">
                  <a16:creationId xmlns:a16="http://schemas.microsoft.com/office/drawing/2014/main" id="{21DE901B-A7EB-48D7-9351-9F9B1014E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832" y="3280265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Isosceles Triangle 11">
              <a:extLst>
                <a:ext uri="{FF2B5EF4-FFF2-40B4-BE49-F238E27FC236}">
                  <a16:creationId xmlns:a16="http://schemas.microsoft.com/office/drawing/2014/main" id="{576A2BDA-43F8-4999-B332-4DD025C649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37605" y="3150090"/>
              <a:ext cx="366712" cy="3810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1" name="Line 4">
              <a:extLst>
                <a:ext uri="{FF2B5EF4-FFF2-40B4-BE49-F238E27FC236}">
                  <a16:creationId xmlns:a16="http://schemas.microsoft.com/office/drawing/2014/main" id="{FF53D7B6-FEEA-4C9D-91AA-13B17AD84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743" y="3343618"/>
              <a:ext cx="470181" cy="209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65">
              <a:extLst>
                <a:ext uri="{FF2B5EF4-FFF2-40B4-BE49-F238E27FC236}">
                  <a16:creationId xmlns:a16="http://schemas.microsoft.com/office/drawing/2014/main" id="{447D7DBE-739B-4D65-9AB0-5D6953486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610" y="3320275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2">
            <a:extLst>
              <a:ext uri="{FF2B5EF4-FFF2-40B4-BE49-F238E27FC236}">
                <a16:creationId xmlns:a16="http://schemas.microsoft.com/office/drawing/2014/main" id="{C29E4B13-8875-464D-A5DD-F2E57B68D554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965035"/>
            <a:ext cx="8623300" cy="2664365"/>
            <a:chOff x="139342" y="2460254"/>
            <a:chExt cx="8623658" cy="3018454"/>
          </a:xfrm>
        </p:grpSpPr>
        <p:sp>
          <p:nvSpPr>
            <p:cNvPr id="84" name="Line 5">
              <a:extLst>
                <a:ext uri="{FF2B5EF4-FFF2-40B4-BE49-F238E27FC236}">
                  <a16:creationId xmlns:a16="http://schemas.microsoft.com/office/drawing/2014/main" id="{503A6858-0FD6-45EF-A8D1-7D21C0571A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54538" y="2932307"/>
              <a:ext cx="391028" cy="4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6">
              <a:extLst>
                <a:ext uri="{FF2B5EF4-FFF2-40B4-BE49-F238E27FC236}">
                  <a16:creationId xmlns:a16="http://schemas.microsoft.com/office/drawing/2014/main" id="{1AF869A5-5A6D-4573-A77A-005280220C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4538" y="4207069"/>
              <a:ext cx="3873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7">
              <a:extLst>
                <a:ext uri="{FF2B5EF4-FFF2-40B4-BE49-F238E27FC236}">
                  <a16:creationId xmlns:a16="http://schemas.microsoft.com/office/drawing/2014/main" id="{D3549ECA-D4AB-4F0C-9A64-12F892300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975" y="3091057"/>
              <a:ext cx="1458913" cy="1116013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">
              <a:extLst>
                <a:ext uri="{FF2B5EF4-FFF2-40B4-BE49-F238E27FC236}">
                  <a16:creationId xmlns:a16="http://schemas.microsoft.com/office/drawing/2014/main" id="{C27DDA0C-5209-4C39-85F7-E9C0B5E79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2975" y="2930719"/>
              <a:ext cx="1458913" cy="1117600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2C6FCC7A-7D45-445B-9968-B84E4C0F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313" y="2903732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1">
              <a:extLst>
                <a:ext uri="{FF2B5EF4-FFF2-40B4-BE49-F238E27FC236}">
                  <a16:creationId xmlns:a16="http://schemas.microsoft.com/office/drawing/2014/main" id="{DD92B823-DBD9-48FF-BB23-D760A2A5F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663" y="4184844"/>
              <a:ext cx="44450" cy="44450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13">
              <a:extLst>
                <a:ext uri="{FF2B5EF4-FFF2-40B4-BE49-F238E27FC236}">
                  <a16:creationId xmlns:a16="http://schemas.microsoft.com/office/drawing/2014/main" id="{8E17A7AC-6293-4A42-946C-C6F0F2B61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8188" y="4367407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14">
              <a:extLst>
                <a:ext uri="{FF2B5EF4-FFF2-40B4-BE49-F238E27FC236}">
                  <a16:creationId xmlns:a16="http://schemas.microsoft.com/office/drawing/2014/main" id="{573924EE-B17E-4115-8168-E14EA4456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6625" y="2930719"/>
              <a:ext cx="1588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0">
              <a:extLst>
                <a:ext uri="{FF2B5EF4-FFF2-40B4-BE49-F238E27FC236}">
                  <a16:creationId xmlns:a16="http://schemas.microsoft.com/office/drawing/2014/main" id="{845CE0AC-E478-4A5E-962A-7F63DA41A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625" y="420706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25">
              <a:extLst>
                <a:ext uri="{FF2B5EF4-FFF2-40B4-BE49-F238E27FC236}">
                  <a16:creationId xmlns:a16="http://schemas.microsoft.com/office/drawing/2014/main" id="{AED8536B-C23A-40A2-960A-5D307C664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1888" y="4208656"/>
              <a:ext cx="3678" cy="176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9">
              <a:extLst>
                <a:ext uri="{FF2B5EF4-FFF2-40B4-BE49-F238E27FC236}">
                  <a16:creationId xmlns:a16="http://schemas.microsoft.com/office/drawing/2014/main" id="{C5927C70-9175-4E1C-A014-69A98593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425" y="4307082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34">
              <a:extLst>
                <a:ext uri="{FF2B5EF4-FFF2-40B4-BE49-F238E27FC236}">
                  <a16:creationId xmlns:a16="http://schemas.microsoft.com/office/drawing/2014/main" id="{0F9A1799-84E9-403F-A6E5-5B89BC7E0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300" y="4143569"/>
              <a:ext cx="122238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35">
              <a:extLst>
                <a:ext uri="{FF2B5EF4-FFF2-40B4-BE49-F238E27FC236}">
                  <a16:creationId xmlns:a16="http://schemas.microsoft.com/office/drawing/2014/main" id="{5C15CA6B-C003-4A5F-B428-5737186B1D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975" y="4048319"/>
              <a:ext cx="319088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40">
              <a:extLst>
                <a:ext uri="{FF2B5EF4-FFF2-40B4-BE49-F238E27FC236}">
                  <a16:creationId xmlns:a16="http://schemas.microsoft.com/office/drawing/2014/main" id="{F6301D78-8139-4DCA-901A-F25229AFA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300" y="2870394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41">
              <a:extLst>
                <a:ext uri="{FF2B5EF4-FFF2-40B4-BE49-F238E27FC236}">
                  <a16:creationId xmlns:a16="http://schemas.microsoft.com/office/drawing/2014/main" id="{4BA19B54-DCA9-4BFB-AD48-55A42C355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8188" y="2771969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42">
              <a:extLst>
                <a:ext uri="{FF2B5EF4-FFF2-40B4-BE49-F238E27FC236}">
                  <a16:creationId xmlns:a16="http://schemas.microsoft.com/office/drawing/2014/main" id="{0610721E-61C9-422A-9DC7-D3AD9F30B8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2975" y="3091057"/>
              <a:ext cx="319088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44">
              <a:extLst>
                <a:ext uri="{FF2B5EF4-FFF2-40B4-BE49-F238E27FC236}">
                  <a16:creationId xmlns:a16="http://schemas.microsoft.com/office/drawing/2014/main" id="{EAA32F1C-D46E-4789-B229-FDDEB775A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625" y="293071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45">
              <a:extLst>
                <a:ext uri="{FF2B5EF4-FFF2-40B4-BE49-F238E27FC236}">
                  <a16:creationId xmlns:a16="http://schemas.microsoft.com/office/drawing/2014/main" id="{2AF8698C-6E18-4053-B285-438DA6AFF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6625" y="2930719"/>
              <a:ext cx="2952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51">
              <a:extLst>
                <a:ext uri="{FF2B5EF4-FFF2-40B4-BE49-F238E27FC236}">
                  <a16:creationId xmlns:a16="http://schemas.microsoft.com/office/drawing/2014/main" id="{C3E91E58-1AEA-403C-A8C0-7F145A3D9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600" y="2710057"/>
              <a:ext cx="122238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AutoShape 56">
              <a:extLst>
                <a:ext uri="{FF2B5EF4-FFF2-40B4-BE49-F238E27FC236}">
                  <a16:creationId xmlns:a16="http://schemas.microsoft.com/office/drawing/2014/main" id="{EEAD6E4C-4AD6-4333-BE74-24D8980E7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075" y="2498919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4" name="AutoShape 57">
              <a:extLst>
                <a:ext uri="{FF2B5EF4-FFF2-40B4-BE49-F238E27FC236}">
                  <a16:creationId xmlns:a16="http://schemas.microsoft.com/office/drawing/2014/main" id="{6E301182-1913-4E59-ABF5-7F25E8264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075" y="4097532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5" name="AutoShape 59">
              <a:extLst>
                <a:ext uri="{FF2B5EF4-FFF2-40B4-BE49-F238E27FC236}">
                  <a16:creationId xmlns:a16="http://schemas.microsoft.com/office/drawing/2014/main" id="{96F7215F-9768-407D-9587-213AEFDE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6188" y="2657669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6" name="AutoShape 61">
              <a:extLst>
                <a:ext uri="{FF2B5EF4-FFF2-40B4-BE49-F238E27FC236}">
                  <a16:creationId xmlns:a16="http://schemas.microsoft.com/office/drawing/2014/main" id="{067BB91E-A473-46DF-AAF9-17D743B65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3934019"/>
              <a:ext cx="627063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7" name="Freeform 64">
              <a:extLst>
                <a:ext uri="{FF2B5EF4-FFF2-40B4-BE49-F238E27FC236}">
                  <a16:creationId xmlns:a16="http://schemas.microsoft.com/office/drawing/2014/main" id="{1D0ADC93-A2E4-4592-B70F-07D5043BD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1725" y="4181669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5">
              <a:extLst>
                <a:ext uri="{FF2B5EF4-FFF2-40B4-BE49-F238E27FC236}">
                  <a16:creationId xmlns:a16="http://schemas.microsoft.com/office/drawing/2014/main" id="{5D530282-080B-49DB-BFC3-CBF1D39C4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66050" y="2932307"/>
              <a:ext cx="70643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6">
              <a:extLst>
                <a:ext uri="{FF2B5EF4-FFF2-40B4-BE49-F238E27FC236}">
                  <a16:creationId xmlns:a16="http://schemas.microsoft.com/office/drawing/2014/main" id="{1B7C698B-A64B-4382-A648-46DD009C3B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66050" y="4207069"/>
              <a:ext cx="387350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7">
              <a:extLst>
                <a:ext uri="{FF2B5EF4-FFF2-40B4-BE49-F238E27FC236}">
                  <a16:creationId xmlns:a16="http://schemas.microsoft.com/office/drawing/2014/main" id="{FA7493C6-35BA-4FED-B7A4-6D23D64E6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3091057"/>
              <a:ext cx="1458912" cy="1116013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8">
              <a:extLst>
                <a:ext uri="{FF2B5EF4-FFF2-40B4-BE49-F238E27FC236}">
                  <a16:creationId xmlns:a16="http://schemas.microsoft.com/office/drawing/2014/main" id="{6A365E52-0A5D-4967-A3A9-774CF5FB0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4488" y="2930719"/>
              <a:ext cx="1458912" cy="1117600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A11FEE8C-E778-4938-8DAC-5ABCF6CDB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4825" y="2903732"/>
              <a:ext cx="55562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1">
              <a:extLst>
                <a:ext uri="{FF2B5EF4-FFF2-40B4-BE49-F238E27FC236}">
                  <a16:creationId xmlns:a16="http://schemas.microsoft.com/office/drawing/2014/main" id="{EBD88A39-A3D6-48B8-9F2C-DA73E02C1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1175" y="4184844"/>
              <a:ext cx="44450" cy="44450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13">
              <a:extLst>
                <a:ext uri="{FF2B5EF4-FFF2-40B4-BE49-F238E27FC236}">
                  <a16:creationId xmlns:a16="http://schemas.microsoft.com/office/drawing/2014/main" id="{A18522B3-8982-4C56-AD97-0333EBC25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9701" y="4367407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4">
              <a:extLst>
                <a:ext uri="{FF2B5EF4-FFF2-40B4-BE49-F238E27FC236}">
                  <a16:creationId xmlns:a16="http://schemas.microsoft.com/office/drawing/2014/main" id="{6DA743E8-EE81-4797-A6B7-167D422A1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8139" y="2930719"/>
              <a:ext cx="1587" cy="1276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20">
              <a:extLst>
                <a:ext uri="{FF2B5EF4-FFF2-40B4-BE49-F238E27FC236}">
                  <a16:creationId xmlns:a16="http://schemas.microsoft.com/office/drawing/2014/main" id="{4DEE5E5B-8A28-493B-8D10-C7AACA1FC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8139" y="420706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21">
              <a:extLst>
                <a:ext uri="{FF2B5EF4-FFF2-40B4-BE49-F238E27FC236}">
                  <a16:creationId xmlns:a16="http://schemas.microsoft.com/office/drawing/2014/main" id="{E396FB1F-FF4B-4F7F-8929-7B06123D0C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8139" y="4207069"/>
              <a:ext cx="2952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25">
              <a:extLst>
                <a:ext uri="{FF2B5EF4-FFF2-40B4-BE49-F238E27FC236}">
                  <a16:creationId xmlns:a16="http://schemas.microsoft.com/office/drawing/2014/main" id="{A5D60FDE-EAF3-4A3D-BA42-799DB2DAA1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3400" y="4207069"/>
              <a:ext cx="3190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9">
              <a:extLst>
                <a:ext uri="{FF2B5EF4-FFF2-40B4-BE49-F238E27FC236}">
                  <a16:creationId xmlns:a16="http://schemas.microsoft.com/office/drawing/2014/main" id="{6D22D90E-C5AA-401A-A46F-55B1BC855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939" y="4307082"/>
              <a:ext cx="122237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34">
              <a:extLst>
                <a:ext uri="{FF2B5EF4-FFF2-40B4-BE49-F238E27FC236}">
                  <a16:creationId xmlns:a16="http://schemas.microsoft.com/office/drawing/2014/main" id="{29244EEC-C93F-4A6A-AEE8-1927D844F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3813" y="4143569"/>
              <a:ext cx="122237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35">
              <a:extLst>
                <a:ext uri="{FF2B5EF4-FFF2-40B4-BE49-F238E27FC236}">
                  <a16:creationId xmlns:a16="http://schemas.microsoft.com/office/drawing/2014/main" id="{EA110720-0409-4981-9FB6-55BDA491B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4488" y="4048319"/>
              <a:ext cx="3190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40">
              <a:extLst>
                <a:ext uri="{FF2B5EF4-FFF2-40B4-BE49-F238E27FC236}">
                  <a16:creationId xmlns:a16="http://schemas.microsoft.com/office/drawing/2014/main" id="{4BEC38B4-EC5E-4822-82DC-443C4AD64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3813" y="2870394"/>
              <a:ext cx="122237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41">
              <a:extLst>
                <a:ext uri="{FF2B5EF4-FFF2-40B4-BE49-F238E27FC236}">
                  <a16:creationId xmlns:a16="http://schemas.microsoft.com/office/drawing/2014/main" id="{8652ED10-7180-4D4C-9E10-FB6CA0716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9701" y="2771969"/>
              <a:ext cx="5238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42">
              <a:extLst>
                <a:ext uri="{FF2B5EF4-FFF2-40B4-BE49-F238E27FC236}">
                  <a16:creationId xmlns:a16="http://schemas.microsoft.com/office/drawing/2014/main" id="{452E1E80-B16B-409C-8DFB-752424846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4488" y="3091057"/>
              <a:ext cx="319087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44">
              <a:extLst>
                <a:ext uri="{FF2B5EF4-FFF2-40B4-BE49-F238E27FC236}">
                  <a16:creationId xmlns:a16="http://schemas.microsoft.com/office/drawing/2014/main" id="{EBC93FA1-F7D0-4BC8-AD3E-1907EEDCC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8139" y="2930719"/>
              <a:ext cx="295275" cy="1588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45">
              <a:extLst>
                <a:ext uri="{FF2B5EF4-FFF2-40B4-BE49-F238E27FC236}">
                  <a16:creationId xmlns:a16="http://schemas.microsoft.com/office/drawing/2014/main" id="{09BB4846-426B-41A5-8ED7-260DB1C24D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8139" y="2930719"/>
              <a:ext cx="295275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EDC2E557-A25B-42B1-9B43-1E6BC290F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4" y="2710057"/>
              <a:ext cx="122237" cy="123825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53">
              <a:extLst>
                <a:ext uri="{FF2B5EF4-FFF2-40B4-BE49-F238E27FC236}">
                  <a16:creationId xmlns:a16="http://schemas.microsoft.com/office/drawing/2014/main" id="{AE0F5706-B2D1-446F-ABA2-69E88EB7D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56509" y="4115584"/>
              <a:ext cx="143915" cy="2244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Rectangle 54">
              <a:extLst>
                <a:ext uri="{FF2B5EF4-FFF2-40B4-BE49-F238E27FC236}">
                  <a16:creationId xmlns:a16="http://schemas.microsoft.com/office/drawing/2014/main" id="{EA833E41-4C46-46F8-8214-4B2A00600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5038" y="4113407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0" name="Rectangle 55">
              <a:extLst>
                <a:ext uri="{FF2B5EF4-FFF2-40B4-BE49-F238E27FC236}">
                  <a16:creationId xmlns:a16="http://schemas.microsoft.com/office/drawing/2014/main" id="{63BC67A5-737A-464A-8D95-4A663191D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6150" y="2822769"/>
              <a:ext cx="196850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1" name="AutoShape 56">
              <a:extLst>
                <a:ext uri="{FF2B5EF4-FFF2-40B4-BE49-F238E27FC236}">
                  <a16:creationId xmlns:a16="http://schemas.microsoft.com/office/drawing/2014/main" id="{52F00D65-3C50-422F-97D2-D770B468D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9" y="2498919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2" name="AutoShape 57">
              <a:extLst>
                <a:ext uri="{FF2B5EF4-FFF2-40B4-BE49-F238E27FC236}">
                  <a16:creationId xmlns:a16="http://schemas.microsoft.com/office/drawing/2014/main" id="{E70A0F33-9213-4082-BB66-90B5DB29E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6589" y="4097532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3" name="AutoShape 59">
              <a:extLst>
                <a:ext uri="{FF2B5EF4-FFF2-40B4-BE49-F238E27FC236}">
                  <a16:creationId xmlns:a16="http://schemas.microsoft.com/office/drawing/2014/main" id="{69352A13-2628-438B-91DA-E0F3196DC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701" y="2657669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4" name="AutoShape 61">
              <a:extLst>
                <a:ext uri="{FF2B5EF4-FFF2-40B4-BE49-F238E27FC236}">
                  <a16:creationId xmlns:a16="http://schemas.microsoft.com/office/drawing/2014/main" id="{C1657054-E15E-4043-8FFC-165ADC2CD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876" y="3934019"/>
              <a:ext cx="627062" cy="533400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5" name="Freeform 64">
              <a:extLst>
                <a:ext uri="{FF2B5EF4-FFF2-40B4-BE49-F238E27FC236}">
                  <a16:creationId xmlns:a16="http://schemas.microsoft.com/office/drawing/2014/main" id="{38132EBB-B87E-4EF3-80A4-2F9BCCAF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3238" y="4181669"/>
              <a:ext cx="55562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65">
              <a:extLst>
                <a:ext uri="{FF2B5EF4-FFF2-40B4-BE49-F238E27FC236}">
                  <a16:creationId xmlns:a16="http://schemas.microsoft.com/office/drawing/2014/main" id="{836E3353-AE64-4984-9F0A-CEB686A26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9093" y="4180262"/>
              <a:ext cx="55562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14">
              <a:extLst>
                <a:ext uri="{FF2B5EF4-FFF2-40B4-BE49-F238E27FC236}">
                  <a16:creationId xmlns:a16="http://schemas.microsoft.com/office/drawing/2014/main" id="{EB2ED03E-F853-447F-B128-1536C5A26F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723" y="4230880"/>
              <a:ext cx="1843" cy="3013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14">
              <a:extLst>
                <a:ext uri="{FF2B5EF4-FFF2-40B4-BE49-F238E27FC236}">
                  <a16:creationId xmlns:a16="http://schemas.microsoft.com/office/drawing/2014/main" id="{68E02556-3C93-4F47-8889-B7EC8CC6CF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1849" y="2583365"/>
              <a:ext cx="0" cy="32338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14">
              <a:extLst>
                <a:ext uri="{FF2B5EF4-FFF2-40B4-BE49-F238E27FC236}">
                  <a16:creationId xmlns:a16="http://schemas.microsoft.com/office/drawing/2014/main" id="{ED963D12-6408-4728-A0B7-1F5DFFB6B8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13769" y="4200500"/>
              <a:ext cx="3949" cy="108847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3">
              <a:extLst>
                <a:ext uri="{FF2B5EF4-FFF2-40B4-BE49-F238E27FC236}">
                  <a16:creationId xmlns:a16="http://schemas.microsoft.com/office/drawing/2014/main" id="{BA8E36EF-25A4-477F-AA83-6F540CF25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4575" y="5295541"/>
              <a:ext cx="1104177" cy="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29">
              <a:extLst>
                <a:ext uri="{FF2B5EF4-FFF2-40B4-BE49-F238E27FC236}">
                  <a16:creationId xmlns:a16="http://schemas.microsoft.com/office/drawing/2014/main" id="{D7ECA9BD-A50E-4E5E-AA52-5532AD8EA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2338" y="5235027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Isosceles Triangle 11">
              <a:extLst>
                <a:ext uri="{FF2B5EF4-FFF2-40B4-BE49-F238E27FC236}">
                  <a16:creationId xmlns:a16="http://schemas.microsoft.com/office/drawing/2014/main" id="{C15698E9-1A8F-4259-9D25-8DC900D2CC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12111" y="5104852"/>
              <a:ext cx="366712" cy="3810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3" name="Line 13">
              <a:extLst>
                <a:ext uri="{FF2B5EF4-FFF2-40B4-BE49-F238E27FC236}">
                  <a16:creationId xmlns:a16="http://schemas.microsoft.com/office/drawing/2014/main" id="{D557F15B-5014-4D38-8553-5E6657015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5792" y="5288293"/>
              <a:ext cx="2829651" cy="6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19">
              <a:extLst>
                <a:ext uri="{FF2B5EF4-FFF2-40B4-BE49-F238E27FC236}">
                  <a16:creationId xmlns:a16="http://schemas.microsoft.com/office/drawing/2014/main" id="{E97B89F4-1C0E-42BA-80E9-9C40058FE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40300" y="4524848"/>
              <a:ext cx="760414" cy="15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47">
              <a:extLst>
                <a:ext uri="{FF2B5EF4-FFF2-40B4-BE49-F238E27FC236}">
                  <a16:creationId xmlns:a16="http://schemas.microsoft.com/office/drawing/2014/main" id="{E9D8C0DC-4113-4291-9FCE-08F55C7E84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36067" y="2590993"/>
              <a:ext cx="783166" cy="40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65">
              <a:extLst>
                <a:ext uri="{FF2B5EF4-FFF2-40B4-BE49-F238E27FC236}">
                  <a16:creationId xmlns:a16="http://schemas.microsoft.com/office/drawing/2014/main" id="{8459A908-8D4A-4636-9972-C465480F6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9638" y="3311903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6">
              <a:extLst>
                <a:ext uri="{FF2B5EF4-FFF2-40B4-BE49-F238E27FC236}">
                  <a16:creationId xmlns:a16="http://schemas.microsoft.com/office/drawing/2014/main" id="{185AFCFC-523F-4019-BA5D-D9B1C1B1933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88116" y="2542171"/>
              <a:ext cx="1818366" cy="48821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Rectangle 26">
              <a:extLst>
                <a:ext uri="{FF2B5EF4-FFF2-40B4-BE49-F238E27FC236}">
                  <a16:creationId xmlns:a16="http://schemas.microsoft.com/office/drawing/2014/main" id="{7771F7E4-438F-4177-83EC-224D943E0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17" y="2460254"/>
              <a:ext cx="19877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49" name="Line 13">
              <a:extLst>
                <a:ext uri="{FF2B5EF4-FFF2-40B4-BE49-F238E27FC236}">
                  <a16:creationId xmlns:a16="http://schemas.microsoft.com/office/drawing/2014/main" id="{A97B44D1-13C2-4030-9FF8-4EC074F716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720424" y="4416269"/>
              <a:ext cx="146713" cy="9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5DDBA2BF-85D9-44F8-AABA-D41C2214B77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732036" y="4230155"/>
              <a:ext cx="122238" cy="12223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Isosceles Triangle 11">
              <a:extLst>
                <a:ext uri="{FF2B5EF4-FFF2-40B4-BE49-F238E27FC236}">
                  <a16:creationId xmlns:a16="http://schemas.microsoft.com/office/drawing/2014/main" id="{AE6A7F64-62EC-4FC3-BC64-CB3787027C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614488" y="3842081"/>
              <a:ext cx="366712" cy="381000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2" name="Line 13">
              <a:extLst>
                <a:ext uri="{FF2B5EF4-FFF2-40B4-BE49-F238E27FC236}">
                  <a16:creationId xmlns:a16="http://schemas.microsoft.com/office/drawing/2014/main" id="{7FF64B98-4A5B-47E4-ACD1-D712D66790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163838" y="3223505"/>
              <a:ext cx="1261280" cy="4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65">
              <a:extLst>
                <a:ext uri="{FF2B5EF4-FFF2-40B4-BE49-F238E27FC236}">
                  <a16:creationId xmlns:a16="http://schemas.microsoft.com/office/drawing/2014/main" id="{FC42B597-A683-428F-883F-A9496F33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973" y="2564642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8">
              <a:extLst>
                <a:ext uri="{FF2B5EF4-FFF2-40B4-BE49-F238E27FC236}">
                  <a16:creationId xmlns:a16="http://schemas.microsoft.com/office/drawing/2014/main" id="{F25F0F87-E409-4326-A939-11573B80B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294" y="4482026"/>
              <a:ext cx="708606" cy="45719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14">
              <a:extLst>
                <a:ext uri="{FF2B5EF4-FFF2-40B4-BE49-F238E27FC236}">
                  <a16:creationId xmlns:a16="http://schemas.microsoft.com/office/drawing/2014/main" id="{8DC37687-AC11-4CB5-9DFE-9803D9055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5792" y="3331535"/>
              <a:ext cx="0" cy="19634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65">
              <a:extLst>
                <a:ext uri="{FF2B5EF4-FFF2-40B4-BE49-F238E27FC236}">
                  <a16:creationId xmlns:a16="http://schemas.microsoft.com/office/drawing/2014/main" id="{5F9F6EC8-EEBC-4123-8B90-4984E54D2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210" y="3320275"/>
              <a:ext cx="55563" cy="55563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4">
              <a:extLst>
                <a:ext uri="{FF2B5EF4-FFF2-40B4-BE49-F238E27FC236}">
                  <a16:creationId xmlns:a16="http://schemas.microsoft.com/office/drawing/2014/main" id="{5EC7F25E-B158-4120-9520-81223C64F8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5358" y="3338200"/>
              <a:ext cx="1518869" cy="14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Rectangle 52">
              <a:extLst>
                <a:ext uri="{FF2B5EF4-FFF2-40B4-BE49-F238E27FC236}">
                  <a16:creationId xmlns:a16="http://schemas.microsoft.com/office/drawing/2014/main" id="{07C41A55-2394-45DC-9855-C24A8D8E3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42" y="3208421"/>
              <a:ext cx="54181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449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1" name="Group 1">
            <a:extLst>
              <a:ext uri="{FF2B5EF4-FFF2-40B4-BE49-F238E27FC236}">
                <a16:creationId xmlns:a16="http://schemas.microsoft.com/office/drawing/2014/main" id="{9EC6C22D-9BAE-445E-A538-B673FBE14BAF}"/>
              </a:ext>
            </a:extLst>
          </p:cNvPr>
          <p:cNvGrpSpPr>
            <a:grpSpLocks/>
          </p:cNvGrpSpPr>
          <p:nvPr/>
        </p:nvGrpSpPr>
        <p:grpSpPr bwMode="auto">
          <a:xfrm>
            <a:off x="2854325" y="762000"/>
            <a:ext cx="3341688" cy="2201862"/>
            <a:chOff x="2854325" y="2328863"/>
            <a:chExt cx="3341689" cy="2201862"/>
          </a:xfrm>
        </p:grpSpPr>
        <p:pic>
          <p:nvPicPr>
            <p:cNvPr id="81923" name="Picture 32" descr="Screen shot 2013-11-01 at 3.49.29 PM.png">
              <a:extLst>
                <a:ext uri="{FF2B5EF4-FFF2-40B4-BE49-F238E27FC236}">
                  <a16:creationId xmlns:a16="http://schemas.microsoft.com/office/drawing/2014/main" id="{3664DC08-5066-424D-B10E-FEDD586A2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3696" y="3352997"/>
              <a:ext cx="919559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1924" name="Line 290">
              <a:extLst>
                <a:ext uri="{FF2B5EF4-FFF2-40B4-BE49-F238E27FC236}">
                  <a16:creationId xmlns:a16="http://schemas.microsoft.com/office/drawing/2014/main" id="{DA710BA2-C29E-464A-8797-B04DDD0C89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7430" y="3521063"/>
              <a:ext cx="6470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5" name="Line 291">
              <a:extLst>
                <a:ext uri="{FF2B5EF4-FFF2-40B4-BE49-F238E27FC236}">
                  <a16:creationId xmlns:a16="http://schemas.microsoft.com/office/drawing/2014/main" id="{F55C8423-FD56-442C-BF56-92994D0392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4934" y="3771174"/>
              <a:ext cx="71136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6" name="Line 292">
              <a:extLst>
                <a:ext uri="{FF2B5EF4-FFF2-40B4-BE49-F238E27FC236}">
                  <a16:creationId xmlns:a16="http://schemas.microsoft.com/office/drawing/2014/main" id="{F6E674F7-2B1C-4B9C-9F92-2605AAB6DB4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71947" y="3638550"/>
              <a:ext cx="50299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27" name="Rectangle 297">
              <a:extLst>
                <a:ext uri="{FF2B5EF4-FFF2-40B4-BE49-F238E27FC236}">
                  <a16:creationId xmlns:a16="http://schemas.microsoft.com/office/drawing/2014/main" id="{6D10CDDD-7A51-4046-BAE9-6D31007983E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4325" y="3633039"/>
              <a:ext cx="166727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1928" name="Rectangle 299">
              <a:extLst>
                <a:ext uri="{FF2B5EF4-FFF2-40B4-BE49-F238E27FC236}">
                  <a16:creationId xmlns:a16="http://schemas.microsoft.com/office/drawing/2014/main" id="{6DBDD615-757A-430F-8517-ADFD67B8D2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1526" y="3400425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81929" name="Rectangle 301">
              <a:extLst>
                <a:ext uri="{FF2B5EF4-FFF2-40B4-BE49-F238E27FC236}">
                  <a16:creationId xmlns:a16="http://schemas.microsoft.com/office/drawing/2014/main" id="{6355F8A1-2250-4D05-9D1A-4A5AE6F40F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1526" y="3797300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grpSp>
          <p:nvGrpSpPr>
            <p:cNvPr id="81930" name="Group 3">
              <a:extLst>
                <a:ext uri="{FF2B5EF4-FFF2-40B4-BE49-F238E27FC236}">
                  <a16:creationId xmlns:a16="http://schemas.microsoft.com/office/drawing/2014/main" id="{924CBAAF-247A-43BD-A891-C1CA2CD4C4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7457" y="3375025"/>
              <a:ext cx="1628557" cy="1063625"/>
              <a:chOff x="3575650" y="4936682"/>
              <a:chExt cx="1628330" cy="1063625"/>
            </a:xfrm>
          </p:grpSpPr>
          <p:sp>
            <p:nvSpPr>
              <p:cNvPr id="81936" name="Rectangle 50">
                <a:extLst>
                  <a:ext uri="{FF2B5EF4-FFF2-40B4-BE49-F238E27FC236}">
                    <a16:creationId xmlns:a16="http://schemas.microsoft.com/office/drawing/2014/main" id="{382B339C-64A9-41E5-8A67-0A0B20384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1450" y="4936682"/>
                <a:ext cx="666750" cy="1063625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81937" name="Rectangle 52">
                <a:extLst>
                  <a:ext uri="{FF2B5EF4-FFF2-40B4-BE49-F238E27FC236}">
                    <a16:creationId xmlns:a16="http://schemas.microsoft.com/office/drawing/2014/main" id="{662C1A84-D106-414B-9007-A38268B40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9713" y="510972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D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81938" name="Rectangle 53">
                <a:extLst>
                  <a:ext uri="{FF2B5EF4-FFF2-40B4-BE49-F238E27FC236}">
                    <a16:creationId xmlns:a16="http://schemas.microsoft.com/office/drawing/2014/main" id="{6EA2A5FD-AEFC-465D-80DE-8BC5CDA44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000" y="5103370"/>
                <a:ext cx="244475" cy="239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81939" name="Line 54">
                <a:extLst>
                  <a:ext uri="{FF2B5EF4-FFF2-40B4-BE49-F238E27FC236}">
                    <a16:creationId xmlns:a16="http://schemas.microsoft.com/office/drawing/2014/main" id="{27A7CBE8-E868-400B-8E72-80318570DD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57700" y="5638357"/>
                <a:ext cx="95250" cy="3175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0" name="Freeform 55">
                <a:extLst>
                  <a:ext uri="{FF2B5EF4-FFF2-40B4-BE49-F238E27FC236}">
                    <a16:creationId xmlns:a16="http://schemas.microsoft.com/office/drawing/2014/main" id="{1D3678E0-6B55-43F1-8E19-253A092C1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1450" y="5676457"/>
                <a:ext cx="133350" cy="133350"/>
              </a:xfrm>
              <a:custGeom>
                <a:avLst/>
                <a:gdLst>
                  <a:gd name="T0" fmla="*/ 0 w 167"/>
                  <a:gd name="T1" fmla="*/ 2147483646 h 168"/>
                  <a:gd name="T2" fmla="*/ 2147483646 w 167"/>
                  <a:gd name="T3" fmla="*/ 2147483646 h 168"/>
                  <a:gd name="T4" fmla="*/ 0 w 167"/>
                  <a:gd name="T5" fmla="*/ 0 h 168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8"/>
                  <a:gd name="T11" fmla="*/ 167 w 167"/>
                  <a:gd name="T12" fmla="*/ 168 h 1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8">
                    <a:moveTo>
                      <a:pt x="0" y="168"/>
                    </a:moveTo>
                    <a:lnTo>
                      <a:pt x="167" y="72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1" name="Line 58">
                <a:extLst>
                  <a:ext uri="{FF2B5EF4-FFF2-40B4-BE49-F238E27FC236}">
                    <a16:creationId xmlns:a16="http://schemas.microsoft.com/office/drawing/2014/main" id="{BD037760-BE28-4182-8B21-52195B21A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5650" y="5739358"/>
                <a:ext cx="410152" cy="45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2" name="Line 60">
                <a:extLst>
                  <a:ext uri="{FF2B5EF4-FFF2-40B4-BE49-F238E27FC236}">
                    <a16:creationId xmlns:a16="http://schemas.microsoft.com/office/drawing/2014/main" id="{10F148D6-CC7A-477F-94E3-1DE5B6A2C4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203381"/>
                <a:ext cx="555781" cy="524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3" name="Line 61">
                <a:extLst>
                  <a:ext uri="{FF2B5EF4-FFF2-40B4-BE49-F238E27FC236}">
                    <a16:creationId xmlns:a16="http://schemas.microsoft.com/office/drawing/2014/main" id="{7E772CD2-0974-4C05-BE2E-CB119D8AA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648199" y="5736782"/>
                <a:ext cx="548989" cy="160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44" name="Rectangle 62">
                <a:extLst>
                  <a:ext uri="{FF2B5EF4-FFF2-40B4-BE49-F238E27FC236}">
                    <a16:creationId xmlns:a16="http://schemas.microsoft.com/office/drawing/2014/main" id="{9CF96DAE-84B0-4ADF-A7A2-D73E9F4E2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6588" y="5647882"/>
                <a:ext cx="244475" cy="241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400" b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81931" name="Line 292">
              <a:extLst>
                <a:ext uri="{FF2B5EF4-FFF2-40B4-BE49-F238E27FC236}">
                  <a16:creationId xmlns:a16="http://schemas.microsoft.com/office/drawing/2014/main" id="{B9590537-96F3-4D57-90EA-D0A789FDFE5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11199" y="2341353"/>
              <a:ext cx="27438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32" name="Line 294">
              <a:extLst>
                <a:ext uri="{FF2B5EF4-FFF2-40B4-BE49-F238E27FC236}">
                  <a16:creationId xmlns:a16="http://schemas.microsoft.com/office/drawing/2014/main" id="{E4050E71-2895-4F57-8C4B-7233BE65FB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5576" y="2328863"/>
              <a:ext cx="0" cy="11968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33" name="Line 294">
              <a:extLst>
                <a:ext uri="{FF2B5EF4-FFF2-40B4-BE49-F238E27FC236}">
                  <a16:creationId xmlns:a16="http://schemas.microsoft.com/office/drawing/2014/main" id="{F5EC35BE-1279-40E1-A8DE-BE01F88B511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938778" y="2339975"/>
              <a:ext cx="0" cy="1300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934" name="Oval 79">
              <a:extLst>
                <a:ext uri="{FF2B5EF4-FFF2-40B4-BE49-F238E27FC236}">
                  <a16:creationId xmlns:a16="http://schemas.microsoft.com/office/drawing/2014/main" id="{ADB0584E-DB17-4F1B-8876-7019E04F2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256" y="3603625"/>
              <a:ext cx="76218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1935" name="TextBox 81">
              <a:extLst>
                <a:ext uri="{FF2B5EF4-FFF2-40B4-BE49-F238E27FC236}">
                  <a16:creationId xmlns:a16="http://schemas.microsoft.com/office/drawing/2014/main" id="{1DDFCF83-8311-4857-9871-300D8F885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015" y="4162425"/>
              <a:ext cx="73518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</p:grpSp>
      <p:sp>
        <p:nvSpPr>
          <p:cNvPr id="81922" name="Title 1">
            <a:extLst>
              <a:ext uri="{FF2B5EF4-FFF2-40B4-BE49-F238E27FC236}">
                <a16:creationId xmlns:a16="http://schemas.microsoft.com/office/drawing/2014/main" id="{40F1C16A-764A-4BCC-A699-29AB32486FAA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T Flip-Flop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F07FC39-9CB9-4CC2-8A52-29FFA6E7FCC0}"/>
              </a:ext>
            </a:extLst>
          </p:cNvPr>
          <p:cNvSpPr txBox="1">
            <a:spLocks/>
          </p:cNvSpPr>
          <p:nvPr/>
        </p:nvSpPr>
        <p:spPr bwMode="auto">
          <a:xfrm>
            <a:off x="0" y="3236910"/>
            <a:ext cx="9144000" cy="58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Negative</a:t>
            </a:r>
            <a:r>
              <a:rPr lang="en-US" altLang="en-US" sz="2800" dirty="0"/>
              <a:t>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T Flip-Flop</a:t>
            </a:r>
          </a:p>
        </p:txBody>
      </p:sp>
      <p:grpSp>
        <p:nvGrpSpPr>
          <p:cNvPr id="27" name="Group 2">
            <a:extLst>
              <a:ext uri="{FF2B5EF4-FFF2-40B4-BE49-F238E27FC236}">
                <a16:creationId xmlns:a16="http://schemas.microsoft.com/office/drawing/2014/main" id="{79D08E79-D3ED-4367-9115-0CAF2962D4BC}"/>
              </a:ext>
            </a:extLst>
          </p:cNvPr>
          <p:cNvGrpSpPr>
            <a:grpSpLocks/>
          </p:cNvGrpSpPr>
          <p:nvPr/>
        </p:nvGrpSpPr>
        <p:grpSpPr bwMode="auto">
          <a:xfrm>
            <a:off x="2854325" y="3962400"/>
            <a:ext cx="3341688" cy="2201862"/>
            <a:chOff x="2854325" y="2328863"/>
            <a:chExt cx="3341688" cy="2201862"/>
          </a:xfrm>
        </p:grpSpPr>
        <p:sp>
          <p:nvSpPr>
            <p:cNvPr id="28" name="Line 58">
              <a:extLst>
                <a:ext uri="{FF2B5EF4-FFF2-40B4-BE49-F238E27FC236}">
                  <a16:creationId xmlns:a16="http://schemas.microsoft.com/office/drawing/2014/main" id="{BF1FC47B-9D2F-4EBF-B85D-0635CCB823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7457" y="4177701"/>
              <a:ext cx="410209" cy="454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Picture 32" descr="Screen shot 2013-11-01 at 3.49.29 PM.png">
              <a:extLst>
                <a:ext uri="{FF2B5EF4-FFF2-40B4-BE49-F238E27FC236}">
                  <a16:creationId xmlns:a16="http://schemas.microsoft.com/office/drawing/2014/main" id="{2058E867-A3F7-44FB-B446-4F655737A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3696" y="3352997"/>
              <a:ext cx="919559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Line 290">
              <a:extLst>
                <a:ext uri="{FF2B5EF4-FFF2-40B4-BE49-F238E27FC236}">
                  <a16:creationId xmlns:a16="http://schemas.microsoft.com/office/drawing/2014/main" id="{435CBAD1-4BEC-49C9-A620-3851517851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07430" y="3521063"/>
              <a:ext cx="6470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91">
              <a:extLst>
                <a:ext uri="{FF2B5EF4-FFF2-40B4-BE49-F238E27FC236}">
                  <a16:creationId xmlns:a16="http://schemas.microsoft.com/office/drawing/2014/main" id="{9286FBB1-E28A-4798-AA45-9FD6E3E31A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44934" y="3771174"/>
              <a:ext cx="711367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92">
              <a:extLst>
                <a:ext uri="{FF2B5EF4-FFF2-40B4-BE49-F238E27FC236}">
                  <a16:creationId xmlns:a16="http://schemas.microsoft.com/office/drawing/2014/main" id="{9AF84ADA-117A-422A-B988-39644B3C2E3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471947" y="3638550"/>
              <a:ext cx="50299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297">
              <a:extLst>
                <a:ext uri="{FF2B5EF4-FFF2-40B4-BE49-F238E27FC236}">
                  <a16:creationId xmlns:a16="http://schemas.microsoft.com/office/drawing/2014/main" id="{72887F86-9DC1-43E6-8ADE-6812FD1F529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54325" y="3633039"/>
              <a:ext cx="166727" cy="246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 i="1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4" name="Rectangle 299">
              <a:extLst>
                <a:ext uri="{FF2B5EF4-FFF2-40B4-BE49-F238E27FC236}">
                  <a16:creationId xmlns:a16="http://schemas.microsoft.com/office/drawing/2014/main" id="{FEFB8FEB-BF06-40A7-9D90-A4C4A56449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1526" y="3400425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5" name="Rectangle 301">
              <a:extLst>
                <a:ext uri="{FF2B5EF4-FFF2-40B4-BE49-F238E27FC236}">
                  <a16:creationId xmlns:a16="http://schemas.microsoft.com/office/drawing/2014/main" id="{61DDA338-488E-4AC9-B590-5F785C2C431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1526" y="3797300"/>
              <a:ext cx="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 </a:t>
              </a:r>
              <a:endParaRPr lang="en-US" altLang="en-US" sz="1600" b="0">
                <a:latin typeface="Times" panose="02020603050405020304" pitchFamily="18" charset="0"/>
              </a:endParaRPr>
            </a:p>
          </p:txBody>
        </p:sp>
        <p:sp>
          <p:nvSpPr>
            <p:cNvPr id="36" name="Rectangle 50">
              <a:extLst>
                <a:ext uri="{FF2B5EF4-FFF2-40B4-BE49-F238E27FC236}">
                  <a16:creationId xmlns:a16="http://schemas.microsoft.com/office/drawing/2014/main" id="{A44FBCAB-7D49-41E8-9ACD-B468A7ACC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3313" y="3375025"/>
              <a:ext cx="666843" cy="106362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7" name="Rectangle 52">
              <a:extLst>
                <a:ext uri="{FF2B5EF4-FFF2-40B4-BE49-F238E27FC236}">
                  <a16:creationId xmlns:a16="http://schemas.microsoft.com/office/drawing/2014/main" id="{15AB35CD-2081-403C-8DA9-DBE78B768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585" y="3548063"/>
              <a:ext cx="244509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D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8" name="Rectangle 53">
              <a:extLst>
                <a:ext uri="{FF2B5EF4-FFF2-40B4-BE49-F238E27FC236}">
                  <a16:creationId xmlns:a16="http://schemas.microsoft.com/office/drawing/2014/main" id="{31E7B226-65E9-43E4-B54F-A0E1D4B0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6927" y="3541713"/>
              <a:ext cx="244509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39" name="Line 54">
              <a:extLst>
                <a:ext uri="{FF2B5EF4-FFF2-40B4-BE49-F238E27FC236}">
                  <a16:creationId xmlns:a16="http://schemas.microsoft.com/office/drawing/2014/main" id="{D120BB47-7A27-4978-B333-D9E5A3A9E1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49629" y="4076700"/>
              <a:ext cx="95263" cy="3175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55">
              <a:extLst>
                <a:ext uri="{FF2B5EF4-FFF2-40B4-BE49-F238E27FC236}">
                  <a16:creationId xmlns:a16="http://schemas.microsoft.com/office/drawing/2014/main" id="{533A6739-FDEB-474C-8BA9-6FC2EBFC1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3313" y="4114800"/>
              <a:ext cx="133369" cy="133350"/>
            </a:xfrm>
            <a:custGeom>
              <a:avLst/>
              <a:gdLst>
                <a:gd name="T0" fmla="*/ 0 w 167"/>
                <a:gd name="T1" fmla="*/ 2147483646 h 168"/>
                <a:gd name="T2" fmla="*/ 2147483646 w 167"/>
                <a:gd name="T3" fmla="*/ 2147483646 h 168"/>
                <a:gd name="T4" fmla="*/ 0 w 167"/>
                <a:gd name="T5" fmla="*/ 0 h 168"/>
                <a:gd name="T6" fmla="*/ 0 60000 65536"/>
                <a:gd name="T7" fmla="*/ 0 60000 65536"/>
                <a:gd name="T8" fmla="*/ 0 60000 65536"/>
                <a:gd name="T9" fmla="*/ 0 w 167"/>
                <a:gd name="T10" fmla="*/ 0 h 168"/>
                <a:gd name="T11" fmla="*/ 167 w 167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168">
                  <a:moveTo>
                    <a:pt x="0" y="168"/>
                  </a:moveTo>
                  <a:lnTo>
                    <a:pt x="167" y="7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60">
              <a:extLst>
                <a:ext uri="{FF2B5EF4-FFF2-40B4-BE49-F238E27FC236}">
                  <a16:creationId xmlns:a16="http://schemas.microsoft.com/office/drawing/2014/main" id="{171E88DF-B0D5-4723-97E5-89E965B9B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40155" y="3641724"/>
              <a:ext cx="555858" cy="5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61">
              <a:extLst>
                <a:ext uri="{FF2B5EF4-FFF2-40B4-BE49-F238E27FC236}">
                  <a16:creationId xmlns:a16="http://schemas.microsoft.com/office/drawing/2014/main" id="{17658473-5B99-48A4-895E-06BAD7D1A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40155" y="4175125"/>
              <a:ext cx="549065" cy="16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62">
              <a:extLst>
                <a:ext uri="{FF2B5EF4-FFF2-40B4-BE49-F238E27FC236}">
                  <a16:creationId xmlns:a16="http://schemas.microsoft.com/office/drawing/2014/main" id="{1F61C260-8FA2-4192-8403-79F448CCE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8516" y="4086225"/>
              <a:ext cx="244509" cy="241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4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44" name="Line 292">
              <a:extLst>
                <a:ext uri="{FF2B5EF4-FFF2-40B4-BE49-F238E27FC236}">
                  <a16:creationId xmlns:a16="http://schemas.microsoft.com/office/drawing/2014/main" id="{E5C9CD20-BC5E-4761-AB94-4C77B3D06A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11199" y="2341353"/>
              <a:ext cx="274384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294">
              <a:extLst>
                <a:ext uri="{FF2B5EF4-FFF2-40B4-BE49-F238E27FC236}">
                  <a16:creationId xmlns:a16="http://schemas.microsoft.com/office/drawing/2014/main" id="{F2E6D1F1-A70A-4019-BA40-B13A8986B0B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215576" y="2328863"/>
              <a:ext cx="0" cy="11968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294">
              <a:extLst>
                <a:ext uri="{FF2B5EF4-FFF2-40B4-BE49-F238E27FC236}">
                  <a16:creationId xmlns:a16="http://schemas.microsoft.com/office/drawing/2014/main" id="{9B4CA272-237F-4C7E-9880-EA72D4C6B4F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938778" y="2339975"/>
              <a:ext cx="0" cy="130016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Oval 79">
              <a:extLst>
                <a:ext uri="{FF2B5EF4-FFF2-40B4-BE49-F238E27FC236}">
                  <a16:creationId xmlns:a16="http://schemas.microsoft.com/office/drawing/2014/main" id="{91C7C302-2E68-4DDA-8362-36E64ADE2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2256" y="3603625"/>
              <a:ext cx="76218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48" name="TextBox 81">
              <a:extLst>
                <a:ext uri="{FF2B5EF4-FFF2-40B4-BE49-F238E27FC236}">
                  <a16:creationId xmlns:a16="http://schemas.microsoft.com/office/drawing/2014/main" id="{61A40A73-328F-4299-9005-022DC1F65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7015" y="4162425"/>
              <a:ext cx="73518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0">
                  <a:latin typeface="Times" panose="02020603050405020304" pitchFamily="18" charset="0"/>
                </a:rPr>
                <a:t>Clock</a:t>
              </a:r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7DB31BAD-8D93-4F8B-8AEE-7BF5D4910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044" y="4131877"/>
              <a:ext cx="95629" cy="95607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40F1C16A-764A-4BCC-A699-29AB32486FAA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35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T Flip-Flop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F07FC39-9CB9-4CC2-8A52-29FFA6E7FCC0}"/>
              </a:ext>
            </a:extLst>
          </p:cNvPr>
          <p:cNvSpPr txBox="1">
            <a:spLocks/>
          </p:cNvSpPr>
          <p:nvPr/>
        </p:nvSpPr>
        <p:spPr bwMode="auto">
          <a:xfrm>
            <a:off x="0" y="3236910"/>
            <a:ext cx="9144000" cy="58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Negative</a:t>
            </a:r>
            <a:r>
              <a:rPr lang="en-US" altLang="en-US" sz="2800" dirty="0"/>
              <a:t>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T Flip-Flop</a:t>
            </a:r>
          </a:p>
        </p:txBody>
      </p:sp>
      <p:grpSp>
        <p:nvGrpSpPr>
          <p:cNvPr id="50" name="Group 6">
            <a:extLst>
              <a:ext uri="{FF2B5EF4-FFF2-40B4-BE49-F238E27FC236}">
                <a16:creationId xmlns:a16="http://schemas.microsoft.com/office/drawing/2014/main" id="{3F85B279-06BD-446A-9182-36CFB50A974D}"/>
              </a:ext>
            </a:extLst>
          </p:cNvPr>
          <p:cNvGrpSpPr>
            <a:grpSpLocks/>
          </p:cNvGrpSpPr>
          <p:nvPr/>
        </p:nvGrpSpPr>
        <p:grpSpPr bwMode="auto">
          <a:xfrm>
            <a:off x="1282700" y="609600"/>
            <a:ext cx="7404100" cy="2647639"/>
            <a:chOff x="292100" y="1981124"/>
            <a:chExt cx="8623300" cy="3313189"/>
          </a:xfrm>
        </p:grpSpPr>
        <p:sp>
          <p:nvSpPr>
            <p:cNvPr id="51" name="Line 5">
              <a:extLst>
                <a:ext uri="{FF2B5EF4-FFF2-40B4-BE49-F238E27FC236}">
                  <a16:creationId xmlns:a16="http://schemas.microsoft.com/office/drawing/2014/main" id="{67BDE87C-4046-40E9-84C9-D9182B3A3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07113" y="2932500"/>
              <a:ext cx="391012" cy="4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6">
              <a:extLst>
                <a:ext uri="{FF2B5EF4-FFF2-40B4-BE49-F238E27FC236}">
                  <a16:creationId xmlns:a16="http://schemas.microsoft.com/office/drawing/2014/main" id="{58AB091C-E73C-4EA6-90B0-1F2A9FEDD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7113" y="4206780"/>
              <a:ext cx="38733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7">
              <a:extLst>
                <a:ext uri="{FF2B5EF4-FFF2-40B4-BE49-F238E27FC236}">
                  <a16:creationId xmlns:a16="http://schemas.microsoft.com/office/drawing/2014/main" id="{60A0916F-E6C7-4EAB-8A2E-84B420B58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594" y="3091190"/>
              <a:ext cx="1458852" cy="1115591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25E8C8C7-6FBF-4C32-A864-B9B7D5843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594" y="2930912"/>
              <a:ext cx="1458852" cy="1117178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97370806-9188-4B33-83AA-BA7EEDE68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873" y="2903935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11">
              <a:extLst>
                <a:ext uri="{FF2B5EF4-FFF2-40B4-BE49-F238E27FC236}">
                  <a16:creationId xmlns:a16="http://schemas.microsoft.com/office/drawing/2014/main" id="{05324675-DB31-4002-8820-034B40CAA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223" y="4184563"/>
              <a:ext cx="44448" cy="44433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3">
              <a:extLst>
                <a:ext uri="{FF2B5EF4-FFF2-40B4-BE49-F238E27FC236}">
                  <a16:creationId xmlns:a16="http://schemas.microsoft.com/office/drawing/2014/main" id="{7F40B747-C113-4215-89CB-33D44E4CB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0816" y="4367057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4">
              <a:extLst>
                <a:ext uri="{FF2B5EF4-FFF2-40B4-BE49-F238E27FC236}">
                  <a16:creationId xmlns:a16="http://schemas.microsoft.com/office/drawing/2014/main" id="{38FC43CB-DB56-4CD7-95DE-C607152796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9297" y="2930912"/>
              <a:ext cx="1588" cy="12758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20A20D87-4162-4596-AE57-5F18ECC2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983" y="4481633"/>
              <a:ext cx="708577" cy="45702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4FA8805D-B735-49A7-94B1-B26EA5ED8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297" y="4206780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25">
              <a:extLst>
                <a:ext uri="{FF2B5EF4-FFF2-40B4-BE49-F238E27FC236}">
                  <a16:creationId xmlns:a16="http://schemas.microsoft.com/office/drawing/2014/main" id="{B9093338-0FB5-4B11-A88B-D46985F1D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94447" y="4208366"/>
              <a:ext cx="3678" cy="176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EC9D5B9D-1FEF-4EFC-87B9-1BFDC836F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00" y="2613602"/>
              <a:ext cx="17286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0A000FEE-31F6-48D7-ABDA-51F594631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058" y="4306755"/>
              <a:ext cx="122233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4">
              <a:extLst>
                <a:ext uri="{FF2B5EF4-FFF2-40B4-BE49-F238E27FC236}">
                  <a16:creationId xmlns:a16="http://schemas.microsoft.com/office/drawing/2014/main" id="{C03B36D5-EAC6-4D55-B5E3-46FBBAA60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880" y="4143304"/>
              <a:ext cx="122233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35">
              <a:extLst>
                <a:ext uri="{FF2B5EF4-FFF2-40B4-BE49-F238E27FC236}">
                  <a16:creationId xmlns:a16="http://schemas.microsoft.com/office/drawing/2014/main" id="{10287FD7-E630-436C-8DF4-C48F93923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594" y="4048090"/>
              <a:ext cx="31907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40">
              <a:extLst>
                <a:ext uri="{FF2B5EF4-FFF2-40B4-BE49-F238E27FC236}">
                  <a16:creationId xmlns:a16="http://schemas.microsoft.com/office/drawing/2014/main" id="{5BA17EC2-3D5F-4C70-AC22-87D5441D6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880" y="2870610"/>
              <a:ext cx="122233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41">
              <a:extLst>
                <a:ext uri="{FF2B5EF4-FFF2-40B4-BE49-F238E27FC236}">
                  <a16:creationId xmlns:a16="http://schemas.microsoft.com/office/drawing/2014/main" id="{F4B2E388-9C51-46AA-AB02-8C30F2DB4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816" y="2772222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42">
              <a:extLst>
                <a:ext uri="{FF2B5EF4-FFF2-40B4-BE49-F238E27FC236}">
                  <a16:creationId xmlns:a16="http://schemas.microsoft.com/office/drawing/2014/main" id="{8834D356-B4FC-4B0A-A525-FB7CA9ED6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594" y="3091190"/>
              <a:ext cx="31907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44">
              <a:extLst>
                <a:ext uri="{FF2B5EF4-FFF2-40B4-BE49-F238E27FC236}">
                  <a16:creationId xmlns:a16="http://schemas.microsoft.com/office/drawing/2014/main" id="{48A4F2E9-B0ED-4E4B-B350-18D8B54E0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297" y="2930912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45">
              <a:extLst>
                <a:ext uri="{FF2B5EF4-FFF2-40B4-BE49-F238E27FC236}">
                  <a16:creationId xmlns:a16="http://schemas.microsoft.com/office/drawing/2014/main" id="{D6C533E4-4EAD-4381-9668-340A74CD2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9297" y="2930912"/>
              <a:ext cx="2952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51">
              <a:extLst>
                <a:ext uri="{FF2B5EF4-FFF2-40B4-BE49-F238E27FC236}">
                  <a16:creationId xmlns:a16="http://schemas.microsoft.com/office/drawing/2014/main" id="{F58F0B18-982F-4F35-9C24-D567E2B2A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233" y="2710334"/>
              <a:ext cx="122233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52">
              <a:extLst>
                <a:ext uri="{FF2B5EF4-FFF2-40B4-BE49-F238E27FC236}">
                  <a16:creationId xmlns:a16="http://schemas.microsoft.com/office/drawing/2014/main" id="{BBE58FD6-73F1-4B68-ADC5-4A3F84875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00" y="3208509"/>
              <a:ext cx="541793" cy="24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3" name="AutoShape 56">
              <a:extLst>
                <a:ext uri="{FF2B5EF4-FFF2-40B4-BE49-F238E27FC236}">
                  <a16:creationId xmlns:a16="http://schemas.microsoft.com/office/drawing/2014/main" id="{E3959A27-431B-4FD9-B8C6-26F5801C0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735" y="2499275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4" name="AutoShape 57">
              <a:extLst>
                <a:ext uri="{FF2B5EF4-FFF2-40B4-BE49-F238E27FC236}">
                  <a16:creationId xmlns:a16="http://schemas.microsoft.com/office/drawing/2014/main" id="{D97C6DA6-690B-4A13-A2C8-33291AE4B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735" y="4097284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5" name="AutoShape 59">
              <a:extLst>
                <a:ext uri="{FF2B5EF4-FFF2-40B4-BE49-F238E27FC236}">
                  <a16:creationId xmlns:a16="http://schemas.microsoft.com/office/drawing/2014/main" id="{7E044EDA-A5C4-46D3-9855-66B732A7F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795" y="2657965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6" name="AutoShape 61">
              <a:extLst>
                <a:ext uri="{FF2B5EF4-FFF2-40B4-BE49-F238E27FC236}">
                  <a16:creationId xmlns:a16="http://schemas.microsoft.com/office/drawing/2014/main" id="{8598243E-402C-4E4C-8E14-B95D1BFBE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969" y="3933833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77" name="Freeform 64">
              <a:extLst>
                <a:ext uri="{FF2B5EF4-FFF2-40B4-BE49-F238E27FC236}">
                  <a16:creationId xmlns:a16="http://schemas.microsoft.com/office/drawing/2014/main" id="{2B43808E-CEFE-4620-AB71-9A5A4AE7C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4285" y="4181390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65">
              <a:extLst>
                <a:ext uri="{FF2B5EF4-FFF2-40B4-BE49-F238E27FC236}">
                  <a16:creationId xmlns:a16="http://schemas.microsoft.com/office/drawing/2014/main" id="{80BD9077-5E1C-43AF-A862-4AF96C83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311" y="3311952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5">
              <a:extLst>
                <a:ext uri="{FF2B5EF4-FFF2-40B4-BE49-F238E27FC236}">
                  <a16:creationId xmlns:a16="http://schemas.microsoft.com/office/drawing/2014/main" id="{F2419B6C-F525-483D-8EF9-818F6ABE6F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18491" y="2932500"/>
              <a:ext cx="70640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6">
              <a:extLst>
                <a:ext uri="{FF2B5EF4-FFF2-40B4-BE49-F238E27FC236}">
                  <a16:creationId xmlns:a16="http://schemas.microsoft.com/office/drawing/2014/main" id="{0423E82E-954A-484C-A050-6F0D3C634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18491" y="4206780"/>
              <a:ext cx="38733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7">
              <a:extLst>
                <a:ext uri="{FF2B5EF4-FFF2-40B4-BE49-F238E27FC236}">
                  <a16:creationId xmlns:a16="http://schemas.microsoft.com/office/drawing/2014/main" id="{D0069C67-704A-4CA8-B310-C05130D7F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974" y="3091190"/>
              <a:ext cx="1458851" cy="1115591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8">
              <a:extLst>
                <a:ext uri="{FF2B5EF4-FFF2-40B4-BE49-F238E27FC236}">
                  <a16:creationId xmlns:a16="http://schemas.microsoft.com/office/drawing/2014/main" id="{6FD991F8-C3F3-48A8-A6DB-F2DD3249C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974" y="2930912"/>
              <a:ext cx="1458851" cy="1117178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0DC3EBC8-9B75-46CE-8CAE-2248DB5AB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7251" y="2903935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1">
              <a:extLst>
                <a:ext uri="{FF2B5EF4-FFF2-40B4-BE49-F238E27FC236}">
                  <a16:creationId xmlns:a16="http://schemas.microsoft.com/office/drawing/2014/main" id="{382051A9-CE4B-47D9-97EC-C19B16D50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3601" y="4184563"/>
              <a:ext cx="44448" cy="44433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13">
              <a:extLst>
                <a:ext uri="{FF2B5EF4-FFF2-40B4-BE49-F238E27FC236}">
                  <a16:creationId xmlns:a16="http://schemas.microsoft.com/office/drawing/2014/main" id="{2BB94831-C5C7-4D27-ACDF-451488A7A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2195" y="4367057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14">
              <a:extLst>
                <a:ext uri="{FF2B5EF4-FFF2-40B4-BE49-F238E27FC236}">
                  <a16:creationId xmlns:a16="http://schemas.microsoft.com/office/drawing/2014/main" id="{5C194360-30F2-48D5-A126-549982337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0678" y="2930912"/>
              <a:ext cx="1587" cy="12758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0">
              <a:extLst>
                <a:ext uri="{FF2B5EF4-FFF2-40B4-BE49-F238E27FC236}">
                  <a16:creationId xmlns:a16="http://schemas.microsoft.com/office/drawing/2014/main" id="{3D4756A5-0C68-4CFA-A240-9215B07FF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678" y="4206780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21">
              <a:extLst>
                <a:ext uri="{FF2B5EF4-FFF2-40B4-BE49-F238E27FC236}">
                  <a16:creationId xmlns:a16="http://schemas.microsoft.com/office/drawing/2014/main" id="{A59815FC-16F4-4A3C-8FED-0F1787473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70678" y="4206780"/>
              <a:ext cx="2952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25">
              <a:extLst>
                <a:ext uri="{FF2B5EF4-FFF2-40B4-BE49-F238E27FC236}">
                  <a16:creationId xmlns:a16="http://schemas.microsoft.com/office/drawing/2014/main" id="{DD61658C-04C9-49EE-9B86-75A2C07F4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5825" y="4206780"/>
              <a:ext cx="31907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EFC4C3C0-1A5C-47A5-AD85-5A92A6D57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439" y="4306755"/>
              <a:ext cx="122232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34">
              <a:extLst>
                <a:ext uri="{FF2B5EF4-FFF2-40B4-BE49-F238E27FC236}">
                  <a16:creationId xmlns:a16="http://schemas.microsoft.com/office/drawing/2014/main" id="{42F8CF71-BB83-4390-8D58-7A498E352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6259" y="4143304"/>
              <a:ext cx="122232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35">
              <a:extLst>
                <a:ext uri="{FF2B5EF4-FFF2-40B4-BE49-F238E27FC236}">
                  <a16:creationId xmlns:a16="http://schemas.microsoft.com/office/drawing/2014/main" id="{9ACCFC8B-2726-45CA-8107-A1C9A3649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6974" y="4048090"/>
              <a:ext cx="31907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40">
              <a:extLst>
                <a:ext uri="{FF2B5EF4-FFF2-40B4-BE49-F238E27FC236}">
                  <a16:creationId xmlns:a16="http://schemas.microsoft.com/office/drawing/2014/main" id="{615F1436-C2DB-44F7-B40D-CD9BF068B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6259" y="2870610"/>
              <a:ext cx="122232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41">
              <a:extLst>
                <a:ext uri="{FF2B5EF4-FFF2-40B4-BE49-F238E27FC236}">
                  <a16:creationId xmlns:a16="http://schemas.microsoft.com/office/drawing/2014/main" id="{3A6821A6-3D9A-49CF-95C3-82250B6FB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2195" y="2772222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42">
              <a:extLst>
                <a:ext uri="{FF2B5EF4-FFF2-40B4-BE49-F238E27FC236}">
                  <a16:creationId xmlns:a16="http://schemas.microsoft.com/office/drawing/2014/main" id="{B987CCA1-B2B2-403F-A9FF-B02E433D1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6974" y="3091190"/>
              <a:ext cx="31907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44">
              <a:extLst>
                <a:ext uri="{FF2B5EF4-FFF2-40B4-BE49-F238E27FC236}">
                  <a16:creationId xmlns:a16="http://schemas.microsoft.com/office/drawing/2014/main" id="{DB957F1F-27DF-4A53-A2F2-11BCF665D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678" y="2930912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45">
              <a:extLst>
                <a:ext uri="{FF2B5EF4-FFF2-40B4-BE49-F238E27FC236}">
                  <a16:creationId xmlns:a16="http://schemas.microsoft.com/office/drawing/2014/main" id="{302774BD-F091-42D0-9C90-CDCB65E145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70678" y="2930912"/>
              <a:ext cx="2952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51">
              <a:extLst>
                <a:ext uri="{FF2B5EF4-FFF2-40B4-BE49-F238E27FC236}">
                  <a16:creationId xmlns:a16="http://schemas.microsoft.com/office/drawing/2014/main" id="{0B8181D8-42AB-4072-967C-FA52DDF48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3614" y="2710334"/>
              <a:ext cx="122232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53">
              <a:extLst>
                <a:ext uri="{FF2B5EF4-FFF2-40B4-BE49-F238E27FC236}">
                  <a16:creationId xmlns:a16="http://schemas.microsoft.com/office/drawing/2014/main" id="{90037F0C-3961-438F-9802-6EF0F5D63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08918" y="4115330"/>
              <a:ext cx="143909" cy="224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Rectangle 54">
              <a:extLst>
                <a:ext uri="{FF2B5EF4-FFF2-40B4-BE49-F238E27FC236}">
                  <a16:creationId xmlns:a16="http://schemas.microsoft.com/office/drawing/2014/main" id="{078CDB7D-A960-4A73-9049-85A6AA70D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7447" y="4113153"/>
              <a:ext cx="196842" cy="24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1" name="Rectangle 55">
              <a:extLst>
                <a:ext uri="{FF2B5EF4-FFF2-40B4-BE49-F238E27FC236}">
                  <a16:creationId xmlns:a16="http://schemas.microsoft.com/office/drawing/2014/main" id="{A2562879-DA05-4A78-A608-17CCC5252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558" y="2823003"/>
              <a:ext cx="196842" cy="24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2" name="AutoShape 56">
              <a:extLst>
                <a:ext uri="{FF2B5EF4-FFF2-40B4-BE49-F238E27FC236}">
                  <a16:creationId xmlns:a16="http://schemas.microsoft.com/office/drawing/2014/main" id="{80435069-E3BD-40F9-9D0D-6A5EDD105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115" y="2499275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3" name="AutoShape 57">
              <a:extLst>
                <a:ext uri="{FF2B5EF4-FFF2-40B4-BE49-F238E27FC236}">
                  <a16:creationId xmlns:a16="http://schemas.microsoft.com/office/drawing/2014/main" id="{A34939B7-FF35-4C24-A92C-98E1AA203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115" y="4097284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4" name="AutoShape 59">
              <a:extLst>
                <a:ext uri="{FF2B5EF4-FFF2-40B4-BE49-F238E27FC236}">
                  <a16:creationId xmlns:a16="http://schemas.microsoft.com/office/drawing/2014/main" id="{1DCE426E-BAE3-4890-B28D-8A8AF3EE2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0174" y="2657965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5" name="AutoShape 61">
              <a:extLst>
                <a:ext uri="{FF2B5EF4-FFF2-40B4-BE49-F238E27FC236}">
                  <a16:creationId xmlns:a16="http://schemas.microsoft.com/office/drawing/2014/main" id="{D7995725-2355-4290-9D51-D46629ED6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3349" y="3933833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6" name="Freeform 64">
              <a:extLst>
                <a:ext uri="{FF2B5EF4-FFF2-40B4-BE49-F238E27FC236}">
                  <a16:creationId xmlns:a16="http://schemas.microsoft.com/office/drawing/2014/main" id="{CAFE8D5E-13B0-4AAD-8F91-9EBCC888B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5665" y="4181390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65">
              <a:extLst>
                <a:ext uri="{FF2B5EF4-FFF2-40B4-BE49-F238E27FC236}">
                  <a16:creationId xmlns:a16="http://schemas.microsoft.com/office/drawing/2014/main" id="{30C30036-DF48-4177-87C1-3A998BB7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633" y="4179983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14">
              <a:extLst>
                <a:ext uri="{FF2B5EF4-FFF2-40B4-BE49-F238E27FC236}">
                  <a16:creationId xmlns:a16="http://schemas.microsoft.com/office/drawing/2014/main" id="{3C255EE4-F255-4170-98C0-0A56181669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6282" y="4230582"/>
              <a:ext cx="1843" cy="3012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14">
              <a:extLst>
                <a:ext uri="{FF2B5EF4-FFF2-40B4-BE49-F238E27FC236}">
                  <a16:creationId xmlns:a16="http://schemas.microsoft.com/office/drawing/2014/main" id="{1838AF57-39D6-45D2-B5BE-E60681BFB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94408" y="2583689"/>
              <a:ext cx="0" cy="3232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14">
              <a:extLst>
                <a:ext uri="{FF2B5EF4-FFF2-40B4-BE49-F238E27FC236}">
                  <a16:creationId xmlns:a16="http://schemas.microsoft.com/office/drawing/2014/main" id="{36311140-2B22-4B3F-9B9B-2367C663D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8516" y="3331577"/>
              <a:ext cx="0" cy="19627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14">
              <a:extLst>
                <a:ext uri="{FF2B5EF4-FFF2-40B4-BE49-F238E27FC236}">
                  <a16:creationId xmlns:a16="http://schemas.microsoft.com/office/drawing/2014/main" id="{211AA240-BBE0-4C39-A9F6-1B6A7FDACB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66308" y="4200214"/>
              <a:ext cx="3949" cy="10880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3">
              <a:extLst>
                <a:ext uri="{FF2B5EF4-FFF2-40B4-BE49-F238E27FC236}">
                  <a16:creationId xmlns:a16="http://schemas.microsoft.com/office/drawing/2014/main" id="{A2AE1416-FA0F-43A8-81E6-1DCFA4237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8514" y="5285983"/>
              <a:ext cx="4457414" cy="1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19">
              <a:extLst>
                <a:ext uri="{FF2B5EF4-FFF2-40B4-BE49-F238E27FC236}">
                  <a16:creationId xmlns:a16="http://schemas.microsoft.com/office/drawing/2014/main" id="{CB1A42B7-C636-4989-BEE3-ADA155A23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2859" y="4524439"/>
              <a:ext cx="760382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Line 47">
              <a:extLst>
                <a:ext uri="{FF2B5EF4-FFF2-40B4-BE49-F238E27FC236}">
                  <a16:creationId xmlns:a16="http://schemas.microsoft.com/office/drawing/2014/main" id="{B152543A-1E8A-4F1F-9A24-8DEA711B1C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88626" y="2591315"/>
              <a:ext cx="783133" cy="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3">
              <a:extLst>
                <a:ext uri="{FF2B5EF4-FFF2-40B4-BE49-F238E27FC236}">
                  <a16:creationId xmlns:a16="http://schemas.microsoft.com/office/drawing/2014/main" id="{3FE8E102-8C63-44B7-BE82-E98A73F68A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873141" y="4415901"/>
              <a:ext cx="146658" cy="9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29">
              <a:extLst>
                <a:ext uri="{FF2B5EF4-FFF2-40B4-BE49-F238E27FC236}">
                  <a16:creationId xmlns:a16="http://schemas.microsoft.com/office/drawing/2014/main" id="{E978187A-5875-4BB8-93F8-F92434E54E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84748" y="4229837"/>
              <a:ext cx="122192" cy="122233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Isosceles Triangle 11">
              <a:extLst>
                <a:ext uri="{FF2B5EF4-FFF2-40B4-BE49-F238E27FC236}">
                  <a16:creationId xmlns:a16="http://schemas.microsoft.com/office/drawing/2014/main" id="{6DCEE4AB-6CF4-4C16-9D91-6B74942AAE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67185" y="3841930"/>
              <a:ext cx="366697" cy="38085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8" name="Line 13">
              <a:extLst>
                <a:ext uri="{FF2B5EF4-FFF2-40B4-BE49-F238E27FC236}">
                  <a16:creationId xmlns:a16="http://schemas.microsoft.com/office/drawing/2014/main" id="{14C7D052-3CCD-4E25-8FFC-0E89D2CD29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316766" y="3223588"/>
              <a:ext cx="1260803" cy="4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65">
              <a:extLst>
                <a:ext uri="{FF2B5EF4-FFF2-40B4-BE49-F238E27FC236}">
                  <a16:creationId xmlns:a16="http://schemas.microsoft.com/office/drawing/2014/main" id="{B19CEA0E-F290-4FE3-B112-992FB3C91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935" y="3320321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0" name="Group 3">
              <a:extLst>
                <a:ext uri="{FF2B5EF4-FFF2-40B4-BE49-F238E27FC236}">
                  <a16:creationId xmlns:a16="http://schemas.microsoft.com/office/drawing/2014/main" id="{B1B0A3EC-5050-41BD-9C1D-DDE79FA27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6397" y="2309942"/>
              <a:ext cx="719667" cy="541866"/>
              <a:chOff x="1227666" y="1693334"/>
              <a:chExt cx="719667" cy="541866"/>
            </a:xfrm>
          </p:grpSpPr>
          <p:sp>
            <p:nvSpPr>
              <p:cNvPr id="130" name="Freeform 20">
                <a:extLst>
                  <a:ext uri="{FF2B5EF4-FFF2-40B4-BE49-F238E27FC236}">
                    <a16:creationId xmlns:a16="http://schemas.microsoft.com/office/drawing/2014/main" id="{BCB2540B-E38B-4D6D-A92C-D4BB5D70D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654" y="1693706"/>
                <a:ext cx="640679" cy="270746"/>
              </a:xfrm>
              <a:custGeom>
                <a:avLst/>
                <a:gdLst>
                  <a:gd name="T0" fmla="*/ 0 w 1719"/>
                  <a:gd name="T1" fmla="*/ 0 h 685"/>
                  <a:gd name="T2" fmla="*/ 0 w 1719"/>
                  <a:gd name="T3" fmla="*/ 0 h 685"/>
                  <a:gd name="T4" fmla="*/ 0 w 1719"/>
                  <a:gd name="T5" fmla="*/ 0 h 685"/>
                  <a:gd name="T6" fmla="*/ 0 w 1719"/>
                  <a:gd name="T7" fmla="*/ 0 h 685"/>
                  <a:gd name="T8" fmla="*/ 0 w 1719"/>
                  <a:gd name="T9" fmla="*/ 0 h 685"/>
                  <a:gd name="T10" fmla="*/ 0 w 1719"/>
                  <a:gd name="T11" fmla="*/ 0 h 685"/>
                  <a:gd name="T12" fmla="*/ 0 w 1719"/>
                  <a:gd name="T13" fmla="*/ 0 h 685"/>
                  <a:gd name="T14" fmla="*/ 0 w 1719"/>
                  <a:gd name="T15" fmla="*/ 0 h 685"/>
                  <a:gd name="T16" fmla="*/ 0 w 1719"/>
                  <a:gd name="T17" fmla="*/ 0 h 685"/>
                  <a:gd name="T18" fmla="*/ 0 w 1719"/>
                  <a:gd name="T19" fmla="*/ 0 h 685"/>
                  <a:gd name="T20" fmla="*/ 0 w 1719"/>
                  <a:gd name="T21" fmla="*/ 0 h 685"/>
                  <a:gd name="T22" fmla="*/ 0 w 1719"/>
                  <a:gd name="T23" fmla="*/ 0 h 685"/>
                  <a:gd name="T24" fmla="*/ 0 w 1719"/>
                  <a:gd name="T25" fmla="*/ 0 h 685"/>
                  <a:gd name="T26" fmla="*/ 0 w 1719"/>
                  <a:gd name="T27" fmla="*/ 0 h 685"/>
                  <a:gd name="T28" fmla="*/ 0 w 1719"/>
                  <a:gd name="T29" fmla="*/ 0 h 685"/>
                  <a:gd name="T30" fmla="*/ 0 w 1719"/>
                  <a:gd name="T31" fmla="*/ 0 h 685"/>
                  <a:gd name="T32" fmla="*/ 0 w 1719"/>
                  <a:gd name="T33" fmla="*/ 0 h 685"/>
                  <a:gd name="T34" fmla="*/ 0 w 1719"/>
                  <a:gd name="T35" fmla="*/ 0 h 685"/>
                  <a:gd name="T36" fmla="*/ 0 w 1719"/>
                  <a:gd name="T37" fmla="*/ 0 h 685"/>
                  <a:gd name="T38" fmla="*/ 0 w 1719"/>
                  <a:gd name="T39" fmla="*/ 0 h 685"/>
                  <a:gd name="T40" fmla="*/ 0 w 1719"/>
                  <a:gd name="T41" fmla="*/ 0 h 685"/>
                  <a:gd name="T42" fmla="*/ 0 w 1719"/>
                  <a:gd name="T43" fmla="*/ 0 h 685"/>
                  <a:gd name="T44" fmla="*/ 0 w 1719"/>
                  <a:gd name="T45" fmla="*/ 0 h 685"/>
                  <a:gd name="T46" fmla="*/ 0 w 1719"/>
                  <a:gd name="T47" fmla="*/ 0 h 685"/>
                  <a:gd name="T48" fmla="*/ 0 w 1719"/>
                  <a:gd name="T49" fmla="*/ 0 h 685"/>
                  <a:gd name="T50" fmla="*/ 0 w 1719"/>
                  <a:gd name="T51" fmla="*/ 0 h 685"/>
                  <a:gd name="T52" fmla="*/ 0 w 1719"/>
                  <a:gd name="T53" fmla="*/ 0 h 685"/>
                  <a:gd name="T54" fmla="*/ 0 w 1719"/>
                  <a:gd name="T55" fmla="*/ 0 h 685"/>
                  <a:gd name="T56" fmla="*/ 0 w 1719"/>
                  <a:gd name="T57" fmla="*/ 0 h 685"/>
                  <a:gd name="T58" fmla="*/ 0 w 1719"/>
                  <a:gd name="T59" fmla="*/ 0 h 685"/>
                  <a:gd name="T60" fmla="*/ 0 w 1719"/>
                  <a:gd name="T61" fmla="*/ 0 h 685"/>
                  <a:gd name="T62" fmla="*/ 0 w 1719"/>
                  <a:gd name="T63" fmla="*/ 0 h 685"/>
                  <a:gd name="T64" fmla="*/ 0 w 1719"/>
                  <a:gd name="T65" fmla="*/ 0 h 685"/>
                  <a:gd name="T66" fmla="*/ 0 w 1719"/>
                  <a:gd name="T67" fmla="*/ 0 h 685"/>
                  <a:gd name="T68" fmla="*/ 0 w 1719"/>
                  <a:gd name="T69" fmla="*/ 0 h 685"/>
                  <a:gd name="T70" fmla="*/ 0 w 1719"/>
                  <a:gd name="T71" fmla="*/ 0 h 685"/>
                  <a:gd name="T72" fmla="*/ 0 w 1719"/>
                  <a:gd name="T73" fmla="*/ 0 h 685"/>
                  <a:gd name="T74" fmla="*/ 0 w 1719"/>
                  <a:gd name="T75" fmla="*/ 0 h 685"/>
                  <a:gd name="T76" fmla="*/ 0 w 1719"/>
                  <a:gd name="T77" fmla="*/ 0 h 685"/>
                  <a:gd name="T78" fmla="*/ 0 w 1719"/>
                  <a:gd name="T79" fmla="*/ 0 h 685"/>
                  <a:gd name="T80" fmla="*/ 0 w 1719"/>
                  <a:gd name="T81" fmla="*/ 0 h 685"/>
                  <a:gd name="T82" fmla="*/ 0 w 1719"/>
                  <a:gd name="T83" fmla="*/ 0 h 685"/>
                  <a:gd name="T84" fmla="*/ 0 w 1719"/>
                  <a:gd name="T85" fmla="*/ 0 h 685"/>
                  <a:gd name="T86" fmla="*/ 0 w 1719"/>
                  <a:gd name="T87" fmla="*/ 0 h 685"/>
                  <a:gd name="T88" fmla="*/ 0 w 1719"/>
                  <a:gd name="T89" fmla="*/ 0 h 685"/>
                  <a:gd name="T90" fmla="*/ 0 w 1719"/>
                  <a:gd name="T91" fmla="*/ 0 h 685"/>
                  <a:gd name="T92" fmla="*/ 0 w 1719"/>
                  <a:gd name="T93" fmla="*/ 0 h 685"/>
                  <a:gd name="T94" fmla="*/ 0 w 1719"/>
                  <a:gd name="T95" fmla="*/ 0 h 685"/>
                  <a:gd name="T96" fmla="*/ 0 w 1719"/>
                  <a:gd name="T97" fmla="*/ 0 h 685"/>
                  <a:gd name="T98" fmla="*/ 0 w 1719"/>
                  <a:gd name="T99" fmla="*/ 0 h 685"/>
                  <a:gd name="T100" fmla="*/ 0 w 1719"/>
                  <a:gd name="T101" fmla="*/ 0 h 685"/>
                  <a:gd name="T102" fmla="*/ 0 w 1719"/>
                  <a:gd name="T103" fmla="*/ 0 h 685"/>
                  <a:gd name="T104" fmla="*/ 0 w 1719"/>
                  <a:gd name="T105" fmla="*/ 0 h 685"/>
                  <a:gd name="T106" fmla="*/ 0 w 1719"/>
                  <a:gd name="T107" fmla="*/ 0 h 685"/>
                  <a:gd name="T108" fmla="*/ 0 w 1719"/>
                  <a:gd name="T109" fmla="*/ 0 h 685"/>
                  <a:gd name="T110" fmla="*/ 0 w 1719"/>
                  <a:gd name="T111" fmla="*/ 0 h 685"/>
                  <a:gd name="T112" fmla="*/ 0 w 1719"/>
                  <a:gd name="T113" fmla="*/ 0 h 685"/>
                  <a:gd name="T114" fmla="*/ 0 w 1719"/>
                  <a:gd name="T115" fmla="*/ 0 h 685"/>
                  <a:gd name="T116" fmla="*/ 0 w 1719"/>
                  <a:gd name="T117" fmla="*/ 0 h 685"/>
                  <a:gd name="T118" fmla="*/ 0 w 1719"/>
                  <a:gd name="T119" fmla="*/ 0 h 685"/>
                  <a:gd name="T120" fmla="*/ 0 w 1719"/>
                  <a:gd name="T121" fmla="*/ 0 h 6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5"/>
                  <a:gd name="T185" fmla="*/ 1719 w 1719"/>
                  <a:gd name="T186" fmla="*/ 685 h 68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5">
                    <a:moveTo>
                      <a:pt x="0" y="0"/>
                    </a:moveTo>
                    <a:lnTo>
                      <a:pt x="66" y="0"/>
                    </a:lnTo>
                    <a:lnTo>
                      <a:pt x="127" y="0"/>
                    </a:lnTo>
                    <a:lnTo>
                      <a:pt x="184" y="0"/>
                    </a:lnTo>
                    <a:lnTo>
                      <a:pt x="238" y="0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79" y="1"/>
                    </a:lnTo>
                    <a:lnTo>
                      <a:pt x="418" y="1"/>
                    </a:lnTo>
                    <a:lnTo>
                      <a:pt x="455" y="1"/>
                    </a:lnTo>
                    <a:lnTo>
                      <a:pt x="490" y="1"/>
                    </a:lnTo>
                    <a:lnTo>
                      <a:pt x="520" y="1"/>
                    </a:lnTo>
                    <a:lnTo>
                      <a:pt x="549" y="1"/>
                    </a:lnTo>
                    <a:lnTo>
                      <a:pt x="575" y="1"/>
                    </a:lnTo>
                    <a:lnTo>
                      <a:pt x="598" y="1"/>
                    </a:lnTo>
                    <a:lnTo>
                      <a:pt x="620" y="1"/>
                    </a:lnTo>
                    <a:lnTo>
                      <a:pt x="639" y="1"/>
                    </a:lnTo>
                    <a:lnTo>
                      <a:pt x="656" y="1"/>
                    </a:lnTo>
                    <a:lnTo>
                      <a:pt x="671" y="1"/>
                    </a:lnTo>
                    <a:lnTo>
                      <a:pt x="685" y="1"/>
                    </a:lnTo>
                    <a:lnTo>
                      <a:pt x="698" y="1"/>
                    </a:lnTo>
                    <a:lnTo>
                      <a:pt x="708" y="1"/>
                    </a:lnTo>
                    <a:lnTo>
                      <a:pt x="718" y="3"/>
                    </a:lnTo>
                    <a:lnTo>
                      <a:pt x="726" y="3"/>
                    </a:lnTo>
                    <a:lnTo>
                      <a:pt x="733" y="3"/>
                    </a:lnTo>
                    <a:lnTo>
                      <a:pt x="741" y="3"/>
                    </a:lnTo>
                    <a:lnTo>
                      <a:pt x="746" y="3"/>
                    </a:lnTo>
                    <a:lnTo>
                      <a:pt x="751" y="3"/>
                    </a:lnTo>
                    <a:lnTo>
                      <a:pt x="757" y="4"/>
                    </a:lnTo>
                    <a:lnTo>
                      <a:pt x="761" y="4"/>
                    </a:lnTo>
                    <a:lnTo>
                      <a:pt x="765" y="4"/>
                    </a:lnTo>
                    <a:lnTo>
                      <a:pt x="770" y="4"/>
                    </a:lnTo>
                    <a:lnTo>
                      <a:pt x="775" y="5"/>
                    </a:lnTo>
                    <a:lnTo>
                      <a:pt x="780" y="5"/>
                    </a:lnTo>
                    <a:lnTo>
                      <a:pt x="785" y="5"/>
                    </a:lnTo>
                    <a:lnTo>
                      <a:pt x="788" y="6"/>
                    </a:lnTo>
                    <a:lnTo>
                      <a:pt x="792" y="6"/>
                    </a:lnTo>
                    <a:lnTo>
                      <a:pt x="796" y="6"/>
                    </a:lnTo>
                    <a:lnTo>
                      <a:pt x="800" y="6"/>
                    </a:lnTo>
                    <a:lnTo>
                      <a:pt x="803" y="6"/>
                    </a:lnTo>
                    <a:lnTo>
                      <a:pt x="806" y="7"/>
                    </a:lnTo>
                    <a:lnTo>
                      <a:pt x="808" y="7"/>
                    </a:lnTo>
                    <a:lnTo>
                      <a:pt x="811" y="7"/>
                    </a:lnTo>
                    <a:lnTo>
                      <a:pt x="814" y="7"/>
                    </a:lnTo>
                    <a:lnTo>
                      <a:pt x="817" y="7"/>
                    </a:lnTo>
                    <a:lnTo>
                      <a:pt x="819" y="8"/>
                    </a:lnTo>
                    <a:lnTo>
                      <a:pt x="822" y="8"/>
                    </a:lnTo>
                    <a:lnTo>
                      <a:pt x="824" y="8"/>
                    </a:lnTo>
                    <a:lnTo>
                      <a:pt x="826" y="8"/>
                    </a:lnTo>
                    <a:lnTo>
                      <a:pt x="829" y="9"/>
                    </a:lnTo>
                    <a:lnTo>
                      <a:pt x="831" y="9"/>
                    </a:lnTo>
                    <a:lnTo>
                      <a:pt x="835" y="9"/>
                    </a:lnTo>
                    <a:lnTo>
                      <a:pt x="837" y="9"/>
                    </a:lnTo>
                    <a:lnTo>
                      <a:pt x="839" y="10"/>
                    </a:lnTo>
                    <a:lnTo>
                      <a:pt x="842" y="10"/>
                    </a:lnTo>
                    <a:lnTo>
                      <a:pt x="844" y="10"/>
                    </a:lnTo>
                    <a:lnTo>
                      <a:pt x="847" y="11"/>
                    </a:lnTo>
                    <a:lnTo>
                      <a:pt x="850" y="11"/>
                    </a:lnTo>
                    <a:lnTo>
                      <a:pt x="854" y="12"/>
                    </a:lnTo>
                    <a:lnTo>
                      <a:pt x="857" y="12"/>
                    </a:lnTo>
                    <a:lnTo>
                      <a:pt x="860" y="13"/>
                    </a:lnTo>
                    <a:lnTo>
                      <a:pt x="864" y="13"/>
                    </a:lnTo>
                    <a:lnTo>
                      <a:pt x="868" y="14"/>
                    </a:lnTo>
                    <a:lnTo>
                      <a:pt x="874" y="14"/>
                    </a:lnTo>
                    <a:lnTo>
                      <a:pt x="878" y="15"/>
                    </a:lnTo>
                    <a:lnTo>
                      <a:pt x="882" y="15"/>
                    </a:lnTo>
                    <a:lnTo>
                      <a:pt x="886" y="16"/>
                    </a:lnTo>
                    <a:lnTo>
                      <a:pt x="891" y="17"/>
                    </a:lnTo>
                    <a:lnTo>
                      <a:pt x="894" y="17"/>
                    </a:lnTo>
                    <a:lnTo>
                      <a:pt x="898" y="18"/>
                    </a:lnTo>
                    <a:lnTo>
                      <a:pt x="901" y="18"/>
                    </a:lnTo>
                    <a:lnTo>
                      <a:pt x="904" y="19"/>
                    </a:lnTo>
                    <a:lnTo>
                      <a:pt x="907" y="19"/>
                    </a:lnTo>
                    <a:lnTo>
                      <a:pt x="910" y="20"/>
                    </a:lnTo>
                    <a:lnTo>
                      <a:pt x="913" y="20"/>
                    </a:lnTo>
                    <a:lnTo>
                      <a:pt x="915" y="20"/>
                    </a:lnTo>
                    <a:lnTo>
                      <a:pt x="919" y="22"/>
                    </a:lnTo>
                    <a:lnTo>
                      <a:pt x="921" y="22"/>
                    </a:lnTo>
                    <a:lnTo>
                      <a:pt x="924" y="23"/>
                    </a:lnTo>
                    <a:lnTo>
                      <a:pt x="926" y="23"/>
                    </a:lnTo>
                    <a:lnTo>
                      <a:pt x="928" y="24"/>
                    </a:lnTo>
                    <a:lnTo>
                      <a:pt x="932" y="25"/>
                    </a:lnTo>
                    <a:lnTo>
                      <a:pt x="934" y="25"/>
                    </a:lnTo>
                    <a:lnTo>
                      <a:pt x="936" y="26"/>
                    </a:lnTo>
                    <a:lnTo>
                      <a:pt x="939" y="26"/>
                    </a:lnTo>
                    <a:lnTo>
                      <a:pt x="942" y="27"/>
                    </a:lnTo>
                    <a:lnTo>
                      <a:pt x="944" y="28"/>
                    </a:lnTo>
                    <a:lnTo>
                      <a:pt x="947" y="29"/>
                    </a:lnTo>
                    <a:lnTo>
                      <a:pt x="951" y="30"/>
                    </a:lnTo>
                    <a:lnTo>
                      <a:pt x="954" y="31"/>
                    </a:lnTo>
                    <a:lnTo>
                      <a:pt x="958" y="32"/>
                    </a:lnTo>
                    <a:lnTo>
                      <a:pt x="961" y="34"/>
                    </a:lnTo>
                    <a:lnTo>
                      <a:pt x="966" y="35"/>
                    </a:lnTo>
                    <a:lnTo>
                      <a:pt x="971" y="36"/>
                    </a:lnTo>
                    <a:lnTo>
                      <a:pt x="975" y="37"/>
                    </a:lnTo>
                    <a:lnTo>
                      <a:pt x="980" y="39"/>
                    </a:lnTo>
                    <a:lnTo>
                      <a:pt x="985" y="41"/>
                    </a:lnTo>
                    <a:lnTo>
                      <a:pt x="991" y="43"/>
                    </a:lnTo>
                    <a:lnTo>
                      <a:pt x="995" y="44"/>
                    </a:lnTo>
                    <a:lnTo>
                      <a:pt x="999" y="46"/>
                    </a:lnTo>
                    <a:lnTo>
                      <a:pt x="1003" y="47"/>
                    </a:lnTo>
                    <a:lnTo>
                      <a:pt x="1009" y="48"/>
                    </a:lnTo>
                    <a:lnTo>
                      <a:pt x="1013" y="49"/>
                    </a:lnTo>
                    <a:lnTo>
                      <a:pt x="1016" y="50"/>
                    </a:lnTo>
                    <a:lnTo>
                      <a:pt x="1019" y="51"/>
                    </a:lnTo>
                    <a:lnTo>
                      <a:pt x="1022" y="52"/>
                    </a:lnTo>
                    <a:lnTo>
                      <a:pt x="1026" y="53"/>
                    </a:lnTo>
                    <a:lnTo>
                      <a:pt x="1029" y="54"/>
                    </a:lnTo>
                    <a:lnTo>
                      <a:pt x="1032" y="55"/>
                    </a:lnTo>
                    <a:lnTo>
                      <a:pt x="1034" y="56"/>
                    </a:lnTo>
                    <a:lnTo>
                      <a:pt x="1037" y="57"/>
                    </a:lnTo>
                    <a:lnTo>
                      <a:pt x="1039" y="58"/>
                    </a:lnTo>
                    <a:lnTo>
                      <a:pt x="1041" y="59"/>
                    </a:lnTo>
                    <a:lnTo>
                      <a:pt x="1044" y="61"/>
                    </a:lnTo>
                    <a:lnTo>
                      <a:pt x="1047" y="62"/>
                    </a:lnTo>
                    <a:lnTo>
                      <a:pt x="1049" y="63"/>
                    </a:lnTo>
                    <a:lnTo>
                      <a:pt x="1052" y="64"/>
                    </a:lnTo>
                    <a:lnTo>
                      <a:pt x="1055" y="65"/>
                    </a:lnTo>
                    <a:lnTo>
                      <a:pt x="1058" y="66"/>
                    </a:lnTo>
                    <a:lnTo>
                      <a:pt x="1060" y="67"/>
                    </a:lnTo>
                    <a:lnTo>
                      <a:pt x="1063" y="68"/>
                    </a:lnTo>
                    <a:lnTo>
                      <a:pt x="1067" y="70"/>
                    </a:lnTo>
                    <a:lnTo>
                      <a:pt x="1070" y="71"/>
                    </a:lnTo>
                    <a:lnTo>
                      <a:pt x="1073" y="73"/>
                    </a:lnTo>
                    <a:lnTo>
                      <a:pt x="1076" y="74"/>
                    </a:lnTo>
                    <a:lnTo>
                      <a:pt x="1080" y="76"/>
                    </a:lnTo>
                    <a:lnTo>
                      <a:pt x="1085" y="80"/>
                    </a:lnTo>
                    <a:lnTo>
                      <a:pt x="1089" y="82"/>
                    </a:lnTo>
                    <a:lnTo>
                      <a:pt x="1093" y="84"/>
                    </a:lnTo>
                    <a:lnTo>
                      <a:pt x="1097" y="86"/>
                    </a:lnTo>
                    <a:lnTo>
                      <a:pt x="1102" y="88"/>
                    </a:lnTo>
                    <a:lnTo>
                      <a:pt x="1107" y="90"/>
                    </a:lnTo>
                    <a:lnTo>
                      <a:pt x="1110" y="92"/>
                    </a:lnTo>
                    <a:lnTo>
                      <a:pt x="1114" y="94"/>
                    </a:lnTo>
                    <a:lnTo>
                      <a:pt x="1117" y="95"/>
                    </a:lnTo>
                    <a:lnTo>
                      <a:pt x="1120" y="97"/>
                    </a:lnTo>
                    <a:lnTo>
                      <a:pt x="1123" y="98"/>
                    </a:lnTo>
                    <a:lnTo>
                      <a:pt x="1126" y="101"/>
                    </a:lnTo>
                    <a:lnTo>
                      <a:pt x="1129" y="102"/>
                    </a:lnTo>
                    <a:lnTo>
                      <a:pt x="1131" y="103"/>
                    </a:lnTo>
                    <a:lnTo>
                      <a:pt x="1133" y="104"/>
                    </a:lnTo>
                    <a:lnTo>
                      <a:pt x="1135" y="105"/>
                    </a:lnTo>
                    <a:lnTo>
                      <a:pt x="1138" y="106"/>
                    </a:lnTo>
                    <a:lnTo>
                      <a:pt x="1140" y="108"/>
                    </a:lnTo>
                    <a:lnTo>
                      <a:pt x="1144" y="109"/>
                    </a:lnTo>
                    <a:lnTo>
                      <a:pt x="1146" y="110"/>
                    </a:lnTo>
                    <a:lnTo>
                      <a:pt x="1148" y="111"/>
                    </a:lnTo>
                    <a:lnTo>
                      <a:pt x="1150" y="112"/>
                    </a:lnTo>
                    <a:lnTo>
                      <a:pt x="1152" y="113"/>
                    </a:lnTo>
                    <a:lnTo>
                      <a:pt x="1154" y="114"/>
                    </a:lnTo>
                    <a:lnTo>
                      <a:pt x="1157" y="115"/>
                    </a:lnTo>
                    <a:lnTo>
                      <a:pt x="1159" y="117"/>
                    </a:lnTo>
                    <a:lnTo>
                      <a:pt x="1162" y="119"/>
                    </a:lnTo>
                    <a:lnTo>
                      <a:pt x="1165" y="120"/>
                    </a:lnTo>
                    <a:lnTo>
                      <a:pt x="1168" y="122"/>
                    </a:lnTo>
                    <a:lnTo>
                      <a:pt x="1170" y="123"/>
                    </a:lnTo>
                    <a:lnTo>
                      <a:pt x="1174" y="126"/>
                    </a:lnTo>
                    <a:lnTo>
                      <a:pt x="1177" y="128"/>
                    </a:lnTo>
                    <a:lnTo>
                      <a:pt x="1181" y="130"/>
                    </a:lnTo>
                    <a:lnTo>
                      <a:pt x="1185" y="132"/>
                    </a:lnTo>
                    <a:lnTo>
                      <a:pt x="1189" y="134"/>
                    </a:lnTo>
                    <a:lnTo>
                      <a:pt x="1193" y="136"/>
                    </a:lnTo>
                    <a:lnTo>
                      <a:pt x="1197" y="139"/>
                    </a:lnTo>
                    <a:lnTo>
                      <a:pt x="1201" y="141"/>
                    </a:lnTo>
                    <a:lnTo>
                      <a:pt x="1204" y="142"/>
                    </a:lnTo>
                    <a:lnTo>
                      <a:pt x="1207" y="144"/>
                    </a:lnTo>
                    <a:lnTo>
                      <a:pt x="1210" y="146"/>
                    </a:lnTo>
                    <a:lnTo>
                      <a:pt x="1213" y="147"/>
                    </a:lnTo>
                    <a:lnTo>
                      <a:pt x="1215" y="149"/>
                    </a:lnTo>
                    <a:lnTo>
                      <a:pt x="1217" y="150"/>
                    </a:lnTo>
                    <a:lnTo>
                      <a:pt x="1221" y="151"/>
                    </a:lnTo>
                    <a:lnTo>
                      <a:pt x="1223" y="152"/>
                    </a:lnTo>
                    <a:lnTo>
                      <a:pt x="1225" y="154"/>
                    </a:lnTo>
                    <a:lnTo>
                      <a:pt x="1227" y="155"/>
                    </a:lnTo>
                    <a:lnTo>
                      <a:pt x="1228" y="156"/>
                    </a:lnTo>
                    <a:lnTo>
                      <a:pt x="1230" y="158"/>
                    </a:lnTo>
                    <a:lnTo>
                      <a:pt x="1232" y="159"/>
                    </a:lnTo>
                    <a:lnTo>
                      <a:pt x="1235" y="160"/>
                    </a:lnTo>
                    <a:lnTo>
                      <a:pt x="1236" y="161"/>
                    </a:lnTo>
                    <a:lnTo>
                      <a:pt x="1239" y="162"/>
                    </a:lnTo>
                    <a:lnTo>
                      <a:pt x="1241" y="163"/>
                    </a:lnTo>
                    <a:lnTo>
                      <a:pt x="1243" y="164"/>
                    </a:lnTo>
                    <a:lnTo>
                      <a:pt x="1245" y="165"/>
                    </a:lnTo>
                    <a:lnTo>
                      <a:pt x="1246" y="167"/>
                    </a:lnTo>
                    <a:lnTo>
                      <a:pt x="1248" y="168"/>
                    </a:lnTo>
                    <a:lnTo>
                      <a:pt x="1250" y="170"/>
                    </a:lnTo>
                    <a:lnTo>
                      <a:pt x="1253" y="172"/>
                    </a:lnTo>
                    <a:lnTo>
                      <a:pt x="1255" y="173"/>
                    </a:lnTo>
                    <a:lnTo>
                      <a:pt x="1257" y="175"/>
                    </a:lnTo>
                    <a:lnTo>
                      <a:pt x="1261" y="177"/>
                    </a:lnTo>
                    <a:lnTo>
                      <a:pt x="1263" y="179"/>
                    </a:lnTo>
                    <a:lnTo>
                      <a:pt x="1266" y="181"/>
                    </a:lnTo>
                    <a:lnTo>
                      <a:pt x="1269" y="183"/>
                    </a:lnTo>
                    <a:lnTo>
                      <a:pt x="1272" y="185"/>
                    </a:lnTo>
                    <a:lnTo>
                      <a:pt x="1275" y="187"/>
                    </a:lnTo>
                    <a:lnTo>
                      <a:pt x="1280" y="188"/>
                    </a:lnTo>
                    <a:lnTo>
                      <a:pt x="1282" y="190"/>
                    </a:lnTo>
                    <a:lnTo>
                      <a:pt x="1285" y="192"/>
                    </a:lnTo>
                    <a:lnTo>
                      <a:pt x="1287" y="193"/>
                    </a:lnTo>
                    <a:lnTo>
                      <a:pt x="1289" y="194"/>
                    </a:lnTo>
                    <a:lnTo>
                      <a:pt x="1291" y="197"/>
                    </a:lnTo>
                    <a:lnTo>
                      <a:pt x="1293" y="198"/>
                    </a:lnTo>
                    <a:lnTo>
                      <a:pt x="1295" y="199"/>
                    </a:lnTo>
                    <a:lnTo>
                      <a:pt x="1296" y="200"/>
                    </a:lnTo>
                    <a:lnTo>
                      <a:pt x="1299" y="201"/>
                    </a:lnTo>
                    <a:lnTo>
                      <a:pt x="1300" y="202"/>
                    </a:lnTo>
                    <a:lnTo>
                      <a:pt x="1302" y="203"/>
                    </a:lnTo>
                    <a:lnTo>
                      <a:pt x="1303" y="204"/>
                    </a:lnTo>
                    <a:lnTo>
                      <a:pt x="1304" y="205"/>
                    </a:lnTo>
                    <a:lnTo>
                      <a:pt x="1306" y="206"/>
                    </a:lnTo>
                    <a:lnTo>
                      <a:pt x="1307" y="207"/>
                    </a:lnTo>
                    <a:lnTo>
                      <a:pt x="1308" y="208"/>
                    </a:lnTo>
                    <a:lnTo>
                      <a:pt x="1310" y="209"/>
                    </a:lnTo>
                    <a:lnTo>
                      <a:pt x="1311" y="210"/>
                    </a:lnTo>
                    <a:lnTo>
                      <a:pt x="1312" y="211"/>
                    </a:lnTo>
                    <a:lnTo>
                      <a:pt x="1313" y="212"/>
                    </a:lnTo>
                    <a:lnTo>
                      <a:pt x="1315" y="213"/>
                    </a:lnTo>
                    <a:lnTo>
                      <a:pt x="1317" y="216"/>
                    </a:lnTo>
                    <a:lnTo>
                      <a:pt x="1319" y="217"/>
                    </a:lnTo>
                    <a:lnTo>
                      <a:pt x="1320" y="218"/>
                    </a:lnTo>
                    <a:lnTo>
                      <a:pt x="1322" y="220"/>
                    </a:lnTo>
                    <a:lnTo>
                      <a:pt x="1325" y="221"/>
                    </a:lnTo>
                    <a:lnTo>
                      <a:pt x="1327" y="223"/>
                    </a:lnTo>
                    <a:lnTo>
                      <a:pt x="1329" y="224"/>
                    </a:lnTo>
                    <a:lnTo>
                      <a:pt x="1331" y="226"/>
                    </a:lnTo>
                    <a:lnTo>
                      <a:pt x="1333" y="228"/>
                    </a:lnTo>
                    <a:lnTo>
                      <a:pt x="1336" y="229"/>
                    </a:lnTo>
                    <a:lnTo>
                      <a:pt x="1338" y="231"/>
                    </a:lnTo>
                    <a:lnTo>
                      <a:pt x="1339" y="232"/>
                    </a:lnTo>
                    <a:lnTo>
                      <a:pt x="1341" y="233"/>
                    </a:lnTo>
                    <a:lnTo>
                      <a:pt x="1343" y="234"/>
                    </a:lnTo>
                    <a:lnTo>
                      <a:pt x="1344" y="237"/>
                    </a:lnTo>
                    <a:lnTo>
                      <a:pt x="1346" y="238"/>
                    </a:lnTo>
                    <a:lnTo>
                      <a:pt x="1347" y="239"/>
                    </a:lnTo>
                    <a:lnTo>
                      <a:pt x="1348" y="240"/>
                    </a:lnTo>
                    <a:lnTo>
                      <a:pt x="1350" y="241"/>
                    </a:lnTo>
                    <a:lnTo>
                      <a:pt x="1351" y="242"/>
                    </a:lnTo>
                    <a:lnTo>
                      <a:pt x="1352" y="242"/>
                    </a:lnTo>
                    <a:lnTo>
                      <a:pt x="1353" y="243"/>
                    </a:lnTo>
                    <a:lnTo>
                      <a:pt x="1354" y="244"/>
                    </a:lnTo>
                    <a:lnTo>
                      <a:pt x="1357" y="245"/>
                    </a:lnTo>
                    <a:lnTo>
                      <a:pt x="1358" y="246"/>
                    </a:lnTo>
                    <a:lnTo>
                      <a:pt x="1359" y="247"/>
                    </a:lnTo>
                    <a:lnTo>
                      <a:pt x="1360" y="248"/>
                    </a:lnTo>
                    <a:lnTo>
                      <a:pt x="1361" y="249"/>
                    </a:lnTo>
                    <a:lnTo>
                      <a:pt x="1363" y="249"/>
                    </a:lnTo>
                    <a:lnTo>
                      <a:pt x="1364" y="250"/>
                    </a:lnTo>
                    <a:lnTo>
                      <a:pt x="1365" y="251"/>
                    </a:lnTo>
                    <a:lnTo>
                      <a:pt x="1367" y="252"/>
                    </a:lnTo>
                    <a:lnTo>
                      <a:pt x="1370" y="255"/>
                    </a:lnTo>
                    <a:lnTo>
                      <a:pt x="1371" y="256"/>
                    </a:lnTo>
                    <a:lnTo>
                      <a:pt x="1373" y="257"/>
                    </a:lnTo>
                    <a:lnTo>
                      <a:pt x="1376" y="258"/>
                    </a:lnTo>
                    <a:lnTo>
                      <a:pt x="1378" y="261"/>
                    </a:lnTo>
                    <a:lnTo>
                      <a:pt x="1380" y="262"/>
                    </a:lnTo>
                    <a:lnTo>
                      <a:pt x="1382" y="264"/>
                    </a:lnTo>
                    <a:lnTo>
                      <a:pt x="1385" y="265"/>
                    </a:lnTo>
                    <a:lnTo>
                      <a:pt x="1387" y="267"/>
                    </a:lnTo>
                    <a:lnTo>
                      <a:pt x="1389" y="268"/>
                    </a:lnTo>
                    <a:lnTo>
                      <a:pt x="1392" y="270"/>
                    </a:lnTo>
                    <a:lnTo>
                      <a:pt x="1395" y="271"/>
                    </a:lnTo>
                    <a:lnTo>
                      <a:pt x="1397" y="274"/>
                    </a:lnTo>
                    <a:lnTo>
                      <a:pt x="1398" y="275"/>
                    </a:lnTo>
                    <a:lnTo>
                      <a:pt x="1400" y="276"/>
                    </a:lnTo>
                    <a:lnTo>
                      <a:pt x="1402" y="277"/>
                    </a:lnTo>
                    <a:lnTo>
                      <a:pt x="1403" y="279"/>
                    </a:lnTo>
                    <a:lnTo>
                      <a:pt x="1405" y="280"/>
                    </a:lnTo>
                    <a:lnTo>
                      <a:pt x="1406" y="281"/>
                    </a:lnTo>
                    <a:lnTo>
                      <a:pt x="1407" y="282"/>
                    </a:lnTo>
                    <a:lnTo>
                      <a:pt x="1409" y="283"/>
                    </a:lnTo>
                    <a:lnTo>
                      <a:pt x="1410" y="284"/>
                    </a:lnTo>
                    <a:lnTo>
                      <a:pt x="1411" y="285"/>
                    </a:lnTo>
                    <a:lnTo>
                      <a:pt x="1415" y="286"/>
                    </a:lnTo>
                    <a:lnTo>
                      <a:pt x="1416" y="287"/>
                    </a:lnTo>
                    <a:lnTo>
                      <a:pt x="1417" y="289"/>
                    </a:lnTo>
                    <a:lnTo>
                      <a:pt x="1419" y="290"/>
                    </a:lnTo>
                    <a:lnTo>
                      <a:pt x="1420" y="291"/>
                    </a:lnTo>
                    <a:lnTo>
                      <a:pt x="1421" y="294"/>
                    </a:lnTo>
                    <a:lnTo>
                      <a:pt x="1423" y="295"/>
                    </a:lnTo>
                    <a:lnTo>
                      <a:pt x="1424" y="297"/>
                    </a:lnTo>
                    <a:lnTo>
                      <a:pt x="1426" y="298"/>
                    </a:lnTo>
                    <a:lnTo>
                      <a:pt x="1428" y="300"/>
                    </a:lnTo>
                    <a:lnTo>
                      <a:pt x="1429" y="302"/>
                    </a:lnTo>
                    <a:lnTo>
                      <a:pt x="1431" y="305"/>
                    </a:lnTo>
                    <a:lnTo>
                      <a:pt x="1434" y="307"/>
                    </a:lnTo>
                    <a:lnTo>
                      <a:pt x="1436" y="309"/>
                    </a:lnTo>
                    <a:lnTo>
                      <a:pt x="1439" y="311"/>
                    </a:lnTo>
                    <a:lnTo>
                      <a:pt x="1441" y="315"/>
                    </a:lnTo>
                    <a:lnTo>
                      <a:pt x="1444" y="318"/>
                    </a:lnTo>
                    <a:lnTo>
                      <a:pt x="1446" y="320"/>
                    </a:lnTo>
                    <a:lnTo>
                      <a:pt x="1449" y="323"/>
                    </a:lnTo>
                    <a:lnTo>
                      <a:pt x="1452" y="325"/>
                    </a:lnTo>
                    <a:lnTo>
                      <a:pt x="1454" y="328"/>
                    </a:lnTo>
                    <a:lnTo>
                      <a:pt x="1456" y="330"/>
                    </a:lnTo>
                    <a:lnTo>
                      <a:pt x="1458" y="333"/>
                    </a:lnTo>
                    <a:lnTo>
                      <a:pt x="1461" y="335"/>
                    </a:lnTo>
                    <a:lnTo>
                      <a:pt x="1463" y="337"/>
                    </a:lnTo>
                    <a:lnTo>
                      <a:pt x="1464" y="338"/>
                    </a:lnTo>
                    <a:lnTo>
                      <a:pt x="1466" y="340"/>
                    </a:lnTo>
                    <a:lnTo>
                      <a:pt x="1467" y="342"/>
                    </a:lnTo>
                    <a:lnTo>
                      <a:pt x="1469" y="343"/>
                    </a:lnTo>
                    <a:lnTo>
                      <a:pt x="1470" y="345"/>
                    </a:lnTo>
                    <a:lnTo>
                      <a:pt x="1473" y="347"/>
                    </a:lnTo>
                    <a:lnTo>
                      <a:pt x="1474" y="348"/>
                    </a:lnTo>
                    <a:lnTo>
                      <a:pt x="1476" y="352"/>
                    </a:lnTo>
                    <a:lnTo>
                      <a:pt x="1477" y="353"/>
                    </a:lnTo>
                    <a:lnTo>
                      <a:pt x="1479" y="355"/>
                    </a:lnTo>
                    <a:lnTo>
                      <a:pt x="1480" y="357"/>
                    </a:lnTo>
                    <a:lnTo>
                      <a:pt x="1482" y="359"/>
                    </a:lnTo>
                    <a:lnTo>
                      <a:pt x="1483" y="361"/>
                    </a:lnTo>
                    <a:lnTo>
                      <a:pt x="1485" y="363"/>
                    </a:lnTo>
                    <a:lnTo>
                      <a:pt x="1487" y="365"/>
                    </a:lnTo>
                    <a:lnTo>
                      <a:pt x="1489" y="367"/>
                    </a:lnTo>
                    <a:lnTo>
                      <a:pt x="1492" y="369"/>
                    </a:lnTo>
                    <a:lnTo>
                      <a:pt x="1494" y="373"/>
                    </a:lnTo>
                    <a:lnTo>
                      <a:pt x="1496" y="375"/>
                    </a:lnTo>
                    <a:lnTo>
                      <a:pt x="1498" y="378"/>
                    </a:lnTo>
                    <a:lnTo>
                      <a:pt x="1501" y="381"/>
                    </a:lnTo>
                    <a:lnTo>
                      <a:pt x="1505" y="385"/>
                    </a:lnTo>
                    <a:lnTo>
                      <a:pt x="1507" y="388"/>
                    </a:lnTo>
                    <a:lnTo>
                      <a:pt x="1512" y="393"/>
                    </a:lnTo>
                    <a:lnTo>
                      <a:pt x="1515" y="397"/>
                    </a:lnTo>
                    <a:lnTo>
                      <a:pt x="1517" y="401"/>
                    </a:lnTo>
                    <a:lnTo>
                      <a:pt x="1520" y="404"/>
                    </a:lnTo>
                    <a:lnTo>
                      <a:pt x="1523" y="407"/>
                    </a:lnTo>
                    <a:lnTo>
                      <a:pt x="1525" y="411"/>
                    </a:lnTo>
                    <a:lnTo>
                      <a:pt x="1527" y="413"/>
                    </a:lnTo>
                    <a:lnTo>
                      <a:pt x="1530" y="416"/>
                    </a:lnTo>
                    <a:lnTo>
                      <a:pt x="1532" y="418"/>
                    </a:lnTo>
                    <a:lnTo>
                      <a:pt x="1534" y="421"/>
                    </a:lnTo>
                    <a:lnTo>
                      <a:pt x="1536" y="423"/>
                    </a:lnTo>
                    <a:lnTo>
                      <a:pt x="1538" y="425"/>
                    </a:lnTo>
                    <a:lnTo>
                      <a:pt x="1539" y="427"/>
                    </a:lnTo>
                    <a:lnTo>
                      <a:pt x="1541" y="430"/>
                    </a:lnTo>
                    <a:lnTo>
                      <a:pt x="1543" y="432"/>
                    </a:lnTo>
                    <a:lnTo>
                      <a:pt x="1544" y="434"/>
                    </a:lnTo>
                    <a:lnTo>
                      <a:pt x="1546" y="436"/>
                    </a:lnTo>
                    <a:lnTo>
                      <a:pt x="1547" y="438"/>
                    </a:lnTo>
                    <a:lnTo>
                      <a:pt x="1551" y="442"/>
                    </a:lnTo>
                    <a:lnTo>
                      <a:pt x="1552" y="444"/>
                    </a:lnTo>
                    <a:lnTo>
                      <a:pt x="1554" y="446"/>
                    </a:lnTo>
                    <a:lnTo>
                      <a:pt x="1556" y="449"/>
                    </a:lnTo>
                    <a:lnTo>
                      <a:pt x="1557" y="452"/>
                    </a:lnTo>
                    <a:lnTo>
                      <a:pt x="1559" y="454"/>
                    </a:lnTo>
                    <a:lnTo>
                      <a:pt x="1561" y="457"/>
                    </a:lnTo>
                    <a:lnTo>
                      <a:pt x="1563" y="460"/>
                    </a:lnTo>
                    <a:lnTo>
                      <a:pt x="1565" y="462"/>
                    </a:lnTo>
                    <a:lnTo>
                      <a:pt x="1569" y="466"/>
                    </a:lnTo>
                    <a:lnTo>
                      <a:pt x="1571" y="470"/>
                    </a:lnTo>
                    <a:lnTo>
                      <a:pt x="1574" y="473"/>
                    </a:lnTo>
                    <a:lnTo>
                      <a:pt x="1576" y="477"/>
                    </a:lnTo>
                    <a:lnTo>
                      <a:pt x="1579" y="481"/>
                    </a:lnTo>
                    <a:lnTo>
                      <a:pt x="1582" y="486"/>
                    </a:lnTo>
                    <a:lnTo>
                      <a:pt x="1585" y="492"/>
                    </a:lnTo>
                    <a:lnTo>
                      <a:pt x="1589" y="496"/>
                    </a:lnTo>
                    <a:lnTo>
                      <a:pt x="1592" y="499"/>
                    </a:lnTo>
                    <a:lnTo>
                      <a:pt x="1595" y="503"/>
                    </a:lnTo>
                    <a:lnTo>
                      <a:pt x="1598" y="507"/>
                    </a:lnTo>
                    <a:lnTo>
                      <a:pt x="1600" y="510"/>
                    </a:lnTo>
                    <a:lnTo>
                      <a:pt x="1602" y="513"/>
                    </a:lnTo>
                    <a:lnTo>
                      <a:pt x="1604" y="516"/>
                    </a:lnTo>
                    <a:lnTo>
                      <a:pt x="1607" y="519"/>
                    </a:lnTo>
                    <a:lnTo>
                      <a:pt x="1609" y="521"/>
                    </a:lnTo>
                    <a:lnTo>
                      <a:pt x="1610" y="524"/>
                    </a:lnTo>
                    <a:lnTo>
                      <a:pt x="1612" y="527"/>
                    </a:lnTo>
                    <a:lnTo>
                      <a:pt x="1614" y="529"/>
                    </a:lnTo>
                    <a:lnTo>
                      <a:pt x="1615" y="533"/>
                    </a:lnTo>
                    <a:lnTo>
                      <a:pt x="1617" y="535"/>
                    </a:lnTo>
                    <a:lnTo>
                      <a:pt x="1618" y="537"/>
                    </a:lnTo>
                    <a:lnTo>
                      <a:pt x="1620" y="539"/>
                    </a:lnTo>
                    <a:lnTo>
                      <a:pt x="1622" y="542"/>
                    </a:lnTo>
                    <a:lnTo>
                      <a:pt x="1623" y="544"/>
                    </a:lnTo>
                    <a:lnTo>
                      <a:pt x="1625" y="547"/>
                    </a:lnTo>
                    <a:lnTo>
                      <a:pt x="1628" y="550"/>
                    </a:lnTo>
                    <a:lnTo>
                      <a:pt x="1630" y="552"/>
                    </a:lnTo>
                    <a:lnTo>
                      <a:pt x="1632" y="555"/>
                    </a:lnTo>
                    <a:lnTo>
                      <a:pt x="1634" y="558"/>
                    </a:lnTo>
                    <a:lnTo>
                      <a:pt x="1636" y="561"/>
                    </a:lnTo>
                    <a:lnTo>
                      <a:pt x="1638" y="564"/>
                    </a:lnTo>
                    <a:lnTo>
                      <a:pt x="1641" y="568"/>
                    </a:lnTo>
                    <a:lnTo>
                      <a:pt x="1644" y="571"/>
                    </a:lnTo>
                    <a:lnTo>
                      <a:pt x="1647" y="576"/>
                    </a:lnTo>
                    <a:lnTo>
                      <a:pt x="1650" y="580"/>
                    </a:lnTo>
                    <a:lnTo>
                      <a:pt x="1653" y="585"/>
                    </a:lnTo>
                    <a:lnTo>
                      <a:pt x="1656" y="589"/>
                    </a:lnTo>
                    <a:lnTo>
                      <a:pt x="1660" y="594"/>
                    </a:lnTo>
                    <a:lnTo>
                      <a:pt x="1663" y="598"/>
                    </a:lnTo>
                    <a:lnTo>
                      <a:pt x="1666" y="602"/>
                    </a:lnTo>
                    <a:lnTo>
                      <a:pt x="1669" y="606"/>
                    </a:lnTo>
                    <a:lnTo>
                      <a:pt x="1672" y="610"/>
                    </a:lnTo>
                    <a:lnTo>
                      <a:pt x="1674" y="613"/>
                    </a:lnTo>
                    <a:lnTo>
                      <a:pt x="1676" y="616"/>
                    </a:lnTo>
                    <a:lnTo>
                      <a:pt x="1678" y="620"/>
                    </a:lnTo>
                    <a:lnTo>
                      <a:pt x="1680" y="622"/>
                    </a:lnTo>
                    <a:lnTo>
                      <a:pt x="1682" y="626"/>
                    </a:lnTo>
                    <a:lnTo>
                      <a:pt x="1686" y="628"/>
                    </a:lnTo>
                    <a:lnTo>
                      <a:pt x="1687" y="631"/>
                    </a:lnTo>
                    <a:lnTo>
                      <a:pt x="1689" y="633"/>
                    </a:lnTo>
                    <a:lnTo>
                      <a:pt x="1690" y="635"/>
                    </a:lnTo>
                    <a:lnTo>
                      <a:pt x="1692" y="637"/>
                    </a:lnTo>
                    <a:lnTo>
                      <a:pt x="1693" y="639"/>
                    </a:lnTo>
                    <a:lnTo>
                      <a:pt x="1694" y="641"/>
                    </a:lnTo>
                    <a:lnTo>
                      <a:pt x="1696" y="645"/>
                    </a:lnTo>
                    <a:lnTo>
                      <a:pt x="1697" y="647"/>
                    </a:lnTo>
                    <a:lnTo>
                      <a:pt x="1698" y="649"/>
                    </a:lnTo>
                    <a:lnTo>
                      <a:pt x="1700" y="651"/>
                    </a:lnTo>
                    <a:lnTo>
                      <a:pt x="1701" y="653"/>
                    </a:lnTo>
                    <a:lnTo>
                      <a:pt x="1702" y="655"/>
                    </a:lnTo>
                    <a:lnTo>
                      <a:pt x="1705" y="658"/>
                    </a:lnTo>
                    <a:lnTo>
                      <a:pt x="1706" y="660"/>
                    </a:lnTo>
                    <a:lnTo>
                      <a:pt x="1708" y="664"/>
                    </a:lnTo>
                    <a:lnTo>
                      <a:pt x="1709" y="668"/>
                    </a:lnTo>
                    <a:lnTo>
                      <a:pt x="1711" y="670"/>
                    </a:lnTo>
                    <a:lnTo>
                      <a:pt x="1713" y="673"/>
                    </a:lnTo>
                    <a:lnTo>
                      <a:pt x="1714" y="677"/>
                    </a:lnTo>
                    <a:lnTo>
                      <a:pt x="1716" y="680"/>
                    </a:lnTo>
                    <a:lnTo>
                      <a:pt x="1719" y="68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21">
                <a:extLst>
                  <a:ext uri="{FF2B5EF4-FFF2-40B4-BE49-F238E27FC236}">
                    <a16:creationId xmlns:a16="http://schemas.microsoft.com/office/drawing/2014/main" id="{63F564F5-7426-4B9B-9AE3-B1E6F701F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654" y="1966430"/>
                <a:ext cx="640679" cy="268770"/>
              </a:xfrm>
              <a:custGeom>
                <a:avLst/>
                <a:gdLst>
                  <a:gd name="T0" fmla="*/ 0 w 1719"/>
                  <a:gd name="T1" fmla="*/ 0 h 683"/>
                  <a:gd name="T2" fmla="*/ 0 w 1719"/>
                  <a:gd name="T3" fmla="*/ 0 h 683"/>
                  <a:gd name="T4" fmla="*/ 0 w 1719"/>
                  <a:gd name="T5" fmla="*/ 0 h 683"/>
                  <a:gd name="T6" fmla="*/ 0 w 1719"/>
                  <a:gd name="T7" fmla="*/ 0 h 683"/>
                  <a:gd name="T8" fmla="*/ 0 w 1719"/>
                  <a:gd name="T9" fmla="*/ 0 h 683"/>
                  <a:gd name="T10" fmla="*/ 0 w 1719"/>
                  <a:gd name="T11" fmla="*/ 0 h 683"/>
                  <a:gd name="T12" fmla="*/ 0 w 1719"/>
                  <a:gd name="T13" fmla="*/ 0 h 683"/>
                  <a:gd name="T14" fmla="*/ 0 w 1719"/>
                  <a:gd name="T15" fmla="*/ 0 h 683"/>
                  <a:gd name="T16" fmla="*/ 0 w 1719"/>
                  <a:gd name="T17" fmla="*/ 0 h 683"/>
                  <a:gd name="T18" fmla="*/ 0 w 1719"/>
                  <a:gd name="T19" fmla="*/ 0 h 683"/>
                  <a:gd name="T20" fmla="*/ 0 w 1719"/>
                  <a:gd name="T21" fmla="*/ 0 h 683"/>
                  <a:gd name="T22" fmla="*/ 0 w 1719"/>
                  <a:gd name="T23" fmla="*/ 0 h 683"/>
                  <a:gd name="T24" fmla="*/ 0 w 1719"/>
                  <a:gd name="T25" fmla="*/ 0 h 683"/>
                  <a:gd name="T26" fmla="*/ 0 w 1719"/>
                  <a:gd name="T27" fmla="*/ 0 h 683"/>
                  <a:gd name="T28" fmla="*/ 0 w 1719"/>
                  <a:gd name="T29" fmla="*/ 0 h 683"/>
                  <a:gd name="T30" fmla="*/ 0 w 1719"/>
                  <a:gd name="T31" fmla="*/ 0 h 683"/>
                  <a:gd name="T32" fmla="*/ 0 w 1719"/>
                  <a:gd name="T33" fmla="*/ 0 h 683"/>
                  <a:gd name="T34" fmla="*/ 0 w 1719"/>
                  <a:gd name="T35" fmla="*/ 0 h 683"/>
                  <a:gd name="T36" fmla="*/ 0 w 1719"/>
                  <a:gd name="T37" fmla="*/ 0 h 683"/>
                  <a:gd name="T38" fmla="*/ 0 w 1719"/>
                  <a:gd name="T39" fmla="*/ 0 h 683"/>
                  <a:gd name="T40" fmla="*/ 0 w 1719"/>
                  <a:gd name="T41" fmla="*/ 0 h 683"/>
                  <a:gd name="T42" fmla="*/ 0 w 1719"/>
                  <a:gd name="T43" fmla="*/ 0 h 683"/>
                  <a:gd name="T44" fmla="*/ 0 w 1719"/>
                  <a:gd name="T45" fmla="*/ 0 h 683"/>
                  <a:gd name="T46" fmla="*/ 0 w 1719"/>
                  <a:gd name="T47" fmla="*/ 0 h 683"/>
                  <a:gd name="T48" fmla="*/ 0 w 1719"/>
                  <a:gd name="T49" fmla="*/ 0 h 683"/>
                  <a:gd name="T50" fmla="*/ 0 w 1719"/>
                  <a:gd name="T51" fmla="*/ 0 h 683"/>
                  <a:gd name="T52" fmla="*/ 0 w 1719"/>
                  <a:gd name="T53" fmla="*/ 0 h 683"/>
                  <a:gd name="T54" fmla="*/ 0 w 1719"/>
                  <a:gd name="T55" fmla="*/ 0 h 683"/>
                  <a:gd name="T56" fmla="*/ 0 w 1719"/>
                  <a:gd name="T57" fmla="*/ 0 h 683"/>
                  <a:gd name="T58" fmla="*/ 0 w 1719"/>
                  <a:gd name="T59" fmla="*/ 0 h 683"/>
                  <a:gd name="T60" fmla="*/ 0 w 1719"/>
                  <a:gd name="T61" fmla="*/ 0 h 683"/>
                  <a:gd name="T62" fmla="*/ 0 w 1719"/>
                  <a:gd name="T63" fmla="*/ 0 h 683"/>
                  <a:gd name="T64" fmla="*/ 0 w 1719"/>
                  <a:gd name="T65" fmla="*/ 0 h 683"/>
                  <a:gd name="T66" fmla="*/ 0 w 1719"/>
                  <a:gd name="T67" fmla="*/ 0 h 683"/>
                  <a:gd name="T68" fmla="*/ 0 w 1719"/>
                  <a:gd name="T69" fmla="*/ 0 h 683"/>
                  <a:gd name="T70" fmla="*/ 0 w 1719"/>
                  <a:gd name="T71" fmla="*/ 0 h 683"/>
                  <a:gd name="T72" fmla="*/ 0 w 1719"/>
                  <a:gd name="T73" fmla="*/ 0 h 683"/>
                  <a:gd name="T74" fmla="*/ 0 w 1719"/>
                  <a:gd name="T75" fmla="*/ 0 h 683"/>
                  <a:gd name="T76" fmla="*/ 0 w 1719"/>
                  <a:gd name="T77" fmla="*/ 0 h 683"/>
                  <a:gd name="T78" fmla="*/ 0 w 1719"/>
                  <a:gd name="T79" fmla="*/ 0 h 683"/>
                  <a:gd name="T80" fmla="*/ 0 w 1719"/>
                  <a:gd name="T81" fmla="*/ 0 h 683"/>
                  <a:gd name="T82" fmla="*/ 0 w 1719"/>
                  <a:gd name="T83" fmla="*/ 0 h 683"/>
                  <a:gd name="T84" fmla="*/ 0 w 1719"/>
                  <a:gd name="T85" fmla="*/ 0 h 683"/>
                  <a:gd name="T86" fmla="*/ 0 w 1719"/>
                  <a:gd name="T87" fmla="*/ 0 h 683"/>
                  <a:gd name="T88" fmla="*/ 0 w 1719"/>
                  <a:gd name="T89" fmla="*/ 0 h 683"/>
                  <a:gd name="T90" fmla="*/ 0 w 1719"/>
                  <a:gd name="T91" fmla="*/ 0 h 683"/>
                  <a:gd name="T92" fmla="*/ 0 w 1719"/>
                  <a:gd name="T93" fmla="*/ 0 h 683"/>
                  <a:gd name="T94" fmla="*/ 0 w 1719"/>
                  <a:gd name="T95" fmla="*/ 0 h 683"/>
                  <a:gd name="T96" fmla="*/ 0 w 1719"/>
                  <a:gd name="T97" fmla="*/ 0 h 683"/>
                  <a:gd name="T98" fmla="*/ 0 w 1719"/>
                  <a:gd name="T99" fmla="*/ 0 h 683"/>
                  <a:gd name="T100" fmla="*/ 0 w 1719"/>
                  <a:gd name="T101" fmla="*/ 0 h 683"/>
                  <a:gd name="T102" fmla="*/ 0 w 1719"/>
                  <a:gd name="T103" fmla="*/ 0 h 683"/>
                  <a:gd name="T104" fmla="*/ 0 w 1719"/>
                  <a:gd name="T105" fmla="*/ 0 h 683"/>
                  <a:gd name="T106" fmla="*/ 0 w 1719"/>
                  <a:gd name="T107" fmla="*/ 0 h 683"/>
                  <a:gd name="T108" fmla="*/ 0 w 1719"/>
                  <a:gd name="T109" fmla="*/ 0 h 683"/>
                  <a:gd name="T110" fmla="*/ 0 w 1719"/>
                  <a:gd name="T111" fmla="*/ 0 h 683"/>
                  <a:gd name="T112" fmla="*/ 0 w 1719"/>
                  <a:gd name="T113" fmla="*/ 0 h 683"/>
                  <a:gd name="T114" fmla="*/ 0 w 1719"/>
                  <a:gd name="T115" fmla="*/ 0 h 683"/>
                  <a:gd name="T116" fmla="*/ 0 w 1719"/>
                  <a:gd name="T117" fmla="*/ 0 h 683"/>
                  <a:gd name="T118" fmla="*/ 0 w 1719"/>
                  <a:gd name="T119" fmla="*/ 0 h 683"/>
                  <a:gd name="T120" fmla="*/ 0 w 1719"/>
                  <a:gd name="T121" fmla="*/ 0 h 68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3"/>
                  <a:gd name="T185" fmla="*/ 1719 w 1719"/>
                  <a:gd name="T186" fmla="*/ 683 h 68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3">
                    <a:moveTo>
                      <a:pt x="0" y="683"/>
                    </a:moveTo>
                    <a:lnTo>
                      <a:pt x="66" y="683"/>
                    </a:lnTo>
                    <a:lnTo>
                      <a:pt x="127" y="683"/>
                    </a:lnTo>
                    <a:lnTo>
                      <a:pt x="184" y="683"/>
                    </a:lnTo>
                    <a:lnTo>
                      <a:pt x="238" y="683"/>
                    </a:lnTo>
                    <a:lnTo>
                      <a:pt x="290" y="683"/>
                    </a:lnTo>
                    <a:lnTo>
                      <a:pt x="336" y="683"/>
                    </a:lnTo>
                    <a:lnTo>
                      <a:pt x="379" y="683"/>
                    </a:lnTo>
                    <a:lnTo>
                      <a:pt x="418" y="683"/>
                    </a:lnTo>
                    <a:lnTo>
                      <a:pt x="455" y="683"/>
                    </a:lnTo>
                    <a:lnTo>
                      <a:pt x="490" y="683"/>
                    </a:lnTo>
                    <a:lnTo>
                      <a:pt x="520" y="683"/>
                    </a:lnTo>
                    <a:lnTo>
                      <a:pt x="549" y="683"/>
                    </a:lnTo>
                    <a:lnTo>
                      <a:pt x="575" y="683"/>
                    </a:lnTo>
                    <a:lnTo>
                      <a:pt x="598" y="683"/>
                    </a:lnTo>
                    <a:lnTo>
                      <a:pt x="620" y="683"/>
                    </a:lnTo>
                    <a:lnTo>
                      <a:pt x="639" y="683"/>
                    </a:lnTo>
                    <a:lnTo>
                      <a:pt x="656" y="682"/>
                    </a:lnTo>
                    <a:lnTo>
                      <a:pt x="671" y="682"/>
                    </a:lnTo>
                    <a:lnTo>
                      <a:pt x="685" y="682"/>
                    </a:lnTo>
                    <a:lnTo>
                      <a:pt x="698" y="682"/>
                    </a:lnTo>
                    <a:lnTo>
                      <a:pt x="708" y="682"/>
                    </a:lnTo>
                    <a:lnTo>
                      <a:pt x="718" y="682"/>
                    </a:lnTo>
                    <a:lnTo>
                      <a:pt x="726" y="682"/>
                    </a:lnTo>
                    <a:lnTo>
                      <a:pt x="733" y="682"/>
                    </a:lnTo>
                    <a:lnTo>
                      <a:pt x="741" y="681"/>
                    </a:lnTo>
                    <a:lnTo>
                      <a:pt x="746" y="681"/>
                    </a:lnTo>
                    <a:lnTo>
                      <a:pt x="751" y="681"/>
                    </a:lnTo>
                    <a:lnTo>
                      <a:pt x="757" y="681"/>
                    </a:lnTo>
                    <a:lnTo>
                      <a:pt x="761" y="681"/>
                    </a:lnTo>
                    <a:lnTo>
                      <a:pt x="765" y="680"/>
                    </a:lnTo>
                    <a:lnTo>
                      <a:pt x="770" y="680"/>
                    </a:lnTo>
                    <a:lnTo>
                      <a:pt x="775" y="680"/>
                    </a:lnTo>
                    <a:lnTo>
                      <a:pt x="780" y="679"/>
                    </a:lnTo>
                    <a:lnTo>
                      <a:pt x="785" y="679"/>
                    </a:lnTo>
                    <a:lnTo>
                      <a:pt x="788" y="679"/>
                    </a:lnTo>
                    <a:lnTo>
                      <a:pt x="792" y="679"/>
                    </a:lnTo>
                    <a:lnTo>
                      <a:pt x="796" y="678"/>
                    </a:lnTo>
                    <a:lnTo>
                      <a:pt x="800" y="678"/>
                    </a:lnTo>
                    <a:lnTo>
                      <a:pt x="803" y="678"/>
                    </a:lnTo>
                    <a:lnTo>
                      <a:pt x="806" y="678"/>
                    </a:lnTo>
                    <a:lnTo>
                      <a:pt x="808" y="678"/>
                    </a:lnTo>
                    <a:lnTo>
                      <a:pt x="811" y="677"/>
                    </a:lnTo>
                    <a:lnTo>
                      <a:pt x="814" y="677"/>
                    </a:lnTo>
                    <a:lnTo>
                      <a:pt x="817" y="677"/>
                    </a:lnTo>
                    <a:lnTo>
                      <a:pt x="819" y="677"/>
                    </a:lnTo>
                    <a:lnTo>
                      <a:pt x="822" y="677"/>
                    </a:lnTo>
                    <a:lnTo>
                      <a:pt x="824" y="676"/>
                    </a:lnTo>
                    <a:lnTo>
                      <a:pt x="826" y="676"/>
                    </a:lnTo>
                    <a:lnTo>
                      <a:pt x="829" y="676"/>
                    </a:lnTo>
                    <a:lnTo>
                      <a:pt x="831" y="676"/>
                    </a:lnTo>
                    <a:lnTo>
                      <a:pt x="835" y="675"/>
                    </a:lnTo>
                    <a:lnTo>
                      <a:pt x="837" y="675"/>
                    </a:lnTo>
                    <a:lnTo>
                      <a:pt x="839" y="675"/>
                    </a:lnTo>
                    <a:lnTo>
                      <a:pt x="842" y="674"/>
                    </a:lnTo>
                    <a:lnTo>
                      <a:pt x="844" y="674"/>
                    </a:lnTo>
                    <a:lnTo>
                      <a:pt x="847" y="674"/>
                    </a:lnTo>
                    <a:lnTo>
                      <a:pt x="850" y="673"/>
                    </a:lnTo>
                    <a:lnTo>
                      <a:pt x="854" y="673"/>
                    </a:lnTo>
                    <a:lnTo>
                      <a:pt x="857" y="671"/>
                    </a:lnTo>
                    <a:lnTo>
                      <a:pt x="860" y="671"/>
                    </a:lnTo>
                    <a:lnTo>
                      <a:pt x="864" y="670"/>
                    </a:lnTo>
                    <a:lnTo>
                      <a:pt x="868" y="670"/>
                    </a:lnTo>
                    <a:lnTo>
                      <a:pt x="874" y="669"/>
                    </a:lnTo>
                    <a:lnTo>
                      <a:pt x="878" y="669"/>
                    </a:lnTo>
                    <a:lnTo>
                      <a:pt x="882" y="668"/>
                    </a:lnTo>
                    <a:lnTo>
                      <a:pt x="886" y="667"/>
                    </a:lnTo>
                    <a:lnTo>
                      <a:pt x="891" y="667"/>
                    </a:lnTo>
                    <a:lnTo>
                      <a:pt x="894" y="666"/>
                    </a:lnTo>
                    <a:lnTo>
                      <a:pt x="898" y="666"/>
                    </a:lnTo>
                    <a:lnTo>
                      <a:pt x="901" y="666"/>
                    </a:lnTo>
                    <a:lnTo>
                      <a:pt x="904" y="665"/>
                    </a:lnTo>
                    <a:lnTo>
                      <a:pt x="907" y="665"/>
                    </a:lnTo>
                    <a:lnTo>
                      <a:pt x="910" y="664"/>
                    </a:lnTo>
                    <a:lnTo>
                      <a:pt x="913" y="664"/>
                    </a:lnTo>
                    <a:lnTo>
                      <a:pt x="915" y="663"/>
                    </a:lnTo>
                    <a:lnTo>
                      <a:pt x="919" y="663"/>
                    </a:lnTo>
                    <a:lnTo>
                      <a:pt x="921" y="662"/>
                    </a:lnTo>
                    <a:lnTo>
                      <a:pt x="924" y="662"/>
                    </a:lnTo>
                    <a:lnTo>
                      <a:pt x="926" y="661"/>
                    </a:lnTo>
                    <a:lnTo>
                      <a:pt x="928" y="661"/>
                    </a:lnTo>
                    <a:lnTo>
                      <a:pt x="932" y="660"/>
                    </a:lnTo>
                    <a:lnTo>
                      <a:pt x="934" y="660"/>
                    </a:lnTo>
                    <a:lnTo>
                      <a:pt x="936" y="659"/>
                    </a:lnTo>
                    <a:lnTo>
                      <a:pt x="939" y="658"/>
                    </a:lnTo>
                    <a:lnTo>
                      <a:pt x="942" y="658"/>
                    </a:lnTo>
                    <a:lnTo>
                      <a:pt x="944" y="657"/>
                    </a:lnTo>
                    <a:lnTo>
                      <a:pt x="947" y="656"/>
                    </a:lnTo>
                    <a:lnTo>
                      <a:pt x="951" y="655"/>
                    </a:lnTo>
                    <a:lnTo>
                      <a:pt x="954" y="652"/>
                    </a:lnTo>
                    <a:lnTo>
                      <a:pt x="958" y="651"/>
                    </a:lnTo>
                    <a:lnTo>
                      <a:pt x="961" y="650"/>
                    </a:lnTo>
                    <a:lnTo>
                      <a:pt x="966" y="649"/>
                    </a:lnTo>
                    <a:lnTo>
                      <a:pt x="971" y="648"/>
                    </a:lnTo>
                    <a:lnTo>
                      <a:pt x="975" y="646"/>
                    </a:lnTo>
                    <a:lnTo>
                      <a:pt x="980" y="645"/>
                    </a:lnTo>
                    <a:lnTo>
                      <a:pt x="985" y="643"/>
                    </a:lnTo>
                    <a:lnTo>
                      <a:pt x="991" y="642"/>
                    </a:lnTo>
                    <a:lnTo>
                      <a:pt x="995" y="640"/>
                    </a:lnTo>
                    <a:lnTo>
                      <a:pt x="999" y="639"/>
                    </a:lnTo>
                    <a:lnTo>
                      <a:pt x="1003" y="638"/>
                    </a:lnTo>
                    <a:lnTo>
                      <a:pt x="1009" y="636"/>
                    </a:lnTo>
                    <a:lnTo>
                      <a:pt x="1013" y="635"/>
                    </a:lnTo>
                    <a:lnTo>
                      <a:pt x="1016" y="633"/>
                    </a:lnTo>
                    <a:lnTo>
                      <a:pt x="1019" y="632"/>
                    </a:lnTo>
                    <a:lnTo>
                      <a:pt x="1022" y="631"/>
                    </a:lnTo>
                    <a:lnTo>
                      <a:pt x="1026" y="630"/>
                    </a:lnTo>
                    <a:lnTo>
                      <a:pt x="1029" y="629"/>
                    </a:lnTo>
                    <a:lnTo>
                      <a:pt x="1032" y="628"/>
                    </a:lnTo>
                    <a:lnTo>
                      <a:pt x="1034" y="628"/>
                    </a:lnTo>
                    <a:lnTo>
                      <a:pt x="1037" y="627"/>
                    </a:lnTo>
                    <a:lnTo>
                      <a:pt x="1039" y="626"/>
                    </a:lnTo>
                    <a:lnTo>
                      <a:pt x="1041" y="625"/>
                    </a:lnTo>
                    <a:lnTo>
                      <a:pt x="1044" y="624"/>
                    </a:lnTo>
                    <a:lnTo>
                      <a:pt x="1047" y="623"/>
                    </a:lnTo>
                    <a:lnTo>
                      <a:pt x="1049" y="622"/>
                    </a:lnTo>
                    <a:lnTo>
                      <a:pt x="1052" y="621"/>
                    </a:lnTo>
                    <a:lnTo>
                      <a:pt x="1055" y="620"/>
                    </a:lnTo>
                    <a:lnTo>
                      <a:pt x="1058" y="619"/>
                    </a:lnTo>
                    <a:lnTo>
                      <a:pt x="1060" y="617"/>
                    </a:lnTo>
                    <a:lnTo>
                      <a:pt x="1063" y="616"/>
                    </a:lnTo>
                    <a:lnTo>
                      <a:pt x="1067" y="615"/>
                    </a:lnTo>
                    <a:lnTo>
                      <a:pt x="1070" y="612"/>
                    </a:lnTo>
                    <a:lnTo>
                      <a:pt x="1073" y="611"/>
                    </a:lnTo>
                    <a:lnTo>
                      <a:pt x="1076" y="609"/>
                    </a:lnTo>
                    <a:lnTo>
                      <a:pt x="1080" y="607"/>
                    </a:lnTo>
                    <a:lnTo>
                      <a:pt x="1085" y="605"/>
                    </a:lnTo>
                    <a:lnTo>
                      <a:pt x="1089" y="603"/>
                    </a:lnTo>
                    <a:lnTo>
                      <a:pt x="1093" y="601"/>
                    </a:lnTo>
                    <a:lnTo>
                      <a:pt x="1097" y="599"/>
                    </a:lnTo>
                    <a:lnTo>
                      <a:pt x="1102" y="597"/>
                    </a:lnTo>
                    <a:lnTo>
                      <a:pt x="1107" y="594"/>
                    </a:lnTo>
                    <a:lnTo>
                      <a:pt x="1110" y="592"/>
                    </a:lnTo>
                    <a:lnTo>
                      <a:pt x="1114" y="590"/>
                    </a:lnTo>
                    <a:lnTo>
                      <a:pt x="1117" y="589"/>
                    </a:lnTo>
                    <a:lnTo>
                      <a:pt x="1120" y="587"/>
                    </a:lnTo>
                    <a:lnTo>
                      <a:pt x="1123" y="586"/>
                    </a:lnTo>
                    <a:lnTo>
                      <a:pt x="1126" y="584"/>
                    </a:lnTo>
                    <a:lnTo>
                      <a:pt x="1129" y="583"/>
                    </a:lnTo>
                    <a:lnTo>
                      <a:pt x="1131" y="582"/>
                    </a:lnTo>
                    <a:lnTo>
                      <a:pt x="1133" y="581"/>
                    </a:lnTo>
                    <a:lnTo>
                      <a:pt x="1135" y="580"/>
                    </a:lnTo>
                    <a:lnTo>
                      <a:pt x="1138" y="578"/>
                    </a:lnTo>
                    <a:lnTo>
                      <a:pt x="1140" y="577"/>
                    </a:lnTo>
                    <a:lnTo>
                      <a:pt x="1144" y="576"/>
                    </a:lnTo>
                    <a:lnTo>
                      <a:pt x="1146" y="574"/>
                    </a:lnTo>
                    <a:lnTo>
                      <a:pt x="1148" y="573"/>
                    </a:lnTo>
                    <a:lnTo>
                      <a:pt x="1150" y="572"/>
                    </a:lnTo>
                    <a:lnTo>
                      <a:pt x="1152" y="571"/>
                    </a:lnTo>
                    <a:lnTo>
                      <a:pt x="1154" y="570"/>
                    </a:lnTo>
                    <a:lnTo>
                      <a:pt x="1157" y="568"/>
                    </a:lnTo>
                    <a:lnTo>
                      <a:pt x="1159" y="567"/>
                    </a:lnTo>
                    <a:lnTo>
                      <a:pt x="1162" y="566"/>
                    </a:lnTo>
                    <a:lnTo>
                      <a:pt x="1165" y="564"/>
                    </a:lnTo>
                    <a:lnTo>
                      <a:pt x="1168" y="562"/>
                    </a:lnTo>
                    <a:lnTo>
                      <a:pt x="1170" y="560"/>
                    </a:lnTo>
                    <a:lnTo>
                      <a:pt x="1174" y="559"/>
                    </a:lnTo>
                    <a:lnTo>
                      <a:pt x="1177" y="557"/>
                    </a:lnTo>
                    <a:lnTo>
                      <a:pt x="1181" y="554"/>
                    </a:lnTo>
                    <a:lnTo>
                      <a:pt x="1185" y="552"/>
                    </a:lnTo>
                    <a:lnTo>
                      <a:pt x="1189" y="550"/>
                    </a:lnTo>
                    <a:lnTo>
                      <a:pt x="1193" y="548"/>
                    </a:lnTo>
                    <a:lnTo>
                      <a:pt x="1197" y="546"/>
                    </a:lnTo>
                    <a:lnTo>
                      <a:pt x="1201" y="544"/>
                    </a:lnTo>
                    <a:lnTo>
                      <a:pt x="1204" y="542"/>
                    </a:lnTo>
                    <a:lnTo>
                      <a:pt x="1207" y="540"/>
                    </a:lnTo>
                    <a:lnTo>
                      <a:pt x="1210" y="539"/>
                    </a:lnTo>
                    <a:lnTo>
                      <a:pt x="1213" y="536"/>
                    </a:lnTo>
                    <a:lnTo>
                      <a:pt x="1215" y="535"/>
                    </a:lnTo>
                    <a:lnTo>
                      <a:pt x="1217" y="534"/>
                    </a:lnTo>
                    <a:lnTo>
                      <a:pt x="1221" y="532"/>
                    </a:lnTo>
                    <a:lnTo>
                      <a:pt x="1223" y="531"/>
                    </a:lnTo>
                    <a:lnTo>
                      <a:pt x="1225" y="530"/>
                    </a:lnTo>
                    <a:lnTo>
                      <a:pt x="1227" y="529"/>
                    </a:lnTo>
                    <a:lnTo>
                      <a:pt x="1228" y="528"/>
                    </a:lnTo>
                    <a:lnTo>
                      <a:pt x="1230" y="527"/>
                    </a:lnTo>
                    <a:lnTo>
                      <a:pt x="1232" y="526"/>
                    </a:lnTo>
                    <a:lnTo>
                      <a:pt x="1235" y="525"/>
                    </a:lnTo>
                    <a:lnTo>
                      <a:pt x="1236" y="523"/>
                    </a:lnTo>
                    <a:lnTo>
                      <a:pt x="1239" y="522"/>
                    </a:lnTo>
                    <a:lnTo>
                      <a:pt x="1241" y="521"/>
                    </a:lnTo>
                    <a:lnTo>
                      <a:pt x="1243" y="520"/>
                    </a:lnTo>
                    <a:lnTo>
                      <a:pt x="1245" y="518"/>
                    </a:lnTo>
                    <a:lnTo>
                      <a:pt x="1246" y="516"/>
                    </a:lnTo>
                    <a:lnTo>
                      <a:pt x="1248" y="515"/>
                    </a:lnTo>
                    <a:lnTo>
                      <a:pt x="1250" y="513"/>
                    </a:lnTo>
                    <a:lnTo>
                      <a:pt x="1253" y="512"/>
                    </a:lnTo>
                    <a:lnTo>
                      <a:pt x="1255" y="511"/>
                    </a:lnTo>
                    <a:lnTo>
                      <a:pt x="1257" y="509"/>
                    </a:lnTo>
                    <a:lnTo>
                      <a:pt x="1261" y="507"/>
                    </a:lnTo>
                    <a:lnTo>
                      <a:pt x="1263" y="506"/>
                    </a:lnTo>
                    <a:lnTo>
                      <a:pt x="1266" y="504"/>
                    </a:lnTo>
                    <a:lnTo>
                      <a:pt x="1269" y="502"/>
                    </a:lnTo>
                    <a:lnTo>
                      <a:pt x="1272" y="500"/>
                    </a:lnTo>
                    <a:lnTo>
                      <a:pt x="1275" y="497"/>
                    </a:lnTo>
                    <a:lnTo>
                      <a:pt x="1280" y="495"/>
                    </a:lnTo>
                    <a:lnTo>
                      <a:pt x="1282" y="494"/>
                    </a:lnTo>
                    <a:lnTo>
                      <a:pt x="1285" y="492"/>
                    </a:lnTo>
                    <a:lnTo>
                      <a:pt x="1287" y="491"/>
                    </a:lnTo>
                    <a:lnTo>
                      <a:pt x="1289" y="489"/>
                    </a:lnTo>
                    <a:lnTo>
                      <a:pt x="1291" y="488"/>
                    </a:lnTo>
                    <a:lnTo>
                      <a:pt x="1293" y="487"/>
                    </a:lnTo>
                    <a:lnTo>
                      <a:pt x="1295" y="486"/>
                    </a:lnTo>
                    <a:lnTo>
                      <a:pt x="1296" y="485"/>
                    </a:lnTo>
                    <a:lnTo>
                      <a:pt x="1299" y="484"/>
                    </a:lnTo>
                    <a:lnTo>
                      <a:pt x="1300" y="482"/>
                    </a:lnTo>
                    <a:lnTo>
                      <a:pt x="1302" y="482"/>
                    </a:lnTo>
                    <a:lnTo>
                      <a:pt x="1303" y="481"/>
                    </a:lnTo>
                    <a:lnTo>
                      <a:pt x="1304" y="480"/>
                    </a:lnTo>
                    <a:lnTo>
                      <a:pt x="1306" y="479"/>
                    </a:lnTo>
                    <a:lnTo>
                      <a:pt x="1307" y="477"/>
                    </a:lnTo>
                    <a:lnTo>
                      <a:pt x="1308" y="476"/>
                    </a:lnTo>
                    <a:lnTo>
                      <a:pt x="1310" y="475"/>
                    </a:lnTo>
                    <a:lnTo>
                      <a:pt x="1311" y="474"/>
                    </a:lnTo>
                    <a:lnTo>
                      <a:pt x="1312" y="472"/>
                    </a:lnTo>
                    <a:lnTo>
                      <a:pt x="1313" y="471"/>
                    </a:lnTo>
                    <a:lnTo>
                      <a:pt x="1315" y="470"/>
                    </a:lnTo>
                    <a:lnTo>
                      <a:pt x="1317" y="469"/>
                    </a:lnTo>
                    <a:lnTo>
                      <a:pt x="1319" y="468"/>
                    </a:lnTo>
                    <a:lnTo>
                      <a:pt x="1320" y="466"/>
                    </a:lnTo>
                    <a:lnTo>
                      <a:pt x="1322" y="465"/>
                    </a:lnTo>
                    <a:lnTo>
                      <a:pt x="1325" y="464"/>
                    </a:lnTo>
                    <a:lnTo>
                      <a:pt x="1327" y="462"/>
                    </a:lnTo>
                    <a:lnTo>
                      <a:pt x="1329" y="461"/>
                    </a:lnTo>
                    <a:lnTo>
                      <a:pt x="1331" y="458"/>
                    </a:lnTo>
                    <a:lnTo>
                      <a:pt x="1333" y="456"/>
                    </a:lnTo>
                    <a:lnTo>
                      <a:pt x="1336" y="455"/>
                    </a:lnTo>
                    <a:lnTo>
                      <a:pt x="1338" y="453"/>
                    </a:lnTo>
                    <a:lnTo>
                      <a:pt x="1339" y="452"/>
                    </a:lnTo>
                    <a:lnTo>
                      <a:pt x="1341" y="450"/>
                    </a:lnTo>
                    <a:lnTo>
                      <a:pt x="1343" y="449"/>
                    </a:lnTo>
                    <a:lnTo>
                      <a:pt x="1344" y="448"/>
                    </a:lnTo>
                    <a:lnTo>
                      <a:pt x="1346" y="447"/>
                    </a:lnTo>
                    <a:lnTo>
                      <a:pt x="1347" y="446"/>
                    </a:lnTo>
                    <a:lnTo>
                      <a:pt x="1348" y="445"/>
                    </a:lnTo>
                    <a:lnTo>
                      <a:pt x="1350" y="444"/>
                    </a:lnTo>
                    <a:lnTo>
                      <a:pt x="1351" y="443"/>
                    </a:lnTo>
                    <a:lnTo>
                      <a:pt x="1352" y="442"/>
                    </a:lnTo>
                    <a:lnTo>
                      <a:pt x="1353" y="441"/>
                    </a:lnTo>
                    <a:lnTo>
                      <a:pt x="1354" y="440"/>
                    </a:lnTo>
                    <a:lnTo>
                      <a:pt x="1357" y="438"/>
                    </a:lnTo>
                    <a:lnTo>
                      <a:pt x="1358" y="438"/>
                    </a:lnTo>
                    <a:lnTo>
                      <a:pt x="1359" y="437"/>
                    </a:lnTo>
                    <a:lnTo>
                      <a:pt x="1360" y="436"/>
                    </a:lnTo>
                    <a:lnTo>
                      <a:pt x="1361" y="435"/>
                    </a:lnTo>
                    <a:lnTo>
                      <a:pt x="1363" y="434"/>
                    </a:lnTo>
                    <a:lnTo>
                      <a:pt x="1364" y="433"/>
                    </a:lnTo>
                    <a:lnTo>
                      <a:pt x="1365" y="432"/>
                    </a:lnTo>
                    <a:lnTo>
                      <a:pt x="1367" y="431"/>
                    </a:lnTo>
                    <a:lnTo>
                      <a:pt x="1370" y="430"/>
                    </a:lnTo>
                    <a:lnTo>
                      <a:pt x="1371" y="429"/>
                    </a:lnTo>
                    <a:lnTo>
                      <a:pt x="1373" y="427"/>
                    </a:lnTo>
                    <a:lnTo>
                      <a:pt x="1376" y="425"/>
                    </a:lnTo>
                    <a:lnTo>
                      <a:pt x="1378" y="424"/>
                    </a:lnTo>
                    <a:lnTo>
                      <a:pt x="1380" y="422"/>
                    </a:lnTo>
                    <a:lnTo>
                      <a:pt x="1382" y="421"/>
                    </a:lnTo>
                    <a:lnTo>
                      <a:pt x="1385" y="418"/>
                    </a:lnTo>
                    <a:lnTo>
                      <a:pt x="1387" y="417"/>
                    </a:lnTo>
                    <a:lnTo>
                      <a:pt x="1389" y="415"/>
                    </a:lnTo>
                    <a:lnTo>
                      <a:pt x="1392" y="414"/>
                    </a:lnTo>
                    <a:lnTo>
                      <a:pt x="1395" y="412"/>
                    </a:lnTo>
                    <a:lnTo>
                      <a:pt x="1397" y="411"/>
                    </a:lnTo>
                    <a:lnTo>
                      <a:pt x="1398" y="410"/>
                    </a:lnTo>
                    <a:lnTo>
                      <a:pt x="1400" y="408"/>
                    </a:lnTo>
                    <a:lnTo>
                      <a:pt x="1402" y="407"/>
                    </a:lnTo>
                    <a:lnTo>
                      <a:pt x="1403" y="406"/>
                    </a:lnTo>
                    <a:lnTo>
                      <a:pt x="1405" y="405"/>
                    </a:lnTo>
                    <a:lnTo>
                      <a:pt x="1406" y="404"/>
                    </a:lnTo>
                    <a:lnTo>
                      <a:pt x="1407" y="403"/>
                    </a:lnTo>
                    <a:lnTo>
                      <a:pt x="1409" y="402"/>
                    </a:lnTo>
                    <a:lnTo>
                      <a:pt x="1410" y="400"/>
                    </a:lnTo>
                    <a:lnTo>
                      <a:pt x="1411" y="399"/>
                    </a:lnTo>
                    <a:lnTo>
                      <a:pt x="1415" y="398"/>
                    </a:lnTo>
                    <a:lnTo>
                      <a:pt x="1416" y="396"/>
                    </a:lnTo>
                    <a:lnTo>
                      <a:pt x="1417" y="395"/>
                    </a:lnTo>
                    <a:lnTo>
                      <a:pt x="1419" y="394"/>
                    </a:lnTo>
                    <a:lnTo>
                      <a:pt x="1420" y="393"/>
                    </a:lnTo>
                    <a:lnTo>
                      <a:pt x="1421" y="391"/>
                    </a:lnTo>
                    <a:lnTo>
                      <a:pt x="1423" y="390"/>
                    </a:lnTo>
                    <a:lnTo>
                      <a:pt x="1424" y="388"/>
                    </a:lnTo>
                    <a:lnTo>
                      <a:pt x="1426" y="387"/>
                    </a:lnTo>
                    <a:lnTo>
                      <a:pt x="1428" y="385"/>
                    </a:lnTo>
                    <a:lnTo>
                      <a:pt x="1429" y="382"/>
                    </a:lnTo>
                    <a:lnTo>
                      <a:pt x="1431" y="379"/>
                    </a:lnTo>
                    <a:lnTo>
                      <a:pt x="1434" y="377"/>
                    </a:lnTo>
                    <a:lnTo>
                      <a:pt x="1436" y="374"/>
                    </a:lnTo>
                    <a:lnTo>
                      <a:pt x="1439" y="372"/>
                    </a:lnTo>
                    <a:lnTo>
                      <a:pt x="1441" y="369"/>
                    </a:lnTo>
                    <a:lnTo>
                      <a:pt x="1444" y="367"/>
                    </a:lnTo>
                    <a:lnTo>
                      <a:pt x="1446" y="364"/>
                    </a:lnTo>
                    <a:lnTo>
                      <a:pt x="1449" y="360"/>
                    </a:lnTo>
                    <a:lnTo>
                      <a:pt x="1452" y="358"/>
                    </a:lnTo>
                    <a:lnTo>
                      <a:pt x="1454" y="356"/>
                    </a:lnTo>
                    <a:lnTo>
                      <a:pt x="1456" y="354"/>
                    </a:lnTo>
                    <a:lnTo>
                      <a:pt x="1458" y="352"/>
                    </a:lnTo>
                    <a:lnTo>
                      <a:pt x="1461" y="350"/>
                    </a:lnTo>
                    <a:lnTo>
                      <a:pt x="1463" y="348"/>
                    </a:lnTo>
                    <a:lnTo>
                      <a:pt x="1464" y="346"/>
                    </a:lnTo>
                    <a:lnTo>
                      <a:pt x="1466" y="344"/>
                    </a:lnTo>
                    <a:lnTo>
                      <a:pt x="1467" y="343"/>
                    </a:lnTo>
                    <a:lnTo>
                      <a:pt x="1469" y="340"/>
                    </a:lnTo>
                    <a:lnTo>
                      <a:pt x="1470" y="338"/>
                    </a:lnTo>
                    <a:lnTo>
                      <a:pt x="1473" y="336"/>
                    </a:lnTo>
                    <a:lnTo>
                      <a:pt x="1474" y="334"/>
                    </a:lnTo>
                    <a:lnTo>
                      <a:pt x="1476" y="333"/>
                    </a:lnTo>
                    <a:lnTo>
                      <a:pt x="1477" y="331"/>
                    </a:lnTo>
                    <a:lnTo>
                      <a:pt x="1479" y="329"/>
                    </a:lnTo>
                    <a:lnTo>
                      <a:pt x="1480" y="327"/>
                    </a:lnTo>
                    <a:lnTo>
                      <a:pt x="1482" y="326"/>
                    </a:lnTo>
                    <a:lnTo>
                      <a:pt x="1483" y="324"/>
                    </a:lnTo>
                    <a:lnTo>
                      <a:pt x="1485" y="321"/>
                    </a:lnTo>
                    <a:lnTo>
                      <a:pt x="1487" y="319"/>
                    </a:lnTo>
                    <a:lnTo>
                      <a:pt x="1489" y="316"/>
                    </a:lnTo>
                    <a:lnTo>
                      <a:pt x="1492" y="314"/>
                    </a:lnTo>
                    <a:lnTo>
                      <a:pt x="1494" y="312"/>
                    </a:lnTo>
                    <a:lnTo>
                      <a:pt x="1496" y="309"/>
                    </a:lnTo>
                    <a:lnTo>
                      <a:pt x="1498" y="306"/>
                    </a:lnTo>
                    <a:lnTo>
                      <a:pt x="1501" y="302"/>
                    </a:lnTo>
                    <a:lnTo>
                      <a:pt x="1505" y="299"/>
                    </a:lnTo>
                    <a:lnTo>
                      <a:pt x="1507" y="295"/>
                    </a:lnTo>
                    <a:lnTo>
                      <a:pt x="1512" y="291"/>
                    </a:lnTo>
                    <a:lnTo>
                      <a:pt x="1515" y="287"/>
                    </a:lnTo>
                    <a:lnTo>
                      <a:pt x="1517" y="283"/>
                    </a:lnTo>
                    <a:lnTo>
                      <a:pt x="1520" y="280"/>
                    </a:lnTo>
                    <a:lnTo>
                      <a:pt x="1523" y="277"/>
                    </a:lnTo>
                    <a:lnTo>
                      <a:pt x="1525" y="274"/>
                    </a:lnTo>
                    <a:lnTo>
                      <a:pt x="1527" y="271"/>
                    </a:lnTo>
                    <a:lnTo>
                      <a:pt x="1530" y="268"/>
                    </a:lnTo>
                    <a:lnTo>
                      <a:pt x="1532" y="266"/>
                    </a:lnTo>
                    <a:lnTo>
                      <a:pt x="1534" y="263"/>
                    </a:lnTo>
                    <a:lnTo>
                      <a:pt x="1536" y="260"/>
                    </a:lnTo>
                    <a:lnTo>
                      <a:pt x="1538" y="258"/>
                    </a:lnTo>
                    <a:lnTo>
                      <a:pt x="1539" y="256"/>
                    </a:lnTo>
                    <a:lnTo>
                      <a:pt x="1541" y="254"/>
                    </a:lnTo>
                    <a:lnTo>
                      <a:pt x="1543" y="252"/>
                    </a:lnTo>
                    <a:lnTo>
                      <a:pt x="1544" y="250"/>
                    </a:lnTo>
                    <a:lnTo>
                      <a:pt x="1546" y="247"/>
                    </a:lnTo>
                    <a:lnTo>
                      <a:pt x="1547" y="244"/>
                    </a:lnTo>
                    <a:lnTo>
                      <a:pt x="1551" y="242"/>
                    </a:lnTo>
                    <a:lnTo>
                      <a:pt x="1552" y="240"/>
                    </a:lnTo>
                    <a:lnTo>
                      <a:pt x="1554" y="238"/>
                    </a:lnTo>
                    <a:lnTo>
                      <a:pt x="1556" y="235"/>
                    </a:lnTo>
                    <a:lnTo>
                      <a:pt x="1557" y="233"/>
                    </a:lnTo>
                    <a:lnTo>
                      <a:pt x="1559" y="231"/>
                    </a:lnTo>
                    <a:lnTo>
                      <a:pt x="1561" y="228"/>
                    </a:lnTo>
                    <a:lnTo>
                      <a:pt x="1563" y="224"/>
                    </a:lnTo>
                    <a:lnTo>
                      <a:pt x="1565" y="221"/>
                    </a:lnTo>
                    <a:lnTo>
                      <a:pt x="1569" y="218"/>
                    </a:lnTo>
                    <a:lnTo>
                      <a:pt x="1571" y="215"/>
                    </a:lnTo>
                    <a:lnTo>
                      <a:pt x="1574" y="211"/>
                    </a:lnTo>
                    <a:lnTo>
                      <a:pt x="1576" y="208"/>
                    </a:lnTo>
                    <a:lnTo>
                      <a:pt x="1579" y="203"/>
                    </a:lnTo>
                    <a:lnTo>
                      <a:pt x="1582" y="197"/>
                    </a:lnTo>
                    <a:lnTo>
                      <a:pt x="1585" y="193"/>
                    </a:lnTo>
                    <a:lnTo>
                      <a:pt x="1589" y="189"/>
                    </a:lnTo>
                    <a:lnTo>
                      <a:pt x="1592" y="184"/>
                    </a:lnTo>
                    <a:lnTo>
                      <a:pt x="1595" y="181"/>
                    </a:lnTo>
                    <a:lnTo>
                      <a:pt x="1598" y="178"/>
                    </a:lnTo>
                    <a:lnTo>
                      <a:pt x="1600" y="174"/>
                    </a:lnTo>
                    <a:lnTo>
                      <a:pt x="1602" y="171"/>
                    </a:lnTo>
                    <a:lnTo>
                      <a:pt x="1604" y="169"/>
                    </a:lnTo>
                    <a:lnTo>
                      <a:pt x="1607" y="165"/>
                    </a:lnTo>
                    <a:lnTo>
                      <a:pt x="1609" y="162"/>
                    </a:lnTo>
                    <a:lnTo>
                      <a:pt x="1610" y="160"/>
                    </a:lnTo>
                    <a:lnTo>
                      <a:pt x="1612" y="156"/>
                    </a:lnTo>
                    <a:lnTo>
                      <a:pt x="1614" y="154"/>
                    </a:lnTo>
                    <a:lnTo>
                      <a:pt x="1615" y="152"/>
                    </a:lnTo>
                    <a:lnTo>
                      <a:pt x="1617" y="150"/>
                    </a:lnTo>
                    <a:lnTo>
                      <a:pt x="1618" y="146"/>
                    </a:lnTo>
                    <a:lnTo>
                      <a:pt x="1620" y="144"/>
                    </a:lnTo>
                    <a:lnTo>
                      <a:pt x="1622" y="142"/>
                    </a:lnTo>
                    <a:lnTo>
                      <a:pt x="1623" y="140"/>
                    </a:lnTo>
                    <a:lnTo>
                      <a:pt x="1625" y="137"/>
                    </a:lnTo>
                    <a:lnTo>
                      <a:pt x="1628" y="135"/>
                    </a:lnTo>
                    <a:lnTo>
                      <a:pt x="1630" y="132"/>
                    </a:lnTo>
                    <a:lnTo>
                      <a:pt x="1632" y="130"/>
                    </a:lnTo>
                    <a:lnTo>
                      <a:pt x="1634" y="126"/>
                    </a:lnTo>
                    <a:lnTo>
                      <a:pt x="1636" y="123"/>
                    </a:lnTo>
                    <a:lnTo>
                      <a:pt x="1638" y="120"/>
                    </a:lnTo>
                    <a:lnTo>
                      <a:pt x="1641" y="117"/>
                    </a:lnTo>
                    <a:lnTo>
                      <a:pt x="1644" y="112"/>
                    </a:lnTo>
                    <a:lnTo>
                      <a:pt x="1647" y="107"/>
                    </a:lnTo>
                    <a:lnTo>
                      <a:pt x="1650" y="104"/>
                    </a:lnTo>
                    <a:lnTo>
                      <a:pt x="1653" y="99"/>
                    </a:lnTo>
                    <a:lnTo>
                      <a:pt x="1656" y="95"/>
                    </a:lnTo>
                    <a:lnTo>
                      <a:pt x="1660" y="91"/>
                    </a:lnTo>
                    <a:lnTo>
                      <a:pt x="1663" y="86"/>
                    </a:lnTo>
                    <a:lnTo>
                      <a:pt x="1666" y="82"/>
                    </a:lnTo>
                    <a:lnTo>
                      <a:pt x="1669" y="78"/>
                    </a:lnTo>
                    <a:lnTo>
                      <a:pt x="1672" y="75"/>
                    </a:lnTo>
                    <a:lnTo>
                      <a:pt x="1674" y="72"/>
                    </a:lnTo>
                    <a:lnTo>
                      <a:pt x="1676" y="68"/>
                    </a:lnTo>
                    <a:lnTo>
                      <a:pt x="1678" y="64"/>
                    </a:lnTo>
                    <a:lnTo>
                      <a:pt x="1680" y="61"/>
                    </a:lnTo>
                    <a:lnTo>
                      <a:pt x="1682" y="58"/>
                    </a:lnTo>
                    <a:lnTo>
                      <a:pt x="1686" y="56"/>
                    </a:lnTo>
                    <a:lnTo>
                      <a:pt x="1687" y="54"/>
                    </a:lnTo>
                    <a:lnTo>
                      <a:pt x="1689" y="50"/>
                    </a:lnTo>
                    <a:lnTo>
                      <a:pt x="1690" y="48"/>
                    </a:lnTo>
                    <a:lnTo>
                      <a:pt x="1692" y="46"/>
                    </a:lnTo>
                    <a:lnTo>
                      <a:pt x="1693" y="44"/>
                    </a:lnTo>
                    <a:lnTo>
                      <a:pt x="1694" y="42"/>
                    </a:lnTo>
                    <a:lnTo>
                      <a:pt x="1696" y="40"/>
                    </a:lnTo>
                    <a:lnTo>
                      <a:pt x="1697" y="38"/>
                    </a:lnTo>
                    <a:lnTo>
                      <a:pt x="1698" y="36"/>
                    </a:lnTo>
                    <a:lnTo>
                      <a:pt x="1700" y="34"/>
                    </a:lnTo>
                    <a:lnTo>
                      <a:pt x="1701" y="31"/>
                    </a:lnTo>
                    <a:lnTo>
                      <a:pt x="1702" y="28"/>
                    </a:lnTo>
                    <a:lnTo>
                      <a:pt x="1705" y="26"/>
                    </a:lnTo>
                    <a:lnTo>
                      <a:pt x="1706" y="23"/>
                    </a:lnTo>
                    <a:lnTo>
                      <a:pt x="1708" y="20"/>
                    </a:lnTo>
                    <a:lnTo>
                      <a:pt x="1709" y="17"/>
                    </a:lnTo>
                    <a:lnTo>
                      <a:pt x="1711" y="14"/>
                    </a:lnTo>
                    <a:lnTo>
                      <a:pt x="1713" y="10"/>
                    </a:lnTo>
                    <a:lnTo>
                      <a:pt x="1714" y="7"/>
                    </a:lnTo>
                    <a:lnTo>
                      <a:pt x="1716" y="4"/>
                    </a:lnTo>
                    <a:lnTo>
                      <a:pt x="171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22">
                <a:extLst>
                  <a:ext uri="{FF2B5EF4-FFF2-40B4-BE49-F238E27FC236}">
                    <a16:creationId xmlns:a16="http://schemas.microsoft.com/office/drawing/2014/main" id="{4822120D-A4C9-4CC4-8839-532F4242A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067" y="1693706"/>
                <a:ext cx="74498" cy="272724"/>
              </a:xfrm>
              <a:custGeom>
                <a:avLst/>
                <a:gdLst>
                  <a:gd name="T0" fmla="*/ 0 w 203"/>
                  <a:gd name="T1" fmla="*/ 0 h 688"/>
                  <a:gd name="T2" fmla="*/ 0 w 203"/>
                  <a:gd name="T3" fmla="*/ 0 h 688"/>
                  <a:gd name="T4" fmla="*/ 0 w 203"/>
                  <a:gd name="T5" fmla="*/ 0 h 688"/>
                  <a:gd name="T6" fmla="*/ 0 w 203"/>
                  <a:gd name="T7" fmla="*/ 0 h 688"/>
                  <a:gd name="T8" fmla="*/ 0 w 203"/>
                  <a:gd name="T9" fmla="*/ 0 h 688"/>
                  <a:gd name="T10" fmla="*/ 0 w 203"/>
                  <a:gd name="T11" fmla="*/ 0 h 688"/>
                  <a:gd name="T12" fmla="*/ 0 w 203"/>
                  <a:gd name="T13" fmla="*/ 0 h 688"/>
                  <a:gd name="T14" fmla="*/ 0 w 203"/>
                  <a:gd name="T15" fmla="*/ 0 h 688"/>
                  <a:gd name="T16" fmla="*/ 0 w 203"/>
                  <a:gd name="T17" fmla="*/ 0 h 688"/>
                  <a:gd name="T18" fmla="*/ 0 w 203"/>
                  <a:gd name="T19" fmla="*/ 0 h 688"/>
                  <a:gd name="T20" fmla="*/ 0 w 203"/>
                  <a:gd name="T21" fmla="*/ 0 h 688"/>
                  <a:gd name="T22" fmla="*/ 0 w 203"/>
                  <a:gd name="T23" fmla="*/ 0 h 688"/>
                  <a:gd name="T24" fmla="*/ 0 w 203"/>
                  <a:gd name="T25" fmla="*/ 0 h 688"/>
                  <a:gd name="T26" fmla="*/ 0 w 203"/>
                  <a:gd name="T27" fmla="*/ 0 h 688"/>
                  <a:gd name="T28" fmla="*/ 0 w 203"/>
                  <a:gd name="T29" fmla="*/ 0 h 688"/>
                  <a:gd name="T30" fmla="*/ 0 w 203"/>
                  <a:gd name="T31" fmla="*/ 0 h 688"/>
                  <a:gd name="T32" fmla="*/ 0 w 203"/>
                  <a:gd name="T33" fmla="*/ 0 h 688"/>
                  <a:gd name="T34" fmla="*/ 0 w 203"/>
                  <a:gd name="T35" fmla="*/ 0 h 688"/>
                  <a:gd name="T36" fmla="*/ 0 w 203"/>
                  <a:gd name="T37" fmla="*/ 0 h 688"/>
                  <a:gd name="T38" fmla="*/ 0 w 203"/>
                  <a:gd name="T39" fmla="*/ 0 h 688"/>
                  <a:gd name="T40" fmla="*/ 0 w 203"/>
                  <a:gd name="T41" fmla="*/ 0 h 688"/>
                  <a:gd name="T42" fmla="*/ 0 w 203"/>
                  <a:gd name="T43" fmla="*/ 0 h 688"/>
                  <a:gd name="T44" fmla="*/ 0 w 203"/>
                  <a:gd name="T45" fmla="*/ 0 h 688"/>
                  <a:gd name="T46" fmla="*/ 0 w 203"/>
                  <a:gd name="T47" fmla="*/ 0 h 688"/>
                  <a:gd name="T48" fmla="*/ 0 w 203"/>
                  <a:gd name="T49" fmla="*/ 0 h 688"/>
                  <a:gd name="T50" fmla="*/ 0 w 203"/>
                  <a:gd name="T51" fmla="*/ 0 h 688"/>
                  <a:gd name="T52" fmla="*/ 0 w 203"/>
                  <a:gd name="T53" fmla="*/ 0 h 688"/>
                  <a:gd name="T54" fmla="*/ 0 w 203"/>
                  <a:gd name="T55" fmla="*/ 0 h 688"/>
                  <a:gd name="T56" fmla="*/ 0 w 203"/>
                  <a:gd name="T57" fmla="*/ 0 h 688"/>
                  <a:gd name="T58" fmla="*/ 0 w 203"/>
                  <a:gd name="T59" fmla="*/ 0 h 688"/>
                  <a:gd name="T60" fmla="*/ 0 w 203"/>
                  <a:gd name="T61" fmla="*/ 0 h 688"/>
                  <a:gd name="T62" fmla="*/ 0 w 203"/>
                  <a:gd name="T63" fmla="*/ 0 h 688"/>
                  <a:gd name="T64" fmla="*/ 0 w 203"/>
                  <a:gd name="T65" fmla="*/ 0 h 688"/>
                  <a:gd name="T66" fmla="*/ 0 w 203"/>
                  <a:gd name="T67" fmla="*/ 0 h 688"/>
                  <a:gd name="T68" fmla="*/ 0 w 203"/>
                  <a:gd name="T69" fmla="*/ 0 h 688"/>
                  <a:gd name="T70" fmla="*/ 0 w 203"/>
                  <a:gd name="T71" fmla="*/ 0 h 688"/>
                  <a:gd name="T72" fmla="*/ 0 w 203"/>
                  <a:gd name="T73" fmla="*/ 0 h 688"/>
                  <a:gd name="T74" fmla="*/ 0 w 203"/>
                  <a:gd name="T75" fmla="*/ 0 h 688"/>
                  <a:gd name="T76" fmla="*/ 0 w 203"/>
                  <a:gd name="T77" fmla="*/ 0 h 688"/>
                  <a:gd name="T78" fmla="*/ 0 w 203"/>
                  <a:gd name="T79" fmla="*/ 0 h 688"/>
                  <a:gd name="T80" fmla="*/ 0 w 203"/>
                  <a:gd name="T81" fmla="*/ 0 h 688"/>
                  <a:gd name="T82" fmla="*/ 0 w 203"/>
                  <a:gd name="T83" fmla="*/ 0 h 688"/>
                  <a:gd name="T84" fmla="*/ 0 w 203"/>
                  <a:gd name="T85" fmla="*/ 0 h 688"/>
                  <a:gd name="T86" fmla="*/ 0 w 203"/>
                  <a:gd name="T87" fmla="*/ 0 h 688"/>
                  <a:gd name="T88" fmla="*/ 0 w 203"/>
                  <a:gd name="T89" fmla="*/ 0 h 688"/>
                  <a:gd name="T90" fmla="*/ 0 w 203"/>
                  <a:gd name="T91" fmla="*/ 0 h 688"/>
                  <a:gd name="T92" fmla="*/ 0 w 203"/>
                  <a:gd name="T93" fmla="*/ 0 h 688"/>
                  <a:gd name="T94" fmla="*/ 0 w 203"/>
                  <a:gd name="T95" fmla="*/ 0 h 688"/>
                  <a:gd name="T96" fmla="*/ 0 w 203"/>
                  <a:gd name="T97" fmla="*/ 0 h 688"/>
                  <a:gd name="T98" fmla="*/ 0 w 203"/>
                  <a:gd name="T99" fmla="*/ 0 h 688"/>
                  <a:gd name="T100" fmla="*/ 0 w 203"/>
                  <a:gd name="T101" fmla="*/ 0 h 688"/>
                  <a:gd name="T102" fmla="*/ 0 w 203"/>
                  <a:gd name="T103" fmla="*/ 0 h 688"/>
                  <a:gd name="T104" fmla="*/ 0 w 203"/>
                  <a:gd name="T105" fmla="*/ 0 h 688"/>
                  <a:gd name="T106" fmla="*/ 0 w 203"/>
                  <a:gd name="T107" fmla="*/ 0 h 688"/>
                  <a:gd name="T108" fmla="*/ 0 w 203"/>
                  <a:gd name="T109" fmla="*/ 0 h 688"/>
                  <a:gd name="T110" fmla="*/ 0 w 203"/>
                  <a:gd name="T111" fmla="*/ 0 h 688"/>
                  <a:gd name="T112" fmla="*/ 0 w 203"/>
                  <a:gd name="T113" fmla="*/ 0 h 68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8"/>
                  <a:gd name="T173" fmla="*/ 203 w 203"/>
                  <a:gd name="T174" fmla="*/ 688 h 68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8">
                    <a:moveTo>
                      <a:pt x="0" y="0"/>
                    </a:moveTo>
                    <a:lnTo>
                      <a:pt x="4" y="8"/>
                    </a:lnTo>
                    <a:lnTo>
                      <a:pt x="8" y="15"/>
                    </a:lnTo>
                    <a:lnTo>
                      <a:pt x="12" y="22"/>
                    </a:lnTo>
                    <a:lnTo>
                      <a:pt x="15" y="28"/>
                    </a:lnTo>
                    <a:lnTo>
                      <a:pt x="19" y="34"/>
                    </a:lnTo>
                    <a:lnTo>
                      <a:pt x="22" y="39"/>
                    </a:lnTo>
                    <a:lnTo>
                      <a:pt x="24" y="45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8"/>
                    </a:lnTo>
                    <a:lnTo>
                      <a:pt x="34" y="62"/>
                    </a:lnTo>
                    <a:lnTo>
                      <a:pt x="37" y="66"/>
                    </a:lnTo>
                    <a:lnTo>
                      <a:pt x="39" y="69"/>
                    </a:lnTo>
                    <a:lnTo>
                      <a:pt x="40" y="72"/>
                    </a:lnTo>
                    <a:lnTo>
                      <a:pt x="42" y="75"/>
                    </a:lnTo>
                    <a:lnTo>
                      <a:pt x="43" y="80"/>
                    </a:lnTo>
                    <a:lnTo>
                      <a:pt x="45" y="82"/>
                    </a:lnTo>
                    <a:lnTo>
                      <a:pt x="46" y="85"/>
                    </a:lnTo>
                    <a:lnTo>
                      <a:pt x="47" y="87"/>
                    </a:lnTo>
                    <a:lnTo>
                      <a:pt x="48" y="90"/>
                    </a:lnTo>
                    <a:lnTo>
                      <a:pt x="50" y="92"/>
                    </a:lnTo>
                    <a:lnTo>
                      <a:pt x="51" y="95"/>
                    </a:lnTo>
                    <a:lnTo>
                      <a:pt x="52" y="97"/>
                    </a:lnTo>
                    <a:lnTo>
                      <a:pt x="53" y="101"/>
                    </a:lnTo>
                    <a:lnTo>
                      <a:pt x="54" y="104"/>
                    </a:lnTo>
                    <a:lnTo>
                      <a:pt x="55" y="106"/>
                    </a:lnTo>
                    <a:lnTo>
                      <a:pt x="57" y="109"/>
                    </a:lnTo>
                    <a:lnTo>
                      <a:pt x="59" y="112"/>
                    </a:lnTo>
                    <a:lnTo>
                      <a:pt x="60" y="115"/>
                    </a:lnTo>
                    <a:lnTo>
                      <a:pt x="61" y="119"/>
                    </a:lnTo>
                    <a:lnTo>
                      <a:pt x="63" y="123"/>
                    </a:lnTo>
                    <a:lnTo>
                      <a:pt x="64" y="127"/>
                    </a:lnTo>
                    <a:lnTo>
                      <a:pt x="66" y="131"/>
                    </a:lnTo>
                    <a:lnTo>
                      <a:pt x="67" y="134"/>
                    </a:lnTo>
                    <a:lnTo>
                      <a:pt x="68" y="139"/>
                    </a:lnTo>
                    <a:lnTo>
                      <a:pt x="70" y="142"/>
                    </a:lnTo>
                    <a:lnTo>
                      <a:pt x="71" y="144"/>
                    </a:lnTo>
                    <a:lnTo>
                      <a:pt x="72" y="147"/>
                    </a:lnTo>
                    <a:lnTo>
                      <a:pt x="73" y="150"/>
                    </a:lnTo>
                    <a:lnTo>
                      <a:pt x="74" y="152"/>
                    </a:lnTo>
                    <a:lnTo>
                      <a:pt x="76" y="154"/>
                    </a:lnTo>
                    <a:lnTo>
                      <a:pt x="77" y="158"/>
                    </a:lnTo>
                    <a:lnTo>
                      <a:pt x="78" y="160"/>
                    </a:lnTo>
                    <a:lnTo>
                      <a:pt x="80" y="162"/>
                    </a:lnTo>
                    <a:lnTo>
                      <a:pt x="80" y="164"/>
                    </a:lnTo>
                    <a:lnTo>
                      <a:pt x="81" y="166"/>
                    </a:lnTo>
                    <a:lnTo>
                      <a:pt x="82" y="168"/>
                    </a:lnTo>
                    <a:lnTo>
                      <a:pt x="83" y="171"/>
                    </a:lnTo>
                    <a:lnTo>
                      <a:pt x="84" y="173"/>
                    </a:lnTo>
                    <a:lnTo>
                      <a:pt x="85" y="175"/>
                    </a:lnTo>
                    <a:lnTo>
                      <a:pt x="85" y="179"/>
                    </a:lnTo>
                    <a:lnTo>
                      <a:pt x="86" y="181"/>
                    </a:lnTo>
                    <a:lnTo>
                      <a:pt x="87" y="183"/>
                    </a:lnTo>
                    <a:lnTo>
                      <a:pt x="88" y="186"/>
                    </a:lnTo>
                    <a:lnTo>
                      <a:pt x="89" y="188"/>
                    </a:lnTo>
                    <a:lnTo>
                      <a:pt x="90" y="191"/>
                    </a:lnTo>
                    <a:lnTo>
                      <a:pt x="91" y="194"/>
                    </a:lnTo>
                    <a:lnTo>
                      <a:pt x="93" y="198"/>
                    </a:lnTo>
                    <a:lnTo>
                      <a:pt x="95" y="201"/>
                    </a:lnTo>
                    <a:lnTo>
                      <a:pt x="96" y="204"/>
                    </a:lnTo>
                    <a:lnTo>
                      <a:pt x="98" y="208"/>
                    </a:lnTo>
                    <a:lnTo>
                      <a:pt x="99" y="212"/>
                    </a:lnTo>
                    <a:lnTo>
                      <a:pt x="101" y="218"/>
                    </a:lnTo>
                    <a:lnTo>
                      <a:pt x="102" y="222"/>
                    </a:lnTo>
                    <a:lnTo>
                      <a:pt x="104" y="227"/>
                    </a:lnTo>
                    <a:lnTo>
                      <a:pt x="106" y="231"/>
                    </a:lnTo>
                    <a:lnTo>
                      <a:pt x="107" y="236"/>
                    </a:lnTo>
                    <a:lnTo>
                      <a:pt x="108" y="239"/>
                    </a:lnTo>
                    <a:lnTo>
                      <a:pt x="110" y="243"/>
                    </a:lnTo>
                    <a:lnTo>
                      <a:pt x="111" y="246"/>
                    </a:lnTo>
                    <a:lnTo>
                      <a:pt x="112" y="249"/>
                    </a:lnTo>
                    <a:lnTo>
                      <a:pt x="113" y="252"/>
                    </a:lnTo>
                    <a:lnTo>
                      <a:pt x="115" y="256"/>
                    </a:lnTo>
                    <a:lnTo>
                      <a:pt x="116" y="258"/>
                    </a:lnTo>
                    <a:lnTo>
                      <a:pt x="117" y="262"/>
                    </a:lnTo>
                    <a:lnTo>
                      <a:pt x="118" y="264"/>
                    </a:lnTo>
                    <a:lnTo>
                      <a:pt x="119" y="267"/>
                    </a:lnTo>
                    <a:lnTo>
                      <a:pt x="120" y="269"/>
                    </a:lnTo>
                    <a:lnTo>
                      <a:pt x="120" y="271"/>
                    </a:lnTo>
                    <a:lnTo>
                      <a:pt x="121" y="275"/>
                    </a:lnTo>
                    <a:lnTo>
                      <a:pt x="122" y="277"/>
                    </a:lnTo>
                    <a:lnTo>
                      <a:pt x="124" y="279"/>
                    </a:lnTo>
                    <a:lnTo>
                      <a:pt x="124" y="282"/>
                    </a:lnTo>
                    <a:lnTo>
                      <a:pt x="125" y="284"/>
                    </a:lnTo>
                    <a:lnTo>
                      <a:pt x="126" y="286"/>
                    </a:lnTo>
                    <a:lnTo>
                      <a:pt x="127" y="289"/>
                    </a:lnTo>
                    <a:lnTo>
                      <a:pt x="128" y="292"/>
                    </a:lnTo>
                    <a:lnTo>
                      <a:pt x="129" y="295"/>
                    </a:lnTo>
                    <a:lnTo>
                      <a:pt x="129" y="298"/>
                    </a:lnTo>
                    <a:lnTo>
                      <a:pt x="130" y="301"/>
                    </a:lnTo>
                    <a:lnTo>
                      <a:pt x="131" y="306"/>
                    </a:lnTo>
                    <a:lnTo>
                      <a:pt x="132" y="309"/>
                    </a:lnTo>
                    <a:lnTo>
                      <a:pt x="135" y="314"/>
                    </a:lnTo>
                    <a:lnTo>
                      <a:pt x="136" y="318"/>
                    </a:lnTo>
                    <a:lnTo>
                      <a:pt x="137" y="322"/>
                    </a:lnTo>
                    <a:lnTo>
                      <a:pt x="138" y="326"/>
                    </a:lnTo>
                    <a:lnTo>
                      <a:pt x="140" y="331"/>
                    </a:lnTo>
                    <a:lnTo>
                      <a:pt x="141" y="336"/>
                    </a:lnTo>
                    <a:lnTo>
                      <a:pt x="142" y="340"/>
                    </a:lnTo>
                    <a:lnTo>
                      <a:pt x="143" y="343"/>
                    </a:lnTo>
                    <a:lnTo>
                      <a:pt x="144" y="347"/>
                    </a:lnTo>
                    <a:lnTo>
                      <a:pt x="145" y="352"/>
                    </a:lnTo>
                    <a:lnTo>
                      <a:pt x="146" y="355"/>
                    </a:lnTo>
                    <a:lnTo>
                      <a:pt x="147" y="358"/>
                    </a:lnTo>
                    <a:lnTo>
                      <a:pt x="148" y="360"/>
                    </a:lnTo>
                    <a:lnTo>
                      <a:pt x="149" y="363"/>
                    </a:lnTo>
                    <a:lnTo>
                      <a:pt x="150" y="366"/>
                    </a:lnTo>
                    <a:lnTo>
                      <a:pt x="151" y="368"/>
                    </a:lnTo>
                    <a:lnTo>
                      <a:pt x="151" y="371"/>
                    </a:lnTo>
                    <a:lnTo>
                      <a:pt x="152" y="374"/>
                    </a:lnTo>
                    <a:lnTo>
                      <a:pt x="154" y="376"/>
                    </a:lnTo>
                    <a:lnTo>
                      <a:pt x="154" y="378"/>
                    </a:lnTo>
                    <a:lnTo>
                      <a:pt x="155" y="381"/>
                    </a:lnTo>
                    <a:lnTo>
                      <a:pt x="156" y="383"/>
                    </a:lnTo>
                    <a:lnTo>
                      <a:pt x="157" y="385"/>
                    </a:lnTo>
                    <a:lnTo>
                      <a:pt x="157" y="388"/>
                    </a:lnTo>
                    <a:lnTo>
                      <a:pt x="158" y="391"/>
                    </a:lnTo>
                    <a:lnTo>
                      <a:pt x="159" y="394"/>
                    </a:lnTo>
                    <a:lnTo>
                      <a:pt x="160" y="397"/>
                    </a:lnTo>
                    <a:lnTo>
                      <a:pt x="161" y="400"/>
                    </a:lnTo>
                    <a:lnTo>
                      <a:pt x="162" y="403"/>
                    </a:lnTo>
                    <a:lnTo>
                      <a:pt x="163" y="406"/>
                    </a:lnTo>
                    <a:lnTo>
                      <a:pt x="164" y="410"/>
                    </a:lnTo>
                    <a:lnTo>
                      <a:pt x="165" y="414"/>
                    </a:lnTo>
                    <a:lnTo>
                      <a:pt x="166" y="417"/>
                    </a:lnTo>
                    <a:lnTo>
                      <a:pt x="167" y="421"/>
                    </a:lnTo>
                    <a:lnTo>
                      <a:pt x="169" y="425"/>
                    </a:lnTo>
                    <a:lnTo>
                      <a:pt x="171" y="431"/>
                    </a:lnTo>
                    <a:lnTo>
                      <a:pt x="173" y="435"/>
                    </a:lnTo>
                    <a:lnTo>
                      <a:pt x="174" y="440"/>
                    </a:lnTo>
                    <a:lnTo>
                      <a:pt x="176" y="444"/>
                    </a:lnTo>
                    <a:lnTo>
                      <a:pt x="177" y="449"/>
                    </a:lnTo>
                    <a:lnTo>
                      <a:pt x="178" y="452"/>
                    </a:lnTo>
                    <a:lnTo>
                      <a:pt x="179" y="456"/>
                    </a:lnTo>
                    <a:lnTo>
                      <a:pt x="180" y="459"/>
                    </a:lnTo>
                    <a:lnTo>
                      <a:pt x="180" y="461"/>
                    </a:lnTo>
                    <a:lnTo>
                      <a:pt x="181" y="464"/>
                    </a:lnTo>
                    <a:lnTo>
                      <a:pt x="182" y="468"/>
                    </a:lnTo>
                    <a:lnTo>
                      <a:pt x="183" y="470"/>
                    </a:lnTo>
                    <a:lnTo>
                      <a:pt x="183" y="473"/>
                    </a:lnTo>
                    <a:lnTo>
                      <a:pt x="184" y="475"/>
                    </a:lnTo>
                    <a:lnTo>
                      <a:pt x="184" y="477"/>
                    </a:lnTo>
                    <a:lnTo>
                      <a:pt x="185" y="479"/>
                    </a:lnTo>
                    <a:lnTo>
                      <a:pt x="185" y="481"/>
                    </a:lnTo>
                    <a:lnTo>
                      <a:pt x="186" y="485"/>
                    </a:lnTo>
                    <a:lnTo>
                      <a:pt x="186" y="488"/>
                    </a:lnTo>
                    <a:lnTo>
                      <a:pt x="186" y="490"/>
                    </a:lnTo>
                    <a:lnTo>
                      <a:pt x="187" y="492"/>
                    </a:lnTo>
                    <a:lnTo>
                      <a:pt x="187" y="494"/>
                    </a:lnTo>
                    <a:lnTo>
                      <a:pt x="187" y="496"/>
                    </a:lnTo>
                    <a:lnTo>
                      <a:pt x="188" y="499"/>
                    </a:lnTo>
                    <a:lnTo>
                      <a:pt x="188" y="501"/>
                    </a:lnTo>
                    <a:lnTo>
                      <a:pt x="188" y="504"/>
                    </a:lnTo>
                    <a:lnTo>
                      <a:pt x="188" y="507"/>
                    </a:lnTo>
                    <a:lnTo>
                      <a:pt x="189" y="510"/>
                    </a:lnTo>
                    <a:lnTo>
                      <a:pt x="189" y="513"/>
                    </a:lnTo>
                    <a:lnTo>
                      <a:pt x="189" y="516"/>
                    </a:lnTo>
                    <a:lnTo>
                      <a:pt x="189" y="520"/>
                    </a:lnTo>
                    <a:lnTo>
                      <a:pt x="190" y="523"/>
                    </a:lnTo>
                    <a:lnTo>
                      <a:pt x="190" y="528"/>
                    </a:lnTo>
                    <a:lnTo>
                      <a:pt x="190" y="533"/>
                    </a:lnTo>
                    <a:lnTo>
                      <a:pt x="190" y="536"/>
                    </a:lnTo>
                    <a:lnTo>
                      <a:pt x="192" y="540"/>
                    </a:lnTo>
                    <a:lnTo>
                      <a:pt x="192" y="543"/>
                    </a:lnTo>
                    <a:lnTo>
                      <a:pt x="192" y="547"/>
                    </a:lnTo>
                    <a:lnTo>
                      <a:pt x="192" y="549"/>
                    </a:lnTo>
                    <a:lnTo>
                      <a:pt x="193" y="552"/>
                    </a:lnTo>
                    <a:lnTo>
                      <a:pt x="193" y="554"/>
                    </a:lnTo>
                    <a:lnTo>
                      <a:pt x="193" y="557"/>
                    </a:lnTo>
                    <a:lnTo>
                      <a:pt x="193" y="559"/>
                    </a:lnTo>
                    <a:lnTo>
                      <a:pt x="193" y="561"/>
                    </a:lnTo>
                    <a:lnTo>
                      <a:pt x="194" y="563"/>
                    </a:lnTo>
                    <a:lnTo>
                      <a:pt x="194" y="564"/>
                    </a:lnTo>
                    <a:lnTo>
                      <a:pt x="194" y="567"/>
                    </a:lnTo>
                    <a:lnTo>
                      <a:pt x="194" y="569"/>
                    </a:lnTo>
                    <a:lnTo>
                      <a:pt x="194" y="570"/>
                    </a:lnTo>
                    <a:lnTo>
                      <a:pt x="195" y="572"/>
                    </a:lnTo>
                    <a:lnTo>
                      <a:pt x="195" y="573"/>
                    </a:lnTo>
                    <a:lnTo>
                      <a:pt x="195" y="576"/>
                    </a:lnTo>
                    <a:lnTo>
                      <a:pt x="195" y="577"/>
                    </a:lnTo>
                    <a:lnTo>
                      <a:pt x="196" y="579"/>
                    </a:lnTo>
                    <a:lnTo>
                      <a:pt x="196" y="580"/>
                    </a:lnTo>
                    <a:lnTo>
                      <a:pt x="196" y="582"/>
                    </a:lnTo>
                    <a:lnTo>
                      <a:pt x="196" y="583"/>
                    </a:lnTo>
                    <a:lnTo>
                      <a:pt x="197" y="586"/>
                    </a:lnTo>
                    <a:lnTo>
                      <a:pt x="197" y="588"/>
                    </a:lnTo>
                    <a:lnTo>
                      <a:pt x="197" y="589"/>
                    </a:lnTo>
                    <a:lnTo>
                      <a:pt x="198" y="591"/>
                    </a:lnTo>
                    <a:lnTo>
                      <a:pt x="198" y="593"/>
                    </a:lnTo>
                    <a:lnTo>
                      <a:pt x="199" y="595"/>
                    </a:lnTo>
                    <a:lnTo>
                      <a:pt x="199" y="597"/>
                    </a:lnTo>
                    <a:lnTo>
                      <a:pt x="199" y="600"/>
                    </a:lnTo>
                    <a:lnTo>
                      <a:pt x="200" y="602"/>
                    </a:lnTo>
                    <a:lnTo>
                      <a:pt x="200" y="605"/>
                    </a:lnTo>
                    <a:lnTo>
                      <a:pt x="201" y="607"/>
                    </a:lnTo>
                    <a:lnTo>
                      <a:pt x="201" y="609"/>
                    </a:lnTo>
                    <a:lnTo>
                      <a:pt x="201" y="611"/>
                    </a:lnTo>
                    <a:lnTo>
                      <a:pt x="202" y="612"/>
                    </a:lnTo>
                    <a:lnTo>
                      <a:pt x="202" y="614"/>
                    </a:lnTo>
                    <a:lnTo>
                      <a:pt x="202" y="616"/>
                    </a:lnTo>
                    <a:lnTo>
                      <a:pt x="202" y="618"/>
                    </a:lnTo>
                    <a:lnTo>
                      <a:pt x="203" y="620"/>
                    </a:lnTo>
                    <a:lnTo>
                      <a:pt x="203" y="622"/>
                    </a:lnTo>
                    <a:lnTo>
                      <a:pt x="203" y="624"/>
                    </a:lnTo>
                    <a:lnTo>
                      <a:pt x="203" y="626"/>
                    </a:lnTo>
                    <a:lnTo>
                      <a:pt x="203" y="628"/>
                    </a:lnTo>
                    <a:lnTo>
                      <a:pt x="203" y="630"/>
                    </a:lnTo>
                    <a:lnTo>
                      <a:pt x="203" y="631"/>
                    </a:lnTo>
                    <a:lnTo>
                      <a:pt x="203" y="633"/>
                    </a:lnTo>
                    <a:lnTo>
                      <a:pt x="203" y="636"/>
                    </a:lnTo>
                    <a:lnTo>
                      <a:pt x="203" y="638"/>
                    </a:lnTo>
                    <a:lnTo>
                      <a:pt x="203" y="640"/>
                    </a:lnTo>
                    <a:lnTo>
                      <a:pt x="203" y="644"/>
                    </a:lnTo>
                    <a:lnTo>
                      <a:pt x="203" y="646"/>
                    </a:lnTo>
                    <a:lnTo>
                      <a:pt x="203" y="649"/>
                    </a:lnTo>
                    <a:lnTo>
                      <a:pt x="203" y="652"/>
                    </a:lnTo>
                    <a:lnTo>
                      <a:pt x="203" y="655"/>
                    </a:lnTo>
                    <a:lnTo>
                      <a:pt x="203" y="659"/>
                    </a:lnTo>
                    <a:lnTo>
                      <a:pt x="202" y="663"/>
                    </a:lnTo>
                    <a:lnTo>
                      <a:pt x="202" y="668"/>
                    </a:lnTo>
                    <a:lnTo>
                      <a:pt x="202" y="673"/>
                    </a:lnTo>
                    <a:lnTo>
                      <a:pt x="202" y="677"/>
                    </a:lnTo>
                    <a:lnTo>
                      <a:pt x="201" y="683"/>
                    </a:lnTo>
                    <a:lnTo>
                      <a:pt x="201" y="6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23">
                <a:extLst>
                  <a:ext uri="{FF2B5EF4-FFF2-40B4-BE49-F238E27FC236}">
                    <a16:creationId xmlns:a16="http://schemas.microsoft.com/office/drawing/2014/main" id="{6521CD76-D58E-4A76-A09A-A0745D1AA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067" y="1964452"/>
                <a:ext cx="74498" cy="270746"/>
              </a:xfrm>
              <a:custGeom>
                <a:avLst/>
                <a:gdLst>
                  <a:gd name="T0" fmla="*/ 0 w 203"/>
                  <a:gd name="T1" fmla="*/ 0 h 686"/>
                  <a:gd name="T2" fmla="*/ 0 w 203"/>
                  <a:gd name="T3" fmla="*/ 0 h 686"/>
                  <a:gd name="T4" fmla="*/ 0 w 203"/>
                  <a:gd name="T5" fmla="*/ 0 h 686"/>
                  <a:gd name="T6" fmla="*/ 0 w 203"/>
                  <a:gd name="T7" fmla="*/ 0 h 686"/>
                  <a:gd name="T8" fmla="*/ 0 w 203"/>
                  <a:gd name="T9" fmla="*/ 0 h 686"/>
                  <a:gd name="T10" fmla="*/ 0 w 203"/>
                  <a:gd name="T11" fmla="*/ 0 h 686"/>
                  <a:gd name="T12" fmla="*/ 0 w 203"/>
                  <a:gd name="T13" fmla="*/ 0 h 686"/>
                  <a:gd name="T14" fmla="*/ 0 w 203"/>
                  <a:gd name="T15" fmla="*/ 0 h 686"/>
                  <a:gd name="T16" fmla="*/ 0 w 203"/>
                  <a:gd name="T17" fmla="*/ 0 h 686"/>
                  <a:gd name="T18" fmla="*/ 0 w 203"/>
                  <a:gd name="T19" fmla="*/ 0 h 686"/>
                  <a:gd name="T20" fmla="*/ 0 w 203"/>
                  <a:gd name="T21" fmla="*/ 0 h 686"/>
                  <a:gd name="T22" fmla="*/ 0 w 203"/>
                  <a:gd name="T23" fmla="*/ 0 h 686"/>
                  <a:gd name="T24" fmla="*/ 0 w 203"/>
                  <a:gd name="T25" fmla="*/ 0 h 686"/>
                  <a:gd name="T26" fmla="*/ 0 w 203"/>
                  <a:gd name="T27" fmla="*/ 0 h 686"/>
                  <a:gd name="T28" fmla="*/ 0 w 203"/>
                  <a:gd name="T29" fmla="*/ 0 h 686"/>
                  <a:gd name="T30" fmla="*/ 0 w 203"/>
                  <a:gd name="T31" fmla="*/ 0 h 686"/>
                  <a:gd name="T32" fmla="*/ 0 w 203"/>
                  <a:gd name="T33" fmla="*/ 0 h 686"/>
                  <a:gd name="T34" fmla="*/ 0 w 203"/>
                  <a:gd name="T35" fmla="*/ 0 h 686"/>
                  <a:gd name="T36" fmla="*/ 0 w 203"/>
                  <a:gd name="T37" fmla="*/ 0 h 686"/>
                  <a:gd name="T38" fmla="*/ 0 w 203"/>
                  <a:gd name="T39" fmla="*/ 0 h 686"/>
                  <a:gd name="T40" fmla="*/ 0 w 203"/>
                  <a:gd name="T41" fmla="*/ 0 h 686"/>
                  <a:gd name="T42" fmla="*/ 0 w 203"/>
                  <a:gd name="T43" fmla="*/ 0 h 686"/>
                  <a:gd name="T44" fmla="*/ 0 w 203"/>
                  <a:gd name="T45" fmla="*/ 0 h 686"/>
                  <a:gd name="T46" fmla="*/ 0 w 203"/>
                  <a:gd name="T47" fmla="*/ 0 h 686"/>
                  <a:gd name="T48" fmla="*/ 0 w 203"/>
                  <a:gd name="T49" fmla="*/ 0 h 686"/>
                  <a:gd name="T50" fmla="*/ 0 w 203"/>
                  <a:gd name="T51" fmla="*/ 0 h 686"/>
                  <a:gd name="T52" fmla="*/ 0 w 203"/>
                  <a:gd name="T53" fmla="*/ 0 h 686"/>
                  <a:gd name="T54" fmla="*/ 0 w 203"/>
                  <a:gd name="T55" fmla="*/ 0 h 686"/>
                  <a:gd name="T56" fmla="*/ 0 w 203"/>
                  <a:gd name="T57" fmla="*/ 0 h 686"/>
                  <a:gd name="T58" fmla="*/ 0 w 203"/>
                  <a:gd name="T59" fmla="*/ 0 h 686"/>
                  <a:gd name="T60" fmla="*/ 0 w 203"/>
                  <a:gd name="T61" fmla="*/ 0 h 686"/>
                  <a:gd name="T62" fmla="*/ 0 w 203"/>
                  <a:gd name="T63" fmla="*/ 0 h 686"/>
                  <a:gd name="T64" fmla="*/ 0 w 203"/>
                  <a:gd name="T65" fmla="*/ 0 h 686"/>
                  <a:gd name="T66" fmla="*/ 0 w 203"/>
                  <a:gd name="T67" fmla="*/ 0 h 686"/>
                  <a:gd name="T68" fmla="*/ 0 w 203"/>
                  <a:gd name="T69" fmla="*/ 0 h 686"/>
                  <a:gd name="T70" fmla="*/ 0 w 203"/>
                  <a:gd name="T71" fmla="*/ 0 h 686"/>
                  <a:gd name="T72" fmla="*/ 0 w 203"/>
                  <a:gd name="T73" fmla="*/ 0 h 686"/>
                  <a:gd name="T74" fmla="*/ 0 w 203"/>
                  <a:gd name="T75" fmla="*/ 0 h 686"/>
                  <a:gd name="T76" fmla="*/ 0 w 203"/>
                  <a:gd name="T77" fmla="*/ 0 h 686"/>
                  <a:gd name="T78" fmla="*/ 0 w 203"/>
                  <a:gd name="T79" fmla="*/ 0 h 686"/>
                  <a:gd name="T80" fmla="*/ 0 w 203"/>
                  <a:gd name="T81" fmla="*/ 0 h 686"/>
                  <a:gd name="T82" fmla="*/ 0 w 203"/>
                  <a:gd name="T83" fmla="*/ 0 h 686"/>
                  <a:gd name="T84" fmla="*/ 0 w 203"/>
                  <a:gd name="T85" fmla="*/ 0 h 686"/>
                  <a:gd name="T86" fmla="*/ 0 w 203"/>
                  <a:gd name="T87" fmla="*/ 0 h 686"/>
                  <a:gd name="T88" fmla="*/ 0 w 203"/>
                  <a:gd name="T89" fmla="*/ 0 h 686"/>
                  <a:gd name="T90" fmla="*/ 0 w 203"/>
                  <a:gd name="T91" fmla="*/ 0 h 686"/>
                  <a:gd name="T92" fmla="*/ 0 w 203"/>
                  <a:gd name="T93" fmla="*/ 0 h 686"/>
                  <a:gd name="T94" fmla="*/ 0 w 203"/>
                  <a:gd name="T95" fmla="*/ 0 h 686"/>
                  <a:gd name="T96" fmla="*/ 0 w 203"/>
                  <a:gd name="T97" fmla="*/ 0 h 686"/>
                  <a:gd name="T98" fmla="*/ 0 w 203"/>
                  <a:gd name="T99" fmla="*/ 0 h 686"/>
                  <a:gd name="T100" fmla="*/ 0 w 203"/>
                  <a:gd name="T101" fmla="*/ 0 h 686"/>
                  <a:gd name="T102" fmla="*/ 0 w 203"/>
                  <a:gd name="T103" fmla="*/ 0 h 686"/>
                  <a:gd name="T104" fmla="*/ 0 w 203"/>
                  <a:gd name="T105" fmla="*/ 0 h 686"/>
                  <a:gd name="T106" fmla="*/ 0 w 203"/>
                  <a:gd name="T107" fmla="*/ 0 h 686"/>
                  <a:gd name="T108" fmla="*/ 0 w 203"/>
                  <a:gd name="T109" fmla="*/ 0 h 686"/>
                  <a:gd name="T110" fmla="*/ 0 w 203"/>
                  <a:gd name="T111" fmla="*/ 0 h 686"/>
                  <a:gd name="T112" fmla="*/ 0 w 203"/>
                  <a:gd name="T113" fmla="*/ 0 h 6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6"/>
                  <a:gd name="T173" fmla="*/ 203 w 203"/>
                  <a:gd name="T174" fmla="*/ 686 h 68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6">
                    <a:moveTo>
                      <a:pt x="0" y="686"/>
                    </a:moveTo>
                    <a:lnTo>
                      <a:pt x="4" y="679"/>
                    </a:lnTo>
                    <a:lnTo>
                      <a:pt x="8" y="672"/>
                    </a:lnTo>
                    <a:lnTo>
                      <a:pt x="12" y="665"/>
                    </a:lnTo>
                    <a:lnTo>
                      <a:pt x="15" y="660"/>
                    </a:lnTo>
                    <a:lnTo>
                      <a:pt x="19" y="652"/>
                    </a:lnTo>
                    <a:lnTo>
                      <a:pt x="22" y="647"/>
                    </a:lnTo>
                    <a:lnTo>
                      <a:pt x="24" y="643"/>
                    </a:lnTo>
                    <a:lnTo>
                      <a:pt x="27" y="638"/>
                    </a:lnTo>
                    <a:lnTo>
                      <a:pt x="29" y="633"/>
                    </a:lnTo>
                    <a:lnTo>
                      <a:pt x="31" y="629"/>
                    </a:lnTo>
                    <a:lnTo>
                      <a:pt x="34" y="626"/>
                    </a:lnTo>
                    <a:lnTo>
                      <a:pt x="37" y="622"/>
                    </a:lnTo>
                    <a:lnTo>
                      <a:pt x="39" y="619"/>
                    </a:lnTo>
                    <a:lnTo>
                      <a:pt x="40" y="615"/>
                    </a:lnTo>
                    <a:lnTo>
                      <a:pt x="42" y="612"/>
                    </a:lnTo>
                    <a:lnTo>
                      <a:pt x="43" y="608"/>
                    </a:lnTo>
                    <a:lnTo>
                      <a:pt x="45" y="605"/>
                    </a:lnTo>
                    <a:lnTo>
                      <a:pt x="46" y="603"/>
                    </a:lnTo>
                    <a:lnTo>
                      <a:pt x="47" y="600"/>
                    </a:lnTo>
                    <a:lnTo>
                      <a:pt x="48" y="597"/>
                    </a:lnTo>
                    <a:lnTo>
                      <a:pt x="50" y="594"/>
                    </a:lnTo>
                    <a:lnTo>
                      <a:pt x="51" y="592"/>
                    </a:lnTo>
                    <a:lnTo>
                      <a:pt x="52" y="589"/>
                    </a:lnTo>
                    <a:lnTo>
                      <a:pt x="53" y="587"/>
                    </a:lnTo>
                    <a:lnTo>
                      <a:pt x="54" y="584"/>
                    </a:lnTo>
                    <a:lnTo>
                      <a:pt x="55" y="581"/>
                    </a:lnTo>
                    <a:lnTo>
                      <a:pt x="57" y="579"/>
                    </a:lnTo>
                    <a:lnTo>
                      <a:pt x="59" y="575"/>
                    </a:lnTo>
                    <a:lnTo>
                      <a:pt x="60" y="572"/>
                    </a:lnTo>
                    <a:lnTo>
                      <a:pt x="61" y="568"/>
                    </a:lnTo>
                    <a:lnTo>
                      <a:pt x="63" y="564"/>
                    </a:lnTo>
                    <a:lnTo>
                      <a:pt x="64" y="560"/>
                    </a:lnTo>
                    <a:lnTo>
                      <a:pt x="66" y="556"/>
                    </a:lnTo>
                    <a:lnTo>
                      <a:pt x="67" y="552"/>
                    </a:lnTo>
                    <a:lnTo>
                      <a:pt x="68" y="549"/>
                    </a:lnTo>
                    <a:lnTo>
                      <a:pt x="70" y="546"/>
                    </a:lnTo>
                    <a:lnTo>
                      <a:pt x="71" y="543"/>
                    </a:lnTo>
                    <a:lnTo>
                      <a:pt x="72" y="541"/>
                    </a:lnTo>
                    <a:lnTo>
                      <a:pt x="73" y="537"/>
                    </a:lnTo>
                    <a:lnTo>
                      <a:pt x="74" y="535"/>
                    </a:lnTo>
                    <a:lnTo>
                      <a:pt x="76" y="532"/>
                    </a:lnTo>
                    <a:lnTo>
                      <a:pt x="77" y="530"/>
                    </a:lnTo>
                    <a:lnTo>
                      <a:pt x="78" y="528"/>
                    </a:lnTo>
                    <a:lnTo>
                      <a:pt x="80" y="526"/>
                    </a:lnTo>
                    <a:lnTo>
                      <a:pt x="80" y="524"/>
                    </a:lnTo>
                    <a:lnTo>
                      <a:pt x="81" y="521"/>
                    </a:lnTo>
                    <a:lnTo>
                      <a:pt x="82" y="518"/>
                    </a:lnTo>
                    <a:lnTo>
                      <a:pt x="83" y="516"/>
                    </a:lnTo>
                    <a:lnTo>
                      <a:pt x="84" y="514"/>
                    </a:lnTo>
                    <a:lnTo>
                      <a:pt x="85" y="511"/>
                    </a:lnTo>
                    <a:lnTo>
                      <a:pt x="85" y="509"/>
                    </a:lnTo>
                    <a:lnTo>
                      <a:pt x="86" y="507"/>
                    </a:lnTo>
                    <a:lnTo>
                      <a:pt x="87" y="505"/>
                    </a:lnTo>
                    <a:lnTo>
                      <a:pt x="88" y="502"/>
                    </a:lnTo>
                    <a:lnTo>
                      <a:pt x="89" y="499"/>
                    </a:lnTo>
                    <a:lnTo>
                      <a:pt x="90" y="496"/>
                    </a:lnTo>
                    <a:lnTo>
                      <a:pt x="91" y="493"/>
                    </a:lnTo>
                    <a:lnTo>
                      <a:pt x="93" y="490"/>
                    </a:lnTo>
                    <a:lnTo>
                      <a:pt x="95" y="487"/>
                    </a:lnTo>
                    <a:lnTo>
                      <a:pt x="96" y="483"/>
                    </a:lnTo>
                    <a:lnTo>
                      <a:pt x="98" y="479"/>
                    </a:lnTo>
                    <a:lnTo>
                      <a:pt x="99" y="474"/>
                    </a:lnTo>
                    <a:lnTo>
                      <a:pt x="101" y="470"/>
                    </a:lnTo>
                    <a:lnTo>
                      <a:pt x="102" y="465"/>
                    </a:lnTo>
                    <a:lnTo>
                      <a:pt x="104" y="460"/>
                    </a:lnTo>
                    <a:lnTo>
                      <a:pt x="106" y="456"/>
                    </a:lnTo>
                    <a:lnTo>
                      <a:pt x="107" y="452"/>
                    </a:lnTo>
                    <a:lnTo>
                      <a:pt x="108" y="448"/>
                    </a:lnTo>
                    <a:lnTo>
                      <a:pt x="110" y="445"/>
                    </a:lnTo>
                    <a:lnTo>
                      <a:pt x="111" y="440"/>
                    </a:lnTo>
                    <a:lnTo>
                      <a:pt x="112" y="437"/>
                    </a:lnTo>
                    <a:lnTo>
                      <a:pt x="113" y="434"/>
                    </a:lnTo>
                    <a:lnTo>
                      <a:pt x="115" y="432"/>
                    </a:lnTo>
                    <a:lnTo>
                      <a:pt x="116" y="428"/>
                    </a:lnTo>
                    <a:lnTo>
                      <a:pt x="117" y="425"/>
                    </a:lnTo>
                    <a:lnTo>
                      <a:pt x="118" y="422"/>
                    </a:lnTo>
                    <a:lnTo>
                      <a:pt x="119" y="420"/>
                    </a:lnTo>
                    <a:lnTo>
                      <a:pt x="120" y="417"/>
                    </a:lnTo>
                    <a:lnTo>
                      <a:pt x="120" y="415"/>
                    </a:lnTo>
                    <a:lnTo>
                      <a:pt x="121" y="413"/>
                    </a:lnTo>
                    <a:lnTo>
                      <a:pt x="122" y="410"/>
                    </a:lnTo>
                    <a:lnTo>
                      <a:pt x="124" y="408"/>
                    </a:lnTo>
                    <a:lnTo>
                      <a:pt x="124" y="406"/>
                    </a:lnTo>
                    <a:lnTo>
                      <a:pt x="125" y="403"/>
                    </a:lnTo>
                    <a:lnTo>
                      <a:pt x="126" y="400"/>
                    </a:lnTo>
                    <a:lnTo>
                      <a:pt x="127" y="398"/>
                    </a:lnTo>
                    <a:lnTo>
                      <a:pt x="128" y="395"/>
                    </a:lnTo>
                    <a:lnTo>
                      <a:pt x="129" y="392"/>
                    </a:lnTo>
                    <a:lnTo>
                      <a:pt x="129" y="389"/>
                    </a:lnTo>
                    <a:lnTo>
                      <a:pt x="130" y="385"/>
                    </a:lnTo>
                    <a:lnTo>
                      <a:pt x="131" y="381"/>
                    </a:lnTo>
                    <a:lnTo>
                      <a:pt x="132" y="378"/>
                    </a:lnTo>
                    <a:lnTo>
                      <a:pt x="135" y="374"/>
                    </a:lnTo>
                    <a:lnTo>
                      <a:pt x="136" y="370"/>
                    </a:lnTo>
                    <a:lnTo>
                      <a:pt x="137" y="366"/>
                    </a:lnTo>
                    <a:lnTo>
                      <a:pt x="138" y="361"/>
                    </a:lnTo>
                    <a:lnTo>
                      <a:pt x="140" y="356"/>
                    </a:lnTo>
                    <a:lnTo>
                      <a:pt x="141" y="352"/>
                    </a:lnTo>
                    <a:lnTo>
                      <a:pt x="142" y="348"/>
                    </a:lnTo>
                    <a:lnTo>
                      <a:pt x="143" y="344"/>
                    </a:lnTo>
                    <a:lnTo>
                      <a:pt x="144" y="339"/>
                    </a:lnTo>
                    <a:lnTo>
                      <a:pt x="145" y="336"/>
                    </a:lnTo>
                    <a:lnTo>
                      <a:pt x="146" y="333"/>
                    </a:lnTo>
                    <a:lnTo>
                      <a:pt x="147" y="330"/>
                    </a:lnTo>
                    <a:lnTo>
                      <a:pt x="148" y="327"/>
                    </a:lnTo>
                    <a:lnTo>
                      <a:pt x="149" y="323"/>
                    </a:lnTo>
                    <a:lnTo>
                      <a:pt x="150" y="321"/>
                    </a:lnTo>
                    <a:lnTo>
                      <a:pt x="151" y="318"/>
                    </a:lnTo>
                    <a:lnTo>
                      <a:pt x="151" y="316"/>
                    </a:lnTo>
                    <a:lnTo>
                      <a:pt x="152" y="314"/>
                    </a:lnTo>
                    <a:lnTo>
                      <a:pt x="154" y="311"/>
                    </a:lnTo>
                    <a:lnTo>
                      <a:pt x="154" y="309"/>
                    </a:lnTo>
                    <a:lnTo>
                      <a:pt x="155" y="306"/>
                    </a:lnTo>
                    <a:lnTo>
                      <a:pt x="156" y="304"/>
                    </a:lnTo>
                    <a:lnTo>
                      <a:pt x="157" y="301"/>
                    </a:lnTo>
                    <a:lnTo>
                      <a:pt x="157" y="299"/>
                    </a:lnTo>
                    <a:lnTo>
                      <a:pt x="158" y="295"/>
                    </a:lnTo>
                    <a:lnTo>
                      <a:pt x="159" y="293"/>
                    </a:lnTo>
                    <a:lnTo>
                      <a:pt x="160" y="290"/>
                    </a:lnTo>
                    <a:lnTo>
                      <a:pt x="161" y="286"/>
                    </a:lnTo>
                    <a:lnTo>
                      <a:pt x="162" y="284"/>
                    </a:lnTo>
                    <a:lnTo>
                      <a:pt x="163" y="280"/>
                    </a:lnTo>
                    <a:lnTo>
                      <a:pt x="164" y="277"/>
                    </a:lnTo>
                    <a:lnTo>
                      <a:pt x="165" y="274"/>
                    </a:lnTo>
                    <a:lnTo>
                      <a:pt x="166" y="270"/>
                    </a:lnTo>
                    <a:lnTo>
                      <a:pt x="167" y="265"/>
                    </a:lnTo>
                    <a:lnTo>
                      <a:pt x="169" y="261"/>
                    </a:lnTo>
                    <a:lnTo>
                      <a:pt x="171" y="257"/>
                    </a:lnTo>
                    <a:lnTo>
                      <a:pt x="173" y="252"/>
                    </a:lnTo>
                    <a:lnTo>
                      <a:pt x="174" y="246"/>
                    </a:lnTo>
                    <a:lnTo>
                      <a:pt x="176" y="242"/>
                    </a:lnTo>
                    <a:lnTo>
                      <a:pt x="177" y="239"/>
                    </a:lnTo>
                    <a:lnTo>
                      <a:pt x="178" y="235"/>
                    </a:lnTo>
                    <a:lnTo>
                      <a:pt x="179" y="232"/>
                    </a:lnTo>
                    <a:lnTo>
                      <a:pt x="180" y="228"/>
                    </a:lnTo>
                    <a:lnTo>
                      <a:pt x="180" y="225"/>
                    </a:lnTo>
                    <a:lnTo>
                      <a:pt x="181" y="223"/>
                    </a:lnTo>
                    <a:lnTo>
                      <a:pt x="182" y="220"/>
                    </a:lnTo>
                    <a:lnTo>
                      <a:pt x="183" y="218"/>
                    </a:lnTo>
                    <a:lnTo>
                      <a:pt x="183" y="215"/>
                    </a:lnTo>
                    <a:lnTo>
                      <a:pt x="184" y="213"/>
                    </a:lnTo>
                    <a:lnTo>
                      <a:pt x="184" y="211"/>
                    </a:lnTo>
                    <a:lnTo>
                      <a:pt x="185" y="208"/>
                    </a:lnTo>
                    <a:lnTo>
                      <a:pt x="185" y="204"/>
                    </a:lnTo>
                    <a:lnTo>
                      <a:pt x="186" y="202"/>
                    </a:lnTo>
                    <a:lnTo>
                      <a:pt x="186" y="200"/>
                    </a:lnTo>
                    <a:lnTo>
                      <a:pt x="186" y="198"/>
                    </a:lnTo>
                    <a:lnTo>
                      <a:pt x="187" y="196"/>
                    </a:lnTo>
                    <a:lnTo>
                      <a:pt x="187" y="194"/>
                    </a:lnTo>
                    <a:lnTo>
                      <a:pt x="187" y="192"/>
                    </a:lnTo>
                    <a:lnTo>
                      <a:pt x="188" y="188"/>
                    </a:lnTo>
                    <a:lnTo>
                      <a:pt x="188" y="186"/>
                    </a:lnTo>
                    <a:lnTo>
                      <a:pt x="188" y="183"/>
                    </a:lnTo>
                    <a:lnTo>
                      <a:pt x="188" y="181"/>
                    </a:lnTo>
                    <a:lnTo>
                      <a:pt x="189" y="178"/>
                    </a:lnTo>
                    <a:lnTo>
                      <a:pt x="189" y="175"/>
                    </a:lnTo>
                    <a:lnTo>
                      <a:pt x="189" y="172"/>
                    </a:lnTo>
                    <a:lnTo>
                      <a:pt x="189" y="167"/>
                    </a:lnTo>
                    <a:lnTo>
                      <a:pt x="190" y="164"/>
                    </a:lnTo>
                    <a:lnTo>
                      <a:pt x="190" y="159"/>
                    </a:lnTo>
                    <a:lnTo>
                      <a:pt x="190" y="155"/>
                    </a:lnTo>
                    <a:lnTo>
                      <a:pt x="190" y="152"/>
                    </a:lnTo>
                    <a:lnTo>
                      <a:pt x="192" y="147"/>
                    </a:lnTo>
                    <a:lnTo>
                      <a:pt x="192" y="144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3" y="136"/>
                    </a:lnTo>
                    <a:lnTo>
                      <a:pt x="193" y="134"/>
                    </a:lnTo>
                    <a:lnTo>
                      <a:pt x="193" y="130"/>
                    </a:lnTo>
                    <a:lnTo>
                      <a:pt x="193" y="128"/>
                    </a:lnTo>
                    <a:lnTo>
                      <a:pt x="193" y="126"/>
                    </a:lnTo>
                    <a:lnTo>
                      <a:pt x="194" y="124"/>
                    </a:lnTo>
                    <a:lnTo>
                      <a:pt x="194" y="123"/>
                    </a:lnTo>
                    <a:lnTo>
                      <a:pt x="194" y="121"/>
                    </a:lnTo>
                    <a:lnTo>
                      <a:pt x="194" y="119"/>
                    </a:lnTo>
                    <a:lnTo>
                      <a:pt x="194" y="118"/>
                    </a:lnTo>
                    <a:lnTo>
                      <a:pt x="195" y="115"/>
                    </a:lnTo>
                    <a:lnTo>
                      <a:pt x="195" y="114"/>
                    </a:lnTo>
                    <a:lnTo>
                      <a:pt x="195" y="111"/>
                    </a:lnTo>
                    <a:lnTo>
                      <a:pt x="195" y="110"/>
                    </a:lnTo>
                    <a:lnTo>
                      <a:pt x="196" y="108"/>
                    </a:lnTo>
                    <a:lnTo>
                      <a:pt x="196" y="107"/>
                    </a:lnTo>
                    <a:lnTo>
                      <a:pt x="196" y="105"/>
                    </a:lnTo>
                    <a:lnTo>
                      <a:pt x="196" y="104"/>
                    </a:lnTo>
                    <a:lnTo>
                      <a:pt x="197" y="102"/>
                    </a:lnTo>
                    <a:lnTo>
                      <a:pt x="197" y="100"/>
                    </a:lnTo>
                    <a:lnTo>
                      <a:pt x="197" y="99"/>
                    </a:lnTo>
                    <a:lnTo>
                      <a:pt x="198" y="97"/>
                    </a:lnTo>
                    <a:lnTo>
                      <a:pt x="198" y="95"/>
                    </a:lnTo>
                    <a:lnTo>
                      <a:pt x="199" y="92"/>
                    </a:lnTo>
                    <a:lnTo>
                      <a:pt x="199" y="90"/>
                    </a:lnTo>
                    <a:lnTo>
                      <a:pt x="199" y="87"/>
                    </a:lnTo>
                    <a:lnTo>
                      <a:pt x="200" y="85"/>
                    </a:lnTo>
                    <a:lnTo>
                      <a:pt x="200" y="83"/>
                    </a:lnTo>
                    <a:lnTo>
                      <a:pt x="201" y="81"/>
                    </a:lnTo>
                    <a:lnTo>
                      <a:pt x="201" y="79"/>
                    </a:lnTo>
                    <a:lnTo>
                      <a:pt x="201" y="77"/>
                    </a:lnTo>
                    <a:lnTo>
                      <a:pt x="202" y="75"/>
                    </a:lnTo>
                    <a:lnTo>
                      <a:pt x="202" y="73"/>
                    </a:lnTo>
                    <a:lnTo>
                      <a:pt x="202" y="71"/>
                    </a:lnTo>
                    <a:lnTo>
                      <a:pt x="202" y="68"/>
                    </a:lnTo>
                    <a:lnTo>
                      <a:pt x="203" y="67"/>
                    </a:lnTo>
                    <a:lnTo>
                      <a:pt x="203" y="65"/>
                    </a:lnTo>
                    <a:lnTo>
                      <a:pt x="203" y="64"/>
                    </a:lnTo>
                    <a:lnTo>
                      <a:pt x="203" y="62"/>
                    </a:lnTo>
                    <a:lnTo>
                      <a:pt x="203" y="60"/>
                    </a:lnTo>
                    <a:lnTo>
                      <a:pt x="203" y="58"/>
                    </a:lnTo>
                    <a:lnTo>
                      <a:pt x="203" y="56"/>
                    </a:lnTo>
                    <a:lnTo>
                      <a:pt x="203" y="55"/>
                    </a:lnTo>
                    <a:lnTo>
                      <a:pt x="203" y="51"/>
                    </a:lnTo>
                    <a:lnTo>
                      <a:pt x="203" y="49"/>
                    </a:lnTo>
                    <a:lnTo>
                      <a:pt x="203" y="47"/>
                    </a:lnTo>
                    <a:lnTo>
                      <a:pt x="203" y="44"/>
                    </a:lnTo>
                    <a:lnTo>
                      <a:pt x="203" y="42"/>
                    </a:lnTo>
                    <a:lnTo>
                      <a:pt x="203" y="39"/>
                    </a:lnTo>
                    <a:lnTo>
                      <a:pt x="203" y="36"/>
                    </a:lnTo>
                    <a:lnTo>
                      <a:pt x="203" y="32"/>
                    </a:lnTo>
                    <a:lnTo>
                      <a:pt x="203" y="28"/>
                    </a:lnTo>
                    <a:lnTo>
                      <a:pt x="202" y="24"/>
                    </a:lnTo>
                    <a:lnTo>
                      <a:pt x="202" y="20"/>
                    </a:lnTo>
                    <a:lnTo>
                      <a:pt x="202" y="14"/>
                    </a:lnTo>
                    <a:lnTo>
                      <a:pt x="202" y="10"/>
                    </a:lnTo>
                    <a:lnTo>
                      <a:pt x="201" y="5"/>
                    </a:lnTo>
                    <a:lnTo>
                      <a:pt x="20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Rectangle 3">
                <a:extLst>
                  <a:ext uri="{FF2B5EF4-FFF2-40B4-BE49-F238E27FC236}">
                    <a16:creationId xmlns:a16="http://schemas.microsoft.com/office/drawing/2014/main" id="{00D292CE-6B47-4F5E-A2A0-9BD430B10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6461" y="1927421"/>
                <a:ext cx="400425" cy="7836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135" name="Freeform 22">
                <a:extLst>
                  <a:ext uri="{FF2B5EF4-FFF2-40B4-BE49-F238E27FC236}">
                    <a16:creationId xmlns:a16="http://schemas.microsoft.com/office/drawing/2014/main" id="{D0105092-3057-435C-A087-85979D858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7666" y="1693334"/>
                <a:ext cx="74498" cy="272724"/>
              </a:xfrm>
              <a:custGeom>
                <a:avLst/>
                <a:gdLst>
                  <a:gd name="T0" fmla="*/ 0 w 203"/>
                  <a:gd name="T1" fmla="*/ 0 h 688"/>
                  <a:gd name="T2" fmla="*/ 0 w 203"/>
                  <a:gd name="T3" fmla="*/ 0 h 688"/>
                  <a:gd name="T4" fmla="*/ 0 w 203"/>
                  <a:gd name="T5" fmla="*/ 0 h 688"/>
                  <a:gd name="T6" fmla="*/ 0 w 203"/>
                  <a:gd name="T7" fmla="*/ 0 h 688"/>
                  <a:gd name="T8" fmla="*/ 0 w 203"/>
                  <a:gd name="T9" fmla="*/ 0 h 688"/>
                  <a:gd name="T10" fmla="*/ 0 w 203"/>
                  <a:gd name="T11" fmla="*/ 0 h 688"/>
                  <a:gd name="T12" fmla="*/ 0 w 203"/>
                  <a:gd name="T13" fmla="*/ 0 h 688"/>
                  <a:gd name="T14" fmla="*/ 0 w 203"/>
                  <a:gd name="T15" fmla="*/ 0 h 688"/>
                  <a:gd name="T16" fmla="*/ 0 w 203"/>
                  <a:gd name="T17" fmla="*/ 0 h 688"/>
                  <a:gd name="T18" fmla="*/ 0 w 203"/>
                  <a:gd name="T19" fmla="*/ 0 h 688"/>
                  <a:gd name="T20" fmla="*/ 0 w 203"/>
                  <a:gd name="T21" fmla="*/ 0 h 688"/>
                  <a:gd name="T22" fmla="*/ 0 w 203"/>
                  <a:gd name="T23" fmla="*/ 0 h 688"/>
                  <a:gd name="T24" fmla="*/ 0 w 203"/>
                  <a:gd name="T25" fmla="*/ 0 h 688"/>
                  <a:gd name="T26" fmla="*/ 0 w 203"/>
                  <a:gd name="T27" fmla="*/ 0 h 688"/>
                  <a:gd name="T28" fmla="*/ 0 w 203"/>
                  <a:gd name="T29" fmla="*/ 0 h 688"/>
                  <a:gd name="T30" fmla="*/ 0 w 203"/>
                  <a:gd name="T31" fmla="*/ 0 h 688"/>
                  <a:gd name="T32" fmla="*/ 0 w 203"/>
                  <a:gd name="T33" fmla="*/ 0 h 688"/>
                  <a:gd name="T34" fmla="*/ 0 w 203"/>
                  <a:gd name="T35" fmla="*/ 0 h 688"/>
                  <a:gd name="T36" fmla="*/ 0 w 203"/>
                  <a:gd name="T37" fmla="*/ 0 h 688"/>
                  <a:gd name="T38" fmla="*/ 0 w 203"/>
                  <a:gd name="T39" fmla="*/ 0 h 688"/>
                  <a:gd name="T40" fmla="*/ 0 w 203"/>
                  <a:gd name="T41" fmla="*/ 0 h 688"/>
                  <a:gd name="T42" fmla="*/ 0 w 203"/>
                  <a:gd name="T43" fmla="*/ 0 h 688"/>
                  <a:gd name="T44" fmla="*/ 0 w 203"/>
                  <a:gd name="T45" fmla="*/ 0 h 688"/>
                  <a:gd name="T46" fmla="*/ 0 w 203"/>
                  <a:gd name="T47" fmla="*/ 0 h 688"/>
                  <a:gd name="T48" fmla="*/ 0 w 203"/>
                  <a:gd name="T49" fmla="*/ 0 h 688"/>
                  <a:gd name="T50" fmla="*/ 0 w 203"/>
                  <a:gd name="T51" fmla="*/ 0 h 688"/>
                  <a:gd name="T52" fmla="*/ 0 w 203"/>
                  <a:gd name="T53" fmla="*/ 0 h 688"/>
                  <a:gd name="T54" fmla="*/ 0 w 203"/>
                  <a:gd name="T55" fmla="*/ 0 h 688"/>
                  <a:gd name="T56" fmla="*/ 0 w 203"/>
                  <a:gd name="T57" fmla="*/ 0 h 688"/>
                  <a:gd name="T58" fmla="*/ 0 w 203"/>
                  <a:gd name="T59" fmla="*/ 0 h 688"/>
                  <a:gd name="T60" fmla="*/ 0 w 203"/>
                  <a:gd name="T61" fmla="*/ 0 h 688"/>
                  <a:gd name="T62" fmla="*/ 0 w 203"/>
                  <a:gd name="T63" fmla="*/ 0 h 688"/>
                  <a:gd name="T64" fmla="*/ 0 w 203"/>
                  <a:gd name="T65" fmla="*/ 0 h 688"/>
                  <a:gd name="T66" fmla="*/ 0 w 203"/>
                  <a:gd name="T67" fmla="*/ 0 h 688"/>
                  <a:gd name="T68" fmla="*/ 0 w 203"/>
                  <a:gd name="T69" fmla="*/ 0 h 688"/>
                  <a:gd name="T70" fmla="*/ 0 w 203"/>
                  <a:gd name="T71" fmla="*/ 0 h 688"/>
                  <a:gd name="T72" fmla="*/ 0 w 203"/>
                  <a:gd name="T73" fmla="*/ 0 h 688"/>
                  <a:gd name="T74" fmla="*/ 0 w 203"/>
                  <a:gd name="T75" fmla="*/ 0 h 688"/>
                  <a:gd name="T76" fmla="*/ 0 w 203"/>
                  <a:gd name="T77" fmla="*/ 0 h 688"/>
                  <a:gd name="T78" fmla="*/ 0 w 203"/>
                  <a:gd name="T79" fmla="*/ 0 h 688"/>
                  <a:gd name="T80" fmla="*/ 0 w 203"/>
                  <a:gd name="T81" fmla="*/ 0 h 688"/>
                  <a:gd name="T82" fmla="*/ 0 w 203"/>
                  <a:gd name="T83" fmla="*/ 0 h 688"/>
                  <a:gd name="T84" fmla="*/ 0 w 203"/>
                  <a:gd name="T85" fmla="*/ 0 h 688"/>
                  <a:gd name="T86" fmla="*/ 0 w 203"/>
                  <a:gd name="T87" fmla="*/ 0 h 688"/>
                  <a:gd name="T88" fmla="*/ 0 w 203"/>
                  <a:gd name="T89" fmla="*/ 0 h 688"/>
                  <a:gd name="T90" fmla="*/ 0 w 203"/>
                  <a:gd name="T91" fmla="*/ 0 h 688"/>
                  <a:gd name="T92" fmla="*/ 0 w 203"/>
                  <a:gd name="T93" fmla="*/ 0 h 688"/>
                  <a:gd name="T94" fmla="*/ 0 w 203"/>
                  <a:gd name="T95" fmla="*/ 0 h 688"/>
                  <a:gd name="T96" fmla="*/ 0 w 203"/>
                  <a:gd name="T97" fmla="*/ 0 h 688"/>
                  <a:gd name="T98" fmla="*/ 0 w 203"/>
                  <a:gd name="T99" fmla="*/ 0 h 688"/>
                  <a:gd name="T100" fmla="*/ 0 w 203"/>
                  <a:gd name="T101" fmla="*/ 0 h 688"/>
                  <a:gd name="T102" fmla="*/ 0 w 203"/>
                  <a:gd name="T103" fmla="*/ 0 h 688"/>
                  <a:gd name="T104" fmla="*/ 0 w 203"/>
                  <a:gd name="T105" fmla="*/ 0 h 688"/>
                  <a:gd name="T106" fmla="*/ 0 w 203"/>
                  <a:gd name="T107" fmla="*/ 0 h 688"/>
                  <a:gd name="T108" fmla="*/ 0 w 203"/>
                  <a:gd name="T109" fmla="*/ 0 h 688"/>
                  <a:gd name="T110" fmla="*/ 0 w 203"/>
                  <a:gd name="T111" fmla="*/ 0 h 688"/>
                  <a:gd name="T112" fmla="*/ 0 w 203"/>
                  <a:gd name="T113" fmla="*/ 0 h 68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8"/>
                  <a:gd name="T173" fmla="*/ 203 w 203"/>
                  <a:gd name="T174" fmla="*/ 688 h 68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8">
                    <a:moveTo>
                      <a:pt x="0" y="0"/>
                    </a:moveTo>
                    <a:lnTo>
                      <a:pt x="4" y="8"/>
                    </a:lnTo>
                    <a:lnTo>
                      <a:pt x="8" y="15"/>
                    </a:lnTo>
                    <a:lnTo>
                      <a:pt x="12" y="22"/>
                    </a:lnTo>
                    <a:lnTo>
                      <a:pt x="15" y="28"/>
                    </a:lnTo>
                    <a:lnTo>
                      <a:pt x="19" y="34"/>
                    </a:lnTo>
                    <a:lnTo>
                      <a:pt x="22" y="39"/>
                    </a:lnTo>
                    <a:lnTo>
                      <a:pt x="24" y="45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8"/>
                    </a:lnTo>
                    <a:lnTo>
                      <a:pt x="34" y="62"/>
                    </a:lnTo>
                    <a:lnTo>
                      <a:pt x="37" y="66"/>
                    </a:lnTo>
                    <a:lnTo>
                      <a:pt x="39" y="69"/>
                    </a:lnTo>
                    <a:lnTo>
                      <a:pt x="40" y="72"/>
                    </a:lnTo>
                    <a:lnTo>
                      <a:pt x="42" y="75"/>
                    </a:lnTo>
                    <a:lnTo>
                      <a:pt x="43" y="80"/>
                    </a:lnTo>
                    <a:lnTo>
                      <a:pt x="45" y="82"/>
                    </a:lnTo>
                    <a:lnTo>
                      <a:pt x="46" y="85"/>
                    </a:lnTo>
                    <a:lnTo>
                      <a:pt x="47" y="87"/>
                    </a:lnTo>
                    <a:lnTo>
                      <a:pt x="48" y="90"/>
                    </a:lnTo>
                    <a:lnTo>
                      <a:pt x="50" y="92"/>
                    </a:lnTo>
                    <a:lnTo>
                      <a:pt x="51" y="95"/>
                    </a:lnTo>
                    <a:lnTo>
                      <a:pt x="52" y="97"/>
                    </a:lnTo>
                    <a:lnTo>
                      <a:pt x="53" y="101"/>
                    </a:lnTo>
                    <a:lnTo>
                      <a:pt x="54" y="104"/>
                    </a:lnTo>
                    <a:lnTo>
                      <a:pt x="55" y="106"/>
                    </a:lnTo>
                    <a:lnTo>
                      <a:pt x="57" y="109"/>
                    </a:lnTo>
                    <a:lnTo>
                      <a:pt x="59" y="112"/>
                    </a:lnTo>
                    <a:lnTo>
                      <a:pt x="60" y="115"/>
                    </a:lnTo>
                    <a:lnTo>
                      <a:pt x="61" y="119"/>
                    </a:lnTo>
                    <a:lnTo>
                      <a:pt x="63" y="123"/>
                    </a:lnTo>
                    <a:lnTo>
                      <a:pt x="64" y="127"/>
                    </a:lnTo>
                    <a:lnTo>
                      <a:pt x="66" y="131"/>
                    </a:lnTo>
                    <a:lnTo>
                      <a:pt x="67" y="134"/>
                    </a:lnTo>
                    <a:lnTo>
                      <a:pt x="68" y="139"/>
                    </a:lnTo>
                    <a:lnTo>
                      <a:pt x="70" y="142"/>
                    </a:lnTo>
                    <a:lnTo>
                      <a:pt x="71" y="144"/>
                    </a:lnTo>
                    <a:lnTo>
                      <a:pt x="72" y="147"/>
                    </a:lnTo>
                    <a:lnTo>
                      <a:pt x="73" y="150"/>
                    </a:lnTo>
                    <a:lnTo>
                      <a:pt x="74" y="152"/>
                    </a:lnTo>
                    <a:lnTo>
                      <a:pt x="76" y="154"/>
                    </a:lnTo>
                    <a:lnTo>
                      <a:pt x="77" y="158"/>
                    </a:lnTo>
                    <a:lnTo>
                      <a:pt x="78" y="160"/>
                    </a:lnTo>
                    <a:lnTo>
                      <a:pt x="80" y="162"/>
                    </a:lnTo>
                    <a:lnTo>
                      <a:pt x="80" y="164"/>
                    </a:lnTo>
                    <a:lnTo>
                      <a:pt x="81" y="166"/>
                    </a:lnTo>
                    <a:lnTo>
                      <a:pt x="82" y="168"/>
                    </a:lnTo>
                    <a:lnTo>
                      <a:pt x="83" y="171"/>
                    </a:lnTo>
                    <a:lnTo>
                      <a:pt x="84" y="173"/>
                    </a:lnTo>
                    <a:lnTo>
                      <a:pt x="85" y="175"/>
                    </a:lnTo>
                    <a:lnTo>
                      <a:pt x="85" y="179"/>
                    </a:lnTo>
                    <a:lnTo>
                      <a:pt x="86" y="181"/>
                    </a:lnTo>
                    <a:lnTo>
                      <a:pt x="87" y="183"/>
                    </a:lnTo>
                    <a:lnTo>
                      <a:pt x="88" y="186"/>
                    </a:lnTo>
                    <a:lnTo>
                      <a:pt x="89" y="188"/>
                    </a:lnTo>
                    <a:lnTo>
                      <a:pt x="90" y="191"/>
                    </a:lnTo>
                    <a:lnTo>
                      <a:pt x="91" y="194"/>
                    </a:lnTo>
                    <a:lnTo>
                      <a:pt x="93" y="198"/>
                    </a:lnTo>
                    <a:lnTo>
                      <a:pt x="95" y="201"/>
                    </a:lnTo>
                    <a:lnTo>
                      <a:pt x="96" y="204"/>
                    </a:lnTo>
                    <a:lnTo>
                      <a:pt x="98" y="208"/>
                    </a:lnTo>
                    <a:lnTo>
                      <a:pt x="99" y="212"/>
                    </a:lnTo>
                    <a:lnTo>
                      <a:pt x="101" y="218"/>
                    </a:lnTo>
                    <a:lnTo>
                      <a:pt x="102" y="222"/>
                    </a:lnTo>
                    <a:lnTo>
                      <a:pt x="104" y="227"/>
                    </a:lnTo>
                    <a:lnTo>
                      <a:pt x="106" y="231"/>
                    </a:lnTo>
                    <a:lnTo>
                      <a:pt x="107" y="236"/>
                    </a:lnTo>
                    <a:lnTo>
                      <a:pt x="108" y="239"/>
                    </a:lnTo>
                    <a:lnTo>
                      <a:pt x="110" y="243"/>
                    </a:lnTo>
                    <a:lnTo>
                      <a:pt x="111" y="246"/>
                    </a:lnTo>
                    <a:lnTo>
                      <a:pt x="112" y="249"/>
                    </a:lnTo>
                    <a:lnTo>
                      <a:pt x="113" y="252"/>
                    </a:lnTo>
                    <a:lnTo>
                      <a:pt x="115" y="256"/>
                    </a:lnTo>
                    <a:lnTo>
                      <a:pt x="116" y="258"/>
                    </a:lnTo>
                    <a:lnTo>
                      <a:pt x="117" y="262"/>
                    </a:lnTo>
                    <a:lnTo>
                      <a:pt x="118" y="264"/>
                    </a:lnTo>
                    <a:lnTo>
                      <a:pt x="119" y="267"/>
                    </a:lnTo>
                    <a:lnTo>
                      <a:pt x="120" y="269"/>
                    </a:lnTo>
                    <a:lnTo>
                      <a:pt x="120" y="271"/>
                    </a:lnTo>
                    <a:lnTo>
                      <a:pt x="121" y="275"/>
                    </a:lnTo>
                    <a:lnTo>
                      <a:pt x="122" y="277"/>
                    </a:lnTo>
                    <a:lnTo>
                      <a:pt x="124" y="279"/>
                    </a:lnTo>
                    <a:lnTo>
                      <a:pt x="124" y="282"/>
                    </a:lnTo>
                    <a:lnTo>
                      <a:pt x="125" y="284"/>
                    </a:lnTo>
                    <a:lnTo>
                      <a:pt x="126" y="286"/>
                    </a:lnTo>
                    <a:lnTo>
                      <a:pt x="127" y="289"/>
                    </a:lnTo>
                    <a:lnTo>
                      <a:pt x="128" y="292"/>
                    </a:lnTo>
                    <a:lnTo>
                      <a:pt x="129" y="295"/>
                    </a:lnTo>
                    <a:lnTo>
                      <a:pt x="129" y="298"/>
                    </a:lnTo>
                    <a:lnTo>
                      <a:pt x="130" y="301"/>
                    </a:lnTo>
                    <a:lnTo>
                      <a:pt x="131" y="306"/>
                    </a:lnTo>
                    <a:lnTo>
                      <a:pt x="132" y="309"/>
                    </a:lnTo>
                    <a:lnTo>
                      <a:pt x="135" y="314"/>
                    </a:lnTo>
                    <a:lnTo>
                      <a:pt x="136" y="318"/>
                    </a:lnTo>
                    <a:lnTo>
                      <a:pt x="137" y="322"/>
                    </a:lnTo>
                    <a:lnTo>
                      <a:pt x="138" y="326"/>
                    </a:lnTo>
                    <a:lnTo>
                      <a:pt x="140" y="331"/>
                    </a:lnTo>
                    <a:lnTo>
                      <a:pt x="141" y="336"/>
                    </a:lnTo>
                    <a:lnTo>
                      <a:pt x="142" y="340"/>
                    </a:lnTo>
                    <a:lnTo>
                      <a:pt x="143" y="343"/>
                    </a:lnTo>
                    <a:lnTo>
                      <a:pt x="144" y="347"/>
                    </a:lnTo>
                    <a:lnTo>
                      <a:pt x="145" y="352"/>
                    </a:lnTo>
                    <a:lnTo>
                      <a:pt x="146" y="355"/>
                    </a:lnTo>
                    <a:lnTo>
                      <a:pt x="147" y="358"/>
                    </a:lnTo>
                    <a:lnTo>
                      <a:pt x="148" y="360"/>
                    </a:lnTo>
                    <a:lnTo>
                      <a:pt x="149" y="363"/>
                    </a:lnTo>
                    <a:lnTo>
                      <a:pt x="150" y="366"/>
                    </a:lnTo>
                    <a:lnTo>
                      <a:pt x="151" y="368"/>
                    </a:lnTo>
                    <a:lnTo>
                      <a:pt x="151" y="371"/>
                    </a:lnTo>
                    <a:lnTo>
                      <a:pt x="152" y="374"/>
                    </a:lnTo>
                    <a:lnTo>
                      <a:pt x="154" y="376"/>
                    </a:lnTo>
                    <a:lnTo>
                      <a:pt x="154" y="378"/>
                    </a:lnTo>
                    <a:lnTo>
                      <a:pt x="155" y="381"/>
                    </a:lnTo>
                    <a:lnTo>
                      <a:pt x="156" y="383"/>
                    </a:lnTo>
                    <a:lnTo>
                      <a:pt x="157" y="385"/>
                    </a:lnTo>
                    <a:lnTo>
                      <a:pt x="157" y="388"/>
                    </a:lnTo>
                    <a:lnTo>
                      <a:pt x="158" y="391"/>
                    </a:lnTo>
                    <a:lnTo>
                      <a:pt x="159" y="394"/>
                    </a:lnTo>
                    <a:lnTo>
                      <a:pt x="160" y="397"/>
                    </a:lnTo>
                    <a:lnTo>
                      <a:pt x="161" y="400"/>
                    </a:lnTo>
                    <a:lnTo>
                      <a:pt x="162" y="403"/>
                    </a:lnTo>
                    <a:lnTo>
                      <a:pt x="163" y="406"/>
                    </a:lnTo>
                    <a:lnTo>
                      <a:pt x="164" y="410"/>
                    </a:lnTo>
                    <a:lnTo>
                      <a:pt x="165" y="414"/>
                    </a:lnTo>
                    <a:lnTo>
                      <a:pt x="166" y="417"/>
                    </a:lnTo>
                    <a:lnTo>
                      <a:pt x="167" y="421"/>
                    </a:lnTo>
                    <a:lnTo>
                      <a:pt x="169" y="425"/>
                    </a:lnTo>
                    <a:lnTo>
                      <a:pt x="171" y="431"/>
                    </a:lnTo>
                    <a:lnTo>
                      <a:pt x="173" y="435"/>
                    </a:lnTo>
                    <a:lnTo>
                      <a:pt x="174" y="440"/>
                    </a:lnTo>
                    <a:lnTo>
                      <a:pt x="176" y="444"/>
                    </a:lnTo>
                    <a:lnTo>
                      <a:pt x="177" y="449"/>
                    </a:lnTo>
                    <a:lnTo>
                      <a:pt x="178" y="452"/>
                    </a:lnTo>
                    <a:lnTo>
                      <a:pt x="179" y="456"/>
                    </a:lnTo>
                    <a:lnTo>
                      <a:pt x="180" y="459"/>
                    </a:lnTo>
                    <a:lnTo>
                      <a:pt x="180" y="461"/>
                    </a:lnTo>
                    <a:lnTo>
                      <a:pt x="181" y="464"/>
                    </a:lnTo>
                    <a:lnTo>
                      <a:pt x="182" y="468"/>
                    </a:lnTo>
                    <a:lnTo>
                      <a:pt x="183" y="470"/>
                    </a:lnTo>
                    <a:lnTo>
                      <a:pt x="183" y="473"/>
                    </a:lnTo>
                    <a:lnTo>
                      <a:pt x="184" y="475"/>
                    </a:lnTo>
                    <a:lnTo>
                      <a:pt x="184" y="477"/>
                    </a:lnTo>
                    <a:lnTo>
                      <a:pt x="185" y="479"/>
                    </a:lnTo>
                    <a:lnTo>
                      <a:pt x="185" y="481"/>
                    </a:lnTo>
                    <a:lnTo>
                      <a:pt x="186" y="485"/>
                    </a:lnTo>
                    <a:lnTo>
                      <a:pt x="186" y="488"/>
                    </a:lnTo>
                    <a:lnTo>
                      <a:pt x="186" y="490"/>
                    </a:lnTo>
                    <a:lnTo>
                      <a:pt x="187" y="492"/>
                    </a:lnTo>
                    <a:lnTo>
                      <a:pt x="187" y="494"/>
                    </a:lnTo>
                    <a:lnTo>
                      <a:pt x="187" y="496"/>
                    </a:lnTo>
                    <a:lnTo>
                      <a:pt x="188" y="499"/>
                    </a:lnTo>
                    <a:lnTo>
                      <a:pt x="188" y="501"/>
                    </a:lnTo>
                    <a:lnTo>
                      <a:pt x="188" y="504"/>
                    </a:lnTo>
                    <a:lnTo>
                      <a:pt x="188" y="507"/>
                    </a:lnTo>
                    <a:lnTo>
                      <a:pt x="189" y="510"/>
                    </a:lnTo>
                    <a:lnTo>
                      <a:pt x="189" y="513"/>
                    </a:lnTo>
                    <a:lnTo>
                      <a:pt x="189" y="516"/>
                    </a:lnTo>
                    <a:lnTo>
                      <a:pt x="189" y="520"/>
                    </a:lnTo>
                    <a:lnTo>
                      <a:pt x="190" y="523"/>
                    </a:lnTo>
                    <a:lnTo>
                      <a:pt x="190" y="528"/>
                    </a:lnTo>
                    <a:lnTo>
                      <a:pt x="190" y="533"/>
                    </a:lnTo>
                    <a:lnTo>
                      <a:pt x="190" y="536"/>
                    </a:lnTo>
                    <a:lnTo>
                      <a:pt x="192" y="540"/>
                    </a:lnTo>
                    <a:lnTo>
                      <a:pt x="192" y="543"/>
                    </a:lnTo>
                    <a:lnTo>
                      <a:pt x="192" y="547"/>
                    </a:lnTo>
                    <a:lnTo>
                      <a:pt x="192" y="549"/>
                    </a:lnTo>
                    <a:lnTo>
                      <a:pt x="193" y="552"/>
                    </a:lnTo>
                    <a:lnTo>
                      <a:pt x="193" y="554"/>
                    </a:lnTo>
                    <a:lnTo>
                      <a:pt x="193" y="557"/>
                    </a:lnTo>
                    <a:lnTo>
                      <a:pt x="193" y="559"/>
                    </a:lnTo>
                    <a:lnTo>
                      <a:pt x="193" y="561"/>
                    </a:lnTo>
                    <a:lnTo>
                      <a:pt x="194" y="563"/>
                    </a:lnTo>
                    <a:lnTo>
                      <a:pt x="194" y="564"/>
                    </a:lnTo>
                    <a:lnTo>
                      <a:pt x="194" y="567"/>
                    </a:lnTo>
                    <a:lnTo>
                      <a:pt x="194" y="569"/>
                    </a:lnTo>
                    <a:lnTo>
                      <a:pt x="194" y="570"/>
                    </a:lnTo>
                    <a:lnTo>
                      <a:pt x="195" y="572"/>
                    </a:lnTo>
                    <a:lnTo>
                      <a:pt x="195" y="573"/>
                    </a:lnTo>
                    <a:lnTo>
                      <a:pt x="195" y="576"/>
                    </a:lnTo>
                    <a:lnTo>
                      <a:pt x="195" y="577"/>
                    </a:lnTo>
                    <a:lnTo>
                      <a:pt x="196" y="579"/>
                    </a:lnTo>
                    <a:lnTo>
                      <a:pt x="196" y="580"/>
                    </a:lnTo>
                    <a:lnTo>
                      <a:pt x="196" y="582"/>
                    </a:lnTo>
                    <a:lnTo>
                      <a:pt x="196" y="583"/>
                    </a:lnTo>
                    <a:lnTo>
                      <a:pt x="197" y="586"/>
                    </a:lnTo>
                    <a:lnTo>
                      <a:pt x="197" y="588"/>
                    </a:lnTo>
                    <a:lnTo>
                      <a:pt x="197" y="589"/>
                    </a:lnTo>
                    <a:lnTo>
                      <a:pt x="198" y="591"/>
                    </a:lnTo>
                    <a:lnTo>
                      <a:pt x="198" y="593"/>
                    </a:lnTo>
                    <a:lnTo>
                      <a:pt x="199" y="595"/>
                    </a:lnTo>
                    <a:lnTo>
                      <a:pt x="199" y="597"/>
                    </a:lnTo>
                    <a:lnTo>
                      <a:pt x="199" y="600"/>
                    </a:lnTo>
                    <a:lnTo>
                      <a:pt x="200" y="602"/>
                    </a:lnTo>
                    <a:lnTo>
                      <a:pt x="200" y="605"/>
                    </a:lnTo>
                    <a:lnTo>
                      <a:pt x="201" y="607"/>
                    </a:lnTo>
                    <a:lnTo>
                      <a:pt x="201" y="609"/>
                    </a:lnTo>
                    <a:lnTo>
                      <a:pt x="201" y="611"/>
                    </a:lnTo>
                    <a:lnTo>
                      <a:pt x="202" y="612"/>
                    </a:lnTo>
                    <a:lnTo>
                      <a:pt x="202" y="614"/>
                    </a:lnTo>
                    <a:lnTo>
                      <a:pt x="202" y="616"/>
                    </a:lnTo>
                    <a:lnTo>
                      <a:pt x="202" y="618"/>
                    </a:lnTo>
                    <a:lnTo>
                      <a:pt x="203" y="620"/>
                    </a:lnTo>
                    <a:lnTo>
                      <a:pt x="203" y="622"/>
                    </a:lnTo>
                    <a:lnTo>
                      <a:pt x="203" y="624"/>
                    </a:lnTo>
                    <a:lnTo>
                      <a:pt x="203" y="626"/>
                    </a:lnTo>
                    <a:lnTo>
                      <a:pt x="203" y="628"/>
                    </a:lnTo>
                    <a:lnTo>
                      <a:pt x="203" y="630"/>
                    </a:lnTo>
                    <a:lnTo>
                      <a:pt x="203" y="631"/>
                    </a:lnTo>
                    <a:lnTo>
                      <a:pt x="203" y="633"/>
                    </a:lnTo>
                    <a:lnTo>
                      <a:pt x="203" y="636"/>
                    </a:lnTo>
                    <a:lnTo>
                      <a:pt x="203" y="638"/>
                    </a:lnTo>
                    <a:lnTo>
                      <a:pt x="203" y="640"/>
                    </a:lnTo>
                    <a:lnTo>
                      <a:pt x="203" y="644"/>
                    </a:lnTo>
                    <a:lnTo>
                      <a:pt x="203" y="646"/>
                    </a:lnTo>
                    <a:lnTo>
                      <a:pt x="203" y="649"/>
                    </a:lnTo>
                    <a:lnTo>
                      <a:pt x="203" y="652"/>
                    </a:lnTo>
                    <a:lnTo>
                      <a:pt x="203" y="655"/>
                    </a:lnTo>
                    <a:lnTo>
                      <a:pt x="203" y="659"/>
                    </a:lnTo>
                    <a:lnTo>
                      <a:pt x="202" y="663"/>
                    </a:lnTo>
                    <a:lnTo>
                      <a:pt x="202" y="668"/>
                    </a:lnTo>
                    <a:lnTo>
                      <a:pt x="202" y="673"/>
                    </a:lnTo>
                    <a:lnTo>
                      <a:pt x="202" y="677"/>
                    </a:lnTo>
                    <a:lnTo>
                      <a:pt x="201" y="683"/>
                    </a:lnTo>
                    <a:lnTo>
                      <a:pt x="201" y="6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23">
                <a:extLst>
                  <a:ext uri="{FF2B5EF4-FFF2-40B4-BE49-F238E27FC236}">
                    <a16:creationId xmlns:a16="http://schemas.microsoft.com/office/drawing/2014/main" id="{B8066142-AB22-48F2-AE3D-868FABD49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7666" y="1964080"/>
                <a:ext cx="74498" cy="270746"/>
              </a:xfrm>
              <a:custGeom>
                <a:avLst/>
                <a:gdLst>
                  <a:gd name="T0" fmla="*/ 0 w 203"/>
                  <a:gd name="T1" fmla="*/ 0 h 686"/>
                  <a:gd name="T2" fmla="*/ 0 w 203"/>
                  <a:gd name="T3" fmla="*/ 0 h 686"/>
                  <a:gd name="T4" fmla="*/ 0 w 203"/>
                  <a:gd name="T5" fmla="*/ 0 h 686"/>
                  <a:gd name="T6" fmla="*/ 0 w 203"/>
                  <a:gd name="T7" fmla="*/ 0 h 686"/>
                  <a:gd name="T8" fmla="*/ 0 w 203"/>
                  <a:gd name="T9" fmla="*/ 0 h 686"/>
                  <a:gd name="T10" fmla="*/ 0 w 203"/>
                  <a:gd name="T11" fmla="*/ 0 h 686"/>
                  <a:gd name="T12" fmla="*/ 0 w 203"/>
                  <a:gd name="T13" fmla="*/ 0 h 686"/>
                  <a:gd name="T14" fmla="*/ 0 w 203"/>
                  <a:gd name="T15" fmla="*/ 0 h 686"/>
                  <a:gd name="T16" fmla="*/ 0 w 203"/>
                  <a:gd name="T17" fmla="*/ 0 h 686"/>
                  <a:gd name="T18" fmla="*/ 0 w 203"/>
                  <a:gd name="T19" fmla="*/ 0 h 686"/>
                  <a:gd name="T20" fmla="*/ 0 w 203"/>
                  <a:gd name="T21" fmla="*/ 0 h 686"/>
                  <a:gd name="T22" fmla="*/ 0 w 203"/>
                  <a:gd name="T23" fmla="*/ 0 h 686"/>
                  <a:gd name="T24" fmla="*/ 0 w 203"/>
                  <a:gd name="T25" fmla="*/ 0 h 686"/>
                  <a:gd name="T26" fmla="*/ 0 w 203"/>
                  <a:gd name="T27" fmla="*/ 0 h 686"/>
                  <a:gd name="T28" fmla="*/ 0 w 203"/>
                  <a:gd name="T29" fmla="*/ 0 h 686"/>
                  <a:gd name="T30" fmla="*/ 0 w 203"/>
                  <a:gd name="T31" fmla="*/ 0 h 686"/>
                  <a:gd name="T32" fmla="*/ 0 w 203"/>
                  <a:gd name="T33" fmla="*/ 0 h 686"/>
                  <a:gd name="T34" fmla="*/ 0 w 203"/>
                  <a:gd name="T35" fmla="*/ 0 h 686"/>
                  <a:gd name="T36" fmla="*/ 0 w 203"/>
                  <a:gd name="T37" fmla="*/ 0 h 686"/>
                  <a:gd name="T38" fmla="*/ 0 w 203"/>
                  <a:gd name="T39" fmla="*/ 0 h 686"/>
                  <a:gd name="T40" fmla="*/ 0 w 203"/>
                  <a:gd name="T41" fmla="*/ 0 h 686"/>
                  <a:gd name="T42" fmla="*/ 0 w 203"/>
                  <a:gd name="T43" fmla="*/ 0 h 686"/>
                  <a:gd name="T44" fmla="*/ 0 w 203"/>
                  <a:gd name="T45" fmla="*/ 0 h 686"/>
                  <a:gd name="T46" fmla="*/ 0 w 203"/>
                  <a:gd name="T47" fmla="*/ 0 h 686"/>
                  <a:gd name="T48" fmla="*/ 0 w 203"/>
                  <a:gd name="T49" fmla="*/ 0 h 686"/>
                  <a:gd name="T50" fmla="*/ 0 w 203"/>
                  <a:gd name="T51" fmla="*/ 0 h 686"/>
                  <a:gd name="T52" fmla="*/ 0 w 203"/>
                  <a:gd name="T53" fmla="*/ 0 h 686"/>
                  <a:gd name="T54" fmla="*/ 0 w 203"/>
                  <a:gd name="T55" fmla="*/ 0 h 686"/>
                  <a:gd name="T56" fmla="*/ 0 w 203"/>
                  <a:gd name="T57" fmla="*/ 0 h 686"/>
                  <a:gd name="T58" fmla="*/ 0 w 203"/>
                  <a:gd name="T59" fmla="*/ 0 h 686"/>
                  <a:gd name="T60" fmla="*/ 0 w 203"/>
                  <a:gd name="T61" fmla="*/ 0 h 686"/>
                  <a:gd name="T62" fmla="*/ 0 w 203"/>
                  <a:gd name="T63" fmla="*/ 0 h 686"/>
                  <a:gd name="T64" fmla="*/ 0 w 203"/>
                  <a:gd name="T65" fmla="*/ 0 h 686"/>
                  <a:gd name="T66" fmla="*/ 0 w 203"/>
                  <a:gd name="T67" fmla="*/ 0 h 686"/>
                  <a:gd name="T68" fmla="*/ 0 w 203"/>
                  <a:gd name="T69" fmla="*/ 0 h 686"/>
                  <a:gd name="T70" fmla="*/ 0 w 203"/>
                  <a:gd name="T71" fmla="*/ 0 h 686"/>
                  <a:gd name="T72" fmla="*/ 0 w 203"/>
                  <a:gd name="T73" fmla="*/ 0 h 686"/>
                  <a:gd name="T74" fmla="*/ 0 w 203"/>
                  <a:gd name="T75" fmla="*/ 0 h 686"/>
                  <a:gd name="T76" fmla="*/ 0 w 203"/>
                  <a:gd name="T77" fmla="*/ 0 h 686"/>
                  <a:gd name="T78" fmla="*/ 0 w 203"/>
                  <a:gd name="T79" fmla="*/ 0 h 686"/>
                  <a:gd name="T80" fmla="*/ 0 w 203"/>
                  <a:gd name="T81" fmla="*/ 0 h 686"/>
                  <a:gd name="T82" fmla="*/ 0 w 203"/>
                  <a:gd name="T83" fmla="*/ 0 h 686"/>
                  <a:gd name="T84" fmla="*/ 0 w 203"/>
                  <a:gd name="T85" fmla="*/ 0 h 686"/>
                  <a:gd name="T86" fmla="*/ 0 w 203"/>
                  <a:gd name="T87" fmla="*/ 0 h 686"/>
                  <a:gd name="T88" fmla="*/ 0 w 203"/>
                  <a:gd name="T89" fmla="*/ 0 h 686"/>
                  <a:gd name="T90" fmla="*/ 0 w 203"/>
                  <a:gd name="T91" fmla="*/ 0 h 686"/>
                  <a:gd name="T92" fmla="*/ 0 w 203"/>
                  <a:gd name="T93" fmla="*/ 0 h 686"/>
                  <a:gd name="T94" fmla="*/ 0 w 203"/>
                  <a:gd name="T95" fmla="*/ 0 h 686"/>
                  <a:gd name="T96" fmla="*/ 0 w 203"/>
                  <a:gd name="T97" fmla="*/ 0 h 686"/>
                  <a:gd name="T98" fmla="*/ 0 w 203"/>
                  <a:gd name="T99" fmla="*/ 0 h 686"/>
                  <a:gd name="T100" fmla="*/ 0 w 203"/>
                  <a:gd name="T101" fmla="*/ 0 h 686"/>
                  <a:gd name="T102" fmla="*/ 0 w 203"/>
                  <a:gd name="T103" fmla="*/ 0 h 686"/>
                  <a:gd name="T104" fmla="*/ 0 w 203"/>
                  <a:gd name="T105" fmla="*/ 0 h 686"/>
                  <a:gd name="T106" fmla="*/ 0 w 203"/>
                  <a:gd name="T107" fmla="*/ 0 h 686"/>
                  <a:gd name="T108" fmla="*/ 0 w 203"/>
                  <a:gd name="T109" fmla="*/ 0 h 686"/>
                  <a:gd name="T110" fmla="*/ 0 w 203"/>
                  <a:gd name="T111" fmla="*/ 0 h 686"/>
                  <a:gd name="T112" fmla="*/ 0 w 203"/>
                  <a:gd name="T113" fmla="*/ 0 h 6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6"/>
                  <a:gd name="T173" fmla="*/ 203 w 203"/>
                  <a:gd name="T174" fmla="*/ 686 h 68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6">
                    <a:moveTo>
                      <a:pt x="0" y="686"/>
                    </a:moveTo>
                    <a:lnTo>
                      <a:pt x="4" y="679"/>
                    </a:lnTo>
                    <a:lnTo>
                      <a:pt x="8" y="672"/>
                    </a:lnTo>
                    <a:lnTo>
                      <a:pt x="12" y="665"/>
                    </a:lnTo>
                    <a:lnTo>
                      <a:pt x="15" y="660"/>
                    </a:lnTo>
                    <a:lnTo>
                      <a:pt x="19" y="652"/>
                    </a:lnTo>
                    <a:lnTo>
                      <a:pt x="22" y="647"/>
                    </a:lnTo>
                    <a:lnTo>
                      <a:pt x="24" y="643"/>
                    </a:lnTo>
                    <a:lnTo>
                      <a:pt x="27" y="638"/>
                    </a:lnTo>
                    <a:lnTo>
                      <a:pt x="29" y="633"/>
                    </a:lnTo>
                    <a:lnTo>
                      <a:pt x="31" y="629"/>
                    </a:lnTo>
                    <a:lnTo>
                      <a:pt x="34" y="626"/>
                    </a:lnTo>
                    <a:lnTo>
                      <a:pt x="37" y="622"/>
                    </a:lnTo>
                    <a:lnTo>
                      <a:pt x="39" y="619"/>
                    </a:lnTo>
                    <a:lnTo>
                      <a:pt x="40" y="615"/>
                    </a:lnTo>
                    <a:lnTo>
                      <a:pt x="42" y="612"/>
                    </a:lnTo>
                    <a:lnTo>
                      <a:pt x="43" y="608"/>
                    </a:lnTo>
                    <a:lnTo>
                      <a:pt x="45" y="605"/>
                    </a:lnTo>
                    <a:lnTo>
                      <a:pt x="46" y="603"/>
                    </a:lnTo>
                    <a:lnTo>
                      <a:pt x="47" y="600"/>
                    </a:lnTo>
                    <a:lnTo>
                      <a:pt x="48" y="597"/>
                    </a:lnTo>
                    <a:lnTo>
                      <a:pt x="50" y="594"/>
                    </a:lnTo>
                    <a:lnTo>
                      <a:pt x="51" y="592"/>
                    </a:lnTo>
                    <a:lnTo>
                      <a:pt x="52" y="589"/>
                    </a:lnTo>
                    <a:lnTo>
                      <a:pt x="53" y="587"/>
                    </a:lnTo>
                    <a:lnTo>
                      <a:pt x="54" y="584"/>
                    </a:lnTo>
                    <a:lnTo>
                      <a:pt x="55" y="581"/>
                    </a:lnTo>
                    <a:lnTo>
                      <a:pt x="57" y="579"/>
                    </a:lnTo>
                    <a:lnTo>
                      <a:pt x="59" y="575"/>
                    </a:lnTo>
                    <a:lnTo>
                      <a:pt x="60" y="572"/>
                    </a:lnTo>
                    <a:lnTo>
                      <a:pt x="61" y="568"/>
                    </a:lnTo>
                    <a:lnTo>
                      <a:pt x="63" y="564"/>
                    </a:lnTo>
                    <a:lnTo>
                      <a:pt x="64" y="560"/>
                    </a:lnTo>
                    <a:lnTo>
                      <a:pt x="66" y="556"/>
                    </a:lnTo>
                    <a:lnTo>
                      <a:pt x="67" y="552"/>
                    </a:lnTo>
                    <a:lnTo>
                      <a:pt x="68" y="549"/>
                    </a:lnTo>
                    <a:lnTo>
                      <a:pt x="70" y="546"/>
                    </a:lnTo>
                    <a:lnTo>
                      <a:pt x="71" y="543"/>
                    </a:lnTo>
                    <a:lnTo>
                      <a:pt x="72" y="541"/>
                    </a:lnTo>
                    <a:lnTo>
                      <a:pt x="73" y="537"/>
                    </a:lnTo>
                    <a:lnTo>
                      <a:pt x="74" y="535"/>
                    </a:lnTo>
                    <a:lnTo>
                      <a:pt x="76" y="532"/>
                    </a:lnTo>
                    <a:lnTo>
                      <a:pt x="77" y="530"/>
                    </a:lnTo>
                    <a:lnTo>
                      <a:pt x="78" y="528"/>
                    </a:lnTo>
                    <a:lnTo>
                      <a:pt x="80" y="526"/>
                    </a:lnTo>
                    <a:lnTo>
                      <a:pt x="80" y="524"/>
                    </a:lnTo>
                    <a:lnTo>
                      <a:pt x="81" y="521"/>
                    </a:lnTo>
                    <a:lnTo>
                      <a:pt x="82" y="518"/>
                    </a:lnTo>
                    <a:lnTo>
                      <a:pt x="83" y="516"/>
                    </a:lnTo>
                    <a:lnTo>
                      <a:pt x="84" y="514"/>
                    </a:lnTo>
                    <a:lnTo>
                      <a:pt x="85" y="511"/>
                    </a:lnTo>
                    <a:lnTo>
                      <a:pt x="85" y="509"/>
                    </a:lnTo>
                    <a:lnTo>
                      <a:pt x="86" y="507"/>
                    </a:lnTo>
                    <a:lnTo>
                      <a:pt x="87" y="505"/>
                    </a:lnTo>
                    <a:lnTo>
                      <a:pt x="88" y="502"/>
                    </a:lnTo>
                    <a:lnTo>
                      <a:pt x="89" y="499"/>
                    </a:lnTo>
                    <a:lnTo>
                      <a:pt x="90" y="496"/>
                    </a:lnTo>
                    <a:lnTo>
                      <a:pt x="91" y="493"/>
                    </a:lnTo>
                    <a:lnTo>
                      <a:pt x="93" y="490"/>
                    </a:lnTo>
                    <a:lnTo>
                      <a:pt x="95" y="487"/>
                    </a:lnTo>
                    <a:lnTo>
                      <a:pt x="96" y="483"/>
                    </a:lnTo>
                    <a:lnTo>
                      <a:pt x="98" y="479"/>
                    </a:lnTo>
                    <a:lnTo>
                      <a:pt x="99" y="474"/>
                    </a:lnTo>
                    <a:lnTo>
                      <a:pt x="101" y="470"/>
                    </a:lnTo>
                    <a:lnTo>
                      <a:pt x="102" y="465"/>
                    </a:lnTo>
                    <a:lnTo>
                      <a:pt x="104" y="460"/>
                    </a:lnTo>
                    <a:lnTo>
                      <a:pt x="106" y="456"/>
                    </a:lnTo>
                    <a:lnTo>
                      <a:pt x="107" y="452"/>
                    </a:lnTo>
                    <a:lnTo>
                      <a:pt x="108" y="448"/>
                    </a:lnTo>
                    <a:lnTo>
                      <a:pt x="110" y="445"/>
                    </a:lnTo>
                    <a:lnTo>
                      <a:pt x="111" y="440"/>
                    </a:lnTo>
                    <a:lnTo>
                      <a:pt x="112" y="437"/>
                    </a:lnTo>
                    <a:lnTo>
                      <a:pt x="113" y="434"/>
                    </a:lnTo>
                    <a:lnTo>
                      <a:pt x="115" y="432"/>
                    </a:lnTo>
                    <a:lnTo>
                      <a:pt x="116" y="428"/>
                    </a:lnTo>
                    <a:lnTo>
                      <a:pt x="117" y="425"/>
                    </a:lnTo>
                    <a:lnTo>
                      <a:pt x="118" y="422"/>
                    </a:lnTo>
                    <a:lnTo>
                      <a:pt x="119" y="420"/>
                    </a:lnTo>
                    <a:lnTo>
                      <a:pt x="120" y="417"/>
                    </a:lnTo>
                    <a:lnTo>
                      <a:pt x="120" y="415"/>
                    </a:lnTo>
                    <a:lnTo>
                      <a:pt x="121" y="413"/>
                    </a:lnTo>
                    <a:lnTo>
                      <a:pt x="122" y="410"/>
                    </a:lnTo>
                    <a:lnTo>
                      <a:pt x="124" y="408"/>
                    </a:lnTo>
                    <a:lnTo>
                      <a:pt x="124" y="406"/>
                    </a:lnTo>
                    <a:lnTo>
                      <a:pt x="125" y="403"/>
                    </a:lnTo>
                    <a:lnTo>
                      <a:pt x="126" y="400"/>
                    </a:lnTo>
                    <a:lnTo>
                      <a:pt x="127" y="398"/>
                    </a:lnTo>
                    <a:lnTo>
                      <a:pt x="128" y="395"/>
                    </a:lnTo>
                    <a:lnTo>
                      <a:pt x="129" y="392"/>
                    </a:lnTo>
                    <a:lnTo>
                      <a:pt x="129" y="389"/>
                    </a:lnTo>
                    <a:lnTo>
                      <a:pt x="130" y="385"/>
                    </a:lnTo>
                    <a:lnTo>
                      <a:pt x="131" y="381"/>
                    </a:lnTo>
                    <a:lnTo>
                      <a:pt x="132" y="378"/>
                    </a:lnTo>
                    <a:lnTo>
                      <a:pt x="135" y="374"/>
                    </a:lnTo>
                    <a:lnTo>
                      <a:pt x="136" y="370"/>
                    </a:lnTo>
                    <a:lnTo>
                      <a:pt x="137" y="366"/>
                    </a:lnTo>
                    <a:lnTo>
                      <a:pt x="138" y="361"/>
                    </a:lnTo>
                    <a:lnTo>
                      <a:pt x="140" y="356"/>
                    </a:lnTo>
                    <a:lnTo>
                      <a:pt x="141" y="352"/>
                    </a:lnTo>
                    <a:lnTo>
                      <a:pt x="142" y="348"/>
                    </a:lnTo>
                    <a:lnTo>
                      <a:pt x="143" y="344"/>
                    </a:lnTo>
                    <a:lnTo>
                      <a:pt x="144" y="339"/>
                    </a:lnTo>
                    <a:lnTo>
                      <a:pt x="145" y="336"/>
                    </a:lnTo>
                    <a:lnTo>
                      <a:pt x="146" y="333"/>
                    </a:lnTo>
                    <a:lnTo>
                      <a:pt x="147" y="330"/>
                    </a:lnTo>
                    <a:lnTo>
                      <a:pt x="148" y="327"/>
                    </a:lnTo>
                    <a:lnTo>
                      <a:pt x="149" y="323"/>
                    </a:lnTo>
                    <a:lnTo>
                      <a:pt x="150" y="321"/>
                    </a:lnTo>
                    <a:lnTo>
                      <a:pt x="151" y="318"/>
                    </a:lnTo>
                    <a:lnTo>
                      <a:pt x="151" y="316"/>
                    </a:lnTo>
                    <a:lnTo>
                      <a:pt x="152" y="314"/>
                    </a:lnTo>
                    <a:lnTo>
                      <a:pt x="154" y="311"/>
                    </a:lnTo>
                    <a:lnTo>
                      <a:pt x="154" y="309"/>
                    </a:lnTo>
                    <a:lnTo>
                      <a:pt x="155" y="306"/>
                    </a:lnTo>
                    <a:lnTo>
                      <a:pt x="156" y="304"/>
                    </a:lnTo>
                    <a:lnTo>
                      <a:pt x="157" y="301"/>
                    </a:lnTo>
                    <a:lnTo>
                      <a:pt x="157" y="299"/>
                    </a:lnTo>
                    <a:lnTo>
                      <a:pt x="158" y="295"/>
                    </a:lnTo>
                    <a:lnTo>
                      <a:pt x="159" y="293"/>
                    </a:lnTo>
                    <a:lnTo>
                      <a:pt x="160" y="290"/>
                    </a:lnTo>
                    <a:lnTo>
                      <a:pt x="161" y="286"/>
                    </a:lnTo>
                    <a:lnTo>
                      <a:pt x="162" y="284"/>
                    </a:lnTo>
                    <a:lnTo>
                      <a:pt x="163" y="280"/>
                    </a:lnTo>
                    <a:lnTo>
                      <a:pt x="164" y="277"/>
                    </a:lnTo>
                    <a:lnTo>
                      <a:pt x="165" y="274"/>
                    </a:lnTo>
                    <a:lnTo>
                      <a:pt x="166" y="270"/>
                    </a:lnTo>
                    <a:lnTo>
                      <a:pt x="167" y="265"/>
                    </a:lnTo>
                    <a:lnTo>
                      <a:pt x="169" y="261"/>
                    </a:lnTo>
                    <a:lnTo>
                      <a:pt x="171" y="257"/>
                    </a:lnTo>
                    <a:lnTo>
                      <a:pt x="173" y="252"/>
                    </a:lnTo>
                    <a:lnTo>
                      <a:pt x="174" y="246"/>
                    </a:lnTo>
                    <a:lnTo>
                      <a:pt x="176" y="242"/>
                    </a:lnTo>
                    <a:lnTo>
                      <a:pt x="177" y="239"/>
                    </a:lnTo>
                    <a:lnTo>
                      <a:pt x="178" y="235"/>
                    </a:lnTo>
                    <a:lnTo>
                      <a:pt x="179" y="232"/>
                    </a:lnTo>
                    <a:lnTo>
                      <a:pt x="180" y="228"/>
                    </a:lnTo>
                    <a:lnTo>
                      <a:pt x="180" y="225"/>
                    </a:lnTo>
                    <a:lnTo>
                      <a:pt x="181" y="223"/>
                    </a:lnTo>
                    <a:lnTo>
                      <a:pt x="182" y="220"/>
                    </a:lnTo>
                    <a:lnTo>
                      <a:pt x="183" y="218"/>
                    </a:lnTo>
                    <a:lnTo>
                      <a:pt x="183" y="215"/>
                    </a:lnTo>
                    <a:lnTo>
                      <a:pt x="184" y="213"/>
                    </a:lnTo>
                    <a:lnTo>
                      <a:pt x="184" y="211"/>
                    </a:lnTo>
                    <a:lnTo>
                      <a:pt x="185" y="208"/>
                    </a:lnTo>
                    <a:lnTo>
                      <a:pt x="185" y="204"/>
                    </a:lnTo>
                    <a:lnTo>
                      <a:pt x="186" y="202"/>
                    </a:lnTo>
                    <a:lnTo>
                      <a:pt x="186" y="200"/>
                    </a:lnTo>
                    <a:lnTo>
                      <a:pt x="186" y="198"/>
                    </a:lnTo>
                    <a:lnTo>
                      <a:pt x="187" y="196"/>
                    </a:lnTo>
                    <a:lnTo>
                      <a:pt x="187" y="194"/>
                    </a:lnTo>
                    <a:lnTo>
                      <a:pt x="187" y="192"/>
                    </a:lnTo>
                    <a:lnTo>
                      <a:pt x="188" y="188"/>
                    </a:lnTo>
                    <a:lnTo>
                      <a:pt x="188" y="186"/>
                    </a:lnTo>
                    <a:lnTo>
                      <a:pt x="188" y="183"/>
                    </a:lnTo>
                    <a:lnTo>
                      <a:pt x="188" y="181"/>
                    </a:lnTo>
                    <a:lnTo>
                      <a:pt x="189" y="178"/>
                    </a:lnTo>
                    <a:lnTo>
                      <a:pt x="189" y="175"/>
                    </a:lnTo>
                    <a:lnTo>
                      <a:pt x="189" y="172"/>
                    </a:lnTo>
                    <a:lnTo>
                      <a:pt x="189" y="167"/>
                    </a:lnTo>
                    <a:lnTo>
                      <a:pt x="190" y="164"/>
                    </a:lnTo>
                    <a:lnTo>
                      <a:pt x="190" y="159"/>
                    </a:lnTo>
                    <a:lnTo>
                      <a:pt x="190" y="155"/>
                    </a:lnTo>
                    <a:lnTo>
                      <a:pt x="190" y="152"/>
                    </a:lnTo>
                    <a:lnTo>
                      <a:pt x="192" y="147"/>
                    </a:lnTo>
                    <a:lnTo>
                      <a:pt x="192" y="144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3" y="136"/>
                    </a:lnTo>
                    <a:lnTo>
                      <a:pt x="193" y="134"/>
                    </a:lnTo>
                    <a:lnTo>
                      <a:pt x="193" y="130"/>
                    </a:lnTo>
                    <a:lnTo>
                      <a:pt x="193" y="128"/>
                    </a:lnTo>
                    <a:lnTo>
                      <a:pt x="193" y="126"/>
                    </a:lnTo>
                    <a:lnTo>
                      <a:pt x="194" y="124"/>
                    </a:lnTo>
                    <a:lnTo>
                      <a:pt x="194" y="123"/>
                    </a:lnTo>
                    <a:lnTo>
                      <a:pt x="194" y="121"/>
                    </a:lnTo>
                    <a:lnTo>
                      <a:pt x="194" y="119"/>
                    </a:lnTo>
                    <a:lnTo>
                      <a:pt x="194" y="118"/>
                    </a:lnTo>
                    <a:lnTo>
                      <a:pt x="195" y="115"/>
                    </a:lnTo>
                    <a:lnTo>
                      <a:pt x="195" y="114"/>
                    </a:lnTo>
                    <a:lnTo>
                      <a:pt x="195" y="111"/>
                    </a:lnTo>
                    <a:lnTo>
                      <a:pt x="195" y="110"/>
                    </a:lnTo>
                    <a:lnTo>
                      <a:pt x="196" y="108"/>
                    </a:lnTo>
                    <a:lnTo>
                      <a:pt x="196" y="107"/>
                    </a:lnTo>
                    <a:lnTo>
                      <a:pt x="196" y="105"/>
                    </a:lnTo>
                    <a:lnTo>
                      <a:pt x="196" y="104"/>
                    </a:lnTo>
                    <a:lnTo>
                      <a:pt x="197" y="102"/>
                    </a:lnTo>
                    <a:lnTo>
                      <a:pt x="197" y="100"/>
                    </a:lnTo>
                    <a:lnTo>
                      <a:pt x="197" y="99"/>
                    </a:lnTo>
                    <a:lnTo>
                      <a:pt x="198" y="97"/>
                    </a:lnTo>
                    <a:lnTo>
                      <a:pt x="198" y="95"/>
                    </a:lnTo>
                    <a:lnTo>
                      <a:pt x="199" y="92"/>
                    </a:lnTo>
                    <a:lnTo>
                      <a:pt x="199" y="90"/>
                    </a:lnTo>
                    <a:lnTo>
                      <a:pt x="199" y="87"/>
                    </a:lnTo>
                    <a:lnTo>
                      <a:pt x="200" y="85"/>
                    </a:lnTo>
                    <a:lnTo>
                      <a:pt x="200" y="83"/>
                    </a:lnTo>
                    <a:lnTo>
                      <a:pt x="201" y="81"/>
                    </a:lnTo>
                    <a:lnTo>
                      <a:pt x="201" y="79"/>
                    </a:lnTo>
                    <a:lnTo>
                      <a:pt x="201" y="77"/>
                    </a:lnTo>
                    <a:lnTo>
                      <a:pt x="202" y="75"/>
                    </a:lnTo>
                    <a:lnTo>
                      <a:pt x="202" y="73"/>
                    </a:lnTo>
                    <a:lnTo>
                      <a:pt x="202" y="71"/>
                    </a:lnTo>
                    <a:lnTo>
                      <a:pt x="202" y="68"/>
                    </a:lnTo>
                    <a:lnTo>
                      <a:pt x="203" y="67"/>
                    </a:lnTo>
                    <a:lnTo>
                      <a:pt x="203" y="65"/>
                    </a:lnTo>
                    <a:lnTo>
                      <a:pt x="203" y="64"/>
                    </a:lnTo>
                    <a:lnTo>
                      <a:pt x="203" y="62"/>
                    </a:lnTo>
                    <a:lnTo>
                      <a:pt x="203" y="60"/>
                    </a:lnTo>
                    <a:lnTo>
                      <a:pt x="203" y="58"/>
                    </a:lnTo>
                    <a:lnTo>
                      <a:pt x="203" y="56"/>
                    </a:lnTo>
                    <a:lnTo>
                      <a:pt x="203" y="55"/>
                    </a:lnTo>
                    <a:lnTo>
                      <a:pt x="203" y="51"/>
                    </a:lnTo>
                    <a:lnTo>
                      <a:pt x="203" y="49"/>
                    </a:lnTo>
                    <a:lnTo>
                      <a:pt x="203" y="47"/>
                    </a:lnTo>
                    <a:lnTo>
                      <a:pt x="203" y="44"/>
                    </a:lnTo>
                    <a:lnTo>
                      <a:pt x="203" y="42"/>
                    </a:lnTo>
                    <a:lnTo>
                      <a:pt x="203" y="39"/>
                    </a:lnTo>
                    <a:lnTo>
                      <a:pt x="203" y="36"/>
                    </a:lnTo>
                    <a:lnTo>
                      <a:pt x="203" y="32"/>
                    </a:lnTo>
                    <a:lnTo>
                      <a:pt x="203" y="28"/>
                    </a:lnTo>
                    <a:lnTo>
                      <a:pt x="202" y="24"/>
                    </a:lnTo>
                    <a:lnTo>
                      <a:pt x="202" y="20"/>
                    </a:lnTo>
                    <a:lnTo>
                      <a:pt x="202" y="14"/>
                    </a:lnTo>
                    <a:lnTo>
                      <a:pt x="202" y="10"/>
                    </a:lnTo>
                    <a:lnTo>
                      <a:pt x="201" y="5"/>
                    </a:lnTo>
                    <a:lnTo>
                      <a:pt x="20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1" name="Freeform 41">
              <a:extLst>
                <a:ext uri="{FF2B5EF4-FFF2-40B4-BE49-F238E27FC236}">
                  <a16:creationId xmlns:a16="http://schemas.microsoft.com/office/drawing/2014/main" id="{61B1CEFB-D1E2-4A30-9186-9FE824B6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133" y="1981124"/>
              <a:ext cx="7777361" cy="970970"/>
            </a:xfrm>
            <a:custGeom>
              <a:avLst/>
              <a:gdLst>
                <a:gd name="T0" fmla="*/ 2147483646 w 10011"/>
                <a:gd name="T1" fmla="*/ 2147483646 h 4333"/>
                <a:gd name="T2" fmla="*/ 2147483646 w 10011"/>
                <a:gd name="T3" fmla="*/ 0 h 4333"/>
                <a:gd name="T4" fmla="*/ 0 w 10011"/>
                <a:gd name="T5" fmla="*/ 0 h 4333"/>
                <a:gd name="T6" fmla="*/ 2147483646 w 10011"/>
                <a:gd name="T7" fmla="*/ 2147483646 h 43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11" h="4333">
                  <a:moveTo>
                    <a:pt x="10011" y="4333"/>
                  </a:moveTo>
                  <a:cubicBezTo>
                    <a:pt x="10007" y="2889"/>
                    <a:pt x="10004" y="1444"/>
                    <a:pt x="10000" y="0"/>
                  </a:cubicBezTo>
                  <a:lnTo>
                    <a:pt x="0" y="0"/>
                  </a:lnTo>
                  <a:cubicBezTo>
                    <a:pt x="3" y="506"/>
                    <a:pt x="5" y="1693"/>
                    <a:pt x="8" y="219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64">
              <a:extLst>
                <a:ext uri="{FF2B5EF4-FFF2-40B4-BE49-F238E27FC236}">
                  <a16:creationId xmlns:a16="http://schemas.microsoft.com/office/drawing/2014/main" id="{DDFA9F6E-802F-48D3-98E7-DC2283DD4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8865" y="2902924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3">
              <a:extLst>
                <a:ext uri="{FF2B5EF4-FFF2-40B4-BE49-F238E27FC236}">
                  <a16:creationId xmlns:a16="http://schemas.microsoft.com/office/drawing/2014/main" id="{8F2EEF6D-3097-497E-B24B-8E3432A1D2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45948" y="2590644"/>
              <a:ext cx="929518" cy="1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65">
              <a:extLst>
                <a:ext uri="{FF2B5EF4-FFF2-40B4-BE49-F238E27FC236}">
                  <a16:creationId xmlns:a16="http://schemas.microsoft.com/office/drawing/2014/main" id="{3441E843-AF58-4BBB-A6F0-1D142C501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911" y="2575353"/>
              <a:ext cx="63755" cy="45719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3">
              <a:extLst>
                <a:ext uri="{FF2B5EF4-FFF2-40B4-BE49-F238E27FC236}">
                  <a16:creationId xmlns:a16="http://schemas.microsoft.com/office/drawing/2014/main" id="{C6742D53-2433-4AF8-B7E5-DFC8F3A6F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5216" y="2724523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3">
              <a:extLst>
                <a:ext uri="{FF2B5EF4-FFF2-40B4-BE49-F238E27FC236}">
                  <a16:creationId xmlns:a16="http://schemas.microsoft.com/office/drawing/2014/main" id="{EF6C8A2B-00F3-4FC9-A8F8-E6AEA049DD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6599" y="2470524"/>
              <a:ext cx="347869" cy="17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4">
              <a:extLst>
                <a:ext uri="{FF2B5EF4-FFF2-40B4-BE49-F238E27FC236}">
                  <a16:creationId xmlns:a16="http://schemas.microsoft.com/office/drawing/2014/main" id="{749F1032-B8B0-4A0F-BEC9-8DF58C8F6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2078" y="3339708"/>
              <a:ext cx="15135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Isosceles Triangle 11">
              <a:extLst>
                <a:ext uri="{FF2B5EF4-FFF2-40B4-BE49-F238E27FC236}">
                  <a16:creationId xmlns:a16="http://schemas.microsoft.com/office/drawing/2014/main" id="{FD43C929-7A43-4711-8CD1-0C75E335F9D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318982" y="3150136"/>
              <a:ext cx="366573" cy="3809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29" name="Freeform 29">
              <a:extLst>
                <a:ext uri="{FF2B5EF4-FFF2-40B4-BE49-F238E27FC236}">
                  <a16:creationId xmlns:a16="http://schemas.microsoft.com/office/drawing/2014/main" id="{844BC3B2-A7C8-4CA7-A6AC-17A61DAF8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9131" y="3280326"/>
              <a:ext cx="122233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7" name="Group 1">
            <a:extLst>
              <a:ext uri="{FF2B5EF4-FFF2-40B4-BE49-F238E27FC236}">
                <a16:creationId xmlns:a16="http://schemas.microsoft.com/office/drawing/2014/main" id="{7289DC12-145A-4E09-A2CA-ADA66064FC87}"/>
              </a:ext>
            </a:extLst>
          </p:cNvPr>
          <p:cNvGrpSpPr>
            <a:grpSpLocks/>
          </p:cNvGrpSpPr>
          <p:nvPr/>
        </p:nvGrpSpPr>
        <p:grpSpPr bwMode="auto">
          <a:xfrm>
            <a:off x="1077470" y="3899778"/>
            <a:ext cx="7782155" cy="2811466"/>
            <a:chOff x="292100" y="1981124"/>
            <a:chExt cx="8623300" cy="3480405"/>
          </a:xfrm>
        </p:grpSpPr>
        <p:sp>
          <p:nvSpPr>
            <p:cNvPr id="138" name="Line 5">
              <a:extLst>
                <a:ext uri="{FF2B5EF4-FFF2-40B4-BE49-F238E27FC236}">
                  <a16:creationId xmlns:a16="http://schemas.microsoft.com/office/drawing/2014/main" id="{507CA16A-DBC7-44B6-BAB0-F234763F0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07113" y="2932500"/>
              <a:ext cx="391012" cy="4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Line 6">
              <a:extLst>
                <a:ext uri="{FF2B5EF4-FFF2-40B4-BE49-F238E27FC236}">
                  <a16:creationId xmlns:a16="http://schemas.microsoft.com/office/drawing/2014/main" id="{C5599652-141C-4084-BF47-3DB78D30AF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7113" y="4206780"/>
              <a:ext cx="38733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7">
              <a:extLst>
                <a:ext uri="{FF2B5EF4-FFF2-40B4-BE49-F238E27FC236}">
                  <a16:creationId xmlns:a16="http://schemas.microsoft.com/office/drawing/2014/main" id="{5C4CF220-351D-449C-AB01-3E1B806D7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594" y="3091190"/>
              <a:ext cx="1458852" cy="1115591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8">
              <a:extLst>
                <a:ext uri="{FF2B5EF4-FFF2-40B4-BE49-F238E27FC236}">
                  <a16:creationId xmlns:a16="http://schemas.microsoft.com/office/drawing/2014/main" id="{67FB6AF3-0EEC-4F25-9C28-BB739E329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5594" y="2930912"/>
              <a:ext cx="1458852" cy="1117178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10">
              <a:extLst>
                <a:ext uri="{FF2B5EF4-FFF2-40B4-BE49-F238E27FC236}">
                  <a16:creationId xmlns:a16="http://schemas.microsoft.com/office/drawing/2014/main" id="{16FA8C01-4830-4A7A-B957-9E959F644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873" y="2903935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1">
              <a:extLst>
                <a:ext uri="{FF2B5EF4-FFF2-40B4-BE49-F238E27FC236}">
                  <a16:creationId xmlns:a16="http://schemas.microsoft.com/office/drawing/2014/main" id="{2493727D-E312-422A-A9E2-5A7B1F372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2223" y="4184563"/>
              <a:ext cx="44448" cy="44433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13">
              <a:extLst>
                <a:ext uri="{FF2B5EF4-FFF2-40B4-BE49-F238E27FC236}">
                  <a16:creationId xmlns:a16="http://schemas.microsoft.com/office/drawing/2014/main" id="{E7A9C9FA-AFE3-41E4-92FD-A7E6AC65C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0816" y="4367057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14">
              <a:extLst>
                <a:ext uri="{FF2B5EF4-FFF2-40B4-BE49-F238E27FC236}">
                  <a16:creationId xmlns:a16="http://schemas.microsoft.com/office/drawing/2014/main" id="{3142263F-C894-4E42-B68A-DEE5B1157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9297" y="2930912"/>
              <a:ext cx="1588" cy="12758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8">
              <a:extLst>
                <a:ext uri="{FF2B5EF4-FFF2-40B4-BE49-F238E27FC236}">
                  <a16:creationId xmlns:a16="http://schemas.microsoft.com/office/drawing/2014/main" id="{E49E4C16-14B9-4904-8F1F-A50054B57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983" y="4481633"/>
              <a:ext cx="708577" cy="45702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CB9BF354-A198-45FE-B1D6-EF7D94A97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297" y="4206780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25">
              <a:extLst>
                <a:ext uri="{FF2B5EF4-FFF2-40B4-BE49-F238E27FC236}">
                  <a16:creationId xmlns:a16="http://schemas.microsoft.com/office/drawing/2014/main" id="{F25B8EA0-EDC2-4B15-8E23-7E708516C8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94447" y="4208366"/>
              <a:ext cx="3678" cy="176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Rectangle 26">
              <a:extLst>
                <a:ext uri="{FF2B5EF4-FFF2-40B4-BE49-F238E27FC236}">
                  <a16:creationId xmlns:a16="http://schemas.microsoft.com/office/drawing/2014/main" id="{5620ECE2-4880-47BF-B066-0C0967AB8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00" y="2613602"/>
              <a:ext cx="17286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T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0" name="Freeform 29">
              <a:extLst>
                <a:ext uri="{FF2B5EF4-FFF2-40B4-BE49-F238E27FC236}">
                  <a16:creationId xmlns:a16="http://schemas.microsoft.com/office/drawing/2014/main" id="{D5080AE8-90C1-4C54-8C96-03A563D7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058" y="4306755"/>
              <a:ext cx="122233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34">
              <a:extLst>
                <a:ext uri="{FF2B5EF4-FFF2-40B4-BE49-F238E27FC236}">
                  <a16:creationId xmlns:a16="http://schemas.microsoft.com/office/drawing/2014/main" id="{68A14246-68A0-4E78-BF0B-70C71980F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880" y="4143304"/>
              <a:ext cx="122233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Line 35">
              <a:extLst>
                <a:ext uri="{FF2B5EF4-FFF2-40B4-BE49-F238E27FC236}">
                  <a16:creationId xmlns:a16="http://schemas.microsoft.com/office/drawing/2014/main" id="{C4C7D9BA-FA13-4863-8C24-51C7C4157D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594" y="4048090"/>
              <a:ext cx="31907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40">
              <a:extLst>
                <a:ext uri="{FF2B5EF4-FFF2-40B4-BE49-F238E27FC236}">
                  <a16:creationId xmlns:a16="http://schemas.microsoft.com/office/drawing/2014/main" id="{77ADD9DC-C88B-4A25-A296-F5EA45EA1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880" y="2870610"/>
              <a:ext cx="122233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41">
              <a:extLst>
                <a:ext uri="{FF2B5EF4-FFF2-40B4-BE49-F238E27FC236}">
                  <a16:creationId xmlns:a16="http://schemas.microsoft.com/office/drawing/2014/main" id="{CC00BDB0-CD96-499E-B6A1-749162FD1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816" y="2772222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Line 42">
              <a:extLst>
                <a:ext uri="{FF2B5EF4-FFF2-40B4-BE49-F238E27FC236}">
                  <a16:creationId xmlns:a16="http://schemas.microsoft.com/office/drawing/2014/main" id="{9C599743-41A4-4A52-856D-34A13DE15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594" y="3091190"/>
              <a:ext cx="319075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44">
              <a:extLst>
                <a:ext uri="{FF2B5EF4-FFF2-40B4-BE49-F238E27FC236}">
                  <a16:creationId xmlns:a16="http://schemas.microsoft.com/office/drawing/2014/main" id="{BA72B254-18D1-479C-A258-FFC4B6F6F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297" y="2930912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Line 45">
              <a:extLst>
                <a:ext uri="{FF2B5EF4-FFF2-40B4-BE49-F238E27FC236}">
                  <a16:creationId xmlns:a16="http://schemas.microsoft.com/office/drawing/2014/main" id="{3EF09D9D-0A4E-4879-A977-DDD3DC9CC2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9297" y="2930912"/>
              <a:ext cx="2952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51">
              <a:extLst>
                <a:ext uri="{FF2B5EF4-FFF2-40B4-BE49-F238E27FC236}">
                  <a16:creationId xmlns:a16="http://schemas.microsoft.com/office/drawing/2014/main" id="{61721719-3463-4340-8179-21DA08623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233" y="2710334"/>
              <a:ext cx="122233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Rectangle 52">
              <a:extLst>
                <a:ext uri="{FF2B5EF4-FFF2-40B4-BE49-F238E27FC236}">
                  <a16:creationId xmlns:a16="http://schemas.microsoft.com/office/drawing/2014/main" id="{CD6453E0-D8E8-48A6-84B8-6E6CE316F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100" y="3208509"/>
              <a:ext cx="541793" cy="246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0" name="AutoShape 56">
              <a:extLst>
                <a:ext uri="{FF2B5EF4-FFF2-40B4-BE49-F238E27FC236}">
                  <a16:creationId xmlns:a16="http://schemas.microsoft.com/office/drawing/2014/main" id="{5A4EA142-5157-4A9B-9044-AF7CF106D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735" y="2499275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1" name="AutoShape 57">
              <a:extLst>
                <a:ext uri="{FF2B5EF4-FFF2-40B4-BE49-F238E27FC236}">
                  <a16:creationId xmlns:a16="http://schemas.microsoft.com/office/drawing/2014/main" id="{F8C35409-F45E-4F96-93FC-EFECCD708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735" y="4097284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2" name="AutoShape 59">
              <a:extLst>
                <a:ext uri="{FF2B5EF4-FFF2-40B4-BE49-F238E27FC236}">
                  <a16:creationId xmlns:a16="http://schemas.microsoft.com/office/drawing/2014/main" id="{7D6F39F1-9A4C-4610-8224-473B901E7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8795" y="2657965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3" name="AutoShape 61">
              <a:extLst>
                <a:ext uri="{FF2B5EF4-FFF2-40B4-BE49-F238E27FC236}">
                  <a16:creationId xmlns:a16="http://schemas.microsoft.com/office/drawing/2014/main" id="{F8D9E13E-DC17-4B0A-9E46-96B50A700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1969" y="3933833"/>
              <a:ext cx="627037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4" name="Freeform 64">
              <a:extLst>
                <a:ext uri="{FF2B5EF4-FFF2-40B4-BE49-F238E27FC236}">
                  <a16:creationId xmlns:a16="http://schemas.microsoft.com/office/drawing/2014/main" id="{6F638309-3083-4961-BD5B-625BC36DE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4285" y="4181390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65">
              <a:extLst>
                <a:ext uri="{FF2B5EF4-FFF2-40B4-BE49-F238E27FC236}">
                  <a16:creationId xmlns:a16="http://schemas.microsoft.com/office/drawing/2014/main" id="{1242718E-6129-4819-8B4A-2D9699A04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311" y="3311952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Line 5">
              <a:extLst>
                <a:ext uri="{FF2B5EF4-FFF2-40B4-BE49-F238E27FC236}">
                  <a16:creationId xmlns:a16="http://schemas.microsoft.com/office/drawing/2014/main" id="{22766EE5-3038-46EE-837C-41BCC79DD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18491" y="2932500"/>
              <a:ext cx="70640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Line 6">
              <a:extLst>
                <a:ext uri="{FF2B5EF4-FFF2-40B4-BE49-F238E27FC236}">
                  <a16:creationId xmlns:a16="http://schemas.microsoft.com/office/drawing/2014/main" id="{3FEC1867-F67D-4D05-8C67-754BFE8AB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18491" y="4206780"/>
              <a:ext cx="38733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7">
              <a:extLst>
                <a:ext uri="{FF2B5EF4-FFF2-40B4-BE49-F238E27FC236}">
                  <a16:creationId xmlns:a16="http://schemas.microsoft.com/office/drawing/2014/main" id="{F276FA14-419A-4752-B752-78C8BB89B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974" y="3091190"/>
              <a:ext cx="1458851" cy="1115591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8">
              <a:extLst>
                <a:ext uri="{FF2B5EF4-FFF2-40B4-BE49-F238E27FC236}">
                  <a16:creationId xmlns:a16="http://schemas.microsoft.com/office/drawing/2014/main" id="{B78CEC9A-759E-4B1E-98BA-2E01E6E72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6974" y="2930912"/>
              <a:ext cx="1458851" cy="1117178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0">
              <a:extLst>
                <a:ext uri="{FF2B5EF4-FFF2-40B4-BE49-F238E27FC236}">
                  <a16:creationId xmlns:a16="http://schemas.microsoft.com/office/drawing/2014/main" id="{A72254A7-2C44-4F2A-ADE6-D133D9697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7251" y="2903935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1">
              <a:extLst>
                <a:ext uri="{FF2B5EF4-FFF2-40B4-BE49-F238E27FC236}">
                  <a16:creationId xmlns:a16="http://schemas.microsoft.com/office/drawing/2014/main" id="{3F0E2489-23A1-45DB-8FB1-CDCB7FC88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3601" y="4184563"/>
              <a:ext cx="44448" cy="44433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Line 13">
              <a:extLst>
                <a:ext uri="{FF2B5EF4-FFF2-40B4-BE49-F238E27FC236}">
                  <a16:creationId xmlns:a16="http://schemas.microsoft.com/office/drawing/2014/main" id="{7F251A70-631F-4AA5-9CF7-0EA87E44B3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2195" y="4367057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Line 14">
              <a:extLst>
                <a:ext uri="{FF2B5EF4-FFF2-40B4-BE49-F238E27FC236}">
                  <a16:creationId xmlns:a16="http://schemas.microsoft.com/office/drawing/2014/main" id="{C8F74A74-E36B-4755-A03F-15FAE37CF5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0678" y="2930912"/>
              <a:ext cx="1587" cy="12758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20">
              <a:extLst>
                <a:ext uri="{FF2B5EF4-FFF2-40B4-BE49-F238E27FC236}">
                  <a16:creationId xmlns:a16="http://schemas.microsoft.com/office/drawing/2014/main" id="{E722097B-F752-4DA1-A655-CCEF1B436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678" y="4206780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Line 21">
              <a:extLst>
                <a:ext uri="{FF2B5EF4-FFF2-40B4-BE49-F238E27FC236}">
                  <a16:creationId xmlns:a16="http://schemas.microsoft.com/office/drawing/2014/main" id="{254EE4D7-B01F-4483-9D67-C3637C0D1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70678" y="4206780"/>
              <a:ext cx="2952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Line 25">
              <a:extLst>
                <a:ext uri="{FF2B5EF4-FFF2-40B4-BE49-F238E27FC236}">
                  <a16:creationId xmlns:a16="http://schemas.microsoft.com/office/drawing/2014/main" id="{70595F3D-FD70-487E-9BEC-3E50A09988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05825" y="4206780"/>
              <a:ext cx="31907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29">
              <a:extLst>
                <a:ext uri="{FF2B5EF4-FFF2-40B4-BE49-F238E27FC236}">
                  <a16:creationId xmlns:a16="http://schemas.microsoft.com/office/drawing/2014/main" id="{E4B20603-1B9B-46AB-9F6F-0BC1F6697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0439" y="4306755"/>
              <a:ext cx="122232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34">
              <a:extLst>
                <a:ext uri="{FF2B5EF4-FFF2-40B4-BE49-F238E27FC236}">
                  <a16:creationId xmlns:a16="http://schemas.microsoft.com/office/drawing/2014/main" id="{459F4AE7-DA60-49A6-8EFC-85D940F1A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6259" y="4143304"/>
              <a:ext cx="122232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Line 35">
              <a:extLst>
                <a:ext uri="{FF2B5EF4-FFF2-40B4-BE49-F238E27FC236}">
                  <a16:creationId xmlns:a16="http://schemas.microsoft.com/office/drawing/2014/main" id="{EEB367EA-A177-44B2-A203-25F772D90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6974" y="4048090"/>
              <a:ext cx="31907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40">
              <a:extLst>
                <a:ext uri="{FF2B5EF4-FFF2-40B4-BE49-F238E27FC236}">
                  <a16:creationId xmlns:a16="http://schemas.microsoft.com/office/drawing/2014/main" id="{1D21618A-575B-4EE9-9A66-4F2C8C9BC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6259" y="2870610"/>
              <a:ext cx="122232" cy="122192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Line 41">
              <a:extLst>
                <a:ext uri="{FF2B5EF4-FFF2-40B4-BE49-F238E27FC236}">
                  <a16:creationId xmlns:a16="http://schemas.microsoft.com/office/drawing/2014/main" id="{A76E9665-F409-4058-8314-BB0E40514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2195" y="2772222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Line 42">
              <a:extLst>
                <a:ext uri="{FF2B5EF4-FFF2-40B4-BE49-F238E27FC236}">
                  <a16:creationId xmlns:a16="http://schemas.microsoft.com/office/drawing/2014/main" id="{B0B44534-58F4-4FAA-B7EB-18434D29A3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6974" y="3091190"/>
              <a:ext cx="319074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44">
              <a:extLst>
                <a:ext uri="{FF2B5EF4-FFF2-40B4-BE49-F238E27FC236}">
                  <a16:creationId xmlns:a16="http://schemas.microsoft.com/office/drawing/2014/main" id="{6D1EF164-4BBF-4855-B968-A2F0660C3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0678" y="2930912"/>
              <a:ext cx="295263" cy="1587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Line 45">
              <a:extLst>
                <a:ext uri="{FF2B5EF4-FFF2-40B4-BE49-F238E27FC236}">
                  <a16:creationId xmlns:a16="http://schemas.microsoft.com/office/drawing/2014/main" id="{A206EE2B-341C-4933-B36E-7282F6ADA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70678" y="2930912"/>
              <a:ext cx="29526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51">
              <a:extLst>
                <a:ext uri="{FF2B5EF4-FFF2-40B4-BE49-F238E27FC236}">
                  <a16:creationId xmlns:a16="http://schemas.microsoft.com/office/drawing/2014/main" id="{F4A66C09-0851-4EFE-9658-B44C4A0D8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3614" y="2710334"/>
              <a:ext cx="122232" cy="123778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Line 53">
              <a:extLst>
                <a:ext uri="{FF2B5EF4-FFF2-40B4-BE49-F238E27FC236}">
                  <a16:creationId xmlns:a16="http://schemas.microsoft.com/office/drawing/2014/main" id="{974E70C4-3DEE-40F1-A45B-6541F0F3D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708918" y="4115330"/>
              <a:ext cx="143909" cy="224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Rectangle 54">
              <a:extLst>
                <a:ext uri="{FF2B5EF4-FFF2-40B4-BE49-F238E27FC236}">
                  <a16:creationId xmlns:a16="http://schemas.microsoft.com/office/drawing/2014/main" id="{60F92A94-C19F-4CDF-A8E6-C4C060344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7447" y="4113153"/>
              <a:ext cx="196842" cy="24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88" name="Rectangle 55">
              <a:extLst>
                <a:ext uri="{FF2B5EF4-FFF2-40B4-BE49-F238E27FC236}">
                  <a16:creationId xmlns:a16="http://schemas.microsoft.com/office/drawing/2014/main" id="{D701E6A5-FF52-4B2D-B747-73FE2BC3F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558" y="2823003"/>
              <a:ext cx="196842" cy="244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89" name="AutoShape 56">
              <a:extLst>
                <a:ext uri="{FF2B5EF4-FFF2-40B4-BE49-F238E27FC236}">
                  <a16:creationId xmlns:a16="http://schemas.microsoft.com/office/drawing/2014/main" id="{18AF933A-945E-4D49-A727-746E1DB9A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115" y="2499275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90" name="AutoShape 57">
              <a:extLst>
                <a:ext uri="{FF2B5EF4-FFF2-40B4-BE49-F238E27FC236}">
                  <a16:creationId xmlns:a16="http://schemas.microsoft.com/office/drawing/2014/main" id="{8E1899D4-F316-4859-B354-DB931B9BB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115" y="4097284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91" name="AutoShape 59">
              <a:extLst>
                <a:ext uri="{FF2B5EF4-FFF2-40B4-BE49-F238E27FC236}">
                  <a16:creationId xmlns:a16="http://schemas.microsoft.com/office/drawing/2014/main" id="{0BFB68C4-339A-430E-9450-7FD6E6F98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0174" y="2657965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92" name="AutoShape 61">
              <a:extLst>
                <a:ext uri="{FF2B5EF4-FFF2-40B4-BE49-F238E27FC236}">
                  <a16:creationId xmlns:a16="http://schemas.microsoft.com/office/drawing/2014/main" id="{26C506EC-32EF-41B9-AF65-A67147BB9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3349" y="3933833"/>
              <a:ext cx="627036" cy="533198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93" name="Freeform 64">
              <a:extLst>
                <a:ext uri="{FF2B5EF4-FFF2-40B4-BE49-F238E27FC236}">
                  <a16:creationId xmlns:a16="http://schemas.microsoft.com/office/drawing/2014/main" id="{E1B4B506-C1C5-42D0-A9B0-44FB3202C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5665" y="4181390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65">
              <a:extLst>
                <a:ext uri="{FF2B5EF4-FFF2-40B4-BE49-F238E27FC236}">
                  <a16:creationId xmlns:a16="http://schemas.microsoft.com/office/drawing/2014/main" id="{7BC30BF4-8F10-45B2-B0CB-6CD22AA4A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633" y="4179983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14">
              <a:extLst>
                <a:ext uri="{FF2B5EF4-FFF2-40B4-BE49-F238E27FC236}">
                  <a16:creationId xmlns:a16="http://schemas.microsoft.com/office/drawing/2014/main" id="{F211D907-6C80-4D72-98EE-9F5474F34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96282" y="4230582"/>
              <a:ext cx="1843" cy="3012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Line 14">
              <a:extLst>
                <a:ext uri="{FF2B5EF4-FFF2-40B4-BE49-F238E27FC236}">
                  <a16:creationId xmlns:a16="http://schemas.microsoft.com/office/drawing/2014/main" id="{32ABFD91-ADB8-407C-B0B7-90CF0119D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94408" y="2583689"/>
              <a:ext cx="0" cy="3232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Line 14">
              <a:extLst>
                <a:ext uri="{FF2B5EF4-FFF2-40B4-BE49-F238E27FC236}">
                  <a16:creationId xmlns:a16="http://schemas.microsoft.com/office/drawing/2014/main" id="{4BF84327-99F6-4E6F-BE7D-ACDC433849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18516" y="3331577"/>
              <a:ext cx="0" cy="19627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Line 14">
              <a:extLst>
                <a:ext uri="{FF2B5EF4-FFF2-40B4-BE49-F238E27FC236}">
                  <a16:creationId xmlns:a16="http://schemas.microsoft.com/office/drawing/2014/main" id="{3C7FAB6D-1B1B-43A8-8372-B467222BA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66308" y="4200214"/>
              <a:ext cx="3949" cy="10880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Line 13">
              <a:extLst>
                <a:ext uri="{FF2B5EF4-FFF2-40B4-BE49-F238E27FC236}">
                  <a16:creationId xmlns:a16="http://schemas.microsoft.com/office/drawing/2014/main" id="{D145697A-5DDB-4E46-AAE2-A5BE852E4F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18514" y="5285983"/>
              <a:ext cx="4457414" cy="12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Line 19">
              <a:extLst>
                <a:ext uri="{FF2B5EF4-FFF2-40B4-BE49-F238E27FC236}">
                  <a16:creationId xmlns:a16="http://schemas.microsoft.com/office/drawing/2014/main" id="{D3624CE6-1F31-461B-94B9-B43E40DFB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2859" y="4524439"/>
              <a:ext cx="760382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Line 47">
              <a:extLst>
                <a:ext uri="{FF2B5EF4-FFF2-40B4-BE49-F238E27FC236}">
                  <a16:creationId xmlns:a16="http://schemas.microsoft.com/office/drawing/2014/main" id="{7A5F9928-222F-4A2B-9F51-78C5A9445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88626" y="2591315"/>
              <a:ext cx="783133" cy="403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Line 13">
              <a:extLst>
                <a:ext uri="{FF2B5EF4-FFF2-40B4-BE49-F238E27FC236}">
                  <a16:creationId xmlns:a16="http://schemas.microsoft.com/office/drawing/2014/main" id="{23DA64B8-018B-4CAD-B891-31FC1214E6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873141" y="4415901"/>
              <a:ext cx="146658" cy="9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29">
              <a:extLst>
                <a:ext uri="{FF2B5EF4-FFF2-40B4-BE49-F238E27FC236}">
                  <a16:creationId xmlns:a16="http://schemas.microsoft.com/office/drawing/2014/main" id="{71A05912-64EB-4266-978C-E335A0A9A46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884748" y="4229837"/>
              <a:ext cx="122192" cy="122233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Isosceles Triangle 11">
              <a:extLst>
                <a:ext uri="{FF2B5EF4-FFF2-40B4-BE49-F238E27FC236}">
                  <a16:creationId xmlns:a16="http://schemas.microsoft.com/office/drawing/2014/main" id="{C742F990-0E57-4535-8DE1-EE9CD3841B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67185" y="3841930"/>
              <a:ext cx="366697" cy="380856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05" name="Line 13">
              <a:extLst>
                <a:ext uri="{FF2B5EF4-FFF2-40B4-BE49-F238E27FC236}">
                  <a16:creationId xmlns:a16="http://schemas.microsoft.com/office/drawing/2014/main" id="{A35E3EDC-A1B0-4FE0-9B18-A4C28B249B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316766" y="3223588"/>
              <a:ext cx="1260803" cy="4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65">
              <a:extLst>
                <a:ext uri="{FF2B5EF4-FFF2-40B4-BE49-F238E27FC236}">
                  <a16:creationId xmlns:a16="http://schemas.microsoft.com/office/drawing/2014/main" id="{81ACB3C1-DFC7-4815-8642-4D04E94C7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935" y="3320321"/>
              <a:ext cx="55561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7" name="Group 3">
              <a:extLst>
                <a:ext uri="{FF2B5EF4-FFF2-40B4-BE49-F238E27FC236}">
                  <a16:creationId xmlns:a16="http://schemas.microsoft.com/office/drawing/2014/main" id="{B0D20EB6-F3A2-4BD0-B2F0-3868CBA813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6397" y="2309942"/>
              <a:ext cx="719667" cy="541866"/>
              <a:chOff x="1227666" y="1693334"/>
              <a:chExt cx="719667" cy="541866"/>
            </a:xfrm>
          </p:grpSpPr>
          <p:sp>
            <p:nvSpPr>
              <p:cNvPr id="217" name="Freeform 20">
                <a:extLst>
                  <a:ext uri="{FF2B5EF4-FFF2-40B4-BE49-F238E27FC236}">
                    <a16:creationId xmlns:a16="http://schemas.microsoft.com/office/drawing/2014/main" id="{5007B791-B2AF-4AE5-9144-369C9B54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654" y="1693706"/>
                <a:ext cx="640679" cy="270746"/>
              </a:xfrm>
              <a:custGeom>
                <a:avLst/>
                <a:gdLst>
                  <a:gd name="T0" fmla="*/ 0 w 1719"/>
                  <a:gd name="T1" fmla="*/ 0 h 685"/>
                  <a:gd name="T2" fmla="*/ 0 w 1719"/>
                  <a:gd name="T3" fmla="*/ 0 h 685"/>
                  <a:gd name="T4" fmla="*/ 0 w 1719"/>
                  <a:gd name="T5" fmla="*/ 0 h 685"/>
                  <a:gd name="T6" fmla="*/ 0 w 1719"/>
                  <a:gd name="T7" fmla="*/ 0 h 685"/>
                  <a:gd name="T8" fmla="*/ 0 w 1719"/>
                  <a:gd name="T9" fmla="*/ 0 h 685"/>
                  <a:gd name="T10" fmla="*/ 0 w 1719"/>
                  <a:gd name="T11" fmla="*/ 0 h 685"/>
                  <a:gd name="T12" fmla="*/ 0 w 1719"/>
                  <a:gd name="T13" fmla="*/ 0 h 685"/>
                  <a:gd name="T14" fmla="*/ 0 w 1719"/>
                  <a:gd name="T15" fmla="*/ 0 h 685"/>
                  <a:gd name="T16" fmla="*/ 0 w 1719"/>
                  <a:gd name="T17" fmla="*/ 0 h 685"/>
                  <a:gd name="T18" fmla="*/ 0 w 1719"/>
                  <a:gd name="T19" fmla="*/ 0 h 685"/>
                  <a:gd name="T20" fmla="*/ 0 w 1719"/>
                  <a:gd name="T21" fmla="*/ 0 h 685"/>
                  <a:gd name="T22" fmla="*/ 0 w 1719"/>
                  <a:gd name="T23" fmla="*/ 0 h 685"/>
                  <a:gd name="T24" fmla="*/ 0 w 1719"/>
                  <a:gd name="T25" fmla="*/ 0 h 685"/>
                  <a:gd name="T26" fmla="*/ 0 w 1719"/>
                  <a:gd name="T27" fmla="*/ 0 h 685"/>
                  <a:gd name="T28" fmla="*/ 0 w 1719"/>
                  <a:gd name="T29" fmla="*/ 0 h 685"/>
                  <a:gd name="T30" fmla="*/ 0 w 1719"/>
                  <a:gd name="T31" fmla="*/ 0 h 685"/>
                  <a:gd name="T32" fmla="*/ 0 w 1719"/>
                  <a:gd name="T33" fmla="*/ 0 h 685"/>
                  <a:gd name="T34" fmla="*/ 0 w 1719"/>
                  <a:gd name="T35" fmla="*/ 0 h 685"/>
                  <a:gd name="T36" fmla="*/ 0 w 1719"/>
                  <a:gd name="T37" fmla="*/ 0 h 685"/>
                  <a:gd name="T38" fmla="*/ 0 w 1719"/>
                  <a:gd name="T39" fmla="*/ 0 h 685"/>
                  <a:gd name="T40" fmla="*/ 0 w 1719"/>
                  <a:gd name="T41" fmla="*/ 0 h 685"/>
                  <a:gd name="T42" fmla="*/ 0 w 1719"/>
                  <a:gd name="T43" fmla="*/ 0 h 685"/>
                  <a:gd name="T44" fmla="*/ 0 w 1719"/>
                  <a:gd name="T45" fmla="*/ 0 h 685"/>
                  <a:gd name="T46" fmla="*/ 0 w 1719"/>
                  <a:gd name="T47" fmla="*/ 0 h 685"/>
                  <a:gd name="T48" fmla="*/ 0 w 1719"/>
                  <a:gd name="T49" fmla="*/ 0 h 685"/>
                  <a:gd name="T50" fmla="*/ 0 w 1719"/>
                  <a:gd name="T51" fmla="*/ 0 h 685"/>
                  <a:gd name="T52" fmla="*/ 0 w 1719"/>
                  <a:gd name="T53" fmla="*/ 0 h 685"/>
                  <a:gd name="T54" fmla="*/ 0 w 1719"/>
                  <a:gd name="T55" fmla="*/ 0 h 685"/>
                  <a:gd name="T56" fmla="*/ 0 w 1719"/>
                  <a:gd name="T57" fmla="*/ 0 h 685"/>
                  <a:gd name="T58" fmla="*/ 0 w 1719"/>
                  <a:gd name="T59" fmla="*/ 0 h 685"/>
                  <a:gd name="T60" fmla="*/ 0 w 1719"/>
                  <a:gd name="T61" fmla="*/ 0 h 685"/>
                  <a:gd name="T62" fmla="*/ 0 w 1719"/>
                  <a:gd name="T63" fmla="*/ 0 h 685"/>
                  <a:gd name="T64" fmla="*/ 0 w 1719"/>
                  <a:gd name="T65" fmla="*/ 0 h 685"/>
                  <a:gd name="T66" fmla="*/ 0 w 1719"/>
                  <a:gd name="T67" fmla="*/ 0 h 685"/>
                  <a:gd name="T68" fmla="*/ 0 w 1719"/>
                  <a:gd name="T69" fmla="*/ 0 h 685"/>
                  <a:gd name="T70" fmla="*/ 0 w 1719"/>
                  <a:gd name="T71" fmla="*/ 0 h 685"/>
                  <a:gd name="T72" fmla="*/ 0 w 1719"/>
                  <a:gd name="T73" fmla="*/ 0 h 685"/>
                  <a:gd name="T74" fmla="*/ 0 w 1719"/>
                  <a:gd name="T75" fmla="*/ 0 h 685"/>
                  <a:gd name="T76" fmla="*/ 0 w 1719"/>
                  <a:gd name="T77" fmla="*/ 0 h 685"/>
                  <a:gd name="T78" fmla="*/ 0 w 1719"/>
                  <a:gd name="T79" fmla="*/ 0 h 685"/>
                  <a:gd name="T80" fmla="*/ 0 w 1719"/>
                  <a:gd name="T81" fmla="*/ 0 h 685"/>
                  <a:gd name="T82" fmla="*/ 0 w 1719"/>
                  <a:gd name="T83" fmla="*/ 0 h 685"/>
                  <a:gd name="T84" fmla="*/ 0 w 1719"/>
                  <a:gd name="T85" fmla="*/ 0 h 685"/>
                  <a:gd name="T86" fmla="*/ 0 w 1719"/>
                  <a:gd name="T87" fmla="*/ 0 h 685"/>
                  <a:gd name="T88" fmla="*/ 0 w 1719"/>
                  <a:gd name="T89" fmla="*/ 0 h 685"/>
                  <a:gd name="T90" fmla="*/ 0 w 1719"/>
                  <a:gd name="T91" fmla="*/ 0 h 685"/>
                  <a:gd name="T92" fmla="*/ 0 w 1719"/>
                  <a:gd name="T93" fmla="*/ 0 h 685"/>
                  <a:gd name="T94" fmla="*/ 0 w 1719"/>
                  <a:gd name="T95" fmla="*/ 0 h 685"/>
                  <a:gd name="T96" fmla="*/ 0 w 1719"/>
                  <a:gd name="T97" fmla="*/ 0 h 685"/>
                  <a:gd name="T98" fmla="*/ 0 w 1719"/>
                  <a:gd name="T99" fmla="*/ 0 h 685"/>
                  <a:gd name="T100" fmla="*/ 0 w 1719"/>
                  <a:gd name="T101" fmla="*/ 0 h 685"/>
                  <a:gd name="T102" fmla="*/ 0 w 1719"/>
                  <a:gd name="T103" fmla="*/ 0 h 685"/>
                  <a:gd name="T104" fmla="*/ 0 w 1719"/>
                  <a:gd name="T105" fmla="*/ 0 h 685"/>
                  <a:gd name="T106" fmla="*/ 0 w 1719"/>
                  <a:gd name="T107" fmla="*/ 0 h 685"/>
                  <a:gd name="T108" fmla="*/ 0 w 1719"/>
                  <a:gd name="T109" fmla="*/ 0 h 685"/>
                  <a:gd name="T110" fmla="*/ 0 w 1719"/>
                  <a:gd name="T111" fmla="*/ 0 h 685"/>
                  <a:gd name="T112" fmla="*/ 0 w 1719"/>
                  <a:gd name="T113" fmla="*/ 0 h 685"/>
                  <a:gd name="T114" fmla="*/ 0 w 1719"/>
                  <a:gd name="T115" fmla="*/ 0 h 685"/>
                  <a:gd name="T116" fmla="*/ 0 w 1719"/>
                  <a:gd name="T117" fmla="*/ 0 h 685"/>
                  <a:gd name="T118" fmla="*/ 0 w 1719"/>
                  <a:gd name="T119" fmla="*/ 0 h 685"/>
                  <a:gd name="T120" fmla="*/ 0 w 1719"/>
                  <a:gd name="T121" fmla="*/ 0 h 6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5"/>
                  <a:gd name="T185" fmla="*/ 1719 w 1719"/>
                  <a:gd name="T186" fmla="*/ 685 h 68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5">
                    <a:moveTo>
                      <a:pt x="0" y="0"/>
                    </a:moveTo>
                    <a:lnTo>
                      <a:pt x="66" y="0"/>
                    </a:lnTo>
                    <a:lnTo>
                      <a:pt x="127" y="0"/>
                    </a:lnTo>
                    <a:lnTo>
                      <a:pt x="184" y="0"/>
                    </a:lnTo>
                    <a:lnTo>
                      <a:pt x="238" y="0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79" y="1"/>
                    </a:lnTo>
                    <a:lnTo>
                      <a:pt x="418" y="1"/>
                    </a:lnTo>
                    <a:lnTo>
                      <a:pt x="455" y="1"/>
                    </a:lnTo>
                    <a:lnTo>
                      <a:pt x="490" y="1"/>
                    </a:lnTo>
                    <a:lnTo>
                      <a:pt x="520" y="1"/>
                    </a:lnTo>
                    <a:lnTo>
                      <a:pt x="549" y="1"/>
                    </a:lnTo>
                    <a:lnTo>
                      <a:pt x="575" y="1"/>
                    </a:lnTo>
                    <a:lnTo>
                      <a:pt x="598" y="1"/>
                    </a:lnTo>
                    <a:lnTo>
                      <a:pt x="620" y="1"/>
                    </a:lnTo>
                    <a:lnTo>
                      <a:pt x="639" y="1"/>
                    </a:lnTo>
                    <a:lnTo>
                      <a:pt x="656" y="1"/>
                    </a:lnTo>
                    <a:lnTo>
                      <a:pt x="671" y="1"/>
                    </a:lnTo>
                    <a:lnTo>
                      <a:pt x="685" y="1"/>
                    </a:lnTo>
                    <a:lnTo>
                      <a:pt x="698" y="1"/>
                    </a:lnTo>
                    <a:lnTo>
                      <a:pt x="708" y="1"/>
                    </a:lnTo>
                    <a:lnTo>
                      <a:pt x="718" y="3"/>
                    </a:lnTo>
                    <a:lnTo>
                      <a:pt x="726" y="3"/>
                    </a:lnTo>
                    <a:lnTo>
                      <a:pt x="733" y="3"/>
                    </a:lnTo>
                    <a:lnTo>
                      <a:pt x="741" y="3"/>
                    </a:lnTo>
                    <a:lnTo>
                      <a:pt x="746" y="3"/>
                    </a:lnTo>
                    <a:lnTo>
                      <a:pt x="751" y="3"/>
                    </a:lnTo>
                    <a:lnTo>
                      <a:pt x="757" y="4"/>
                    </a:lnTo>
                    <a:lnTo>
                      <a:pt x="761" y="4"/>
                    </a:lnTo>
                    <a:lnTo>
                      <a:pt x="765" y="4"/>
                    </a:lnTo>
                    <a:lnTo>
                      <a:pt x="770" y="4"/>
                    </a:lnTo>
                    <a:lnTo>
                      <a:pt x="775" y="5"/>
                    </a:lnTo>
                    <a:lnTo>
                      <a:pt x="780" y="5"/>
                    </a:lnTo>
                    <a:lnTo>
                      <a:pt x="785" y="5"/>
                    </a:lnTo>
                    <a:lnTo>
                      <a:pt x="788" y="6"/>
                    </a:lnTo>
                    <a:lnTo>
                      <a:pt x="792" y="6"/>
                    </a:lnTo>
                    <a:lnTo>
                      <a:pt x="796" y="6"/>
                    </a:lnTo>
                    <a:lnTo>
                      <a:pt x="800" y="6"/>
                    </a:lnTo>
                    <a:lnTo>
                      <a:pt x="803" y="6"/>
                    </a:lnTo>
                    <a:lnTo>
                      <a:pt x="806" y="7"/>
                    </a:lnTo>
                    <a:lnTo>
                      <a:pt x="808" y="7"/>
                    </a:lnTo>
                    <a:lnTo>
                      <a:pt x="811" y="7"/>
                    </a:lnTo>
                    <a:lnTo>
                      <a:pt x="814" y="7"/>
                    </a:lnTo>
                    <a:lnTo>
                      <a:pt x="817" y="7"/>
                    </a:lnTo>
                    <a:lnTo>
                      <a:pt x="819" y="8"/>
                    </a:lnTo>
                    <a:lnTo>
                      <a:pt x="822" y="8"/>
                    </a:lnTo>
                    <a:lnTo>
                      <a:pt x="824" y="8"/>
                    </a:lnTo>
                    <a:lnTo>
                      <a:pt x="826" y="8"/>
                    </a:lnTo>
                    <a:lnTo>
                      <a:pt x="829" y="9"/>
                    </a:lnTo>
                    <a:lnTo>
                      <a:pt x="831" y="9"/>
                    </a:lnTo>
                    <a:lnTo>
                      <a:pt x="835" y="9"/>
                    </a:lnTo>
                    <a:lnTo>
                      <a:pt x="837" y="9"/>
                    </a:lnTo>
                    <a:lnTo>
                      <a:pt x="839" y="10"/>
                    </a:lnTo>
                    <a:lnTo>
                      <a:pt x="842" y="10"/>
                    </a:lnTo>
                    <a:lnTo>
                      <a:pt x="844" y="10"/>
                    </a:lnTo>
                    <a:lnTo>
                      <a:pt x="847" y="11"/>
                    </a:lnTo>
                    <a:lnTo>
                      <a:pt x="850" y="11"/>
                    </a:lnTo>
                    <a:lnTo>
                      <a:pt x="854" y="12"/>
                    </a:lnTo>
                    <a:lnTo>
                      <a:pt x="857" y="12"/>
                    </a:lnTo>
                    <a:lnTo>
                      <a:pt x="860" y="13"/>
                    </a:lnTo>
                    <a:lnTo>
                      <a:pt x="864" y="13"/>
                    </a:lnTo>
                    <a:lnTo>
                      <a:pt x="868" y="14"/>
                    </a:lnTo>
                    <a:lnTo>
                      <a:pt x="874" y="14"/>
                    </a:lnTo>
                    <a:lnTo>
                      <a:pt x="878" y="15"/>
                    </a:lnTo>
                    <a:lnTo>
                      <a:pt x="882" y="15"/>
                    </a:lnTo>
                    <a:lnTo>
                      <a:pt x="886" y="16"/>
                    </a:lnTo>
                    <a:lnTo>
                      <a:pt x="891" y="17"/>
                    </a:lnTo>
                    <a:lnTo>
                      <a:pt x="894" y="17"/>
                    </a:lnTo>
                    <a:lnTo>
                      <a:pt x="898" y="18"/>
                    </a:lnTo>
                    <a:lnTo>
                      <a:pt x="901" y="18"/>
                    </a:lnTo>
                    <a:lnTo>
                      <a:pt x="904" y="19"/>
                    </a:lnTo>
                    <a:lnTo>
                      <a:pt x="907" y="19"/>
                    </a:lnTo>
                    <a:lnTo>
                      <a:pt x="910" y="20"/>
                    </a:lnTo>
                    <a:lnTo>
                      <a:pt x="913" y="20"/>
                    </a:lnTo>
                    <a:lnTo>
                      <a:pt x="915" y="20"/>
                    </a:lnTo>
                    <a:lnTo>
                      <a:pt x="919" y="22"/>
                    </a:lnTo>
                    <a:lnTo>
                      <a:pt x="921" y="22"/>
                    </a:lnTo>
                    <a:lnTo>
                      <a:pt x="924" y="23"/>
                    </a:lnTo>
                    <a:lnTo>
                      <a:pt x="926" y="23"/>
                    </a:lnTo>
                    <a:lnTo>
                      <a:pt x="928" y="24"/>
                    </a:lnTo>
                    <a:lnTo>
                      <a:pt x="932" y="25"/>
                    </a:lnTo>
                    <a:lnTo>
                      <a:pt x="934" y="25"/>
                    </a:lnTo>
                    <a:lnTo>
                      <a:pt x="936" y="26"/>
                    </a:lnTo>
                    <a:lnTo>
                      <a:pt x="939" y="26"/>
                    </a:lnTo>
                    <a:lnTo>
                      <a:pt x="942" y="27"/>
                    </a:lnTo>
                    <a:lnTo>
                      <a:pt x="944" y="28"/>
                    </a:lnTo>
                    <a:lnTo>
                      <a:pt x="947" y="29"/>
                    </a:lnTo>
                    <a:lnTo>
                      <a:pt x="951" y="30"/>
                    </a:lnTo>
                    <a:lnTo>
                      <a:pt x="954" y="31"/>
                    </a:lnTo>
                    <a:lnTo>
                      <a:pt x="958" y="32"/>
                    </a:lnTo>
                    <a:lnTo>
                      <a:pt x="961" y="34"/>
                    </a:lnTo>
                    <a:lnTo>
                      <a:pt x="966" y="35"/>
                    </a:lnTo>
                    <a:lnTo>
                      <a:pt x="971" y="36"/>
                    </a:lnTo>
                    <a:lnTo>
                      <a:pt x="975" y="37"/>
                    </a:lnTo>
                    <a:lnTo>
                      <a:pt x="980" y="39"/>
                    </a:lnTo>
                    <a:lnTo>
                      <a:pt x="985" y="41"/>
                    </a:lnTo>
                    <a:lnTo>
                      <a:pt x="991" y="43"/>
                    </a:lnTo>
                    <a:lnTo>
                      <a:pt x="995" y="44"/>
                    </a:lnTo>
                    <a:lnTo>
                      <a:pt x="999" y="46"/>
                    </a:lnTo>
                    <a:lnTo>
                      <a:pt x="1003" y="47"/>
                    </a:lnTo>
                    <a:lnTo>
                      <a:pt x="1009" y="48"/>
                    </a:lnTo>
                    <a:lnTo>
                      <a:pt x="1013" y="49"/>
                    </a:lnTo>
                    <a:lnTo>
                      <a:pt x="1016" y="50"/>
                    </a:lnTo>
                    <a:lnTo>
                      <a:pt x="1019" y="51"/>
                    </a:lnTo>
                    <a:lnTo>
                      <a:pt x="1022" y="52"/>
                    </a:lnTo>
                    <a:lnTo>
                      <a:pt x="1026" y="53"/>
                    </a:lnTo>
                    <a:lnTo>
                      <a:pt x="1029" y="54"/>
                    </a:lnTo>
                    <a:lnTo>
                      <a:pt x="1032" y="55"/>
                    </a:lnTo>
                    <a:lnTo>
                      <a:pt x="1034" y="56"/>
                    </a:lnTo>
                    <a:lnTo>
                      <a:pt x="1037" y="57"/>
                    </a:lnTo>
                    <a:lnTo>
                      <a:pt x="1039" y="58"/>
                    </a:lnTo>
                    <a:lnTo>
                      <a:pt x="1041" y="59"/>
                    </a:lnTo>
                    <a:lnTo>
                      <a:pt x="1044" y="61"/>
                    </a:lnTo>
                    <a:lnTo>
                      <a:pt x="1047" y="62"/>
                    </a:lnTo>
                    <a:lnTo>
                      <a:pt x="1049" y="63"/>
                    </a:lnTo>
                    <a:lnTo>
                      <a:pt x="1052" y="64"/>
                    </a:lnTo>
                    <a:lnTo>
                      <a:pt x="1055" y="65"/>
                    </a:lnTo>
                    <a:lnTo>
                      <a:pt x="1058" y="66"/>
                    </a:lnTo>
                    <a:lnTo>
                      <a:pt x="1060" y="67"/>
                    </a:lnTo>
                    <a:lnTo>
                      <a:pt x="1063" y="68"/>
                    </a:lnTo>
                    <a:lnTo>
                      <a:pt x="1067" y="70"/>
                    </a:lnTo>
                    <a:lnTo>
                      <a:pt x="1070" y="71"/>
                    </a:lnTo>
                    <a:lnTo>
                      <a:pt x="1073" y="73"/>
                    </a:lnTo>
                    <a:lnTo>
                      <a:pt x="1076" y="74"/>
                    </a:lnTo>
                    <a:lnTo>
                      <a:pt x="1080" y="76"/>
                    </a:lnTo>
                    <a:lnTo>
                      <a:pt x="1085" y="80"/>
                    </a:lnTo>
                    <a:lnTo>
                      <a:pt x="1089" y="82"/>
                    </a:lnTo>
                    <a:lnTo>
                      <a:pt x="1093" y="84"/>
                    </a:lnTo>
                    <a:lnTo>
                      <a:pt x="1097" y="86"/>
                    </a:lnTo>
                    <a:lnTo>
                      <a:pt x="1102" y="88"/>
                    </a:lnTo>
                    <a:lnTo>
                      <a:pt x="1107" y="90"/>
                    </a:lnTo>
                    <a:lnTo>
                      <a:pt x="1110" y="92"/>
                    </a:lnTo>
                    <a:lnTo>
                      <a:pt x="1114" y="94"/>
                    </a:lnTo>
                    <a:lnTo>
                      <a:pt x="1117" y="95"/>
                    </a:lnTo>
                    <a:lnTo>
                      <a:pt x="1120" y="97"/>
                    </a:lnTo>
                    <a:lnTo>
                      <a:pt x="1123" y="98"/>
                    </a:lnTo>
                    <a:lnTo>
                      <a:pt x="1126" y="101"/>
                    </a:lnTo>
                    <a:lnTo>
                      <a:pt x="1129" y="102"/>
                    </a:lnTo>
                    <a:lnTo>
                      <a:pt x="1131" y="103"/>
                    </a:lnTo>
                    <a:lnTo>
                      <a:pt x="1133" y="104"/>
                    </a:lnTo>
                    <a:lnTo>
                      <a:pt x="1135" y="105"/>
                    </a:lnTo>
                    <a:lnTo>
                      <a:pt x="1138" y="106"/>
                    </a:lnTo>
                    <a:lnTo>
                      <a:pt x="1140" y="108"/>
                    </a:lnTo>
                    <a:lnTo>
                      <a:pt x="1144" y="109"/>
                    </a:lnTo>
                    <a:lnTo>
                      <a:pt x="1146" y="110"/>
                    </a:lnTo>
                    <a:lnTo>
                      <a:pt x="1148" y="111"/>
                    </a:lnTo>
                    <a:lnTo>
                      <a:pt x="1150" y="112"/>
                    </a:lnTo>
                    <a:lnTo>
                      <a:pt x="1152" y="113"/>
                    </a:lnTo>
                    <a:lnTo>
                      <a:pt x="1154" y="114"/>
                    </a:lnTo>
                    <a:lnTo>
                      <a:pt x="1157" y="115"/>
                    </a:lnTo>
                    <a:lnTo>
                      <a:pt x="1159" y="117"/>
                    </a:lnTo>
                    <a:lnTo>
                      <a:pt x="1162" y="119"/>
                    </a:lnTo>
                    <a:lnTo>
                      <a:pt x="1165" y="120"/>
                    </a:lnTo>
                    <a:lnTo>
                      <a:pt x="1168" y="122"/>
                    </a:lnTo>
                    <a:lnTo>
                      <a:pt x="1170" y="123"/>
                    </a:lnTo>
                    <a:lnTo>
                      <a:pt x="1174" y="126"/>
                    </a:lnTo>
                    <a:lnTo>
                      <a:pt x="1177" y="128"/>
                    </a:lnTo>
                    <a:lnTo>
                      <a:pt x="1181" y="130"/>
                    </a:lnTo>
                    <a:lnTo>
                      <a:pt x="1185" y="132"/>
                    </a:lnTo>
                    <a:lnTo>
                      <a:pt x="1189" y="134"/>
                    </a:lnTo>
                    <a:lnTo>
                      <a:pt x="1193" y="136"/>
                    </a:lnTo>
                    <a:lnTo>
                      <a:pt x="1197" y="139"/>
                    </a:lnTo>
                    <a:lnTo>
                      <a:pt x="1201" y="141"/>
                    </a:lnTo>
                    <a:lnTo>
                      <a:pt x="1204" y="142"/>
                    </a:lnTo>
                    <a:lnTo>
                      <a:pt x="1207" y="144"/>
                    </a:lnTo>
                    <a:lnTo>
                      <a:pt x="1210" y="146"/>
                    </a:lnTo>
                    <a:lnTo>
                      <a:pt x="1213" y="147"/>
                    </a:lnTo>
                    <a:lnTo>
                      <a:pt x="1215" y="149"/>
                    </a:lnTo>
                    <a:lnTo>
                      <a:pt x="1217" y="150"/>
                    </a:lnTo>
                    <a:lnTo>
                      <a:pt x="1221" y="151"/>
                    </a:lnTo>
                    <a:lnTo>
                      <a:pt x="1223" y="152"/>
                    </a:lnTo>
                    <a:lnTo>
                      <a:pt x="1225" y="154"/>
                    </a:lnTo>
                    <a:lnTo>
                      <a:pt x="1227" y="155"/>
                    </a:lnTo>
                    <a:lnTo>
                      <a:pt x="1228" y="156"/>
                    </a:lnTo>
                    <a:lnTo>
                      <a:pt x="1230" y="158"/>
                    </a:lnTo>
                    <a:lnTo>
                      <a:pt x="1232" y="159"/>
                    </a:lnTo>
                    <a:lnTo>
                      <a:pt x="1235" y="160"/>
                    </a:lnTo>
                    <a:lnTo>
                      <a:pt x="1236" y="161"/>
                    </a:lnTo>
                    <a:lnTo>
                      <a:pt x="1239" y="162"/>
                    </a:lnTo>
                    <a:lnTo>
                      <a:pt x="1241" y="163"/>
                    </a:lnTo>
                    <a:lnTo>
                      <a:pt x="1243" y="164"/>
                    </a:lnTo>
                    <a:lnTo>
                      <a:pt x="1245" y="165"/>
                    </a:lnTo>
                    <a:lnTo>
                      <a:pt x="1246" y="167"/>
                    </a:lnTo>
                    <a:lnTo>
                      <a:pt x="1248" y="168"/>
                    </a:lnTo>
                    <a:lnTo>
                      <a:pt x="1250" y="170"/>
                    </a:lnTo>
                    <a:lnTo>
                      <a:pt x="1253" y="172"/>
                    </a:lnTo>
                    <a:lnTo>
                      <a:pt x="1255" y="173"/>
                    </a:lnTo>
                    <a:lnTo>
                      <a:pt x="1257" y="175"/>
                    </a:lnTo>
                    <a:lnTo>
                      <a:pt x="1261" y="177"/>
                    </a:lnTo>
                    <a:lnTo>
                      <a:pt x="1263" y="179"/>
                    </a:lnTo>
                    <a:lnTo>
                      <a:pt x="1266" y="181"/>
                    </a:lnTo>
                    <a:lnTo>
                      <a:pt x="1269" y="183"/>
                    </a:lnTo>
                    <a:lnTo>
                      <a:pt x="1272" y="185"/>
                    </a:lnTo>
                    <a:lnTo>
                      <a:pt x="1275" y="187"/>
                    </a:lnTo>
                    <a:lnTo>
                      <a:pt x="1280" y="188"/>
                    </a:lnTo>
                    <a:lnTo>
                      <a:pt x="1282" y="190"/>
                    </a:lnTo>
                    <a:lnTo>
                      <a:pt x="1285" y="192"/>
                    </a:lnTo>
                    <a:lnTo>
                      <a:pt x="1287" y="193"/>
                    </a:lnTo>
                    <a:lnTo>
                      <a:pt x="1289" y="194"/>
                    </a:lnTo>
                    <a:lnTo>
                      <a:pt x="1291" y="197"/>
                    </a:lnTo>
                    <a:lnTo>
                      <a:pt x="1293" y="198"/>
                    </a:lnTo>
                    <a:lnTo>
                      <a:pt x="1295" y="199"/>
                    </a:lnTo>
                    <a:lnTo>
                      <a:pt x="1296" y="200"/>
                    </a:lnTo>
                    <a:lnTo>
                      <a:pt x="1299" y="201"/>
                    </a:lnTo>
                    <a:lnTo>
                      <a:pt x="1300" y="202"/>
                    </a:lnTo>
                    <a:lnTo>
                      <a:pt x="1302" y="203"/>
                    </a:lnTo>
                    <a:lnTo>
                      <a:pt x="1303" y="204"/>
                    </a:lnTo>
                    <a:lnTo>
                      <a:pt x="1304" y="205"/>
                    </a:lnTo>
                    <a:lnTo>
                      <a:pt x="1306" y="206"/>
                    </a:lnTo>
                    <a:lnTo>
                      <a:pt x="1307" y="207"/>
                    </a:lnTo>
                    <a:lnTo>
                      <a:pt x="1308" y="208"/>
                    </a:lnTo>
                    <a:lnTo>
                      <a:pt x="1310" y="209"/>
                    </a:lnTo>
                    <a:lnTo>
                      <a:pt x="1311" y="210"/>
                    </a:lnTo>
                    <a:lnTo>
                      <a:pt x="1312" y="211"/>
                    </a:lnTo>
                    <a:lnTo>
                      <a:pt x="1313" y="212"/>
                    </a:lnTo>
                    <a:lnTo>
                      <a:pt x="1315" y="213"/>
                    </a:lnTo>
                    <a:lnTo>
                      <a:pt x="1317" y="216"/>
                    </a:lnTo>
                    <a:lnTo>
                      <a:pt x="1319" y="217"/>
                    </a:lnTo>
                    <a:lnTo>
                      <a:pt x="1320" y="218"/>
                    </a:lnTo>
                    <a:lnTo>
                      <a:pt x="1322" y="220"/>
                    </a:lnTo>
                    <a:lnTo>
                      <a:pt x="1325" y="221"/>
                    </a:lnTo>
                    <a:lnTo>
                      <a:pt x="1327" y="223"/>
                    </a:lnTo>
                    <a:lnTo>
                      <a:pt x="1329" y="224"/>
                    </a:lnTo>
                    <a:lnTo>
                      <a:pt x="1331" y="226"/>
                    </a:lnTo>
                    <a:lnTo>
                      <a:pt x="1333" y="228"/>
                    </a:lnTo>
                    <a:lnTo>
                      <a:pt x="1336" y="229"/>
                    </a:lnTo>
                    <a:lnTo>
                      <a:pt x="1338" y="231"/>
                    </a:lnTo>
                    <a:lnTo>
                      <a:pt x="1339" y="232"/>
                    </a:lnTo>
                    <a:lnTo>
                      <a:pt x="1341" y="233"/>
                    </a:lnTo>
                    <a:lnTo>
                      <a:pt x="1343" y="234"/>
                    </a:lnTo>
                    <a:lnTo>
                      <a:pt x="1344" y="237"/>
                    </a:lnTo>
                    <a:lnTo>
                      <a:pt x="1346" y="238"/>
                    </a:lnTo>
                    <a:lnTo>
                      <a:pt x="1347" y="239"/>
                    </a:lnTo>
                    <a:lnTo>
                      <a:pt x="1348" y="240"/>
                    </a:lnTo>
                    <a:lnTo>
                      <a:pt x="1350" y="241"/>
                    </a:lnTo>
                    <a:lnTo>
                      <a:pt x="1351" y="242"/>
                    </a:lnTo>
                    <a:lnTo>
                      <a:pt x="1352" y="242"/>
                    </a:lnTo>
                    <a:lnTo>
                      <a:pt x="1353" y="243"/>
                    </a:lnTo>
                    <a:lnTo>
                      <a:pt x="1354" y="244"/>
                    </a:lnTo>
                    <a:lnTo>
                      <a:pt x="1357" y="245"/>
                    </a:lnTo>
                    <a:lnTo>
                      <a:pt x="1358" y="246"/>
                    </a:lnTo>
                    <a:lnTo>
                      <a:pt x="1359" y="247"/>
                    </a:lnTo>
                    <a:lnTo>
                      <a:pt x="1360" y="248"/>
                    </a:lnTo>
                    <a:lnTo>
                      <a:pt x="1361" y="249"/>
                    </a:lnTo>
                    <a:lnTo>
                      <a:pt x="1363" y="249"/>
                    </a:lnTo>
                    <a:lnTo>
                      <a:pt x="1364" y="250"/>
                    </a:lnTo>
                    <a:lnTo>
                      <a:pt x="1365" y="251"/>
                    </a:lnTo>
                    <a:lnTo>
                      <a:pt x="1367" y="252"/>
                    </a:lnTo>
                    <a:lnTo>
                      <a:pt x="1370" y="255"/>
                    </a:lnTo>
                    <a:lnTo>
                      <a:pt x="1371" y="256"/>
                    </a:lnTo>
                    <a:lnTo>
                      <a:pt x="1373" y="257"/>
                    </a:lnTo>
                    <a:lnTo>
                      <a:pt x="1376" y="258"/>
                    </a:lnTo>
                    <a:lnTo>
                      <a:pt x="1378" y="261"/>
                    </a:lnTo>
                    <a:lnTo>
                      <a:pt x="1380" y="262"/>
                    </a:lnTo>
                    <a:lnTo>
                      <a:pt x="1382" y="264"/>
                    </a:lnTo>
                    <a:lnTo>
                      <a:pt x="1385" y="265"/>
                    </a:lnTo>
                    <a:lnTo>
                      <a:pt x="1387" y="267"/>
                    </a:lnTo>
                    <a:lnTo>
                      <a:pt x="1389" y="268"/>
                    </a:lnTo>
                    <a:lnTo>
                      <a:pt x="1392" y="270"/>
                    </a:lnTo>
                    <a:lnTo>
                      <a:pt x="1395" y="271"/>
                    </a:lnTo>
                    <a:lnTo>
                      <a:pt x="1397" y="274"/>
                    </a:lnTo>
                    <a:lnTo>
                      <a:pt x="1398" y="275"/>
                    </a:lnTo>
                    <a:lnTo>
                      <a:pt x="1400" y="276"/>
                    </a:lnTo>
                    <a:lnTo>
                      <a:pt x="1402" y="277"/>
                    </a:lnTo>
                    <a:lnTo>
                      <a:pt x="1403" y="279"/>
                    </a:lnTo>
                    <a:lnTo>
                      <a:pt x="1405" y="280"/>
                    </a:lnTo>
                    <a:lnTo>
                      <a:pt x="1406" y="281"/>
                    </a:lnTo>
                    <a:lnTo>
                      <a:pt x="1407" y="282"/>
                    </a:lnTo>
                    <a:lnTo>
                      <a:pt x="1409" y="283"/>
                    </a:lnTo>
                    <a:lnTo>
                      <a:pt x="1410" y="284"/>
                    </a:lnTo>
                    <a:lnTo>
                      <a:pt x="1411" y="285"/>
                    </a:lnTo>
                    <a:lnTo>
                      <a:pt x="1415" y="286"/>
                    </a:lnTo>
                    <a:lnTo>
                      <a:pt x="1416" y="287"/>
                    </a:lnTo>
                    <a:lnTo>
                      <a:pt x="1417" y="289"/>
                    </a:lnTo>
                    <a:lnTo>
                      <a:pt x="1419" y="290"/>
                    </a:lnTo>
                    <a:lnTo>
                      <a:pt x="1420" y="291"/>
                    </a:lnTo>
                    <a:lnTo>
                      <a:pt x="1421" y="294"/>
                    </a:lnTo>
                    <a:lnTo>
                      <a:pt x="1423" y="295"/>
                    </a:lnTo>
                    <a:lnTo>
                      <a:pt x="1424" y="297"/>
                    </a:lnTo>
                    <a:lnTo>
                      <a:pt x="1426" y="298"/>
                    </a:lnTo>
                    <a:lnTo>
                      <a:pt x="1428" y="300"/>
                    </a:lnTo>
                    <a:lnTo>
                      <a:pt x="1429" y="302"/>
                    </a:lnTo>
                    <a:lnTo>
                      <a:pt x="1431" y="305"/>
                    </a:lnTo>
                    <a:lnTo>
                      <a:pt x="1434" y="307"/>
                    </a:lnTo>
                    <a:lnTo>
                      <a:pt x="1436" y="309"/>
                    </a:lnTo>
                    <a:lnTo>
                      <a:pt x="1439" y="311"/>
                    </a:lnTo>
                    <a:lnTo>
                      <a:pt x="1441" y="315"/>
                    </a:lnTo>
                    <a:lnTo>
                      <a:pt x="1444" y="318"/>
                    </a:lnTo>
                    <a:lnTo>
                      <a:pt x="1446" y="320"/>
                    </a:lnTo>
                    <a:lnTo>
                      <a:pt x="1449" y="323"/>
                    </a:lnTo>
                    <a:lnTo>
                      <a:pt x="1452" y="325"/>
                    </a:lnTo>
                    <a:lnTo>
                      <a:pt x="1454" y="328"/>
                    </a:lnTo>
                    <a:lnTo>
                      <a:pt x="1456" y="330"/>
                    </a:lnTo>
                    <a:lnTo>
                      <a:pt x="1458" y="333"/>
                    </a:lnTo>
                    <a:lnTo>
                      <a:pt x="1461" y="335"/>
                    </a:lnTo>
                    <a:lnTo>
                      <a:pt x="1463" y="337"/>
                    </a:lnTo>
                    <a:lnTo>
                      <a:pt x="1464" y="338"/>
                    </a:lnTo>
                    <a:lnTo>
                      <a:pt x="1466" y="340"/>
                    </a:lnTo>
                    <a:lnTo>
                      <a:pt x="1467" y="342"/>
                    </a:lnTo>
                    <a:lnTo>
                      <a:pt x="1469" y="343"/>
                    </a:lnTo>
                    <a:lnTo>
                      <a:pt x="1470" y="345"/>
                    </a:lnTo>
                    <a:lnTo>
                      <a:pt x="1473" y="347"/>
                    </a:lnTo>
                    <a:lnTo>
                      <a:pt x="1474" y="348"/>
                    </a:lnTo>
                    <a:lnTo>
                      <a:pt x="1476" y="352"/>
                    </a:lnTo>
                    <a:lnTo>
                      <a:pt x="1477" y="353"/>
                    </a:lnTo>
                    <a:lnTo>
                      <a:pt x="1479" y="355"/>
                    </a:lnTo>
                    <a:lnTo>
                      <a:pt x="1480" y="357"/>
                    </a:lnTo>
                    <a:lnTo>
                      <a:pt x="1482" y="359"/>
                    </a:lnTo>
                    <a:lnTo>
                      <a:pt x="1483" y="361"/>
                    </a:lnTo>
                    <a:lnTo>
                      <a:pt x="1485" y="363"/>
                    </a:lnTo>
                    <a:lnTo>
                      <a:pt x="1487" y="365"/>
                    </a:lnTo>
                    <a:lnTo>
                      <a:pt x="1489" y="367"/>
                    </a:lnTo>
                    <a:lnTo>
                      <a:pt x="1492" y="369"/>
                    </a:lnTo>
                    <a:lnTo>
                      <a:pt x="1494" y="373"/>
                    </a:lnTo>
                    <a:lnTo>
                      <a:pt x="1496" y="375"/>
                    </a:lnTo>
                    <a:lnTo>
                      <a:pt x="1498" y="378"/>
                    </a:lnTo>
                    <a:lnTo>
                      <a:pt x="1501" y="381"/>
                    </a:lnTo>
                    <a:lnTo>
                      <a:pt x="1505" y="385"/>
                    </a:lnTo>
                    <a:lnTo>
                      <a:pt x="1507" y="388"/>
                    </a:lnTo>
                    <a:lnTo>
                      <a:pt x="1512" y="393"/>
                    </a:lnTo>
                    <a:lnTo>
                      <a:pt x="1515" y="397"/>
                    </a:lnTo>
                    <a:lnTo>
                      <a:pt x="1517" y="401"/>
                    </a:lnTo>
                    <a:lnTo>
                      <a:pt x="1520" y="404"/>
                    </a:lnTo>
                    <a:lnTo>
                      <a:pt x="1523" y="407"/>
                    </a:lnTo>
                    <a:lnTo>
                      <a:pt x="1525" y="411"/>
                    </a:lnTo>
                    <a:lnTo>
                      <a:pt x="1527" y="413"/>
                    </a:lnTo>
                    <a:lnTo>
                      <a:pt x="1530" y="416"/>
                    </a:lnTo>
                    <a:lnTo>
                      <a:pt x="1532" y="418"/>
                    </a:lnTo>
                    <a:lnTo>
                      <a:pt x="1534" y="421"/>
                    </a:lnTo>
                    <a:lnTo>
                      <a:pt x="1536" y="423"/>
                    </a:lnTo>
                    <a:lnTo>
                      <a:pt x="1538" y="425"/>
                    </a:lnTo>
                    <a:lnTo>
                      <a:pt x="1539" y="427"/>
                    </a:lnTo>
                    <a:lnTo>
                      <a:pt x="1541" y="430"/>
                    </a:lnTo>
                    <a:lnTo>
                      <a:pt x="1543" y="432"/>
                    </a:lnTo>
                    <a:lnTo>
                      <a:pt x="1544" y="434"/>
                    </a:lnTo>
                    <a:lnTo>
                      <a:pt x="1546" y="436"/>
                    </a:lnTo>
                    <a:lnTo>
                      <a:pt x="1547" y="438"/>
                    </a:lnTo>
                    <a:lnTo>
                      <a:pt x="1551" y="442"/>
                    </a:lnTo>
                    <a:lnTo>
                      <a:pt x="1552" y="444"/>
                    </a:lnTo>
                    <a:lnTo>
                      <a:pt x="1554" y="446"/>
                    </a:lnTo>
                    <a:lnTo>
                      <a:pt x="1556" y="449"/>
                    </a:lnTo>
                    <a:lnTo>
                      <a:pt x="1557" y="452"/>
                    </a:lnTo>
                    <a:lnTo>
                      <a:pt x="1559" y="454"/>
                    </a:lnTo>
                    <a:lnTo>
                      <a:pt x="1561" y="457"/>
                    </a:lnTo>
                    <a:lnTo>
                      <a:pt x="1563" y="460"/>
                    </a:lnTo>
                    <a:lnTo>
                      <a:pt x="1565" y="462"/>
                    </a:lnTo>
                    <a:lnTo>
                      <a:pt x="1569" y="466"/>
                    </a:lnTo>
                    <a:lnTo>
                      <a:pt x="1571" y="470"/>
                    </a:lnTo>
                    <a:lnTo>
                      <a:pt x="1574" y="473"/>
                    </a:lnTo>
                    <a:lnTo>
                      <a:pt x="1576" y="477"/>
                    </a:lnTo>
                    <a:lnTo>
                      <a:pt x="1579" y="481"/>
                    </a:lnTo>
                    <a:lnTo>
                      <a:pt x="1582" y="486"/>
                    </a:lnTo>
                    <a:lnTo>
                      <a:pt x="1585" y="492"/>
                    </a:lnTo>
                    <a:lnTo>
                      <a:pt x="1589" y="496"/>
                    </a:lnTo>
                    <a:lnTo>
                      <a:pt x="1592" y="499"/>
                    </a:lnTo>
                    <a:lnTo>
                      <a:pt x="1595" y="503"/>
                    </a:lnTo>
                    <a:lnTo>
                      <a:pt x="1598" y="507"/>
                    </a:lnTo>
                    <a:lnTo>
                      <a:pt x="1600" y="510"/>
                    </a:lnTo>
                    <a:lnTo>
                      <a:pt x="1602" y="513"/>
                    </a:lnTo>
                    <a:lnTo>
                      <a:pt x="1604" y="516"/>
                    </a:lnTo>
                    <a:lnTo>
                      <a:pt x="1607" y="519"/>
                    </a:lnTo>
                    <a:lnTo>
                      <a:pt x="1609" y="521"/>
                    </a:lnTo>
                    <a:lnTo>
                      <a:pt x="1610" y="524"/>
                    </a:lnTo>
                    <a:lnTo>
                      <a:pt x="1612" y="527"/>
                    </a:lnTo>
                    <a:lnTo>
                      <a:pt x="1614" y="529"/>
                    </a:lnTo>
                    <a:lnTo>
                      <a:pt x="1615" y="533"/>
                    </a:lnTo>
                    <a:lnTo>
                      <a:pt x="1617" y="535"/>
                    </a:lnTo>
                    <a:lnTo>
                      <a:pt x="1618" y="537"/>
                    </a:lnTo>
                    <a:lnTo>
                      <a:pt x="1620" y="539"/>
                    </a:lnTo>
                    <a:lnTo>
                      <a:pt x="1622" y="542"/>
                    </a:lnTo>
                    <a:lnTo>
                      <a:pt x="1623" y="544"/>
                    </a:lnTo>
                    <a:lnTo>
                      <a:pt x="1625" y="547"/>
                    </a:lnTo>
                    <a:lnTo>
                      <a:pt x="1628" y="550"/>
                    </a:lnTo>
                    <a:lnTo>
                      <a:pt x="1630" y="552"/>
                    </a:lnTo>
                    <a:lnTo>
                      <a:pt x="1632" y="555"/>
                    </a:lnTo>
                    <a:lnTo>
                      <a:pt x="1634" y="558"/>
                    </a:lnTo>
                    <a:lnTo>
                      <a:pt x="1636" y="561"/>
                    </a:lnTo>
                    <a:lnTo>
                      <a:pt x="1638" y="564"/>
                    </a:lnTo>
                    <a:lnTo>
                      <a:pt x="1641" y="568"/>
                    </a:lnTo>
                    <a:lnTo>
                      <a:pt x="1644" y="571"/>
                    </a:lnTo>
                    <a:lnTo>
                      <a:pt x="1647" y="576"/>
                    </a:lnTo>
                    <a:lnTo>
                      <a:pt x="1650" y="580"/>
                    </a:lnTo>
                    <a:lnTo>
                      <a:pt x="1653" y="585"/>
                    </a:lnTo>
                    <a:lnTo>
                      <a:pt x="1656" y="589"/>
                    </a:lnTo>
                    <a:lnTo>
                      <a:pt x="1660" y="594"/>
                    </a:lnTo>
                    <a:lnTo>
                      <a:pt x="1663" y="598"/>
                    </a:lnTo>
                    <a:lnTo>
                      <a:pt x="1666" y="602"/>
                    </a:lnTo>
                    <a:lnTo>
                      <a:pt x="1669" y="606"/>
                    </a:lnTo>
                    <a:lnTo>
                      <a:pt x="1672" y="610"/>
                    </a:lnTo>
                    <a:lnTo>
                      <a:pt x="1674" y="613"/>
                    </a:lnTo>
                    <a:lnTo>
                      <a:pt x="1676" y="616"/>
                    </a:lnTo>
                    <a:lnTo>
                      <a:pt x="1678" y="620"/>
                    </a:lnTo>
                    <a:lnTo>
                      <a:pt x="1680" y="622"/>
                    </a:lnTo>
                    <a:lnTo>
                      <a:pt x="1682" y="626"/>
                    </a:lnTo>
                    <a:lnTo>
                      <a:pt x="1686" y="628"/>
                    </a:lnTo>
                    <a:lnTo>
                      <a:pt x="1687" y="631"/>
                    </a:lnTo>
                    <a:lnTo>
                      <a:pt x="1689" y="633"/>
                    </a:lnTo>
                    <a:lnTo>
                      <a:pt x="1690" y="635"/>
                    </a:lnTo>
                    <a:lnTo>
                      <a:pt x="1692" y="637"/>
                    </a:lnTo>
                    <a:lnTo>
                      <a:pt x="1693" y="639"/>
                    </a:lnTo>
                    <a:lnTo>
                      <a:pt x="1694" y="641"/>
                    </a:lnTo>
                    <a:lnTo>
                      <a:pt x="1696" y="645"/>
                    </a:lnTo>
                    <a:lnTo>
                      <a:pt x="1697" y="647"/>
                    </a:lnTo>
                    <a:lnTo>
                      <a:pt x="1698" y="649"/>
                    </a:lnTo>
                    <a:lnTo>
                      <a:pt x="1700" y="651"/>
                    </a:lnTo>
                    <a:lnTo>
                      <a:pt x="1701" y="653"/>
                    </a:lnTo>
                    <a:lnTo>
                      <a:pt x="1702" y="655"/>
                    </a:lnTo>
                    <a:lnTo>
                      <a:pt x="1705" y="658"/>
                    </a:lnTo>
                    <a:lnTo>
                      <a:pt x="1706" y="660"/>
                    </a:lnTo>
                    <a:lnTo>
                      <a:pt x="1708" y="664"/>
                    </a:lnTo>
                    <a:lnTo>
                      <a:pt x="1709" y="668"/>
                    </a:lnTo>
                    <a:lnTo>
                      <a:pt x="1711" y="670"/>
                    </a:lnTo>
                    <a:lnTo>
                      <a:pt x="1713" y="673"/>
                    </a:lnTo>
                    <a:lnTo>
                      <a:pt x="1714" y="677"/>
                    </a:lnTo>
                    <a:lnTo>
                      <a:pt x="1716" y="680"/>
                    </a:lnTo>
                    <a:lnTo>
                      <a:pt x="1719" y="68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21">
                <a:extLst>
                  <a:ext uri="{FF2B5EF4-FFF2-40B4-BE49-F238E27FC236}">
                    <a16:creationId xmlns:a16="http://schemas.microsoft.com/office/drawing/2014/main" id="{22F70FD5-BA58-4A0E-A309-0F0B19859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654" y="1966430"/>
                <a:ext cx="640679" cy="268770"/>
              </a:xfrm>
              <a:custGeom>
                <a:avLst/>
                <a:gdLst>
                  <a:gd name="T0" fmla="*/ 0 w 1719"/>
                  <a:gd name="T1" fmla="*/ 0 h 683"/>
                  <a:gd name="T2" fmla="*/ 0 w 1719"/>
                  <a:gd name="T3" fmla="*/ 0 h 683"/>
                  <a:gd name="T4" fmla="*/ 0 w 1719"/>
                  <a:gd name="T5" fmla="*/ 0 h 683"/>
                  <a:gd name="T6" fmla="*/ 0 w 1719"/>
                  <a:gd name="T7" fmla="*/ 0 h 683"/>
                  <a:gd name="T8" fmla="*/ 0 w 1719"/>
                  <a:gd name="T9" fmla="*/ 0 h 683"/>
                  <a:gd name="T10" fmla="*/ 0 w 1719"/>
                  <a:gd name="T11" fmla="*/ 0 h 683"/>
                  <a:gd name="T12" fmla="*/ 0 w 1719"/>
                  <a:gd name="T13" fmla="*/ 0 h 683"/>
                  <a:gd name="T14" fmla="*/ 0 w 1719"/>
                  <a:gd name="T15" fmla="*/ 0 h 683"/>
                  <a:gd name="T16" fmla="*/ 0 w 1719"/>
                  <a:gd name="T17" fmla="*/ 0 h 683"/>
                  <a:gd name="T18" fmla="*/ 0 w 1719"/>
                  <a:gd name="T19" fmla="*/ 0 h 683"/>
                  <a:gd name="T20" fmla="*/ 0 w 1719"/>
                  <a:gd name="T21" fmla="*/ 0 h 683"/>
                  <a:gd name="T22" fmla="*/ 0 w 1719"/>
                  <a:gd name="T23" fmla="*/ 0 h 683"/>
                  <a:gd name="T24" fmla="*/ 0 w 1719"/>
                  <a:gd name="T25" fmla="*/ 0 h 683"/>
                  <a:gd name="T26" fmla="*/ 0 w 1719"/>
                  <a:gd name="T27" fmla="*/ 0 h 683"/>
                  <a:gd name="T28" fmla="*/ 0 w 1719"/>
                  <a:gd name="T29" fmla="*/ 0 h 683"/>
                  <a:gd name="T30" fmla="*/ 0 w 1719"/>
                  <a:gd name="T31" fmla="*/ 0 h 683"/>
                  <a:gd name="T32" fmla="*/ 0 w 1719"/>
                  <a:gd name="T33" fmla="*/ 0 h 683"/>
                  <a:gd name="T34" fmla="*/ 0 w 1719"/>
                  <a:gd name="T35" fmla="*/ 0 h 683"/>
                  <a:gd name="T36" fmla="*/ 0 w 1719"/>
                  <a:gd name="T37" fmla="*/ 0 h 683"/>
                  <a:gd name="T38" fmla="*/ 0 w 1719"/>
                  <a:gd name="T39" fmla="*/ 0 h 683"/>
                  <a:gd name="T40" fmla="*/ 0 w 1719"/>
                  <a:gd name="T41" fmla="*/ 0 h 683"/>
                  <a:gd name="T42" fmla="*/ 0 w 1719"/>
                  <a:gd name="T43" fmla="*/ 0 h 683"/>
                  <a:gd name="T44" fmla="*/ 0 w 1719"/>
                  <a:gd name="T45" fmla="*/ 0 h 683"/>
                  <a:gd name="T46" fmla="*/ 0 w 1719"/>
                  <a:gd name="T47" fmla="*/ 0 h 683"/>
                  <a:gd name="T48" fmla="*/ 0 w 1719"/>
                  <a:gd name="T49" fmla="*/ 0 h 683"/>
                  <a:gd name="T50" fmla="*/ 0 w 1719"/>
                  <a:gd name="T51" fmla="*/ 0 h 683"/>
                  <a:gd name="T52" fmla="*/ 0 w 1719"/>
                  <a:gd name="T53" fmla="*/ 0 h 683"/>
                  <a:gd name="T54" fmla="*/ 0 w 1719"/>
                  <a:gd name="T55" fmla="*/ 0 h 683"/>
                  <a:gd name="T56" fmla="*/ 0 w 1719"/>
                  <a:gd name="T57" fmla="*/ 0 h 683"/>
                  <a:gd name="T58" fmla="*/ 0 w 1719"/>
                  <a:gd name="T59" fmla="*/ 0 h 683"/>
                  <a:gd name="T60" fmla="*/ 0 w 1719"/>
                  <a:gd name="T61" fmla="*/ 0 h 683"/>
                  <a:gd name="T62" fmla="*/ 0 w 1719"/>
                  <a:gd name="T63" fmla="*/ 0 h 683"/>
                  <a:gd name="T64" fmla="*/ 0 w 1719"/>
                  <a:gd name="T65" fmla="*/ 0 h 683"/>
                  <a:gd name="T66" fmla="*/ 0 w 1719"/>
                  <a:gd name="T67" fmla="*/ 0 h 683"/>
                  <a:gd name="T68" fmla="*/ 0 w 1719"/>
                  <a:gd name="T69" fmla="*/ 0 h 683"/>
                  <a:gd name="T70" fmla="*/ 0 w 1719"/>
                  <a:gd name="T71" fmla="*/ 0 h 683"/>
                  <a:gd name="T72" fmla="*/ 0 w 1719"/>
                  <a:gd name="T73" fmla="*/ 0 h 683"/>
                  <a:gd name="T74" fmla="*/ 0 w 1719"/>
                  <a:gd name="T75" fmla="*/ 0 h 683"/>
                  <a:gd name="T76" fmla="*/ 0 w 1719"/>
                  <a:gd name="T77" fmla="*/ 0 h 683"/>
                  <a:gd name="T78" fmla="*/ 0 w 1719"/>
                  <a:gd name="T79" fmla="*/ 0 h 683"/>
                  <a:gd name="T80" fmla="*/ 0 w 1719"/>
                  <a:gd name="T81" fmla="*/ 0 h 683"/>
                  <a:gd name="T82" fmla="*/ 0 w 1719"/>
                  <a:gd name="T83" fmla="*/ 0 h 683"/>
                  <a:gd name="T84" fmla="*/ 0 w 1719"/>
                  <a:gd name="T85" fmla="*/ 0 h 683"/>
                  <a:gd name="T86" fmla="*/ 0 w 1719"/>
                  <a:gd name="T87" fmla="*/ 0 h 683"/>
                  <a:gd name="T88" fmla="*/ 0 w 1719"/>
                  <a:gd name="T89" fmla="*/ 0 h 683"/>
                  <a:gd name="T90" fmla="*/ 0 w 1719"/>
                  <a:gd name="T91" fmla="*/ 0 h 683"/>
                  <a:gd name="T92" fmla="*/ 0 w 1719"/>
                  <a:gd name="T93" fmla="*/ 0 h 683"/>
                  <a:gd name="T94" fmla="*/ 0 w 1719"/>
                  <a:gd name="T95" fmla="*/ 0 h 683"/>
                  <a:gd name="T96" fmla="*/ 0 w 1719"/>
                  <a:gd name="T97" fmla="*/ 0 h 683"/>
                  <a:gd name="T98" fmla="*/ 0 w 1719"/>
                  <a:gd name="T99" fmla="*/ 0 h 683"/>
                  <a:gd name="T100" fmla="*/ 0 w 1719"/>
                  <a:gd name="T101" fmla="*/ 0 h 683"/>
                  <a:gd name="T102" fmla="*/ 0 w 1719"/>
                  <a:gd name="T103" fmla="*/ 0 h 683"/>
                  <a:gd name="T104" fmla="*/ 0 w 1719"/>
                  <a:gd name="T105" fmla="*/ 0 h 683"/>
                  <a:gd name="T106" fmla="*/ 0 w 1719"/>
                  <a:gd name="T107" fmla="*/ 0 h 683"/>
                  <a:gd name="T108" fmla="*/ 0 w 1719"/>
                  <a:gd name="T109" fmla="*/ 0 h 683"/>
                  <a:gd name="T110" fmla="*/ 0 w 1719"/>
                  <a:gd name="T111" fmla="*/ 0 h 683"/>
                  <a:gd name="T112" fmla="*/ 0 w 1719"/>
                  <a:gd name="T113" fmla="*/ 0 h 683"/>
                  <a:gd name="T114" fmla="*/ 0 w 1719"/>
                  <a:gd name="T115" fmla="*/ 0 h 683"/>
                  <a:gd name="T116" fmla="*/ 0 w 1719"/>
                  <a:gd name="T117" fmla="*/ 0 h 683"/>
                  <a:gd name="T118" fmla="*/ 0 w 1719"/>
                  <a:gd name="T119" fmla="*/ 0 h 683"/>
                  <a:gd name="T120" fmla="*/ 0 w 1719"/>
                  <a:gd name="T121" fmla="*/ 0 h 68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3"/>
                  <a:gd name="T185" fmla="*/ 1719 w 1719"/>
                  <a:gd name="T186" fmla="*/ 683 h 68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3">
                    <a:moveTo>
                      <a:pt x="0" y="683"/>
                    </a:moveTo>
                    <a:lnTo>
                      <a:pt x="66" y="683"/>
                    </a:lnTo>
                    <a:lnTo>
                      <a:pt x="127" y="683"/>
                    </a:lnTo>
                    <a:lnTo>
                      <a:pt x="184" y="683"/>
                    </a:lnTo>
                    <a:lnTo>
                      <a:pt x="238" y="683"/>
                    </a:lnTo>
                    <a:lnTo>
                      <a:pt x="290" y="683"/>
                    </a:lnTo>
                    <a:lnTo>
                      <a:pt x="336" y="683"/>
                    </a:lnTo>
                    <a:lnTo>
                      <a:pt x="379" y="683"/>
                    </a:lnTo>
                    <a:lnTo>
                      <a:pt x="418" y="683"/>
                    </a:lnTo>
                    <a:lnTo>
                      <a:pt x="455" y="683"/>
                    </a:lnTo>
                    <a:lnTo>
                      <a:pt x="490" y="683"/>
                    </a:lnTo>
                    <a:lnTo>
                      <a:pt x="520" y="683"/>
                    </a:lnTo>
                    <a:lnTo>
                      <a:pt x="549" y="683"/>
                    </a:lnTo>
                    <a:lnTo>
                      <a:pt x="575" y="683"/>
                    </a:lnTo>
                    <a:lnTo>
                      <a:pt x="598" y="683"/>
                    </a:lnTo>
                    <a:lnTo>
                      <a:pt x="620" y="683"/>
                    </a:lnTo>
                    <a:lnTo>
                      <a:pt x="639" y="683"/>
                    </a:lnTo>
                    <a:lnTo>
                      <a:pt x="656" y="682"/>
                    </a:lnTo>
                    <a:lnTo>
                      <a:pt x="671" y="682"/>
                    </a:lnTo>
                    <a:lnTo>
                      <a:pt x="685" y="682"/>
                    </a:lnTo>
                    <a:lnTo>
                      <a:pt x="698" y="682"/>
                    </a:lnTo>
                    <a:lnTo>
                      <a:pt x="708" y="682"/>
                    </a:lnTo>
                    <a:lnTo>
                      <a:pt x="718" y="682"/>
                    </a:lnTo>
                    <a:lnTo>
                      <a:pt x="726" y="682"/>
                    </a:lnTo>
                    <a:lnTo>
                      <a:pt x="733" y="682"/>
                    </a:lnTo>
                    <a:lnTo>
                      <a:pt x="741" y="681"/>
                    </a:lnTo>
                    <a:lnTo>
                      <a:pt x="746" y="681"/>
                    </a:lnTo>
                    <a:lnTo>
                      <a:pt x="751" y="681"/>
                    </a:lnTo>
                    <a:lnTo>
                      <a:pt x="757" y="681"/>
                    </a:lnTo>
                    <a:lnTo>
                      <a:pt x="761" y="681"/>
                    </a:lnTo>
                    <a:lnTo>
                      <a:pt x="765" y="680"/>
                    </a:lnTo>
                    <a:lnTo>
                      <a:pt x="770" y="680"/>
                    </a:lnTo>
                    <a:lnTo>
                      <a:pt x="775" y="680"/>
                    </a:lnTo>
                    <a:lnTo>
                      <a:pt x="780" y="679"/>
                    </a:lnTo>
                    <a:lnTo>
                      <a:pt x="785" y="679"/>
                    </a:lnTo>
                    <a:lnTo>
                      <a:pt x="788" y="679"/>
                    </a:lnTo>
                    <a:lnTo>
                      <a:pt x="792" y="679"/>
                    </a:lnTo>
                    <a:lnTo>
                      <a:pt x="796" y="678"/>
                    </a:lnTo>
                    <a:lnTo>
                      <a:pt x="800" y="678"/>
                    </a:lnTo>
                    <a:lnTo>
                      <a:pt x="803" y="678"/>
                    </a:lnTo>
                    <a:lnTo>
                      <a:pt x="806" y="678"/>
                    </a:lnTo>
                    <a:lnTo>
                      <a:pt x="808" y="678"/>
                    </a:lnTo>
                    <a:lnTo>
                      <a:pt x="811" y="677"/>
                    </a:lnTo>
                    <a:lnTo>
                      <a:pt x="814" y="677"/>
                    </a:lnTo>
                    <a:lnTo>
                      <a:pt x="817" y="677"/>
                    </a:lnTo>
                    <a:lnTo>
                      <a:pt x="819" y="677"/>
                    </a:lnTo>
                    <a:lnTo>
                      <a:pt x="822" y="677"/>
                    </a:lnTo>
                    <a:lnTo>
                      <a:pt x="824" y="676"/>
                    </a:lnTo>
                    <a:lnTo>
                      <a:pt x="826" y="676"/>
                    </a:lnTo>
                    <a:lnTo>
                      <a:pt x="829" y="676"/>
                    </a:lnTo>
                    <a:lnTo>
                      <a:pt x="831" y="676"/>
                    </a:lnTo>
                    <a:lnTo>
                      <a:pt x="835" y="675"/>
                    </a:lnTo>
                    <a:lnTo>
                      <a:pt x="837" y="675"/>
                    </a:lnTo>
                    <a:lnTo>
                      <a:pt x="839" y="675"/>
                    </a:lnTo>
                    <a:lnTo>
                      <a:pt x="842" y="674"/>
                    </a:lnTo>
                    <a:lnTo>
                      <a:pt x="844" y="674"/>
                    </a:lnTo>
                    <a:lnTo>
                      <a:pt x="847" y="674"/>
                    </a:lnTo>
                    <a:lnTo>
                      <a:pt x="850" y="673"/>
                    </a:lnTo>
                    <a:lnTo>
                      <a:pt x="854" y="673"/>
                    </a:lnTo>
                    <a:lnTo>
                      <a:pt x="857" y="671"/>
                    </a:lnTo>
                    <a:lnTo>
                      <a:pt x="860" y="671"/>
                    </a:lnTo>
                    <a:lnTo>
                      <a:pt x="864" y="670"/>
                    </a:lnTo>
                    <a:lnTo>
                      <a:pt x="868" y="670"/>
                    </a:lnTo>
                    <a:lnTo>
                      <a:pt x="874" y="669"/>
                    </a:lnTo>
                    <a:lnTo>
                      <a:pt x="878" y="669"/>
                    </a:lnTo>
                    <a:lnTo>
                      <a:pt x="882" y="668"/>
                    </a:lnTo>
                    <a:lnTo>
                      <a:pt x="886" y="667"/>
                    </a:lnTo>
                    <a:lnTo>
                      <a:pt x="891" y="667"/>
                    </a:lnTo>
                    <a:lnTo>
                      <a:pt x="894" y="666"/>
                    </a:lnTo>
                    <a:lnTo>
                      <a:pt x="898" y="666"/>
                    </a:lnTo>
                    <a:lnTo>
                      <a:pt x="901" y="666"/>
                    </a:lnTo>
                    <a:lnTo>
                      <a:pt x="904" y="665"/>
                    </a:lnTo>
                    <a:lnTo>
                      <a:pt x="907" y="665"/>
                    </a:lnTo>
                    <a:lnTo>
                      <a:pt x="910" y="664"/>
                    </a:lnTo>
                    <a:lnTo>
                      <a:pt x="913" y="664"/>
                    </a:lnTo>
                    <a:lnTo>
                      <a:pt x="915" y="663"/>
                    </a:lnTo>
                    <a:lnTo>
                      <a:pt x="919" y="663"/>
                    </a:lnTo>
                    <a:lnTo>
                      <a:pt x="921" y="662"/>
                    </a:lnTo>
                    <a:lnTo>
                      <a:pt x="924" y="662"/>
                    </a:lnTo>
                    <a:lnTo>
                      <a:pt x="926" y="661"/>
                    </a:lnTo>
                    <a:lnTo>
                      <a:pt x="928" y="661"/>
                    </a:lnTo>
                    <a:lnTo>
                      <a:pt x="932" y="660"/>
                    </a:lnTo>
                    <a:lnTo>
                      <a:pt x="934" y="660"/>
                    </a:lnTo>
                    <a:lnTo>
                      <a:pt x="936" y="659"/>
                    </a:lnTo>
                    <a:lnTo>
                      <a:pt x="939" y="658"/>
                    </a:lnTo>
                    <a:lnTo>
                      <a:pt x="942" y="658"/>
                    </a:lnTo>
                    <a:lnTo>
                      <a:pt x="944" y="657"/>
                    </a:lnTo>
                    <a:lnTo>
                      <a:pt x="947" y="656"/>
                    </a:lnTo>
                    <a:lnTo>
                      <a:pt x="951" y="655"/>
                    </a:lnTo>
                    <a:lnTo>
                      <a:pt x="954" y="652"/>
                    </a:lnTo>
                    <a:lnTo>
                      <a:pt x="958" y="651"/>
                    </a:lnTo>
                    <a:lnTo>
                      <a:pt x="961" y="650"/>
                    </a:lnTo>
                    <a:lnTo>
                      <a:pt x="966" y="649"/>
                    </a:lnTo>
                    <a:lnTo>
                      <a:pt x="971" y="648"/>
                    </a:lnTo>
                    <a:lnTo>
                      <a:pt x="975" y="646"/>
                    </a:lnTo>
                    <a:lnTo>
                      <a:pt x="980" y="645"/>
                    </a:lnTo>
                    <a:lnTo>
                      <a:pt x="985" y="643"/>
                    </a:lnTo>
                    <a:lnTo>
                      <a:pt x="991" y="642"/>
                    </a:lnTo>
                    <a:lnTo>
                      <a:pt x="995" y="640"/>
                    </a:lnTo>
                    <a:lnTo>
                      <a:pt x="999" y="639"/>
                    </a:lnTo>
                    <a:lnTo>
                      <a:pt x="1003" y="638"/>
                    </a:lnTo>
                    <a:lnTo>
                      <a:pt x="1009" y="636"/>
                    </a:lnTo>
                    <a:lnTo>
                      <a:pt x="1013" y="635"/>
                    </a:lnTo>
                    <a:lnTo>
                      <a:pt x="1016" y="633"/>
                    </a:lnTo>
                    <a:lnTo>
                      <a:pt x="1019" y="632"/>
                    </a:lnTo>
                    <a:lnTo>
                      <a:pt x="1022" y="631"/>
                    </a:lnTo>
                    <a:lnTo>
                      <a:pt x="1026" y="630"/>
                    </a:lnTo>
                    <a:lnTo>
                      <a:pt x="1029" y="629"/>
                    </a:lnTo>
                    <a:lnTo>
                      <a:pt x="1032" y="628"/>
                    </a:lnTo>
                    <a:lnTo>
                      <a:pt x="1034" y="628"/>
                    </a:lnTo>
                    <a:lnTo>
                      <a:pt x="1037" y="627"/>
                    </a:lnTo>
                    <a:lnTo>
                      <a:pt x="1039" y="626"/>
                    </a:lnTo>
                    <a:lnTo>
                      <a:pt x="1041" y="625"/>
                    </a:lnTo>
                    <a:lnTo>
                      <a:pt x="1044" y="624"/>
                    </a:lnTo>
                    <a:lnTo>
                      <a:pt x="1047" y="623"/>
                    </a:lnTo>
                    <a:lnTo>
                      <a:pt x="1049" y="622"/>
                    </a:lnTo>
                    <a:lnTo>
                      <a:pt x="1052" y="621"/>
                    </a:lnTo>
                    <a:lnTo>
                      <a:pt x="1055" y="620"/>
                    </a:lnTo>
                    <a:lnTo>
                      <a:pt x="1058" y="619"/>
                    </a:lnTo>
                    <a:lnTo>
                      <a:pt x="1060" y="617"/>
                    </a:lnTo>
                    <a:lnTo>
                      <a:pt x="1063" y="616"/>
                    </a:lnTo>
                    <a:lnTo>
                      <a:pt x="1067" y="615"/>
                    </a:lnTo>
                    <a:lnTo>
                      <a:pt x="1070" y="612"/>
                    </a:lnTo>
                    <a:lnTo>
                      <a:pt x="1073" y="611"/>
                    </a:lnTo>
                    <a:lnTo>
                      <a:pt x="1076" y="609"/>
                    </a:lnTo>
                    <a:lnTo>
                      <a:pt x="1080" y="607"/>
                    </a:lnTo>
                    <a:lnTo>
                      <a:pt x="1085" y="605"/>
                    </a:lnTo>
                    <a:lnTo>
                      <a:pt x="1089" y="603"/>
                    </a:lnTo>
                    <a:lnTo>
                      <a:pt x="1093" y="601"/>
                    </a:lnTo>
                    <a:lnTo>
                      <a:pt x="1097" y="599"/>
                    </a:lnTo>
                    <a:lnTo>
                      <a:pt x="1102" y="597"/>
                    </a:lnTo>
                    <a:lnTo>
                      <a:pt x="1107" y="594"/>
                    </a:lnTo>
                    <a:lnTo>
                      <a:pt x="1110" y="592"/>
                    </a:lnTo>
                    <a:lnTo>
                      <a:pt x="1114" y="590"/>
                    </a:lnTo>
                    <a:lnTo>
                      <a:pt x="1117" y="589"/>
                    </a:lnTo>
                    <a:lnTo>
                      <a:pt x="1120" y="587"/>
                    </a:lnTo>
                    <a:lnTo>
                      <a:pt x="1123" y="586"/>
                    </a:lnTo>
                    <a:lnTo>
                      <a:pt x="1126" y="584"/>
                    </a:lnTo>
                    <a:lnTo>
                      <a:pt x="1129" y="583"/>
                    </a:lnTo>
                    <a:lnTo>
                      <a:pt x="1131" y="582"/>
                    </a:lnTo>
                    <a:lnTo>
                      <a:pt x="1133" y="581"/>
                    </a:lnTo>
                    <a:lnTo>
                      <a:pt x="1135" y="580"/>
                    </a:lnTo>
                    <a:lnTo>
                      <a:pt x="1138" y="578"/>
                    </a:lnTo>
                    <a:lnTo>
                      <a:pt x="1140" y="577"/>
                    </a:lnTo>
                    <a:lnTo>
                      <a:pt x="1144" y="576"/>
                    </a:lnTo>
                    <a:lnTo>
                      <a:pt x="1146" y="574"/>
                    </a:lnTo>
                    <a:lnTo>
                      <a:pt x="1148" y="573"/>
                    </a:lnTo>
                    <a:lnTo>
                      <a:pt x="1150" y="572"/>
                    </a:lnTo>
                    <a:lnTo>
                      <a:pt x="1152" y="571"/>
                    </a:lnTo>
                    <a:lnTo>
                      <a:pt x="1154" y="570"/>
                    </a:lnTo>
                    <a:lnTo>
                      <a:pt x="1157" y="568"/>
                    </a:lnTo>
                    <a:lnTo>
                      <a:pt x="1159" y="567"/>
                    </a:lnTo>
                    <a:lnTo>
                      <a:pt x="1162" y="566"/>
                    </a:lnTo>
                    <a:lnTo>
                      <a:pt x="1165" y="564"/>
                    </a:lnTo>
                    <a:lnTo>
                      <a:pt x="1168" y="562"/>
                    </a:lnTo>
                    <a:lnTo>
                      <a:pt x="1170" y="560"/>
                    </a:lnTo>
                    <a:lnTo>
                      <a:pt x="1174" y="559"/>
                    </a:lnTo>
                    <a:lnTo>
                      <a:pt x="1177" y="557"/>
                    </a:lnTo>
                    <a:lnTo>
                      <a:pt x="1181" y="554"/>
                    </a:lnTo>
                    <a:lnTo>
                      <a:pt x="1185" y="552"/>
                    </a:lnTo>
                    <a:lnTo>
                      <a:pt x="1189" y="550"/>
                    </a:lnTo>
                    <a:lnTo>
                      <a:pt x="1193" y="548"/>
                    </a:lnTo>
                    <a:lnTo>
                      <a:pt x="1197" y="546"/>
                    </a:lnTo>
                    <a:lnTo>
                      <a:pt x="1201" y="544"/>
                    </a:lnTo>
                    <a:lnTo>
                      <a:pt x="1204" y="542"/>
                    </a:lnTo>
                    <a:lnTo>
                      <a:pt x="1207" y="540"/>
                    </a:lnTo>
                    <a:lnTo>
                      <a:pt x="1210" y="539"/>
                    </a:lnTo>
                    <a:lnTo>
                      <a:pt x="1213" y="536"/>
                    </a:lnTo>
                    <a:lnTo>
                      <a:pt x="1215" y="535"/>
                    </a:lnTo>
                    <a:lnTo>
                      <a:pt x="1217" y="534"/>
                    </a:lnTo>
                    <a:lnTo>
                      <a:pt x="1221" y="532"/>
                    </a:lnTo>
                    <a:lnTo>
                      <a:pt x="1223" y="531"/>
                    </a:lnTo>
                    <a:lnTo>
                      <a:pt x="1225" y="530"/>
                    </a:lnTo>
                    <a:lnTo>
                      <a:pt x="1227" y="529"/>
                    </a:lnTo>
                    <a:lnTo>
                      <a:pt x="1228" y="528"/>
                    </a:lnTo>
                    <a:lnTo>
                      <a:pt x="1230" y="527"/>
                    </a:lnTo>
                    <a:lnTo>
                      <a:pt x="1232" y="526"/>
                    </a:lnTo>
                    <a:lnTo>
                      <a:pt x="1235" y="525"/>
                    </a:lnTo>
                    <a:lnTo>
                      <a:pt x="1236" y="523"/>
                    </a:lnTo>
                    <a:lnTo>
                      <a:pt x="1239" y="522"/>
                    </a:lnTo>
                    <a:lnTo>
                      <a:pt x="1241" y="521"/>
                    </a:lnTo>
                    <a:lnTo>
                      <a:pt x="1243" y="520"/>
                    </a:lnTo>
                    <a:lnTo>
                      <a:pt x="1245" y="518"/>
                    </a:lnTo>
                    <a:lnTo>
                      <a:pt x="1246" y="516"/>
                    </a:lnTo>
                    <a:lnTo>
                      <a:pt x="1248" y="515"/>
                    </a:lnTo>
                    <a:lnTo>
                      <a:pt x="1250" y="513"/>
                    </a:lnTo>
                    <a:lnTo>
                      <a:pt x="1253" y="512"/>
                    </a:lnTo>
                    <a:lnTo>
                      <a:pt x="1255" y="511"/>
                    </a:lnTo>
                    <a:lnTo>
                      <a:pt x="1257" y="509"/>
                    </a:lnTo>
                    <a:lnTo>
                      <a:pt x="1261" y="507"/>
                    </a:lnTo>
                    <a:lnTo>
                      <a:pt x="1263" y="506"/>
                    </a:lnTo>
                    <a:lnTo>
                      <a:pt x="1266" y="504"/>
                    </a:lnTo>
                    <a:lnTo>
                      <a:pt x="1269" y="502"/>
                    </a:lnTo>
                    <a:lnTo>
                      <a:pt x="1272" y="500"/>
                    </a:lnTo>
                    <a:lnTo>
                      <a:pt x="1275" y="497"/>
                    </a:lnTo>
                    <a:lnTo>
                      <a:pt x="1280" y="495"/>
                    </a:lnTo>
                    <a:lnTo>
                      <a:pt x="1282" y="494"/>
                    </a:lnTo>
                    <a:lnTo>
                      <a:pt x="1285" y="492"/>
                    </a:lnTo>
                    <a:lnTo>
                      <a:pt x="1287" y="491"/>
                    </a:lnTo>
                    <a:lnTo>
                      <a:pt x="1289" y="489"/>
                    </a:lnTo>
                    <a:lnTo>
                      <a:pt x="1291" y="488"/>
                    </a:lnTo>
                    <a:lnTo>
                      <a:pt x="1293" y="487"/>
                    </a:lnTo>
                    <a:lnTo>
                      <a:pt x="1295" y="486"/>
                    </a:lnTo>
                    <a:lnTo>
                      <a:pt x="1296" y="485"/>
                    </a:lnTo>
                    <a:lnTo>
                      <a:pt x="1299" y="484"/>
                    </a:lnTo>
                    <a:lnTo>
                      <a:pt x="1300" y="482"/>
                    </a:lnTo>
                    <a:lnTo>
                      <a:pt x="1302" y="482"/>
                    </a:lnTo>
                    <a:lnTo>
                      <a:pt x="1303" y="481"/>
                    </a:lnTo>
                    <a:lnTo>
                      <a:pt x="1304" y="480"/>
                    </a:lnTo>
                    <a:lnTo>
                      <a:pt x="1306" y="479"/>
                    </a:lnTo>
                    <a:lnTo>
                      <a:pt x="1307" y="477"/>
                    </a:lnTo>
                    <a:lnTo>
                      <a:pt x="1308" y="476"/>
                    </a:lnTo>
                    <a:lnTo>
                      <a:pt x="1310" y="475"/>
                    </a:lnTo>
                    <a:lnTo>
                      <a:pt x="1311" y="474"/>
                    </a:lnTo>
                    <a:lnTo>
                      <a:pt x="1312" y="472"/>
                    </a:lnTo>
                    <a:lnTo>
                      <a:pt x="1313" y="471"/>
                    </a:lnTo>
                    <a:lnTo>
                      <a:pt x="1315" y="470"/>
                    </a:lnTo>
                    <a:lnTo>
                      <a:pt x="1317" y="469"/>
                    </a:lnTo>
                    <a:lnTo>
                      <a:pt x="1319" y="468"/>
                    </a:lnTo>
                    <a:lnTo>
                      <a:pt x="1320" y="466"/>
                    </a:lnTo>
                    <a:lnTo>
                      <a:pt x="1322" y="465"/>
                    </a:lnTo>
                    <a:lnTo>
                      <a:pt x="1325" y="464"/>
                    </a:lnTo>
                    <a:lnTo>
                      <a:pt x="1327" y="462"/>
                    </a:lnTo>
                    <a:lnTo>
                      <a:pt x="1329" y="461"/>
                    </a:lnTo>
                    <a:lnTo>
                      <a:pt x="1331" y="458"/>
                    </a:lnTo>
                    <a:lnTo>
                      <a:pt x="1333" y="456"/>
                    </a:lnTo>
                    <a:lnTo>
                      <a:pt x="1336" y="455"/>
                    </a:lnTo>
                    <a:lnTo>
                      <a:pt x="1338" y="453"/>
                    </a:lnTo>
                    <a:lnTo>
                      <a:pt x="1339" y="452"/>
                    </a:lnTo>
                    <a:lnTo>
                      <a:pt x="1341" y="450"/>
                    </a:lnTo>
                    <a:lnTo>
                      <a:pt x="1343" y="449"/>
                    </a:lnTo>
                    <a:lnTo>
                      <a:pt x="1344" y="448"/>
                    </a:lnTo>
                    <a:lnTo>
                      <a:pt x="1346" y="447"/>
                    </a:lnTo>
                    <a:lnTo>
                      <a:pt x="1347" y="446"/>
                    </a:lnTo>
                    <a:lnTo>
                      <a:pt x="1348" y="445"/>
                    </a:lnTo>
                    <a:lnTo>
                      <a:pt x="1350" y="444"/>
                    </a:lnTo>
                    <a:lnTo>
                      <a:pt x="1351" y="443"/>
                    </a:lnTo>
                    <a:lnTo>
                      <a:pt x="1352" y="442"/>
                    </a:lnTo>
                    <a:lnTo>
                      <a:pt x="1353" y="441"/>
                    </a:lnTo>
                    <a:lnTo>
                      <a:pt x="1354" y="440"/>
                    </a:lnTo>
                    <a:lnTo>
                      <a:pt x="1357" y="438"/>
                    </a:lnTo>
                    <a:lnTo>
                      <a:pt x="1358" y="438"/>
                    </a:lnTo>
                    <a:lnTo>
                      <a:pt x="1359" y="437"/>
                    </a:lnTo>
                    <a:lnTo>
                      <a:pt x="1360" y="436"/>
                    </a:lnTo>
                    <a:lnTo>
                      <a:pt x="1361" y="435"/>
                    </a:lnTo>
                    <a:lnTo>
                      <a:pt x="1363" y="434"/>
                    </a:lnTo>
                    <a:lnTo>
                      <a:pt x="1364" y="433"/>
                    </a:lnTo>
                    <a:lnTo>
                      <a:pt x="1365" y="432"/>
                    </a:lnTo>
                    <a:lnTo>
                      <a:pt x="1367" y="431"/>
                    </a:lnTo>
                    <a:lnTo>
                      <a:pt x="1370" y="430"/>
                    </a:lnTo>
                    <a:lnTo>
                      <a:pt x="1371" y="429"/>
                    </a:lnTo>
                    <a:lnTo>
                      <a:pt x="1373" y="427"/>
                    </a:lnTo>
                    <a:lnTo>
                      <a:pt x="1376" y="425"/>
                    </a:lnTo>
                    <a:lnTo>
                      <a:pt x="1378" y="424"/>
                    </a:lnTo>
                    <a:lnTo>
                      <a:pt x="1380" y="422"/>
                    </a:lnTo>
                    <a:lnTo>
                      <a:pt x="1382" y="421"/>
                    </a:lnTo>
                    <a:lnTo>
                      <a:pt x="1385" y="418"/>
                    </a:lnTo>
                    <a:lnTo>
                      <a:pt x="1387" y="417"/>
                    </a:lnTo>
                    <a:lnTo>
                      <a:pt x="1389" y="415"/>
                    </a:lnTo>
                    <a:lnTo>
                      <a:pt x="1392" y="414"/>
                    </a:lnTo>
                    <a:lnTo>
                      <a:pt x="1395" y="412"/>
                    </a:lnTo>
                    <a:lnTo>
                      <a:pt x="1397" y="411"/>
                    </a:lnTo>
                    <a:lnTo>
                      <a:pt x="1398" y="410"/>
                    </a:lnTo>
                    <a:lnTo>
                      <a:pt x="1400" y="408"/>
                    </a:lnTo>
                    <a:lnTo>
                      <a:pt x="1402" y="407"/>
                    </a:lnTo>
                    <a:lnTo>
                      <a:pt x="1403" y="406"/>
                    </a:lnTo>
                    <a:lnTo>
                      <a:pt x="1405" y="405"/>
                    </a:lnTo>
                    <a:lnTo>
                      <a:pt x="1406" y="404"/>
                    </a:lnTo>
                    <a:lnTo>
                      <a:pt x="1407" y="403"/>
                    </a:lnTo>
                    <a:lnTo>
                      <a:pt x="1409" y="402"/>
                    </a:lnTo>
                    <a:lnTo>
                      <a:pt x="1410" y="400"/>
                    </a:lnTo>
                    <a:lnTo>
                      <a:pt x="1411" y="399"/>
                    </a:lnTo>
                    <a:lnTo>
                      <a:pt x="1415" y="398"/>
                    </a:lnTo>
                    <a:lnTo>
                      <a:pt x="1416" y="396"/>
                    </a:lnTo>
                    <a:lnTo>
                      <a:pt x="1417" y="395"/>
                    </a:lnTo>
                    <a:lnTo>
                      <a:pt x="1419" y="394"/>
                    </a:lnTo>
                    <a:lnTo>
                      <a:pt x="1420" y="393"/>
                    </a:lnTo>
                    <a:lnTo>
                      <a:pt x="1421" y="391"/>
                    </a:lnTo>
                    <a:lnTo>
                      <a:pt x="1423" y="390"/>
                    </a:lnTo>
                    <a:lnTo>
                      <a:pt x="1424" y="388"/>
                    </a:lnTo>
                    <a:lnTo>
                      <a:pt x="1426" y="387"/>
                    </a:lnTo>
                    <a:lnTo>
                      <a:pt x="1428" y="385"/>
                    </a:lnTo>
                    <a:lnTo>
                      <a:pt x="1429" y="382"/>
                    </a:lnTo>
                    <a:lnTo>
                      <a:pt x="1431" y="379"/>
                    </a:lnTo>
                    <a:lnTo>
                      <a:pt x="1434" y="377"/>
                    </a:lnTo>
                    <a:lnTo>
                      <a:pt x="1436" y="374"/>
                    </a:lnTo>
                    <a:lnTo>
                      <a:pt x="1439" y="372"/>
                    </a:lnTo>
                    <a:lnTo>
                      <a:pt x="1441" y="369"/>
                    </a:lnTo>
                    <a:lnTo>
                      <a:pt x="1444" y="367"/>
                    </a:lnTo>
                    <a:lnTo>
                      <a:pt x="1446" y="364"/>
                    </a:lnTo>
                    <a:lnTo>
                      <a:pt x="1449" y="360"/>
                    </a:lnTo>
                    <a:lnTo>
                      <a:pt x="1452" y="358"/>
                    </a:lnTo>
                    <a:lnTo>
                      <a:pt x="1454" y="356"/>
                    </a:lnTo>
                    <a:lnTo>
                      <a:pt x="1456" y="354"/>
                    </a:lnTo>
                    <a:lnTo>
                      <a:pt x="1458" y="352"/>
                    </a:lnTo>
                    <a:lnTo>
                      <a:pt x="1461" y="350"/>
                    </a:lnTo>
                    <a:lnTo>
                      <a:pt x="1463" y="348"/>
                    </a:lnTo>
                    <a:lnTo>
                      <a:pt x="1464" y="346"/>
                    </a:lnTo>
                    <a:lnTo>
                      <a:pt x="1466" y="344"/>
                    </a:lnTo>
                    <a:lnTo>
                      <a:pt x="1467" y="343"/>
                    </a:lnTo>
                    <a:lnTo>
                      <a:pt x="1469" y="340"/>
                    </a:lnTo>
                    <a:lnTo>
                      <a:pt x="1470" y="338"/>
                    </a:lnTo>
                    <a:lnTo>
                      <a:pt x="1473" y="336"/>
                    </a:lnTo>
                    <a:lnTo>
                      <a:pt x="1474" y="334"/>
                    </a:lnTo>
                    <a:lnTo>
                      <a:pt x="1476" y="333"/>
                    </a:lnTo>
                    <a:lnTo>
                      <a:pt x="1477" y="331"/>
                    </a:lnTo>
                    <a:lnTo>
                      <a:pt x="1479" y="329"/>
                    </a:lnTo>
                    <a:lnTo>
                      <a:pt x="1480" y="327"/>
                    </a:lnTo>
                    <a:lnTo>
                      <a:pt x="1482" y="326"/>
                    </a:lnTo>
                    <a:lnTo>
                      <a:pt x="1483" y="324"/>
                    </a:lnTo>
                    <a:lnTo>
                      <a:pt x="1485" y="321"/>
                    </a:lnTo>
                    <a:lnTo>
                      <a:pt x="1487" y="319"/>
                    </a:lnTo>
                    <a:lnTo>
                      <a:pt x="1489" y="316"/>
                    </a:lnTo>
                    <a:lnTo>
                      <a:pt x="1492" y="314"/>
                    </a:lnTo>
                    <a:lnTo>
                      <a:pt x="1494" y="312"/>
                    </a:lnTo>
                    <a:lnTo>
                      <a:pt x="1496" y="309"/>
                    </a:lnTo>
                    <a:lnTo>
                      <a:pt x="1498" y="306"/>
                    </a:lnTo>
                    <a:lnTo>
                      <a:pt x="1501" y="302"/>
                    </a:lnTo>
                    <a:lnTo>
                      <a:pt x="1505" y="299"/>
                    </a:lnTo>
                    <a:lnTo>
                      <a:pt x="1507" y="295"/>
                    </a:lnTo>
                    <a:lnTo>
                      <a:pt x="1512" y="291"/>
                    </a:lnTo>
                    <a:lnTo>
                      <a:pt x="1515" y="287"/>
                    </a:lnTo>
                    <a:lnTo>
                      <a:pt x="1517" y="283"/>
                    </a:lnTo>
                    <a:lnTo>
                      <a:pt x="1520" y="280"/>
                    </a:lnTo>
                    <a:lnTo>
                      <a:pt x="1523" y="277"/>
                    </a:lnTo>
                    <a:lnTo>
                      <a:pt x="1525" y="274"/>
                    </a:lnTo>
                    <a:lnTo>
                      <a:pt x="1527" y="271"/>
                    </a:lnTo>
                    <a:lnTo>
                      <a:pt x="1530" y="268"/>
                    </a:lnTo>
                    <a:lnTo>
                      <a:pt x="1532" y="266"/>
                    </a:lnTo>
                    <a:lnTo>
                      <a:pt x="1534" y="263"/>
                    </a:lnTo>
                    <a:lnTo>
                      <a:pt x="1536" y="260"/>
                    </a:lnTo>
                    <a:lnTo>
                      <a:pt x="1538" y="258"/>
                    </a:lnTo>
                    <a:lnTo>
                      <a:pt x="1539" y="256"/>
                    </a:lnTo>
                    <a:lnTo>
                      <a:pt x="1541" y="254"/>
                    </a:lnTo>
                    <a:lnTo>
                      <a:pt x="1543" y="252"/>
                    </a:lnTo>
                    <a:lnTo>
                      <a:pt x="1544" y="250"/>
                    </a:lnTo>
                    <a:lnTo>
                      <a:pt x="1546" y="247"/>
                    </a:lnTo>
                    <a:lnTo>
                      <a:pt x="1547" y="244"/>
                    </a:lnTo>
                    <a:lnTo>
                      <a:pt x="1551" y="242"/>
                    </a:lnTo>
                    <a:lnTo>
                      <a:pt x="1552" y="240"/>
                    </a:lnTo>
                    <a:lnTo>
                      <a:pt x="1554" y="238"/>
                    </a:lnTo>
                    <a:lnTo>
                      <a:pt x="1556" y="235"/>
                    </a:lnTo>
                    <a:lnTo>
                      <a:pt x="1557" y="233"/>
                    </a:lnTo>
                    <a:lnTo>
                      <a:pt x="1559" y="231"/>
                    </a:lnTo>
                    <a:lnTo>
                      <a:pt x="1561" y="228"/>
                    </a:lnTo>
                    <a:lnTo>
                      <a:pt x="1563" y="224"/>
                    </a:lnTo>
                    <a:lnTo>
                      <a:pt x="1565" y="221"/>
                    </a:lnTo>
                    <a:lnTo>
                      <a:pt x="1569" y="218"/>
                    </a:lnTo>
                    <a:lnTo>
                      <a:pt x="1571" y="215"/>
                    </a:lnTo>
                    <a:lnTo>
                      <a:pt x="1574" y="211"/>
                    </a:lnTo>
                    <a:lnTo>
                      <a:pt x="1576" y="208"/>
                    </a:lnTo>
                    <a:lnTo>
                      <a:pt x="1579" y="203"/>
                    </a:lnTo>
                    <a:lnTo>
                      <a:pt x="1582" y="197"/>
                    </a:lnTo>
                    <a:lnTo>
                      <a:pt x="1585" y="193"/>
                    </a:lnTo>
                    <a:lnTo>
                      <a:pt x="1589" y="189"/>
                    </a:lnTo>
                    <a:lnTo>
                      <a:pt x="1592" y="184"/>
                    </a:lnTo>
                    <a:lnTo>
                      <a:pt x="1595" y="181"/>
                    </a:lnTo>
                    <a:lnTo>
                      <a:pt x="1598" y="178"/>
                    </a:lnTo>
                    <a:lnTo>
                      <a:pt x="1600" y="174"/>
                    </a:lnTo>
                    <a:lnTo>
                      <a:pt x="1602" y="171"/>
                    </a:lnTo>
                    <a:lnTo>
                      <a:pt x="1604" y="169"/>
                    </a:lnTo>
                    <a:lnTo>
                      <a:pt x="1607" y="165"/>
                    </a:lnTo>
                    <a:lnTo>
                      <a:pt x="1609" y="162"/>
                    </a:lnTo>
                    <a:lnTo>
                      <a:pt x="1610" y="160"/>
                    </a:lnTo>
                    <a:lnTo>
                      <a:pt x="1612" y="156"/>
                    </a:lnTo>
                    <a:lnTo>
                      <a:pt x="1614" y="154"/>
                    </a:lnTo>
                    <a:lnTo>
                      <a:pt x="1615" y="152"/>
                    </a:lnTo>
                    <a:lnTo>
                      <a:pt x="1617" y="150"/>
                    </a:lnTo>
                    <a:lnTo>
                      <a:pt x="1618" y="146"/>
                    </a:lnTo>
                    <a:lnTo>
                      <a:pt x="1620" y="144"/>
                    </a:lnTo>
                    <a:lnTo>
                      <a:pt x="1622" y="142"/>
                    </a:lnTo>
                    <a:lnTo>
                      <a:pt x="1623" y="140"/>
                    </a:lnTo>
                    <a:lnTo>
                      <a:pt x="1625" y="137"/>
                    </a:lnTo>
                    <a:lnTo>
                      <a:pt x="1628" y="135"/>
                    </a:lnTo>
                    <a:lnTo>
                      <a:pt x="1630" y="132"/>
                    </a:lnTo>
                    <a:lnTo>
                      <a:pt x="1632" y="130"/>
                    </a:lnTo>
                    <a:lnTo>
                      <a:pt x="1634" y="126"/>
                    </a:lnTo>
                    <a:lnTo>
                      <a:pt x="1636" y="123"/>
                    </a:lnTo>
                    <a:lnTo>
                      <a:pt x="1638" y="120"/>
                    </a:lnTo>
                    <a:lnTo>
                      <a:pt x="1641" y="117"/>
                    </a:lnTo>
                    <a:lnTo>
                      <a:pt x="1644" y="112"/>
                    </a:lnTo>
                    <a:lnTo>
                      <a:pt x="1647" y="107"/>
                    </a:lnTo>
                    <a:lnTo>
                      <a:pt x="1650" y="104"/>
                    </a:lnTo>
                    <a:lnTo>
                      <a:pt x="1653" y="99"/>
                    </a:lnTo>
                    <a:lnTo>
                      <a:pt x="1656" y="95"/>
                    </a:lnTo>
                    <a:lnTo>
                      <a:pt x="1660" y="91"/>
                    </a:lnTo>
                    <a:lnTo>
                      <a:pt x="1663" y="86"/>
                    </a:lnTo>
                    <a:lnTo>
                      <a:pt x="1666" y="82"/>
                    </a:lnTo>
                    <a:lnTo>
                      <a:pt x="1669" y="78"/>
                    </a:lnTo>
                    <a:lnTo>
                      <a:pt x="1672" y="75"/>
                    </a:lnTo>
                    <a:lnTo>
                      <a:pt x="1674" y="72"/>
                    </a:lnTo>
                    <a:lnTo>
                      <a:pt x="1676" y="68"/>
                    </a:lnTo>
                    <a:lnTo>
                      <a:pt x="1678" y="64"/>
                    </a:lnTo>
                    <a:lnTo>
                      <a:pt x="1680" y="61"/>
                    </a:lnTo>
                    <a:lnTo>
                      <a:pt x="1682" y="58"/>
                    </a:lnTo>
                    <a:lnTo>
                      <a:pt x="1686" y="56"/>
                    </a:lnTo>
                    <a:lnTo>
                      <a:pt x="1687" y="54"/>
                    </a:lnTo>
                    <a:lnTo>
                      <a:pt x="1689" y="50"/>
                    </a:lnTo>
                    <a:lnTo>
                      <a:pt x="1690" y="48"/>
                    </a:lnTo>
                    <a:lnTo>
                      <a:pt x="1692" y="46"/>
                    </a:lnTo>
                    <a:lnTo>
                      <a:pt x="1693" y="44"/>
                    </a:lnTo>
                    <a:lnTo>
                      <a:pt x="1694" y="42"/>
                    </a:lnTo>
                    <a:lnTo>
                      <a:pt x="1696" y="40"/>
                    </a:lnTo>
                    <a:lnTo>
                      <a:pt x="1697" y="38"/>
                    </a:lnTo>
                    <a:lnTo>
                      <a:pt x="1698" y="36"/>
                    </a:lnTo>
                    <a:lnTo>
                      <a:pt x="1700" y="34"/>
                    </a:lnTo>
                    <a:lnTo>
                      <a:pt x="1701" y="31"/>
                    </a:lnTo>
                    <a:lnTo>
                      <a:pt x="1702" y="28"/>
                    </a:lnTo>
                    <a:lnTo>
                      <a:pt x="1705" y="26"/>
                    </a:lnTo>
                    <a:lnTo>
                      <a:pt x="1706" y="23"/>
                    </a:lnTo>
                    <a:lnTo>
                      <a:pt x="1708" y="20"/>
                    </a:lnTo>
                    <a:lnTo>
                      <a:pt x="1709" y="17"/>
                    </a:lnTo>
                    <a:lnTo>
                      <a:pt x="1711" y="14"/>
                    </a:lnTo>
                    <a:lnTo>
                      <a:pt x="1713" y="10"/>
                    </a:lnTo>
                    <a:lnTo>
                      <a:pt x="1714" y="7"/>
                    </a:lnTo>
                    <a:lnTo>
                      <a:pt x="1716" y="4"/>
                    </a:lnTo>
                    <a:lnTo>
                      <a:pt x="171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Freeform 22">
                <a:extLst>
                  <a:ext uri="{FF2B5EF4-FFF2-40B4-BE49-F238E27FC236}">
                    <a16:creationId xmlns:a16="http://schemas.microsoft.com/office/drawing/2014/main" id="{31589CDB-CDC2-4A95-AF66-622697838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067" y="1693706"/>
                <a:ext cx="74498" cy="272724"/>
              </a:xfrm>
              <a:custGeom>
                <a:avLst/>
                <a:gdLst>
                  <a:gd name="T0" fmla="*/ 0 w 203"/>
                  <a:gd name="T1" fmla="*/ 0 h 688"/>
                  <a:gd name="T2" fmla="*/ 0 w 203"/>
                  <a:gd name="T3" fmla="*/ 0 h 688"/>
                  <a:gd name="T4" fmla="*/ 0 w 203"/>
                  <a:gd name="T5" fmla="*/ 0 h 688"/>
                  <a:gd name="T6" fmla="*/ 0 w 203"/>
                  <a:gd name="T7" fmla="*/ 0 h 688"/>
                  <a:gd name="T8" fmla="*/ 0 w 203"/>
                  <a:gd name="T9" fmla="*/ 0 h 688"/>
                  <a:gd name="T10" fmla="*/ 0 w 203"/>
                  <a:gd name="T11" fmla="*/ 0 h 688"/>
                  <a:gd name="T12" fmla="*/ 0 w 203"/>
                  <a:gd name="T13" fmla="*/ 0 h 688"/>
                  <a:gd name="T14" fmla="*/ 0 w 203"/>
                  <a:gd name="T15" fmla="*/ 0 h 688"/>
                  <a:gd name="T16" fmla="*/ 0 w 203"/>
                  <a:gd name="T17" fmla="*/ 0 h 688"/>
                  <a:gd name="T18" fmla="*/ 0 w 203"/>
                  <a:gd name="T19" fmla="*/ 0 h 688"/>
                  <a:gd name="T20" fmla="*/ 0 w 203"/>
                  <a:gd name="T21" fmla="*/ 0 h 688"/>
                  <a:gd name="T22" fmla="*/ 0 w 203"/>
                  <a:gd name="T23" fmla="*/ 0 h 688"/>
                  <a:gd name="T24" fmla="*/ 0 w 203"/>
                  <a:gd name="T25" fmla="*/ 0 h 688"/>
                  <a:gd name="T26" fmla="*/ 0 w 203"/>
                  <a:gd name="T27" fmla="*/ 0 h 688"/>
                  <a:gd name="T28" fmla="*/ 0 w 203"/>
                  <a:gd name="T29" fmla="*/ 0 h 688"/>
                  <a:gd name="T30" fmla="*/ 0 w 203"/>
                  <a:gd name="T31" fmla="*/ 0 h 688"/>
                  <a:gd name="T32" fmla="*/ 0 w 203"/>
                  <a:gd name="T33" fmla="*/ 0 h 688"/>
                  <a:gd name="T34" fmla="*/ 0 w 203"/>
                  <a:gd name="T35" fmla="*/ 0 h 688"/>
                  <a:gd name="T36" fmla="*/ 0 w 203"/>
                  <a:gd name="T37" fmla="*/ 0 h 688"/>
                  <a:gd name="T38" fmla="*/ 0 w 203"/>
                  <a:gd name="T39" fmla="*/ 0 h 688"/>
                  <a:gd name="T40" fmla="*/ 0 w 203"/>
                  <a:gd name="T41" fmla="*/ 0 h 688"/>
                  <a:gd name="T42" fmla="*/ 0 w 203"/>
                  <a:gd name="T43" fmla="*/ 0 h 688"/>
                  <a:gd name="T44" fmla="*/ 0 w 203"/>
                  <a:gd name="T45" fmla="*/ 0 h 688"/>
                  <a:gd name="T46" fmla="*/ 0 w 203"/>
                  <a:gd name="T47" fmla="*/ 0 h 688"/>
                  <a:gd name="T48" fmla="*/ 0 w 203"/>
                  <a:gd name="T49" fmla="*/ 0 h 688"/>
                  <a:gd name="T50" fmla="*/ 0 w 203"/>
                  <a:gd name="T51" fmla="*/ 0 h 688"/>
                  <a:gd name="T52" fmla="*/ 0 w 203"/>
                  <a:gd name="T53" fmla="*/ 0 h 688"/>
                  <a:gd name="T54" fmla="*/ 0 w 203"/>
                  <a:gd name="T55" fmla="*/ 0 h 688"/>
                  <a:gd name="T56" fmla="*/ 0 w 203"/>
                  <a:gd name="T57" fmla="*/ 0 h 688"/>
                  <a:gd name="T58" fmla="*/ 0 w 203"/>
                  <a:gd name="T59" fmla="*/ 0 h 688"/>
                  <a:gd name="T60" fmla="*/ 0 w 203"/>
                  <a:gd name="T61" fmla="*/ 0 h 688"/>
                  <a:gd name="T62" fmla="*/ 0 w 203"/>
                  <a:gd name="T63" fmla="*/ 0 h 688"/>
                  <a:gd name="T64" fmla="*/ 0 w 203"/>
                  <a:gd name="T65" fmla="*/ 0 h 688"/>
                  <a:gd name="T66" fmla="*/ 0 w 203"/>
                  <a:gd name="T67" fmla="*/ 0 h 688"/>
                  <a:gd name="T68" fmla="*/ 0 w 203"/>
                  <a:gd name="T69" fmla="*/ 0 h 688"/>
                  <a:gd name="T70" fmla="*/ 0 w 203"/>
                  <a:gd name="T71" fmla="*/ 0 h 688"/>
                  <a:gd name="T72" fmla="*/ 0 w 203"/>
                  <a:gd name="T73" fmla="*/ 0 h 688"/>
                  <a:gd name="T74" fmla="*/ 0 w 203"/>
                  <a:gd name="T75" fmla="*/ 0 h 688"/>
                  <a:gd name="T76" fmla="*/ 0 w 203"/>
                  <a:gd name="T77" fmla="*/ 0 h 688"/>
                  <a:gd name="T78" fmla="*/ 0 w 203"/>
                  <a:gd name="T79" fmla="*/ 0 h 688"/>
                  <a:gd name="T80" fmla="*/ 0 w 203"/>
                  <a:gd name="T81" fmla="*/ 0 h 688"/>
                  <a:gd name="T82" fmla="*/ 0 w 203"/>
                  <a:gd name="T83" fmla="*/ 0 h 688"/>
                  <a:gd name="T84" fmla="*/ 0 w 203"/>
                  <a:gd name="T85" fmla="*/ 0 h 688"/>
                  <a:gd name="T86" fmla="*/ 0 w 203"/>
                  <a:gd name="T87" fmla="*/ 0 h 688"/>
                  <a:gd name="T88" fmla="*/ 0 w 203"/>
                  <a:gd name="T89" fmla="*/ 0 h 688"/>
                  <a:gd name="T90" fmla="*/ 0 w 203"/>
                  <a:gd name="T91" fmla="*/ 0 h 688"/>
                  <a:gd name="T92" fmla="*/ 0 w 203"/>
                  <a:gd name="T93" fmla="*/ 0 h 688"/>
                  <a:gd name="T94" fmla="*/ 0 w 203"/>
                  <a:gd name="T95" fmla="*/ 0 h 688"/>
                  <a:gd name="T96" fmla="*/ 0 w 203"/>
                  <a:gd name="T97" fmla="*/ 0 h 688"/>
                  <a:gd name="T98" fmla="*/ 0 w 203"/>
                  <a:gd name="T99" fmla="*/ 0 h 688"/>
                  <a:gd name="T100" fmla="*/ 0 w 203"/>
                  <a:gd name="T101" fmla="*/ 0 h 688"/>
                  <a:gd name="T102" fmla="*/ 0 w 203"/>
                  <a:gd name="T103" fmla="*/ 0 h 688"/>
                  <a:gd name="T104" fmla="*/ 0 w 203"/>
                  <a:gd name="T105" fmla="*/ 0 h 688"/>
                  <a:gd name="T106" fmla="*/ 0 w 203"/>
                  <a:gd name="T107" fmla="*/ 0 h 688"/>
                  <a:gd name="T108" fmla="*/ 0 w 203"/>
                  <a:gd name="T109" fmla="*/ 0 h 688"/>
                  <a:gd name="T110" fmla="*/ 0 w 203"/>
                  <a:gd name="T111" fmla="*/ 0 h 688"/>
                  <a:gd name="T112" fmla="*/ 0 w 203"/>
                  <a:gd name="T113" fmla="*/ 0 h 68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8"/>
                  <a:gd name="T173" fmla="*/ 203 w 203"/>
                  <a:gd name="T174" fmla="*/ 688 h 68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8">
                    <a:moveTo>
                      <a:pt x="0" y="0"/>
                    </a:moveTo>
                    <a:lnTo>
                      <a:pt x="4" y="8"/>
                    </a:lnTo>
                    <a:lnTo>
                      <a:pt x="8" y="15"/>
                    </a:lnTo>
                    <a:lnTo>
                      <a:pt x="12" y="22"/>
                    </a:lnTo>
                    <a:lnTo>
                      <a:pt x="15" y="28"/>
                    </a:lnTo>
                    <a:lnTo>
                      <a:pt x="19" y="34"/>
                    </a:lnTo>
                    <a:lnTo>
                      <a:pt x="22" y="39"/>
                    </a:lnTo>
                    <a:lnTo>
                      <a:pt x="24" y="45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8"/>
                    </a:lnTo>
                    <a:lnTo>
                      <a:pt x="34" y="62"/>
                    </a:lnTo>
                    <a:lnTo>
                      <a:pt x="37" y="66"/>
                    </a:lnTo>
                    <a:lnTo>
                      <a:pt x="39" y="69"/>
                    </a:lnTo>
                    <a:lnTo>
                      <a:pt x="40" y="72"/>
                    </a:lnTo>
                    <a:lnTo>
                      <a:pt x="42" y="75"/>
                    </a:lnTo>
                    <a:lnTo>
                      <a:pt x="43" y="80"/>
                    </a:lnTo>
                    <a:lnTo>
                      <a:pt x="45" y="82"/>
                    </a:lnTo>
                    <a:lnTo>
                      <a:pt x="46" y="85"/>
                    </a:lnTo>
                    <a:lnTo>
                      <a:pt x="47" y="87"/>
                    </a:lnTo>
                    <a:lnTo>
                      <a:pt x="48" y="90"/>
                    </a:lnTo>
                    <a:lnTo>
                      <a:pt x="50" y="92"/>
                    </a:lnTo>
                    <a:lnTo>
                      <a:pt x="51" y="95"/>
                    </a:lnTo>
                    <a:lnTo>
                      <a:pt x="52" y="97"/>
                    </a:lnTo>
                    <a:lnTo>
                      <a:pt x="53" y="101"/>
                    </a:lnTo>
                    <a:lnTo>
                      <a:pt x="54" y="104"/>
                    </a:lnTo>
                    <a:lnTo>
                      <a:pt x="55" y="106"/>
                    </a:lnTo>
                    <a:lnTo>
                      <a:pt x="57" y="109"/>
                    </a:lnTo>
                    <a:lnTo>
                      <a:pt x="59" y="112"/>
                    </a:lnTo>
                    <a:lnTo>
                      <a:pt x="60" y="115"/>
                    </a:lnTo>
                    <a:lnTo>
                      <a:pt x="61" y="119"/>
                    </a:lnTo>
                    <a:lnTo>
                      <a:pt x="63" y="123"/>
                    </a:lnTo>
                    <a:lnTo>
                      <a:pt x="64" y="127"/>
                    </a:lnTo>
                    <a:lnTo>
                      <a:pt x="66" y="131"/>
                    </a:lnTo>
                    <a:lnTo>
                      <a:pt x="67" y="134"/>
                    </a:lnTo>
                    <a:lnTo>
                      <a:pt x="68" y="139"/>
                    </a:lnTo>
                    <a:lnTo>
                      <a:pt x="70" y="142"/>
                    </a:lnTo>
                    <a:lnTo>
                      <a:pt x="71" y="144"/>
                    </a:lnTo>
                    <a:lnTo>
                      <a:pt x="72" y="147"/>
                    </a:lnTo>
                    <a:lnTo>
                      <a:pt x="73" y="150"/>
                    </a:lnTo>
                    <a:lnTo>
                      <a:pt x="74" y="152"/>
                    </a:lnTo>
                    <a:lnTo>
                      <a:pt x="76" y="154"/>
                    </a:lnTo>
                    <a:lnTo>
                      <a:pt x="77" y="158"/>
                    </a:lnTo>
                    <a:lnTo>
                      <a:pt x="78" y="160"/>
                    </a:lnTo>
                    <a:lnTo>
                      <a:pt x="80" y="162"/>
                    </a:lnTo>
                    <a:lnTo>
                      <a:pt x="80" y="164"/>
                    </a:lnTo>
                    <a:lnTo>
                      <a:pt x="81" y="166"/>
                    </a:lnTo>
                    <a:lnTo>
                      <a:pt x="82" y="168"/>
                    </a:lnTo>
                    <a:lnTo>
                      <a:pt x="83" y="171"/>
                    </a:lnTo>
                    <a:lnTo>
                      <a:pt x="84" y="173"/>
                    </a:lnTo>
                    <a:lnTo>
                      <a:pt x="85" y="175"/>
                    </a:lnTo>
                    <a:lnTo>
                      <a:pt x="85" y="179"/>
                    </a:lnTo>
                    <a:lnTo>
                      <a:pt x="86" y="181"/>
                    </a:lnTo>
                    <a:lnTo>
                      <a:pt x="87" y="183"/>
                    </a:lnTo>
                    <a:lnTo>
                      <a:pt x="88" y="186"/>
                    </a:lnTo>
                    <a:lnTo>
                      <a:pt x="89" y="188"/>
                    </a:lnTo>
                    <a:lnTo>
                      <a:pt x="90" y="191"/>
                    </a:lnTo>
                    <a:lnTo>
                      <a:pt x="91" y="194"/>
                    </a:lnTo>
                    <a:lnTo>
                      <a:pt x="93" y="198"/>
                    </a:lnTo>
                    <a:lnTo>
                      <a:pt x="95" y="201"/>
                    </a:lnTo>
                    <a:lnTo>
                      <a:pt x="96" y="204"/>
                    </a:lnTo>
                    <a:lnTo>
                      <a:pt x="98" y="208"/>
                    </a:lnTo>
                    <a:lnTo>
                      <a:pt x="99" y="212"/>
                    </a:lnTo>
                    <a:lnTo>
                      <a:pt x="101" y="218"/>
                    </a:lnTo>
                    <a:lnTo>
                      <a:pt x="102" y="222"/>
                    </a:lnTo>
                    <a:lnTo>
                      <a:pt x="104" y="227"/>
                    </a:lnTo>
                    <a:lnTo>
                      <a:pt x="106" y="231"/>
                    </a:lnTo>
                    <a:lnTo>
                      <a:pt x="107" y="236"/>
                    </a:lnTo>
                    <a:lnTo>
                      <a:pt x="108" y="239"/>
                    </a:lnTo>
                    <a:lnTo>
                      <a:pt x="110" y="243"/>
                    </a:lnTo>
                    <a:lnTo>
                      <a:pt x="111" y="246"/>
                    </a:lnTo>
                    <a:lnTo>
                      <a:pt x="112" y="249"/>
                    </a:lnTo>
                    <a:lnTo>
                      <a:pt x="113" y="252"/>
                    </a:lnTo>
                    <a:lnTo>
                      <a:pt x="115" y="256"/>
                    </a:lnTo>
                    <a:lnTo>
                      <a:pt x="116" y="258"/>
                    </a:lnTo>
                    <a:lnTo>
                      <a:pt x="117" y="262"/>
                    </a:lnTo>
                    <a:lnTo>
                      <a:pt x="118" y="264"/>
                    </a:lnTo>
                    <a:lnTo>
                      <a:pt x="119" y="267"/>
                    </a:lnTo>
                    <a:lnTo>
                      <a:pt x="120" y="269"/>
                    </a:lnTo>
                    <a:lnTo>
                      <a:pt x="120" y="271"/>
                    </a:lnTo>
                    <a:lnTo>
                      <a:pt x="121" y="275"/>
                    </a:lnTo>
                    <a:lnTo>
                      <a:pt x="122" y="277"/>
                    </a:lnTo>
                    <a:lnTo>
                      <a:pt x="124" y="279"/>
                    </a:lnTo>
                    <a:lnTo>
                      <a:pt x="124" y="282"/>
                    </a:lnTo>
                    <a:lnTo>
                      <a:pt x="125" y="284"/>
                    </a:lnTo>
                    <a:lnTo>
                      <a:pt x="126" y="286"/>
                    </a:lnTo>
                    <a:lnTo>
                      <a:pt x="127" y="289"/>
                    </a:lnTo>
                    <a:lnTo>
                      <a:pt x="128" y="292"/>
                    </a:lnTo>
                    <a:lnTo>
                      <a:pt x="129" y="295"/>
                    </a:lnTo>
                    <a:lnTo>
                      <a:pt x="129" y="298"/>
                    </a:lnTo>
                    <a:lnTo>
                      <a:pt x="130" y="301"/>
                    </a:lnTo>
                    <a:lnTo>
                      <a:pt x="131" y="306"/>
                    </a:lnTo>
                    <a:lnTo>
                      <a:pt x="132" y="309"/>
                    </a:lnTo>
                    <a:lnTo>
                      <a:pt x="135" y="314"/>
                    </a:lnTo>
                    <a:lnTo>
                      <a:pt x="136" y="318"/>
                    </a:lnTo>
                    <a:lnTo>
                      <a:pt x="137" y="322"/>
                    </a:lnTo>
                    <a:lnTo>
                      <a:pt x="138" y="326"/>
                    </a:lnTo>
                    <a:lnTo>
                      <a:pt x="140" y="331"/>
                    </a:lnTo>
                    <a:lnTo>
                      <a:pt x="141" y="336"/>
                    </a:lnTo>
                    <a:lnTo>
                      <a:pt x="142" y="340"/>
                    </a:lnTo>
                    <a:lnTo>
                      <a:pt x="143" y="343"/>
                    </a:lnTo>
                    <a:lnTo>
                      <a:pt x="144" y="347"/>
                    </a:lnTo>
                    <a:lnTo>
                      <a:pt x="145" y="352"/>
                    </a:lnTo>
                    <a:lnTo>
                      <a:pt x="146" y="355"/>
                    </a:lnTo>
                    <a:lnTo>
                      <a:pt x="147" y="358"/>
                    </a:lnTo>
                    <a:lnTo>
                      <a:pt x="148" y="360"/>
                    </a:lnTo>
                    <a:lnTo>
                      <a:pt x="149" y="363"/>
                    </a:lnTo>
                    <a:lnTo>
                      <a:pt x="150" y="366"/>
                    </a:lnTo>
                    <a:lnTo>
                      <a:pt x="151" y="368"/>
                    </a:lnTo>
                    <a:lnTo>
                      <a:pt x="151" y="371"/>
                    </a:lnTo>
                    <a:lnTo>
                      <a:pt x="152" y="374"/>
                    </a:lnTo>
                    <a:lnTo>
                      <a:pt x="154" y="376"/>
                    </a:lnTo>
                    <a:lnTo>
                      <a:pt x="154" y="378"/>
                    </a:lnTo>
                    <a:lnTo>
                      <a:pt x="155" y="381"/>
                    </a:lnTo>
                    <a:lnTo>
                      <a:pt x="156" y="383"/>
                    </a:lnTo>
                    <a:lnTo>
                      <a:pt x="157" y="385"/>
                    </a:lnTo>
                    <a:lnTo>
                      <a:pt x="157" y="388"/>
                    </a:lnTo>
                    <a:lnTo>
                      <a:pt x="158" y="391"/>
                    </a:lnTo>
                    <a:lnTo>
                      <a:pt x="159" y="394"/>
                    </a:lnTo>
                    <a:lnTo>
                      <a:pt x="160" y="397"/>
                    </a:lnTo>
                    <a:lnTo>
                      <a:pt x="161" y="400"/>
                    </a:lnTo>
                    <a:lnTo>
                      <a:pt x="162" y="403"/>
                    </a:lnTo>
                    <a:lnTo>
                      <a:pt x="163" y="406"/>
                    </a:lnTo>
                    <a:lnTo>
                      <a:pt x="164" y="410"/>
                    </a:lnTo>
                    <a:lnTo>
                      <a:pt x="165" y="414"/>
                    </a:lnTo>
                    <a:lnTo>
                      <a:pt x="166" y="417"/>
                    </a:lnTo>
                    <a:lnTo>
                      <a:pt x="167" y="421"/>
                    </a:lnTo>
                    <a:lnTo>
                      <a:pt x="169" y="425"/>
                    </a:lnTo>
                    <a:lnTo>
                      <a:pt x="171" y="431"/>
                    </a:lnTo>
                    <a:lnTo>
                      <a:pt x="173" y="435"/>
                    </a:lnTo>
                    <a:lnTo>
                      <a:pt x="174" y="440"/>
                    </a:lnTo>
                    <a:lnTo>
                      <a:pt x="176" y="444"/>
                    </a:lnTo>
                    <a:lnTo>
                      <a:pt x="177" y="449"/>
                    </a:lnTo>
                    <a:lnTo>
                      <a:pt x="178" y="452"/>
                    </a:lnTo>
                    <a:lnTo>
                      <a:pt x="179" y="456"/>
                    </a:lnTo>
                    <a:lnTo>
                      <a:pt x="180" y="459"/>
                    </a:lnTo>
                    <a:lnTo>
                      <a:pt x="180" y="461"/>
                    </a:lnTo>
                    <a:lnTo>
                      <a:pt x="181" y="464"/>
                    </a:lnTo>
                    <a:lnTo>
                      <a:pt x="182" y="468"/>
                    </a:lnTo>
                    <a:lnTo>
                      <a:pt x="183" y="470"/>
                    </a:lnTo>
                    <a:lnTo>
                      <a:pt x="183" y="473"/>
                    </a:lnTo>
                    <a:lnTo>
                      <a:pt x="184" y="475"/>
                    </a:lnTo>
                    <a:lnTo>
                      <a:pt x="184" y="477"/>
                    </a:lnTo>
                    <a:lnTo>
                      <a:pt x="185" y="479"/>
                    </a:lnTo>
                    <a:lnTo>
                      <a:pt x="185" y="481"/>
                    </a:lnTo>
                    <a:lnTo>
                      <a:pt x="186" y="485"/>
                    </a:lnTo>
                    <a:lnTo>
                      <a:pt x="186" y="488"/>
                    </a:lnTo>
                    <a:lnTo>
                      <a:pt x="186" y="490"/>
                    </a:lnTo>
                    <a:lnTo>
                      <a:pt x="187" y="492"/>
                    </a:lnTo>
                    <a:lnTo>
                      <a:pt x="187" y="494"/>
                    </a:lnTo>
                    <a:lnTo>
                      <a:pt x="187" y="496"/>
                    </a:lnTo>
                    <a:lnTo>
                      <a:pt x="188" y="499"/>
                    </a:lnTo>
                    <a:lnTo>
                      <a:pt x="188" y="501"/>
                    </a:lnTo>
                    <a:lnTo>
                      <a:pt x="188" y="504"/>
                    </a:lnTo>
                    <a:lnTo>
                      <a:pt x="188" y="507"/>
                    </a:lnTo>
                    <a:lnTo>
                      <a:pt x="189" y="510"/>
                    </a:lnTo>
                    <a:lnTo>
                      <a:pt x="189" y="513"/>
                    </a:lnTo>
                    <a:lnTo>
                      <a:pt x="189" y="516"/>
                    </a:lnTo>
                    <a:lnTo>
                      <a:pt x="189" y="520"/>
                    </a:lnTo>
                    <a:lnTo>
                      <a:pt x="190" y="523"/>
                    </a:lnTo>
                    <a:lnTo>
                      <a:pt x="190" y="528"/>
                    </a:lnTo>
                    <a:lnTo>
                      <a:pt x="190" y="533"/>
                    </a:lnTo>
                    <a:lnTo>
                      <a:pt x="190" y="536"/>
                    </a:lnTo>
                    <a:lnTo>
                      <a:pt x="192" y="540"/>
                    </a:lnTo>
                    <a:lnTo>
                      <a:pt x="192" y="543"/>
                    </a:lnTo>
                    <a:lnTo>
                      <a:pt x="192" y="547"/>
                    </a:lnTo>
                    <a:lnTo>
                      <a:pt x="192" y="549"/>
                    </a:lnTo>
                    <a:lnTo>
                      <a:pt x="193" y="552"/>
                    </a:lnTo>
                    <a:lnTo>
                      <a:pt x="193" y="554"/>
                    </a:lnTo>
                    <a:lnTo>
                      <a:pt x="193" y="557"/>
                    </a:lnTo>
                    <a:lnTo>
                      <a:pt x="193" y="559"/>
                    </a:lnTo>
                    <a:lnTo>
                      <a:pt x="193" y="561"/>
                    </a:lnTo>
                    <a:lnTo>
                      <a:pt x="194" y="563"/>
                    </a:lnTo>
                    <a:lnTo>
                      <a:pt x="194" y="564"/>
                    </a:lnTo>
                    <a:lnTo>
                      <a:pt x="194" y="567"/>
                    </a:lnTo>
                    <a:lnTo>
                      <a:pt x="194" y="569"/>
                    </a:lnTo>
                    <a:lnTo>
                      <a:pt x="194" y="570"/>
                    </a:lnTo>
                    <a:lnTo>
                      <a:pt x="195" y="572"/>
                    </a:lnTo>
                    <a:lnTo>
                      <a:pt x="195" y="573"/>
                    </a:lnTo>
                    <a:lnTo>
                      <a:pt x="195" y="576"/>
                    </a:lnTo>
                    <a:lnTo>
                      <a:pt x="195" y="577"/>
                    </a:lnTo>
                    <a:lnTo>
                      <a:pt x="196" y="579"/>
                    </a:lnTo>
                    <a:lnTo>
                      <a:pt x="196" y="580"/>
                    </a:lnTo>
                    <a:lnTo>
                      <a:pt x="196" y="582"/>
                    </a:lnTo>
                    <a:lnTo>
                      <a:pt x="196" y="583"/>
                    </a:lnTo>
                    <a:lnTo>
                      <a:pt x="197" y="586"/>
                    </a:lnTo>
                    <a:lnTo>
                      <a:pt x="197" y="588"/>
                    </a:lnTo>
                    <a:lnTo>
                      <a:pt x="197" y="589"/>
                    </a:lnTo>
                    <a:lnTo>
                      <a:pt x="198" y="591"/>
                    </a:lnTo>
                    <a:lnTo>
                      <a:pt x="198" y="593"/>
                    </a:lnTo>
                    <a:lnTo>
                      <a:pt x="199" y="595"/>
                    </a:lnTo>
                    <a:lnTo>
                      <a:pt x="199" y="597"/>
                    </a:lnTo>
                    <a:lnTo>
                      <a:pt x="199" y="600"/>
                    </a:lnTo>
                    <a:lnTo>
                      <a:pt x="200" y="602"/>
                    </a:lnTo>
                    <a:lnTo>
                      <a:pt x="200" y="605"/>
                    </a:lnTo>
                    <a:lnTo>
                      <a:pt x="201" y="607"/>
                    </a:lnTo>
                    <a:lnTo>
                      <a:pt x="201" y="609"/>
                    </a:lnTo>
                    <a:lnTo>
                      <a:pt x="201" y="611"/>
                    </a:lnTo>
                    <a:lnTo>
                      <a:pt x="202" y="612"/>
                    </a:lnTo>
                    <a:lnTo>
                      <a:pt x="202" y="614"/>
                    </a:lnTo>
                    <a:lnTo>
                      <a:pt x="202" y="616"/>
                    </a:lnTo>
                    <a:lnTo>
                      <a:pt x="202" y="618"/>
                    </a:lnTo>
                    <a:lnTo>
                      <a:pt x="203" y="620"/>
                    </a:lnTo>
                    <a:lnTo>
                      <a:pt x="203" y="622"/>
                    </a:lnTo>
                    <a:lnTo>
                      <a:pt x="203" y="624"/>
                    </a:lnTo>
                    <a:lnTo>
                      <a:pt x="203" y="626"/>
                    </a:lnTo>
                    <a:lnTo>
                      <a:pt x="203" y="628"/>
                    </a:lnTo>
                    <a:lnTo>
                      <a:pt x="203" y="630"/>
                    </a:lnTo>
                    <a:lnTo>
                      <a:pt x="203" y="631"/>
                    </a:lnTo>
                    <a:lnTo>
                      <a:pt x="203" y="633"/>
                    </a:lnTo>
                    <a:lnTo>
                      <a:pt x="203" y="636"/>
                    </a:lnTo>
                    <a:lnTo>
                      <a:pt x="203" y="638"/>
                    </a:lnTo>
                    <a:lnTo>
                      <a:pt x="203" y="640"/>
                    </a:lnTo>
                    <a:lnTo>
                      <a:pt x="203" y="644"/>
                    </a:lnTo>
                    <a:lnTo>
                      <a:pt x="203" y="646"/>
                    </a:lnTo>
                    <a:lnTo>
                      <a:pt x="203" y="649"/>
                    </a:lnTo>
                    <a:lnTo>
                      <a:pt x="203" y="652"/>
                    </a:lnTo>
                    <a:lnTo>
                      <a:pt x="203" y="655"/>
                    </a:lnTo>
                    <a:lnTo>
                      <a:pt x="203" y="659"/>
                    </a:lnTo>
                    <a:lnTo>
                      <a:pt x="202" y="663"/>
                    </a:lnTo>
                    <a:lnTo>
                      <a:pt x="202" y="668"/>
                    </a:lnTo>
                    <a:lnTo>
                      <a:pt x="202" y="673"/>
                    </a:lnTo>
                    <a:lnTo>
                      <a:pt x="202" y="677"/>
                    </a:lnTo>
                    <a:lnTo>
                      <a:pt x="201" y="683"/>
                    </a:lnTo>
                    <a:lnTo>
                      <a:pt x="201" y="6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23">
                <a:extLst>
                  <a:ext uri="{FF2B5EF4-FFF2-40B4-BE49-F238E27FC236}">
                    <a16:creationId xmlns:a16="http://schemas.microsoft.com/office/drawing/2014/main" id="{9891A668-D7D3-469E-ADB0-EECA97DCB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067" y="1964452"/>
                <a:ext cx="74498" cy="270746"/>
              </a:xfrm>
              <a:custGeom>
                <a:avLst/>
                <a:gdLst>
                  <a:gd name="T0" fmla="*/ 0 w 203"/>
                  <a:gd name="T1" fmla="*/ 0 h 686"/>
                  <a:gd name="T2" fmla="*/ 0 w 203"/>
                  <a:gd name="T3" fmla="*/ 0 h 686"/>
                  <a:gd name="T4" fmla="*/ 0 w 203"/>
                  <a:gd name="T5" fmla="*/ 0 h 686"/>
                  <a:gd name="T6" fmla="*/ 0 w 203"/>
                  <a:gd name="T7" fmla="*/ 0 h 686"/>
                  <a:gd name="T8" fmla="*/ 0 w 203"/>
                  <a:gd name="T9" fmla="*/ 0 h 686"/>
                  <a:gd name="T10" fmla="*/ 0 w 203"/>
                  <a:gd name="T11" fmla="*/ 0 h 686"/>
                  <a:gd name="T12" fmla="*/ 0 w 203"/>
                  <a:gd name="T13" fmla="*/ 0 h 686"/>
                  <a:gd name="T14" fmla="*/ 0 w 203"/>
                  <a:gd name="T15" fmla="*/ 0 h 686"/>
                  <a:gd name="T16" fmla="*/ 0 w 203"/>
                  <a:gd name="T17" fmla="*/ 0 h 686"/>
                  <a:gd name="T18" fmla="*/ 0 w 203"/>
                  <a:gd name="T19" fmla="*/ 0 h 686"/>
                  <a:gd name="T20" fmla="*/ 0 w 203"/>
                  <a:gd name="T21" fmla="*/ 0 h 686"/>
                  <a:gd name="T22" fmla="*/ 0 w 203"/>
                  <a:gd name="T23" fmla="*/ 0 h 686"/>
                  <a:gd name="T24" fmla="*/ 0 w 203"/>
                  <a:gd name="T25" fmla="*/ 0 h 686"/>
                  <a:gd name="T26" fmla="*/ 0 w 203"/>
                  <a:gd name="T27" fmla="*/ 0 h 686"/>
                  <a:gd name="T28" fmla="*/ 0 w 203"/>
                  <a:gd name="T29" fmla="*/ 0 h 686"/>
                  <a:gd name="T30" fmla="*/ 0 w 203"/>
                  <a:gd name="T31" fmla="*/ 0 h 686"/>
                  <a:gd name="T32" fmla="*/ 0 w 203"/>
                  <a:gd name="T33" fmla="*/ 0 h 686"/>
                  <a:gd name="T34" fmla="*/ 0 w 203"/>
                  <a:gd name="T35" fmla="*/ 0 h 686"/>
                  <a:gd name="T36" fmla="*/ 0 w 203"/>
                  <a:gd name="T37" fmla="*/ 0 h 686"/>
                  <a:gd name="T38" fmla="*/ 0 w 203"/>
                  <a:gd name="T39" fmla="*/ 0 h 686"/>
                  <a:gd name="T40" fmla="*/ 0 w 203"/>
                  <a:gd name="T41" fmla="*/ 0 h 686"/>
                  <a:gd name="T42" fmla="*/ 0 w 203"/>
                  <a:gd name="T43" fmla="*/ 0 h 686"/>
                  <a:gd name="T44" fmla="*/ 0 w 203"/>
                  <a:gd name="T45" fmla="*/ 0 h 686"/>
                  <a:gd name="T46" fmla="*/ 0 w 203"/>
                  <a:gd name="T47" fmla="*/ 0 h 686"/>
                  <a:gd name="T48" fmla="*/ 0 w 203"/>
                  <a:gd name="T49" fmla="*/ 0 h 686"/>
                  <a:gd name="T50" fmla="*/ 0 w 203"/>
                  <a:gd name="T51" fmla="*/ 0 h 686"/>
                  <a:gd name="T52" fmla="*/ 0 w 203"/>
                  <a:gd name="T53" fmla="*/ 0 h 686"/>
                  <a:gd name="T54" fmla="*/ 0 w 203"/>
                  <a:gd name="T55" fmla="*/ 0 h 686"/>
                  <a:gd name="T56" fmla="*/ 0 w 203"/>
                  <a:gd name="T57" fmla="*/ 0 h 686"/>
                  <a:gd name="T58" fmla="*/ 0 w 203"/>
                  <a:gd name="T59" fmla="*/ 0 h 686"/>
                  <a:gd name="T60" fmla="*/ 0 w 203"/>
                  <a:gd name="T61" fmla="*/ 0 h 686"/>
                  <a:gd name="T62" fmla="*/ 0 w 203"/>
                  <a:gd name="T63" fmla="*/ 0 h 686"/>
                  <a:gd name="T64" fmla="*/ 0 w 203"/>
                  <a:gd name="T65" fmla="*/ 0 h 686"/>
                  <a:gd name="T66" fmla="*/ 0 w 203"/>
                  <a:gd name="T67" fmla="*/ 0 h 686"/>
                  <a:gd name="T68" fmla="*/ 0 w 203"/>
                  <a:gd name="T69" fmla="*/ 0 h 686"/>
                  <a:gd name="T70" fmla="*/ 0 w 203"/>
                  <a:gd name="T71" fmla="*/ 0 h 686"/>
                  <a:gd name="T72" fmla="*/ 0 w 203"/>
                  <a:gd name="T73" fmla="*/ 0 h 686"/>
                  <a:gd name="T74" fmla="*/ 0 w 203"/>
                  <a:gd name="T75" fmla="*/ 0 h 686"/>
                  <a:gd name="T76" fmla="*/ 0 w 203"/>
                  <a:gd name="T77" fmla="*/ 0 h 686"/>
                  <a:gd name="T78" fmla="*/ 0 w 203"/>
                  <a:gd name="T79" fmla="*/ 0 h 686"/>
                  <a:gd name="T80" fmla="*/ 0 w 203"/>
                  <a:gd name="T81" fmla="*/ 0 h 686"/>
                  <a:gd name="T82" fmla="*/ 0 w 203"/>
                  <a:gd name="T83" fmla="*/ 0 h 686"/>
                  <a:gd name="T84" fmla="*/ 0 w 203"/>
                  <a:gd name="T85" fmla="*/ 0 h 686"/>
                  <a:gd name="T86" fmla="*/ 0 w 203"/>
                  <a:gd name="T87" fmla="*/ 0 h 686"/>
                  <a:gd name="T88" fmla="*/ 0 w 203"/>
                  <a:gd name="T89" fmla="*/ 0 h 686"/>
                  <a:gd name="T90" fmla="*/ 0 w 203"/>
                  <a:gd name="T91" fmla="*/ 0 h 686"/>
                  <a:gd name="T92" fmla="*/ 0 w 203"/>
                  <a:gd name="T93" fmla="*/ 0 h 686"/>
                  <a:gd name="T94" fmla="*/ 0 w 203"/>
                  <a:gd name="T95" fmla="*/ 0 h 686"/>
                  <a:gd name="T96" fmla="*/ 0 w 203"/>
                  <a:gd name="T97" fmla="*/ 0 h 686"/>
                  <a:gd name="T98" fmla="*/ 0 w 203"/>
                  <a:gd name="T99" fmla="*/ 0 h 686"/>
                  <a:gd name="T100" fmla="*/ 0 w 203"/>
                  <a:gd name="T101" fmla="*/ 0 h 686"/>
                  <a:gd name="T102" fmla="*/ 0 w 203"/>
                  <a:gd name="T103" fmla="*/ 0 h 686"/>
                  <a:gd name="T104" fmla="*/ 0 w 203"/>
                  <a:gd name="T105" fmla="*/ 0 h 686"/>
                  <a:gd name="T106" fmla="*/ 0 w 203"/>
                  <a:gd name="T107" fmla="*/ 0 h 686"/>
                  <a:gd name="T108" fmla="*/ 0 w 203"/>
                  <a:gd name="T109" fmla="*/ 0 h 686"/>
                  <a:gd name="T110" fmla="*/ 0 w 203"/>
                  <a:gd name="T111" fmla="*/ 0 h 686"/>
                  <a:gd name="T112" fmla="*/ 0 w 203"/>
                  <a:gd name="T113" fmla="*/ 0 h 6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6"/>
                  <a:gd name="T173" fmla="*/ 203 w 203"/>
                  <a:gd name="T174" fmla="*/ 686 h 68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6">
                    <a:moveTo>
                      <a:pt x="0" y="686"/>
                    </a:moveTo>
                    <a:lnTo>
                      <a:pt x="4" y="679"/>
                    </a:lnTo>
                    <a:lnTo>
                      <a:pt x="8" y="672"/>
                    </a:lnTo>
                    <a:lnTo>
                      <a:pt x="12" y="665"/>
                    </a:lnTo>
                    <a:lnTo>
                      <a:pt x="15" y="660"/>
                    </a:lnTo>
                    <a:lnTo>
                      <a:pt x="19" y="652"/>
                    </a:lnTo>
                    <a:lnTo>
                      <a:pt x="22" y="647"/>
                    </a:lnTo>
                    <a:lnTo>
                      <a:pt x="24" y="643"/>
                    </a:lnTo>
                    <a:lnTo>
                      <a:pt x="27" y="638"/>
                    </a:lnTo>
                    <a:lnTo>
                      <a:pt x="29" y="633"/>
                    </a:lnTo>
                    <a:lnTo>
                      <a:pt x="31" y="629"/>
                    </a:lnTo>
                    <a:lnTo>
                      <a:pt x="34" y="626"/>
                    </a:lnTo>
                    <a:lnTo>
                      <a:pt x="37" y="622"/>
                    </a:lnTo>
                    <a:lnTo>
                      <a:pt x="39" y="619"/>
                    </a:lnTo>
                    <a:lnTo>
                      <a:pt x="40" y="615"/>
                    </a:lnTo>
                    <a:lnTo>
                      <a:pt x="42" y="612"/>
                    </a:lnTo>
                    <a:lnTo>
                      <a:pt x="43" y="608"/>
                    </a:lnTo>
                    <a:lnTo>
                      <a:pt x="45" y="605"/>
                    </a:lnTo>
                    <a:lnTo>
                      <a:pt x="46" y="603"/>
                    </a:lnTo>
                    <a:lnTo>
                      <a:pt x="47" y="600"/>
                    </a:lnTo>
                    <a:lnTo>
                      <a:pt x="48" y="597"/>
                    </a:lnTo>
                    <a:lnTo>
                      <a:pt x="50" y="594"/>
                    </a:lnTo>
                    <a:lnTo>
                      <a:pt x="51" y="592"/>
                    </a:lnTo>
                    <a:lnTo>
                      <a:pt x="52" y="589"/>
                    </a:lnTo>
                    <a:lnTo>
                      <a:pt x="53" y="587"/>
                    </a:lnTo>
                    <a:lnTo>
                      <a:pt x="54" y="584"/>
                    </a:lnTo>
                    <a:lnTo>
                      <a:pt x="55" y="581"/>
                    </a:lnTo>
                    <a:lnTo>
                      <a:pt x="57" y="579"/>
                    </a:lnTo>
                    <a:lnTo>
                      <a:pt x="59" y="575"/>
                    </a:lnTo>
                    <a:lnTo>
                      <a:pt x="60" y="572"/>
                    </a:lnTo>
                    <a:lnTo>
                      <a:pt x="61" y="568"/>
                    </a:lnTo>
                    <a:lnTo>
                      <a:pt x="63" y="564"/>
                    </a:lnTo>
                    <a:lnTo>
                      <a:pt x="64" y="560"/>
                    </a:lnTo>
                    <a:lnTo>
                      <a:pt x="66" y="556"/>
                    </a:lnTo>
                    <a:lnTo>
                      <a:pt x="67" y="552"/>
                    </a:lnTo>
                    <a:lnTo>
                      <a:pt x="68" y="549"/>
                    </a:lnTo>
                    <a:lnTo>
                      <a:pt x="70" y="546"/>
                    </a:lnTo>
                    <a:lnTo>
                      <a:pt x="71" y="543"/>
                    </a:lnTo>
                    <a:lnTo>
                      <a:pt x="72" y="541"/>
                    </a:lnTo>
                    <a:lnTo>
                      <a:pt x="73" y="537"/>
                    </a:lnTo>
                    <a:lnTo>
                      <a:pt x="74" y="535"/>
                    </a:lnTo>
                    <a:lnTo>
                      <a:pt x="76" y="532"/>
                    </a:lnTo>
                    <a:lnTo>
                      <a:pt x="77" y="530"/>
                    </a:lnTo>
                    <a:lnTo>
                      <a:pt x="78" y="528"/>
                    </a:lnTo>
                    <a:lnTo>
                      <a:pt x="80" y="526"/>
                    </a:lnTo>
                    <a:lnTo>
                      <a:pt x="80" y="524"/>
                    </a:lnTo>
                    <a:lnTo>
                      <a:pt x="81" y="521"/>
                    </a:lnTo>
                    <a:lnTo>
                      <a:pt x="82" y="518"/>
                    </a:lnTo>
                    <a:lnTo>
                      <a:pt x="83" y="516"/>
                    </a:lnTo>
                    <a:lnTo>
                      <a:pt x="84" y="514"/>
                    </a:lnTo>
                    <a:lnTo>
                      <a:pt x="85" y="511"/>
                    </a:lnTo>
                    <a:lnTo>
                      <a:pt x="85" y="509"/>
                    </a:lnTo>
                    <a:lnTo>
                      <a:pt x="86" y="507"/>
                    </a:lnTo>
                    <a:lnTo>
                      <a:pt x="87" y="505"/>
                    </a:lnTo>
                    <a:lnTo>
                      <a:pt x="88" y="502"/>
                    </a:lnTo>
                    <a:lnTo>
                      <a:pt x="89" y="499"/>
                    </a:lnTo>
                    <a:lnTo>
                      <a:pt x="90" y="496"/>
                    </a:lnTo>
                    <a:lnTo>
                      <a:pt x="91" y="493"/>
                    </a:lnTo>
                    <a:lnTo>
                      <a:pt x="93" y="490"/>
                    </a:lnTo>
                    <a:lnTo>
                      <a:pt x="95" y="487"/>
                    </a:lnTo>
                    <a:lnTo>
                      <a:pt x="96" y="483"/>
                    </a:lnTo>
                    <a:lnTo>
                      <a:pt x="98" y="479"/>
                    </a:lnTo>
                    <a:lnTo>
                      <a:pt x="99" y="474"/>
                    </a:lnTo>
                    <a:lnTo>
                      <a:pt x="101" y="470"/>
                    </a:lnTo>
                    <a:lnTo>
                      <a:pt x="102" y="465"/>
                    </a:lnTo>
                    <a:lnTo>
                      <a:pt x="104" y="460"/>
                    </a:lnTo>
                    <a:lnTo>
                      <a:pt x="106" y="456"/>
                    </a:lnTo>
                    <a:lnTo>
                      <a:pt x="107" y="452"/>
                    </a:lnTo>
                    <a:lnTo>
                      <a:pt x="108" y="448"/>
                    </a:lnTo>
                    <a:lnTo>
                      <a:pt x="110" y="445"/>
                    </a:lnTo>
                    <a:lnTo>
                      <a:pt x="111" y="440"/>
                    </a:lnTo>
                    <a:lnTo>
                      <a:pt x="112" y="437"/>
                    </a:lnTo>
                    <a:lnTo>
                      <a:pt x="113" y="434"/>
                    </a:lnTo>
                    <a:lnTo>
                      <a:pt x="115" y="432"/>
                    </a:lnTo>
                    <a:lnTo>
                      <a:pt x="116" y="428"/>
                    </a:lnTo>
                    <a:lnTo>
                      <a:pt x="117" y="425"/>
                    </a:lnTo>
                    <a:lnTo>
                      <a:pt x="118" y="422"/>
                    </a:lnTo>
                    <a:lnTo>
                      <a:pt x="119" y="420"/>
                    </a:lnTo>
                    <a:lnTo>
                      <a:pt x="120" y="417"/>
                    </a:lnTo>
                    <a:lnTo>
                      <a:pt x="120" y="415"/>
                    </a:lnTo>
                    <a:lnTo>
                      <a:pt x="121" y="413"/>
                    </a:lnTo>
                    <a:lnTo>
                      <a:pt x="122" y="410"/>
                    </a:lnTo>
                    <a:lnTo>
                      <a:pt x="124" y="408"/>
                    </a:lnTo>
                    <a:lnTo>
                      <a:pt x="124" y="406"/>
                    </a:lnTo>
                    <a:lnTo>
                      <a:pt x="125" y="403"/>
                    </a:lnTo>
                    <a:lnTo>
                      <a:pt x="126" y="400"/>
                    </a:lnTo>
                    <a:lnTo>
                      <a:pt x="127" y="398"/>
                    </a:lnTo>
                    <a:lnTo>
                      <a:pt x="128" y="395"/>
                    </a:lnTo>
                    <a:lnTo>
                      <a:pt x="129" y="392"/>
                    </a:lnTo>
                    <a:lnTo>
                      <a:pt x="129" y="389"/>
                    </a:lnTo>
                    <a:lnTo>
                      <a:pt x="130" y="385"/>
                    </a:lnTo>
                    <a:lnTo>
                      <a:pt x="131" y="381"/>
                    </a:lnTo>
                    <a:lnTo>
                      <a:pt x="132" y="378"/>
                    </a:lnTo>
                    <a:lnTo>
                      <a:pt x="135" y="374"/>
                    </a:lnTo>
                    <a:lnTo>
                      <a:pt x="136" y="370"/>
                    </a:lnTo>
                    <a:lnTo>
                      <a:pt x="137" y="366"/>
                    </a:lnTo>
                    <a:lnTo>
                      <a:pt x="138" y="361"/>
                    </a:lnTo>
                    <a:lnTo>
                      <a:pt x="140" y="356"/>
                    </a:lnTo>
                    <a:lnTo>
                      <a:pt x="141" y="352"/>
                    </a:lnTo>
                    <a:lnTo>
                      <a:pt x="142" y="348"/>
                    </a:lnTo>
                    <a:lnTo>
                      <a:pt x="143" y="344"/>
                    </a:lnTo>
                    <a:lnTo>
                      <a:pt x="144" y="339"/>
                    </a:lnTo>
                    <a:lnTo>
                      <a:pt x="145" y="336"/>
                    </a:lnTo>
                    <a:lnTo>
                      <a:pt x="146" y="333"/>
                    </a:lnTo>
                    <a:lnTo>
                      <a:pt x="147" y="330"/>
                    </a:lnTo>
                    <a:lnTo>
                      <a:pt x="148" y="327"/>
                    </a:lnTo>
                    <a:lnTo>
                      <a:pt x="149" y="323"/>
                    </a:lnTo>
                    <a:lnTo>
                      <a:pt x="150" y="321"/>
                    </a:lnTo>
                    <a:lnTo>
                      <a:pt x="151" y="318"/>
                    </a:lnTo>
                    <a:lnTo>
                      <a:pt x="151" y="316"/>
                    </a:lnTo>
                    <a:lnTo>
                      <a:pt x="152" y="314"/>
                    </a:lnTo>
                    <a:lnTo>
                      <a:pt x="154" y="311"/>
                    </a:lnTo>
                    <a:lnTo>
                      <a:pt x="154" y="309"/>
                    </a:lnTo>
                    <a:lnTo>
                      <a:pt x="155" y="306"/>
                    </a:lnTo>
                    <a:lnTo>
                      <a:pt x="156" y="304"/>
                    </a:lnTo>
                    <a:lnTo>
                      <a:pt x="157" y="301"/>
                    </a:lnTo>
                    <a:lnTo>
                      <a:pt x="157" y="299"/>
                    </a:lnTo>
                    <a:lnTo>
                      <a:pt x="158" y="295"/>
                    </a:lnTo>
                    <a:lnTo>
                      <a:pt x="159" y="293"/>
                    </a:lnTo>
                    <a:lnTo>
                      <a:pt x="160" y="290"/>
                    </a:lnTo>
                    <a:lnTo>
                      <a:pt x="161" y="286"/>
                    </a:lnTo>
                    <a:lnTo>
                      <a:pt x="162" y="284"/>
                    </a:lnTo>
                    <a:lnTo>
                      <a:pt x="163" y="280"/>
                    </a:lnTo>
                    <a:lnTo>
                      <a:pt x="164" y="277"/>
                    </a:lnTo>
                    <a:lnTo>
                      <a:pt x="165" y="274"/>
                    </a:lnTo>
                    <a:lnTo>
                      <a:pt x="166" y="270"/>
                    </a:lnTo>
                    <a:lnTo>
                      <a:pt x="167" y="265"/>
                    </a:lnTo>
                    <a:lnTo>
                      <a:pt x="169" y="261"/>
                    </a:lnTo>
                    <a:lnTo>
                      <a:pt x="171" y="257"/>
                    </a:lnTo>
                    <a:lnTo>
                      <a:pt x="173" y="252"/>
                    </a:lnTo>
                    <a:lnTo>
                      <a:pt x="174" y="246"/>
                    </a:lnTo>
                    <a:lnTo>
                      <a:pt x="176" y="242"/>
                    </a:lnTo>
                    <a:lnTo>
                      <a:pt x="177" y="239"/>
                    </a:lnTo>
                    <a:lnTo>
                      <a:pt x="178" y="235"/>
                    </a:lnTo>
                    <a:lnTo>
                      <a:pt x="179" y="232"/>
                    </a:lnTo>
                    <a:lnTo>
                      <a:pt x="180" y="228"/>
                    </a:lnTo>
                    <a:lnTo>
                      <a:pt x="180" y="225"/>
                    </a:lnTo>
                    <a:lnTo>
                      <a:pt x="181" y="223"/>
                    </a:lnTo>
                    <a:lnTo>
                      <a:pt x="182" y="220"/>
                    </a:lnTo>
                    <a:lnTo>
                      <a:pt x="183" y="218"/>
                    </a:lnTo>
                    <a:lnTo>
                      <a:pt x="183" y="215"/>
                    </a:lnTo>
                    <a:lnTo>
                      <a:pt x="184" y="213"/>
                    </a:lnTo>
                    <a:lnTo>
                      <a:pt x="184" y="211"/>
                    </a:lnTo>
                    <a:lnTo>
                      <a:pt x="185" y="208"/>
                    </a:lnTo>
                    <a:lnTo>
                      <a:pt x="185" y="204"/>
                    </a:lnTo>
                    <a:lnTo>
                      <a:pt x="186" y="202"/>
                    </a:lnTo>
                    <a:lnTo>
                      <a:pt x="186" y="200"/>
                    </a:lnTo>
                    <a:lnTo>
                      <a:pt x="186" y="198"/>
                    </a:lnTo>
                    <a:lnTo>
                      <a:pt x="187" y="196"/>
                    </a:lnTo>
                    <a:lnTo>
                      <a:pt x="187" y="194"/>
                    </a:lnTo>
                    <a:lnTo>
                      <a:pt x="187" y="192"/>
                    </a:lnTo>
                    <a:lnTo>
                      <a:pt x="188" y="188"/>
                    </a:lnTo>
                    <a:lnTo>
                      <a:pt x="188" y="186"/>
                    </a:lnTo>
                    <a:lnTo>
                      <a:pt x="188" y="183"/>
                    </a:lnTo>
                    <a:lnTo>
                      <a:pt x="188" y="181"/>
                    </a:lnTo>
                    <a:lnTo>
                      <a:pt x="189" y="178"/>
                    </a:lnTo>
                    <a:lnTo>
                      <a:pt x="189" y="175"/>
                    </a:lnTo>
                    <a:lnTo>
                      <a:pt x="189" y="172"/>
                    </a:lnTo>
                    <a:lnTo>
                      <a:pt x="189" y="167"/>
                    </a:lnTo>
                    <a:lnTo>
                      <a:pt x="190" y="164"/>
                    </a:lnTo>
                    <a:lnTo>
                      <a:pt x="190" y="159"/>
                    </a:lnTo>
                    <a:lnTo>
                      <a:pt x="190" y="155"/>
                    </a:lnTo>
                    <a:lnTo>
                      <a:pt x="190" y="152"/>
                    </a:lnTo>
                    <a:lnTo>
                      <a:pt x="192" y="147"/>
                    </a:lnTo>
                    <a:lnTo>
                      <a:pt x="192" y="144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3" y="136"/>
                    </a:lnTo>
                    <a:lnTo>
                      <a:pt x="193" y="134"/>
                    </a:lnTo>
                    <a:lnTo>
                      <a:pt x="193" y="130"/>
                    </a:lnTo>
                    <a:lnTo>
                      <a:pt x="193" y="128"/>
                    </a:lnTo>
                    <a:lnTo>
                      <a:pt x="193" y="126"/>
                    </a:lnTo>
                    <a:lnTo>
                      <a:pt x="194" y="124"/>
                    </a:lnTo>
                    <a:lnTo>
                      <a:pt x="194" y="123"/>
                    </a:lnTo>
                    <a:lnTo>
                      <a:pt x="194" y="121"/>
                    </a:lnTo>
                    <a:lnTo>
                      <a:pt x="194" y="119"/>
                    </a:lnTo>
                    <a:lnTo>
                      <a:pt x="194" y="118"/>
                    </a:lnTo>
                    <a:lnTo>
                      <a:pt x="195" y="115"/>
                    </a:lnTo>
                    <a:lnTo>
                      <a:pt x="195" y="114"/>
                    </a:lnTo>
                    <a:lnTo>
                      <a:pt x="195" y="111"/>
                    </a:lnTo>
                    <a:lnTo>
                      <a:pt x="195" y="110"/>
                    </a:lnTo>
                    <a:lnTo>
                      <a:pt x="196" y="108"/>
                    </a:lnTo>
                    <a:lnTo>
                      <a:pt x="196" y="107"/>
                    </a:lnTo>
                    <a:lnTo>
                      <a:pt x="196" y="105"/>
                    </a:lnTo>
                    <a:lnTo>
                      <a:pt x="196" y="104"/>
                    </a:lnTo>
                    <a:lnTo>
                      <a:pt x="197" y="102"/>
                    </a:lnTo>
                    <a:lnTo>
                      <a:pt x="197" y="100"/>
                    </a:lnTo>
                    <a:lnTo>
                      <a:pt x="197" y="99"/>
                    </a:lnTo>
                    <a:lnTo>
                      <a:pt x="198" y="97"/>
                    </a:lnTo>
                    <a:lnTo>
                      <a:pt x="198" y="95"/>
                    </a:lnTo>
                    <a:lnTo>
                      <a:pt x="199" y="92"/>
                    </a:lnTo>
                    <a:lnTo>
                      <a:pt x="199" y="90"/>
                    </a:lnTo>
                    <a:lnTo>
                      <a:pt x="199" y="87"/>
                    </a:lnTo>
                    <a:lnTo>
                      <a:pt x="200" y="85"/>
                    </a:lnTo>
                    <a:lnTo>
                      <a:pt x="200" y="83"/>
                    </a:lnTo>
                    <a:lnTo>
                      <a:pt x="201" y="81"/>
                    </a:lnTo>
                    <a:lnTo>
                      <a:pt x="201" y="79"/>
                    </a:lnTo>
                    <a:lnTo>
                      <a:pt x="201" y="77"/>
                    </a:lnTo>
                    <a:lnTo>
                      <a:pt x="202" y="75"/>
                    </a:lnTo>
                    <a:lnTo>
                      <a:pt x="202" y="73"/>
                    </a:lnTo>
                    <a:lnTo>
                      <a:pt x="202" y="71"/>
                    </a:lnTo>
                    <a:lnTo>
                      <a:pt x="202" y="68"/>
                    </a:lnTo>
                    <a:lnTo>
                      <a:pt x="203" y="67"/>
                    </a:lnTo>
                    <a:lnTo>
                      <a:pt x="203" y="65"/>
                    </a:lnTo>
                    <a:lnTo>
                      <a:pt x="203" y="64"/>
                    </a:lnTo>
                    <a:lnTo>
                      <a:pt x="203" y="62"/>
                    </a:lnTo>
                    <a:lnTo>
                      <a:pt x="203" y="60"/>
                    </a:lnTo>
                    <a:lnTo>
                      <a:pt x="203" y="58"/>
                    </a:lnTo>
                    <a:lnTo>
                      <a:pt x="203" y="56"/>
                    </a:lnTo>
                    <a:lnTo>
                      <a:pt x="203" y="55"/>
                    </a:lnTo>
                    <a:lnTo>
                      <a:pt x="203" y="51"/>
                    </a:lnTo>
                    <a:lnTo>
                      <a:pt x="203" y="49"/>
                    </a:lnTo>
                    <a:lnTo>
                      <a:pt x="203" y="47"/>
                    </a:lnTo>
                    <a:lnTo>
                      <a:pt x="203" y="44"/>
                    </a:lnTo>
                    <a:lnTo>
                      <a:pt x="203" y="42"/>
                    </a:lnTo>
                    <a:lnTo>
                      <a:pt x="203" y="39"/>
                    </a:lnTo>
                    <a:lnTo>
                      <a:pt x="203" y="36"/>
                    </a:lnTo>
                    <a:lnTo>
                      <a:pt x="203" y="32"/>
                    </a:lnTo>
                    <a:lnTo>
                      <a:pt x="203" y="28"/>
                    </a:lnTo>
                    <a:lnTo>
                      <a:pt x="202" y="24"/>
                    </a:lnTo>
                    <a:lnTo>
                      <a:pt x="202" y="20"/>
                    </a:lnTo>
                    <a:lnTo>
                      <a:pt x="202" y="14"/>
                    </a:lnTo>
                    <a:lnTo>
                      <a:pt x="202" y="10"/>
                    </a:lnTo>
                    <a:lnTo>
                      <a:pt x="201" y="5"/>
                    </a:lnTo>
                    <a:lnTo>
                      <a:pt x="20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Rectangle 3">
                <a:extLst>
                  <a:ext uri="{FF2B5EF4-FFF2-40B4-BE49-F238E27FC236}">
                    <a16:creationId xmlns:a16="http://schemas.microsoft.com/office/drawing/2014/main" id="{47EEAFC0-BB22-4924-A7B1-99DAEBFC5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6461" y="1927421"/>
                <a:ext cx="400425" cy="7836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  <p:sp>
            <p:nvSpPr>
              <p:cNvPr id="222" name="Freeform 22">
                <a:extLst>
                  <a:ext uri="{FF2B5EF4-FFF2-40B4-BE49-F238E27FC236}">
                    <a16:creationId xmlns:a16="http://schemas.microsoft.com/office/drawing/2014/main" id="{99BAEF97-4E15-4F9E-BECA-A17229B804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7666" y="1693334"/>
                <a:ext cx="74498" cy="272724"/>
              </a:xfrm>
              <a:custGeom>
                <a:avLst/>
                <a:gdLst>
                  <a:gd name="T0" fmla="*/ 0 w 203"/>
                  <a:gd name="T1" fmla="*/ 0 h 688"/>
                  <a:gd name="T2" fmla="*/ 0 w 203"/>
                  <a:gd name="T3" fmla="*/ 0 h 688"/>
                  <a:gd name="T4" fmla="*/ 0 w 203"/>
                  <a:gd name="T5" fmla="*/ 0 h 688"/>
                  <a:gd name="T6" fmla="*/ 0 w 203"/>
                  <a:gd name="T7" fmla="*/ 0 h 688"/>
                  <a:gd name="T8" fmla="*/ 0 w 203"/>
                  <a:gd name="T9" fmla="*/ 0 h 688"/>
                  <a:gd name="T10" fmla="*/ 0 w 203"/>
                  <a:gd name="T11" fmla="*/ 0 h 688"/>
                  <a:gd name="T12" fmla="*/ 0 w 203"/>
                  <a:gd name="T13" fmla="*/ 0 h 688"/>
                  <a:gd name="T14" fmla="*/ 0 w 203"/>
                  <a:gd name="T15" fmla="*/ 0 h 688"/>
                  <a:gd name="T16" fmla="*/ 0 w 203"/>
                  <a:gd name="T17" fmla="*/ 0 h 688"/>
                  <a:gd name="T18" fmla="*/ 0 w 203"/>
                  <a:gd name="T19" fmla="*/ 0 h 688"/>
                  <a:gd name="T20" fmla="*/ 0 w 203"/>
                  <a:gd name="T21" fmla="*/ 0 h 688"/>
                  <a:gd name="T22" fmla="*/ 0 w 203"/>
                  <a:gd name="T23" fmla="*/ 0 h 688"/>
                  <a:gd name="T24" fmla="*/ 0 w 203"/>
                  <a:gd name="T25" fmla="*/ 0 h 688"/>
                  <a:gd name="T26" fmla="*/ 0 w 203"/>
                  <a:gd name="T27" fmla="*/ 0 h 688"/>
                  <a:gd name="T28" fmla="*/ 0 w 203"/>
                  <a:gd name="T29" fmla="*/ 0 h 688"/>
                  <a:gd name="T30" fmla="*/ 0 w 203"/>
                  <a:gd name="T31" fmla="*/ 0 h 688"/>
                  <a:gd name="T32" fmla="*/ 0 w 203"/>
                  <a:gd name="T33" fmla="*/ 0 h 688"/>
                  <a:gd name="T34" fmla="*/ 0 w 203"/>
                  <a:gd name="T35" fmla="*/ 0 h 688"/>
                  <a:gd name="T36" fmla="*/ 0 w 203"/>
                  <a:gd name="T37" fmla="*/ 0 h 688"/>
                  <a:gd name="T38" fmla="*/ 0 w 203"/>
                  <a:gd name="T39" fmla="*/ 0 h 688"/>
                  <a:gd name="T40" fmla="*/ 0 w 203"/>
                  <a:gd name="T41" fmla="*/ 0 h 688"/>
                  <a:gd name="T42" fmla="*/ 0 w 203"/>
                  <a:gd name="T43" fmla="*/ 0 h 688"/>
                  <a:gd name="T44" fmla="*/ 0 w 203"/>
                  <a:gd name="T45" fmla="*/ 0 h 688"/>
                  <a:gd name="T46" fmla="*/ 0 w 203"/>
                  <a:gd name="T47" fmla="*/ 0 h 688"/>
                  <a:gd name="T48" fmla="*/ 0 w 203"/>
                  <a:gd name="T49" fmla="*/ 0 h 688"/>
                  <a:gd name="T50" fmla="*/ 0 w 203"/>
                  <a:gd name="T51" fmla="*/ 0 h 688"/>
                  <a:gd name="T52" fmla="*/ 0 w 203"/>
                  <a:gd name="T53" fmla="*/ 0 h 688"/>
                  <a:gd name="T54" fmla="*/ 0 w 203"/>
                  <a:gd name="T55" fmla="*/ 0 h 688"/>
                  <a:gd name="T56" fmla="*/ 0 w 203"/>
                  <a:gd name="T57" fmla="*/ 0 h 688"/>
                  <a:gd name="T58" fmla="*/ 0 w 203"/>
                  <a:gd name="T59" fmla="*/ 0 h 688"/>
                  <a:gd name="T60" fmla="*/ 0 w 203"/>
                  <a:gd name="T61" fmla="*/ 0 h 688"/>
                  <a:gd name="T62" fmla="*/ 0 w 203"/>
                  <a:gd name="T63" fmla="*/ 0 h 688"/>
                  <a:gd name="T64" fmla="*/ 0 w 203"/>
                  <a:gd name="T65" fmla="*/ 0 h 688"/>
                  <a:gd name="T66" fmla="*/ 0 w 203"/>
                  <a:gd name="T67" fmla="*/ 0 h 688"/>
                  <a:gd name="T68" fmla="*/ 0 w 203"/>
                  <a:gd name="T69" fmla="*/ 0 h 688"/>
                  <a:gd name="T70" fmla="*/ 0 w 203"/>
                  <a:gd name="T71" fmla="*/ 0 h 688"/>
                  <a:gd name="T72" fmla="*/ 0 w 203"/>
                  <a:gd name="T73" fmla="*/ 0 h 688"/>
                  <a:gd name="T74" fmla="*/ 0 w 203"/>
                  <a:gd name="T75" fmla="*/ 0 h 688"/>
                  <a:gd name="T76" fmla="*/ 0 w 203"/>
                  <a:gd name="T77" fmla="*/ 0 h 688"/>
                  <a:gd name="T78" fmla="*/ 0 w 203"/>
                  <a:gd name="T79" fmla="*/ 0 h 688"/>
                  <a:gd name="T80" fmla="*/ 0 w 203"/>
                  <a:gd name="T81" fmla="*/ 0 h 688"/>
                  <a:gd name="T82" fmla="*/ 0 w 203"/>
                  <a:gd name="T83" fmla="*/ 0 h 688"/>
                  <a:gd name="T84" fmla="*/ 0 w 203"/>
                  <a:gd name="T85" fmla="*/ 0 h 688"/>
                  <a:gd name="T86" fmla="*/ 0 w 203"/>
                  <a:gd name="T87" fmla="*/ 0 h 688"/>
                  <a:gd name="T88" fmla="*/ 0 w 203"/>
                  <a:gd name="T89" fmla="*/ 0 h 688"/>
                  <a:gd name="T90" fmla="*/ 0 w 203"/>
                  <a:gd name="T91" fmla="*/ 0 h 688"/>
                  <a:gd name="T92" fmla="*/ 0 w 203"/>
                  <a:gd name="T93" fmla="*/ 0 h 688"/>
                  <a:gd name="T94" fmla="*/ 0 w 203"/>
                  <a:gd name="T95" fmla="*/ 0 h 688"/>
                  <a:gd name="T96" fmla="*/ 0 w 203"/>
                  <a:gd name="T97" fmla="*/ 0 h 688"/>
                  <a:gd name="T98" fmla="*/ 0 w 203"/>
                  <a:gd name="T99" fmla="*/ 0 h 688"/>
                  <a:gd name="T100" fmla="*/ 0 w 203"/>
                  <a:gd name="T101" fmla="*/ 0 h 688"/>
                  <a:gd name="T102" fmla="*/ 0 w 203"/>
                  <a:gd name="T103" fmla="*/ 0 h 688"/>
                  <a:gd name="T104" fmla="*/ 0 w 203"/>
                  <a:gd name="T105" fmla="*/ 0 h 688"/>
                  <a:gd name="T106" fmla="*/ 0 w 203"/>
                  <a:gd name="T107" fmla="*/ 0 h 688"/>
                  <a:gd name="T108" fmla="*/ 0 w 203"/>
                  <a:gd name="T109" fmla="*/ 0 h 688"/>
                  <a:gd name="T110" fmla="*/ 0 w 203"/>
                  <a:gd name="T111" fmla="*/ 0 h 688"/>
                  <a:gd name="T112" fmla="*/ 0 w 203"/>
                  <a:gd name="T113" fmla="*/ 0 h 68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8"/>
                  <a:gd name="T173" fmla="*/ 203 w 203"/>
                  <a:gd name="T174" fmla="*/ 688 h 68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8">
                    <a:moveTo>
                      <a:pt x="0" y="0"/>
                    </a:moveTo>
                    <a:lnTo>
                      <a:pt x="4" y="8"/>
                    </a:lnTo>
                    <a:lnTo>
                      <a:pt x="8" y="15"/>
                    </a:lnTo>
                    <a:lnTo>
                      <a:pt x="12" y="22"/>
                    </a:lnTo>
                    <a:lnTo>
                      <a:pt x="15" y="28"/>
                    </a:lnTo>
                    <a:lnTo>
                      <a:pt x="19" y="34"/>
                    </a:lnTo>
                    <a:lnTo>
                      <a:pt x="22" y="39"/>
                    </a:lnTo>
                    <a:lnTo>
                      <a:pt x="24" y="45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8"/>
                    </a:lnTo>
                    <a:lnTo>
                      <a:pt x="34" y="62"/>
                    </a:lnTo>
                    <a:lnTo>
                      <a:pt x="37" y="66"/>
                    </a:lnTo>
                    <a:lnTo>
                      <a:pt x="39" y="69"/>
                    </a:lnTo>
                    <a:lnTo>
                      <a:pt x="40" y="72"/>
                    </a:lnTo>
                    <a:lnTo>
                      <a:pt x="42" y="75"/>
                    </a:lnTo>
                    <a:lnTo>
                      <a:pt x="43" y="80"/>
                    </a:lnTo>
                    <a:lnTo>
                      <a:pt x="45" y="82"/>
                    </a:lnTo>
                    <a:lnTo>
                      <a:pt x="46" y="85"/>
                    </a:lnTo>
                    <a:lnTo>
                      <a:pt x="47" y="87"/>
                    </a:lnTo>
                    <a:lnTo>
                      <a:pt x="48" y="90"/>
                    </a:lnTo>
                    <a:lnTo>
                      <a:pt x="50" y="92"/>
                    </a:lnTo>
                    <a:lnTo>
                      <a:pt x="51" y="95"/>
                    </a:lnTo>
                    <a:lnTo>
                      <a:pt x="52" y="97"/>
                    </a:lnTo>
                    <a:lnTo>
                      <a:pt x="53" y="101"/>
                    </a:lnTo>
                    <a:lnTo>
                      <a:pt x="54" y="104"/>
                    </a:lnTo>
                    <a:lnTo>
                      <a:pt x="55" y="106"/>
                    </a:lnTo>
                    <a:lnTo>
                      <a:pt x="57" y="109"/>
                    </a:lnTo>
                    <a:lnTo>
                      <a:pt x="59" y="112"/>
                    </a:lnTo>
                    <a:lnTo>
                      <a:pt x="60" y="115"/>
                    </a:lnTo>
                    <a:lnTo>
                      <a:pt x="61" y="119"/>
                    </a:lnTo>
                    <a:lnTo>
                      <a:pt x="63" y="123"/>
                    </a:lnTo>
                    <a:lnTo>
                      <a:pt x="64" y="127"/>
                    </a:lnTo>
                    <a:lnTo>
                      <a:pt x="66" y="131"/>
                    </a:lnTo>
                    <a:lnTo>
                      <a:pt x="67" y="134"/>
                    </a:lnTo>
                    <a:lnTo>
                      <a:pt x="68" y="139"/>
                    </a:lnTo>
                    <a:lnTo>
                      <a:pt x="70" y="142"/>
                    </a:lnTo>
                    <a:lnTo>
                      <a:pt x="71" y="144"/>
                    </a:lnTo>
                    <a:lnTo>
                      <a:pt x="72" y="147"/>
                    </a:lnTo>
                    <a:lnTo>
                      <a:pt x="73" y="150"/>
                    </a:lnTo>
                    <a:lnTo>
                      <a:pt x="74" y="152"/>
                    </a:lnTo>
                    <a:lnTo>
                      <a:pt x="76" y="154"/>
                    </a:lnTo>
                    <a:lnTo>
                      <a:pt x="77" y="158"/>
                    </a:lnTo>
                    <a:lnTo>
                      <a:pt x="78" y="160"/>
                    </a:lnTo>
                    <a:lnTo>
                      <a:pt x="80" y="162"/>
                    </a:lnTo>
                    <a:lnTo>
                      <a:pt x="80" y="164"/>
                    </a:lnTo>
                    <a:lnTo>
                      <a:pt x="81" y="166"/>
                    </a:lnTo>
                    <a:lnTo>
                      <a:pt x="82" y="168"/>
                    </a:lnTo>
                    <a:lnTo>
                      <a:pt x="83" y="171"/>
                    </a:lnTo>
                    <a:lnTo>
                      <a:pt x="84" y="173"/>
                    </a:lnTo>
                    <a:lnTo>
                      <a:pt x="85" y="175"/>
                    </a:lnTo>
                    <a:lnTo>
                      <a:pt x="85" y="179"/>
                    </a:lnTo>
                    <a:lnTo>
                      <a:pt x="86" y="181"/>
                    </a:lnTo>
                    <a:lnTo>
                      <a:pt x="87" y="183"/>
                    </a:lnTo>
                    <a:lnTo>
                      <a:pt x="88" y="186"/>
                    </a:lnTo>
                    <a:lnTo>
                      <a:pt x="89" y="188"/>
                    </a:lnTo>
                    <a:lnTo>
                      <a:pt x="90" y="191"/>
                    </a:lnTo>
                    <a:lnTo>
                      <a:pt x="91" y="194"/>
                    </a:lnTo>
                    <a:lnTo>
                      <a:pt x="93" y="198"/>
                    </a:lnTo>
                    <a:lnTo>
                      <a:pt x="95" y="201"/>
                    </a:lnTo>
                    <a:lnTo>
                      <a:pt x="96" y="204"/>
                    </a:lnTo>
                    <a:lnTo>
                      <a:pt x="98" y="208"/>
                    </a:lnTo>
                    <a:lnTo>
                      <a:pt x="99" y="212"/>
                    </a:lnTo>
                    <a:lnTo>
                      <a:pt x="101" y="218"/>
                    </a:lnTo>
                    <a:lnTo>
                      <a:pt x="102" y="222"/>
                    </a:lnTo>
                    <a:lnTo>
                      <a:pt x="104" y="227"/>
                    </a:lnTo>
                    <a:lnTo>
                      <a:pt x="106" y="231"/>
                    </a:lnTo>
                    <a:lnTo>
                      <a:pt x="107" y="236"/>
                    </a:lnTo>
                    <a:lnTo>
                      <a:pt x="108" y="239"/>
                    </a:lnTo>
                    <a:lnTo>
                      <a:pt x="110" y="243"/>
                    </a:lnTo>
                    <a:lnTo>
                      <a:pt x="111" y="246"/>
                    </a:lnTo>
                    <a:lnTo>
                      <a:pt x="112" y="249"/>
                    </a:lnTo>
                    <a:lnTo>
                      <a:pt x="113" y="252"/>
                    </a:lnTo>
                    <a:lnTo>
                      <a:pt x="115" y="256"/>
                    </a:lnTo>
                    <a:lnTo>
                      <a:pt x="116" y="258"/>
                    </a:lnTo>
                    <a:lnTo>
                      <a:pt x="117" y="262"/>
                    </a:lnTo>
                    <a:lnTo>
                      <a:pt x="118" y="264"/>
                    </a:lnTo>
                    <a:lnTo>
                      <a:pt x="119" y="267"/>
                    </a:lnTo>
                    <a:lnTo>
                      <a:pt x="120" y="269"/>
                    </a:lnTo>
                    <a:lnTo>
                      <a:pt x="120" y="271"/>
                    </a:lnTo>
                    <a:lnTo>
                      <a:pt x="121" y="275"/>
                    </a:lnTo>
                    <a:lnTo>
                      <a:pt x="122" y="277"/>
                    </a:lnTo>
                    <a:lnTo>
                      <a:pt x="124" y="279"/>
                    </a:lnTo>
                    <a:lnTo>
                      <a:pt x="124" y="282"/>
                    </a:lnTo>
                    <a:lnTo>
                      <a:pt x="125" y="284"/>
                    </a:lnTo>
                    <a:lnTo>
                      <a:pt x="126" y="286"/>
                    </a:lnTo>
                    <a:lnTo>
                      <a:pt x="127" y="289"/>
                    </a:lnTo>
                    <a:lnTo>
                      <a:pt x="128" y="292"/>
                    </a:lnTo>
                    <a:lnTo>
                      <a:pt x="129" y="295"/>
                    </a:lnTo>
                    <a:lnTo>
                      <a:pt x="129" y="298"/>
                    </a:lnTo>
                    <a:lnTo>
                      <a:pt x="130" y="301"/>
                    </a:lnTo>
                    <a:lnTo>
                      <a:pt x="131" y="306"/>
                    </a:lnTo>
                    <a:lnTo>
                      <a:pt x="132" y="309"/>
                    </a:lnTo>
                    <a:lnTo>
                      <a:pt x="135" y="314"/>
                    </a:lnTo>
                    <a:lnTo>
                      <a:pt x="136" y="318"/>
                    </a:lnTo>
                    <a:lnTo>
                      <a:pt x="137" y="322"/>
                    </a:lnTo>
                    <a:lnTo>
                      <a:pt x="138" y="326"/>
                    </a:lnTo>
                    <a:lnTo>
                      <a:pt x="140" y="331"/>
                    </a:lnTo>
                    <a:lnTo>
                      <a:pt x="141" y="336"/>
                    </a:lnTo>
                    <a:lnTo>
                      <a:pt x="142" y="340"/>
                    </a:lnTo>
                    <a:lnTo>
                      <a:pt x="143" y="343"/>
                    </a:lnTo>
                    <a:lnTo>
                      <a:pt x="144" y="347"/>
                    </a:lnTo>
                    <a:lnTo>
                      <a:pt x="145" y="352"/>
                    </a:lnTo>
                    <a:lnTo>
                      <a:pt x="146" y="355"/>
                    </a:lnTo>
                    <a:lnTo>
                      <a:pt x="147" y="358"/>
                    </a:lnTo>
                    <a:lnTo>
                      <a:pt x="148" y="360"/>
                    </a:lnTo>
                    <a:lnTo>
                      <a:pt x="149" y="363"/>
                    </a:lnTo>
                    <a:lnTo>
                      <a:pt x="150" y="366"/>
                    </a:lnTo>
                    <a:lnTo>
                      <a:pt x="151" y="368"/>
                    </a:lnTo>
                    <a:lnTo>
                      <a:pt x="151" y="371"/>
                    </a:lnTo>
                    <a:lnTo>
                      <a:pt x="152" y="374"/>
                    </a:lnTo>
                    <a:lnTo>
                      <a:pt x="154" y="376"/>
                    </a:lnTo>
                    <a:lnTo>
                      <a:pt x="154" y="378"/>
                    </a:lnTo>
                    <a:lnTo>
                      <a:pt x="155" y="381"/>
                    </a:lnTo>
                    <a:lnTo>
                      <a:pt x="156" y="383"/>
                    </a:lnTo>
                    <a:lnTo>
                      <a:pt x="157" y="385"/>
                    </a:lnTo>
                    <a:lnTo>
                      <a:pt x="157" y="388"/>
                    </a:lnTo>
                    <a:lnTo>
                      <a:pt x="158" y="391"/>
                    </a:lnTo>
                    <a:lnTo>
                      <a:pt x="159" y="394"/>
                    </a:lnTo>
                    <a:lnTo>
                      <a:pt x="160" y="397"/>
                    </a:lnTo>
                    <a:lnTo>
                      <a:pt x="161" y="400"/>
                    </a:lnTo>
                    <a:lnTo>
                      <a:pt x="162" y="403"/>
                    </a:lnTo>
                    <a:lnTo>
                      <a:pt x="163" y="406"/>
                    </a:lnTo>
                    <a:lnTo>
                      <a:pt x="164" y="410"/>
                    </a:lnTo>
                    <a:lnTo>
                      <a:pt x="165" y="414"/>
                    </a:lnTo>
                    <a:lnTo>
                      <a:pt x="166" y="417"/>
                    </a:lnTo>
                    <a:lnTo>
                      <a:pt x="167" y="421"/>
                    </a:lnTo>
                    <a:lnTo>
                      <a:pt x="169" y="425"/>
                    </a:lnTo>
                    <a:lnTo>
                      <a:pt x="171" y="431"/>
                    </a:lnTo>
                    <a:lnTo>
                      <a:pt x="173" y="435"/>
                    </a:lnTo>
                    <a:lnTo>
                      <a:pt x="174" y="440"/>
                    </a:lnTo>
                    <a:lnTo>
                      <a:pt x="176" y="444"/>
                    </a:lnTo>
                    <a:lnTo>
                      <a:pt x="177" y="449"/>
                    </a:lnTo>
                    <a:lnTo>
                      <a:pt x="178" y="452"/>
                    </a:lnTo>
                    <a:lnTo>
                      <a:pt x="179" y="456"/>
                    </a:lnTo>
                    <a:lnTo>
                      <a:pt x="180" y="459"/>
                    </a:lnTo>
                    <a:lnTo>
                      <a:pt x="180" y="461"/>
                    </a:lnTo>
                    <a:lnTo>
                      <a:pt x="181" y="464"/>
                    </a:lnTo>
                    <a:lnTo>
                      <a:pt x="182" y="468"/>
                    </a:lnTo>
                    <a:lnTo>
                      <a:pt x="183" y="470"/>
                    </a:lnTo>
                    <a:lnTo>
                      <a:pt x="183" y="473"/>
                    </a:lnTo>
                    <a:lnTo>
                      <a:pt x="184" y="475"/>
                    </a:lnTo>
                    <a:lnTo>
                      <a:pt x="184" y="477"/>
                    </a:lnTo>
                    <a:lnTo>
                      <a:pt x="185" y="479"/>
                    </a:lnTo>
                    <a:lnTo>
                      <a:pt x="185" y="481"/>
                    </a:lnTo>
                    <a:lnTo>
                      <a:pt x="186" y="485"/>
                    </a:lnTo>
                    <a:lnTo>
                      <a:pt x="186" y="488"/>
                    </a:lnTo>
                    <a:lnTo>
                      <a:pt x="186" y="490"/>
                    </a:lnTo>
                    <a:lnTo>
                      <a:pt x="187" y="492"/>
                    </a:lnTo>
                    <a:lnTo>
                      <a:pt x="187" y="494"/>
                    </a:lnTo>
                    <a:lnTo>
                      <a:pt x="187" y="496"/>
                    </a:lnTo>
                    <a:lnTo>
                      <a:pt x="188" y="499"/>
                    </a:lnTo>
                    <a:lnTo>
                      <a:pt x="188" y="501"/>
                    </a:lnTo>
                    <a:lnTo>
                      <a:pt x="188" y="504"/>
                    </a:lnTo>
                    <a:lnTo>
                      <a:pt x="188" y="507"/>
                    </a:lnTo>
                    <a:lnTo>
                      <a:pt x="189" y="510"/>
                    </a:lnTo>
                    <a:lnTo>
                      <a:pt x="189" y="513"/>
                    </a:lnTo>
                    <a:lnTo>
                      <a:pt x="189" y="516"/>
                    </a:lnTo>
                    <a:lnTo>
                      <a:pt x="189" y="520"/>
                    </a:lnTo>
                    <a:lnTo>
                      <a:pt x="190" y="523"/>
                    </a:lnTo>
                    <a:lnTo>
                      <a:pt x="190" y="528"/>
                    </a:lnTo>
                    <a:lnTo>
                      <a:pt x="190" y="533"/>
                    </a:lnTo>
                    <a:lnTo>
                      <a:pt x="190" y="536"/>
                    </a:lnTo>
                    <a:lnTo>
                      <a:pt x="192" y="540"/>
                    </a:lnTo>
                    <a:lnTo>
                      <a:pt x="192" y="543"/>
                    </a:lnTo>
                    <a:lnTo>
                      <a:pt x="192" y="547"/>
                    </a:lnTo>
                    <a:lnTo>
                      <a:pt x="192" y="549"/>
                    </a:lnTo>
                    <a:lnTo>
                      <a:pt x="193" y="552"/>
                    </a:lnTo>
                    <a:lnTo>
                      <a:pt x="193" y="554"/>
                    </a:lnTo>
                    <a:lnTo>
                      <a:pt x="193" y="557"/>
                    </a:lnTo>
                    <a:lnTo>
                      <a:pt x="193" y="559"/>
                    </a:lnTo>
                    <a:lnTo>
                      <a:pt x="193" y="561"/>
                    </a:lnTo>
                    <a:lnTo>
                      <a:pt x="194" y="563"/>
                    </a:lnTo>
                    <a:lnTo>
                      <a:pt x="194" y="564"/>
                    </a:lnTo>
                    <a:lnTo>
                      <a:pt x="194" y="567"/>
                    </a:lnTo>
                    <a:lnTo>
                      <a:pt x="194" y="569"/>
                    </a:lnTo>
                    <a:lnTo>
                      <a:pt x="194" y="570"/>
                    </a:lnTo>
                    <a:lnTo>
                      <a:pt x="195" y="572"/>
                    </a:lnTo>
                    <a:lnTo>
                      <a:pt x="195" y="573"/>
                    </a:lnTo>
                    <a:lnTo>
                      <a:pt x="195" y="576"/>
                    </a:lnTo>
                    <a:lnTo>
                      <a:pt x="195" y="577"/>
                    </a:lnTo>
                    <a:lnTo>
                      <a:pt x="196" y="579"/>
                    </a:lnTo>
                    <a:lnTo>
                      <a:pt x="196" y="580"/>
                    </a:lnTo>
                    <a:lnTo>
                      <a:pt x="196" y="582"/>
                    </a:lnTo>
                    <a:lnTo>
                      <a:pt x="196" y="583"/>
                    </a:lnTo>
                    <a:lnTo>
                      <a:pt x="197" y="586"/>
                    </a:lnTo>
                    <a:lnTo>
                      <a:pt x="197" y="588"/>
                    </a:lnTo>
                    <a:lnTo>
                      <a:pt x="197" y="589"/>
                    </a:lnTo>
                    <a:lnTo>
                      <a:pt x="198" y="591"/>
                    </a:lnTo>
                    <a:lnTo>
                      <a:pt x="198" y="593"/>
                    </a:lnTo>
                    <a:lnTo>
                      <a:pt x="199" y="595"/>
                    </a:lnTo>
                    <a:lnTo>
                      <a:pt x="199" y="597"/>
                    </a:lnTo>
                    <a:lnTo>
                      <a:pt x="199" y="600"/>
                    </a:lnTo>
                    <a:lnTo>
                      <a:pt x="200" y="602"/>
                    </a:lnTo>
                    <a:lnTo>
                      <a:pt x="200" y="605"/>
                    </a:lnTo>
                    <a:lnTo>
                      <a:pt x="201" y="607"/>
                    </a:lnTo>
                    <a:lnTo>
                      <a:pt x="201" y="609"/>
                    </a:lnTo>
                    <a:lnTo>
                      <a:pt x="201" y="611"/>
                    </a:lnTo>
                    <a:lnTo>
                      <a:pt x="202" y="612"/>
                    </a:lnTo>
                    <a:lnTo>
                      <a:pt x="202" y="614"/>
                    </a:lnTo>
                    <a:lnTo>
                      <a:pt x="202" y="616"/>
                    </a:lnTo>
                    <a:lnTo>
                      <a:pt x="202" y="618"/>
                    </a:lnTo>
                    <a:lnTo>
                      <a:pt x="203" y="620"/>
                    </a:lnTo>
                    <a:lnTo>
                      <a:pt x="203" y="622"/>
                    </a:lnTo>
                    <a:lnTo>
                      <a:pt x="203" y="624"/>
                    </a:lnTo>
                    <a:lnTo>
                      <a:pt x="203" y="626"/>
                    </a:lnTo>
                    <a:lnTo>
                      <a:pt x="203" y="628"/>
                    </a:lnTo>
                    <a:lnTo>
                      <a:pt x="203" y="630"/>
                    </a:lnTo>
                    <a:lnTo>
                      <a:pt x="203" y="631"/>
                    </a:lnTo>
                    <a:lnTo>
                      <a:pt x="203" y="633"/>
                    </a:lnTo>
                    <a:lnTo>
                      <a:pt x="203" y="636"/>
                    </a:lnTo>
                    <a:lnTo>
                      <a:pt x="203" y="638"/>
                    </a:lnTo>
                    <a:lnTo>
                      <a:pt x="203" y="640"/>
                    </a:lnTo>
                    <a:lnTo>
                      <a:pt x="203" y="644"/>
                    </a:lnTo>
                    <a:lnTo>
                      <a:pt x="203" y="646"/>
                    </a:lnTo>
                    <a:lnTo>
                      <a:pt x="203" y="649"/>
                    </a:lnTo>
                    <a:lnTo>
                      <a:pt x="203" y="652"/>
                    </a:lnTo>
                    <a:lnTo>
                      <a:pt x="203" y="655"/>
                    </a:lnTo>
                    <a:lnTo>
                      <a:pt x="203" y="659"/>
                    </a:lnTo>
                    <a:lnTo>
                      <a:pt x="202" y="663"/>
                    </a:lnTo>
                    <a:lnTo>
                      <a:pt x="202" y="668"/>
                    </a:lnTo>
                    <a:lnTo>
                      <a:pt x="202" y="673"/>
                    </a:lnTo>
                    <a:lnTo>
                      <a:pt x="202" y="677"/>
                    </a:lnTo>
                    <a:lnTo>
                      <a:pt x="201" y="683"/>
                    </a:lnTo>
                    <a:lnTo>
                      <a:pt x="201" y="6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23">
                <a:extLst>
                  <a:ext uri="{FF2B5EF4-FFF2-40B4-BE49-F238E27FC236}">
                    <a16:creationId xmlns:a16="http://schemas.microsoft.com/office/drawing/2014/main" id="{446E16BF-BD84-4B96-B936-C0621355B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7666" y="1964080"/>
                <a:ext cx="74498" cy="270746"/>
              </a:xfrm>
              <a:custGeom>
                <a:avLst/>
                <a:gdLst>
                  <a:gd name="T0" fmla="*/ 0 w 203"/>
                  <a:gd name="T1" fmla="*/ 0 h 686"/>
                  <a:gd name="T2" fmla="*/ 0 w 203"/>
                  <a:gd name="T3" fmla="*/ 0 h 686"/>
                  <a:gd name="T4" fmla="*/ 0 w 203"/>
                  <a:gd name="T5" fmla="*/ 0 h 686"/>
                  <a:gd name="T6" fmla="*/ 0 w 203"/>
                  <a:gd name="T7" fmla="*/ 0 h 686"/>
                  <a:gd name="T8" fmla="*/ 0 w 203"/>
                  <a:gd name="T9" fmla="*/ 0 h 686"/>
                  <a:gd name="T10" fmla="*/ 0 w 203"/>
                  <a:gd name="T11" fmla="*/ 0 h 686"/>
                  <a:gd name="T12" fmla="*/ 0 w 203"/>
                  <a:gd name="T13" fmla="*/ 0 h 686"/>
                  <a:gd name="T14" fmla="*/ 0 w 203"/>
                  <a:gd name="T15" fmla="*/ 0 h 686"/>
                  <a:gd name="T16" fmla="*/ 0 w 203"/>
                  <a:gd name="T17" fmla="*/ 0 h 686"/>
                  <a:gd name="T18" fmla="*/ 0 w 203"/>
                  <a:gd name="T19" fmla="*/ 0 h 686"/>
                  <a:gd name="T20" fmla="*/ 0 w 203"/>
                  <a:gd name="T21" fmla="*/ 0 h 686"/>
                  <a:gd name="T22" fmla="*/ 0 w 203"/>
                  <a:gd name="T23" fmla="*/ 0 h 686"/>
                  <a:gd name="T24" fmla="*/ 0 w 203"/>
                  <a:gd name="T25" fmla="*/ 0 h 686"/>
                  <a:gd name="T26" fmla="*/ 0 w 203"/>
                  <a:gd name="T27" fmla="*/ 0 h 686"/>
                  <a:gd name="T28" fmla="*/ 0 w 203"/>
                  <a:gd name="T29" fmla="*/ 0 h 686"/>
                  <a:gd name="T30" fmla="*/ 0 w 203"/>
                  <a:gd name="T31" fmla="*/ 0 h 686"/>
                  <a:gd name="T32" fmla="*/ 0 w 203"/>
                  <a:gd name="T33" fmla="*/ 0 h 686"/>
                  <a:gd name="T34" fmla="*/ 0 w 203"/>
                  <a:gd name="T35" fmla="*/ 0 h 686"/>
                  <a:gd name="T36" fmla="*/ 0 w 203"/>
                  <a:gd name="T37" fmla="*/ 0 h 686"/>
                  <a:gd name="T38" fmla="*/ 0 w 203"/>
                  <a:gd name="T39" fmla="*/ 0 h 686"/>
                  <a:gd name="T40" fmla="*/ 0 w 203"/>
                  <a:gd name="T41" fmla="*/ 0 h 686"/>
                  <a:gd name="T42" fmla="*/ 0 w 203"/>
                  <a:gd name="T43" fmla="*/ 0 h 686"/>
                  <a:gd name="T44" fmla="*/ 0 w 203"/>
                  <a:gd name="T45" fmla="*/ 0 h 686"/>
                  <a:gd name="T46" fmla="*/ 0 w 203"/>
                  <a:gd name="T47" fmla="*/ 0 h 686"/>
                  <a:gd name="T48" fmla="*/ 0 w 203"/>
                  <a:gd name="T49" fmla="*/ 0 h 686"/>
                  <a:gd name="T50" fmla="*/ 0 w 203"/>
                  <a:gd name="T51" fmla="*/ 0 h 686"/>
                  <a:gd name="T52" fmla="*/ 0 w 203"/>
                  <a:gd name="T53" fmla="*/ 0 h 686"/>
                  <a:gd name="T54" fmla="*/ 0 w 203"/>
                  <a:gd name="T55" fmla="*/ 0 h 686"/>
                  <a:gd name="T56" fmla="*/ 0 w 203"/>
                  <a:gd name="T57" fmla="*/ 0 h 686"/>
                  <a:gd name="T58" fmla="*/ 0 w 203"/>
                  <a:gd name="T59" fmla="*/ 0 h 686"/>
                  <a:gd name="T60" fmla="*/ 0 w 203"/>
                  <a:gd name="T61" fmla="*/ 0 h 686"/>
                  <a:gd name="T62" fmla="*/ 0 w 203"/>
                  <a:gd name="T63" fmla="*/ 0 h 686"/>
                  <a:gd name="T64" fmla="*/ 0 w 203"/>
                  <a:gd name="T65" fmla="*/ 0 h 686"/>
                  <a:gd name="T66" fmla="*/ 0 w 203"/>
                  <a:gd name="T67" fmla="*/ 0 h 686"/>
                  <a:gd name="T68" fmla="*/ 0 w 203"/>
                  <a:gd name="T69" fmla="*/ 0 h 686"/>
                  <a:gd name="T70" fmla="*/ 0 w 203"/>
                  <a:gd name="T71" fmla="*/ 0 h 686"/>
                  <a:gd name="T72" fmla="*/ 0 w 203"/>
                  <a:gd name="T73" fmla="*/ 0 h 686"/>
                  <a:gd name="T74" fmla="*/ 0 w 203"/>
                  <a:gd name="T75" fmla="*/ 0 h 686"/>
                  <a:gd name="T76" fmla="*/ 0 w 203"/>
                  <a:gd name="T77" fmla="*/ 0 h 686"/>
                  <a:gd name="T78" fmla="*/ 0 w 203"/>
                  <a:gd name="T79" fmla="*/ 0 h 686"/>
                  <a:gd name="T80" fmla="*/ 0 w 203"/>
                  <a:gd name="T81" fmla="*/ 0 h 686"/>
                  <a:gd name="T82" fmla="*/ 0 w 203"/>
                  <a:gd name="T83" fmla="*/ 0 h 686"/>
                  <a:gd name="T84" fmla="*/ 0 w 203"/>
                  <a:gd name="T85" fmla="*/ 0 h 686"/>
                  <a:gd name="T86" fmla="*/ 0 w 203"/>
                  <a:gd name="T87" fmla="*/ 0 h 686"/>
                  <a:gd name="T88" fmla="*/ 0 w 203"/>
                  <a:gd name="T89" fmla="*/ 0 h 686"/>
                  <a:gd name="T90" fmla="*/ 0 w 203"/>
                  <a:gd name="T91" fmla="*/ 0 h 686"/>
                  <a:gd name="T92" fmla="*/ 0 w 203"/>
                  <a:gd name="T93" fmla="*/ 0 h 686"/>
                  <a:gd name="T94" fmla="*/ 0 w 203"/>
                  <a:gd name="T95" fmla="*/ 0 h 686"/>
                  <a:gd name="T96" fmla="*/ 0 w 203"/>
                  <a:gd name="T97" fmla="*/ 0 h 686"/>
                  <a:gd name="T98" fmla="*/ 0 w 203"/>
                  <a:gd name="T99" fmla="*/ 0 h 686"/>
                  <a:gd name="T100" fmla="*/ 0 w 203"/>
                  <a:gd name="T101" fmla="*/ 0 h 686"/>
                  <a:gd name="T102" fmla="*/ 0 w 203"/>
                  <a:gd name="T103" fmla="*/ 0 h 686"/>
                  <a:gd name="T104" fmla="*/ 0 w 203"/>
                  <a:gd name="T105" fmla="*/ 0 h 686"/>
                  <a:gd name="T106" fmla="*/ 0 w 203"/>
                  <a:gd name="T107" fmla="*/ 0 h 686"/>
                  <a:gd name="T108" fmla="*/ 0 w 203"/>
                  <a:gd name="T109" fmla="*/ 0 h 686"/>
                  <a:gd name="T110" fmla="*/ 0 w 203"/>
                  <a:gd name="T111" fmla="*/ 0 h 686"/>
                  <a:gd name="T112" fmla="*/ 0 w 203"/>
                  <a:gd name="T113" fmla="*/ 0 h 6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6"/>
                  <a:gd name="T173" fmla="*/ 203 w 203"/>
                  <a:gd name="T174" fmla="*/ 686 h 68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6">
                    <a:moveTo>
                      <a:pt x="0" y="686"/>
                    </a:moveTo>
                    <a:lnTo>
                      <a:pt x="4" y="679"/>
                    </a:lnTo>
                    <a:lnTo>
                      <a:pt x="8" y="672"/>
                    </a:lnTo>
                    <a:lnTo>
                      <a:pt x="12" y="665"/>
                    </a:lnTo>
                    <a:lnTo>
                      <a:pt x="15" y="660"/>
                    </a:lnTo>
                    <a:lnTo>
                      <a:pt x="19" y="652"/>
                    </a:lnTo>
                    <a:lnTo>
                      <a:pt x="22" y="647"/>
                    </a:lnTo>
                    <a:lnTo>
                      <a:pt x="24" y="643"/>
                    </a:lnTo>
                    <a:lnTo>
                      <a:pt x="27" y="638"/>
                    </a:lnTo>
                    <a:lnTo>
                      <a:pt x="29" y="633"/>
                    </a:lnTo>
                    <a:lnTo>
                      <a:pt x="31" y="629"/>
                    </a:lnTo>
                    <a:lnTo>
                      <a:pt x="34" y="626"/>
                    </a:lnTo>
                    <a:lnTo>
                      <a:pt x="37" y="622"/>
                    </a:lnTo>
                    <a:lnTo>
                      <a:pt x="39" y="619"/>
                    </a:lnTo>
                    <a:lnTo>
                      <a:pt x="40" y="615"/>
                    </a:lnTo>
                    <a:lnTo>
                      <a:pt x="42" y="612"/>
                    </a:lnTo>
                    <a:lnTo>
                      <a:pt x="43" y="608"/>
                    </a:lnTo>
                    <a:lnTo>
                      <a:pt x="45" y="605"/>
                    </a:lnTo>
                    <a:lnTo>
                      <a:pt x="46" y="603"/>
                    </a:lnTo>
                    <a:lnTo>
                      <a:pt x="47" y="600"/>
                    </a:lnTo>
                    <a:lnTo>
                      <a:pt x="48" y="597"/>
                    </a:lnTo>
                    <a:lnTo>
                      <a:pt x="50" y="594"/>
                    </a:lnTo>
                    <a:lnTo>
                      <a:pt x="51" y="592"/>
                    </a:lnTo>
                    <a:lnTo>
                      <a:pt x="52" y="589"/>
                    </a:lnTo>
                    <a:lnTo>
                      <a:pt x="53" y="587"/>
                    </a:lnTo>
                    <a:lnTo>
                      <a:pt x="54" y="584"/>
                    </a:lnTo>
                    <a:lnTo>
                      <a:pt x="55" y="581"/>
                    </a:lnTo>
                    <a:lnTo>
                      <a:pt x="57" y="579"/>
                    </a:lnTo>
                    <a:lnTo>
                      <a:pt x="59" y="575"/>
                    </a:lnTo>
                    <a:lnTo>
                      <a:pt x="60" y="572"/>
                    </a:lnTo>
                    <a:lnTo>
                      <a:pt x="61" y="568"/>
                    </a:lnTo>
                    <a:lnTo>
                      <a:pt x="63" y="564"/>
                    </a:lnTo>
                    <a:lnTo>
                      <a:pt x="64" y="560"/>
                    </a:lnTo>
                    <a:lnTo>
                      <a:pt x="66" y="556"/>
                    </a:lnTo>
                    <a:lnTo>
                      <a:pt x="67" y="552"/>
                    </a:lnTo>
                    <a:lnTo>
                      <a:pt x="68" y="549"/>
                    </a:lnTo>
                    <a:lnTo>
                      <a:pt x="70" y="546"/>
                    </a:lnTo>
                    <a:lnTo>
                      <a:pt x="71" y="543"/>
                    </a:lnTo>
                    <a:lnTo>
                      <a:pt x="72" y="541"/>
                    </a:lnTo>
                    <a:lnTo>
                      <a:pt x="73" y="537"/>
                    </a:lnTo>
                    <a:lnTo>
                      <a:pt x="74" y="535"/>
                    </a:lnTo>
                    <a:lnTo>
                      <a:pt x="76" y="532"/>
                    </a:lnTo>
                    <a:lnTo>
                      <a:pt x="77" y="530"/>
                    </a:lnTo>
                    <a:lnTo>
                      <a:pt x="78" y="528"/>
                    </a:lnTo>
                    <a:lnTo>
                      <a:pt x="80" y="526"/>
                    </a:lnTo>
                    <a:lnTo>
                      <a:pt x="80" y="524"/>
                    </a:lnTo>
                    <a:lnTo>
                      <a:pt x="81" y="521"/>
                    </a:lnTo>
                    <a:lnTo>
                      <a:pt x="82" y="518"/>
                    </a:lnTo>
                    <a:lnTo>
                      <a:pt x="83" y="516"/>
                    </a:lnTo>
                    <a:lnTo>
                      <a:pt x="84" y="514"/>
                    </a:lnTo>
                    <a:lnTo>
                      <a:pt x="85" y="511"/>
                    </a:lnTo>
                    <a:lnTo>
                      <a:pt x="85" y="509"/>
                    </a:lnTo>
                    <a:lnTo>
                      <a:pt x="86" y="507"/>
                    </a:lnTo>
                    <a:lnTo>
                      <a:pt x="87" y="505"/>
                    </a:lnTo>
                    <a:lnTo>
                      <a:pt x="88" y="502"/>
                    </a:lnTo>
                    <a:lnTo>
                      <a:pt x="89" y="499"/>
                    </a:lnTo>
                    <a:lnTo>
                      <a:pt x="90" y="496"/>
                    </a:lnTo>
                    <a:lnTo>
                      <a:pt x="91" y="493"/>
                    </a:lnTo>
                    <a:lnTo>
                      <a:pt x="93" y="490"/>
                    </a:lnTo>
                    <a:lnTo>
                      <a:pt x="95" y="487"/>
                    </a:lnTo>
                    <a:lnTo>
                      <a:pt x="96" y="483"/>
                    </a:lnTo>
                    <a:lnTo>
                      <a:pt x="98" y="479"/>
                    </a:lnTo>
                    <a:lnTo>
                      <a:pt x="99" y="474"/>
                    </a:lnTo>
                    <a:lnTo>
                      <a:pt x="101" y="470"/>
                    </a:lnTo>
                    <a:lnTo>
                      <a:pt x="102" y="465"/>
                    </a:lnTo>
                    <a:lnTo>
                      <a:pt x="104" y="460"/>
                    </a:lnTo>
                    <a:lnTo>
                      <a:pt x="106" y="456"/>
                    </a:lnTo>
                    <a:lnTo>
                      <a:pt x="107" y="452"/>
                    </a:lnTo>
                    <a:lnTo>
                      <a:pt x="108" y="448"/>
                    </a:lnTo>
                    <a:lnTo>
                      <a:pt x="110" y="445"/>
                    </a:lnTo>
                    <a:lnTo>
                      <a:pt x="111" y="440"/>
                    </a:lnTo>
                    <a:lnTo>
                      <a:pt x="112" y="437"/>
                    </a:lnTo>
                    <a:lnTo>
                      <a:pt x="113" y="434"/>
                    </a:lnTo>
                    <a:lnTo>
                      <a:pt x="115" y="432"/>
                    </a:lnTo>
                    <a:lnTo>
                      <a:pt x="116" y="428"/>
                    </a:lnTo>
                    <a:lnTo>
                      <a:pt x="117" y="425"/>
                    </a:lnTo>
                    <a:lnTo>
                      <a:pt x="118" y="422"/>
                    </a:lnTo>
                    <a:lnTo>
                      <a:pt x="119" y="420"/>
                    </a:lnTo>
                    <a:lnTo>
                      <a:pt x="120" y="417"/>
                    </a:lnTo>
                    <a:lnTo>
                      <a:pt x="120" y="415"/>
                    </a:lnTo>
                    <a:lnTo>
                      <a:pt x="121" y="413"/>
                    </a:lnTo>
                    <a:lnTo>
                      <a:pt x="122" y="410"/>
                    </a:lnTo>
                    <a:lnTo>
                      <a:pt x="124" y="408"/>
                    </a:lnTo>
                    <a:lnTo>
                      <a:pt x="124" y="406"/>
                    </a:lnTo>
                    <a:lnTo>
                      <a:pt x="125" y="403"/>
                    </a:lnTo>
                    <a:lnTo>
                      <a:pt x="126" y="400"/>
                    </a:lnTo>
                    <a:lnTo>
                      <a:pt x="127" y="398"/>
                    </a:lnTo>
                    <a:lnTo>
                      <a:pt x="128" y="395"/>
                    </a:lnTo>
                    <a:lnTo>
                      <a:pt x="129" y="392"/>
                    </a:lnTo>
                    <a:lnTo>
                      <a:pt x="129" y="389"/>
                    </a:lnTo>
                    <a:lnTo>
                      <a:pt x="130" y="385"/>
                    </a:lnTo>
                    <a:lnTo>
                      <a:pt x="131" y="381"/>
                    </a:lnTo>
                    <a:lnTo>
                      <a:pt x="132" y="378"/>
                    </a:lnTo>
                    <a:lnTo>
                      <a:pt x="135" y="374"/>
                    </a:lnTo>
                    <a:lnTo>
                      <a:pt x="136" y="370"/>
                    </a:lnTo>
                    <a:lnTo>
                      <a:pt x="137" y="366"/>
                    </a:lnTo>
                    <a:lnTo>
                      <a:pt x="138" y="361"/>
                    </a:lnTo>
                    <a:lnTo>
                      <a:pt x="140" y="356"/>
                    </a:lnTo>
                    <a:lnTo>
                      <a:pt x="141" y="352"/>
                    </a:lnTo>
                    <a:lnTo>
                      <a:pt x="142" y="348"/>
                    </a:lnTo>
                    <a:lnTo>
                      <a:pt x="143" y="344"/>
                    </a:lnTo>
                    <a:lnTo>
                      <a:pt x="144" y="339"/>
                    </a:lnTo>
                    <a:lnTo>
                      <a:pt x="145" y="336"/>
                    </a:lnTo>
                    <a:lnTo>
                      <a:pt x="146" y="333"/>
                    </a:lnTo>
                    <a:lnTo>
                      <a:pt x="147" y="330"/>
                    </a:lnTo>
                    <a:lnTo>
                      <a:pt x="148" y="327"/>
                    </a:lnTo>
                    <a:lnTo>
                      <a:pt x="149" y="323"/>
                    </a:lnTo>
                    <a:lnTo>
                      <a:pt x="150" y="321"/>
                    </a:lnTo>
                    <a:lnTo>
                      <a:pt x="151" y="318"/>
                    </a:lnTo>
                    <a:lnTo>
                      <a:pt x="151" y="316"/>
                    </a:lnTo>
                    <a:lnTo>
                      <a:pt x="152" y="314"/>
                    </a:lnTo>
                    <a:lnTo>
                      <a:pt x="154" y="311"/>
                    </a:lnTo>
                    <a:lnTo>
                      <a:pt x="154" y="309"/>
                    </a:lnTo>
                    <a:lnTo>
                      <a:pt x="155" y="306"/>
                    </a:lnTo>
                    <a:lnTo>
                      <a:pt x="156" y="304"/>
                    </a:lnTo>
                    <a:lnTo>
                      <a:pt x="157" y="301"/>
                    </a:lnTo>
                    <a:lnTo>
                      <a:pt x="157" y="299"/>
                    </a:lnTo>
                    <a:lnTo>
                      <a:pt x="158" y="295"/>
                    </a:lnTo>
                    <a:lnTo>
                      <a:pt x="159" y="293"/>
                    </a:lnTo>
                    <a:lnTo>
                      <a:pt x="160" y="290"/>
                    </a:lnTo>
                    <a:lnTo>
                      <a:pt x="161" y="286"/>
                    </a:lnTo>
                    <a:lnTo>
                      <a:pt x="162" y="284"/>
                    </a:lnTo>
                    <a:lnTo>
                      <a:pt x="163" y="280"/>
                    </a:lnTo>
                    <a:lnTo>
                      <a:pt x="164" y="277"/>
                    </a:lnTo>
                    <a:lnTo>
                      <a:pt x="165" y="274"/>
                    </a:lnTo>
                    <a:lnTo>
                      <a:pt x="166" y="270"/>
                    </a:lnTo>
                    <a:lnTo>
                      <a:pt x="167" y="265"/>
                    </a:lnTo>
                    <a:lnTo>
                      <a:pt x="169" y="261"/>
                    </a:lnTo>
                    <a:lnTo>
                      <a:pt x="171" y="257"/>
                    </a:lnTo>
                    <a:lnTo>
                      <a:pt x="173" y="252"/>
                    </a:lnTo>
                    <a:lnTo>
                      <a:pt x="174" y="246"/>
                    </a:lnTo>
                    <a:lnTo>
                      <a:pt x="176" y="242"/>
                    </a:lnTo>
                    <a:lnTo>
                      <a:pt x="177" y="239"/>
                    </a:lnTo>
                    <a:lnTo>
                      <a:pt x="178" y="235"/>
                    </a:lnTo>
                    <a:lnTo>
                      <a:pt x="179" y="232"/>
                    </a:lnTo>
                    <a:lnTo>
                      <a:pt x="180" y="228"/>
                    </a:lnTo>
                    <a:lnTo>
                      <a:pt x="180" y="225"/>
                    </a:lnTo>
                    <a:lnTo>
                      <a:pt x="181" y="223"/>
                    </a:lnTo>
                    <a:lnTo>
                      <a:pt x="182" y="220"/>
                    </a:lnTo>
                    <a:lnTo>
                      <a:pt x="183" y="218"/>
                    </a:lnTo>
                    <a:lnTo>
                      <a:pt x="183" y="215"/>
                    </a:lnTo>
                    <a:lnTo>
                      <a:pt x="184" y="213"/>
                    </a:lnTo>
                    <a:lnTo>
                      <a:pt x="184" y="211"/>
                    </a:lnTo>
                    <a:lnTo>
                      <a:pt x="185" y="208"/>
                    </a:lnTo>
                    <a:lnTo>
                      <a:pt x="185" y="204"/>
                    </a:lnTo>
                    <a:lnTo>
                      <a:pt x="186" y="202"/>
                    </a:lnTo>
                    <a:lnTo>
                      <a:pt x="186" y="200"/>
                    </a:lnTo>
                    <a:lnTo>
                      <a:pt x="186" y="198"/>
                    </a:lnTo>
                    <a:lnTo>
                      <a:pt x="187" y="196"/>
                    </a:lnTo>
                    <a:lnTo>
                      <a:pt x="187" y="194"/>
                    </a:lnTo>
                    <a:lnTo>
                      <a:pt x="187" y="192"/>
                    </a:lnTo>
                    <a:lnTo>
                      <a:pt x="188" y="188"/>
                    </a:lnTo>
                    <a:lnTo>
                      <a:pt x="188" y="186"/>
                    </a:lnTo>
                    <a:lnTo>
                      <a:pt x="188" y="183"/>
                    </a:lnTo>
                    <a:lnTo>
                      <a:pt x="188" y="181"/>
                    </a:lnTo>
                    <a:lnTo>
                      <a:pt x="189" y="178"/>
                    </a:lnTo>
                    <a:lnTo>
                      <a:pt x="189" y="175"/>
                    </a:lnTo>
                    <a:lnTo>
                      <a:pt x="189" y="172"/>
                    </a:lnTo>
                    <a:lnTo>
                      <a:pt x="189" y="167"/>
                    </a:lnTo>
                    <a:lnTo>
                      <a:pt x="190" y="164"/>
                    </a:lnTo>
                    <a:lnTo>
                      <a:pt x="190" y="159"/>
                    </a:lnTo>
                    <a:lnTo>
                      <a:pt x="190" y="155"/>
                    </a:lnTo>
                    <a:lnTo>
                      <a:pt x="190" y="152"/>
                    </a:lnTo>
                    <a:lnTo>
                      <a:pt x="192" y="147"/>
                    </a:lnTo>
                    <a:lnTo>
                      <a:pt x="192" y="144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3" y="136"/>
                    </a:lnTo>
                    <a:lnTo>
                      <a:pt x="193" y="134"/>
                    </a:lnTo>
                    <a:lnTo>
                      <a:pt x="193" y="130"/>
                    </a:lnTo>
                    <a:lnTo>
                      <a:pt x="193" y="128"/>
                    </a:lnTo>
                    <a:lnTo>
                      <a:pt x="193" y="126"/>
                    </a:lnTo>
                    <a:lnTo>
                      <a:pt x="194" y="124"/>
                    </a:lnTo>
                    <a:lnTo>
                      <a:pt x="194" y="123"/>
                    </a:lnTo>
                    <a:lnTo>
                      <a:pt x="194" y="121"/>
                    </a:lnTo>
                    <a:lnTo>
                      <a:pt x="194" y="119"/>
                    </a:lnTo>
                    <a:lnTo>
                      <a:pt x="194" y="118"/>
                    </a:lnTo>
                    <a:lnTo>
                      <a:pt x="195" y="115"/>
                    </a:lnTo>
                    <a:lnTo>
                      <a:pt x="195" y="114"/>
                    </a:lnTo>
                    <a:lnTo>
                      <a:pt x="195" y="111"/>
                    </a:lnTo>
                    <a:lnTo>
                      <a:pt x="195" y="110"/>
                    </a:lnTo>
                    <a:lnTo>
                      <a:pt x="196" y="108"/>
                    </a:lnTo>
                    <a:lnTo>
                      <a:pt x="196" y="107"/>
                    </a:lnTo>
                    <a:lnTo>
                      <a:pt x="196" y="105"/>
                    </a:lnTo>
                    <a:lnTo>
                      <a:pt x="196" y="104"/>
                    </a:lnTo>
                    <a:lnTo>
                      <a:pt x="197" y="102"/>
                    </a:lnTo>
                    <a:lnTo>
                      <a:pt x="197" y="100"/>
                    </a:lnTo>
                    <a:lnTo>
                      <a:pt x="197" y="99"/>
                    </a:lnTo>
                    <a:lnTo>
                      <a:pt x="198" y="97"/>
                    </a:lnTo>
                    <a:lnTo>
                      <a:pt x="198" y="95"/>
                    </a:lnTo>
                    <a:lnTo>
                      <a:pt x="199" y="92"/>
                    </a:lnTo>
                    <a:lnTo>
                      <a:pt x="199" y="90"/>
                    </a:lnTo>
                    <a:lnTo>
                      <a:pt x="199" y="87"/>
                    </a:lnTo>
                    <a:lnTo>
                      <a:pt x="200" y="85"/>
                    </a:lnTo>
                    <a:lnTo>
                      <a:pt x="200" y="83"/>
                    </a:lnTo>
                    <a:lnTo>
                      <a:pt x="201" y="81"/>
                    </a:lnTo>
                    <a:lnTo>
                      <a:pt x="201" y="79"/>
                    </a:lnTo>
                    <a:lnTo>
                      <a:pt x="201" y="77"/>
                    </a:lnTo>
                    <a:lnTo>
                      <a:pt x="202" y="75"/>
                    </a:lnTo>
                    <a:lnTo>
                      <a:pt x="202" y="73"/>
                    </a:lnTo>
                    <a:lnTo>
                      <a:pt x="202" y="71"/>
                    </a:lnTo>
                    <a:lnTo>
                      <a:pt x="202" y="68"/>
                    </a:lnTo>
                    <a:lnTo>
                      <a:pt x="203" y="67"/>
                    </a:lnTo>
                    <a:lnTo>
                      <a:pt x="203" y="65"/>
                    </a:lnTo>
                    <a:lnTo>
                      <a:pt x="203" y="64"/>
                    </a:lnTo>
                    <a:lnTo>
                      <a:pt x="203" y="62"/>
                    </a:lnTo>
                    <a:lnTo>
                      <a:pt x="203" y="60"/>
                    </a:lnTo>
                    <a:lnTo>
                      <a:pt x="203" y="58"/>
                    </a:lnTo>
                    <a:lnTo>
                      <a:pt x="203" y="56"/>
                    </a:lnTo>
                    <a:lnTo>
                      <a:pt x="203" y="55"/>
                    </a:lnTo>
                    <a:lnTo>
                      <a:pt x="203" y="51"/>
                    </a:lnTo>
                    <a:lnTo>
                      <a:pt x="203" y="49"/>
                    </a:lnTo>
                    <a:lnTo>
                      <a:pt x="203" y="47"/>
                    </a:lnTo>
                    <a:lnTo>
                      <a:pt x="203" y="44"/>
                    </a:lnTo>
                    <a:lnTo>
                      <a:pt x="203" y="42"/>
                    </a:lnTo>
                    <a:lnTo>
                      <a:pt x="203" y="39"/>
                    </a:lnTo>
                    <a:lnTo>
                      <a:pt x="203" y="36"/>
                    </a:lnTo>
                    <a:lnTo>
                      <a:pt x="203" y="32"/>
                    </a:lnTo>
                    <a:lnTo>
                      <a:pt x="203" y="28"/>
                    </a:lnTo>
                    <a:lnTo>
                      <a:pt x="202" y="24"/>
                    </a:lnTo>
                    <a:lnTo>
                      <a:pt x="202" y="20"/>
                    </a:lnTo>
                    <a:lnTo>
                      <a:pt x="202" y="14"/>
                    </a:lnTo>
                    <a:lnTo>
                      <a:pt x="202" y="10"/>
                    </a:lnTo>
                    <a:lnTo>
                      <a:pt x="201" y="5"/>
                    </a:lnTo>
                    <a:lnTo>
                      <a:pt x="20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8" name="Freeform 41">
              <a:extLst>
                <a:ext uri="{FF2B5EF4-FFF2-40B4-BE49-F238E27FC236}">
                  <a16:creationId xmlns:a16="http://schemas.microsoft.com/office/drawing/2014/main" id="{6105B913-852C-4064-B560-0301754B1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8133" y="1981124"/>
              <a:ext cx="7777361" cy="970970"/>
            </a:xfrm>
            <a:custGeom>
              <a:avLst/>
              <a:gdLst>
                <a:gd name="T0" fmla="*/ 2147483646 w 10011"/>
                <a:gd name="T1" fmla="*/ 2147483646 h 4333"/>
                <a:gd name="T2" fmla="*/ 2147483646 w 10011"/>
                <a:gd name="T3" fmla="*/ 0 h 4333"/>
                <a:gd name="T4" fmla="*/ 0 w 10011"/>
                <a:gd name="T5" fmla="*/ 0 h 4333"/>
                <a:gd name="T6" fmla="*/ 2147483646 w 10011"/>
                <a:gd name="T7" fmla="*/ 2147483646 h 43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11" h="4333">
                  <a:moveTo>
                    <a:pt x="10011" y="4333"/>
                  </a:moveTo>
                  <a:cubicBezTo>
                    <a:pt x="10007" y="2889"/>
                    <a:pt x="10004" y="1444"/>
                    <a:pt x="10000" y="0"/>
                  </a:cubicBezTo>
                  <a:lnTo>
                    <a:pt x="0" y="0"/>
                  </a:lnTo>
                  <a:cubicBezTo>
                    <a:pt x="3" y="506"/>
                    <a:pt x="5" y="1693"/>
                    <a:pt x="8" y="219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64">
              <a:extLst>
                <a:ext uri="{FF2B5EF4-FFF2-40B4-BE49-F238E27FC236}">
                  <a16:creationId xmlns:a16="http://schemas.microsoft.com/office/drawing/2014/main" id="{4FCB9834-AD08-4F87-A90F-DF2A3430F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8865" y="2902924"/>
              <a:ext cx="55560" cy="55542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Line 13">
              <a:extLst>
                <a:ext uri="{FF2B5EF4-FFF2-40B4-BE49-F238E27FC236}">
                  <a16:creationId xmlns:a16="http://schemas.microsoft.com/office/drawing/2014/main" id="{53BDD513-6DBA-4CE1-8006-B247C21E18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45948" y="2590644"/>
              <a:ext cx="929518" cy="1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65">
              <a:extLst>
                <a:ext uri="{FF2B5EF4-FFF2-40B4-BE49-F238E27FC236}">
                  <a16:creationId xmlns:a16="http://schemas.microsoft.com/office/drawing/2014/main" id="{1BB90447-502E-4872-9CD9-BC18179A4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5911" y="2575353"/>
              <a:ext cx="63755" cy="45719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Line 13">
              <a:extLst>
                <a:ext uri="{FF2B5EF4-FFF2-40B4-BE49-F238E27FC236}">
                  <a16:creationId xmlns:a16="http://schemas.microsoft.com/office/drawing/2014/main" id="{B7E5A58E-EB23-4A6B-B727-24D60A474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5216" y="2724523"/>
              <a:ext cx="523853" cy="15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Line 13">
              <a:extLst>
                <a:ext uri="{FF2B5EF4-FFF2-40B4-BE49-F238E27FC236}">
                  <a16:creationId xmlns:a16="http://schemas.microsoft.com/office/drawing/2014/main" id="{BAF1210B-18C1-4495-877F-F5F7E9592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6599" y="2470524"/>
              <a:ext cx="347869" cy="17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29">
              <a:extLst>
                <a:ext uri="{FF2B5EF4-FFF2-40B4-BE49-F238E27FC236}">
                  <a16:creationId xmlns:a16="http://schemas.microsoft.com/office/drawing/2014/main" id="{AEB1AE95-0F02-4AAA-9CD9-D9496413A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3393" y="5217899"/>
              <a:ext cx="122233" cy="122213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Isosceles Triangle 11">
              <a:extLst>
                <a:ext uri="{FF2B5EF4-FFF2-40B4-BE49-F238E27FC236}">
                  <a16:creationId xmlns:a16="http://schemas.microsoft.com/office/drawing/2014/main" id="{70C1B486-9038-4DE2-BB6D-ACCA12BB104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973212" y="5087719"/>
              <a:ext cx="366637" cy="38098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16" name="Line 4">
              <a:extLst>
                <a:ext uri="{FF2B5EF4-FFF2-40B4-BE49-F238E27FC236}">
                  <a16:creationId xmlns:a16="http://schemas.microsoft.com/office/drawing/2014/main" id="{18E1A699-CF27-4C1D-A70B-4DFAD6A559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2078" y="3339708"/>
              <a:ext cx="15135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13351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56" name="Title 1">
            <a:extLst>
              <a:ext uri="{FF2B5EF4-FFF2-40B4-BE49-F238E27FC236}">
                <a16:creationId xmlns:a16="http://schemas.microsoft.com/office/drawing/2014/main" id="{5CBE2F76-8E8C-4FBE-A7B6-C4B7B599E4A4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0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JK Flip-Flop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FF467-BC7D-4E88-B48F-CE3CF19D6BA1}"/>
              </a:ext>
            </a:extLst>
          </p:cNvPr>
          <p:cNvGrpSpPr/>
          <p:nvPr/>
        </p:nvGrpSpPr>
        <p:grpSpPr>
          <a:xfrm>
            <a:off x="1524000" y="727075"/>
            <a:ext cx="5646738" cy="2320925"/>
            <a:chOff x="1524000" y="2251075"/>
            <a:chExt cx="5646738" cy="2320925"/>
          </a:xfrm>
        </p:grpSpPr>
        <p:sp>
          <p:nvSpPr>
            <p:cNvPr id="86017" name="Rectangle 8">
              <a:extLst>
                <a:ext uri="{FF2B5EF4-FFF2-40B4-BE49-F238E27FC236}">
                  <a16:creationId xmlns:a16="http://schemas.microsoft.com/office/drawing/2014/main" id="{494BAE7C-62DB-4549-B67D-0F76E48BB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0" y="3017838"/>
              <a:ext cx="657225" cy="10414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6018" name="Rectangle 9">
              <a:extLst>
                <a:ext uri="{FF2B5EF4-FFF2-40B4-BE49-F238E27FC236}">
                  <a16:creationId xmlns:a16="http://schemas.microsoft.com/office/drawing/2014/main" id="{A24C6AE8-B744-41DF-9B9F-D860312DB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500" y="3057525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19" name="Rectangle 10">
              <a:extLst>
                <a:ext uri="{FF2B5EF4-FFF2-40B4-BE49-F238E27FC236}">
                  <a16:creationId xmlns:a16="http://schemas.microsoft.com/office/drawing/2014/main" id="{29029E33-C2E3-4D5D-91FF-F9EAF30C8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3913" y="3051175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20" name="Freeform 12">
              <a:extLst>
                <a:ext uri="{FF2B5EF4-FFF2-40B4-BE49-F238E27FC236}">
                  <a16:creationId xmlns:a16="http://schemas.microsoft.com/office/drawing/2014/main" id="{112CB5D8-DA42-45C7-ABCE-348DC1EFE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4650" y="3730625"/>
              <a:ext cx="128588" cy="128588"/>
            </a:xfrm>
            <a:custGeom>
              <a:avLst/>
              <a:gdLst>
                <a:gd name="T0" fmla="*/ 0 w 403"/>
                <a:gd name="T1" fmla="*/ 0 h 402"/>
                <a:gd name="T2" fmla="*/ 0 w 403"/>
                <a:gd name="T3" fmla="*/ 0 h 402"/>
                <a:gd name="T4" fmla="*/ 0 w 403"/>
                <a:gd name="T5" fmla="*/ 0 h 402"/>
                <a:gd name="T6" fmla="*/ 0 60000 65536"/>
                <a:gd name="T7" fmla="*/ 0 60000 65536"/>
                <a:gd name="T8" fmla="*/ 0 60000 65536"/>
                <a:gd name="T9" fmla="*/ 0 w 403"/>
                <a:gd name="T10" fmla="*/ 0 h 402"/>
                <a:gd name="T11" fmla="*/ 403 w 403"/>
                <a:gd name="T12" fmla="*/ 402 h 4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" h="402">
                  <a:moveTo>
                    <a:pt x="0" y="402"/>
                  </a:moveTo>
                  <a:lnTo>
                    <a:pt x="403" y="23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1" name="Freeform 15">
              <a:extLst>
                <a:ext uri="{FF2B5EF4-FFF2-40B4-BE49-F238E27FC236}">
                  <a16:creationId xmlns:a16="http://schemas.microsoft.com/office/drawing/2014/main" id="{913DF3CF-1431-42E5-80C3-FDA9FFB1F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7175" y="3255963"/>
              <a:ext cx="34925" cy="53975"/>
            </a:xfrm>
            <a:custGeom>
              <a:avLst/>
              <a:gdLst>
                <a:gd name="T0" fmla="*/ 0 w 114"/>
                <a:gd name="T1" fmla="*/ 0 h 172"/>
                <a:gd name="T2" fmla="*/ 0 w 114"/>
                <a:gd name="T3" fmla="*/ 0 h 172"/>
                <a:gd name="T4" fmla="*/ 0 w 114"/>
                <a:gd name="T5" fmla="*/ 0 h 172"/>
                <a:gd name="T6" fmla="*/ 0 w 114"/>
                <a:gd name="T7" fmla="*/ 0 h 172"/>
                <a:gd name="T8" fmla="*/ 0 w 114"/>
                <a:gd name="T9" fmla="*/ 0 h 172"/>
                <a:gd name="T10" fmla="*/ 0 w 114"/>
                <a:gd name="T11" fmla="*/ 0 h 172"/>
                <a:gd name="T12" fmla="*/ 0 w 114"/>
                <a:gd name="T13" fmla="*/ 0 h 172"/>
                <a:gd name="T14" fmla="*/ 0 w 114"/>
                <a:gd name="T15" fmla="*/ 0 h 172"/>
                <a:gd name="T16" fmla="*/ 0 w 114"/>
                <a:gd name="T17" fmla="*/ 0 h 172"/>
                <a:gd name="T18" fmla="*/ 0 w 114"/>
                <a:gd name="T19" fmla="*/ 0 h 172"/>
                <a:gd name="T20" fmla="*/ 0 w 114"/>
                <a:gd name="T21" fmla="*/ 0 h 172"/>
                <a:gd name="T22" fmla="*/ 0 w 114"/>
                <a:gd name="T23" fmla="*/ 0 h 172"/>
                <a:gd name="T24" fmla="*/ 0 w 114"/>
                <a:gd name="T25" fmla="*/ 0 h 172"/>
                <a:gd name="T26" fmla="*/ 0 w 114"/>
                <a:gd name="T27" fmla="*/ 0 h 172"/>
                <a:gd name="T28" fmla="*/ 0 w 114"/>
                <a:gd name="T29" fmla="*/ 0 h 172"/>
                <a:gd name="T30" fmla="*/ 0 w 114"/>
                <a:gd name="T31" fmla="*/ 0 h 172"/>
                <a:gd name="T32" fmla="*/ 0 w 114"/>
                <a:gd name="T33" fmla="*/ 0 h 172"/>
                <a:gd name="T34" fmla="*/ 0 w 114"/>
                <a:gd name="T35" fmla="*/ 0 h 172"/>
                <a:gd name="T36" fmla="*/ 0 w 114"/>
                <a:gd name="T37" fmla="*/ 0 h 172"/>
                <a:gd name="T38" fmla="*/ 0 w 114"/>
                <a:gd name="T39" fmla="*/ 0 h 172"/>
                <a:gd name="T40" fmla="*/ 0 w 114"/>
                <a:gd name="T41" fmla="*/ 0 h 172"/>
                <a:gd name="T42" fmla="*/ 0 w 114"/>
                <a:gd name="T43" fmla="*/ 0 h 172"/>
                <a:gd name="T44" fmla="*/ 0 w 114"/>
                <a:gd name="T45" fmla="*/ 0 h 172"/>
                <a:gd name="T46" fmla="*/ 0 w 114"/>
                <a:gd name="T47" fmla="*/ 0 h 172"/>
                <a:gd name="T48" fmla="*/ 0 w 114"/>
                <a:gd name="T49" fmla="*/ 0 h 172"/>
                <a:gd name="T50" fmla="*/ 0 w 114"/>
                <a:gd name="T51" fmla="*/ 0 h 172"/>
                <a:gd name="T52" fmla="*/ 0 w 114"/>
                <a:gd name="T53" fmla="*/ 0 h 172"/>
                <a:gd name="T54" fmla="*/ 0 w 114"/>
                <a:gd name="T55" fmla="*/ 0 h 172"/>
                <a:gd name="T56" fmla="*/ 0 w 114"/>
                <a:gd name="T57" fmla="*/ 0 h 172"/>
                <a:gd name="T58" fmla="*/ 0 w 114"/>
                <a:gd name="T59" fmla="*/ 0 h 172"/>
                <a:gd name="T60" fmla="*/ 0 w 114"/>
                <a:gd name="T61" fmla="*/ 0 h 172"/>
                <a:gd name="T62" fmla="*/ 0 w 114"/>
                <a:gd name="T63" fmla="*/ 0 h 172"/>
                <a:gd name="T64" fmla="*/ 0 w 114"/>
                <a:gd name="T65" fmla="*/ 0 h 172"/>
                <a:gd name="T66" fmla="*/ 0 w 114"/>
                <a:gd name="T67" fmla="*/ 0 h 172"/>
                <a:gd name="T68" fmla="*/ 0 w 114"/>
                <a:gd name="T69" fmla="*/ 0 h 172"/>
                <a:gd name="T70" fmla="*/ 0 w 114"/>
                <a:gd name="T71" fmla="*/ 0 h 172"/>
                <a:gd name="T72" fmla="*/ 0 w 114"/>
                <a:gd name="T73" fmla="*/ 0 h 172"/>
                <a:gd name="T74" fmla="*/ 0 w 114"/>
                <a:gd name="T75" fmla="*/ 0 h 172"/>
                <a:gd name="T76" fmla="*/ 0 w 114"/>
                <a:gd name="T77" fmla="*/ 0 h 172"/>
                <a:gd name="T78" fmla="*/ 0 w 114"/>
                <a:gd name="T79" fmla="*/ 0 h 172"/>
                <a:gd name="T80" fmla="*/ 0 w 114"/>
                <a:gd name="T81" fmla="*/ 0 h 172"/>
                <a:gd name="T82" fmla="*/ 0 w 114"/>
                <a:gd name="T83" fmla="*/ 0 h 172"/>
                <a:gd name="T84" fmla="*/ 0 w 114"/>
                <a:gd name="T85" fmla="*/ 0 h 172"/>
                <a:gd name="T86" fmla="*/ 0 w 114"/>
                <a:gd name="T87" fmla="*/ 0 h 172"/>
                <a:gd name="T88" fmla="*/ 0 w 114"/>
                <a:gd name="T89" fmla="*/ 0 h 172"/>
                <a:gd name="T90" fmla="*/ 0 w 114"/>
                <a:gd name="T91" fmla="*/ 0 h 172"/>
                <a:gd name="T92" fmla="*/ 0 w 114"/>
                <a:gd name="T93" fmla="*/ 0 h 172"/>
                <a:gd name="T94" fmla="*/ 0 w 114"/>
                <a:gd name="T95" fmla="*/ 0 h 172"/>
                <a:gd name="T96" fmla="*/ 0 w 114"/>
                <a:gd name="T97" fmla="*/ 0 h 172"/>
                <a:gd name="T98" fmla="*/ 0 w 114"/>
                <a:gd name="T99" fmla="*/ 0 h 172"/>
                <a:gd name="T100" fmla="*/ 0 w 114"/>
                <a:gd name="T101" fmla="*/ 0 h 172"/>
                <a:gd name="T102" fmla="*/ 0 w 114"/>
                <a:gd name="T103" fmla="*/ 0 h 172"/>
                <a:gd name="T104" fmla="*/ 0 w 114"/>
                <a:gd name="T105" fmla="*/ 0 h 172"/>
                <a:gd name="T106" fmla="*/ 0 w 114"/>
                <a:gd name="T107" fmla="*/ 0 h 172"/>
                <a:gd name="T108" fmla="*/ 0 w 114"/>
                <a:gd name="T109" fmla="*/ 0 h 172"/>
                <a:gd name="T110" fmla="*/ 0 w 114"/>
                <a:gd name="T111" fmla="*/ 0 h 1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4"/>
                <a:gd name="T169" fmla="*/ 0 h 172"/>
                <a:gd name="T170" fmla="*/ 114 w 114"/>
                <a:gd name="T171" fmla="*/ 172 h 1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4" h="172">
                  <a:moveTo>
                    <a:pt x="0" y="103"/>
                  </a:moveTo>
                  <a:lnTo>
                    <a:pt x="0" y="7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1" y="59"/>
                  </a:lnTo>
                  <a:lnTo>
                    <a:pt x="1" y="55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6" y="40"/>
                  </a:lnTo>
                  <a:lnTo>
                    <a:pt x="8" y="36"/>
                  </a:lnTo>
                  <a:lnTo>
                    <a:pt x="9" y="33"/>
                  </a:lnTo>
                  <a:lnTo>
                    <a:pt x="11" y="31"/>
                  </a:lnTo>
                  <a:lnTo>
                    <a:pt x="13" y="28"/>
                  </a:lnTo>
                  <a:lnTo>
                    <a:pt x="16" y="26"/>
                  </a:lnTo>
                  <a:lnTo>
                    <a:pt x="18" y="23"/>
                  </a:lnTo>
                  <a:lnTo>
                    <a:pt x="20" y="21"/>
                  </a:lnTo>
                  <a:lnTo>
                    <a:pt x="22" y="19"/>
                  </a:lnTo>
                  <a:lnTo>
                    <a:pt x="24" y="16"/>
                  </a:lnTo>
                  <a:lnTo>
                    <a:pt x="27" y="13"/>
                  </a:lnTo>
                  <a:lnTo>
                    <a:pt x="29" y="11"/>
                  </a:lnTo>
                  <a:lnTo>
                    <a:pt x="33" y="10"/>
                  </a:lnTo>
                  <a:lnTo>
                    <a:pt x="37" y="8"/>
                  </a:lnTo>
                  <a:lnTo>
                    <a:pt x="39" y="7"/>
                  </a:lnTo>
                  <a:lnTo>
                    <a:pt x="42" y="5"/>
                  </a:lnTo>
                  <a:lnTo>
                    <a:pt x="45" y="4"/>
                  </a:lnTo>
                  <a:lnTo>
                    <a:pt x="48" y="3"/>
                  </a:lnTo>
                  <a:lnTo>
                    <a:pt x="51" y="2"/>
                  </a:lnTo>
                  <a:lnTo>
                    <a:pt x="55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45" y="0"/>
                  </a:lnTo>
                  <a:lnTo>
                    <a:pt x="48" y="0"/>
                  </a:lnTo>
                  <a:lnTo>
                    <a:pt x="52" y="1"/>
                  </a:lnTo>
                  <a:lnTo>
                    <a:pt x="56" y="1"/>
                  </a:lnTo>
                  <a:lnTo>
                    <a:pt x="59" y="2"/>
                  </a:lnTo>
                  <a:lnTo>
                    <a:pt x="62" y="2"/>
                  </a:lnTo>
                  <a:lnTo>
                    <a:pt x="65" y="3"/>
                  </a:lnTo>
                  <a:lnTo>
                    <a:pt x="68" y="4"/>
                  </a:lnTo>
                  <a:lnTo>
                    <a:pt x="71" y="5"/>
                  </a:lnTo>
                  <a:lnTo>
                    <a:pt x="75" y="7"/>
                  </a:lnTo>
                  <a:lnTo>
                    <a:pt x="79" y="8"/>
                  </a:lnTo>
                  <a:lnTo>
                    <a:pt x="81" y="10"/>
                  </a:lnTo>
                  <a:lnTo>
                    <a:pt x="84" y="11"/>
                  </a:lnTo>
                  <a:lnTo>
                    <a:pt x="87" y="13"/>
                  </a:lnTo>
                  <a:lnTo>
                    <a:pt x="89" y="16"/>
                  </a:lnTo>
                  <a:lnTo>
                    <a:pt x="91" y="19"/>
                  </a:lnTo>
                  <a:lnTo>
                    <a:pt x="95" y="21"/>
                  </a:lnTo>
                  <a:lnTo>
                    <a:pt x="97" y="23"/>
                  </a:lnTo>
                  <a:lnTo>
                    <a:pt x="99" y="26"/>
                  </a:lnTo>
                  <a:lnTo>
                    <a:pt x="101" y="28"/>
                  </a:lnTo>
                  <a:lnTo>
                    <a:pt x="102" y="31"/>
                  </a:lnTo>
                  <a:lnTo>
                    <a:pt x="104" y="33"/>
                  </a:lnTo>
                  <a:lnTo>
                    <a:pt x="106" y="36"/>
                  </a:lnTo>
                  <a:lnTo>
                    <a:pt x="107" y="40"/>
                  </a:lnTo>
                  <a:lnTo>
                    <a:pt x="108" y="43"/>
                  </a:lnTo>
                  <a:lnTo>
                    <a:pt x="110" y="46"/>
                  </a:lnTo>
                  <a:lnTo>
                    <a:pt x="112" y="49"/>
                  </a:lnTo>
                  <a:lnTo>
                    <a:pt x="112" y="52"/>
                  </a:lnTo>
                  <a:lnTo>
                    <a:pt x="113" y="55"/>
                  </a:lnTo>
                  <a:lnTo>
                    <a:pt x="114" y="59"/>
                  </a:lnTo>
                  <a:lnTo>
                    <a:pt x="114" y="63"/>
                  </a:lnTo>
                  <a:lnTo>
                    <a:pt x="114" y="66"/>
                  </a:lnTo>
                  <a:lnTo>
                    <a:pt x="114" y="70"/>
                  </a:lnTo>
                  <a:lnTo>
                    <a:pt x="114" y="103"/>
                  </a:lnTo>
                  <a:lnTo>
                    <a:pt x="114" y="107"/>
                  </a:lnTo>
                  <a:lnTo>
                    <a:pt x="114" y="110"/>
                  </a:lnTo>
                  <a:lnTo>
                    <a:pt x="114" y="114"/>
                  </a:lnTo>
                  <a:lnTo>
                    <a:pt x="113" y="118"/>
                  </a:lnTo>
                  <a:lnTo>
                    <a:pt x="112" y="121"/>
                  </a:lnTo>
                  <a:lnTo>
                    <a:pt x="112" y="124"/>
                  </a:lnTo>
                  <a:lnTo>
                    <a:pt x="110" y="127"/>
                  </a:lnTo>
                  <a:lnTo>
                    <a:pt x="108" y="130"/>
                  </a:lnTo>
                  <a:lnTo>
                    <a:pt x="107" y="133"/>
                  </a:lnTo>
                  <a:lnTo>
                    <a:pt x="106" y="136"/>
                  </a:lnTo>
                  <a:lnTo>
                    <a:pt x="104" y="139"/>
                  </a:lnTo>
                  <a:lnTo>
                    <a:pt x="102" y="142"/>
                  </a:lnTo>
                  <a:lnTo>
                    <a:pt x="101" y="144"/>
                  </a:lnTo>
                  <a:lnTo>
                    <a:pt x="99" y="147"/>
                  </a:lnTo>
                  <a:lnTo>
                    <a:pt x="97" y="149"/>
                  </a:lnTo>
                  <a:lnTo>
                    <a:pt x="95" y="152"/>
                  </a:lnTo>
                  <a:lnTo>
                    <a:pt x="91" y="155"/>
                  </a:lnTo>
                  <a:lnTo>
                    <a:pt x="89" y="158"/>
                  </a:lnTo>
                  <a:lnTo>
                    <a:pt x="87" y="159"/>
                  </a:lnTo>
                  <a:lnTo>
                    <a:pt x="84" y="161"/>
                  </a:lnTo>
                  <a:lnTo>
                    <a:pt x="81" y="163"/>
                  </a:lnTo>
                  <a:lnTo>
                    <a:pt x="79" y="164"/>
                  </a:lnTo>
                  <a:lnTo>
                    <a:pt x="75" y="166"/>
                  </a:lnTo>
                  <a:lnTo>
                    <a:pt x="71" y="167"/>
                  </a:lnTo>
                  <a:lnTo>
                    <a:pt x="68" y="168"/>
                  </a:lnTo>
                  <a:lnTo>
                    <a:pt x="65" y="169"/>
                  </a:lnTo>
                  <a:lnTo>
                    <a:pt x="62" y="170"/>
                  </a:lnTo>
                  <a:lnTo>
                    <a:pt x="59" y="171"/>
                  </a:lnTo>
                  <a:lnTo>
                    <a:pt x="56" y="172"/>
                  </a:lnTo>
                  <a:lnTo>
                    <a:pt x="52" y="172"/>
                  </a:lnTo>
                  <a:lnTo>
                    <a:pt x="48" y="172"/>
                  </a:lnTo>
                  <a:lnTo>
                    <a:pt x="45" y="172"/>
                  </a:lnTo>
                  <a:lnTo>
                    <a:pt x="68" y="172"/>
                  </a:lnTo>
                  <a:lnTo>
                    <a:pt x="65" y="172"/>
                  </a:lnTo>
                  <a:lnTo>
                    <a:pt x="62" y="172"/>
                  </a:lnTo>
                  <a:lnTo>
                    <a:pt x="59" y="172"/>
                  </a:lnTo>
                  <a:lnTo>
                    <a:pt x="55" y="171"/>
                  </a:lnTo>
                  <a:lnTo>
                    <a:pt x="51" y="170"/>
                  </a:lnTo>
                  <a:lnTo>
                    <a:pt x="48" y="169"/>
                  </a:lnTo>
                  <a:lnTo>
                    <a:pt x="45" y="168"/>
                  </a:lnTo>
                  <a:lnTo>
                    <a:pt x="42" y="167"/>
                  </a:lnTo>
                  <a:lnTo>
                    <a:pt x="39" y="166"/>
                  </a:lnTo>
                  <a:lnTo>
                    <a:pt x="37" y="164"/>
                  </a:lnTo>
                  <a:lnTo>
                    <a:pt x="33" y="163"/>
                  </a:lnTo>
                  <a:lnTo>
                    <a:pt x="29" y="161"/>
                  </a:lnTo>
                  <a:lnTo>
                    <a:pt x="27" y="159"/>
                  </a:lnTo>
                  <a:lnTo>
                    <a:pt x="24" y="158"/>
                  </a:lnTo>
                  <a:lnTo>
                    <a:pt x="22" y="155"/>
                  </a:lnTo>
                  <a:lnTo>
                    <a:pt x="20" y="152"/>
                  </a:lnTo>
                  <a:lnTo>
                    <a:pt x="18" y="149"/>
                  </a:lnTo>
                  <a:lnTo>
                    <a:pt x="16" y="147"/>
                  </a:lnTo>
                  <a:lnTo>
                    <a:pt x="13" y="144"/>
                  </a:lnTo>
                  <a:lnTo>
                    <a:pt x="11" y="142"/>
                  </a:lnTo>
                  <a:lnTo>
                    <a:pt x="9" y="139"/>
                  </a:lnTo>
                  <a:lnTo>
                    <a:pt x="8" y="136"/>
                  </a:lnTo>
                  <a:lnTo>
                    <a:pt x="6" y="133"/>
                  </a:lnTo>
                  <a:lnTo>
                    <a:pt x="5" y="130"/>
                  </a:lnTo>
                  <a:lnTo>
                    <a:pt x="4" y="127"/>
                  </a:lnTo>
                  <a:lnTo>
                    <a:pt x="3" y="124"/>
                  </a:lnTo>
                  <a:lnTo>
                    <a:pt x="2" y="121"/>
                  </a:lnTo>
                  <a:lnTo>
                    <a:pt x="1" y="118"/>
                  </a:lnTo>
                  <a:lnTo>
                    <a:pt x="1" y="114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22" name="Line 17">
              <a:extLst>
                <a:ext uri="{FF2B5EF4-FFF2-40B4-BE49-F238E27FC236}">
                  <a16:creationId xmlns:a16="http://schemas.microsoft.com/office/drawing/2014/main" id="{C911BF75-C3B6-4DA3-BBFE-A7BC6D28F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7663" y="3146425"/>
              <a:ext cx="27305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3" name="Line 18">
              <a:extLst>
                <a:ext uri="{FF2B5EF4-FFF2-40B4-BE49-F238E27FC236}">
                  <a16:creationId xmlns:a16="http://schemas.microsoft.com/office/drawing/2014/main" id="{52875CAA-20CA-41BD-A7B0-4B14EA6F28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7663" y="3421063"/>
              <a:ext cx="27305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4" name="Freeform 20">
              <a:extLst>
                <a:ext uri="{FF2B5EF4-FFF2-40B4-BE49-F238E27FC236}">
                  <a16:creationId xmlns:a16="http://schemas.microsoft.com/office/drawing/2014/main" id="{1B312C8C-E2A2-43FE-9AB4-18FB97432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025" y="3063875"/>
              <a:ext cx="546100" cy="217488"/>
            </a:xfrm>
            <a:custGeom>
              <a:avLst/>
              <a:gdLst>
                <a:gd name="T0" fmla="*/ 0 w 1719"/>
                <a:gd name="T1" fmla="*/ 0 h 685"/>
                <a:gd name="T2" fmla="*/ 0 w 1719"/>
                <a:gd name="T3" fmla="*/ 0 h 685"/>
                <a:gd name="T4" fmla="*/ 0 w 1719"/>
                <a:gd name="T5" fmla="*/ 0 h 685"/>
                <a:gd name="T6" fmla="*/ 0 w 1719"/>
                <a:gd name="T7" fmla="*/ 0 h 685"/>
                <a:gd name="T8" fmla="*/ 0 w 1719"/>
                <a:gd name="T9" fmla="*/ 0 h 685"/>
                <a:gd name="T10" fmla="*/ 0 w 1719"/>
                <a:gd name="T11" fmla="*/ 0 h 685"/>
                <a:gd name="T12" fmla="*/ 0 w 1719"/>
                <a:gd name="T13" fmla="*/ 0 h 685"/>
                <a:gd name="T14" fmla="*/ 0 w 1719"/>
                <a:gd name="T15" fmla="*/ 0 h 685"/>
                <a:gd name="T16" fmla="*/ 0 w 1719"/>
                <a:gd name="T17" fmla="*/ 0 h 685"/>
                <a:gd name="T18" fmla="*/ 0 w 1719"/>
                <a:gd name="T19" fmla="*/ 0 h 685"/>
                <a:gd name="T20" fmla="*/ 0 w 1719"/>
                <a:gd name="T21" fmla="*/ 0 h 685"/>
                <a:gd name="T22" fmla="*/ 0 w 1719"/>
                <a:gd name="T23" fmla="*/ 0 h 685"/>
                <a:gd name="T24" fmla="*/ 0 w 1719"/>
                <a:gd name="T25" fmla="*/ 0 h 685"/>
                <a:gd name="T26" fmla="*/ 0 w 1719"/>
                <a:gd name="T27" fmla="*/ 0 h 685"/>
                <a:gd name="T28" fmla="*/ 0 w 1719"/>
                <a:gd name="T29" fmla="*/ 0 h 685"/>
                <a:gd name="T30" fmla="*/ 0 w 1719"/>
                <a:gd name="T31" fmla="*/ 0 h 685"/>
                <a:gd name="T32" fmla="*/ 0 w 1719"/>
                <a:gd name="T33" fmla="*/ 0 h 685"/>
                <a:gd name="T34" fmla="*/ 0 w 1719"/>
                <a:gd name="T35" fmla="*/ 0 h 685"/>
                <a:gd name="T36" fmla="*/ 0 w 1719"/>
                <a:gd name="T37" fmla="*/ 0 h 685"/>
                <a:gd name="T38" fmla="*/ 0 w 1719"/>
                <a:gd name="T39" fmla="*/ 0 h 685"/>
                <a:gd name="T40" fmla="*/ 0 w 1719"/>
                <a:gd name="T41" fmla="*/ 0 h 685"/>
                <a:gd name="T42" fmla="*/ 0 w 1719"/>
                <a:gd name="T43" fmla="*/ 0 h 685"/>
                <a:gd name="T44" fmla="*/ 0 w 1719"/>
                <a:gd name="T45" fmla="*/ 0 h 685"/>
                <a:gd name="T46" fmla="*/ 0 w 1719"/>
                <a:gd name="T47" fmla="*/ 0 h 685"/>
                <a:gd name="T48" fmla="*/ 0 w 1719"/>
                <a:gd name="T49" fmla="*/ 0 h 685"/>
                <a:gd name="T50" fmla="*/ 0 w 1719"/>
                <a:gd name="T51" fmla="*/ 0 h 685"/>
                <a:gd name="T52" fmla="*/ 0 w 1719"/>
                <a:gd name="T53" fmla="*/ 0 h 685"/>
                <a:gd name="T54" fmla="*/ 0 w 1719"/>
                <a:gd name="T55" fmla="*/ 0 h 685"/>
                <a:gd name="T56" fmla="*/ 0 w 1719"/>
                <a:gd name="T57" fmla="*/ 0 h 685"/>
                <a:gd name="T58" fmla="*/ 0 w 1719"/>
                <a:gd name="T59" fmla="*/ 0 h 685"/>
                <a:gd name="T60" fmla="*/ 0 w 1719"/>
                <a:gd name="T61" fmla="*/ 0 h 685"/>
                <a:gd name="T62" fmla="*/ 0 w 1719"/>
                <a:gd name="T63" fmla="*/ 0 h 685"/>
                <a:gd name="T64" fmla="*/ 0 w 1719"/>
                <a:gd name="T65" fmla="*/ 0 h 685"/>
                <a:gd name="T66" fmla="*/ 0 w 1719"/>
                <a:gd name="T67" fmla="*/ 0 h 685"/>
                <a:gd name="T68" fmla="*/ 0 w 1719"/>
                <a:gd name="T69" fmla="*/ 0 h 685"/>
                <a:gd name="T70" fmla="*/ 0 w 1719"/>
                <a:gd name="T71" fmla="*/ 0 h 685"/>
                <a:gd name="T72" fmla="*/ 0 w 1719"/>
                <a:gd name="T73" fmla="*/ 0 h 685"/>
                <a:gd name="T74" fmla="*/ 0 w 1719"/>
                <a:gd name="T75" fmla="*/ 0 h 685"/>
                <a:gd name="T76" fmla="*/ 0 w 1719"/>
                <a:gd name="T77" fmla="*/ 0 h 685"/>
                <a:gd name="T78" fmla="*/ 0 w 1719"/>
                <a:gd name="T79" fmla="*/ 0 h 685"/>
                <a:gd name="T80" fmla="*/ 0 w 1719"/>
                <a:gd name="T81" fmla="*/ 0 h 685"/>
                <a:gd name="T82" fmla="*/ 0 w 1719"/>
                <a:gd name="T83" fmla="*/ 0 h 685"/>
                <a:gd name="T84" fmla="*/ 0 w 1719"/>
                <a:gd name="T85" fmla="*/ 0 h 685"/>
                <a:gd name="T86" fmla="*/ 0 w 1719"/>
                <a:gd name="T87" fmla="*/ 0 h 685"/>
                <a:gd name="T88" fmla="*/ 0 w 1719"/>
                <a:gd name="T89" fmla="*/ 0 h 685"/>
                <a:gd name="T90" fmla="*/ 0 w 1719"/>
                <a:gd name="T91" fmla="*/ 0 h 685"/>
                <a:gd name="T92" fmla="*/ 0 w 1719"/>
                <a:gd name="T93" fmla="*/ 0 h 685"/>
                <a:gd name="T94" fmla="*/ 0 w 1719"/>
                <a:gd name="T95" fmla="*/ 0 h 685"/>
                <a:gd name="T96" fmla="*/ 0 w 1719"/>
                <a:gd name="T97" fmla="*/ 0 h 685"/>
                <a:gd name="T98" fmla="*/ 0 w 1719"/>
                <a:gd name="T99" fmla="*/ 0 h 685"/>
                <a:gd name="T100" fmla="*/ 0 w 1719"/>
                <a:gd name="T101" fmla="*/ 0 h 685"/>
                <a:gd name="T102" fmla="*/ 0 w 1719"/>
                <a:gd name="T103" fmla="*/ 0 h 685"/>
                <a:gd name="T104" fmla="*/ 0 w 1719"/>
                <a:gd name="T105" fmla="*/ 0 h 685"/>
                <a:gd name="T106" fmla="*/ 0 w 1719"/>
                <a:gd name="T107" fmla="*/ 0 h 685"/>
                <a:gd name="T108" fmla="*/ 0 w 1719"/>
                <a:gd name="T109" fmla="*/ 0 h 685"/>
                <a:gd name="T110" fmla="*/ 0 w 1719"/>
                <a:gd name="T111" fmla="*/ 0 h 685"/>
                <a:gd name="T112" fmla="*/ 0 w 1719"/>
                <a:gd name="T113" fmla="*/ 0 h 685"/>
                <a:gd name="T114" fmla="*/ 0 w 1719"/>
                <a:gd name="T115" fmla="*/ 0 h 685"/>
                <a:gd name="T116" fmla="*/ 0 w 1719"/>
                <a:gd name="T117" fmla="*/ 0 h 685"/>
                <a:gd name="T118" fmla="*/ 0 w 1719"/>
                <a:gd name="T119" fmla="*/ 0 h 685"/>
                <a:gd name="T120" fmla="*/ 0 w 1719"/>
                <a:gd name="T121" fmla="*/ 0 h 6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19"/>
                <a:gd name="T184" fmla="*/ 0 h 685"/>
                <a:gd name="T185" fmla="*/ 1719 w 1719"/>
                <a:gd name="T186" fmla="*/ 685 h 685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19" h="685">
                  <a:moveTo>
                    <a:pt x="0" y="0"/>
                  </a:moveTo>
                  <a:lnTo>
                    <a:pt x="66" y="0"/>
                  </a:lnTo>
                  <a:lnTo>
                    <a:pt x="127" y="0"/>
                  </a:lnTo>
                  <a:lnTo>
                    <a:pt x="184" y="0"/>
                  </a:lnTo>
                  <a:lnTo>
                    <a:pt x="238" y="0"/>
                  </a:lnTo>
                  <a:lnTo>
                    <a:pt x="290" y="0"/>
                  </a:lnTo>
                  <a:lnTo>
                    <a:pt x="336" y="1"/>
                  </a:lnTo>
                  <a:lnTo>
                    <a:pt x="379" y="1"/>
                  </a:lnTo>
                  <a:lnTo>
                    <a:pt x="418" y="1"/>
                  </a:lnTo>
                  <a:lnTo>
                    <a:pt x="455" y="1"/>
                  </a:lnTo>
                  <a:lnTo>
                    <a:pt x="490" y="1"/>
                  </a:lnTo>
                  <a:lnTo>
                    <a:pt x="520" y="1"/>
                  </a:lnTo>
                  <a:lnTo>
                    <a:pt x="549" y="1"/>
                  </a:lnTo>
                  <a:lnTo>
                    <a:pt x="575" y="1"/>
                  </a:lnTo>
                  <a:lnTo>
                    <a:pt x="598" y="1"/>
                  </a:lnTo>
                  <a:lnTo>
                    <a:pt x="620" y="1"/>
                  </a:lnTo>
                  <a:lnTo>
                    <a:pt x="639" y="1"/>
                  </a:lnTo>
                  <a:lnTo>
                    <a:pt x="656" y="1"/>
                  </a:lnTo>
                  <a:lnTo>
                    <a:pt x="671" y="1"/>
                  </a:lnTo>
                  <a:lnTo>
                    <a:pt x="685" y="1"/>
                  </a:lnTo>
                  <a:lnTo>
                    <a:pt x="698" y="1"/>
                  </a:lnTo>
                  <a:lnTo>
                    <a:pt x="708" y="1"/>
                  </a:lnTo>
                  <a:lnTo>
                    <a:pt x="718" y="3"/>
                  </a:lnTo>
                  <a:lnTo>
                    <a:pt x="726" y="3"/>
                  </a:lnTo>
                  <a:lnTo>
                    <a:pt x="733" y="3"/>
                  </a:lnTo>
                  <a:lnTo>
                    <a:pt x="741" y="3"/>
                  </a:lnTo>
                  <a:lnTo>
                    <a:pt x="746" y="3"/>
                  </a:lnTo>
                  <a:lnTo>
                    <a:pt x="751" y="3"/>
                  </a:lnTo>
                  <a:lnTo>
                    <a:pt x="757" y="4"/>
                  </a:lnTo>
                  <a:lnTo>
                    <a:pt x="761" y="4"/>
                  </a:lnTo>
                  <a:lnTo>
                    <a:pt x="765" y="4"/>
                  </a:lnTo>
                  <a:lnTo>
                    <a:pt x="770" y="4"/>
                  </a:lnTo>
                  <a:lnTo>
                    <a:pt x="775" y="5"/>
                  </a:lnTo>
                  <a:lnTo>
                    <a:pt x="780" y="5"/>
                  </a:lnTo>
                  <a:lnTo>
                    <a:pt x="785" y="5"/>
                  </a:lnTo>
                  <a:lnTo>
                    <a:pt x="788" y="6"/>
                  </a:lnTo>
                  <a:lnTo>
                    <a:pt x="792" y="6"/>
                  </a:lnTo>
                  <a:lnTo>
                    <a:pt x="796" y="6"/>
                  </a:lnTo>
                  <a:lnTo>
                    <a:pt x="800" y="6"/>
                  </a:lnTo>
                  <a:lnTo>
                    <a:pt x="803" y="6"/>
                  </a:lnTo>
                  <a:lnTo>
                    <a:pt x="806" y="7"/>
                  </a:lnTo>
                  <a:lnTo>
                    <a:pt x="808" y="7"/>
                  </a:lnTo>
                  <a:lnTo>
                    <a:pt x="811" y="7"/>
                  </a:lnTo>
                  <a:lnTo>
                    <a:pt x="814" y="7"/>
                  </a:lnTo>
                  <a:lnTo>
                    <a:pt x="817" y="7"/>
                  </a:lnTo>
                  <a:lnTo>
                    <a:pt x="819" y="8"/>
                  </a:lnTo>
                  <a:lnTo>
                    <a:pt x="822" y="8"/>
                  </a:lnTo>
                  <a:lnTo>
                    <a:pt x="824" y="8"/>
                  </a:lnTo>
                  <a:lnTo>
                    <a:pt x="826" y="8"/>
                  </a:lnTo>
                  <a:lnTo>
                    <a:pt x="829" y="9"/>
                  </a:lnTo>
                  <a:lnTo>
                    <a:pt x="831" y="9"/>
                  </a:lnTo>
                  <a:lnTo>
                    <a:pt x="835" y="9"/>
                  </a:lnTo>
                  <a:lnTo>
                    <a:pt x="837" y="9"/>
                  </a:lnTo>
                  <a:lnTo>
                    <a:pt x="839" y="10"/>
                  </a:lnTo>
                  <a:lnTo>
                    <a:pt x="842" y="10"/>
                  </a:lnTo>
                  <a:lnTo>
                    <a:pt x="844" y="10"/>
                  </a:lnTo>
                  <a:lnTo>
                    <a:pt x="847" y="11"/>
                  </a:lnTo>
                  <a:lnTo>
                    <a:pt x="850" y="11"/>
                  </a:lnTo>
                  <a:lnTo>
                    <a:pt x="854" y="12"/>
                  </a:lnTo>
                  <a:lnTo>
                    <a:pt x="857" y="12"/>
                  </a:lnTo>
                  <a:lnTo>
                    <a:pt x="860" y="13"/>
                  </a:lnTo>
                  <a:lnTo>
                    <a:pt x="864" y="13"/>
                  </a:lnTo>
                  <a:lnTo>
                    <a:pt x="868" y="14"/>
                  </a:lnTo>
                  <a:lnTo>
                    <a:pt x="874" y="14"/>
                  </a:lnTo>
                  <a:lnTo>
                    <a:pt x="878" y="15"/>
                  </a:lnTo>
                  <a:lnTo>
                    <a:pt x="882" y="15"/>
                  </a:lnTo>
                  <a:lnTo>
                    <a:pt x="886" y="16"/>
                  </a:lnTo>
                  <a:lnTo>
                    <a:pt x="891" y="17"/>
                  </a:lnTo>
                  <a:lnTo>
                    <a:pt x="894" y="17"/>
                  </a:lnTo>
                  <a:lnTo>
                    <a:pt x="898" y="18"/>
                  </a:lnTo>
                  <a:lnTo>
                    <a:pt x="901" y="18"/>
                  </a:lnTo>
                  <a:lnTo>
                    <a:pt x="904" y="19"/>
                  </a:lnTo>
                  <a:lnTo>
                    <a:pt x="907" y="19"/>
                  </a:lnTo>
                  <a:lnTo>
                    <a:pt x="910" y="20"/>
                  </a:lnTo>
                  <a:lnTo>
                    <a:pt x="913" y="20"/>
                  </a:lnTo>
                  <a:lnTo>
                    <a:pt x="915" y="20"/>
                  </a:lnTo>
                  <a:lnTo>
                    <a:pt x="919" y="22"/>
                  </a:lnTo>
                  <a:lnTo>
                    <a:pt x="921" y="22"/>
                  </a:lnTo>
                  <a:lnTo>
                    <a:pt x="924" y="23"/>
                  </a:lnTo>
                  <a:lnTo>
                    <a:pt x="926" y="23"/>
                  </a:lnTo>
                  <a:lnTo>
                    <a:pt x="928" y="24"/>
                  </a:lnTo>
                  <a:lnTo>
                    <a:pt x="932" y="25"/>
                  </a:lnTo>
                  <a:lnTo>
                    <a:pt x="934" y="25"/>
                  </a:lnTo>
                  <a:lnTo>
                    <a:pt x="936" y="26"/>
                  </a:lnTo>
                  <a:lnTo>
                    <a:pt x="939" y="26"/>
                  </a:lnTo>
                  <a:lnTo>
                    <a:pt x="942" y="27"/>
                  </a:lnTo>
                  <a:lnTo>
                    <a:pt x="944" y="28"/>
                  </a:lnTo>
                  <a:lnTo>
                    <a:pt x="947" y="29"/>
                  </a:lnTo>
                  <a:lnTo>
                    <a:pt x="951" y="30"/>
                  </a:lnTo>
                  <a:lnTo>
                    <a:pt x="954" y="31"/>
                  </a:lnTo>
                  <a:lnTo>
                    <a:pt x="958" y="32"/>
                  </a:lnTo>
                  <a:lnTo>
                    <a:pt x="961" y="34"/>
                  </a:lnTo>
                  <a:lnTo>
                    <a:pt x="966" y="35"/>
                  </a:lnTo>
                  <a:lnTo>
                    <a:pt x="971" y="36"/>
                  </a:lnTo>
                  <a:lnTo>
                    <a:pt x="975" y="37"/>
                  </a:lnTo>
                  <a:lnTo>
                    <a:pt x="980" y="39"/>
                  </a:lnTo>
                  <a:lnTo>
                    <a:pt x="985" y="41"/>
                  </a:lnTo>
                  <a:lnTo>
                    <a:pt x="991" y="43"/>
                  </a:lnTo>
                  <a:lnTo>
                    <a:pt x="995" y="44"/>
                  </a:lnTo>
                  <a:lnTo>
                    <a:pt x="999" y="46"/>
                  </a:lnTo>
                  <a:lnTo>
                    <a:pt x="1003" y="47"/>
                  </a:lnTo>
                  <a:lnTo>
                    <a:pt x="1009" y="48"/>
                  </a:lnTo>
                  <a:lnTo>
                    <a:pt x="1013" y="49"/>
                  </a:lnTo>
                  <a:lnTo>
                    <a:pt x="1016" y="50"/>
                  </a:lnTo>
                  <a:lnTo>
                    <a:pt x="1019" y="51"/>
                  </a:lnTo>
                  <a:lnTo>
                    <a:pt x="1022" y="52"/>
                  </a:lnTo>
                  <a:lnTo>
                    <a:pt x="1026" y="53"/>
                  </a:lnTo>
                  <a:lnTo>
                    <a:pt x="1029" y="54"/>
                  </a:lnTo>
                  <a:lnTo>
                    <a:pt x="1032" y="55"/>
                  </a:lnTo>
                  <a:lnTo>
                    <a:pt x="1034" y="56"/>
                  </a:lnTo>
                  <a:lnTo>
                    <a:pt x="1037" y="57"/>
                  </a:lnTo>
                  <a:lnTo>
                    <a:pt x="1039" y="58"/>
                  </a:lnTo>
                  <a:lnTo>
                    <a:pt x="1041" y="59"/>
                  </a:lnTo>
                  <a:lnTo>
                    <a:pt x="1044" y="61"/>
                  </a:lnTo>
                  <a:lnTo>
                    <a:pt x="1047" y="62"/>
                  </a:lnTo>
                  <a:lnTo>
                    <a:pt x="1049" y="63"/>
                  </a:lnTo>
                  <a:lnTo>
                    <a:pt x="1052" y="64"/>
                  </a:lnTo>
                  <a:lnTo>
                    <a:pt x="1055" y="65"/>
                  </a:lnTo>
                  <a:lnTo>
                    <a:pt x="1058" y="66"/>
                  </a:lnTo>
                  <a:lnTo>
                    <a:pt x="1060" y="67"/>
                  </a:lnTo>
                  <a:lnTo>
                    <a:pt x="1063" y="68"/>
                  </a:lnTo>
                  <a:lnTo>
                    <a:pt x="1067" y="70"/>
                  </a:lnTo>
                  <a:lnTo>
                    <a:pt x="1070" y="71"/>
                  </a:lnTo>
                  <a:lnTo>
                    <a:pt x="1073" y="73"/>
                  </a:lnTo>
                  <a:lnTo>
                    <a:pt x="1076" y="74"/>
                  </a:lnTo>
                  <a:lnTo>
                    <a:pt x="1080" y="76"/>
                  </a:lnTo>
                  <a:lnTo>
                    <a:pt x="1085" y="80"/>
                  </a:lnTo>
                  <a:lnTo>
                    <a:pt x="1089" y="82"/>
                  </a:lnTo>
                  <a:lnTo>
                    <a:pt x="1093" y="84"/>
                  </a:lnTo>
                  <a:lnTo>
                    <a:pt x="1097" y="86"/>
                  </a:lnTo>
                  <a:lnTo>
                    <a:pt x="1102" y="88"/>
                  </a:lnTo>
                  <a:lnTo>
                    <a:pt x="1107" y="90"/>
                  </a:lnTo>
                  <a:lnTo>
                    <a:pt x="1110" y="92"/>
                  </a:lnTo>
                  <a:lnTo>
                    <a:pt x="1114" y="94"/>
                  </a:lnTo>
                  <a:lnTo>
                    <a:pt x="1117" y="95"/>
                  </a:lnTo>
                  <a:lnTo>
                    <a:pt x="1120" y="97"/>
                  </a:lnTo>
                  <a:lnTo>
                    <a:pt x="1123" y="98"/>
                  </a:lnTo>
                  <a:lnTo>
                    <a:pt x="1126" y="101"/>
                  </a:lnTo>
                  <a:lnTo>
                    <a:pt x="1129" y="102"/>
                  </a:lnTo>
                  <a:lnTo>
                    <a:pt x="1131" y="103"/>
                  </a:lnTo>
                  <a:lnTo>
                    <a:pt x="1133" y="104"/>
                  </a:lnTo>
                  <a:lnTo>
                    <a:pt x="1135" y="105"/>
                  </a:lnTo>
                  <a:lnTo>
                    <a:pt x="1138" y="106"/>
                  </a:lnTo>
                  <a:lnTo>
                    <a:pt x="1140" y="108"/>
                  </a:lnTo>
                  <a:lnTo>
                    <a:pt x="1144" y="109"/>
                  </a:lnTo>
                  <a:lnTo>
                    <a:pt x="1146" y="110"/>
                  </a:lnTo>
                  <a:lnTo>
                    <a:pt x="1148" y="111"/>
                  </a:lnTo>
                  <a:lnTo>
                    <a:pt x="1150" y="112"/>
                  </a:lnTo>
                  <a:lnTo>
                    <a:pt x="1152" y="113"/>
                  </a:lnTo>
                  <a:lnTo>
                    <a:pt x="1154" y="114"/>
                  </a:lnTo>
                  <a:lnTo>
                    <a:pt x="1157" y="115"/>
                  </a:lnTo>
                  <a:lnTo>
                    <a:pt x="1159" y="117"/>
                  </a:lnTo>
                  <a:lnTo>
                    <a:pt x="1162" y="119"/>
                  </a:lnTo>
                  <a:lnTo>
                    <a:pt x="1165" y="120"/>
                  </a:lnTo>
                  <a:lnTo>
                    <a:pt x="1168" y="122"/>
                  </a:lnTo>
                  <a:lnTo>
                    <a:pt x="1170" y="123"/>
                  </a:lnTo>
                  <a:lnTo>
                    <a:pt x="1174" y="126"/>
                  </a:lnTo>
                  <a:lnTo>
                    <a:pt x="1177" y="128"/>
                  </a:lnTo>
                  <a:lnTo>
                    <a:pt x="1181" y="130"/>
                  </a:lnTo>
                  <a:lnTo>
                    <a:pt x="1185" y="132"/>
                  </a:lnTo>
                  <a:lnTo>
                    <a:pt x="1189" y="134"/>
                  </a:lnTo>
                  <a:lnTo>
                    <a:pt x="1193" y="136"/>
                  </a:lnTo>
                  <a:lnTo>
                    <a:pt x="1197" y="139"/>
                  </a:lnTo>
                  <a:lnTo>
                    <a:pt x="1201" y="141"/>
                  </a:lnTo>
                  <a:lnTo>
                    <a:pt x="1204" y="142"/>
                  </a:lnTo>
                  <a:lnTo>
                    <a:pt x="1207" y="144"/>
                  </a:lnTo>
                  <a:lnTo>
                    <a:pt x="1210" y="146"/>
                  </a:lnTo>
                  <a:lnTo>
                    <a:pt x="1213" y="147"/>
                  </a:lnTo>
                  <a:lnTo>
                    <a:pt x="1215" y="149"/>
                  </a:lnTo>
                  <a:lnTo>
                    <a:pt x="1217" y="150"/>
                  </a:lnTo>
                  <a:lnTo>
                    <a:pt x="1221" y="151"/>
                  </a:lnTo>
                  <a:lnTo>
                    <a:pt x="1223" y="152"/>
                  </a:lnTo>
                  <a:lnTo>
                    <a:pt x="1225" y="154"/>
                  </a:lnTo>
                  <a:lnTo>
                    <a:pt x="1227" y="155"/>
                  </a:lnTo>
                  <a:lnTo>
                    <a:pt x="1228" y="156"/>
                  </a:lnTo>
                  <a:lnTo>
                    <a:pt x="1230" y="158"/>
                  </a:lnTo>
                  <a:lnTo>
                    <a:pt x="1232" y="159"/>
                  </a:lnTo>
                  <a:lnTo>
                    <a:pt x="1235" y="160"/>
                  </a:lnTo>
                  <a:lnTo>
                    <a:pt x="1236" y="161"/>
                  </a:lnTo>
                  <a:lnTo>
                    <a:pt x="1239" y="162"/>
                  </a:lnTo>
                  <a:lnTo>
                    <a:pt x="1241" y="163"/>
                  </a:lnTo>
                  <a:lnTo>
                    <a:pt x="1243" y="164"/>
                  </a:lnTo>
                  <a:lnTo>
                    <a:pt x="1245" y="165"/>
                  </a:lnTo>
                  <a:lnTo>
                    <a:pt x="1246" y="167"/>
                  </a:lnTo>
                  <a:lnTo>
                    <a:pt x="1248" y="168"/>
                  </a:lnTo>
                  <a:lnTo>
                    <a:pt x="1250" y="170"/>
                  </a:lnTo>
                  <a:lnTo>
                    <a:pt x="1253" y="172"/>
                  </a:lnTo>
                  <a:lnTo>
                    <a:pt x="1255" y="173"/>
                  </a:lnTo>
                  <a:lnTo>
                    <a:pt x="1257" y="175"/>
                  </a:lnTo>
                  <a:lnTo>
                    <a:pt x="1261" y="177"/>
                  </a:lnTo>
                  <a:lnTo>
                    <a:pt x="1263" y="179"/>
                  </a:lnTo>
                  <a:lnTo>
                    <a:pt x="1266" y="181"/>
                  </a:lnTo>
                  <a:lnTo>
                    <a:pt x="1269" y="183"/>
                  </a:lnTo>
                  <a:lnTo>
                    <a:pt x="1272" y="185"/>
                  </a:lnTo>
                  <a:lnTo>
                    <a:pt x="1275" y="187"/>
                  </a:lnTo>
                  <a:lnTo>
                    <a:pt x="1280" y="188"/>
                  </a:lnTo>
                  <a:lnTo>
                    <a:pt x="1282" y="190"/>
                  </a:lnTo>
                  <a:lnTo>
                    <a:pt x="1285" y="192"/>
                  </a:lnTo>
                  <a:lnTo>
                    <a:pt x="1287" y="193"/>
                  </a:lnTo>
                  <a:lnTo>
                    <a:pt x="1289" y="194"/>
                  </a:lnTo>
                  <a:lnTo>
                    <a:pt x="1291" y="197"/>
                  </a:lnTo>
                  <a:lnTo>
                    <a:pt x="1293" y="198"/>
                  </a:lnTo>
                  <a:lnTo>
                    <a:pt x="1295" y="199"/>
                  </a:lnTo>
                  <a:lnTo>
                    <a:pt x="1296" y="200"/>
                  </a:lnTo>
                  <a:lnTo>
                    <a:pt x="1299" y="201"/>
                  </a:lnTo>
                  <a:lnTo>
                    <a:pt x="1300" y="202"/>
                  </a:lnTo>
                  <a:lnTo>
                    <a:pt x="1302" y="203"/>
                  </a:lnTo>
                  <a:lnTo>
                    <a:pt x="1303" y="204"/>
                  </a:lnTo>
                  <a:lnTo>
                    <a:pt x="1304" y="205"/>
                  </a:lnTo>
                  <a:lnTo>
                    <a:pt x="1306" y="206"/>
                  </a:lnTo>
                  <a:lnTo>
                    <a:pt x="1307" y="207"/>
                  </a:lnTo>
                  <a:lnTo>
                    <a:pt x="1308" y="208"/>
                  </a:lnTo>
                  <a:lnTo>
                    <a:pt x="1310" y="209"/>
                  </a:lnTo>
                  <a:lnTo>
                    <a:pt x="1311" y="210"/>
                  </a:lnTo>
                  <a:lnTo>
                    <a:pt x="1312" y="211"/>
                  </a:lnTo>
                  <a:lnTo>
                    <a:pt x="1313" y="212"/>
                  </a:lnTo>
                  <a:lnTo>
                    <a:pt x="1315" y="213"/>
                  </a:lnTo>
                  <a:lnTo>
                    <a:pt x="1317" y="216"/>
                  </a:lnTo>
                  <a:lnTo>
                    <a:pt x="1319" y="217"/>
                  </a:lnTo>
                  <a:lnTo>
                    <a:pt x="1320" y="218"/>
                  </a:lnTo>
                  <a:lnTo>
                    <a:pt x="1322" y="220"/>
                  </a:lnTo>
                  <a:lnTo>
                    <a:pt x="1325" y="221"/>
                  </a:lnTo>
                  <a:lnTo>
                    <a:pt x="1327" y="223"/>
                  </a:lnTo>
                  <a:lnTo>
                    <a:pt x="1329" y="224"/>
                  </a:lnTo>
                  <a:lnTo>
                    <a:pt x="1331" y="226"/>
                  </a:lnTo>
                  <a:lnTo>
                    <a:pt x="1333" y="228"/>
                  </a:lnTo>
                  <a:lnTo>
                    <a:pt x="1336" y="229"/>
                  </a:lnTo>
                  <a:lnTo>
                    <a:pt x="1338" y="231"/>
                  </a:lnTo>
                  <a:lnTo>
                    <a:pt x="1339" y="232"/>
                  </a:lnTo>
                  <a:lnTo>
                    <a:pt x="1341" y="233"/>
                  </a:lnTo>
                  <a:lnTo>
                    <a:pt x="1343" y="234"/>
                  </a:lnTo>
                  <a:lnTo>
                    <a:pt x="1344" y="237"/>
                  </a:lnTo>
                  <a:lnTo>
                    <a:pt x="1346" y="238"/>
                  </a:lnTo>
                  <a:lnTo>
                    <a:pt x="1347" y="239"/>
                  </a:lnTo>
                  <a:lnTo>
                    <a:pt x="1348" y="240"/>
                  </a:lnTo>
                  <a:lnTo>
                    <a:pt x="1350" y="241"/>
                  </a:lnTo>
                  <a:lnTo>
                    <a:pt x="1351" y="242"/>
                  </a:lnTo>
                  <a:lnTo>
                    <a:pt x="1352" y="242"/>
                  </a:lnTo>
                  <a:lnTo>
                    <a:pt x="1353" y="243"/>
                  </a:lnTo>
                  <a:lnTo>
                    <a:pt x="1354" y="244"/>
                  </a:lnTo>
                  <a:lnTo>
                    <a:pt x="1357" y="245"/>
                  </a:lnTo>
                  <a:lnTo>
                    <a:pt x="1358" y="246"/>
                  </a:lnTo>
                  <a:lnTo>
                    <a:pt x="1359" y="247"/>
                  </a:lnTo>
                  <a:lnTo>
                    <a:pt x="1360" y="248"/>
                  </a:lnTo>
                  <a:lnTo>
                    <a:pt x="1361" y="249"/>
                  </a:lnTo>
                  <a:lnTo>
                    <a:pt x="1363" y="249"/>
                  </a:lnTo>
                  <a:lnTo>
                    <a:pt x="1364" y="250"/>
                  </a:lnTo>
                  <a:lnTo>
                    <a:pt x="1365" y="251"/>
                  </a:lnTo>
                  <a:lnTo>
                    <a:pt x="1367" y="252"/>
                  </a:lnTo>
                  <a:lnTo>
                    <a:pt x="1370" y="255"/>
                  </a:lnTo>
                  <a:lnTo>
                    <a:pt x="1371" y="256"/>
                  </a:lnTo>
                  <a:lnTo>
                    <a:pt x="1373" y="257"/>
                  </a:lnTo>
                  <a:lnTo>
                    <a:pt x="1376" y="258"/>
                  </a:lnTo>
                  <a:lnTo>
                    <a:pt x="1378" y="261"/>
                  </a:lnTo>
                  <a:lnTo>
                    <a:pt x="1380" y="262"/>
                  </a:lnTo>
                  <a:lnTo>
                    <a:pt x="1382" y="264"/>
                  </a:lnTo>
                  <a:lnTo>
                    <a:pt x="1385" y="265"/>
                  </a:lnTo>
                  <a:lnTo>
                    <a:pt x="1387" y="267"/>
                  </a:lnTo>
                  <a:lnTo>
                    <a:pt x="1389" y="268"/>
                  </a:lnTo>
                  <a:lnTo>
                    <a:pt x="1392" y="270"/>
                  </a:lnTo>
                  <a:lnTo>
                    <a:pt x="1395" y="271"/>
                  </a:lnTo>
                  <a:lnTo>
                    <a:pt x="1397" y="274"/>
                  </a:lnTo>
                  <a:lnTo>
                    <a:pt x="1398" y="275"/>
                  </a:lnTo>
                  <a:lnTo>
                    <a:pt x="1400" y="276"/>
                  </a:lnTo>
                  <a:lnTo>
                    <a:pt x="1402" y="277"/>
                  </a:lnTo>
                  <a:lnTo>
                    <a:pt x="1403" y="279"/>
                  </a:lnTo>
                  <a:lnTo>
                    <a:pt x="1405" y="280"/>
                  </a:lnTo>
                  <a:lnTo>
                    <a:pt x="1406" y="281"/>
                  </a:lnTo>
                  <a:lnTo>
                    <a:pt x="1407" y="282"/>
                  </a:lnTo>
                  <a:lnTo>
                    <a:pt x="1409" y="283"/>
                  </a:lnTo>
                  <a:lnTo>
                    <a:pt x="1410" y="284"/>
                  </a:lnTo>
                  <a:lnTo>
                    <a:pt x="1411" y="285"/>
                  </a:lnTo>
                  <a:lnTo>
                    <a:pt x="1415" y="286"/>
                  </a:lnTo>
                  <a:lnTo>
                    <a:pt x="1416" y="287"/>
                  </a:lnTo>
                  <a:lnTo>
                    <a:pt x="1417" y="289"/>
                  </a:lnTo>
                  <a:lnTo>
                    <a:pt x="1419" y="290"/>
                  </a:lnTo>
                  <a:lnTo>
                    <a:pt x="1420" y="291"/>
                  </a:lnTo>
                  <a:lnTo>
                    <a:pt x="1421" y="294"/>
                  </a:lnTo>
                  <a:lnTo>
                    <a:pt x="1423" y="295"/>
                  </a:lnTo>
                  <a:lnTo>
                    <a:pt x="1424" y="297"/>
                  </a:lnTo>
                  <a:lnTo>
                    <a:pt x="1426" y="298"/>
                  </a:lnTo>
                  <a:lnTo>
                    <a:pt x="1428" y="300"/>
                  </a:lnTo>
                  <a:lnTo>
                    <a:pt x="1429" y="302"/>
                  </a:lnTo>
                  <a:lnTo>
                    <a:pt x="1431" y="305"/>
                  </a:lnTo>
                  <a:lnTo>
                    <a:pt x="1434" y="307"/>
                  </a:lnTo>
                  <a:lnTo>
                    <a:pt x="1436" y="309"/>
                  </a:lnTo>
                  <a:lnTo>
                    <a:pt x="1439" y="311"/>
                  </a:lnTo>
                  <a:lnTo>
                    <a:pt x="1441" y="315"/>
                  </a:lnTo>
                  <a:lnTo>
                    <a:pt x="1444" y="318"/>
                  </a:lnTo>
                  <a:lnTo>
                    <a:pt x="1446" y="320"/>
                  </a:lnTo>
                  <a:lnTo>
                    <a:pt x="1449" y="323"/>
                  </a:lnTo>
                  <a:lnTo>
                    <a:pt x="1452" y="325"/>
                  </a:lnTo>
                  <a:lnTo>
                    <a:pt x="1454" y="328"/>
                  </a:lnTo>
                  <a:lnTo>
                    <a:pt x="1456" y="330"/>
                  </a:lnTo>
                  <a:lnTo>
                    <a:pt x="1458" y="333"/>
                  </a:lnTo>
                  <a:lnTo>
                    <a:pt x="1461" y="335"/>
                  </a:lnTo>
                  <a:lnTo>
                    <a:pt x="1463" y="337"/>
                  </a:lnTo>
                  <a:lnTo>
                    <a:pt x="1464" y="338"/>
                  </a:lnTo>
                  <a:lnTo>
                    <a:pt x="1466" y="340"/>
                  </a:lnTo>
                  <a:lnTo>
                    <a:pt x="1467" y="342"/>
                  </a:lnTo>
                  <a:lnTo>
                    <a:pt x="1469" y="343"/>
                  </a:lnTo>
                  <a:lnTo>
                    <a:pt x="1470" y="345"/>
                  </a:lnTo>
                  <a:lnTo>
                    <a:pt x="1473" y="347"/>
                  </a:lnTo>
                  <a:lnTo>
                    <a:pt x="1474" y="348"/>
                  </a:lnTo>
                  <a:lnTo>
                    <a:pt x="1476" y="352"/>
                  </a:lnTo>
                  <a:lnTo>
                    <a:pt x="1477" y="353"/>
                  </a:lnTo>
                  <a:lnTo>
                    <a:pt x="1479" y="355"/>
                  </a:lnTo>
                  <a:lnTo>
                    <a:pt x="1480" y="357"/>
                  </a:lnTo>
                  <a:lnTo>
                    <a:pt x="1482" y="359"/>
                  </a:lnTo>
                  <a:lnTo>
                    <a:pt x="1483" y="361"/>
                  </a:lnTo>
                  <a:lnTo>
                    <a:pt x="1485" y="363"/>
                  </a:lnTo>
                  <a:lnTo>
                    <a:pt x="1487" y="365"/>
                  </a:lnTo>
                  <a:lnTo>
                    <a:pt x="1489" y="367"/>
                  </a:lnTo>
                  <a:lnTo>
                    <a:pt x="1492" y="369"/>
                  </a:lnTo>
                  <a:lnTo>
                    <a:pt x="1494" y="373"/>
                  </a:lnTo>
                  <a:lnTo>
                    <a:pt x="1496" y="375"/>
                  </a:lnTo>
                  <a:lnTo>
                    <a:pt x="1498" y="378"/>
                  </a:lnTo>
                  <a:lnTo>
                    <a:pt x="1501" y="381"/>
                  </a:lnTo>
                  <a:lnTo>
                    <a:pt x="1505" y="385"/>
                  </a:lnTo>
                  <a:lnTo>
                    <a:pt x="1507" y="388"/>
                  </a:lnTo>
                  <a:lnTo>
                    <a:pt x="1512" y="393"/>
                  </a:lnTo>
                  <a:lnTo>
                    <a:pt x="1515" y="397"/>
                  </a:lnTo>
                  <a:lnTo>
                    <a:pt x="1517" y="401"/>
                  </a:lnTo>
                  <a:lnTo>
                    <a:pt x="1520" y="404"/>
                  </a:lnTo>
                  <a:lnTo>
                    <a:pt x="1523" y="407"/>
                  </a:lnTo>
                  <a:lnTo>
                    <a:pt x="1525" y="411"/>
                  </a:lnTo>
                  <a:lnTo>
                    <a:pt x="1527" y="413"/>
                  </a:lnTo>
                  <a:lnTo>
                    <a:pt x="1530" y="416"/>
                  </a:lnTo>
                  <a:lnTo>
                    <a:pt x="1532" y="418"/>
                  </a:lnTo>
                  <a:lnTo>
                    <a:pt x="1534" y="421"/>
                  </a:lnTo>
                  <a:lnTo>
                    <a:pt x="1536" y="423"/>
                  </a:lnTo>
                  <a:lnTo>
                    <a:pt x="1538" y="425"/>
                  </a:lnTo>
                  <a:lnTo>
                    <a:pt x="1539" y="427"/>
                  </a:lnTo>
                  <a:lnTo>
                    <a:pt x="1541" y="430"/>
                  </a:lnTo>
                  <a:lnTo>
                    <a:pt x="1543" y="432"/>
                  </a:lnTo>
                  <a:lnTo>
                    <a:pt x="1544" y="434"/>
                  </a:lnTo>
                  <a:lnTo>
                    <a:pt x="1546" y="436"/>
                  </a:lnTo>
                  <a:lnTo>
                    <a:pt x="1547" y="438"/>
                  </a:lnTo>
                  <a:lnTo>
                    <a:pt x="1551" y="442"/>
                  </a:lnTo>
                  <a:lnTo>
                    <a:pt x="1552" y="444"/>
                  </a:lnTo>
                  <a:lnTo>
                    <a:pt x="1554" y="446"/>
                  </a:lnTo>
                  <a:lnTo>
                    <a:pt x="1556" y="449"/>
                  </a:lnTo>
                  <a:lnTo>
                    <a:pt x="1557" y="452"/>
                  </a:lnTo>
                  <a:lnTo>
                    <a:pt x="1559" y="454"/>
                  </a:lnTo>
                  <a:lnTo>
                    <a:pt x="1561" y="457"/>
                  </a:lnTo>
                  <a:lnTo>
                    <a:pt x="1563" y="460"/>
                  </a:lnTo>
                  <a:lnTo>
                    <a:pt x="1565" y="462"/>
                  </a:lnTo>
                  <a:lnTo>
                    <a:pt x="1569" y="466"/>
                  </a:lnTo>
                  <a:lnTo>
                    <a:pt x="1571" y="470"/>
                  </a:lnTo>
                  <a:lnTo>
                    <a:pt x="1574" y="473"/>
                  </a:lnTo>
                  <a:lnTo>
                    <a:pt x="1576" y="477"/>
                  </a:lnTo>
                  <a:lnTo>
                    <a:pt x="1579" y="481"/>
                  </a:lnTo>
                  <a:lnTo>
                    <a:pt x="1582" y="486"/>
                  </a:lnTo>
                  <a:lnTo>
                    <a:pt x="1585" y="492"/>
                  </a:lnTo>
                  <a:lnTo>
                    <a:pt x="1589" y="496"/>
                  </a:lnTo>
                  <a:lnTo>
                    <a:pt x="1592" y="499"/>
                  </a:lnTo>
                  <a:lnTo>
                    <a:pt x="1595" y="503"/>
                  </a:lnTo>
                  <a:lnTo>
                    <a:pt x="1598" y="507"/>
                  </a:lnTo>
                  <a:lnTo>
                    <a:pt x="1600" y="510"/>
                  </a:lnTo>
                  <a:lnTo>
                    <a:pt x="1602" y="513"/>
                  </a:lnTo>
                  <a:lnTo>
                    <a:pt x="1604" y="516"/>
                  </a:lnTo>
                  <a:lnTo>
                    <a:pt x="1607" y="519"/>
                  </a:lnTo>
                  <a:lnTo>
                    <a:pt x="1609" y="521"/>
                  </a:lnTo>
                  <a:lnTo>
                    <a:pt x="1610" y="524"/>
                  </a:lnTo>
                  <a:lnTo>
                    <a:pt x="1612" y="527"/>
                  </a:lnTo>
                  <a:lnTo>
                    <a:pt x="1614" y="529"/>
                  </a:lnTo>
                  <a:lnTo>
                    <a:pt x="1615" y="533"/>
                  </a:lnTo>
                  <a:lnTo>
                    <a:pt x="1617" y="535"/>
                  </a:lnTo>
                  <a:lnTo>
                    <a:pt x="1618" y="537"/>
                  </a:lnTo>
                  <a:lnTo>
                    <a:pt x="1620" y="539"/>
                  </a:lnTo>
                  <a:lnTo>
                    <a:pt x="1622" y="542"/>
                  </a:lnTo>
                  <a:lnTo>
                    <a:pt x="1623" y="544"/>
                  </a:lnTo>
                  <a:lnTo>
                    <a:pt x="1625" y="547"/>
                  </a:lnTo>
                  <a:lnTo>
                    <a:pt x="1628" y="550"/>
                  </a:lnTo>
                  <a:lnTo>
                    <a:pt x="1630" y="552"/>
                  </a:lnTo>
                  <a:lnTo>
                    <a:pt x="1632" y="555"/>
                  </a:lnTo>
                  <a:lnTo>
                    <a:pt x="1634" y="558"/>
                  </a:lnTo>
                  <a:lnTo>
                    <a:pt x="1636" y="561"/>
                  </a:lnTo>
                  <a:lnTo>
                    <a:pt x="1638" y="564"/>
                  </a:lnTo>
                  <a:lnTo>
                    <a:pt x="1641" y="568"/>
                  </a:lnTo>
                  <a:lnTo>
                    <a:pt x="1644" y="571"/>
                  </a:lnTo>
                  <a:lnTo>
                    <a:pt x="1647" y="576"/>
                  </a:lnTo>
                  <a:lnTo>
                    <a:pt x="1650" y="580"/>
                  </a:lnTo>
                  <a:lnTo>
                    <a:pt x="1653" y="585"/>
                  </a:lnTo>
                  <a:lnTo>
                    <a:pt x="1656" y="589"/>
                  </a:lnTo>
                  <a:lnTo>
                    <a:pt x="1660" y="594"/>
                  </a:lnTo>
                  <a:lnTo>
                    <a:pt x="1663" y="598"/>
                  </a:lnTo>
                  <a:lnTo>
                    <a:pt x="1666" y="602"/>
                  </a:lnTo>
                  <a:lnTo>
                    <a:pt x="1669" y="606"/>
                  </a:lnTo>
                  <a:lnTo>
                    <a:pt x="1672" y="610"/>
                  </a:lnTo>
                  <a:lnTo>
                    <a:pt x="1674" y="613"/>
                  </a:lnTo>
                  <a:lnTo>
                    <a:pt x="1676" y="616"/>
                  </a:lnTo>
                  <a:lnTo>
                    <a:pt x="1678" y="620"/>
                  </a:lnTo>
                  <a:lnTo>
                    <a:pt x="1680" y="622"/>
                  </a:lnTo>
                  <a:lnTo>
                    <a:pt x="1682" y="626"/>
                  </a:lnTo>
                  <a:lnTo>
                    <a:pt x="1686" y="628"/>
                  </a:lnTo>
                  <a:lnTo>
                    <a:pt x="1687" y="631"/>
                  </a:lnTo>
                  <a:lnTo>
                    <a:pt x="1689" y="633"/>
                  </a:lnTo>
                  <a:lnTo>
                    <a:pt x="1690" y="635"/>
                  </a:lnTo>
                  <a:lnTo>
                    <a:pt x="1692" y="637"/>
                  </a:lnTo>
                  <a:lnTo>
                    <a:pt x="1693" y="639"/>
                  </a:lnTo>
                  <a:lnTo>
                    <a:pt x="1694" y="641"/>
                  </a:lnTo>
                  <a:lnTo>
                    <a:pt x="1696" y="645"/>
                  </a:lnTo>
                  <a:lnTo>
                    <a:pt x="1697" y="647"/>
                  </a:lnTo>
                  <a:lnTo>
                    <a:pt x="1698" y="649"/>
                  </a:lnTo>
                  <a:lnTo>
                    <a:pt x="1700" y="651"/>
                  </a:lnTo>
                  <a:lnTo>
                    <a:pt x="1701" y="653"/>
                  </a:lnTo>
                  <a:lnTo>
                    <a:pt x="1702" y="655"/>
                  </a:lnTo>
                  <a:lnTo>
                    <a:pt x="1705" y="658"/>
                  </a:lnTo>
                  <a:lnTo>
                    <a:pt x="1706" y="660"/>
                  </a:lnTo>
                  <a:lnTo>
                    <a:pt x="1708" y="664"/>
                  </a:lnTo>
                  <a:lnTo>
                    <a:pt x="1709" y="668"/>
                  </a:lnTo>
                  <a:lnTo>
                    <a:pt x="1711" y="670"/>
                  </a:lnTo>
                  <a:lnTo>
                    <a:pt x="1713" y="673"/>
                  </a:lnTo>
                  <a:lnTo>
                    <a:pt x="1714" y="677"/>
                  </a:lnTo>
                  <a:lnTo>
                    <a:pt x="1716" y="680"/>
                  </a:lnTo>
                  <a:lnTo>
                    <a:pt x="1719" y="68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5" name="Freeform 21">
              <a:extLst>
                <a:ext uri="{FF2B5EF4-FFF2-40B4-BE49-F238E27FC236}">
                  <a16:creationId xmlns:a16="http://schemas.microsoft.com/office/drawing/2014/main" id="{BF8202C7-5195-4E92-AF29-F4EA56211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025" y="3282950"/>
              <a:ext cx="546100" cy="215900"/>
            </a:xfrm>
            <a:custGeom>
              <a:avLst/>
              <a:gdLst>
                <a:gd name="T0" fmla="*/ 0 w 1719"/>
                <a:gd name="T1" fmla="*/ 0 h 683"/>
                <a:gd name="T2" fmla="*/ 0 w 1719"/>
                <a:gd name="T3" fmla="*/ 0 h 683"/>
                <a:gd name="T4" fmla="*/ 0 w 1719"/>
                <a:gd name="T5" fmla="*/ 0 h 683"/>
                <a:gd name="T6" fmla="*/ 0 w 1719"/>
                <a:gd name="T7" fmla="*/ 0 h 683"/>
                <a:gd name="T8" fmla="*/ 0 w 1719"/>
                <a:gd name="T9" fmla="*/ 0 h 683"/>
                <a:gd name="T10" fmla="*/ 0 w 1719"/>
                <a:gd name="T11" fmla="*/ 0 h 683"/>
                <a:gd name="T12" fmla="*/ 0 w 1719"/>
                <a:gd name="T13" fmla="*/ 0 h 683"/>
                <a:gd name="T14" fmla="*/ 0 w 1719"/>
                <a:gd name="T15" fmla="*/ 0 h 683"/>
                <a:gd name="T16" fmla="*/ 0 w 1719"/>
                <a:gd name="T17" fmla="*/ 0 h 683"/>
                <a:gd name="T18" fmla="*/ 0 w 1719"/>
                <a:gd name="T19" fmla="*/ 0 h 683"/>
                <a:gd name="T20" fmla="*/ 0 w 1719"/>
                <a:gd name="T21" fmla="*/ 0 h 683"/>
                <a:gd name="T22" fmla="*/ 0 w 1719"/>
                <a:gd name="T23" fmla="*/ 0 h 683"/>
                <a:gd name="T24" fmla="*/ 0 w 1719"/>
                <a:gd name="T25" fmla="*/ 0 h 683"/>
                <a:gd name="T26" fmla="*/ 0 w 1719"/>
                <a:gd name="T27" fmla="*/ 0 h 683"/>
                <a:gd name="T28" fmla="*/ 0 w 1719"/>
                <a:gd name="T29" fmla="*/ 0 h 683"/>
                <a:gd name="T30" fmla="*/ 0 w 1719"/>
                <a:gd name="T31" fmla="*/ 0 h 683"/>
                <a:gd name="T32" fmla="*/ 0 w 1719"/>
                <a:gd name="T33" fmla="*/ 0 h 683"/>
                <a:gd name="T34" fmla="*/ 0 w 1719"/>
                <a:gd name="T35" fmla="*/ 0 h 683"/>
                <a:gd name="T36" fmla="*/ 0 w 1719"/>
                <a:gd name="T37" fmla="*/ 0 h 683"/>
                <a:gd name="T38" fmla="*/ 0 w 1719"/>
                <a:gd name="T39" fmla="*/ 0 h 683"/>
                <a:gd name="T40" fmla="*/ 0 w 1719"/>
                <a:gd name="T41" fmla="*/ 0 h 683"/>
                <a:gd name="T42" fmla="*/ 0 w 1719"/>
                <a:gd name="T43" fmla="*/ 0 h 683"/>
                <a:gd name="T44" fmla="*/ 0 w 1719"/>
                <a:gd name="T45" fmla="*/ 0 h 683"/>
                <a:gd name="T46" fmla="*/ 0 w 1719"/>
                <a:gd name="T47" fmla="*/ 0 h 683"/>
                <a:gd name="T48" fmla="*/ 0 w 1719"/>
                <a:gd name="T49" fmla="*/ 0 h 683"/>
                <a:gd name="T50" fmla="*/ 0 w 1719"/>
                <a:gd name="T51" fmla="*/ 0 h 683"/>
                <a:gd name="T52" fmla="*/ 0 w 1719"/>
                <a:gd name="T53" fmla="*/ 0 h 683"/>
                <a:gd name="T54" fmla="*/ 0 w 1719"/>
                <a:gd name="T55" fmla="*/ 0 h 683"/>
                <a:gd name="T56" fmla="*/ 0 w 1719"/>
                <a:gd name="T57" fmla="*/ 0 h 683"/>
                <a:gd name="T58" fmla="*/ 0 w 1719"/>
                <a:gd name="T59" fmla="*/ 0 h 683"/>
                <a:gd name="T60" fmla="*/ 0 w 1719"/>
                <a:gd name="T61" fmla="*/ 0 h 683"/>
                <a:gd name="T62" fmla="*/ 0 w 1719"/>
                <a:gd name="T63" fmla="*/ 0 h 683"/>
                <a:gd name="T64" fmla="*/ 0 w 1719"/>
                <a:gd name="T65" fmla="*/ 0 h 683"/>
                <a:gd name="T66" fmla="*/ 0 w 1719"/>
                <a:gd name="T67" fmla="*/ 0 h 683"/>
                <a:gd name="T68" fmla="*/ 0 w 1719"/>
                <a:gd name="T69" fmla="*/ 0 h 683"/>
                <a:gd name="T70" fmla="*/ 0 w 1719"/>
                <a:gd name="T71" fmla="*/ 0 h 683"/>
                <a:gd name="T72" fmla="*/ 0 w 1719"/>
                <a:gd name="T73" fmla="*/ 0 h 683"/>
                <a:gd name="T74" fmla="*/ 0 w 1719"/>
                <a:gd name="T75" fmla="*/ 0 h 683"/>
                <a:gd name="T76" fmla="*/ 0 w 1719"/>
                <a:gd name="T77" fmla="*/ 0 h 683"/>
                <a:gd name="T78" fmla="*/ 0 w 1719"/>
                <a:gd name="T79" fmla="*/ 0 h 683"/>
                <a:gd name="T80" fmla="*/ 0 w 1719"/>
                <a:gd name="T81" fmla="*/ 0 h 683"/>
                <a:gd name="T82" fmla="*/ 0 w 1719"/>
                <a:gd name="T83" fmla="*/ 0 h 683"/>
                <a:gd name="T84" fmla="*/ 0 w 1719"/>
                <a:gd name="T85" fmla="*/ 0 h 683"/>
                <a:gd name="T86" fmla="*/ 0 w 1719"/>
                <a:gd name="T87" fmla="*/ 0 h 683"/>
                <a:gd name="T88" fmla="*/ 0 w 1719"/>
                <a:gd name="T89" fmla="*/ 0 h 683"/>
                <a:gd name="T90" fmla="*/ 0 w 1719"/>
                <a:gd name="T91" fmla="*/ 0 h 683"/>
                <a:gd name="T92" fmla="*/ 0 w 1719"/>
                <a:gd name="T93" fmla="*/ 0 h 683"/>
                <a:gd name="T94" fmla="*/ 0 w 1719"/>
                <a:gd name="T95" fmla="*/ 0 h 683"/>
                <a:gd name="T96" fmla="*/ 0 w 1719"/>
                <a:gd name="T97" fmla="*/ 0 h 683"/>
                <a:gd name="T98" fmla="*/ 0 w 1719"/>
                <a:gd name="T99" fmla="*/ 0 h 683"/>
                <a:gd name="T100" fmla="*/ 0 w 1719"/>
                <a:gd name="T101" fmla="*/ 0 h 683"/>
                <a:gd name="T102" fmla="*/ 0 w 1719"/>
                <a:gd name="T103" fmla="*/ 0 h 683"/>
                <a:gd name="T104" fmla="*/ 0 w 1719"/>
                <a:gd name="T105" fmla="*/ 0 h 683"/>
                <a:gd name="T106" fmla="*/ 0 w 1719"/>
                <a:gd name="T107" fmla="*/ 0 h 683"/>
                <a:gd name="T108" fmla="*/ 0 w 1719"/>
                <a:gd name="T109" fmla="*/ 0 h 683"/>
                <a:gd name="T110" fmla="*/ 0 w 1719"/>
                <a:gd name="T111" fmla="*/ 0 h 683"/>
                <a:gd name="T112" fmla="*/ 0 w 1719"/>
                <a:gd name="T113" fmla="*/ 0 h 683"/>
                <a:gd name="T114" fmla="*/ 0 w 1719"/>
                <a:gd name="T115" fmla="*/ 0 h 683"/>
                <a:gd name="T116" fmla="*/ 0 w 1719"/>
                <a:gd name="T117" fmla="*/ 0 h 683"/>
                <a:gd name="T118" fmla="*/ 0 w 1719"/>
                <a:gd name="T119" fmla="*/ 0 h 683"/>
                <a:gd name="T120" fmla="*/ 0 w 1719"/>
                <a:gd name="T121" fmla="*/ 0 h 68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19"/>
                <a:gd name="T184" fmla="*/ 0 h 683"/>
                <a:gd name="T185" fmla="*/ 1719 w 1719"/>
                <a:gd name="T186" fmla="*/ 683 h 68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19" h="683">
                  <a:moveTo>
                    <a:pt x="0" y="683"/>
                  </a:moveTo>
                  <a:lnTo>
                    <a:pt x="66" y="683"/>
                  </a:lnTo>
                  <a:lnTo>
                    <a:pt x="127" y="683"/>
                  </a:lnTo>
                  <a:lnTo>
                    <a:pt x="184" y="683"/>
                  </a:lnTo>
                  <a:lnTo>
                    <a:pt x="238" y="683"/>
                  </a:lnTo>
                  <a:lnTo>
                    <a:pt x="290" y="683"/>
                  </a:lnTo>
                  <a:lnTo>
                    <a:pt x="336" y="683"/>
                  </a:lnTo>
                  <a:lnTo>
                    <a:pt x="379" y="683"/>
                  </a:lnTo>
                  <a:lnTo>
                    <a:pt x="418" y="683"/>
                  </a:lnTo>
                  <a:lnTo>
                    <a:pt x="455" y="683"/>
                  </a:lnTo>
                  <a:lnTo>
                    <a:pt x="490" y="683"/>
                  </a:lnTo>
                  <a:lnTo>
                    <a:pt x="520" y="683"/>
                  </a:lnTo>
                  <a:lnTo>
                    <a:pt x="549" y="683"/>
                  </a:lnTo>
                  <a:lnTo>
                    <a:pt x="575" y="683"/>
                  </a:lnTo>
                  <a:lnTo>
                    <a:pt x="598" y="683"/>
                  </a:lnTo>
                  <a:lnTo>
                    <a:pt x="620" y="683"/>
                  </a:lnTo>
                  <a:lnTo>
                    <a:pt x="639" y="683"/>
                  </a:lnTo>
                  <a:lnTo>
                    <a:pt x="656" y="682"/>
                  </a:lnTo>
                  <a:lnTo>
                    <a:pt x="671" y="682"/>
                  </a:lnTo>
                  <a:lnTo>
                    <a:pt x="685" y="682"/>
                  </a:lnTo>
                  <a:lnTo>
                    <a:pt x="698" y="682"/>
                  </a:lnTo>
                  <a:lnTo>
                    <a:pt x="708" y="682"/>
                  </a:lnTo>
                  <a:lnTo>
                    <a:pt x="718" y="682"/>
                  </a:lnTo>
                  <a:lnTo>
                    <a:pt x="726" y="682"/>
                  </a:lnTo>
                  <a:lnTo>
                    <a:pt x="733" y="682"/>
                  </a:lnTo>
                  <a:lnTo>
                    <a:pt x="741" y="681"/>
                  </a:lnTo>
                  <a:lnTo>
                    <a:pt x="746" y="681"/>
                  </a:lnTo>
                  <a:lnTo>
                    <a:pt x="751" y="681"/>
                  </a:lnTo>
                  <a:lnTo>
                    <a:pt x="757" y="681"/>
                  </a:lnTo>
                  <a:lnTo>
                    <a:pt x="761" y="681"/>
                  </a:lnTo>
                  <a:lnTo>
                    <a:pt x="765" y="680"/>
                  </a:lnTo>
                  <a:lnTo>
                    <a:pt x="770" y="680"/>
                  </a:lnTo>
                  <a:lnTo>
                    <a:pt x="775" y="680"/>
                  </a:lnTo>
                  <a:lnTo>
                    <a:pt x="780" y="679"/>
                  </a:lnTo>
                  <a:lnTo>
                    <a:pt x="785" y="679"/>
                  </a:lnTo>
                  <a:lnTo>
                    <a:pt x="788" y="679"/>
                  </a:lnTo>
                  <a:lnTo>
                    <a:pt x="792" y="679"/>
                  </a:lnTo>
                  <a:lnTo>
                    <a:pt x="796" y="678"/>
                  </a:lnTo>
                  <a:lnTo>
                    <a:pt x="800" y="678"/>
                  </a:lnTo>
                  <a:lnTo>
                    <a:pt x="803" y="678"/>
                  </a:lnTo>
                  <a:lnTo>
                    <a:pt x="806" y="678"/>
                  </a:lnTo>
                  <a:lnTo>
                    <a:pt x="808" y="678"/>
                  </a:lnTo>
                  <a:lnTo>
                    <a:pt x="811" y="677"/>
                  </a:lnTo>
                  <a:lnTo>
                    <a:pt x="814" y="677"/>
                  </a:lnTo>
                  <a:lnTo>
                    <a:pt x="817" y="677"/>
                  </a:lnTo>
                  <a:lnTo>
                    <a:pt x="819" y="677"/>
                  </a:lnTo>
                  <a:lnTo>
                    <a:pt x="822" y="677"/>
                  </a:lnTo>
                  <a:lnTo>
                    <a:pt x="824" y="676"/>
                  </a:lnTo>
                  <a:lnTo>
                    <a:pt x="826" y="676"/>
                  </a:lnTo>
                  <a:lnTo>
                    <a:pt x="829" y="676"/>
                  </a:lnTo>
                  <a:lnTo>
                    <a:pt x="831" y="676"/>
                  </a:lnTo>
                  <a:lnTo>
                    <a:pt x="835" y="675"/>
                  </a:lnTo>
                  <a:lnTo>
                    <a:pt x="837" y="675"/>
                  </a:lnTo>
                  <a:lnTo>
                    <a:pt x="839" y="675"/>
                  </a:lnTo>
                  <a:lnTo>
                    <a:pt x="842" y="674"/>
                  </a:lnTo>
                  <a:lnTo>
                    <a:pt x="844" y="674"/>
                  </a:lnTo>
                  <a:lnTo>
                    <a:pt x="847" y="674"/>
                  </a:lnTo>
                  <a:lnTo>
                    <a:pt x="850" y="673"/>
                  </a:lnTo>
                  <a:lnTo>
                    <a:pt x="854" y="673"/>
                  </a:lnTo>
                  <a:lnTo>
                    <a:pt x="857" y="671"/>
                  </a:lnTo>
                  <a:lnTo>
                    <a:pt x="860" y="671"/>
                  </a:lnTo>
                  <a:lnTo>
                    <a:pt x="864" y="670"/>
                  </a:lnTo>
                  <a:lnTo>
                    <a:pt x="868" y="670"/>
                  </a:lnTo>
                  <a:lnTo>
                    <a:pt x="874" y="669"/>
                  </a:lnTo>
                  <a:lnTo>
                    <a:pt x="878" y="669"/>
                  </a:lnTo>
                  <a:lnTo>
                    <a:pt x="882" y="668"/>
                  </a:lnTo>
                  <a:lnTo>
                    <a:pt x="886" y="667"/>
                  </a:lnTo>
                  <a:lnTo>
                    <a:pt x="891" y="667"/>
                  </a:lnTo>
                  <a:lnTo>
                    <a:pt x="894" y="666"/>
                  </a:lnTo>
                  <a:lnTo>
                    <a:pt x="898" y="666"/>
                  </a:lnTo>
                  <a:lnTo>
                    <a:pt x="901" y="666"/>
                  </a:lnTo>
                  <a:lnTo>
                    <a:pt x="904" y="665"/>
                  </a:lnTo>
                  <a:lnTo>
                    <a:pt x="907" y="665"/>
                  </a:lnTo>
                  <a:lnTo>
                    <a:pt x="910" y="664"/>
                  </a:lnTo>
                  <a:lnTo>
                    <a:pt x="913" y="664"/>
                  </a:lnTo>
                  <a:lnTo>
                    <a:pt x="915" y="663"/>
                  </a:lnTo>
                  <a:lnTo>
                    <a:pt x="919" y="663"/>
                  </a:lnTo>
                  <a:lnTo>
                    <a:pt x="921" y="662"/>
                  </a:lnTo>
                  <a:lnTo>
                    <a:pt x="924" y="662"/>
                  </a:lnTo>
                  <a:lnTo>
                    <a:pt x="926" y="661"/>
                  </a:lnTo>
                  <a:lnTo>
                    <a:pt x="928" y="661"/>
                  </a:lnTo>
                  <a:lnTo>
                    <a:pt x="932" y="660"/>
                  </a:lnTo>
                  <a:lnTo>
                    <a:pt x="934" y="660"/>
                  </a:lnTo>
                  <a:lnTo>
                    <a:pt x="936" y="659"/>
                  </a:lnTo>
                  <a:lnTo>
                    <a:pt x="939" y="658"/>
                  </a:lnTo>
                  <a:lnTo>
                    <a:pt x="942" y="658"/>
                  </a:lnTo>
                  <a:lnTo>
                    <a:pt x="944" y="657"/>
                  </a:lnTo>
                  <a:lnTo>
                    <a:pt x="947" y="656"/>
                  </a:lnTo>
                  <a:lnTo>
                    <a:pt x="951" y="655"/>
                  </a:lnTo>
                  <a:lnTo>
                    <a:pt x="954" y="652"/>
                  </a:lnTo>
                  <a:lnTo>
                    <a:pt x="958" y="651"/>
                  </a:lnTo>
                  <a:lnTo>
                    <a:pt x="961" y="650"/>
                  </a:lnTo>
                  <a:lnTo>
                    <a:pt x="966" y="649"/>
                  </a:lnTo>
                  <a:lnTo>
                    <a:pt x="971" y="648"/>
                  </a:lnTo>
                  <a:lnTo>
                    <a:pt x="975" y="646"/>
                  </a:lnTo>
                  <a:lnTo>
                    <a:pt x="980" y="645"/>
                  </a:lnTo>
                  <a:lnTo>
                    <a:pt x="985" y="643"/>
                  </a:lnTo>
                  <a:lnTo>
                    <a:pt x="991" y="642"/>
                  </a:lnTo>
                  <a:lnTo>
                    <a:pt x="995" y="640"/>
                  </a:lnTo>
                  <a:lnTo>
                    <a:pt x="999" y="639"/>
                  </a:lnTo>
                  <a:lnTo>
                    <a:pt x="1003" y="638"/>
                  </a:lnTo>
                  <a:lnTo>
                    <a:pt x="1009" y="636"/>
                  </a:lnTo>
                  <a:lnTo>
                    <a:pt x="1013" y="635"/>
                  </a:lnTo>
                  <a:lnTo>
                    <a:pt x="1016" y="633"/>
                  </a:lnTo>
                  <a:lnTo>
                    <a:pt x="1019" y="632"/>
                  </a:lnTo>
                  <a:lnTo>
                    <a:pt x="1022" y="631"/>
                  </a:lnTo>
                  <a:lnTo>
                    <a:pt x="1026" y="630"/>
                  </a:lnTo>
                  <a:lnTo>
                    <a:pt x="1029" y="629"/>
                  </a:lnTo>
                  <a:lnTo>
                    <a:pt x="1032" y="628"/>
                  </a:lnTo>
                  <a:lnTo>
                    <a:pt x="1034" y="628"/>
                  </a:lnTo>
                  <a:lnTo>
                    <a:pt x="1037" y="627"/>
                  </a:lnTo>
                  <a:lnTo>
                    <a:pt x="1039" y="626"/>
                  </a:lnTo>
                  <a:lnTo>
                    <a:pt x="1041" y="625"/>
                  </a:lnTo>
                  <a:lnTo>
                    <a:pt x="1044" y="624"/>
                  </a:lnTo>
                  <a:lnTo>
                    <a:pt x="1047" y="623"/>
                  </a:lnTo>
                  <a:lnTo>
                    <a:pt x="1049" y="622"/>
                  </a:lnTo>
                  <a:lnTo>
                    <a:pt x="1052" y="621"/>
                  </a:lnTo>
                  <a:lnTo>
                    <a:pt x="1055" y="620"/>
                  </a:lnTo>
                  <a:lnTo>
                    <a:pt x="1058" y="619"/>
                  </a:lnTo>
                  <a:lnTo>
                    <a:pt x="1060" y="617"/>
                  </a:lnTo>
                  <a:lnTo>
                    <a:pt x="1063" y="616"/>
                  </a:lnTo>
                  <a:lnTo>
                    <a:pt x="1067" y="615"/>
                  </a:lnTo>
                  <a:lnTo>
                    <a:pt x="1070" y="612"/>
                  </a:lnTo>
                  <a:lnTo>
                    <a:pt x="1073" y="611"/>
                  </a:lnTo>
                  <a:lnTo>
                    <a:pt x="1076" y="609"/>
                  </a:lnTo>
                  <a:lnTo>
                    <a:pt x="1080" y="607"/>
                  </a:lnTo>
                  <a:lnTo>
                    <a:pt x="1085" y="605"/>
                  </a:lnTo>
                  <a:lnTo>
                    <a:pt x="1089" y="603"/>
                  </a:lnTo>
                  <a:lnTo>
                    <a:pt x="1093" y="601"/>
                  </a:lnTo>
                  <a:lnTo>
                    <a:pt x="1097" y="599"/>
                  </a:lnTo>
                  <a:lnTo>
                    <a:pt x="1102" y="597"/>
                  </a:lnTo>
                  <a:lnTo>
                    <a:pt x="1107" y="594"/>
                  </a:lnTo>
                  <a:lnTo>
                    <a:pt x="1110" y="592"/>
                  </a:lnTo>
                  <a:lnTo>
                    <a:pt x="1114" y="590"/>
                  </a:lnTo>
                  <a:lnTo>
                    <a:pt x="1117" y="589"/>
                  </a:lnTo>
                  <a:lnTo>
                    <a:pt x="1120" y="587"/>
                  </a:lnTo>
                  <a:lnTo>
                    <a:pt x="1123" y="586"/>
                  </a:lnTo>
                  <a:lnTo>
                    <a:pt x="1126" y="584"/>
                  </a:lnTo>
                  <a:lnTo>
                    <a:pt x="1129" y="583"/>
                  </a:lnTo>
                  <a:lnTo>
                    <a:pt x="1131" y="582"/>
                  </a:lnTo>
                  <a:lnTo>
                    <a:pt x="1133" y="581"/>
                  </a:lnTo>
                  <a:lnTo>
                    <a:pt x="1135" y="580"/>
                  </a:lnTo>
                  <a:lnTo>
                    <a:pt x="1138" y="578"/>
                  </a:lnTo>
                  <a:lnTo>
                    <a:pt x="1140" y="577"/>
                  </a:lnTo>
                  <a:lnTo>
                    <a:pt x="1144" y="576"/>
                  </a:lnTo>
                  <a:lnTo>
                    <a:pt x="1146" y="574"/>
                  </a:lnTo>
                  <a:lnTo>
                    <a:pt x="1148" y="573"/>
                  </a:lnTo>
                  <a:lnTo>
                    <a:pt x="1150" y="572"/>
                  </a:lnTo>
                  <a:lnTo>
                    <a:pt x="1152" y="571"/>
                  </a:lnTo>
                  <a:lnTo>
                    <a:pt x="1154" y="570"/>
                  </a:lnTo>
                  <a:lnTo>
                    <a:pt x="1157" y="568"/>
                  </a:lnTo>
                  <a:lnTo>
                    <a:pt x="1159" y="567"/>
                  </a:lnTo>
                  <a:lnTo>
                    <a:pt x="1162" y="566"/>
                  </a:lnTo>
                  <a:lnTo>
                    <a:pt x="1165" y="564"/>
                  </a:lnTo>
                  <a:lnTo>
                    <a:pt x="1168" y="562"/>
                  </a:lnTo>
                  <a:lnTo>
                    <a:pt x="1170" y="560"/>
                  </a:lnTo>
                  <a:lnTo>
                    <a:pt x="1174" y="559"/>
                  </a:lnTo>
                  <a:lnTo>
                    <a:pt x="1177" y="557"/>
                  </a:lnTo>
                  <a:lnTo>
                    <a:pt x="1181" y="554"/>
                  </a:lnTo>
                  <a:lnTo>
                    <a:pt x="1185" y="552"/>
                  </a:lnTo>
                  <a:lnTo>
                    <a:pt x="1189" y="550"/>
                  </a:lnTo>
                  <a:lnTo>
                    <a:pt x="1193" y="548"/>
                  </a:lnTo>
                  <a:lnTo>
                    <a:pt x="1197" y="546"/>
                  </a:lnTo>
                  <a:lnTo>
                    <a:pt x="1201" y="544"/>
                  </a:lnTo>
                  <a:lnTo>
                    <a:pt x="1204" y="542"/>
                  </a:lnTo>
                  <a:lnTo>
                    <a:pt x="1207" y="540"/>
                  </a:lnTo>
                  <a:lnTo>
                    <a:pt x="1210" y="539"/>
                  </a:lnTo>
                  <a:lnTo>
                    <a:pt x="1213" y="536"/>
                  </a:lnTo>
                  <a:lnTo>
                    <a:pt x="1215" y="535"/>
                  </a:lnTo>
                  <a:lnTo>
                    <a:pt x="1217" y="534"/>
                  </a:lnTo>
                  <a:lnTo>
                    <a:pt x="1221" y="532"/>
                  </a:lnTo>
                  <a:lnTo>
                    <a:pt x="1223" y="531"/>
                  </a:lnTo>
                  <a:lnTo>
                    <a:pt x="1225" y="530"/>
                  </a:lnTo>
                  <a:lnTo>
                    <a:pt x="1227" y="529"/>
                  </a:lnTo>
                  <a:lnTo>
                    <a:pt x="1228" y="528"/>
                  </a:lnTo>
                  <a:lnTo>
                    <a:pt x="1230" y="527"/>
                  </a:lnTo>
                  <a:lnTo>
                    <a:pt x="1232" y="526"/>
                  </a:lnTo>
                  <a:lnTo>
                    <a:pt x="1235" y="525"/>
                  </a:lnTo>
                  <a:lnTo>
                    <a:pt x="1236" y="523"/>
                  </a:lnTo>
                  <a:lnTo>
                    <a:pt x="1239" y="522"/>
                  </a:lnTo>
                  <a:lnTo>
                    <a:pt x="1241" y="521"/>
                  </a:lnTo>
                  <a:lnTo>
                    <a:pt x="1243" y="520"/>
                  </a:lnTo>
                  <a:lnTo>
                    <a:pt x="1245" y="518"/>
                  </a:lnTo>
                  <a:lnTo>
                    <a:pt x="1246" y="516"/>
                  </a:lnTo>
                  <a:lnTo>
                    <a:pt x="1248" y="515"/>
                  </a:lnTo>
                  <a:lnTo>
                    <a:pt x="1250" y="513"/>
                  </a:lnTo>
                  <a:lnTo>
                    <a:pt x="1253" y="512"/>
                  </a:lnTo>
                  <a:lnTo>
                    <a:pt x="1255" y="511"/>
                  </a:lnTo>
                  <a:lnTo>
                    <a:pt x="1257" y="509"/>
                  </a:lnTo>
                  <a:lnTo>
                    <a:pt x="1261" y="507"/>
                  </a:lnTo>
                  <a:lnTo>
                    <a:pt x="1263" y="506"/>
                  </a:lnTo>
                  <a:lnTo>
                    <a:pt x="1266" y="504"/>
                  </a:lnTo>
                  <a:lnTo>
                    <a:pt x="1269" y="502"/>
                  </a:lnTo>
                  <a:lnTo>
                    <a:pt x="1272" y="500"/>
                  </a:lnTo>
                  <a:lnTo>
                    <a:pt x="1275" y="497"/>
                  </a:lnTo>
                  <a:lnTo>
                    <a:pt x="1280" y="495"/>
                  </a:lnTo>
                  <a:lnTo>
                    <a:pt x="1282" y="494"/>
                  </a:lnTo>
                  <a:lnTo>
                    <a:pt x="1285" y="492"/>
                  </a:lnTo>
                  <a:lnTo>
                    <a:pt x="1287" y="491"/>
                  </a:lnTo>
                  <a:lnTo>
                    <a:pt x="1289" y="489"/>
                  </a:lnTo>
                  <a:lnTo>
                    <a:pt x="1291" y="488"/>
                  </a:lnTo>
                  <a:lnTo>
                    <a:pt x="1293" y="487"/>
                  </a:lnTo>
                  <a:lnTo>
                    <a:pt x="1295" y="486"/>
                  </a:lnTo>
                  <a:lnTo>
                    <a:pt x="1296" y="485"/>
                  </a:lnTo>
                  <a:lnTo>
                    <a:pt x="1299" y="484"/>
                  </a:lnTo>
                  <a:lnTo>
                    <a:pt x="1300" y="482"/>
                  </a:lnTo>
                  <a:lnTo>
                    <a:pt x="1302" y="482"/>
                  </a:lnTo>
                  <a:lnTo>
                    <a:pt x="1303" y="481"/>
                  </a:lnTo>
                  <a:lnTo>
                    <a:pt x="1304" y="480"/>
                  </a:lnTo>
                  <a:lnTo>
                    <a:pt x="1306" y="479"/>
                  </a:lnTo>
                  <a:lnTo>
                    <a:pt x="1307" y="477"/>
                  </a:lnTo>
                  <a:lnTo>
                    <a:pt x="1308" y="476"/>
                  </a:lnTo>
                  <a:lnTo>
                    <a:pt x="1310" y="475"/>
                  </a:lnTo>
                  <a:lnTo>
                    <a:pt x="1311" y="474"/>
                  </a:lnTo>
                  <a:lnTo>
                    <a:pt x="1312" y="472"/>
                  </a:lnTo>
                  <a:lnTo>
                    <a:pt x="1313" y="471"/>
                  </a:lnTo>
                  <a:lnTo>
                    <a:pt x="1315" y="470"/>
                  </a:lnTo>
                  <a:lnTo>
                    <a:pt x="1317" y="469"/>
                  </a:lnTo>
                  <a:lnTo>
                    <a:pt x="1319" y="468"/>
                  </a:lnTo>
                  <a:lnTo>
                    <a:pt x="1320" y="466"/>
                  </a:lnTo>
                  <a:lnTo>
                    <a:pt x="1322" y="465"/>
                  </a:lnTo>
                  <a:lnTo>
                    <a:pt x="1325" y="464"/>
                  </a:lnTo>
                  <a:lnTo>
                    <a:pt x="1327" y="462"/>
                  </a:lnTo>
                  <a:lnTo>
                    <a:pt x="1329" y="461"/>
                  </a:lnTo>
                  <a:lnTo>
                    <a:pt x="1331" y="458"/>
                  </a:lnTo>
                  <a:lnTo>
                    <a:pt x="1333" y="456"/>
                  </a:lnTo>
                  <a:lnTo>
                    <a:pt x="1336" y="455"/>
                  </a:lnTo>
                  <a:lnTo>
                    <a:pt x="1338" y="453"/>
                  </a:lnTo>
                  <a:lnTo>
                    <a:pt x="1339" y="452"/>
                  </a:lnTo>
                  <a:lnTo>
                    <a:pt x="1341" y="450"/>
                  </a:lnTo>
                  <a:lnTo>
                    <a:pt x="1343" y="449"/>
                  </a:lnTo>
                  <a:lnTo>
                    <a:pt x="1344" y="448"/>
                  </a:lnTo>
                  <a:lnTo>
                    <a:pt x="1346" y="447"/>
                  </a:lnTo>
                  <a:lnTo>
                    <a:pt x="1347" y="446"/>
                  </a:lnTo>
                  <a:lnTo>
                    <a:pt x="1348" y="445"/>
                  </a:lnTo>
                  <a:lnTo>
                    <a:pt x="1350" y="444"/>
                  </a:lnTo>
                  <a:lnTo>
                    <a:pt x="1351" y="443"/>
                  </a:lnTo>
                  <a:lnTo>
                    <a:pt x="1352" y="442"/>
                  </a:lnTo>
                  <a:lnTo>
                    <a:pt x="1353" y="441"/>
                  </a:lnTo>
                  <a:lnTo>
                    <a:pt x="1354" y="440"/>
                  </a:lnTo>
                  <a:lnTo>
                    <a:pt x="1357" y="438"/>
                  </a:lnTo>
                  <a:lnTo>
                    <a:pt x="1358" y="438"/>
                  </a:lnTo>
                  <a:lnTo>
                    <a:pt x="1359" y="437"/>
                  </a:lnTo>
                  <a:lnTo>
                    <a:pt x="1360" y="436"/>
                  </a:lnTo>
                  <a:lnTo>
                    <a:pt x="1361" y="435"/>
                  </a:lnTo>
                  <a:lnTo>
                    <a:pt x="1363" y="434"/>
                  </a:lnTo>
                  <a:lnTo>
                    <a:pt x="1364" y="433"/>
                  </a:lnTo>
                  <a:lnTo>
                    <a:pt x="1365" y="432"/>
                  </a:lnTo>
                  <a:lnTo>
                    <a:pt x="1367" y="431"/>
                  </a:lnTo>
                  <a:lnTo>
                    <a:pt x="1370" y="430"/>
                  </a:lnTo>
                  <a:lnTo>
                    <a:pt x="1371" y="429"/>
                  </a:lnTo>
                  <a:lnTo>
                    <a:pt x="1373" y="427"/>
                  </a:lnTo>
                  <a:lnTo>
                    <a:pt x="1376" y="425"/>
                  </a:lnTo>
                  <a:lnTo>
                    <a:pt x="1378" y="424"/>
                  </a:lnTo>
                  <a:lnTo>
                    <a:pt x="1380" y="422"/>
                  </a:lnTo>
                  <a:lnTo>
                    <a:pt x="1382" y="421"/>
                  </a:lnTo>
                  <a:lnTo>
                    <a:pt x="1385" y="418"/>
                  </a:lnTo>
                  <a:lnTo>
                    <a:pt x="1387" y="417"/>
                  </a:lnTo>
                  <a:lnTo>
                    <a:pt x="1389" y="415"/>
                  </a:lnTo>
                  <a:lnTo>
                    <a:pt x="1392" y="414"/>
                  </a:lnTo>
                  <a:lnTo>
                    <a:pt x="1395" y="412"/>
                  </a:lnTo>
                  <a:lnTo>
                    <a:pt x="1397" y="411"/>
                  </a:lnTo>
                  <a:lnTo>
                    <a:pt x="1398" y="410"/>
                  </a:lnTo>
                  <a:lnTo>
                    <a:pt x="1400" y="408"/>
                  </a:lnTo>
                  <a:lnTo>
                    <a:pt x="1402" y="407"/>
                  </a:lnTo>
                  <a:lnTo>
                    <a:pt x="1403" y="406"/>
                  </a:lnTo>
                  <a:lnTo>
                    <a:pt x="1405" y="405"/>
                  </a:lnTo>
                  <a:lnTo>
                    <a:pt x="1406" y="404"/>
                  </a:lnTo>
                  <a:lnTo>
                    <a:pt x="1407" y="403"/>
                  </a:lnTo>
                  <a:lnTo>
                    <a:pt x="1409" y="402"/>
                  </a:lnTo>
                  <a:lnTo>
                    <a:pt x="1410" y="400"/>
                  </a:lnTo>
                  <a:lnTo>
                    <a:pt x="1411" y="399"/>
                  </a:lnTo>
                  <a:lnTo>
                    <a:pt x="1415" y="398"/>
                  </a:lnTo>
                  <a:lnTo>
                    <a:pt x="1416" y="396"/>
                  </a:lnTo>
                  <a:lnTo>
                    <a:pt x="1417" y="395"/>
                  </a:lnTo>
                  <a:lnTo>
                    <a:pt x="1419" y="394"/>
                  </a:lnTo>
                  <a:lnTo>
                    <a:pt x="1420" y="393"/>
                  </a:lnTo>
                  <a:lnTo>
                    <a:pt x="1421" y="391"/>
                  </a:lnTo>
                  <a:lnTo>
                    <a:pt x="1423" y="390"/>
                  </a:lnTo>
                  <a:lnTo>
                    <a:pt x="1424" y="388"/>
                  </a:lnTo>
                  <a:lnTo>
                    <a:pt x="1426" y="387"/>
                  </a:lnTo>
                  <a:lnTo>
                    <a:pt x="1428" y="385"/>
                  </a:lnTo>
                  <a:lnTo>
                    <a:pt x="1429" y="382"/>
                  </a:lnTo>
                  <a:lnTo>
                    <a:pt x="1431" y="379"/>
                  </a:lnTo>
                  <a:lnTo>
                    <a:pt x="1434" y="377"/>
                  </a:lnTo>
                  <a:lnTo>
                    <a:pt x="1436" y="374"/>
                  </a:lnTo>
                  <a:lnTo>
                    <a:pt x="1439" y="372"/>
                  </a:lnTo>
                  <a:lnTo>
                    <a:pt x="1441" y="369"/>
                  </a:lnTo>
                  <a:lnTo>
                    <a:pt x="1444" y="367"/>
                  </a:lnTo>
                  <a:lnTo>
                    <a:pt x="1446" y="364"/>
                  </a:lnTo>
                  <a:lnTo>
                    <a:pt x="1449" y="360"/>
                  </a:lnTo>
                  <a:lnTo>
                    <a:pt x="1452" y="358"/>
                  </a:lnTo>
                  <a:lnTo>
                    <a:pt x="1454" y="356"/>
                  </a:lnTo>
                  <a:lnTo>
                    <a:pt x="1456" y="354"/>
                  </a:lnTo>
                  <a:lnTo>
                    <a:pt x="1458" y="352"/>
                  </a:lnTo>
                  <a:lnTo>
                    <a:pt x="1461" y="350"/>
                  </a:lnTo>
                  <a:lnTo>
                    <a:pt x="1463" y="348"/>
                  </a:lnTo>
                  <a:lnTo>
                    <a:pt x="1464" y="346"/>
                  </a:lnTo>
                  <a:lnTo>
                    <a:pt x="1466" y="344"/>
                  </a:lnTo>
                  <a:lnTo>
                    <a:pt x="1467" y="343"/>
                  </a:lnTo>
                  <a:lnTo>
                    <a:pt x="1469" y="340"/>
                  </a:lnTo>
                  <a:lnTo>
                    <a:pt x="1470" y="338"/>
                  </a:lnTo>
                  <a:lnTo>
                    <a:pt x="1473" y="336"/>
                  </a:lnTo>
                  <a:lnTo>
                    <a:pt x="1474" y="334"/>
                  </a:lnTo>
                  <a:lnTo>
                    <a:pt x="1476" y="333"/>
                  </a:lnTo>
                  <a:lnTo>
                    <a:pt x="1477" y="331"/>
                  </a:lnTo>
                  <a:lnTo>
                    <a:pt x="1479" y="329"/>
                  </a:lnTo>
                  <a:lnTo>
                    <a:pt x="1480" y="327"/>
                  </a:lnTo>
                  <a:lnTo>
                    <a:pt x="1482" y="326"/>
                  </a:lnTo>
                  <a:lnTo>
                    <a:pt x="1483" y="324"/>
                  </a:lnTo>
                  <a:lnTo>
                    <a:pt x="1485" y="321"/>
                  </a:lnTo>
                  <a:lnTo>
                    <a:pt x="1487" y="319"/>
                  </a:lnTo>
                  <a:lnTo>
                    <a:pt x="1489" y="316"/>
                  </a:lnTo>
                  <a:lnTo>
                    <a:pt x="1492" y="314"/>
                  </a:lnTo>
                  <a:lnTo>
                    <a:pt x="1494" y="312"/>
                  </a:lnTo>
                  <a:lnTo>
                    <a:pt x="1496" y="309"/>
                  </a:lnTo>
                  <a:lnTo>
                    <a:pt x="1498" y="306"/>
                  </a:lnTo>
                  <a:lnTo>
                    <a:pt x="1501" y="302"/>
                  </a:lnTo>
                  <a:lnTo>
                    <a:pt x="1505" y="299"/>
                  </a:lnTo>
                  <a:lnTo>
                    <a:pt x="1507" y="295"/>
                  </a:lnTo>
                  <a:lnTo>
                    <a:pt x="1512" y="291"/>
                  </a:lnTo>
                  <a:lnTo>
                    <a:pt x="1515" y="287"/>
                  </a:lnTo>
                  <a:lnTo>
                    <a:pt x="1517" y="283"/>
                  </a:lnTo>
                  <a:lnTo>
                    <a:pt x="1520" y="280"/>
                  </a:lnTo>
                  <a:lnTo>
                    <a:pt x="1523" y="277"/>
                  </a:lnTo>
                  <a:lnTo>
                    <a:pt x="1525" y="274"/>
                  </a:lnTo>
                  <a:lnTo>
                    <a:pt x="1527" y="271"/>
                  </a:lnTo>
                  <a:lnTo>
                    <a:pt x="1530" y="268"/>
                  </a:lnTo>
                  <a:lnTo>
                    <a:pt x="1532" y="266"/>
                  </a:lnTo>
                  <a:lnTo>
                    <a:pt x="1534" y="263"/>
                  </a:lnTo>
                  <a:lnTo>
                    <a:pt x="1536" y="260"/>
                  </a:lnTo>
                  <a:lnTo>
                    <a:pt x="1538" y="258"/>
                  </a:lnTo>
                  <a:lnTo>
                    <a:pt x="1539" y="256"/>
                  </a:lnTo>
                  <a:lnTo>
                    <a:pt x="1541" y="254"/>
                  </a:lnTo>
                  <a:lnTo>
                    <a:pt x="1543" y="252"/>
                  </a:lnTo>
                  <a:lnTo>
                    <a:pt x="1544" y="250"/>
                  </a:lnTo>
                  <a:lnTo>
                    <a:pt x="1546" y="247"/>
                  </a:lnTo>
                  <a:lnTo>
                    <a:pt x="1547" y="244"/>
                  </a:lnTo>
                  <a:lnTo>
                    <a:pt x="1551" y="242"/>
                  </a:lnTo>
                  <a:lnTo>
                    <a:pt x="1552" y="240"/>
                  </a:lnTo>
                  <a:lnTo>
                    <a:pt x="1554" y="238"/>
                  </a:lnTo>
                  <a:lnTo>
                    <a:pt x="1556" y="235"/>
                  </a:lnTo>
                  <a:lnTo>
                    <a:pt x="1557" y="233"/>
                  </a:lnTo>
                  <a:lnTo>
                    <a:pt x="1559" y="231"/>
                  </a:lnTo>
                  <a:lnTo>
                    <a:pt x="1561" y="228"/>
                  </a:lnTo>
                  <a:lnTo>
                    <a:pt x="1563" y="224"/>
                  </a:lnTo>
                  <a:lnTo>
                    <a:pt x="1565" y="221"/>
                  </a:lnTo>
                  <a:lnTo>
                    <a:pt x="1569" y="218"/>
                  </a:lnTo>
                  <a:lnTo>
                    <a:pt x="1571" y="215"/>
                  </a:lnTo>
                  <a:lnTo>
                    <a:pt x="1574" y="211"/>
                  </a:lnTo>
                  <a:lnTo>
                    <a:pt x="1576" y="208"/>
                  </a:lnTo>
                  <a:lnTo>
                    <a:pt x="1579" y="203"/>
                  </a:lnTo>
                  <a:lnTo>
                    <a:pt x="1582" y="197"/>
                  </a:lnTo>
                  <a:lnTo>
                    <a:pt x="1585" y="193"/>
                  </a:lnTo>
                  <a:lnTo>
                    <a:pt x="1589" y="189"/>
                  </a:lnTo>
                  <a:lnTo>
                    <a:pt x="1592" y="184"/>
                  </a:lnTo>
                  <a:lnTo>
                    <a:pt x="1595" y="181"/>
                  </a:lnTo>
                  <a:lnTo>
                    <a:pt x="1598" y="178"/>
                  </a:lnTo>
                  <a:lnTo>
                    <a:pt x="1600" y="174"/>
                  </a:lnTo>
                  <a:lnTo>
                    <a:pt x="1602" y="171"/>
                  </a:lnTo>
                  <a:lnTo>
                    <a:pt x="1604" y="169"/>
                  </a:lnTo>
                  <a:lnTo>
                    <a:pt x="1607" y="165"/>
                  </a:lnTo>
                  <a:lnTo>
                    <a:pt x="1609" y="162"/>
                  </a:lnTo>
                  <a:lnTo>
                    <a:pt x="1610" y="160"/>
                  </a:lnTo>
                  <a:lnTo>
                    <a:pt x="1612" y="156"/>
                  </a:lnTo>
                  <a:lnTo>
                    <a:pt x="1614" y="154"/>
                  </a:lnTo>
                  <a:lnTo>
                    <a:pt x="1615" y="152"/>
                  </a:lnTo>
                  <a:lnTo>
                    <a:pt x="1617" y="150"/>
                  </a:lnTo>
                  <a:lnTo>
                    <a:pt x="1618" y="146"/>
                  </a:lnTo>
                  <a:lnTo>
                    <a:pt x="1620" y="144"/>
                  </a:lnTo>
                  <a:lnTo>
                    <a:pt x="1622" y="142"/>
                  </a:lnTo>
                  <a:lnTo>
                    <a:pt x="1623" y="140"/>
                  </a:lnTo>
                  <a:lnTo>
                    <a:pt x="1625" y="137"/>
                  </a:lnTo>
                  <a:lnTo>
                    <a:pt x="1628" y="135"/>
                  </a:lnTo>
                  <a:lnTo>
                    <a:pt x="1630" y="132"/>
                  </a:lnTo>
                  <a:lnTo>
                    <a:pt x="1632" y="130"/>
                  </a:lnTo>
                  <a:lnTo>
                    <a:pt x="1634" y="126"/>
                  </a:lnTo>
                  <a:lnTo>
                    <a:pt x="1636" y="123"/>
                  </a:lnTo>
                  <a:lnTo>
                    <a:pt x="1638" y="120"/>
                  </a:lnTo>
                  <a:lnTo>
                    <a:pt x="1641" y="117"/>
                  </a:lnTo>
                  <a:lnTo>
                    <a:pt x="1644" y="112"/>
                  </a:lnTo>
                  <a:lnTo>
                    <a:pt x="1647" y="107"/>
                  </a:lnTo>
                  <a:lnTo>
                    <a:pt x="1650" y="104"/>
                  </a:lnTo>
                  <a:lnTo>
                    <a:pt x="1653" y="99"/>
                  </a:lnTo>
                  <a:lnTo>
                    <a:pt x="1656" y="95"/>
                  </a:lnTo>
                  <a:lnTo>
                    <a:pt x="1660" y="91"/>
                  </a:lnTo>
                  <a:lnTo>
                    <a:pt x="1663" y="86"/>
                  </a:lnTo>
                  <a:lnTo>
                    <a:pt x="1666" y="82"/>
                  </a:lnTo>
                  <a:lnTo>
                    <a:pt x="1669" y="78"/>
                  </a:lnTo>
                  <a:lnTo>
                    <a:pt x="1672" y="75"/>
                  </a:lnTo>
                  <a:lnTo>
                    <a:pt x="1674" y="72"/>
                  </a:lnTo>
                  <a:lnTo>
                    <a:pt x="1676" y="68"/>
                  </a:lnTo>
                  <a:lnTo>
                    <a:pt x="1678" y="64"/>
                  </a:lnTo>
                  <a:lnTo>
                    <a:pt x="1680" y="61"/>
                  </a:lnTo>
                  <a:lnTo>
                    <a:pt x="1682" y="58"/>
                  </a:lnTo>
                  <a:lnTo>
                    <a:pt x="1686" y="56"/>
                  </a:lnTo>
                  <a:lnTo>
                    <a:pt x="1687" y="54"/>
                  </a:lnTo>
                  <a:lnTo>
                    <a:pt x="1689" y="50"/>
                  </a:lnTo>
                  <a:lnTo>
                    <a:pt x="1690" y="48"/>
                  </a:lnTo>
                  <a:lnTo>
                    <a:pt x="1692" y="46"/>
                  </a:lnTo>
                  <a:lnTo>
                    <a:pt x="1693" y="44"/>
                  </a:lnTo>
                  <a:lnTo>
                    <a:pt x="1694" y="42"/>
                  </a:lnTo>
                  <a:lnTo>
                    <a:pt x="1696" y="40"/>
                  </a:lnTo>
                  <a:lnTo>
                    <a:pt x="1697" y="38"/>
                  </a:lnTo>
                  <a:lnTo>
                    <a:pt x="1698" y="36"/>
                  </a:lnTo>
                  <a:lnTo>
                    <a:pt x="1700" y="34"/>
                  </a:lnTo>
                  <a:lnTo>
                    <a:pt x="1701" y="31"/>
                  </a:lnTo>
                  <a:lnTo>
                    <a:pt x="1702" y="28"/>
                  </a:lnTo>
                  <a:lnTo>
                    <a:pt x="1705" y="26"/>
                  </a:lnTo>
                  <a:lnTo>
                    <a:pt x="1706" y="23"/>
                  </a:lnTo>
                  <a:lnTo>
                    <a:pt x="1708" y="20"/>
                  </a:lnTo>
                  <a:lnTo>
                    <a:pt x="1709" y="17"/>
                  </a:lnTo>
                  <a:lnTo>
                    <a:pt x="1711" y="14"/>
                  </a:lnTo>
                  <a:lnTo>
                    <a:pt x="1713" y="10"/>
                  </a:lnTo>
                  <a:lnTo>
                    <a:pt x="1714" y="7"/>
                  </a:lnTo>
                  <a:lnTo>
                    <a:pt x="1716" y="4"/>
                  </a:lnTo>
                  <a:lnTo>
                    <a:pt x="1719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6" name="Freeform 22">
              <a:extLst>
                <a:ext uri="{FF2B5EF4-FFF2-40B4-BE49-F238E27FC236}">
                  <a16:creationId xmlns:a16="http://schemas.microsoft.com/office/drawing/2014/main" id="{99CB95A7-55C0-46C2-A93C-372E3583F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3063875"/>
              <a:ext cx="63500" cy="219075"/>
            </a:xfrm>
            <a:custGeom>
              <a:avLst/>
              <a:gdLst>
                <a:gd name="T0" fmla="*/ 0 w 203"/>
                <a:gd name="T1" fmla="*/ 0 h 688"/>
                <a:gd name="T2" fmla="*/ 0 w 203"/>
                <a:gd name="T3" fmla="*/ 0 h 688"/>
                <a:gd name="T4" fmla="*/ 0 w 203"/>
                <a:gd name="T5" fmla="*/ 0 h 688"/>
                <a:gd name="T6" fmla="*/ 0 w 203"/>
                <a:gd name="T7" fmla="*/ 0 h 688"/>
                <a:gd name="T8" fmla="*/ 0 w 203"/>
                <a:gd name="T9" fmla="*/ 0 h 688"/>
                <a:gd name="T10" fmla="*/ 0 w 203"/>
                <a:gd name="T11" fmla="*/ 0 h 688"/>
                <a:gd name="T12" fmla="*/ 0 w 203"/>
                <a:gd name="T13" fmla="*/ 0 h 688"/>
                <a:gd name="T14" fmla="*/ 0 w 203"/>
                <a:gd name="T15" fmla="*/ 0 h 688"/>
                <a:gd name="T16" fmla="*/ 0 w 203"/>
                <a:gd name="T17" fmla="*/ 0 h 688"/>
                <a:gd name="T18" fmla="*/ 0 w 203"/>
                <a:gd name="T19" fmla="*/ 0 h 688"/>
                <a:gd name="T20" fmla="*/ 0 w 203"/>
                <a:gd name="T21" fmla="*/ 0 h 688"/>
                <a:gd name="T22" fmla="*/ 0 w 203"/>
                <a:gd name="T23" fmla="*/ 0 h 688"/>
                <a:gd name="T24" fmla="*/ 0 w 203"/>
                <a:gd name="T25" fmla="*/ 0 h 688"/>
                <a:gd name="T26" fmla="*/ 0 w 203"/>
                <a:gd name="T27" fmla="*/ 0 h 688"/>
                <a:gd name="T28" fmla="*/ 0 w 203"/>
                <a:gd name="T29" fmla="*/ 0 h 688"/>
                <a:gd name="T30" fmla="*/ 0 w 203"/>
                <a:gd name="T31" fmla="*/ 0 h 688"/>
                <a:gd name="T32" fmla="*/ 0 w 203"/>
                <a:gd name="T33" fmla="*/ 0 h 688"/>
                <a:gd name="T34" fmla="*/ 0 w 203"/>
                <a:gd name="T35" fmla="*/ 0 h 688"/>
                <a:gd name="T36" fmla="*/ 0 w 203"/>
                <a:gd name="T37" fmla="*/ 0 h 688"/>
                <a:gd name="T38" fmla="*/ 0 w 203"/>
                <a:gd name="T39" fmla="*/ 0 h 688"/>
                <a:gd name="T40" fmla="*/ 0 w 203"/>
                <a:gd name="T41" fmla="*/ 0 h 688"/>
                <a:gd name="T42" fmla="*/ 0 w 203"/>
                <a:gd name="T43" fmla="*/ 0 h 688"/>
                <a:gd name="T44" fmla="*/ 0 w 203"/>
                <a:gd name="T45" fmla="*/ 0 h 688"/>
                <a:gd name="T46" fmla="*/ 0 w 203"/>
                <a:gd name="T47" fmla="*/ 0 h 688"/>
                <a:gd name="T48" fmla="*/ 0 w 203"/>
                <a:gd name="T49" fmla="*/ 0 h 688"/>
                <a:gd name="T50" fmla="*/ 0 w 203"/>
                <a:gd name="T51" fmla="*/ 0 h 688"/>
                <a:gd name="T52" fmla="*/ 0 w 203"/>
                <a:gd name="T53" fmla="*/ 0 h 688"/>
                <a:gd name="T54" fmla="*/ 0 w 203"/>
                <a:gd name="T55" fmla="*/ 0 h 688"/>
                <a:gd name="T56" fmla="*/ 0 w 203"/>
                <a:gd name="T57" fmla="*/ 0 h 688"/>
                <a:gd name="T58" fmla="*/ 0 w 203"/>
                <a:gd name="T59" fmla="*/ 0 h 688"/>
                <a:gd name="T60" fmla="*/ 0 w 203"/>
                <a:gd name="T61" fmla="*/ 0 h 688"/>
                <a:gd name="T62" fmla="*/ 0 w 203"/>
                <a:gd name="T63" fmla="*/ 0 h 688"/>
                <a:gd name="T64" fmla="*/ 0 w 203"/>
                <a:gd name="T65" fmla="*/ 0 h 688"/>
                <a:gd name="T66" fmla="*/ 0 w 203"/>
                <a:gd name="T67" fmla="*/ 0 h 688"/>
                <a:gd name="T68" fmla="*/ 0 w 203"/>
                <a:gd name="T69" fmla="*/ 0 h 688"/>
                <a:gd name="T70" fmla="*/ 0 w 203"/>
                <a:gd name="T71" fmla="*/ 0 h 688"/>
                <a:gd name="T72" fmla="*/ 0 w 203"/>
                <a:gd name="T73" fmla="*/ 0 h 688"/>
                <a:gd name="T74" fmla="*/ 0 w 203"/>
                <a:gd name="T75" fmla="*/ 0 h 688"/>
                <a:gd name="T76" fmla="*/ 0 w 203"/>
                <a:gd name="T77" fmla="*/ 0 h 688"/>
                <a:gd name="T78" fmla="*/ 0 w 203"/>
                <a:gd name="T79" fmla="*/ 0 h 688"/>
                <a:gd name="T80" fmla="*/ 0 w 203"/>
                <a:gd name="T81" fmla="*/ 0 h 688"/>
                <a:gd name="T82" fmla="*/ 0 w 203"/>
                <a:gd name="T83" fmla="*/ 0 h 688"/>
                <a:gd name="T84" fmla="*/ 0 w 203"/>
                <a:gd name="T85" fmla="*/ 0 h 688"/>
                <a:gd name="T86" fmla="*/ 0 w 203"/>
                <a:gd name="T87" fmla="*/ 0 h 688"/>
                <a:gd name="T88" fmla="*/ 0 w 203"/>
                <a:gd name="T89" fmla="*/ 0 h 688"/>
                <a:gd name="T90" fmla="*/ 0 w 203"/>
                <a:gd name="T91" fmla="*/ 0 h 688"/>
                <a:gd name="T92" fmla="*/ 0 w 203"/>
                <a:gd name="T93" fmla="*/ 0 h 688"/>
                <a:gd name="T94" fmla="*/ 0 w 203"/>
                <a:gd name="T95" fmla="*/ 0 h 688"/>
                <a:gd name="T96" fmla="*/ 0 w 203"/>
                <a:gd name="T97" fmla="*/ 0 h 688"/>
                <a:gd name="T98" fmla="*/ 0 w 203"/>
                <a:gd name="T99" fmla="*/ 0 h 688"/>
                <a:gd name="T100" fmla="*/ 0 w 203"/>
                <a:gd name="T101" fmla="*/ 0 h 688"/>
                <a:gd name="T102" fmla="*/ 0 w 203"/>
                <a:gd name="T103" fmla="*/ 0 h 688"/>
                <a:gd name="T104" fmla="*/ 0 w 203"/>
                <a:gd name="T105" fmla="*/ 0 h 688"/>
                <a:gd name="T106" fmla="*/ 0 w 203"/>
                <a:gd name="T107" fmla="*/ 0 h 688"/>
                <a:gd name="T108" fmla="*/ 0 w 203"/>
                <a:gd name="T109" fmla="*/ 0 h 688"/>
                <a:gd name="T110" fmla="*/ 0 w 203"/>
                <a:gd name="T111" fmla="*/ 0 h 688"/>
                <a:gd name="T112" fmla="*/ 0 w 203"/>
                <a:gd name="T113" fmla="*/ 0 h 6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3"/>
                <a:gd name="T172" fmla="*/ 0 h 688"/>
                <a:gd name="T173" fmla="*/ 203 w 203"/>
                <a:gd name="T174" fmla="*/ 688 h 68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3" h="688">
                  <a:moveTo>
                    <a:pt x="0" y="0"/>
                  </a:moveTo>
                  <a:lnTo>
                    <a:pt x="4" y="8"/>
                  </a:lnTo>
                  <a:lnTo>
                    <a:pt x="8" y="15"/>
                  </a:lnTo>
                  <a:lnTo>
                    <a:pt x="12" y="22"/>
                  </a:lnTo>
                  <a:lnTo>
                    <a:pt x="15" y="28"/>
                  </a:lnTo>
                  <a:lnTo>
                    <a:pt x="19" y="34"/>
                  </a:lnTo>
                  <a:lnTo>
                    <a:pt x="22" y="39"/>
                  </a:lnTo>
                  <a:lnTo>
                    <a:pt x="24" y="45"/>
                  </a:lnTo>
                  <a:lnTo>
                    <a:pt x="27" y="49"/>
                  </a:lnTo>
                  <a:lnTo>
                    <a:pt x="29" y="54"/>
                  </a:lnTo>
                  <a:lnTo>
                    <a:pt x="31" y="58"/>
                  </a:lnTo>
                  <a:lnTo>
                    <a:pt x="34" y="62"/>
                  </a:lnTo>
                  <a:lnTo>
                    <a:pt x="37" y="66"/>
                  </a:lnTo>
                  <a:lnTo>
                    <a:pt x="39" y="69"/>
                  </a:lnTo>
                  <a:lnTo>
                    <a:pt x="40" y="72"/>
                  </a:lnTo>
                  <a:lnTo>
                    <a:pt x="42" y="75"/>
                  </a:lnTo>
                  <a:lnTo>
                    <a:pt x="43" y="80"/>
                  </a:lnTo>
                  <a:lnTo>
                    <a:pt x="45" y="82"/>
                  </a:lnTo>
                  <a:lnTo>
                    <a:pt x="46" y="85"/>
                  </a:lnTo>
                  <a:lnTo>
                    <a:pt x="47" y="87"/>
                  </a:lnTo>
                  <a:lnTo>
                    <a:pt x="48" y="90"/>
                  </a:lnTo>
                  <a:lnTo>
                    <a:pt x="50" y="92"/>
                  </a:lnTo>
                  <a:lnTo>
                    <a:pt x="51" y="95"/>
                  </a:lnTo>
                  <a:lnTo>
                    <a:pt x="52" y="97"/>
                  </a:lnTo>
                  <a:lnTo>
                    <a:pt x="53" y="101"/>
                  </a:lnTo>
                  <a:lnTo>
                    <a:pt x="54" y="104"/>
                  </a:lnTo>
                  <a:lnTo>
                    <a:pt x="55" y="106"/>
                  </a:lnTo>
                  <a:lnTo>
                    <a:pt x="57" y="109"/>
                  </a:lnTo>
                  <a:lnTo>
                    <a:pt x="59" y="112"/>
                  </a:lnTo>
                  <a:lnTo>
                    <a:pt x="60" y="115"/>
                  </a:lnTo>
                  <a:lnTo>
                    <a:pt x="61" y="119"/>
                  </a:lnTo>
                  <a:lnTo>
                    <a:pt x="63" y="123"/>
                  </a:lnTo>
                  <a:lnTo>
                    <a:pt x="64" y="127"/>
                  </a:lnTo>
                  <a:lnTo>
                    <a:pt x="66" y="131"/>
                  </a:lnTo>
                  <a:lnTo>
                    <a:pt x="67" y="134"/>
                  </a:lnTo>
                  <a:lnTo>
                    <a:pt x="68" y="139"/>
                  </a:lnTo>
                  <a:lnTo>
                    <a:pt x="70" y="142"/>
                  </a:lnTo>
                  <a:lnTo>
                    <a:pt x="71" y="144"/>
                  </a:lnTo>
                  <a:lnTo>
                    <a:pt x="72" y="147"/>
                  </a:lnTo>
                  <a:lnTo>
                    <a:pt x="73" y="150"/>
                  </a:lnTo>
                  <a:lnTo>
                    <a:pt x="74" y="152"/>
                  </a:lnTo>
                  <a:lnTo>
                    <a:pt x="76" y="154"/>
                  </a:lnTo>
                  <a:lnTo>
                    <a:pt x="77" y="158"/>
                  </a:lnTo>
                  <a:lnTo>
                    <a:pt x="78" y="160"/>
                  </a:lnTo>
                  <a:lnTo>
                    <a:pt x="80" y="162"/>
                  </a:lnTo>
                  <a:lnTo>
                    <a:pt x="80" y="164"/>
                  </a:lnTo>
                  <a:lnTo>
                    <a:pt x="81" y="166"/>
                  </a:lnTo>
                  <a:lnTo>
                    <a:pt x="82" y="168"/>
                  </a:lnTo>
                  <a:lnTo>
                    <a:pt x="83" y="171"/>
                  </a:lnTo>
                  <a:lnTo>
                    <a:pt x="84" y="173"/>
                  </a:lnTo>
                  <a:lnTo>
                    <a:pt x="85" y="175"/>
                  </a:lnTo>
                  <a:lnTo>
                    <a:pt x="85" y="179"/>
                  </a:lnTo>
                  <a:lnTo>
                    <a:pt x="86" y="181"/>
                  </a:lnTo>
                  <a:lnTo>
                    <a:pt x="87" y="183"/>
                  </a:lnTo>
                  <a:lnTo>
                    <a:pt x="88" y="186"/>
                  </a:lnTo>
                  <a:lnTo>
                    <a:pt x="89" y="188"/>
                  </a:lnTo>
                  <a:lnTo>
                    <a:pt x="90" y="191"/>
                  </a:lnTo>
                  <a:lnTo>
                    <a:pt x="91" y="194"/>
                  </a:lnTo>
                  <a:lnTo>
                    <a:pt x="93" y="198"/>
                  </a:lnTo>
                  <a:lnTo>
                    <a:pt x="95" y="201"/>
                  </a:lnTo>
                  <a:lnTo>
                    <a:pt x="96" y="204"/>
                  </a:lnTo>
                  <a:lnTo>
                    <a:pt x="98" y="208"/>
                  </a:lnTo>
                  <a:lnTo>
                    <a:pt x="99" y="212"/>
                  </a:lnTo>
                  <a:lnTo>
                    <a:pt x="101" y="218"/>
                  </a:lnTo>
                  <a:lnTo>
                    <a:pt x="102" y="222"/>
                  </a:lnTo>
                  <a:lnTo>
                    <a:pt x="104" y="227"/>
                  </a:lnTo>
                  <a:lnTo>
                    <a:pt x="106" y="231"/>
                  </a:lnTo>
                  <a:lnTo>
                    <a:pt x="107" y="236"/>
                  </a:lnTo>
                  <a:lnTo>
                    <a:pt x="108" y="239"/>
                  </a:lnTo>
                  <a:lnTo>
                    <a:pt x="110" y="243"/>
                  </a:lnTo>
                  <a:lnTo>
                    <a:pt x="111" y="246"/>
                  </a:lnTo>
                  <a:lnTo>
                    <a:pt x="112" y="249"/>
                  </a:lnTo>
                  <a:lnTo>
                    <a:pt x="113" y="252"/>
                  </a:lnTo>
                  <a:lnTo>
                    <a:pt x="115" y="256"/>
                  </a:lnTo>
                  <a:lnTo>
                    <a:pt x="116" y="258"/>
                  </a:lnTo>
                  <a:lnTo>
                    <a:pt x="117" y="262"/>
                  </a:lnTo>
                  <a:lnTo>
                    <a:pt x="118" y="264"/>
                  </a:lnTo>
                  <a:lnTo>
                    <a:pt x="119" y="267"/>
                  </a:lnTo>
                  <a:lnTo>
                    <a:pt x="120" y="269"/>
                  </a:lnTo>
                  <a:lnTo>
                    <a:pt x="120" y="271"/>
                  </a:lnTo>
                  <a:lnTo>
                    <a:pt x="121" y="275"/>
                  </a:lnTo>
                  <a:lnTo>
                    <a:pt x="122" y="277"/>
                  </a:lnTo>
                  <a:lnTo>
                    <a:pt x="124" y="279"/>
                  </a:lnTo>
                  <a:lnTo>
                    <a:pt x="124" y="282"/>
                  </a:lnTo>
                  <a:lnTo>
                    <a:pt x="125" y="284"/>
                  </a:lnTo>
                  <a:lnTo>
                    <a:pt x="126" y="286"/>
                  </a:lnTo>
                  <a:lnTo>
                    <a:pt x="127" y="289"/>
                  </a:lnTo>
                  <a:lnTo>
                    <a:pt x="128" y="292"/>
                  </a:lnTo>
                  <a:lnTo>
                    <a:pt x="129" y="295"/>
                  </a:lnTo>
                  <a:lnTo>
                    <a:pt x="129" y="298"/>
                  </a:lnTo>
                  <a:lnTo>
                    <a:pt x="130" y="301"/>
                  </a:lnTo>
                  <a:lnTo>
                    <a:pt x="131" y="306"/>
                  </a:lnTo>
                  <a:lnTo>
                    <a:pt x="132" y="309"/>
                  </a:lnTo>
                  <a:lnTo>
                    <a:pt x="135" y="314"/>
                  </a:lnTo>
                  <a:lnTo>
                    <a:pt x="136" y="318"/>
                  </a:lnTo>
                  <a:lnTo>
                    <a:pt x="137" y="322"/>
                  </a:lnTo>
                  <a:lnTo>
                    <a:pt x="138" y="326"/>
                  </a:lnTo>
                  <a:lnTo>
                    <a:pt x="140" y="331"/>
                  </a:lnTo>
                  <a:lnTo>
                    <a:pt x="141" y="336"/>
                  </a:lnTo>
                  <a:lnTo>
                    <a:pt x="142" y="340"/>
                  </a:lnTo>
                  <a:lnTo>
                    <a:pt x="143" y="343"/>
                  </a:lnTo>
                  <a:lnTo>
                    <a:pt x="144" y="347"/>
                  </a:lnTo>
                  <a:lnTo>
                    <a:pt x="145" y="352"/>
                  </a:lnTo>
                  <a:lnTo>
                    <a:pt x="146" y="355"/>
                  </a:lnTo>
                  <a:lnTo>
                    <a:pt x="147" y="358"/>
                  </a:lnTo>
                  <a:lnTo>
                    <a:pt x="148" y="360"/>
                  </a:lnTo>
                  <a:lnTo>
                    <a:pt x="149" y="363"/>
                  </a:lnTo>
                  <a:lnTo>
                    <a:pt x="150" y="366"/>
                  </a:lnTo>
                  <a:lnTo>
                    <a:pt x="151" y="368"/>
                  </a:lnTo>
                  <a:lnTo>
                    <a:pt x="151" y="371"/>
                  </a:lnTo>
                  <a:lnTo>
                    <a:pt x="152" y="374"/>
                  </a:lnTo>
                  <a:lnTo>
                    <a:pt x="154" y="376"/>
                  </a:lnTo>
                  <a:lnTo>
                    <a:pt x="154" y="378"/>
                  </a:lnTo>
                  <a:lnTo>
                    <a:pt x="155" y="381"/>
                  </a:lnTo>
                  <a:lnTo>
                    <a:pt x="156" y="383"/>
                  </a:lnTo>
                  <a:lnTo>
                    <a:pt x="157" y="385"/>
                  </a:lnTo>
                  <a:lnTo>
                    <a:pt x="157" y="388"/>
                  </a:lnTo>
                  <a:lnTo>
                    <a:pt x="158" y="391"/>
                  </a:lnTo>
                  <a:lnTo>
                    <a:pt x="159" y="394"/>
                  </a:lnTo>
                  <a:lnTo>
                    <a:pt x="160" y="397"/>
                  </a:lnTo>
                  <a:lnTo>
                    <a:pt x="161" y="400"/>
                  </a:lnTo>
                  <a:lnTo>
                    <a:pt x="162" y="403"/>
                  </a:lnTo>
                  <a:lnTo>
                    <a:pt x="163" y="406"/>
                  </a:lnTo>
                  <a:lnTo>
                    <a:pt x="164" y="410"/>
                  </a:lnTo>
                  <a:lnTo>
                    <a:pt x="165" y="414"/>
                  </a:lnTo>
                  <a:lnTo>
                    <a:pt x="166" y="417"/>
                  </a:lnTo>
                  <a:lnTo>
                    <a:pt x="167" y="421"/>
                  </a:lnTo>
                  <a:lnTo>
                    <a:pt x="169" y="425"/>
                  </a:lnTo>
                  <a:lnTo>
                    <a:pt x="171" y="431"/>
                  </a:lnTo>
                  <a:lnTo>
                    <a:pt x="173" y="435"/>
                  </a:lnTo>
                  <a:lnTo>
                    <a:pt x="174" y="440"/>
                  </a:lnTo>
                  <a:lnTo>
                    <a:pt x="176" y="444"/>
                  </a:lnTo>
                  <a:lnTo>
                    <a:pt x="177" y="449"/>
                  </a:lnTo>
                  <a:lnTo>
                    <a:pt x="178" y="452"/>
                  </a:lnTo>
                  <a:lnTo>
                    <a:pt x="179" y="456"/>
                  </a:lnTo>
                  <a:lnTo>
                    <a:pt x="180" y="459"/>
                  </a:lnTo>
                  <a:lnTo>
                    <a:pt x="180" y="461"/>
                  </a:lnTo>
                  <a:lnTo>
                    <a:pt x="181" y="464"/>
                  </a:lnTo>
                  <a:lnTo>
                    <a:pt x="182" y="468"/>
                  </a:lnTo>
                  <a:lnTo>
                    <a:pt x="183" y="470"/>
                  </a:lnTo>
                  <a:lnTo>
                    <a:pt x="183" y="473"/>
                  </a:lnTo>
                  <a:lnTo>
                    <a:pt x="184" y="475"/>
                  </a:lnTo>
                  <a:lnTo>
                    <a:pt x="184" y="477"/>
                  </a:lnTo>
                  <a:lnTo>
                    <a:pt x="185" y="479"/>
                  </a:lnTo>
                  <a:lnTo>
                    <a:pt x="185" y="481"/>
                  </a:lnTo>
                  <a:lnTo>
                    <a:pt x="186" y="485"/>
                  </a:lnTo>
                  <a:lnTo>
                    <a:pt x="186" y="488"/>
                  </a:lnTo>
                  <a:lnTo>
                    <a:pt x="186" y="490"/>
                  </a:lnTo>
                  <a:lnTo>
                    <a:pt x="187" y="492"/>
                  </a:lnTo>
                  <a:lnTo>
                    <a:pt x="187" y="494"/>
                  </a:lnTo>
                  <a:lnTo>
                    <a:pt x="187" y="496"/>
                  </a:lnTo>
                  <a:lnTo>
                    <a:pt x="188" y="499"/>
                  </a:lnTo>
                  <a:lnTo>
                    <a:pt x="188" y="501"/>
                  </a:lnTo>
                  <a:lnTo>
                    <a:pt x="188" y="504"/>
                  </a:lnTo>
                  <a:lnTo>
                    <a:pt x="188" y="507"/>
                  </a:lnTo>
                  <a:lnTo>
                    <a:pt x="189" y="510"/>
                  </a:lnTo>
                  <a:lnTo>
                    <a:pt x="189" y="513"/>
                  </a:lnTo>
                  <a:lnTo>
                    <a:pt x="189" y="516"/>
                  </a:lnTo>
                  <a:lnTo>
                    <a:pt x="189" y="520"/>
                  </a:lnTo>
                  <a:lnTo>
                    <a:pt x="190" y="523"/>
                  </a:lnTo>
                  <a:lnTo>
                    <a:pt x="190" y="528"/>
                  </a:lnTo>
                  <a:lnTo>
                    <a:pt x="190" y="533"/>
                  </a:lnTo>
                  <a:lnTo>
                    <a:pt x="190" y="536"/>
                  </a:lnTo>
                  <a:lnTo>
                    <a:pt x="192" y="540"/>
                  </a:lnTo>
                  <a:lnTo>
                    <a:pt x="192" y="543"/>
                  </a:lnTo>
                  <a:lnTo>
                    <a:pt x="192" y="547"/>
                  </a:lnTo>
                  <a:lnTo>
                    <a:pt x="192" y="549"/>
                  </a:lnTo>
                  <a:lnTo>
                    <a:pt x="193" y="552"/>
                  </a:lnTo>
                  <a:lnTo>
                    <a:pt x="193" y="554"/>
                  </a:lnTo>
                  <a:lnTo>
                    <a:pt x="193" y="557"/>
                  </a:lnTo>
                  <a:lnTo>
                    <a:pt x="193" y="559"/>
                  </a:lnTo>
                  <a:lnTo>
                    <a:pt x="193" y="561"/>
                  </a:lnTo>
                  <a:lnTo>
                    <a:pt x="194" y="563"/>
                  </a:lnTo>
                  <a:lnTo>
                    <a:pt x="194" y="564"/>
                  </a:lnTo>
                  <a:lnTo>
                    <a:pt x="194" y="567"/>
                  </a:lnTo>
                  <a:lnTo>
                    <a:pt x="194" y="569"/>
                  </a:lnTo>
                  <a:lnTo>
                    <a:pt x="194" y="570"/>
                  </a:lnTo>
                  <a:lnTo>
                    <a:pt x="195" y="572"/>
                  </a:lnTo>
                  <a:lnTo>
                    <a:pt x="195" y="573"/>
                  </a:lnTo>
                  <a:lnTo>
                    <a:pt x="195" y="576"/>
                  </a:lnTo>
                  <a:lnTo>
                    <a:pt x="195" y="577"/>
                  </a:lnTo>
                  <a:lnTo>
                    <a:pt x="196" y="579"/>
                  </a:lnTo>
                  <a:lnTo>
                    <a:pt x="196" y="580"/>
                  </a:lnTo>
                  <a:lnTo>
                    <a:pt x="196" y="582"/>
                  </a:lnTo>
                  <a:lnTo>
                    <a:pt x="196" y="583"/>
                  </a:lnTo>
                  <a:lnTo>
                    <a:pt x="197" y="586"/>
                  </a:lnTo>
                  <a:lnTo>
                    <a:pt x="197" y="588"/>
                  </a:lnTo>
                  <a:lnTo>
                    <a:pt x="197" y="589"/>
                  </a:lnTo>
                  <a:lnTo>
                    <a:pt x="198" y="591"/>
                  </a:lnTo>
                  <a:lnTo>
                    <a:pt x="198" y="593"/>
                  </a:lnTo>
                  <a:lnTo>
                    <a:pt x="199" y="595"/>
                  </a:lnTo>
                  <a:lnTo>
                    <a:pt x="199" y="597"/>
                  </a:lnTo>
                  <a:lnTo>
                    <a:pt x="199" y="600"/>
                  </a:lnTo>
                  <a:lnTo>
                    <a:pt x="200" y="602"/>
                  </a:lnTo>
                  <a:lnTo>
                    <a:pt x="200" y="605"/>
                  </a:lnTo>
                  <a:lnTo>
                    <a:pt x="201" y="607"/>
                  </a:lnTo>
                  <a:lnTo>
                    <a:pt x="201" y="609"/>
                  </a:lnTo>
                  <a:lnTo>
                    <a:pt x="201" y="611"/>
                  </a:lnTo>
                  <a:lnTo>
                    <a:pt x="202" y="612"/>
                  </a:lnTo>
                  <a:lnTo>
                    <a:pt x="202" y="614"/>
                  </a:lnTo>
                  <a:lnTo>
                    <a:pt x="202" y="616"/>
                  </a:lnTo>
                  <a:lnTo>
                    <a:pt x="202" y="618"/>
                  </a:lnTo>
                  <a:lnTo>
                    <a:pt x="203" y="620"/>
                  </a:lnTo>
                  <a:lnTo>
                    <a:pt x="203" y="622"/>
                  </a:lnTo>
                  <a:lnTo>
                    <a:pt x="203" y="624"/>
                  </a:lnTo>
                  <a:lnTo>
                    <a:pt x="203" y="626"/>
                  </a:lnTo>
                  <a:lnTo>
                    <a:pt x="203" y="628"/>
                  </a:lnTo>
                  <a:lnTo>
                    <a:pt x="203" y="630"/>
                  </a:lnTo>
                  <a:lnTo>
                    <a:pt x="203" y="631"/>
                  </a:lnTo>
                  <a:lnTo>
                    <a:pt x="203" y="633"/>
                  </a:lnTo>
                  <a:lnTo>
                    <a:pt x="203" y="636"/>
                  </a:lnTo>
                  <a:lnTo>
                    <a:pt x="203" y="638"/>
                  </a:lnTo>
                  <a:lnTo>
                    <a:pt x="203" y="640"/>
                  </a:lnTo>
                  <a:lnTo>
                    <a:pt x="203" y="644"/>
                  </a:lnTo>
                  <a:lnTo>
                    <a:pt x="203" y="646"/>
                  </a:lnTo>
                  <a:lnTo>
                    <a:pt x="203" y="649"/>
                  </a:lnTo>
                  <a:lnTo>
                    <a:pt x="203" y="652"/>
                  </a:lnTo>
                  <a:lnTo>
                    <a:pt x="203" y="655"/>
                  </a:lnTo>
                  <a:lnTo>
                    <a:pt x="203" y="659"/>
                  </a:lnTo>
                  <a:lnTo>
                    <a:pt x="202" y="663"/>
                  </a:lnTo>
                  <a:lnTo>
                    <a:pt x="202" y="668"/>
                  </a:lnTo>
                  <a:lnTo>
                    <a:pt x="202" y="673"/>
                  </a:lnTo>
                  <a:lnTo>
                    <a:pt x="202" y="677"/>
                  </a:lnTo>
                  <a:lnTo>
                    <a:pt x="201" y="683"/>
                  </a:lnTo>
                  <a:lnTo>
                    <a:pt x="201" y="6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7" name="Freeform 23">
              <a:extLst>
                <a:ext uri="{FF2B5EF4-FFF2-40B4-BE49-F238E27FC236}">
                  <a16:creationId xmlns:a16="http://schemas.microsoft.com/office/drawing/2014/main" id="{4131202C-4721-4978-BBDB-7187D5A84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3281363"/>
              <a:ext cx="63500" cy="217487"/>
            </a:xfrm>
            <a:custGeom>
              <a:avLst/>
              <a:gdLst>
                <a:gd name="T0" fmla="*/ 0 w 203"/>
                <a:gd name="T1" fmla="*/ 0 h 686"/>
                <a:gd name="T2" fmla="*/ 0 w 203"/>
                <a:gd name="T3" fmla="*/ 0 h 686"/>
                <a:gd name="T4" fmla="*/ 0 w 203"/>
                <a:gd name="T5" fmla="*/ 0 h 686"/>
                <a:gd name="T6" fmla="*/ 0 w 203"/>
                <a:gd name="T7" fmla="*/ 0 h 686"/>
                <a:gd name="T8" fmla="*/ 0 w 203"/>
                <a:gd name="T9" fmla="*/ 0 h 686"/>
                <a:gd name="T10" fmla="*/ 0 w 203"/>
                <a:gd name="T11" fmla="*/ 0 h 686"/>
                <a:gd name="T12" fmla="*/ 0 w 203"/>
                <a:gd name="T13" fmla="*/ 0 h 686"/>
                <a:gd name="T14" fmla="*/ 0 w 203"/>
                <a:gd name="T15" fmla="*/ 0 h 686"/>
                <a:gd name="T16" fmla="*/ 0 w 203"/>
                <a:gd name="T17" fmla="*/ 0 h 686"/>
                <a:gd name="T18" fmla="*/ 0 w 203"/>
                <a:gd name="T19" fmla="*/ 0 h 686"/>
                <a:gd name="T20" fmla="*/ 0 w 203"/>
                <a:gd name="T21" fmla="*/ 0 h 686"/>
                <a:gd name="T22" fmla="*/ 0 w 203"/>
                <a:gd name="T23" fmla="*/ 0 h 686"/>
                <a:gd name="T24" fmla="*/ 0 w 203"/>
                <a:gd name="T25" fmla="*/ 0 h 686"/>
                <a:gd name="T26" fmla="*/ 0 w 203"/>
                <a:gd name="T27" fmla="*/ 0 h 686"/>
                <a:gd name="T28" fmla="*/ 0 w 203"/>
                <a:gd name="T29" fmla="*/ 0 h 686"/>
                <a:gd name="T30" fmla="*/ 0 w 203"/>
                <a:gd name="T31" fmla="*/ 0 h 686"/>
                <a:gd name="T32" fmla="*/ 0 w 203"/>
                <a:gd name="T33" fmla="*/ 0 h 686"/>
                <a:gd name="T34" fmla="*/ 0 w 203"/>
                <a:gd name="T35" fmla="*/ 0 h 686"/>
                <a:gd name="T36" fmla="*/ 0 w 203"/>
                <a:gd name="T37" fmla="*/ 0 h 686"/>
                <a:gd name="T38" fmla="*/ 0 w 203"/>
                <a:gd name="T39" fmla="*/ 0 h 686"/>
                <a:gd name="T40" fmla="*/ 0 w 203"/>
                <a:gd name="T41" fmla="*/ 0 h 686"/>
                <a:gd name="T42" fmla="*/ 0 w 203"/>
                <a:gd name="T43" fmla="*/ 0 h 686"/>
                <a:gd name="T44" fmla="*/ 0 w 203"/>
                <a:gd name="T45" fmla="*/ 0 h 686"/>
                <a:gd name="T46" fmla="*/ 0 w 203"/>
                <a:gd name="T47" fmla="*/ 0 h 686"/>
                <a:gd name="T48" fmla="*/ 0 w 203"/>
                <a:gd name="T49" fmla="*/ 0 h 686"/>
                <a:gd name="T50" fmla="*/ 0 w 203"/>
                <a:gd name="T51" fmla="*/ 0 h 686"/>
                <a:gd name="T52" fmla="*/ 0 w 203"/>
                <a:gd name="T53" fmla="*/ 0 h 686"/>
                <a:gd name="T54" fmla="*/ 0 w 203"/>
                <a:gd name="T55" fmla="*/ 0 h 686"/>
                <a:gd name="T56" fmla="*/ 0 w 203"/>
                <a:gd name="T57" fmla="*/ 0 h 686"/>
                <a:gd name="T58" fmla="*/ 0 w 203"/>
                <a:gd name="T59" fmla="*/ 0 h 686"/>
                <a:gd name="T60" fmla="*/ 0 w 203"/>
                <a:gd name="T61" fmla="*/ 0 h 686"/>
                <a:gd name="T62" fmla="*/ 0 w 203"/>
                <a:gd name="T63" fmla="*/ 0 h 686"/>
                <a:gd name="T64" fmla="*/ 0 w 203"/>
                <a:gd name="T65" fmla="*/ 0 h 686"/>
                <a:gd name="T66" fmla="*/ 0 w 203"/>
                <a:gd name="T67" fmla="*/ 0 h 686"/>
                <a:gd name="T68" fmla="*/ 0 w 203"/>
                <a:gd name="T69" fmla="*/ 0 h 686"/>
                <a:gd name="T70" fmla="*/ 0 w 203"/>
                <a:gd name="T71" fmla="*/ 0 h 686"/>
                <a:gd name="T72" fmla="*/ 0 w 203"/>
                <a:gd name="T73" fmla="*/ 0 h 686"/>
                <a:gd name="T74" fmla="*/ 0 w 203"/>
                <a:gd name="T75" fmla="*/ 0 h 686"/>
                <a:gd name="T76" fmla="*/ 0 w 203"/>
                <a:gd name="T77" fmla="*/ 0 h 686"/>
                <a:gd name="T78" fmla="*/ 0 w 203"/>
                <a:gd name="T79" fmla="*/ 0 h 686"/>
                <a:gd name="T80" fmla="*/ 0 w 203"/>
                <a:gd name="T81" fmla="*/ 0 h 686"/>
                <a:gd name="T82" fmla="*/ 0 w 203"/>
                <a:gd name="T83" fmla="*/ 0 h 686"/>
                <a:gd name="T84" fmla="*/ 0 w 203"/>
                <a:gd name="T85" fmla="*/ 0 h 686"/>
                <a:gd name="T86" fmla="*/ 0 w 203"/>
                <a:gd name="T87" fmla="*/ 0 h 686"/>
                <a:gd name="T88" fmla="*/ 0 w 203"/>
                <a:gd name="T89" fmla="*/ 0 h 686"/>
                <a:gd name="T90" fmla="*/ 0 w 203"/>
                <a:gd name="T91" fmla="*/ 0 h 686"/>
                <a:gd name="T92" fmla="*/ 0 w 203"/>
                <a:gd name="T93" fmla="*/ 0 h 686"/>
                <a:gd name="T94" fmla="*/ 0 w 203"/>
                <a:gd name="T95" fmla="*/ 0 h 686"/>
                <a:gd name="T96" fmla="*/ 0 w 203"/>
                <a:gd name="T97" fmla="*/ 0 h 686"/>
                <a:gd name="T98" fmla="*/ 0 w 203"/>
                <a:gd name="T99" fmla="*/ 0 h 686"/>
                <a:gd name="T100" fmla="*/ 0 w 203"/>
                <a:gd name="T101" fmla="*/ 0 h 686"/>
                <a:gd name="T102" fmla="*/ 0 w 203"/>
                <a:gd name="T103" fmla="*/ 0 h 686"/>
                <a:gd name="T104" fmla="*/ 0 w 203"/>
                <a:gd name="T105" fmla="*/ 0 h 686"/>
                <a:gd name="T106" fmla="*/ 0 w 203"/>
                <a:gd name="T107" fmla="*/ 0 h 686"/>
                <a:gd name="T108" fmla="*/ 0 w 203"/>
                <a:gd name="T109" fmla="*/ 0 h 686"/>
                <a:gd name="T110" fmla="*/ 0 w 203"/>
                <a:gd name="T111" fmla="*/ 0 h 686"/>
                <a:gd name="T112" fmla="*/ 0 w 203"/>
                <a:gd name="T113" fmla="*/ 0 h 6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3"/>
                <a:gd name="T172" fmla="*/ 0 h 686"/>
                <a:gd name="T173" fmla="*/ 203 w 203"/>
                <a:gd name="T174" fmla="*/ 686 h 68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3" h="686">
                  <a:moveTo>
                    <a:pt x="0" y="686"/>
                  </a:moveTo>
                  <a:lnTo>
                    <a:pt x="4" y="679"/>
                  </a:lnTo>
                  <a:lnTo>
                    <a:pt x="8" y="672"/>
                  </a:lnTo>
                  <a:lnTo>
                    <a:pt x="12" y="665"/>
                  </a:lnTo>
                  <a:lnTo>
                    <a:pt x="15" y="660"/>
                  </a:lnTo>
                  <a:lnTo>
                    <a:pt x="19" y="652"/>
                  </a:lnTo>
                  <a:lnTo>
                    <a:pt x="22" y="647"/>
                  </a:lnTo>
                  <a:lnTo>
                    <a:pt x="24" y="643"/>
                  </a:lnTo>
                  <a:lnTo>
                    <a:pt x="27" y="638"/>
                  </a:lnTo>
                  <a:lnTo>
                    <a:pt x="29" y="633"/>
                  </a:lnTo>
                  <a:lnTo>
                    <a:pt x="31" y="629"/>
                  </a:lnTo>
                  <a:lnTo>
                    <a:pt x="34" y="626"/>
                  </a:lnTo>
                  <a:lnTo>
                    <a:pt x="37" y="622"/>
                  </a:lnTo>
                  <a:lnTo>
                    <a:pt x="39" y="619"/>
                  </a:lnTo>
                  <a:lnTo>
                    <a:pt x="40" y="615"/>
                  </a:lnTo>
                  <a:lnTo>
                    <a:pt x="42" y="612"/>
                  </a:lnTo>
                  <a:lnTo>
                    <a:pt x="43" y="608"/>
                  </a:lnTo>
                  <a:lnTo>
                    <a:pt x="45" y="605"/>
                  </a:lnTo>
                  <a:lnTo>
                    <a:pt x="46" y="603"/>
                  </a:lnTo>
                  <a:lnTo>
                    <a:pt x="47" y="600"/>
                  </a:lnTo>
                  <a:lnTo>
                    <a:pt x="48" y="597"/>
                  </a:lnTo>
                  <a:lnTo>
                    <a:pt x="50" y="594"/>
                  </a:lnTo>
                  <a:lnTo>
                    <a:pt x="51" y="592"/>
                  </a:lnTo>
                  <a:lnTo>
                    <a:pt x="52" y="589"/>
                  </a:lnTo>
                  <a:lnTo>
                    <a:pt x="53" y="587"/>
                  </a:lnTo>
                  <a:lnTo>
                    <a:pt x="54" y="584"/>
                  </a:lnTo>
                  <a:lnTo>
                    <a:pt x="55" y="581"/>
                  </a:lnTo>
                  <a:lnTo>
                    <a:pt x="57" y="579"/>
                  </a:lnTo>
                  <a:lnTo>
                    <a:pt x="59" y="575"/>
                  </a:lnTo>
                  <a:lnTo>
                    <a:pt x="60" y="572"/>
                  </a:lnTo>
                  <a:lnTo>
                    <a:pt x="61" y="568"/>
                  </a:lnTo>
                  <a:lnTo>
                    <a:pt x="63" y="564"/>
                  </a:lnTo>
                  <a:lnTo>
                    <a:pt x="64" y="560"/>
                  </a:lnTo>
                  <a:lnTo>
                    <a:pt x="66" y="556"/>
                  </a:lnTo>
                  <a:lnTo>
                    <a:pt x="67" y="552"/>
                  </a:lnTo>
                  <a:lnTo>
                    <a:pt x="68" y="549"/>
                  </a:lnTo>
                  <a:lnTo>
                    <a:pt x="70" y="546"/>
                  </a:lnTo>
                  <a:lnTo>
                    <a:pt x="71" y="543"/>
                  </a:lnTo>
                  <a:lnTo>
                    <a:pt x="72" y="541"/>
                  </a:lnTo>
                  <a:lnTo>
                    <a:pt x="73" y="537"/>
                  </a:lnTo>
                  <a:lnTo>
                    <a:pt x="74" y="535"/>
                  </a:lnTo>
                  <a:lnTo>
                    <a:pt x="76" y="532"/>
                  </a:lnTo>
                  <a:lnTo>
                    <a:pt x="77" y="530"/>
                  </a:lnTo>
                  <a:lnTo>
                    <a:pt x="78" y="528"/>
                  </a:lnTo>
                  <a:lnTo>
                    <a:pt x="80" y="526"/>
                  </a:lnTo>
                  <a:lnTo>
                    <a:pt x="80" y="524"/>
                  </a:lnTo>
                  <a:lnTo>
                    <a:pt x="81" y="521"/>
                  </a:lnTo>
                  <a:lnTo>
                    <a:pt x="82" y="518"/>
                  </a:lnTo>
                  <a:lnTo>
                    <a:pt x="83" y="516"/>
                  </a:lnTo>
                  <a:lnTo>
                    <a:pt x="84" y="514"/>
                  </a:lnTo>
                  <a:lnTo>
                    <a:pt x="85" y="511"/>
                  </a:lnTo>
                  <a:lnTo>
                    <a:pt x="85" y="509"/>
                  </a:lnTo>
                  <a:lnTo>
                    <a:pt x="86" y="507"/>
                  </a:lnTo>
                  <a:lnTo>
                    <a:pt x="87" y="505"/>
                  </a:lnTo>
                  <a:lnTo>
                    <a:pt x="88" y="502"/>
                  </a:lnTo>
                  <a:lnTo>
                    <a:pt x="89" y="499"/>
                  </a:lnTo>
                  <a:lnTo>
                    <a:pt x="90" y="496"/>
                  </a:lnTo>
                  <a:lnTo>
                    <a:pt x="91" y="493"/>
                  </a:lnTo>
                  <a:lnTo>
                    <a:pt x="93" y="490"/>
                  </a:lnTo>
                  <a:lnTo>
                    <a:pt x="95" y="487"/>
                  </a:lnTo>
                  <a:lnTo>
                    <a:pt x="96" y="483"/>
                  </a:lnTo>
                  <a:lnTo>
                    <a:pt x="98" y="479"/>
                  </a:lnTo>
                  <a:lnTo>
                    <a:pt x="99" y="474"/>
                  </a:lnTo>
                  <a:lnTo>
                    <a:pt x="101" y="470"/>
                  </a:lnTo>
                  <a:lnTo>
                    <a:pt x="102" y="465"/>
                  </a:lnTo>
                  <a:lnTo>
                    <a:pt x="104" y="460"/>
                  </a:lnTo>
                  <a:lnTo>
                    <a:pt x="106" y="456"/>
                  </a:lnTo>
                  <a:lnTo>
                    <a:pt x="107" y="452"/>
                  </a:lnTo>
                  <a:lnTo>
                    <a:pt x="108" y="448"/>
                  </a:lnTo>
                  <a:lnTo>
                    <a:pt x="110" y="445"/>
                  </a:lnTo>
                  <a:lnTo>
                    <a:pt x="111" y="440"/>
                  </a:lnTo>
                  <a:lnTo>
                    <a:pt x="112" y="437"/>
                  </a:lnTo>
                  <a:lnTo>
                    <a:pt x="113" y="434"/>
                  </a:lnTo>
                  <a:lnTo>
                    <a:pt x="115" y="432"/>
                  </a:lnTo>
                  <a:lnTo>
                    <a:pt x="116" y="428"/>
                  </a:lnTo>
                  <a:lnTo>
                    <a:pt x="117" y="425"/>
                  </a:lnTo>
                  <a:lnTo>
                    <a:pt x="118" y="422"/>
                  </a:lnTo>
                  <a:lnTo>
                    <a:pt x="119" y="420"/>
                  </a:lnTo>
                  <a:lnTo>
                    <a:pt x="120" y="417"/>
                  </a:lnTo>
                  <a:lnTo>
                    <a:pt x="120" y="415"/>
                  </a:lnTo>
                  <a:lnTo>
                    <a:pt x="121" y="413"/>
                  </a:lnTo>
                  <a:lnTo>
                    <a:pt x="122" y="410"/>
                  </a:lnTo>
                  <a:lnTo>
                    <a:pt x="124" y="408"/>
                  </a:lnTo>
                  <a:lnTo>
                    <a:pt x="124" y="406"/>
                  </a:lnTo>
                  <a:lnTo>
                    <a:pt x="125" y="403"/>
                  </a:lnTo>
                  <a:lnTo>
                    <a:pt x="126" y="400"/>
                  </a:lnTo>
                  <a:lnTo>
                    <a:pt x="127" y="398"/>
                  </a:lnTo>
                  <a:lnTo>
                    <a:pt x="128" y="395"/>
                  </a:lnTo>
                  <a:lnTo>
                    <a:pt x="129" y="392"/>
                  </a:lnTo>
                  <a:lnTo>
                    <a:pt x="129" y="389"/>
                  </a:lnTo>
                  <a:lnTo>
                    <a:pt x="130" y="385"/>
                  </a:lnTo>
                  <a:lnTo>
                    <a:pt x="131" y="381"/>
                  </a:lnTo>
                  <a:lnTo>
                    <a:pt x="132" y="378"/>
                  </a:lnTo>
                  <a:lnTo>
                    <a:pt x="135" y="374"/>
                  </a:lnTo>
                  <a:lnTo>
                    <a:pt x="136" y="370"/>
                  </a:lnTo>
                  <a:lnTo>
                    <a:pt x="137" y="366"/>
                  </a:lnTo>
                  <a:lnTo>
                    <a:pt x="138" y="361"/>
                  </a:lnTo>
                  <a:lnTo>
                    <a:pt x="140" y="356"/>
                  </a:lnTo>
                  <a:lnTo>
                    <a:pt x="141" y="352"/>
                  </a:lnTo>
                  <a:lnTo>
                    <a:pt x="142" y="348"/>
                  </a:lnTo>
                  <a:lnTo>
                    <a:pt x="143" y="344"/>
                  </a:lnTo>
                  <a:lnTo>
                    <a:pt x="144" y="339"/>
                  </a:lnTo>
                  <a:lnTo>
                    <a:pt x="145" y="336"/>
                  </a:lnTo>
                  <a:lnTo>
                    <a:pt x="146" y="333"/>
                  </a:lnTo>
                  <a:lnTo>
                    <a:pt x="147" y="330"/>
                  </a:lnTo>
                  <a:lnTo>
                    <a:pt x="148" y="327"/>
                  </a:lnTo>
                  <a:lnTo>
                    <a:pt x="149" y="323"/>
                  </a:lnTo>
                  <a:lnTo>
                    <a:pt x="150" y="321"/>
                  </a:lnTo>
                  <a:lnTo>
                    <a:pt x="151" y="318"/>
                  </a:lnTo>
                  <a:lnTo>
                    <a:pt x="151" y="316"/>
                  </a:lnTo>
                  <a:lnTo>
                    <a:pt x="152" y="314"/>
                  </a:lnTo>
                  <a:lnTo>
                    <a:pt x="154" y="311"/>
                  </a:lnTo>
                  <a:lnTo>
                    <a:pt x="154" y="309"/>
                  </a:lnTo>
                  <a:lnTo>
                    <a:pt x="155" y="306"/>
                  </a:lnTo>
                  <a:lnTo>
                    <a:pt x="156" y="304"/>
                  </a:lnTo>
                  <a:lnTo>
                    <a:pt x="157" y="301"/>
                  </a:lnTo>
                  <a:lnTo>
                    <a:pt x="157" y="299"/>
                  </a:lnTo>
                  <a:lnTo>
                    <a:pt x="158" y="295"/>
                  </a:lnTo>
                  <a:lnTo>
                    <a:pt x="159" y="293"/>
                  </a:lnTo>
                  <a:lnTo>
                    <a:pt x="160" y="290"/>
                  </a:lnTo>
                  <a:lnTo>
                    <a:pt x="161" y="286"/>
                  </a:lnTo>
                  <a:lnTo>
                    <a:pt x="162" y="284"/>
                  </a:lnTo>
                  <a:lnTo>
                    <a:pt x="163" y="280"/>
                  </a:lnTo>
                  <a:lnTo>
                    <a:pt x="164" y="277"/>
                  </a:lnTo>
                  <a:lnTo>
                    <a:pt x="165" y="274"/>
                  </a:lnTo>
                  <a:lnTo>
                    <a:pt x="166" y="270"/>
                  </a:lnTo>
                  <a:lnTo>
                    <a:pt x="167" y="265"/>
                  </a:lnTo>
                  <a:lnTo>
                    <a:pt x="169" y="261"/>
                  </a:lnTo>
                  <a:lnTo>
                    <a:pt x="171" y="257"/>
                  </a:lnTo>
                  <a:lnTo>
                    <a:pt x="173" y="252"/>
                  </a:lnTo>
                  <a:lnTo>
                    <a:pt x="174" y="246"/>
                  </a:lnTo>
                  <a:lnTo>
                    <a:pt x="176" y="242"/>
                  </a:lnTo>
                  <a:lnTo>
                    <a:pt x="177" y="239"/>
                  </a:lnTo>
                  <a:lnTo>
                    <a:pt x="178" y="235"/>
                  </a:lnTo>
                  <a:lnTo>
                    <a:pt x="179" y="232"/>
                  </a:lnTo>
                  <a:lnTo>
                    <a:pt x="180" y="228"/>
                  </a:lnTo>
                  <a:lnTo>
                    <a:pt x="180" y="225"/>
                  </a:lnTo>
                  <a:lnTo>
                    <a:pt x="181" y="223"/>
                  </a:lnTo>
                  <a:lnTo>
                    <a:pt x="182" y="220"/>
                  </a:lnTo>
                  <a:lnTo>
                    <a:pt x="183" y="218"/>
                  </a:lnTo>
                  <a:lnTo>
                    <a:pt x="183" y="215"/>
                  </a:lnTo>
                  <a:lnTo>
                    <a:pt x="184" y="213"/>
                  </a:lnTo>
                  <a:lnTo>
                    <a:pt x="184" y="211"/>
                  </a:lnTo>
                  <a:lnTo>
                    <a:pt x="185" y="208"/>
                  </a:lnTo>
                  <a:lnTo>
                    <a:pt x="185" y="204"/>
                  </a:lnTo>
                  <a:lnTo>
                    <a:pt x="186" y="202"/>
                  </a:lnTo>
                  <a:lnTo>
                    <a:pt x="186" y="200"/>
                  </a:lnTo>
                  <a:lnTo>
                    <a:pt x="186" y="198"/>
                  </a:lnTo>
                  <a:lnTo>
                    <a:pt x="187" y="196"/>
                  </a:lnTo>
                  <a:lnTo>
                    <a:pt x="187" y="194"/>
                  </a:lnTo>
                  <a:lnTo>
                    <a:pt x="187" y="192"/>
                  </a:lnTo>
                  <a:lnTo>
                    <a:pt x="188" y="188"/>
                  </a:lnTo>
                  <a:lnTo>
                    <a:pt x="188" y="186"/>
                  </a:lnTo>
                  <a:lnTo>
                    <a:pt x="188" y="183"/>
                  </a:lnTo>
                  <a:lnTo>
                    <a:pt x="188" y="181"/>
                  </a:lnTo>
                  <a:lnTo>
                    <a:pt x="189" y="178"/>
                  </a:lnTo>
                  <a:lnTo>
                    <a:pt x="189" y="175"/>
                  </a:lnTo>
                  <a:lnTo>
                    <a:pt x="189" y="172"/>
                  </a:lnTo>
                  <a:lnTo>
                    <a:pt x="189" y="167"/>
                  </a:lnTo>
                  <a:lnTo>
                    <a:pt x="190" y="164"/>
                  </a:lnTo>
                  <a:lnTo>
                    <a:pt x="190" y="159"/>
                  </a:lnTo>
                  <a:lnTo>
                    <a:pt x="190" y="155"/>
                  </a:lnTo>
                  <a:lnTo>
                    <a:pt x="190" y="152"/>
                  </a:lnTo>
                  <a:lnTo>
                    <a:pt x="192" y="147"/>
                  </a:lnTo>
                  <a:lnTo>
                    <a:pt x="192" y="144"/>
                  </a:lnTo>
                  <a:lnTo>
                    <a:pt x="192" y="141"/>
                  </a:lnTo>
                  <a:lnTo>
                    <a:pt x="192" y="139"/>
                  </a:lnTo>
                  <a:lnTo>
                    <a:pt x="193" y="136"/>
                  </a:lnTo>
                  <a:lnTo>
                    <a:pt x="193" y="134"/>
                  </a:lnTo>
                  <a:lnTo>
                    <a:pt x="193" y="130"/>
                  </a:lnTo>
                  <a:lnTo>
                    <a:pt x="193" y="128"/>
                  </a:lnTo>
                  <a:lnTo>
                    <a:pt x="193" y="126"/>
                  </a:lnTo>
                  <a:lnTo>
                    <a:pt x="194" y="124"/>
                  </a:lnTo>
                  <a:lnTo>
                    <a:pt x="194" y="123"/>
                  </a:lnTo>
                  <a:lnTo>
                    <a:pt x="194" y="121"/>
                  </a:lnTo>
                  <a:lnTo>
                    <a:pt x="194" y="119"/>
                  </a:lnTo>
                  <a:lnTo>
                    <a:pt x="194" y="118"/>
                  </a:lnTo>
                  <a:lnTo>
                    <a:pt x="195" y="115"/>
                  </a:lnTo>
                  <a:lnTo>
                    <a:pt x="195" y="114"/>
                  </a:lnTo>
                  <a:lnTo>
                    <a:pt x="195" y="111"/>
                  </a:lnTo>
                  <a:lnTo>
                    <a:pt x="195" y="110"/>
                  </a:lnTo>
                  <a:lnTo>
                    <a:pt x="196" y="108"/>
                  </a:lnTo>
                  <a:lnTo>
                    <a:pt x="196" y="107"/>
                  </a:lnTo>
                  <a:lnTo>
                    <a:pt x="196" y="105"/>
                  </a:lnTo>
                  <a:lnTo>
                    <a:pt x="196" y="104"/>
                  </a:lnTo>
                  <a:lnTo>
                    <a:pt x="197" y="102"/>
                  </a:lnTo>
                  <a:lnTo>
                    <a:pt x="197" y="100"/>
                  </a:lnTo>
                  <a:lnTo>
                    <a:pt x="197" y="99"/>
                  </a:lnTo>
                  <a:lnTo>
                    <a:pt x="198" y="97"/>
                  </a:lnTo>
                  <a:lnTo>
                    <a:pt x="198" y="95"/>
                  </a:lnTo>
                  <a:lnTo>
                    <a:pt x="199" y="92"/>
                  </a:lnTo>
                  <a:lnTo>
                    <a:pt x="199" y="90"/>
                  </a:lnTo>
                  <a:lnTo>
                    <a:pt x="199" y="87"/>
                  </a:lnTo>
                  <a:lnTo>
                    <a:pt x="200" y="85"/>
                  </a:lnTo>
                  <a:lnTo>
                    <a:pt x="200" y="83"/>
                  </a:lnTo>
                  <a:lnTo>
                    <a:pt x="201" y="81"/>
                  </a:lnTo>
                  <a:lnTo>
                    <a:pt x="201" y="79"/>
                  </a:lnTo>
                  <a:lnTo>
                    <a:pt x="201" y="77"/>
                  </a:lnTo>
                  <a:lnTo>
                    <a:pt x="202" y="75"/>
                  </a:lnTo>
                  <a:lnTo>
                    <a:pt x="202" y="73"/>
                  </a:lnTo>
                  <a:lnTo>
                    <a:pt x="202" y="71"/>
                  </a:lnTo>
                  <a:lnTo>
                    <a:pt x="202" y="68"/>
                  </a:lnTo>
                  <a:lnTo>
                    <a:pt x="203" y="67"/>
                  </a:lnTo>
                  <a:lnTo>
                    <a:pt x="203" y="65"/>
                  </a:lnTo>
                  <a:lnTo>
                    <a:pt x="203" y="64"/>
                  </a:lnTo>
                  <a:lnTo>
                    <a:pt x="203" y="62"/>
                  </a:lnTo>
                  <a:lnTo>
                    <a:pt x="203" y="60"/>
                  </a:lnTo>
                  <a:lnTo>
                    <a:pt x="203" y="58"/>
                  </a:lnTo>
                  <a:lnTo>
                    <a:pt x="203" y="56"/>
                  </a:lnTo>
                  <a:lnTo>
                    <a:pt x="203" y="55"/>
                  </a:lnTo>
                  <a:lnTo>
                    <a:pt x="203" y="51"/>
                  </a:lnTo>
                  <a:lnTo>
                    <a:pt x="203" y="49"/>
                  </a:lnTo>
                  <a:lnTo>
                    <a:pt x="203" y="47"/>
                  </a:lnTo>
                  <a:lnTo>
                    <a:pt x="203" y="44"/>
                  </a:lnTo>
                  <a:lnTo>
                    <a:pt x="203" y="42"/>
                  </a:lnTo>
                  <a:lnTo>
                    <a:pt x="203" y="39"/>
                  </a:lnTo>
                  <a:lnTo>
                    <a:pt x="203" y="36"/>
                  </a:lnTo>
                  <a:lnTo>
                    <a:pt x="203" y="32"/>
                  </a:lnTo>
                  <a:lnTo>
                    <a:pt x="203" y="28"/>
                  </a:lnTo>
                  <a:lnTo>
                    <a:pt x="202" y="24"/>
                  </a:lnTo>
                  <a:lnTo>
                    <a:pt x="202" y="20"/>
                  </a:lnTo>
                  <a:lnTo>
                    <a:pt x="202" y="14"/>
                  </a:lnTo>
                  <a:lnTo>
                    <a:pt x="202" y="10"/>
                  </a:lnTo>
                  <a:lnTo>
                    <a:pt x="201" y="5"/>
                  </a:lnTo>
                  <a:lnTo>
                    <a:pt x="20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8" name="Line 29">
              <a:extLst>
                <a:ext uri="{FF2B5EF4-FFF2-40B4-BE49-F238E27FC236}">
                  <a16:creationId xmlns:a16="http://schemas.microsoft.com/office/drawing/2014/main" id="{926D3565-114E-4599-B15D-1851F808D2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250" y="3911600"/>
              <a:ext cx="2460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29" name="Line 35">
              <a:extLst>
                <a:ext uri="{FF2B5EF4-FFF2-40B4-BE49-F238E27FC236}">
                  <a16:creationId xmlns:a16="http://schemas.microsoft.com/office/drawing/2014/main" id="{C84EADD5-955C-49F6-968E-FE53C5C2E2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5138" y="2635250"/>
              <a:ext cx="257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0" name="Line 36">
              <a:extLst>
                <a:ext uri="{FF2B5EF4-FFF2-40B4-BE49-F238E27FC236}">
                  <a16:creationId xmlns:a16="http://schemas.microsoft.com/office/drawing/2014/main" id="{06F77C2C-5CFA-462B-8F92-3EF2AEAF2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5138" y="2870200"/>
              <a:ext cx="25717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1" name="Line 37">
              <a:extLst>
                <a:ext uri="{FF2B5EF4-FFF2-40B4-BE49-F238E27FC236}">
                  <a16:creationId xmlns:a16="http://schemas.microsoft.com/office/drawing/2014/main" id="{F935C5C0-35F4-40CC-942E-7ABCF3DF9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3488" y="2762250"/>
              <a:ext cx="128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2" name="Freeform 38">
              <a:extLst>
                <a:ext uri="{FF2B5EF4-FFF2-40B4-BE49-F238E27FC236}">
                  <a16:creationId xmlns:a16="http://schemas.microsoft.com/office/drawing/2014/main" id="{43B400CD-C26B-4676-8BDF-73FCB069F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075" y="2762250"/>
              <a:ext cx="255588" cy="384175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3" name="Freeform 39">
              <a:extLst>
                <a:ext uri="{FF2B5EF4-FFF2-40B4-BE49-F238E27FC236}">
                  <a16:creationId xmlns:a16="http://schemas.microsoft.com/office/drawing/2014/main" id="{A5850131-8DFE-4D30-A874-E815A5369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3421063"/>
              <a:ext cx="392113" cy="382587"/>
            </a:xfrm>
            <a:custGeom>
              <a:avLst/>
              <a:gdLst>
                <a:gd name="T0" fmla="*/ 2147483646 w 247"/>
                <a:gd name="T1" fmla="*/ 0 h 241"/>
                <a:gd name="T2" fmla="*/ 2147483646 w 247"/>
                <a:gd name="T3" fmla="*/ 0 h 241"/>
                <a:gd name="T4" fmla="*/ 2147483646 w 247"/>
                <a:gd name="T5" fmla="*/ 2147483646 h 241"/>
                <a:gd name="T6" fmla="*/ 0 w 247"/>
                <a:gd name="T7" fmla="*/ 2147483646 h 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241"/>
                <a:gd name="T14" fmla="*/ 247 w 247"/>
                <a:gd name="T15" fmla="*/ 241 h 2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241">
                  <a:moveTo>
                    <a:pt x="247" y="0"/>
                  </a:moveTo>
                  <a:lnTo>
                    <a:pt x="167" y="0"/>
                  </a:lnTo>
                  <a:lnTo>
                    <a:pt x="167" y="241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4" name="Line 40">
              <a:extLst>
                <a:ext uri="{FF2B5EF4-FFF2-40B4-BE49-F238E27FC236}">
                  <a16:creationId xmlns:a16="http://schemas.microsoft.com/office/drawing/2014/main" id="{7B0CEB38-FC16-46AF-ACF3-5B2BE6EA57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7125" y="3282950"/>
              <a:ext cx="5175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5" name="Freeform 41">
              <a:extLst>
                <a:ext uri="{FF2B5EF4-FFF2-40B4-BE49-F238E27FC236}">
                  <a16:creationId xmlns:a16="http://schemas.microsoft.com/office/drawing/2014/main" id="{E2091D82-4850-4AA8-95E9-605F4094C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138" y="2251075"/>
              <a:ext cx="3363912" cy="1552575"/>
            </a:xfrm>
            <a:custGeom>
              <a:avLst/>
              <a:gdLst>
                <a:gd name="T0" fmla="*/ 0 w 10592"/>
                <a:gd name="T1" fmla="*/ 0 h 4892"/>
                <a:gd name="T2" fmla="*/ 0 w 10592"/>
                <a:gd name="T3" fmla="*/ 0 h 4892"/>
                <a:gd name="T4" fmla="*/ 0 w 10592"/>
                <a:gd name="T5" fmla="*/ 0 h 4892"/>
                <a:gd name="T6" fmla="*/ 0 w 10592"/>
                <a:gd name="T7" fmla="*/ 0 h 48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92"/>
                <a:gd name="T13" fmla="*/ 0 h 4892"/>
                <a:gd name="T14" fmla="*/ 10592 w 10592"/>
                <a:gd name="T15" fmla="*/ 4892 h 48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92" h="4892">
                  <a:moveTo>
                    <a:pt x="10592" y="4892"/>
                  </a:moveTo>
                  <a:lnTo>
                    <a:pt x="10592" y="0"/>
                  </a:lnTo>
                  <a:lnTo>
                    <a:pt x="0" y="0"/>
                  </a:lnTo>
                  <a:lnTo>
                    <a:pt x="0" y="120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6" name="Freeform 42">
              <a:extLst>
                <a:ext uri="{FF2B5EF4-FFF2-40B4-BE49-F238E27FC236}">
                  <a16:creationId xmlns:a16="http://schemas.microsoft.com/office/drawing/2014/main" id="{37ACB672-077E-4F0B-B837-0FD8617D4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325" y="3803650"/>
              <a:ext cx="3235325" cy="512763"/>
            </a:xfrm>
            <a:custGeom>
              <a:avLst/>
              <a:gdLst>
                <a:gd name="T0" fmla="*/ 0 w 10188"/>
                <a:gd name="T1" fmla="*/ 0 h 1612"/>
                <a:gd name="T2" fmla="*/ 0 w 10188"/>
                <a:gd name="T3" fmla="*/ 0 h 1612"/>
                <a:gd name="T4" fmla="*/ 0 w 10188"/>
                <a:gd name="T5" fmla="*/ 0 h 1612"/>
                <a:gd name="T6" fmla="*/ 0 w 10188"/>
                <a:gd name="T7" fmla="*/ 0 h 16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88"/>
                <a:gd name="T13" fmla="*/ 0 h 1612"/>
                <a:gd name="T14" fmla="*/ 10188 w 10188"/>
                <a:gd name="T15" fmla="*/ 1612 h 16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88" h="1612">
                  <a:moveTo>
                    <a:pt x="0" y="1612"/>
                  </a:moveTo>
                  <a:lnTo>
                    <a:pt x="8577" y="1612"/>
                  </a:lnTo>
                  <a:lnTo>
                    <a:pt x="8577" y="0"/>
                  </a:lnTo>
                  <a:lnTo>
                    <a:pt x="101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7" name="Line 43">
              <a:extLst>
                <a:ext uri="{FF2B5EF4-FFF2-40B4-BE49-F238E27FC236}">
                  <a16:creationId xmlns:a16="http://schemas.microsoft.com/office/drawing/2014/main" id="{CE268FE1-63C5-4848-9383-E0BBB8F4AA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11875" y="3282950"/>
              <a:ext cx="768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8" name="Line 44">
              <a:extLst>
                <a:ext uri="{FF2B5EF4-FFF2-40B4-BE49-F238E27FC236}">
                  <a16:creationId xmlns:a16="http://schemas.microsoft.com/office/drawing/2014/main" id="{E1F8810B-D6DA-4F32-88E8-BB31315CF3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1875" y="3803650"/>
              <a:ext cx="768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39" name="Line 45">
              <a:extLst>
                <a:ext uri="{FF2B5EF4-FFF2-40B4-BE49-F238E27FC236}">
                  <a16:creationId xmlns:a16="http://schemas.microsoft.com/office/drawing/2014/main" id="{706DC436-C511-4470-A057-215E6BD49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5125" y="3676650"/>
              <a:ext cx="36512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0" name="Freeform 47">
              <a:extLst>
                <a:ext uri="{FF2B5EF4-FFF2-40B4-BE49-F238E27FC236}">
                  <a16:creationId xmlns:a16="http://schemas.microsoft.com/office/drawing/2014/main" id="{7643C9D6-B5EB-4D3A-9118-7F05E82C6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500" y="3567113"/>
              <a:ext cx="201613" cy="200025"/>
            </a:xfrm>
            <a:custGeom>
              <a:avLst/>
              <a:gdLst>
                <a:gd name="T0" fmla="*/ 0 w 632"/>
                <a:gd name="T1" fmla="*/ 0 h 633"/>
                <a:gd name="T2" fmla="*/ 0 w 632"/>
                <a:gd name="T3" fmla="*/ 0 h 633"/>
                <a:gd name="T4" fmla="*/ 0 w 632"/>
                <a:gd name="T5" fmla="*/ 0 h 633"/>
                <a:gd name="T6" fmla="*/ 0 w 632"/>
                <a:gd name="T7" fmla="*/ 0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2"/>
                <a:gd name="T13" fmla="*/ 0 h 633"/>
                <a:gd name="T14" fmla="*/ 632 w 632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2" h="633">
                  <a:moveTo>
                    <a:pt x="632" y="346"/>
                  </a:moveTo>
                  <a:lnTo>
                    <a:pt x="0" y="633"/>
                  </a:lnTo>
                  <a:lnTo>
                    <a:pt x="0" y="0"/>
                  </a:lnTo>
                  <a:lnTo>
                    <a:pt x="632" y="34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1" name="Freeform 48">
              <a:extLst>
                <a:ext uri="{FF2B5EF4-FFF2-40B4-BE49-F238E27FC236}">
                  <a16:creationId xmlns:a16="http://schemas.microsoft.com/office/drawing/2014/main" id="{BADB7F74-8FDB-4AE8-B1E2-37ECD85347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500" y="3567113"/>
              <a:ext cx="201613" cy="200025"/>
            </a:xfrm>
            <a:custGeom>
              <a:avLst/>
              <a:gdLst>
                <a:gd name="T0" fmla="*/ 0 w 632"/>
                <a:gd name="T1" fmla="*/ 0 h 633"/>
                <a:gd name="T2" fmla="*/ 0 w 632"/>
                <a:gd name="T3" fmla="*/ 0 h 633"/>
                <a:gd name="T4" fmla="*/ 0 w 632"/>
                <a:gd name="T5" fmla="*/ 0 h 633"/>
                <a:gd name="T6" fmla="*/ 0 w 632"/>
                <a:gd name="T7" fmla="*/ 0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2"/>
                <a:gd name="T13" fmla="*/ 0 h 633"/>
                <a:gd name="T14" fmla="*/ 632 w 632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2" h="633">
                  <a:moveTo>
                    <a:pt x="632" y="346"/>
                  </a:moveTo>
                  <a:lnTo>
                    <a:pt x="0" y="633"/>
                  </a:lnTo>
                  <a:lnTo>
                    <a:pt x="0" y="0"/>
                  </a:lnTo>
                  <a:lnTo>
                    <a:pt x="632" y="34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2" name="Freeform 50">
              <a:extLst>
                <a:ext uri="{FF2B5EF4-FFF2-40B4-BE49-F238E27FC236}">
                  <a16:creationId xmlns:a16="http://schemas.microsoft.com/office/drawing/2014/main" id="{10AB0CDF-9B50-443D-919B-E118402D8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050" y="3633788"/>
              <a:ext cx="84138" cy="84137"/>
            </a:xfrm>
            <a:custGeom>
              <a:avLst/>
              <a:gdLst>
                <a:gd name="T0" fmla="*/ 0 w 262"/>
                <a:gd name="T1" fmla="*/ 0 h 262"/>
                <a:gd name="T2" fmla="*/ 0 w 262"/>
                <a:gd name="T3" fmla="*/ 0 h 262"/>
                <a:gd name="T4" fmla="*/ 0 w 262"/>
                <a:gd name="T5" fmla="*/ 0 h 262"/>
                <a:gd name="T6" fmla="*/ 0 w 262"/>
                <a:gd name="T7" fmla="*/ 0 h 262"/>
                <a:gd name="T8" fmla="*/ 0 w 262"/>
                <a:gd name="T9" fmla="*/ 0 h 262"/>
                <a:gd name="T10" fmla="*/ 0 w 262"/>
                <a:gd name="T11" fmla="*/ 0 h 262"/>
                <a:gd name="T12" fmla="*/ 0 w 262"/>
                <a:gd name="T13" fmla="*/ 0 h 262"/>
                <a:gd name="T14" fmla="*/ 0 w 262"/>
                <a:gd name="T15" fmla="*/ 0 h 262"/>
                <a:gd name="T16" fmla="*/ 0 w 262"/>
                <a:gd name="T17" fmla="*/ 0 h 262"/>
                <a:gd name="T18" fmla="*/ 0 w 262"/>
                <a:gd name="T19" fmla="*/ 0 h 262"/>
                <a:gd name="T20" fmla="*/ 0 w 262"/>
                <a:gd name="T21" fmla="*/ 0 h 262"/>
                <a:gd name="T22" fmla="*/ 0 w 262"/>
                <a:gd name="T23" fmla="*/ 0 h 262"/>
                <a:gd name="T24" fmla="*/ 0 w 262"/>
                <a:gd name="T25" fmla="*/ 0 h 262"/>
                <a:gd name="T26" fmla="*/ 0 w 262"/>
                <a:gd name="T27" fmla="*/ 0 h 262"/>
                <a:gd name="T28" fmla="*/ 0 w 262"/>
                <a:gd name="T29" fmla="*/ 0 h 262"/>
                <a:gd name="T30" fmla="*/ 0 w 262"/>
                <a:gd name="T31" fmla="*/ 0 h 262"/>
                <a:gd name="T32" fmla="*/ 0 w 262"/>
                <a:gd name="T33" fmla="*/ 0 h 262"/>
                <a:gd name="T34" fmla="*/ 0 w 262"/>
                <a:gd name="T35" fmla="*/ 0 h 262"/>
                <a:gd name="T36" fmla="*/ 0 w 262"/>
                <a:gd name="T37" fmla="*/ 0 h 262"/>
                <a:gd name="T38" fmla="*/ 0 w 262"/>
                <a:gd name="T39" fmla="*/ 0 h 262"/>
                <a:gd name="T40" fmla="*/ 0 w 262"/>
                <a:gd name="T41" fmla="*/ 0 h 262"/>
                <a:gd name="T42" fmla="*/ 0 w 262"/>
                <a:gd name="T43" fmla="*/ 0 h 262"/>
                <a:gd name="T44" fmla="*/ 0 w 262"/>
                <a:gd name="T45" fmla="*/ 0 h 262"/>
                <a:gd name="T46" fmla="*/ 0 w 262"/>
                <a:gd name="T47" fmla="*/ 0 h 262"/>
                <a:gd name="T48" fmla="*/ 0 w 262"/>
                <a:gd name="T49" fmla="*/ 0 h 262"/>
                <a:gd name="T50" fmla="*/ 0 w 262"/>
                <a:gd name="T51" fmla="*/ 0 h 262"/>
                <a:gd name="T52" fmla="*/ 0 w 262"/>
                <a:gd name="T53" fmla="*/ 0 h 262"/>
                <a:gd name="T54" fmla="*/ 0 w 262"/>
                <a:gd name="T55" fmla="*/ 0 h 262"/>
                <a:gd name="T56" fmla="*/ 0 w 262"/>
                <a:gd name="T57" fmla="*/ 0 h 262"/>
                <a:gd name="T58" fmla="*/ 0 w 262"/>
                <a:gd name="T59" fmla="*/ 0 h 262"/>
                <a:gd name="T60" fmla="*/ 0 w 262"/>
                <a:gd name="T61" fmla="*/ 0 h 262"/>
                <a:gd name="T62" fmla="*/ 0 w 262"/>
                <a:gd name="T63" fmla="*/ 0 h 262"/>
                <a:gd name="T64" fmla="*/ 0 w 262"/>
                <a:gd name="T65" fmla="*/ 0 h 262"/>
                <a:gd name="T66" fmla="*/ 0 w 262"/>
                <a:gd name="T67" fmla="*/ 0 h 262"/>
                <a:gd name="T68" fmla="*/ 0 w 262"/>
                <a:gd name="T69" fmla="*/ 0 h 262"/>
                <a:gd name="T70" fmla="*/ 0 w 262"/>
                <a:gd name="T71" fmla="*/ 0 h 262"/>
                <a:gd name="T72" fmla="*/ 0 w 262"/>
                <a:gd name="T73" fmla="*/ 0 h 262"/>
                <a:gd name="T74" fmla="*/ 0 w 262"/>
                <a:gd name="T75" fmla="*/ 0 h 262"/>
                <a:gd name="T76" fmla="*/ 0 w 262"/>
                <a:gd name="T77" fmla="*/ 0 h 262"/>
                <a:gd name="T78" fmla="*/ 0 w 262"/>
                <a:gd name="T79" fmla="*/ 0 h 262"/>
                <a:gd name="T80" fmla="*/ 0 w 262"/>
                <a:gd name="T81" fmla="*/ 0 h 262"/>
                <a:gd name="T82" fmla="*/ 0 w 262"/>
                <a:gd name="T83" fmla="*/ 0 h 262"/>
                <a:gd name="T84" fmla="*/ 0 w 262"/>
                <a:gd name="T85" fmla="*/ 0 h 262"/>
                <a:gd name="T86" fmla="*/ 0 w 262"/>
                <a:gd name="T87" fmla="*/ 0 h 2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62"/>
                <a:gd name="T133" fmla="*/ 0 h 262"/>
                <a:gd name="T134" fmla="*/ 262 w 262"/>
                <a:gd name="T135" fmla="*/ 262 h 2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62" h="262">
                  <a:moveTo>
                    <a:pt x="131" y="0"/>
                  </a:moveTo>
                  <a:lnTo>
                    <a:pt x="124" y="0"/>
                  </a:lnTo>
                  <a:lnTo>
                    <a:pt x="118" y="0"/>
                  </a:lnTo>
                  <a:lnTo>
                    <a:pt x="111" y="2"/>
                  </a:lnTo>
                  <a:lnTo>
                    <a:pt x="106" y="3"/>
                  </a:lnTo>
                  <a:lnTo>
                    <a:pt x="98" y="5"/>
                  </a:lnTo>
                  <a:lnTo>
                    <a:pt x="92" y="6"/>
                  </a:lnTo>
                  <a:lnTo>
                    <a:pt x="85" y="8"/>
                  </a:lnTo>
                  <a:lnTo>
                    <a:pt x="80" y="10"/>
                  </a:lnTo>
                  <a:lnTo>
                    <a:pt x="74" y="13"/>
                  </a:lnTo>
                  <a:lnTo>
                    <a:pt x="69" y="15"/>
                  </a:lnTo>
                  <a:lnTo>
                    <a:pt x="63" y="18"/>
                  </a:lnTo>
                  <a:lnTo>
                    <a:pt x="57" y="22"/>
                  </a:lnTo>
                  <a:lnTo>
                    <a:pt x="53" y="26"/>
                  </a:lnTo>
                  <a:lnTo>
                    <a:pt x="48" y="29"/>
                  </a:lnTo>
                  <a:lnTo>
                    <a:pt x="43" y="34"/>
                  </a:lnTo>
                  <a:lnTo>
                    <a:pt x="38" y="38"/>
                  </a:lnTo>
                  <a:lnTo>
                    <a:pt x="34" y="43"/>
                  </a:lnTo>
                  <a:lnTo>
                    <a:pt x="31" y="48"/>
                  </a:lnTo>
                  <a:lnTo>
                    <a:pt x="26" y="52"/>
                  </a:lnTo>
                  <a:lnTo>
                    <a:pt x="23" y="57"/>
                  </a:lnTo>
                  <a:lnTo>
                    <a:pt x="19" y="63"/>
                  </a:lnTo>
                  <a:lnTo>
                    <a:pt x="16" y="68"/>
                  </a:lnTo>
                  <a:lnTo>
                    <a:pt x="13" y="73"/>
                  </a:lnTo>
                  <a:lnTo>
                    <a:pt x="10" y="81"/>
                  </a:lnTo>
                  <a:lnTo>
                    <a:pt x="7" y="86"/>
                  </a:lnTo>
                  <a:lnTo>
                    <a:pt x="5" y="92"/>
                  </a:lnTo>
                  <a:lnTo>
                    <a:pt x="4" y="99"/>
                  </a:lnTo>
                  <a:lnTo>
                    <a:pt x="2" y="104"/>
                  </a:lnTo>
                  <a:lnTo>
                    <a:pt x="1" y="110"/>
                  </a:lnTo>
                  <a:lnTo>
                    <a:pt x="1" y="116"/>
                  </a:lnTo>
                  <a:lnTo>
                    <a:pt x="0" y="125"/>
                  </a:lnTo>
                  <a:lnTo>
                    <a:pt x="0" y="131"/>
                  </a:lnTo>
                  <a:lnTo>
                    <a:pt x="0" y="138"/>
                  </a:lnTo>
                  <a:lnTo>
                    <a:pt x="1" y="144"/>
                  </a:lnTo>
                  <a:lnTo>
                    <a:pt x="1" y="150"/>
                  </a:lnTo>
                  <a:lnTo>
                    <a:pt x="2" y="157"/>
                  </a:lnTo>
                  <a:lnTo>
                    <a:pt x="4" y="163"/>
                  </a:lnTo>
                  <a:lnTo>
                    <a:pt x="5" y="170"/>
                  </a:lnTo>
                  <a:lnTo>
                    <a:pt x="7" y="175"/>
                  </a:lnTo>
                  <a:lnTo>
                    <a:pt x="10" y="182"/>
                  </a:lnTo>
                  <a:lnTo>
                    <a:pt x="13" y="187"/>
                  </a:lnTo>
                  <a:lnTo>
                    <a:pt x="16" y="192"/>
                  </a:lnTo>
                  <a:lnTo>
                    <a:pt x="19" y="199"/>
                  </a:lnTo>
                  <a:lnTo>
                    <a:pt x="23" y="203"/>
                  </a:lnTo>
                  <a:lnTo>
                    <a:pt x="26" y="208"/>
                  </a:lnTo>
                  <a:lnTo>
                    <a:pt x="31" y="215"/>
                  </a:lnTo>
                  <a:lnTo>
                    <a:pt x="34" y="219"/>
                  </a:lnTo>
                  <a:lnTo>
                    <a:pt x="38" y="223"/>
                  </a:lnTo>
                  <a:lnTo>
                    <a:pt x="43" y="227"/>
                  </a:lnTo>
                  <a:lnTo>
                    <a:pt x="48" y="231"/>
                  </a:lnTo>
                  <a:lnTo>
                    <a:pt x="53" y="236"/>
                  </a:lnTo>
                  <a:lnTo>
                    <a:pt x="57" y="239"/>
                  </a:lnTo>
                  <a:lnTo>
                    <a:pt x="63" y="242"/>
                  </a:lnTo>
                  <a:lnTo>
                    <a:pt x="69" y="245"/>
                  </a:lnTo>
                  <a:lnTo>
                    <a:pt x="74" y="248"/>
                  </a:lnTo>
                  <a:lnTo>
                    <a:pt x="80" y="250"/>
                  </a:lnTo>
                  <a:lnTo>
                    <a:pt x="85" y="252"/>
                  </a:lnTo>
                  <a:lnTo>
                    <a:pt x="92" y="255"/>
                  </a:lnTo>
                  <a:lnTo>
                    <a:pt x="98" y="258"/>
                  </a:lnTo>
                  <a:lnTo>
                    <a:pt x="106" y="259"/>
                  </a:lnTo>
                  <a:lnTo>
                    <a:pt x="111" y="260"/>
                  </a:lnTo>
                  <a:lnTo>
                    <a:pt x="118" y="261"/>
                  </a:lnTo>
                  <a:lnTo>
                    <a:pt x="124" y="262"/>
                  </a:lnTo>
                  <a:lnTo>
                    <a:pt x="131" y="262"/>
                  </a:lnTo>
                  <a:lnTo>
                    <a:pt x="137" y="262"/>
                  </a:lnTo>
                  <a:lnTo>
                    <a:pt x="143" y="261"/>
                  </a:lnTo>
                  <a:lnTo>
                    <a:pt x="151" y="260"/>
                  </a:lnTo>
                  <a:lnTo>
                    <a:pt x="157" y="259"/>
                  </a:lnTo>
                  <a:lnTo>
                    <a:pt x="164" y="258"/>
                  </a:lnTo>
                  <a:lnTo>
                    <a:pt x="170" y="255"/>
                  </a:lnTo>
                  <a:lnTo>
                    <a:pt x="176" y="252"/>
                  </a:lnTo>
                  <a:lnTo>
                    <a:pt x="181" y="250"/>
                  </a:lnTo>
                  <a:lnTo>
                    <a:pt x="187" y="248"/>
                  </a:lnTo>
                  <a:lnTo>
                    <a:pt x="193" y="245"/>
                  </a:lnTo>
                  <a:lnTo>
                    <a:pt x="199" y="242"/>
                  </a:lnTo>
                  <a:lnTo>
                    <a:pt x="205" y="239"/>
                  </a:lnTo>
                  <a:lnTo>
                    <a:pt x="209" y="236"/>
                  </a:lnTo>
                  <a:lnTo>
                    <a:pt x="214" y="231"/>
                  </a:lnTo>
                  <a:lnTo>
                    <a:pt x="218" y="227"/>
                  </a:lnTo>
                  <a:lnTo>
                    <a:pt x="223" y="223"/>
                  </a:lnTo>
                  <a:lnTo>
                    <a:pt x="228" y="219"/>
                  </a:lnTo>
                  <a:lnTo>
                    <a:pt x="231" y="215"/>
                  </a:lnTo>
                  <a:lnTo>
                    <a:pt x="235" y="208"/>
                  </a:lnTo>
                  <a:lnTo>
                    <a:pt x="238" y="203"/>
                  </a:lnTo>
                  <a:lnTo>
                    <a:pt x="243" y="199"/>
                  </a:lnTo>
                  <a:lnTo>
                    <a:pt x="246" y="192"/>
                  </a:lnTo>
                  <a:lnTo>
                    <a:pt x="249" y="187"/>
                  </a:lnTo>
                  <a:lnTo>
                    <a:pt x="251" y="182"/>
                  </a:lnTo>
                  <a:lnTo>
                    <a:pt x="254" y="175"/>
                  </a:lnTo>
                  <a:lnTo>
                    <a:pt x="256" y="170"/>
                  </a:lnTo>
                  <a:lnTo>
                    <a:pt x="257" y="163"/>
                  </a:lnTo>
                  <a:lnTo>
                    <a:pt x="258" y="157"/>
                  </a:lnTo>
                  <a:lnTo>
                    <a:pt x="261" y="150"/>
                  </a:lnTo>
                  <a:lnTo>
                    <a:pt x="261" y="144"/>
                  </a:lnTo>
                  <a:lnTo>
                    <a:pt x="262" y="138"/>
                  </a:lnTo>
                  <a:lnTo>
                    <a:pt x="262" y="131"/>
                  </a:lnTo>
                  <a:lnTo>
                    <a:pt x="262" y="125"/>
                  </a:lnTo>
                  <a:lnTo>
                    <a:pt x="261" y="116"/>
                  </a:lnTo>
                  <a:lnTo>
                    <a:pt x="261" y="110"/>
                  </a:lnTo>
                  <a:lnTo>
                    <a:pt x="258" y="104"/>
                  </a:lnTo>
                  <a:lnTo>
                    <a:pt x="257" y="99"/>
                  </a:lnTo>
                  <a:lnTo>
                    <a:pt x="256" y="92"/>
                  </a:lnTo>
                  <a:lnTo>
                    <a:pt x="254" y="86"/>
                  </a:lnTo>
                  <a:lnTo>
                    <a:pt x="251" y="81"/>
                  </a:lnTo>
                  <a:lnTo>
                    <a:pt x="249" y="73"/>
                  </a:lnTo>
                  <a:lnTo>
                    <a:pt x="246" y="68"/>
                  </a:lnTo>
                  <a:lnTo>
                    <a:pt x="243" y="63"/>
                  </a:lnTo>
                  <a:lnTo>
                    <a:pt x="238" y="57"/>
                  </a:lnTo>
                  <a:lnTo>
                    <a:pt x="235" y="52"/>
                  </a:lnTo>
                  <a:lnTo>
                    <a:pt x="231" y="48"/>
                  </a:lnTo>
                  <a:lnTo>
                    <a:pt x="228" y="43"/>
                  </a:lnTo>
                  <a:lnTo>
                    <a:pt x="223" y="38"/>
                  </a:lnTo>
                  <a:lnTo>
                    <a:pt x="218" y="34"/>
                  </a:lnTo>
                  <a:lnTo>
                    <a:pt x="214" y="29"/>
                  </a:lnTo>
                  <a:lnTo>
                    <a:pt x="209" y="26"/>
                  </a:lnTo>
                  <a:lnTo>
                    <a:pt x="205" y="22"/>
                  </a:lnTo>
                  <a:lnTo>
                    <a:pt x="199" y="18"/>
                  </a:lnTo>
                  <a:lnTo>
                    <a:pt x="193" y="15"/>
                  </a:lnTo>
                  <a:lnTo>
                    <a:pt x="187" y="13"/>
                  </a:lnTo>
                  <a:lnTo>
                    <a:pt x="181" y="10"/>
                  </a:lnTo>
                  <a:lnTo>
                    <a:pt x="176" y="8"/>
                  </a:lnTo>
                  <a:lnTo>
                    <a:pt x="170" y="6"/>
                  </a:lnTo>
                  <a:lnTo>
                    <a:pt x="164" y="5"/>
                  </a:lnTo>
                  <a:lnTo>
                    <a:pt x="157" y="3"/>
                  </a:lnTo>
                  <a:lnTo>
                    <a:pt x="151" y="2"/>
                  </a:lnTo>
                  <a:lnTo>
                    <a:pt x="143" y="0"/>
                  </a:lnTo>
                  <a:lnTo>
                    <a:pt x="137" y="0"/>
                  </a:lnTo>
                  <a:lnTo>
                    <a:pt x="13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3" name="Freeform 51">
              <a:extLst>
                <a:ext uri="{FF2B5EF4-FFF2-40B4-BE49-F238E27FC236}">
                  <a16:creationId xmlns:a16="http://schemas.microsoft.com/office/drawing/2014/main" id="{2E748C38-A427-43AB-AF15-8D913B3D2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138" y="3275013"/>
              <a:ext cx="3619500" cy="1296987"/>
            </a:xfrm>
            <a:custGeom>
              <a:avLst/>
              <a:gdLst>
                <a:gd name="T0" fmla="*/ 0 w 11398"/>
                <a:gd name="T1" fmla="*/ 0 h 4086"/>
                <a:gd name="T2" fmla="*/ 0 w 11398"/>
                <a:gd name="T3" fmla="*/ 0 h 4086"/>
                <a:gd name="T4" fmla="*/ 0 w 11398"/>
                <a:gd name="T5" fmla="*/ 0 h 4086"/>
                <a:gd name="T6" fmla="*/ 0 w 11398"/>
                <a:gd name="T7" fmla="*/ 0 h 40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398"/>
                <a:gd name="T13" fmla="*/ 0 h 4086"/>
                <a:gd name="T14" fmla="*/ 11398 w 11398"/>
                <a:gd name="T15" fmla="*/ 4086 h 40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398" h="4086">
                  <a:moveTo>
                    <a:pt x="11398" y="0"/>
                  </a:moveTo>
                  <a:lnTo>
                    <a:pt x="11398" y="4086"/>
                  </a:lnTo>
                  <a:lnTo>
                    <a:pt x="0" y="4086"/>
                  </a:lnTo>
                  <a:lnTo>
                    <a:pt x="0" y="207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44" name="Freeform 52">
              <a:extLst>
                <a:ext uri="{FF2B5EF4-FFF2-40B4-BE49-F238E27FC236}">
                  <a16:creationId xmlns:a16="http://schemas.microsoft.com/office/drawing/2014/main" id="{E0BA1B82-3C14-41FF-84F2-B06D91596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0000" y="3786188"/>
              <a:ext cx="36513" cy="36512"/>
            </a:xfrm>
            <a:custGeom>
              <a:avLst/>
              <a:gdLst>
                <a:gd name="T0" fmla="*/ 0 w 115"/>
                <a:gd name="T1" fmla="*/ 0 h 116"/>
                <a:gd name="T2" fmla="*/ 0 w 115"/>
                <a:gd name="T3" fmla="*/ 0 h 116"/>
                <a:gd name="T4" fmla="*/ 0 w 115"/>
                <a:gd name="T5" fmla="*/ 0 h 116"/>
                <a:gd name="T6" fmla="*/ 0 w 115"/>
                <a:gd name="T7" fmla="*/ 0 h 116"/>
                <a:gd name="T8" fmla="*/ 0 w 115"/>
                <a:gd name="T9" fmla="*/ 0 h 116"/>
                <a:gd name="T10" fmla="*/ 0 w 115"/>
                <a:gd name="T11" fmla="*/ 0 h 116"/>
                <a:gd name="T12" fmla="*/ 0 w 115"/>
                <a:gd name="T13" fmla="*/ 0 h 116"/>
                <a:gd name="T14" fmla="*/ 0 w 115"/>
                <a:gd name="T15" fmla="*/ 0 h 116"/>
                <a:gd name="T16" fmla="*/ 0 w 115"/>
                <a:gd name="T17" fmla="*/ 0 h 116"/>
                <a:gd name="T18" fmla="*/ 0 w 115"/>
                <a:gd name="T19" fmla="*/ 0 h 116"/>
                <a:gd name="T20" fmla="*/ 0 w 115"/>
                <a:gd name="T21" fmla="*/ 0 h 116"/>
                <a:gd name="T22" fmla="*/ 0 w 115"/>
                <a:gd name="T23" fmla="*/ 0 h 116"/>
                <a:gd name="T24" fmla="*/ 0 w 115"/>
                <a:gd name="T25" fmla="*/ 0 h 116"/>
                <a:gd name="T26" fmla="*/ 0 w 115"/>
                <a:gd name="T27" fmla="*/ 0 h 116"/>
                <a:gd name="T28" fmla="*/ 0 w 115"/>
                <a:gd name="T29" fmla="*/ 0 h 116"/>
                <a:gd name="T30" fmla="*/ 0 w 115"/>
                <a:gd name="T31" fmla="*/ 0 h 116"/>
                <a:gd name="T32" fmla="*/ 0 w 115"/>
                <a:gd name="T33" fmla="*/ 0 h 116"/>
                <a:gd name="T34" fmla="*/ 0 w 115"/>
                <a:gd name="T35" fmla="*/ 0 h 116"/>
                <a:gd name="T36" fmla="*/ 0 w 115"/>
                <a:gd name="T37" fmla="*/ 0 h 116"/>
                <a:gd name="T38" fmla="*/ 0 w 115"/>
                <a:gd name="T39" fmla="*/ 0 h 116"/>
                <a:gd name="T40" fmla="*/ 0 w 115"/>
                <a:gd name="T41" fmla="*/ 0 h 116"/>
                <a:gd name="T42" fmla="*/ 0 w 115"/>
                <a:gd name="T43" fmla="*/ 0 h 116"/>
                <a:gd name="T44" fmla="*/ 0 w 115"/>
                <a:gd name="T45" fmla="*/ 0 h 116"/>
                <a:gd name="T46" fmla="*/ 0 w 115"/>
                <a:gd name="T47" fmla="*/ 0 h 116"/>
                <a:gd name="T48" fmla="*/ 0 w 115"/>
                <a:gd name="T49" fmla="*/ 0 h 116"/>
                <a:gd name="T50" fmla="*/ 0 w 115"/>
                <a:gd name="T51" fmla="*/ 0 h 116"/>
                <a:gd name="T52" fmla="*/ 0 w 115"/>
                <a:gd name="T53" fmla="*/ 0 h 116"/>
                <a:gd name="T54" fmla="*/ 0 w 115"/>
                <a:gd name="T55" fmla="*/ 0 h 116"/>
                <a:gd name="T56" fmla="*/ 0 w 115"/>
                <a:gd name="T57" fmla="*/ 0 h 116"/>
                <a:gd name="T58" fmla="*/ 0 w 115"/>
                <a:gd name="T59" fmla="*/ 0 h 116"/>
                <a:gd name="T60" fmla="*/ 0 w 115"/>
                <a:gd name="T61" fmla="*/ 0 h 116"/>
                <a:gd name="T62" fmla="*/ 0 w 115"/>
                <a:gd name="T63" fmla="*/ 0 h 116"/>
                <a:gd name="T64" fmla="*/ 0 w 115"/>
                <a:gd name="T65" fmla="*/ 0 h 116"/>
                <a:gd name="T66" fmla="*/ 0 w 115"/>
                <a:gd name="T67" fmla="*/ 0 h 116"/>
                <a:gd name="T68" fmla="*/ 0 w 115"/>
                <a:gd name="T69" fmla="*/ 0 h 116"/>
                <a:gd name="T70" fmla="*/ 0 w 115"/>
                <a:gd name="T71" fmla="*/ 0 h 116"/>
                <a:gd name="T72" fmla="*/ 0 w 115"/>
                <a:gd name="T73" fmla="*/ 0 h 116"/>
                <a:gd name="T74" fmla="*/ 0 w 115"/>
                <a:gd name="T75" fmla="*/ 0 h 116"/>
                <a:gd name="T76" fmla="*/ 0 w 115"/>
                <a:gd name="T77" fmla="*/ 0 h 116"/>
                <a:gd name="T78" fmla="*/ 0 w 115"/>
                <a:gd name="T79" fmla="*/ 0 h 116"/>
                <a:gd name="T80" fmla="*/ 0 w 115"/>
                <a:gd name="T81" fmla="*/ 0 h 116"/>
                <a:gd name="T82" fmla="*/ 0 w 115"/>
                <a:gd name="T83" fmla="*/ 0 h 116"/>
                <a:gd name="T84" fmla="*/ 0 w 115"/>
                <a:gd name="T85" fmla="*/ 0 h 116"/>
                <a:gd name="T86" fmla="*/ 0 w 115"/>
                <a:gd name="T87" fmla="*/ 0 h 116"/>
                <a:gd name="T88" fmla="*/ 0 w 115"/>
                <a:gd name="T89" fmla="*/ 0 h 116"/>
                <a:gd name="T90" fmla="*/ 0 w 115"/>
                <a:gd name="T91" fmla="*/ 0 h 116"/>
                <a:gd name="T92" fmla="*/ 0 w 115"/>
                <a:gd name="T93" fmla="*/ 0 h 116"/>
                <a:gd name="T94" fmla="*/ 0 w 115"/>
                <a:gd name="T95" fmla="*/ 0 h 116"/>
                <a:gd name="T96" fmla="*/ 0 w 115"/>
                <a:gd name="T97" fmla="*/ 0 h 116"/>
                <a:gd name="T98" fmla="*/ 0 w 115"/>
                <a:gd name="T99" fmla="*/ 0 h 116"/>
                <a:gd name="T100" fmla="*/ 0 w 115"/>
                <a:gd name="T101" fmla="*/ 0 h 116"/>
                <a:gd name="T102" fmla="*/ 0 w 115"/>
                <a:gd name="T103" fmla="*/ 0 h 116"/>
                <a:gd name="T104" fmla="*/ 0 w 115"/>
                <a:gd name="T105" fmla="*/ 0 h 116"/>
                <a:gd name="T106" fmla="*/ 0 w 115"/>
                <a:gd name="T107" fmla="*/ 0 h 116"/>
                <a:gd name="T108" fmla="*/ 0 w 115"/>
                <a:gd name="T109" fmla="*/ 0 h 116"/>
                <a:gd name="T110" fmla="*/ 0 w 115"/>
                <a:gd name="T111" fmla="*/ 0 h 1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5"/>
                <a:gd name="T169" fmla="*/ 0 h 116"/>
                <a:gd name="T170" fmla="*/ 115 w 115"/>
                <a:gd name="T171" fmla="*/ 116 h 1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5" h="116">
                  <a:moveTo>
                    <a:pt x="0" y="46"/>
                  </a:moveTo>
                  <a:lnTo>
                    <a:pt x="0" y="70"/>
                  </a:lnTo>
                  <a:lnTo>
                    <a:pt x="0" y="67"/>
                  </a:lnTo>
                  <a:lnTo>
                    <a:pt x="1" y="63"/>
                  </a:lnTo>
                  <a:lnTo>
                    <a:pt x="1" y="59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11" y="34"/>
                  </a:lnTo>
                  <a:lnTo>
                    <a:pt x="12" y="31"/>
                  </a:lnTo>
                  <a:lnTo>
                    <a:pt x="14" y="28"/>
                  </a:lnTo>
                  <a:lnTo>
                    <a:pt x="16" y="26"/>
                  </a:lnTo>
                  <a:lnTo>
                    <a:pt x="18" y="24"/>
                  </a:lnTo>
                  <a:lnTo>
                    <a:pt x="20" y="21"/>
                  </a:lnTo>
                  <a:lnTo>
                    <a:pt x="23" y="19"/>
                  </a:lnTo>
                  <a:lnTo>
                    <a:pt x="26" y="16"/>
                  </a:lnTo>
                  <a:lnTo>
                    <a:pt x="29" y="13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7" y="8"/>
                  </a:lnTo>
                  <a:lnTo>
                    <a:pt x="40" y="7"/>
                  </a:lnTo>
                  <a:lnTo>
                    <a:pt x="43" y="6"/>
                  </a:lnTo>
                  <a:lnTo>
                    <a:pt x="46" y="4"/>
                  </a:lnTo>
                  <a:lnTo>
                    <a:pt x="50" y="3"/>
                  </a:lnTo>
                  <a:lnTo>
                    <a:pt x="53" y="2"/>
                  </a:lnTo>
                  <a:lnTo>
                    <a:pt x="56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7" y="1"/>
                  </a:lnTo>
                  <a:lnTo>
                    <a:pt x="70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6" y="1"/>
                  </a:lnTo>
                  <a:lnTo>
                    <a:pt x="60" y="2"/>
                  </a:lnTo>
                  <a:lnTo>
                    <a:pt x="63" y="2"/>
                  </a:lnTo>
                  <a:lnTo>
                    <a:pt x="67" y="3"/>
                  </a:lnTo>
                  <a:lnTo>
                    <a:pt x="70" y="4"/>
                  </a:lnTo>
                  <a:lnTo>
                    <a:pt x="74" y="6"/>
                  </a:lnTo>
                  <a:lnTo>
                    <a:pt x="76" y="7"/>
                  </a:lnTo>
                  <a:lnTo>
                    <a:pt x="79" y="8"/>
                  </a:lnTo>
                  <a:lnTo>
                    <a:pt x="82" y="10"/>
                  </a:lnTo>
                  <a:lnTo>
                    <a:pt x="86" y="11"/>
                  </a:lnTo>
                  <a:lnTo>
                    <a:pt x="88" y="13"/>
                  </a:lnTo>
                  <a:lnTo>
                    <a:pt x="91" y="16"/>
                  </a:lnTo>
                  <a:lnTo>
                    <a:pt x="93" y="19"/>
                  </a:lnTo>
                  <a:lnTo>
                    <a:pt x="95" y="21"/>
                  </a:lnTo>
                  <a:lnTo>
                    <a:pt x="97" y="24"/>
                  </a:lnTo>
                  <a:lnTo>
                    <a:pt x="99" y="26"/>
                  </a:lnTo>
                  <a:lnTo>
                    <a:pt x="101" y="28"/>
                  </a:lnTo>
                  <a:lnTo>
                    <a:pt x="103" y="31"/>
                  </a:lnTo>
                  <a:lnTo>
                    <a:pt x="106" y="34"/>
                  </a:lnTo>
                  <a:lnTo>
                    <a:pt x="107" y="36"/>
                  </a:lnTo>
                  <a:lnTo>
                    <a:pt x="109" y="40"/>
                  </a:lnTo>
                  <a:lnTo>
                    <a:pt x="110" y="43"/>
                  </a:lnTo>
                  <a:lnTo>
                    <a:pt x="111" y="46"/>
                  </a:lnTo>
                  <a:lnTo>
                    <a:pt x="112" y="49"/>
                  </a:lnTo>
                  <a:lnTo>
                    <a:pt x="113" y="52"/>
                  </a:lnTo>
                  <a:lnTo>
                    <a:pt x="114" y="55"/>
                  </a:lnTo>
                  <a:lnTo>
                    <a:pt x="114" y="59"/>
                  </a:lnTo>
                  <a:lnTo>
                    <a:pt x="115" y="63"/>
                  </a:lnTo>
                  <a:lnTo>
                    <a:pt x="115" y="67"/>
                  </a:lnTo>
                  <a:lnTo>
                    <a:pt x="115" y="70"/>
                  </a:lnTo>
                  <a:lnTo>
                    <a:pt x="115" y="46"/>
                  </a:lnTo>
                  <a:lnTo>
                    <a:pt x="115" y="49"/>
                  </a:lnTo>
                  <a:lnTo>
                    <a:pt x="115" y="52"/>
                  </a:lnTo>
                  <a:lnTo>
                    <a:pt x="114" y="55"/>
                  </a:lnTo>
                  <a:lnTo>
                    <a:pt x="114" y="61"/>
                  </a:lnTo>
                  <a:lnTo>
                    <a:pt x="113" y="64"/>
                  </a:lnTo>
                  <a:lnTo>
                    <a:pt x="112" y="67"/>
                  </a:lnTo>
                  <a:lnTo>
                    <a:pt x="111" y="70"/>
                  </a:lnTo>
                  <a:lnTo>
                    <a:pt x="110" y="73"/>
                  </a:lnTo>
                  <a:lnTo>
                    <a:pt x="109" y="77"/>
                  </a:lnTo>
                  <a:lnTo>
                    <a:pt x="107" y="79"/>
                  </a:lnTo>
                  <a:lnTo>
                    <a:pt x="106" y="82"/>
                  </a:lnTo>
                  <a:lnTo>
                    <a:pt x="103" y="85"/>
                  </a:lnTo>
                  <a:lnTo>
                    <a:pt x="101" y="87"/>
                  </a:lnTo>
                  <a:lnTo>
                    <a:pt x="99" y="90"/>
                  </a:lnTo>
                  <a:lnTo>
                    <a:pt x="97" y="92"/>
                  </a:lnTo>
                  <a:lnTo>
                    <a:pt x="95" y="94"/>
                  </a:lnTo>
                  <a:lnTo>
                    <a:pt x="93" y="97"/>
                  </a:lnTo>
                  <a:lnTo>
                    <a:pt x="91" y="99"/>
                  </a:lnTo>
                  <a:lnTo>
                    <a:pt x="88" y="101"/>
                  </a:lnTo>
                  <a:lnTo>
                    <a:pt x="86" y="103"/>
                  </a:lnTo>
                  <a:lnTo>
                    <a:pt x="82" y="106"/>
                  </a:lnTo>
                  <a:lnTo>
                    <a:pt x="79" y="107"/>
                  </a:lnTo>
                  <a:lnTo>
                    <a:pt x="76" y="109"/>
                  </a:lnTo>
                  <a:lnTo>
                    <a:pt x="74" y="110"/>
                  </a:lnTo>
                  <a:lnTo>
                    <a:pt x="70" y="111"/>
                  </a:lnTo>
                  <a:lnTo>
                    <a:pt x="67" y="112"/>
                  </a:lnTo>
                  <a:lnTo>
                    <a:pt x="63" y="113"/>
                  </a:lnTo>
                  <a:lnTo>
                    <a:pt x="60" y="114"/>
                  </a:lnTo>
                  <a:lnTo>
                    <a:pt x="56" y="114"/>
                  </a:lnTo>
                  <a:lnTo>
                    <a:pt x="53" y="116"/>
                  </a:lnTo>
                  <a:lnTo>
                    <a:pt x="50" y="116"/>
                  </a:lnTo>
                  <a:lnTo>
                    <a:pt x="46" y="116"/>
                  </a:lnTo>
                  <a:lnTo>
                    <a:pt x="70" y="116"/>
                  </a:lnTo>
                  <a:lnTo>
                    <a:pt x="67" y="116"/>
                  </a:lnTo>
                  <a:lnTo>
                    <a:pt x="62" y="116"/>
                  </a:lnTo>
                  <a:lnTo>
                    <a:pt x="59" y="114"/>
                  </a:lnTo>
                  <a:lnTo>
                    <a:pt x="56" y="114"/>
                  </a:lnTo>
                  <a:lnTo>
                    <a:pt x="53" y="113"/>
                  </a:lnTo>
                  <a:lnTo>
                    <a:pt x="50" y="112"/>
                  </a:lnTo>
                  <a:lnTo>
                    <a:pt x="46" y="111"/>
                  </a:lnTo>
                  <a:lnTo>
                    <a:pt x="43" y="110"/>
                  </a:lnTo>
                  <a:lnTo>
                    <a:pt x="40" y="109"/>
                  </a:lnTo>
                  <a:lnTo>
                    <a:pt x="37" y="107"/>
                  </a:lnTo>
                  <a:lnTo>
                    <a:pt x="34" y="106"/>
                  </a:lnTo>
                  <a:lnTo>
                    <a:pt x="32" y="103"/>
                  </a:lnTo>
                  <a:lnTo>
                    <a:pt x="29" y="101"/>
                  </a:lnTo>
                  <a:lnTo>
                    <a:pt x="26" y="99"/>
                  </a:lnTo>
                  <a:lnTo>
                    <a:pt x="23" y="97"/>
                  </a:lnTo>
                  <a:lnTo>
                    <a:pt x="20" y="94"/>
                  </a:lnTo>
                  <a:lnTo>
                    <a:pt x="18" y="92"/>
                  </a:lnTo>
                  <a:lnTo>
                    <a:pt x="16" y="90"/>
                  </a:lnTo>
                  <a:lnTo>
                    <a:pt x="14" y="87"/>
                  </a:lnTo>
                  <a:lnTo>
                    <a:pt x="12" y="85"/>
                  </a:lnTo>
                  <a:lnTo>
                    <a:pt x="11" y="82"/>
                  </a:lnTo>
                  <a:lnTo>
                    <a:pt x="9" y="79"/>
                  </a:lnTo>
                  <a:lnTo>
                    <a:pt x="7" y="77"/>
                  </a:lnTo>
                  <a:lnTo>
                    <a:pt x="5" y="73"/>
                  </a:lnTo>
                  <a:lnTo>
                    <a:pt x="4" y="70"/>
                  </a:lnTo>
                  <a:lnTo>
                    <a:pt x="3" y="67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0" y="49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045" name="Rectangle 53">
              <a:extLst>
                <a:ext uri="{FF2B5EF4-FFF2-40B4-BE49-F238E27FC236}">
                  <a16:creationId xmlns:a16="http://schemas.microsoft.com/office/drawing/2014/main" id="{106405BF-CE70-4A17-90C7-E0CA754D7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5500" y="3575050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46" name="Rectangle 54">
              <a:extLst>
                <a:ext uri="{FF2B5EF4-FFF2-40B4-BE49-F238E27FC236}">
                  <a16:creationId xmlns:a16="http://schemas.microsoft.com/office/drawing/2014/main" id="{86FE2698-6803-40BE-B08E-5A6E1C5F2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163" y="3124200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47" name="Rectangle 56">
              <a:extLst>
                <a:ext uri="{FF2B5EF4-FFF2-40B4-BE49-F238E27FC236}">
                  <a16:creationId xmlns:a16="http://schemas.microsoft.com/office/drawing/2014/main" id="{8C5FAFB5-C1D1-4FF4-8B34-50B70568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5638" y="3646488"/>
              <a:ext cx="155575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48" name="Rectangle 57">
              <a:extLst>
                <a:ext uri="{FF2B5EF4-FFF2-40B4-BE49-F238E27FC236}">
                  <a16:creationId xmlns:a16="http://schemas.microsoft.com/office/drawing/2014/main" id="{7EBCD89A-98BD-4929-B65A-114553D23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988" y="2730500"/>
              <a:ext cx="84137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J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49" name="Rectangle 58">
              <a:extLst>
                <a:ext uri="{FF2B5EF4-FFF2-40B4-BE49-F238E27FC236}">
                  <a16:creationId xmlns:a16="http://schemas.microsoft.com/office/drawing/2014/main" id="{EA3059D0-9F41-44A8-A126-C03F22EC8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4154488"/>
              <a:ext cx="515938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Clock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50" name="Line 87">
              <a:extLst>
                <a:ext uri="{FF2B5EF4-FFF2-40B4-BE49-F238E27FC236}">
                  <a16:creationId xmlns:a16="http://schemas.microsoft.com/office/drawing/2014/main" id="{98AA12D9-0C01-42B6-A2CA-8CE50B78C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925" y="3678238"/>
              <a:ext cx="280988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1" name="Line 88">
              <a:extLst>
                <a:ext uri="{FF2B5EF4-FFF2-40B4-BE49-F238E27FC236}">
                  <a16:creationId xmlns:a16="http://schemas.microsoft.com/office/drawing/2014/main" id="{464D435E-FAEC-4266-BAB8-3D5EE5991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2871788"/>
              <a:ext cx="785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2" name="Rectangle 90">
              <a:extLst>
                <a:ext uri="{FF2B5EF4-FFF2-40B4-BE49-F238E27FC236}">
                  <a16:creationId xmlns:a16="http://schemas.microsoft.com/office/drawing/2014/main" id="{C47363AC-1D8C-4131-8351-36040567F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088" y="3524250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6053" name="AutoShape 107">
              <a:extLst>
                <a:ext uri="{FF2B5EF4-FFF2-40B4-BE49-F238E27FC236}">
                  <a16:creationId xmlns:a16="http://schemas.microsoft.com/office/drawing/2014/main" id="{6CD1A145-52F1-4188-9CF7-672160401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313" y="2546350"/>
              <a:ext cx="503237" cy="43021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6054" name="AutoShape 109">
              <a:extLst>
                <a:ext uri="{FF2B5EF4-FFF2-40B4-BE49-F238E27FC236}">
                  <a16:creationId xmlns:a16="http://schemas.microsoft.com/office/drawing/2014/main" id="{0CEF373C-5378-476A-A9A0-3E4DE4E6C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313" y="3582988"/>
              <a:ext cx="503237" cy="430212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6055" name="Line 110">
              <a:extLst>
                <a:ext uri="{FF2B5EF4-FFF2-40B4-BE49-F238E27FC236}">
                  <a16:creationId xmlns:a16="http://schemas.microsoft.com/office/drawing/2014/main" id="{E3AEAD48-2779-4DCC-998D-791AAE7610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0900" y="3600450"/>
              <a:ext cx="141288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057" name="Line 55">
              <a:extLst>
                <a:ext uri="{FF2B5EF4-FFF2-40B4-BE49-F238E27FC236}">
                  <a16:creationId xmlns:a16="http://schemas.microsoft.com/office/drawing/2014/main" id="{51CB8A05-BFBB-40CB-8614-C46EEAC89F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08813" y="3659188"/>
              <a:ext cx="141287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itle 1">
            <a:extLst>
              <a:ext uri="{FF2B5EF4-FFF2-40B4-BE49-F238E27FC236}">
                <a16:creationId xmlns:a16="http://schemas.microsoft.com/office/drawing/2014/main" id="{02260630-9586-4FFE-A844-FD1D6973225B}"/>
              </a:ext>
            </a:extLst>
          </p:cNvPr>
          <p:cNvSpPr txBox="1">
            <a:spLocks/>
          </p:cNvSpPr>
          <p:nvPr/>
        </p:nvSpPr>
        <p:spPr bwMode="auto">
          <a:xfrm>
            <a:off x="0" y="3430587"/>
            <a:ext cx="9144000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Negative</a:t>
            </a:r>
            <a:r>
              <a:rPr lang="en-US" altLang="en-US" sz="2800" dirty="0"/>
              <a:t>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JK Flip-Flop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E688530-95AB-4FEB-81FE-F9E1B268017C}"/>
              </a:ext>
            </a:extLst>
          </p:cNvPr>
          <p:cNvGrpSpPr/>
          <p:nvPr/>
        </p:nvGrpSpPr>
        <p:grpSpPr>
          <a:xfrm>
            <a:off x="1524000" y="4232275"/>
            <a:ext cx="5646738" cy="2320925"/>
            <a:chOff x="1524000" y="2251075"/>
            <a:chExt cx="5646738" cy="2320925"/>
          </a:xfrm>
        </p:grpSpPr>
        <p:sp>
          <p:nvSpPr>
            <p:cNvPr id="46" name="Rectangle 8">
              <a:extLst>
                <a:ext uri="{FF2B5EF4-FFF2-40B4-BE49-F238E27FC236}">
                  <a16:creationId xmlns:a16="http://schemas.microsoft.com/office/drawing/2014/main" id="{9A385B6A-A72A-4893-AB56-B62B76FC5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650" y="3017838"/>
              <a:ext cx="657225" cy="10414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47" name="Rectangle 9">
              <a:extLst>
                <a:ext uri="{FF2B5EF4-FFF2-40B4-BE49-F238E27FC236}">
                  <a16:creationId xmlns:a16="http://schemas.microsoft.com/office/drawing/2014/main" id="{254704BE-B240-4520-A54C-4CDD928FE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4500" y="3057525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D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B0FDC777-B40C-4073-A75F-02AA5F793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3913" y="3051175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B09765AE-342D-4D11-AA9F-2739966E5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4650" y="3730625"/>
              <a:ext cx="128588" cy="128588"/>
            </a:xfrm>
            <a:custGeom>
              <a:avLst/>
              <a:gdLst>
                <a:gd name="T0" fmla="*/ 0 w 403"/>
                <a:gd name="T1" fmla="*/ 0 h 402"/>
                <a:gd name="T2" fmla="*/ 0 w 403"/>
                <a:gd name="T3" fmla="*/ 0 h 402"/>
                <a:gd name="T4" fmla="*/ 0 w 403"/>
                <a:gd name="T5" fmla="*/ 0 h 402"/>
                <a:gd name="T6" fmla="*/ 0 60000 65536"/>
                <a:gd name="T7" fmla="*/ 0 60000 65536"/>
                <a:gd name="T8" fmla="*/ 0 60000 65536"/>
                <a:gd name="T9" fmla="*/ 0 w 403"/>
                <a:gd name="T10" fmla="*/ 0 h 402"/>
                <a:gd name="T11" fmla="*/ 403 w 403"/>
                <a:gd name="T12" fmla="*/ 402 h 4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3" h="402">
                  <a:moveTo>
                    <a:pt x="0" y="402"/>
                  </a:moveTo>
                  <a:lnTo>
                    <a:pt x="403" y="23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9652F3CB-3B83-4101-822E-07F3A30D3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7175" y="3255963"/>
              <a:ext cx="34925" cy="53975"/>
            </a:xfrm>
            <a:custGeom>
              <a:avLst/>
              <a:gdLst>
                <a:gd name="T0" fmla="*/ 0 w 114"/>
                <a:gd name="T1" fmla="*/ 0 h 172"/>
                <a:gd name="T2" fmla="*/ 0 w 114"/>
                <a:gd name="T3" fmla="*/ 0 h 172"/>
                <a:gd name="T4" fmla="*/ 0 w 114"/>
                <a:gd name="T5" fmla="*/ 0 h 172"/>
                <a:gd name="T6" fmla="*/ 0 w 114"/>
                <a:gd name="T7" fmla="*/ 0 h 172"/>
                <a:gd name="T8" fmla="*/ 0 w 114"/>
                <a:gd name="T9" fmla="*/ 0 h 172"/>
                <a:gd name="T10" fmla="*/ 0 w 114"/>
                <a:gd name="T11" fmla="*/ 0 h 172"/>
                <a:gd name="T12" fmla="*/ 0 w 114"/>
                <a:gd name="T13" fmla="*/ 0 h 172"/>
                <a:gd name="T14" fmla="*/ 0 w 114"/>
                <a:gd name="T15" fmla="*/ 0 h 172"/>
                <a:gd name="T16" fmla="*/ 0 w 114"/>
                <a:gd name="T17" fmla="*/ 0 h 172"/>
                <a:gd name="T18" fmla="*/ 0 w 114"/>
                <a:gd name="T19" fmla="*/ 0 h 172"/>
                <a:gd name="T20" fmla="*/ 0 w 114"/>
                <a:gd name="T21" fmla="*/ 0 h 172"/>
                <a:gd name="T22" fmla="*/ 0 w 114"/>
                <a:gd name="T23" fmla="*/ 0 h 172"/>
                <a:gd name="T24" fmla="*/ 0 w 114"/>
                <a:gd name="T25" fmla="*/ 0 h 172"/>
                <a:gd name="T26" fmla="*/ 0 w 114"/>
                <a:gd name="T27" fmla="*/ 0 h 172"/>
                <a:gd name="T28" fmla="*/ 0 w 114"/>
                <a:gd name="T29" fmla="*/ 0 h 172"/>
                <a:gd name="T30" fmla="*/ 0 w 114"/>
                <a:gd name="T31" fmla="*/ 0 h 172"/>
                <a:gd name="T32" fmla="*/ 0 w 114"/>
                <a:gd name="T33" fmla="*/ 0 h 172"/>
                <a:gd name="T34" fmla="*/ 0 w 114"/>
                <a:gd name="T35" fmla="*/ 0 h 172"/>
                <a:gd name="T36" fmla="*/ 0 w 114"/>
                <a:gd name="T37" fmla="*/ 0 h 172"/>
                <a:gd name="T38" fmla="*/ 0 w 114"/>
                <a:gd name="T39" fmla="*/ 0 h 172"/>
                <a:gd name="T40" fmla="*/ 0 w 114"/>
                <a:gd name="T41" fmla="*/ 0 h 172"/>
                <a:gd name="T42" fmla="*/ 0 w 114"/>
                <a:gd name="T43" fmla="*/ 0 h 172"/>
                <a:gd name="T44" fmla="*/ 0 w 114"/>
                <a:gd name="T45" fmla="*/ 0 h 172"/>
                <a:gd name="T46" fmla="*/ 0 w 114"/>
                <a:gd name="T47" fmla="*/ 0 h 172"/>
                <a:gd name="T48" fmla="*/ 0 w 114"/>
                <a:gd name="T49" fmla="*/ 0 h 172"/>
                <a:gd name="T50" fmla="*/ 0 w 114"/>
                <a:gd name="T51" fmla="*/ 0 h 172"/>
                <a:gd name="T52" fmla="*/ 0 w 114"/>
                <a:gd name="T53" fmla="*/ 0 h 172"/>
                <a:gd name="T54" fmla="*/ 0 w 114"/>
                <a:gd name="T55" fmla="*/ 0 h 172"/>
                <a:gd name="T56" fmla="*/ 0 w 114"/>
                <a:gd name="T57" fmla="*/ 0 h 172"/>
                <a:gd name="T58" fmla="*/ 0 w 114"/>
                <a:gd name="T59" fmla="*/ 0 h 172"/>
                <a:gd name="T60" fmla="*/ 0 w 114"/>
                <a:gd name="T61" fmla="*/ 0 h 172"/>
                <a:gd name="T62" fmla="*/ 0 w 114"/>
                <a:gd name="T63" fmla="*/ 0 h 172"/>
                <a:gd name="T64" fmla="*/ 0 w 114"/>
                <a:gd name="T65" fmla="*/ 0 h 172"/>
                <a:gd name="T66" fmla="*/ 0 w 114"/>
                <a:gd name="T67" fmla="*/ 0 h 172"/>
                <a:gd name="T68" fmla="*/ 0 w 114"/>
                <a:gd name="T69" fmla="*/ 0 h 172"/>
                <a:gd name="T70" fmla="*/ 0 w 114"/>
                <a:gd name="T71" fmla="*/ 0 h 172"/>
                <a:gd name="T72" fmla="*/ 0 w 114"/>
                <a:gd name="T73" fmla="*/ 0 h 172"/>
                <a:gd name="T74" fmla="*/ 0 w 114"/>
                <a:gd name="T75" fmla="*/ 0 h 172"/>
                <a:gd name="T76" fmla="*/ 0 w 114"/>
                <a:gd name="T77" fmla="*/ 0 h 172"/>
                <a:gd name="T78" fmla="*/ 0 w 114"/>
                <a:gd name="T79" fmla="*/ 0 h 172"/>
                <a:gd name="T80" fmla="*/ 0 w 114"/>
                <a:gd name="T81" fmla="*/ 0 h 172"/>
                <a:gd name="T82" fmla="*/ 0 w 114"/>
                <a:gd name="T83" fmla="*/ 0 h 172"/>
                <a:gd name="T84" fmla="*/ 0 w 114"/>
                <a:gd name="T85" fmla="*/ 0 h 172"/>
                <a:gd name="T86" fmla="*/ 0 w 114"/>
                <a:gd name="T87" fmla="*/ 0 h 172"/>
                <a:gd name="T88" fmla="*/ 0 w 114"/>
                <a:gd name="T89" fmla="*/ 0 h 172"/>
                <a:gd name="T90" fmla="*/ 0 w 114"/>
                <a:gd name="T91" fmla="*/ 0 h 172"/>
                <a:gd name="T92" fmla="*/ 0 w 114"/>
                <a:gd name="T93" fmla="*/ 0 h 172"/>
                <a:gd name="T94" fmla="*/ 0 w 114"/>
                <a:gd name="T95" fmla="*/ 0 h 172"/>
                <a:gd name="T96" fmla="*/ 0 w 114"/>
                <a:gd name="T97" fmla="*/ 0 h 172"/>
                <a:gd name="T98" fmla="*/ 0 w 114"/>
                <a:gd name="T99" fmla="*/ 0 h 172"/>
                <a:gd name="T100" fmla="*/ 0 w 114"/>
                <a:gd name="T101" fmla="*/ 0 h 172"/>
                <a:gd name="T102" fmla="*/ 0 w 114"/>
                <a:gd name="T103" fmla="*/ 0 h 172"/>
                <a:gd name="T104" fmla="*/ 0 w 114"/>
                <a:gd name="T105" fmla="*/ 0 h 172"/>
                <a:gd name="T106" fmla="*/ 0 w 114"/>
                <a:gd name="T107" fmla="*/ 0 h 172"/>
                <a:gd name="T108" fmla="*/ 0 w 114"/>
                <a:gd name="T109" fmla="*/ 0 h 172"/>
                <a:gd name="T110" fmla="*/ 0 w 114"/>
                <a:gd name="T111" fmla="*/ 0 h 172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4"/>
                <a:gd name="T169" fmla="*/ 0 h 172"/>
                <a:gd name="T170" fmla="*/ 114 w 114"/>
                <a:gd name="T171" fmla="*/ 172 h 172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4" h="172">
                  <a:moveTo>
                    <a:pt x="0" y="103"/>
                  </a:moveTo>
                  <a:lnTo>
                    <a:pt x="0" y="70"/>
                  </a:lnTo>
                  <a:lnTo>
                    <a:pt x="0" y="66"/>
                  </a:lnTo>
                  <a:lnTo>
                    <a:pt x="0" y="63"/>
                  </a:lnTo>
                  <a:lnTo>
                    <a:pt x="1" y="59"/>
                  </a:lnTo>
                  <a:lnTo>
                    <a:pt x="1" y="55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6" y="40"/>
                  </a:lnTo>
                  <a:lnTo>
                    <a:pt x="8" y="36"/>
                  </a:lnTo>
                  <a:lnTo>
                    <a:pt x="9" y="33"/>
                  </a:lnTo>
                  <a:lnTo>
                    <a:pt x="11" y="31"/>
                  </a:lnTo>
                  <a:lnTo>
                    <a:pt x="13" y="28"/>
                  </a:lnTo>
                  <a:lnTo>
                    <a:pt x="16" y="26"/>
                  </a:lnTo>
                  <a:lnTo>
                    <a:pt x="18" y="23"/>
                  </a:lnTo>
                  <a:lnTo>
                    <a:pt x="20" y="21"/>
                  </a:lnTo>
                  <a:lnTo>
                    <a:pt x="22" y="19"/>
                  </a:lnTo>
                  <a:lnTo>
                    <a:pt x="24" y="16"/>
                  </a:lnTo>
                  <a:lnTo>
                    <a:pt x="27" y="13"/>
                  </a:lnTo>
                  <a:lnTo>
                    <a:pt x="29" y="11"/>
                  </a:lnTo>
                  <a:lnTo>
                    <a:pt x="33" y="10"/>
                  </a:lnTo>
                  <a:lnTo>
                    <a:pt x="37" y="8"/>
                  </a:lnTo>
                  <a:lnTo>
                    <a:pt x="39" y="7"/>
                  </a:lnTo>
                  <a:lnTo>
                    <a:pt x="42" y="5"/>
                  </a:lnTo>
                  <a:lnTo>
                    <a:pt x="45" y="4"/>
                  </a:lnTo>
                  <a:lnTo>
                    <a:pt x="48" y="3"/>
                  </a:lnTo>
                  <a:lnTo>
                    <a:pt x="51" y="2"/>
                  </a:lnTo>
                  <a:lnTo>
                    <a:pt x="55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5" y="0"/>
                  </a:lnTo>
                  <a:lnTo>
                    <a:pt x="68" y="0"/>
                  </a:lnTo>
                  <a:lnTo>
                    <a:pt x="45" y="0"/>
                  </a:lnTo>
                  <a:lnTo>
                    <a:pt x="48" y="0"/>
                  </a:lnTo>
                  <a:lnTo>
                    <a:pt x="52" y="1"/>
                  </a:lnTo>
                  <a:lnTo>
                    <a:pt x="56" y="1"/>
                  </a:lnTo>
                  <a:lnTo>
                    <a:pt x="59" y="2"/>
                  </a:lnTo>
                  <a:lnTo>
                    <a:pt x="62" y="2"/>
                  </a:lnTo>
                  <a:lnTo>
                    <a:pt x="65" y="3"/>
                  </a:lnTo>
                  <a:lnTo>
                    <a:pt x="68" y="4"/>
                  </a:lnTo>
                  <a:lnTo>
                    <a:pt x="71" y="5"/>
                  </a:lnTo>
                  <a:lnTo>
                    <a:pt x="75" y="7"/>
                  </a:lnTo>
                  <a:lnTo>
                    <a:pt x="79" y="8"/>
                  </a:lnTo>
                  <a:lnTo>
                    <a:pt x="81" y="10"/>
                  </a:lnTo>
                  <a:lnTo>
                    <a:pt x="84" y="11"/>
                  </a:lnTo>
                  <a:lnTo>
                    <a:pt x="87" y="13"/>
                  </a:lnTo>
                  <a:lnTo>
                    <a:pt x="89" y="16"/>
                  </a:lnTo>
                  <a:lnTo>
                    <a:pt x="91" y="19"/>
                  </a:lnTo>
                  <a:lnTo>
                    <a:pt x="95" y="21"/>
                  </a:lnTo>
                  <a:lnTo>
                    <a:pt x="97" y="23"/>
                  </a:lnTo>
                  <a:lnTo>
                    <a:pt x="99" y="26"/>
                  </a:lnTo>
                  <a:lnTo>
                    <a:pt x="101" y="28"/>
                  </a:lnTo>
                  <a:lnTo>
                    <a:pt x="102" y="31"/>
                  </a:lnTo>
                  <a:lnTo>
                    <a:pt x="104" y="33"/>
                  </a:lnTo>
                  <a:lnTo>
                    <a:pt x="106" y="36"/>
                  </a:lnTo>
                  <a:lnTo>
                    <a:pt x="107" y="40"/>
                  </a:lnTo>
                  <a:lnTo>
                    <a:pt x="108" y="43"/>
                  </a:lnTo>
                  <a:lnTo>
                    <a:pt x="110" y="46"/>
                  </a:lnTo>
                  <a:lnTo>
                    <a:pt x="112" y="49"/>
                  </a:lnTo>
                  <a:lnTo>
                    <a:pt x="112" y="52"/>
                  </a:lnTo>
                  <a:lnTo>
                    <a:pt x="113" y="55"/>
                  </a:lnTo>
                  <a:lnTo>
                    <a:pt x="114" y="59"/>
                  </a:lnTo>
                  <a:lnTo>
                    <a:pt x="114" y="63"/>
                  </a:lnTo>
                  <a:lnTo>
                    <a:pt x="114" y="66"/>
                  </a:lnTo>
                  <a:lnTo>
                    <a:pt x="114" y="70"/>
                  </a:lnTo>
                  <a:lnTo>
                    <a:pt x="114" y="103"/>
                  </a:lnTo>
                  <a:lnTo>
                    <a:pt x="114" y="107"/>
                  </a:lnTo>
                  <a:lnTo>
                    <a:pt x="114" y="110"/>
                  </a:lnTo>
                  <a:lnTo>
                    <a:pt x="114" y="114"/>
                  </a:lnTo>
                  <a:lnTo>
                    <a:pt x="113" y="118"/>
                  </a:lnTo>
                  <a:lnTo>
                    <a:pt x="112" y="121"/>
                  </a:lnTo>
                  <a:lnTo>
                    <a:pt x="112" y="124"/>
                  </a:lnTo>
                  <a:lnTo>
                    <a:pt x="110" y="127"/>
                  </a:lnTo>
                  <a:lnTo>
                    <a:pt x="108" y="130"/>
                  </a:lnTo>
                  <a:lnTo>
                    <a:pt x="107" y="133"/>
                  </a:lnTo>
                  <a:lnTo>
                    <a:pt x="106" y="136"/>
                  </a:lnTo>
                  <a:lnTo>
                    <a:pt x="104" y="139"/>
                  </a:lnTo>
                  <a:lnTo>
                    <a:pt x="102" y="142"/>
                  </a:lnTo>
                  <a:lnTo>
                    <a:pt x="101" y="144"/>
                  </a:lnTo>
                  <a:lnTo>
                    <a:pt x="99" y="147"/>
                  </a:lnTo>
                  <a:lnTo>
                    <a:pt x="97" y="149"/>
                  </a:lnTo>
                  <a:lnTo>
                    <a:pt x="95" y="152"/>
                  </a:lnTo>
                  <a:lnTo>
                    <a:pt x="91" y="155"/>
                  </a:lnTo>
                  <a:lnTo>
                    <a:pt x="89" y="158"/>
                  </a:lnTo>
                  <a:lnTo>
                    <a:pt x="87" y="159"/>
                  </a:lnTo>
                  <a:lnTo>
                    <a:pt x="84" y="161"/>
                  </a:lnTo>
                  <a:lnTo>
                    <a:pt x="81" y="163"/>
                  </a:lnTo>
                  <a:lnTo>
                    <a:pt x="79" y="164"/>
                  </a:lnTo>
                  <a:lnTo>
                    <a:pt x="75" y="166"/>
                  </a:lnTo>
                  <a:lnTo>
                    <a:pt x="71" y="167"/>
                  </a:lnTo>
                  <a:lnTo>
                    <a:pt x="68" y="168"/>
                  </a:lnTo>
                  <a:lnTo>
                    <a:pt x="65" y="169"/>
                  </a:lnTo>
                  <a:lnTo>
                    <a:pt x="62" y="170"/>
                  </a:lnTo>
                  <a:lnTo>
                    <a:pt x="59" y="171"/>
                  </a:lnTo>
                  <a:lnTo>
                    <a:pt x="56" y="172"/>
                  </a:lnTo>
                  <a:lnTo>
                    <a:pt x="52" y="172"/>
                  </a:lnTo>
                  <a:lnTo>
                    <a:pt x="48" y="172"/>
                  </a:lnTo>
                  <a:lnTo>
                    <a:pt x="45" y="172"/>
                  </a:lnTo>
                  <a:lnTo>
                    <a:pt x="68" y="172"/>
                  </a:lnTo>
                  <a:lnTo>
                    <a:pt x="65" y="172"/>
                  </a:lnTo>
                  <a:lnTo>
                    <a:pt x="62" y="172"/>
                  </a:lnTo>
                  <a:lnTo>
                    <a:pt x="59" y="172"/>
                  </a:lnTo>
                  <a:lnTo>
                    <a:pt x="55" y="171"/>
                  </a:lnTo>
                  <a:lnTo>
                    <a:pt x="51" y="170"/>
                  </a:lnTo>
                  <a:lnTo>
                    <a:pt x="48" y="169"/>
                  </a:lnTo>
                  <a:lnTo>
                    <a:pt x="45" y="168"/>
                  </a:lnTo>
                  <a:lnTo>
                    <a:pt x="42" y="167"/>
                  </a:lnTo>
                  <a:lnTo>
                    <a:pt x="39" y="166"/>
                  </a:lnTo>
                  <a:lnTo>
                    <a:pt x="37" y="164"/>
                  </a:lnTo>
                  <a:lnTo>
                    <a:pt x="33" y="163"/>
                  </a:lnTo>
                  <a:lnTo>
                    <a:pt x="29" y="161"/>
                  </a:lnTo>
                  <a:lnTo>
                    <a:pt x="27" y="159"/>
                  </a:lnTo>
                  <a:lnTo>
                    <a:pt x="24" y="158"/>
                  </a:lnTo>
                  <a:lnTo>
                    <a:pt x="22" y="155"/>
                  </a:lnTo>
                  <a:lnTo>
                    <a:pt x="20" y="152"/>
                  </a:lnTo>
                  <a:lnTo>
                    <a:pt x="18" y="149"/>
                  </a:lnTo>
                  <a:lnTo>
                    <a:pt x="16" y="147"/>
                  </a:lnTo>
                  <a:lnTo>
                    <a:pt x="13" y="144"/>
                  </a:lnTo>
                  <a:lnTo>
                    <a:pt x="11" y="142"/>
                  </a:lnTo>
                  <a:lnTo>
                    <a:pt x="9" y="139"/>
                  </a:lnTo>
                  <a:lnTo>
                    <a:pt x="8" y="136"/>
                  </a:lnTo>
                  <a:lnTo>
                    <a:pt x="6" y="133"/>
                  </a:lnTo>
                  <a:lnTo>
                    <a:pt x="5" y="130"/>
                  </a:lnTo>
                  <a:lnTo>
                    <a:pt x="4" y="127"/>
                  </a:lnTo>
                  <a:lnTo>
                    <a:pt x="3" y="124"/>
                  </a:lnTo>
                  <a:lnTo>
                    <a:pt x="2" y="121"/>
                  </a:lnTo>
                  <a:lnTo>
                    <a:pt x="1" y="118"/>
                  </a:lnTo>
                  <a:lnTo>
                    <a:pt x="1" y="114"/>
                  </a:lnTo>
                  <a:lnTo>
                    <a:pt x="0" y="110"/>
                  </a:lnTo>
                  <a:lnTo>
                    <a:pt x="0" y="107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7">
              <a:extLst>
                <a:ext uri="{FF2B5EF4-FFF2-40B4-BE49-F238E27FC236}">
                  <a16:creationId xmlns:a16="http://schemas.microsoft.com/office/drawing/2014/main" id="{09449299-9BFB-4310-9F62-165B1FFC7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7663" y="3146425"/>
              <a:ext cx="27305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8">
              <a:extLst>
                <a:ext uri="{FF2B5EF4-FFF2-40B4-BE49-F238E27FC236}">
                  <a16:creationId xmlns:a16="http://schemas.microsoft.com/office/drawing/2014/main" id="{C97416B1-DC20-42F0-AABE-C9E6B6511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7663" y="3421063"/>
              <a:ext cx="27305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7AA9B2BF-A876-4EA6-A761-B0259FF3B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025" y="3063875"/>
              <a:ext cx="546100" cy="217488"/>
            </a:xfrm>
            <a:custGeom>
              <a:avLst/>
              <a:gdLst>
                <a:gd name="T0" fmla="*/ 0 w 1719"/>
                <a:gd name="T1" fmla="*/ 0 h 685"/>
                <a:gd name="T2" fmla="*/ 0 w 1719"/>
                <a:gd name="T3" fmla="*/ 0 h 685"/>
                <a:gd name="T4" fmla="*/ 0 w 1719"/>
                <a:gd name="T5" fmla="*/ 0 h 685"/>
                <a:gd name="T6" fmla="*/ 0 w 1719"/>
                <a:gd name="T7" fmla="*/ 0 h 685"/>
                <a:gd name="T8" fmla="*/ 0 w 1719"/>
                <a:gd name="T9" fmla="*/ 0 h 685"/>
                <a:gd name="T10" fmla="*/ 0 w 1719"/>
                <a:gd name="T11" fmla="*/ 0 h 685"/>
                <a:gd name="T12" fmla="*/ 0 w 1719"/>
                <a:gd name="T13" fmla="*/ 0 h 685"/>
                <a:gd name="T14" fmla="*/ 0 w 1719"/>
                <a:gd name="T15" fmla="*/ 0 h 685"/>
                <a:gd name="T16" fmla="*/ 0 w 1719"/>
                <a:gd name="T17" fmla="*/ 0 h 685"/>
                <a:gd name="T18" fmla="*/ 0 w 1719"/>
                <a:gd name="T19" fmla="*/ 0 h 685"/>
                <a:gd name="T20" fmla="*/ 0 w 1719"/>
                <a:gd name="T21" fmla="*/ 0 h 685"/>
                <a:gd name="T22" fmla="*/ 0 w 1719"/>
                <a:gd name="T23" fmla="*/ 0 h 685"/>
                <a:gd name="T24" fmla="*/ 0 w 1719"/>
                <a:gd name="T25" fmla="*/ 0 h 685"/>
                <a:gd name="T26" fmla="*/ 0 w 1719"/>
                <a:gd name="T27" fmla="*/ 0 h 685"/>
                <a:gd name="T28" fmla="*/ 0 w 1719"/>
                <a:gd name="T29" fmla="*/ 0 h 685"/>
                <a:gd name="T30" fmla="*/ 0 w 1719"/>
                <a:gd name="T31" fmla="*/ 0 h 685"/>
                <a:gd name="T32" fmla="*/ 0 w 1719"/>
                <a:gd name="T33" fmla="*/ 0 h 685"/>
                <a:gd name="T34" fmla="*/ 0 w 1719"/>
                <a:gd name="T35" fmla="*/ 0 h 685"/>
                <a:gd name="T36" fmla="*/ 0 w 1719"/>
                <a:gd name="T37" fmla="*/ 0 h 685"/>
                <a:gd name="T38" fmla="*/ 0 w 1719"/>
                <a:gd name="T39" fmla="*/ 0 h 685"/>
                <a:gd name="T40" fmla="*/ 0 w 1719"/>
                <a:gd name="T41" fmla="*/ 0 h 685"/>
                <a:gd name="T42" fmla="*/ 0 w 1719"/>
                <a:gd name="T43" fmla="*/ 0 h 685"/>
                <a:gd name="T44" fmla="*/ 0 w 1719"/>
                <a:gd name="T45" fmla="*/ 0 h 685"/>
                <a:gd name="T46" fmla="*/ 0 w 1719"/>
                <a:gd name="T47" fmla="*/ 0 h 685"/>
                <a:gd name="T48" fmla="*/ 0 w 1719"/>
                <a:gd name="T49" fmla="*/ 0 h 685"/>
                <a:gd name="T50" fmla="*/ 0 w 1719"/>
                <a:gd name="T51" fmla="*/ 0 h 685"/>
                <a:gd name="T52" fmla="*/ 0 w 1719"/>
                <a:gd name="T53" fmla="*/ 0 h 685"/>
                <a:gd name="T54" fmla="*/ 0 w 1719"/>
                <a:gd name="T55" fmla="*/ 0 h 685"/>
                <a:gd name="T56" fmla="*/ 0 w 1719"/>
                <a:gd name="T57" fmla="*/ 0 h 685"/>
                <a:gd name="T58" fmla="*/ 0 w 1719"/>
                <a:gd name="T59" fmla="*/ 0 h 685"/>
                <a:gd name="T60" fmla="*/ 0 w 1719"/>
                <a:gd name="T61" fmla="*/ 0 h 685"/>
                <a:gd name="T62" fmla="*/ 0 w 1719"/>
                <a:gd name="T63" fmla="*/ 0 h 685"/>
                <a:gd name="T64" fmla="*/ 0 w 1719"/>
                <a:gd name="T65" fmla="*/ 0 h 685"/>
                <a:gd name="T66" fmla="*/ 0 w 1719"/>
                <a:gd name="T67" fmla="*/ 0 h 685"/>
                <a:gd name="T68" fmla="*/ 0 w 1719"/>
                <a:gd name="T69" fmla="*/ 0 h 685"/>
                <a:gd name="T70" fmla="*/ 0 w 1719"/>
                <a:gd name="T71" fmla="*/ 0 h 685"/>
                <a:gd name="T72" fmla="*/ 0 w 1719"/>
                <a:gd name="T73" fmla="*/ 0 h 685"/>
                <a:gd name="T74" fmla="*/ 0 w 1719"/>
                <a:gd name="T75" fmla="*/ 0 h 685"/>
                <a:gd name="T76" fmla="*/ 0 w 1719"/>
                <a:gd name="T77" fmla="*/ 0 h 685"/>
                <a:gd name="T78" fmla="*/ 0 w 1719"/>
                <a:gd name="T79" fmla="*/ 0 h 685"/>
                <a:gd name="T80" fmla="*/ 0 w 1719"/>
                <a:gd name="T81" fmla="*/ 0 h 685"/>
                <a:gd name="T82" fmla="*/ 0 w 1719"/>
                <a:gd name="T83" fmla="*/ 0 h 685"/>
                <a:gd name="T84" fmla="*/ 0 w 1719"/>
                <a:gd name="T85" fmla="*/ 0 h 685"/>
                <a:gd name="T86" fmla="*/ 0 w 1719"/>
                <a:gd name="T87" fmla="*/ 0 h 685"/>
                <a:gd name="T88" fmla="*/ 0 w 1719"/>
                <a:gd name="T89" fmla="*/ 0 h 685"/>
                <a:gd name="T90" fmla="*/ 0 w 1719"/>
                <a:gd name="T91" fmla="*/ 0 h 685"/>
                <a:gd name="T92" fmla="*/ 0 w 1719"/>
                <a:gd name="T93" fmla="*/ 0 h 685"/>
                <a:gd name="T94" fmla="*/ 0 w 1719"/>
                <a:gd name="T95" fmla="*/ 0 h 685"/>
                <a:gd name="T96" fmla="*/ 0 w 1719"/>
                <a:gd name="T97" fmla="*/ 0 h 685"/>
                <a:gd name="T98" fmla="*/ 0 w 1719"/>
                <a:gd name="T99" fmla="*/ 0 h 685"/>
                <a:gd name="T100" fmla="*/ 0 w 1719"/>
                <a:gd name="T101" fmla="*/ 0 h 685"/>
                <a:gd name="T102" fmla="*/ 0 w 1719"/>
                <a:gd name="T103" fmla="*/ 0 h 685"/>
                <a:gd name="T104" fmla="*/ 0 w 1719"/>
                <a:gd name="T105" fmla="*/ 0 h 685"/>
                <a:gd name="T106" fmla="*/ 0 w 1719"/>
                <a:gd name="T107" fmla="*/ 0 h 685"/>
                <a:gd name="T108" fmla="*/ 0 w 1719"/>
                <a:gd name="T109" fmla="*/ 0 h 685"/>
                <a:gd name="T110" fmla="*/ 0 w 1719"/>
                <a:gd name="T111" fmla="*/ 0 h 685"/>
                <a:gd name="T112" fmla="*/ 0 w 1719"/>
                <a:gd name="T113" fmla="*/ 0 h 685"/>
                <a:gd name="T114" fmla="*/ 0 w 1719"/>
                <a:gd name="T115" fmla="*/ 0 h 685"/>
                <a:gd name="T116" fmla="*/ 0 w 1719"/>
                <a:gd name="T117" fmla="*/ 0 h 685"/>
                <a:gd name="T118" fmla="*/ 0 w 1719"/>
                <a:gd name="T119" fmla="*/ 0 h 685"/>
                <a:gd name="T120" fmla="*/ 0 w 1719"/>
                <a:gd name="T121" fmla="*/ 0 h 685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19"/>
                <a:gd name="T184" fmla="*/ 0 h 685"/>
                <a:gd name="T185" fmla="*/ 1719 w 1719"/>
                <a:gd name="T186" fmla="*/ 685 h 685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19" h="685">
                  <a:moveTo>
                    <a:pt x="0" y="0"/>
                  </a:moveTo>
                  <a:lnTo>
                    <a:pt x="66" y="0"/>
                  </a:lnTo>
                  <a:lnTo>
                    <a:pt x="127" y="0"/>
                  </a:lnTo>
                  <a:lnTo>
                    <a:pt x="184" y="0"/>
                  </a:lnTo>
                  <a:lnTo>
                    <a:pt x="238" y="0"/>
                  </a:lnTo>
                  <a:lnTo>
                    <a:pt x="290" y="0"/>
                  </a:lnTo>
                  <a:lnTo>
                    <a:pt x="336" y="1"/>
                  </a:lnTo>
                  <a:lnTo>
                    <a:pt x="379" y="1"/>
                  </a:lnTo>
                  <a:lnTo>
                    <a:pt x="418" y="1"/>
                  </a:lnTo>
                  <a:lnTo>
                    <a:pt x="455" y="1"/>
                  </a:lnTo>
                  <a:lnTo>
                    <a:pt x="490" y="1"/>
                  </a:lnTo>
                  <a:lnTo>
                    <a:pt x="520" y="1"/>
                  </a:lnTo>
                  <a:lnTo>
                    <a:pt x="549" y="1"/>
                  </a:lnTo>
                  <a:lnTo>
                    <a:pt x="575" y="1"/>
                  </a:lnTo>
                  <a:lnTo>
                    <a:pt x="598" y="1"/>
                  </a:lnTo>
                  <a:lnTo>
                    <a:pt x="620" y="1"/>
                  </a:lnTo>
                  <a:lnTo>
                    <a:pt x="639" y="1"/>
                  </a:lnTo>
                  <a:lnTo>
                    <a:pt x="656" y="1"/>
                  </a:lnTo>
                  <a:lnTo>
                    <a:pt x="671" y="1"/>
                  </a:lnTo>
                  <a:lnTo>
                    <a:pt x="685" y="1"/>
                  </a:lnTo>
                  <a:lnTo>
                    <a:pt x="698" y="1"/>
                  </a:lnTo>
                  <a:lnTo>
                    <a:pt x="708" y="1"/>
                  </a:lnTo>
                  <a:lnTo>
                    <a:pt x="718" y="3"/>
                  </a:lnTo>
                  <a:lnTo>
                    <a:pt x="726" y="3"/>
                  </a:lnTo>
                  <a:lnTo>
                    <a:pt x="733" y="3"/>
                  </a:lnTo>
                  <a:lnTo>
                    <a:pt x="741" y="3"/>
                  </a:lnTo>
                  <a:lnTo>
                    <a:pt x="746" y="3"/>
                  </a:lnTo>
                  <a:lnTo>
                    <a:pt x="751" y="3"/>
                  </a:lnTo>
                  <a:lnTo>
                    <a:pt x="757" y="4"/>
                  </a:lnTo>
                  <a:lnTo>
                    <a:pt x="761" y="4"/>
                  </a:lnTo>
                  <a:lnTo>
                    <a:pt x="765" y="4"/>
                  </a:lnTo>
                  <a:lnTo>
                    <a:pt x="770" y="4"/>
                  </a:lnTo>
                  <a:lnTo>
                    <a:pt x="775" y="5"/>
                  </a:lnTo>
                  <a:lnTo>
                    <a:pt x="780" y="5"/>
                  </a:lnTo>
                  <a:lnTo>
                    <a:pt x="785" y="5"/>
                  </a:lnTo>
                  <a:lnTo>
                    <a:pt x="788" y="6"/>
                  </a:lnTo>
                  <a:lnTo>
                    <a:pt x="792" y="6"/>
                  </a:lnTo>
                  <a:lnTo>
                    <a:pt x="796" y="6"/>
                  </a:lnTo>
                  <a:lnTo>
                    <a:pt x="800" y="6"/>
                  </a:lnTo>
                  <a:lnTo>
                    <a:pt x="803" y="6"/>
                  </a:lnTo>
                  <a:lnTo>
                    <a:pt x="806" y="7"/>
                  </a:lnTo>
                  <a:lnTo>
                    <a:pt x="808" y="7"/>
                  </a:lnTo>
                  <a:lnTo>
                    <a:pt x="811" y="7"/>
                  </a:lnTo>
                  <a:lnTo>
                    <a:pt x="814" y="7"/>
                  </a:lnTo>
                  <a:lnTo>
                    <a:pt x="817" y="7"/>
                  </a:lnTo>
                  <a:lnTo>
                    <a:pt x="819" y="8"/>
                  </a:lnTo>
                  <a:lnTo>
                    <a:pt x="822" y="8"/>
                  </a:lnTo>
                  <a:lnTo>
                    <a:pt x="824" y="8"/>
                  </a:lnTo>
                  <a:lnTo>
                    <a:pt x="826" y="8"/>
                  </a:lnTo>
                  <a:lnTo>
                    <a:pt x="829" y="9"/>
                  </a:lnTo>
                  <a:lnTo>
                    <a:pt x="831" y="9"/>
                  </a:lnTo>
                  <a:lnTo>
                    <a:pt x="835" y="9"/>
                  </a:lnTo>
                  <a:lnTo>
                    <a:pt x="837" y="9"/>
                  </a:lnTo>
                  <a:lnTo>
                    <a:pt x="839" y="10"/>
                  </a:lnTo>
                  <a:lnTo>
                    <a:pt x="842" y="10"/>
                  </a:lnTo>
                  <a:lnTo>
                    <a:pt x="844" y="10"/>
                  </a:lnTo>
                  <a:lnTo>
                    <a:pt x="847" y="11"/>
                  </a:lnTo>
                  <a:lnTo>
                    <a:pt x="850" y="11"/>
                  </a:lnTo>
                  <a:lnTo>
                    <a:pt x="854" y="12"/>
                  </a:lnTo>
                  <a:lnTo>
                    <a:pt x="857" y="12"/>
                  </a:lnTo>
                  <a:lnTo>
                    <a:pt x="860" y="13"/>
                  </a:lnTo>
                  <a:lnTo>
                    <a:pt x="864" y="13"/>
                  </a:lnTo>
                  <a:lnTo>
                    <a:pt x="868" y="14"/>
                  </a:lnTo>
                  <a:lnTo>
                    <a:pt x="874" y="14"/>
                  </a:lnTo>
                  <a:lnTo>
                    <a:pt x="878" y="15"/>
                  </a:lnTo>
                  <a:lnTo>
                    <a:pt x="882" y="15"/>
                  </a:lnTo>
                  <a:lnTo>
                    <a:pt x="886" y="16"/>
                  </a:lnTo>
                  <a:lnTo>
                    <a:pt x="891" y="17"/>
                  </a:lnTo>
                  <a:lnTo>
                    <a:pt x="894" y="17"/>
                  </a:lnTo>
                  <a:lnTo>
                    <a:pt x="898" y="18"/>
                  </a:lnTo>
                  <a:lnTo>
                    <a:pt x="901" y="18"/>
                  </a:lnTo>
                  <a:lnTo>
                    <a:pt x="904" y="19"/>
                  </a:lnTo>
                  <a:lnTo>
                    <a:pt x="907" y="19"/>
                  </a:lnTo>
                  <a:lnTo>
                    <a:pt x="910" y="20"/>
                  </a:lnTo>
                  <a:lnTo>
                    <a:pt x="913" y="20"/>
                  </a:lnTo>
                  <a:lnTo>
                    <a:pt x="915" y="20"/>
                  </a:lnTo>
                  <a:lnTo>
                    <a:pt x="919" y="22"/>
                  </a:lnTo>
                  <a:lnTo>
                    <a:pt x="921" y="22"/>
                  </a:lnTo>
                  <a:lnTo>
                    <a:pt x="924" y="23"/>
                  </a:lnTo>
                  <a:lnTo>
                    <a:pt x="926" y="23"/>
                  </a:lnTo>
                  <a:lnTo>
                    <a:pt x="928" y="24"/>
                  </a:lnTo>
                  <a:lnTo>
                    <a:pt x="932" y="25"/>
                  </a:lnTo>
                  <a:lnTo>
                    <a:pt x="934" y="25"/>
                  </a:lnTo>
                  <a:lnTo>
                    <a:pt x="936" y="26"/>
                  </a:lnTo>
                  <a:lnTo>
                    <a:pt x="939" y="26"/>
                  </a:lnTo>
                  <a:lnTo>
                    <a:pt x="942" y="27"/>
                  </a:lnTo>
                  <a:lnTo>
                    <a:pt x="944" y="28"/>
                  </a:lnTo>
                  <a:lnTo>
                    <a:pt x="947" y="29"/>
                  </a:lnTo>
                  <a:lnTo>
                    <a:pt x="951" y="30"/>
                  </a:lnTo>
                  <a:lnTo>
                    <a:pt x="954" y="31"/>
                  </a:lnTo>
                  <a:lnTo>
                    <a:pt x="958" y="32"/>
                  </a:lnTo>
                  <a:lnTo>
                    <a:pt x="961" y="34"/>
                  </a:lnTo>
                  <a:lnTo>
                    <a:pt x="966" y="35"/>
                  </a:lnTo>
                  <a:lnTo>
                    <a:pt x="971" y="36"/>
                  </a:lnTo>
                  <a:lnTo>
                    <a:pt x="975" y="37"/>
                  </a:lnTo>
                  <a:lnTo>
                    <a:pt x="980" y="39"/>
                  </a:lnTo>
                  <a:lnTo>
                    <a:pt x="985" y="41"/>
                  </a:lnTo>
                  <a:lnTo>
                    <a:pt x="991" y="43"/>
                  </a:lnTo>
                  <a:lnTo>
                    <a:pt x="995" y="44"/>
                  </a:lnTo>
                  <a:lnTo>
                    <a:pt x="999" y="46"/>
                  </a:lnTo>
                  <a:lnTo>
                    <a:pt x="1003" y="47"/>
                  </a:lnTo>
                  <a:lnTo>
                    <a:pt x="1009" y="48"/>
                  </a:lnTo>
                  <a:lnTo>
                    <a:pt x="1013" y="49"/>
                  </a:lnTo>
                  <a:lnTo>
                    <a:pt x="1016" y="50"/>
                  </a:lnTo>
                  <a:lnTo>
                    <a:pt x="1019" y="51"/>
                  </a:lnTo>
                  <a:lnTo>
                    <a:pt x="1022" y="52"/>
                  </a:lnTo>
                  <a:lnTo>
                    <a:pt x="1026" y="53"/>
                  </a:lnTo>
                  <a:lnTo>
                    <a:pt x="1029" y="54"/>
                  </a:lnTo>
                  <a:lnTo>
                    <a:pt x="1032" y="55"/>
                  </a:lnTo>
                  <a:lnTo>
                    <a:pt x="1034" y="56"/>
                  </a:lnTo>
                  <a:lnTo>
                    <a:pt x="1037" y="57"/>
                  </a:lnTo>
                  <a:lnTo>
                    <a:pt x="1039" y="58"/>
                  </a:lnTo>
                  <a:lnTo>
                    <a:pt x="1041" y="59"/>
                  </a:lnTo>
                  <a:lnTo>
                    <a:pt x="1044" y="61"/>
                  </a:lnTo>
                  <a:lnTo>
                    <a:pt x="1047" y="62"/>
                  </a:lnTo>
                  <a:lnTo>
                    <a:pt x="1049" y="63"/>
                  </a:lnTo>
                  <a:lnTo>
                    <a:pt x="1052" y="64"/>
                  </a:lnTo>
                  <a:lnTo>
                    <a:pt x="1055" y="65"/>
                  </a:lnTo>
                  <a:lnTo>
                    <a:pt x="1058" y="66"/>
                  </a:lnTo>
                  <a:lnTo>
                    <a:pt x="1060" y="67"/>
                  </a:lnTo>
                  <a:lnTo>
                    <a:pt x="1063" y="68"/>
                  </a:lnTo>
                  <a:lnTo>
                    <a:pt x="1067" y="70"/>
                  </a:lnTo>
                  <a:lnTo>
                    <a:pt x="1070" y="71"/>
                  </a:lnTo>
                  <a:lnTo>
                    <a:pt x="1073" y="73"/>
                  </a:lnTo>
                  <a:lnTo>
                    <a:pt x="1076" y="74"/>
                  </a:lnTo>
                  <a:lnTo>
                    <a:pt x="1080" y="76"/>
                  </a:lnTo>
                  <a:lnTo>
                    <a:pt x="1085" y="80"/>
                  </a:lnTo>
                  <a:lnTo>
                    <a:pt x="1089" y="82"/>
                  </a:lnTo>
                  <a:lnTo>
                    <a:pt x="1093" y="84"/>
                  </a:lnTo>
                  <a:lnTo>
                    <a:pt x="1097" y="86"/>
                  </a:lnTo>
                  <a:lnTo>
                    <a:pt x="1102" y="88"/>
                  </a:lnTo>
                  <a:lnTo>
                    <a:pt x="1107" y="90"/>
                  </a:lnTo>
                  <a:lnTo>
                    <a:pt x="1110" y="92"/>
                  </a:lnTo>
                  <a:lnTo>
                    <a:pt x="1114" y="94"/>
                  </a:lnTo>
                  <a:lnTo>
                    <a:pt x="1117" y="95"/>
                  </a:lnTo>
                  <a:lnTo>
                    <a:pt x="1120" y="97"/>
                  </a:lnTo>
                  <a:lnTo>
                    <a:pt x="1123" y="98"/>
                  </a:lnTo>
                  <a:lnTo>
                    <a:pt x="1126" y="101"/>
                  </a:lnTo>
                  <a:lnTo>
                    <a:pt x="1129" y="102"/>
                  </a:lnTo>
                  <a:lnTo>
                    <a:pt x="1131" y="103"/>
                  </a:lnTo>
                  <a:lnTo>
                    <a:pt x="1133" y="104"/>
                  </a:lnTo>
                  <a:lnTo>
                    <a:pt x="1135" y="105"/>
                  </a:lnTo>
                  <a:lnTo>
                    <a:pt x="1138" y="106"/>
                  </a:lnTo>
                  <a:lnTo>
                    <a:pt x="1140" y="108"/>
                  </a:lnTo>
                  <a:lnTo>
                    <a:pt x="1144" y="109"/>
                  </a:lnTo>
                  <a:lnTo>
                    <a:pt x="1146" y="110"/>
                  </a:lnTo>
                  <a:lnTo>
                    <a:pt x="1148" y="111"/>
                  </a:lnTo>
                  <a:lnTo>
                    <a:pt x="1150" y="112"/>
                  </a:lnTo>
                  <a:lnTo>
                    <a:pt x="1152" y="113"/>
                  </a:lnTo>
                  <a:lnTo>
                    <a:pt x="1154" y="114"/>
                  </a:lnTo>
                  <a:lnTo>
                    <a:pt x="1157" y="115"/>
                  </a:lnTo>
                  <a:lnTo>
                    <a:pt x="1159" y="117"/>
                  </a:lnTo>
                  <a:lnTo>
                    <a:pt x="1162" y="119"/>
                  </a:lnTo>
                  <a:lnTo>
                    <a:pt x="1165" y="120"/>
                  </a:lnTo>
                  <a:lnTo>
                    <a:pt x="1168" y="122"/>
                  </a:lnTo>
                  <a:lnTo>
                    <a:pt x="1170" y="123"/>
                  </a:lnTo>
                  <a:lnTo>
                    <a:pt x="1174" y="126"/>
                  </a:lnTo>
                  <a:lnTo>
                    <a:pt x="1177" y="128"/>
                  </a:lnTo>
                  <a:lnTo>
                    <a:pt x="1181" y="130"/>
                  </a:lnTo>
                  <a:lnTo>
                    <a:pt x="1185" y="132"/>
                  </a:lnTo>
                  <a:lnTo>
                    <a:pt x="1189" y="134"/>
                  </a:lnTo>
                  <a:lnTo>
                    <a:pt x="1193" y="136"/>
                  </a:lnTo>
                  <a:lnTo>
                    <a:pt x="1197" y="139"/>
                  </a:lnTo>
                  <a:lnTo>
                    <a:pt x="1201" y="141"/>
                  </a:lnTo>
                  <a:lnTo>
                    <a:pt x="1204" y="142"/>
                  </a:lnTo>
                  <a:lnTo>
                    <a:pt x="1207" y="144"/>
                  </a:lnTo>
                  <a:lnTo>
                    <a:pt x="1210" y="146"/>
                  </a:lnTo>
                  <a:lnTo>
                    <a:pt x="1213" y="147"/>
                  </a:lnTo>
                  <a:lnTo>
                    <a:pt x="1215" y="149"/>
                  </a:lnTo>
                  <a:lnTo>
                    <a:pt x="1217" y="150"/>
                  </a:lnTo>
                  <a:lnTo>
                    <a:pt x="1221" y="151"/>
                  </a:lnTo>
                  <a:lnTo>
                    <a:pt x="1223" y="152"/>
                  </a:lnTo>
                  <a:lnTo>
                    <a:pt x="1225" y="154"/>
                  </a:lnTo>
                  <a:lnTo>
                    <a:pt x="1227" y="155"/>
                  </a:lnTo>
                  <a:lnTo>
                    <a:pt x="1228" y="156"/>
                  </a:lnTo>
                  <a:lnTo>
                    <a:pt x="1230" y="158"/>
                  </a:lnTo>
                  <a:lnTo>
                    <a:pt x="1232" y="159"/>
                  </a:lnTo>
                  <a:lnTo>
                    <a:pt x="1235" y="160"/>
                  </a:lnTo>
                  <a:lnTo>
                    <a:pt x="1236" y="161"/>
                  </a:lnTo>
                  <a:lnTo>
                    <a:pt x="1239" y="162"/>
                  </a:lnTo>
                  <a:lnTo>
                    <a:pt x="1241" y="163"/>
                  </a:lnTo>
                  <a:lnTo>
                    <a:pt x="1243" y="164"/>
                  </a:lnTo>
                  <a:lnTo>
                    <a:pt x="1245" y="165"/>
                  </a:lnTo>
                  <a:lnTo>
                    <a:pt x="1246" y="167"/>
                  </a:lnTo>
                  <a:lnTo>
                    <a:pt x="1248" y="168"/>
                  </a:lnTo>
                  <a:lnTo>
                    <a:pt x="1250" y="170"/>
                  </a:lnTo>
                  <a:lnTo>
                    <a:pt x="1253" y="172"/>
                  </a:lnTo>
                  <a:lnTo>
                    <a:pt x="1255" y="173"/>
                  </a:lnTo>
                  <a:lnTo>
                    <a:pt x="1257" y="175"/>
                  </a:lnTo>
                  <a:lnTo>
                    <a:pt x="1261" y="177"/>
                  </a:lnTo>
                  <a:lnTo>
                    <a:pt x="1263" y="179"/>
                  </a:lnTo>
                  <a:lnTo>
                    <a:pt x="1266" y="181"/>
                  </a:lnTo>
                  <a:lnTo>
                    <a:pt x="1269" y="183"/>
                  </a:lnTo>
                  <a:lnTo>
                    <a:pt x="1272" y="185"/>
                  </a:lnTo>
                  <a:lnTo>
                    <a:pt x="1275" y="187"/>
                  </a:lnTo>
                  <a:lnTo>
                    <a:pt x="1280" y="188"/>
                  </a:lnTo>
                  <a:lnTo>
                    <a:pt x="1282" y="190"/>
                  </a:lnTo>
                  <a:lnTo>
                    <a:pt x="1285" y="192"/>
                  </a:lnTo>
                  <a:lnTo>
                    <a:pt x="1287" y="193"/>
                  </a:lnTo>
                  <a:lnTo>
                    <a:pt x="1289" y="194"/>
                  </a:lnTo>
                  <a:lnTo>
                    <a:pt x="1291" y="197"/>
                  </a:lnTo>
                  <a:lnTo>
                    <a:pt x="1293" y="198"/>
                  </a:lnTo>
                  <a:lnTo>
                    <a:pt x="1295" y="199"/>
                  </a:lnTo>
                  <a:lnTo>
                    <a:pt x="1296" y="200"/>
                  </a:lnTo>
                  <a:lnTo>
                    <a:pt x="1299" y="201"/>
                  </a:lnTo>
                  <a:lnTo>
                    <a:pt x="1300" y="202"/>
                  </a:lnTo>
                  <a:lnTo>
                    <a:pt x="1302" y="203"/>
                  </a:lnTo>
                  <a:lnTo>
                    <a:pt x="1303" y="204"/>
                  </a:lnTo>
                  <a:lnTo>
                    <a:pt x="1304" y="205"/>
                  </a:lnTo>
                  <a:lnTo>
                    <a:pt x="1306" y="206"/>
                  </a:lnTo>
                  <a:lnTo>
                    <a:pt x="1307" y="207"/>
                  </a:lnTo>
                  <a:lnTo>
                    <a:pt x="1308" y="208"/>
                  </a:lnTo>
                  <a:lnTo>
                    <a:pt x="1310" y="209"/>
                  </a:lnTo>
                  <a:lnTo>
                    <a:pt x="1311" y="210"/>
                  </a:lnTo>
                  <a:lnTo>
                    <a:pt x="1312" y="211"/>
                  </a:lnTo>
                  <a:lnTo>
                    <a:pt x="1313" y="212"/>
                  </a:lnTo>
                  <a:lnTo>
                    <a:pt x="1315" y="213"/>
                  </a:lnTo>
                  <a:lnTo>
                    <a:pt x="1317" y="216"/>
                  </a:lnTo>
                  <a:lnTo>
                    <a:pt x="1319" y="217"/>
                  </a:lnTo>
                  <a:lnTo>
                    <a:pt x="1320" y="218"/>
                  </a:lnTo>
                  <a:lnTo>
                    <a:pt x="1322" y="220"/>
                  </a:lnTo>
                  <a:lnTo>
                    <a:pt x="1325" y="221"/>
                  </a:lnTo>
                  <a:lnTo>
                    <a:pt x="1327" y="223"/>
                  </a:lnTo>
                  <a:lnTo>
                    <a:pt x="1329" y="224"/>
                  </a:lnTo>
                  <a:lnTo>
                    <a:pt x="1331" y="226"/>
                  </a:lnTo>
                  <a:lnTo>
                    <a:pt x="1333" y="228"/>
                  </a:lnTo>
                  <a:lnTo>
                    <a:pt x="1336" y="229"/>
                  </a:lnTo>
                  <a:lnTo>
                    <a:pt x="1338" y="231"/>
                  </a:lnTo>
                  <a:lnTo>
                    <a:pt x="1339" y="232"/>
                  </a:lnTo>
                  <a:lnTo>
                    <a:pt x="1341" y="233"/>
                  </a:lnTo>
                  <a:lnTo>
                    <a:pt x="1343" y="234"/>
                  </a:lnTo>
                  <a:lnTo>
                    <a:pt x="1344" y="237"/>
                  </a:lnTo>
                  <a:lnTo>
                    <a:pt x="1346" y="238"/>
                  </a:lnTo>
                  <a:lnTo>
                    <a:pt x="1347" y="239"/>
                  </a:lnTo>
                  <a:lnTo>
                    <a:pt x="1348" y="240"/>
                  </a:lnTo>
                  <a:lnTo>
                    <a:pt x="1350" y="241"/>
                  </a:lnTo>
                  <a:lnTo>
                    <a:pt x="1351" y="242"/>
                  </a:lnTo>
                  <a:lnTo>
                    <a:pt x="1352" y="242"/>
                  </a:lnTo>
                  <a:lnTo>
                    <a:pt x="1353" y="243"/>
                  </a:lnTo>
                  <a:lnTo>
                    <a:pt x="1354" y="244"/>
                  </a:lnTo>
                  <a:lnTo>
                    <a:pt x="1357" y="245"/>
                  </a:lnTo>
                  <a:lnTo>
                    <a:pt x="1358" y="246"/>
                  </a:lnTo>
                  <a:lnTo>
                    <a:pt x="1359" y="247"/>
                  </a:lnTo>
                  <a:lnTo>
                    <a:pt x="1360" y="248"/>
                  </a:lnTo>
                  <a:lnTo>
                    <a:pt x="1361" y="249"/>
                  </a:lnTo>
                  <a:lnTo>
                    <a:pt x="1363" y="249"/>
                  </a:lnTo>
                  <a:lnTo>
                    <a:pt x="1364" y="250"/>
                  </a:lnTo>
                  <a:lnTo>
                    <a:pt x="1365" y="251"/>
                  </a:lnTo>
                  <a:lnTo>
                    <a:pt x="1367" y="252"/>
                  </a:lnTo>
                  <a:lnTo>
                    <a:pt x="1370" y="255"/>
                  </a:lnTo>
                  <a:lnTo>
                    <a:pt x="1371" y="256"/>
                  </a:lnTo>
                  <a:lnTo>
                    <a:pt x="1373" y="257"/>
                  </a:lnTo>
                  <a:lnTo>
                    <a:pt x="1376" y="258"/>
                  </a:lnTo>
                  <a:lnTo>
                    <a:pt x="1378" y="261"/>
                  </a:lnTo>
                  <a:lnTo>
                    <a:pt x="1380" y="262"/>
                  </a:lnTo>
                  <a:lnTo>
                    <a:pt x="1382" y="264"/>
                  </a:lnTo>
                  <a:lnTo>
                    <a:pt x="1385" y="265"/>
                  </a:lnTo>
                  <a:lnTo>
                    <a:pt x="1387" y="267"/>
                  </a:lnTo>
                  <a:lnTo>
                    <a:pt x="1389" y="268"/>
                  </a:lnTo>
                  <a:lnTo>
                    <a:pt x="1392" y="270"/>
                  </a:lnTo>
                  <a:lnTo>
                    <a:pt x="1395" y="271"/>
                  </a:lnTo>
                  <a:lnTo>
                    <a:pt x="1397" y="274"/>
                  </a:lnTo>
                  <a:lnTo>
                    <a:pt x="1398" y="275"/>
                  </a:lnTo>
                  <a:lnTo>
                    <a:pt x="1400" y="276"/>
                  </a:lnTo>
                  <a:lnTo>
                    <a:pt x="1402" y="277"/>
                  </a:lnTo>
                  <a:lnTo>
                    <a:pt x="1403" y="279"/>
                  </a:lnTo>
                  <a:lnTo>
                    <a:pt x="1405" y="280"/>
                  </a:lnTo>
                  <a:lnTo>
                    <a:pt x="1406" y="281"/>
                  </a:lnTo>
                  <a:lnTo>
                    <a:pt x="1407" y="282"/>
                  </a:lnTo>
                  <a:lnTo>
                    <a:pt x="1409" y="283"/>
                  </a:lnTo>
                  <a:lnTo>
                    <a:pt x="1410" y="284"/>
                  </a:lnTo>
                  <a:lnTo>
                    <a:pt x="1411" y="285"/>
                  </a:lnTo>
                  <a:lnTo>
                    <a:pt x="1415" y="286"/>
                  </a:lnTo>
                  <a:lnTo>
                    <a:pt x="1416" y="287"/>
                  </a:lnTo>
                  <a:lnTo>
                    <a:pt x="1417" y="289"/>
                  </a:lnTo>
                  <a:lnTo>
                    <a:pt x="1419" y="290"/>
                  </a:lnTo>
                  <a:lnTo>
                    <a:pt x="1420" y="291"/>
                  </a:lnTo>
                  <a:lnTo>
                    <a:pt x="1421" y="294"/>
                  </a:lnTo>
                  <a:lnTo>
                    <a:pt x="1423" y="295"/>
                  </a:lnTo>
                  <a:lnTo>
                    <a:pt x="1424" y="297"/>
                  </a:lnTo>
                  <a:lnTo>
                    <a:pt x="1426" y="298"/>
                  </a:lnTo>
                  <a:lnTo>
                    <a:pt x="1428" y="300"/>
                  </a:lnTo>
                  <a:lnTo>
                    <a:pt x="1429" y="302"/>
                  </a:lnTo>
                  <a:lnTo>
                    <a:pt x="1431" y="305"/>
                  </a:lnTo>
                  <a:lnTo>
                    <a:pt x="1434" y="307"/>
                  </a:lnTo>
                  <a:lnTo>
                    <a:pt x="1436" y="309"/>
                  </a:lnTo>
                  <a:lnTo>
                    <a:pt x="1439" y="311"/>
                  </a:lnTo>
                  <a:lnTo>
                    <a:pt x="1441" y="315"/>
                  </a:lnTo>
                  <a:lnTo>
                    <a:pt x="1444" y="318"/>
                  </a:lnTo>
                  <a:lnTo>
                    <a:pt x="1446" y="320"/>
                  </a:lnTo>
                  <a:lnTo>
                    <a:pt x="1449" y="323"/>
                  </a:lnTo>
                  <a:lnTo>
                    <a:pt x="1452" y="325"/>
                  </a:lnTo>
                  <a:lnTo>
                    <a:pt x="1454" y="328"/>
                  </a:lnTo>
                  <a:lnTo>
                    <a:pt x="1456" y="330"/>
                  </a:lnTo>
                  <a:lnTo>
                    <a:pt x="1458" y="333"/>
                  </a:lnTo>
                  <a:lnTo>
                    <a:pt x="1461" y="335"/>
                  </a:lnTo>
                  <a:lnTo>
                    <a:pt x="1463" y="337"/>
                  </a:lnTo>
                  <a:lnTo>
                    <a:pt x="1464" y="338"/>
                  </a:lnTo>
                  <a:lnTo>
                    <a:pt x="1466" y="340"/>
                  </a:lnTo>
                  <a:lnTo>
                    <a:pt x="1467" y="342"/>
                  </a:lnTo>
                  <a:lnTo>
                    <a:pt x="1469" y="343"/>
                  </a:lnTo>
                  <a:lnTo>
                    <a:pt x="1470" y="345"/>
                  </a:lnTo>
                  <a:lnTo>
                    <a:pt x="1473" y="347"/>
                  </a:lnTo>
                  <a:lnTo>
                    <a:pt x="1474" y="348"/>
                  </a:lnTo>
                  <a:lnTo>
                    <a:pt x="1476" y="352"/>
                  </a:lnTo>
                  <a:lnTo>
                    <a:pt x="1477" y="353"/>
                  </a:lnTo>
                  <a:lnTo>
                    <a:pt x="1479" y="355"/>
                  </a:lnTo>
                  <a:lnTo>
                    <a:pt x="1480" y="357"/>
                  </a:lnTo>
                  <a:lnTo>
                    <a:pt x="1482" y="359"/>
                  </a:lnTo>
                  <a:lnTo>
                    <a:pt x="1483" y="361"/>
                  </a:lnTo>
                  <a:lnTo>
                    <a:pt x="1485" y="363"/>
                  </a:lnTo>
                  <a:lnTo>
                    <a:pt x="1487" y="365"/>
                  </a:lnTo>
                  <a:lnTo>
                    <a:pt x="1489" y="367"/>
                  </a:lnTo>
                  <a:lnTo>
                    <a:pt x="1492" y="369"/>
                  </a:lnTo>
                  <a:lnTo>
                    <a:pt x="1494" y="373"/>
                  </a:lnTo>
                  <a:lnTo>
                    <a:pt x="1496" y="375"/>
                  </a:lnTo>
                  <a:lnTo>
                    <a:pt x="1498" y="378"/>
                  </a:lnTo>
                  <a:lnTo>
                    <a:pt x="1501" y="381"/>
                  </a:lnTo>
                  <a:lnTo>
                    <a:pt x="1505" y="385"/>
                  </a:lnTo>
                  <a:lnTo>
                    <a:pt x="1507" y="388"/>
                  </a:lnTo>
                  <a:lnTo>
                    <a:pt x="1512" y="393"/>
                  </a:lnTo>
                  <a:lnTo>
                    <a:pt x="1515" y="397"/>
                  </a:lnTo>
                  <a:lnTo>
                    <a:pt x="1517" y="401"/>
                  </a:lnTo>
                  <a:lnTo>
                    <a:pt x="1520" y="404"/>
                  </a:lnTo>
                  <a:lnTo>
                    <a:pt x="1523" y="407"/>
                  </a:lnTo>
                  <a:lnTo>
                    <a:pt x="1525" y="411"/>
                  </a:lnTo>
                  <a:lnTo>
                    <a:pt x="1527" y="413"/>
                  </a:lnTo>
                  <a:lnTo>
                    <a:pt x="1530" y="416"/>
                  </a:lnTo>
                  <a:lnTo>
                    <a:pt x="1532" y="418"/>
                  </a:lnTo>
                  <a:lnTo>
                    <a:pt x="1534" y="421"/>
                  </a:lnTo>
                  <a:lnTo>
                    <a:pt x="1536" y="423"/>
                  </a:lnTo>
                  <a:lnTo>
                    <a:pt x="1538" y="425"/>
                  </a:lnTo>
                  <a:lnTo>
                    <a:pt x="1539" y="427"/>
                  </a:lnTo>
                  <a:lnTo>
                    <a:pt x="1541" y="430"/>
                  </a:lnTo>
                  <a:lnTo>
                    <a:pt x="1543" y="432"/>
                  </a:lnTo>
                  <a:lnTo>
                    <a:pt x="1544" y="434"/>
                  </a:lnTo>
                  <a:lnTo>
                    <a:pt x="1546" y="436"/>
                  </a:lnTo>
                  <a:lnTo>
                    <a:pt x="1547" y="438"/>
                  </a:lnTo>
                  <a:lnTo>
                    <a:pt x="1551" y="442"/>
                  </a:lnTo>
                  <a:lnTo>
                    <a:pt x="1552" y="444"/>
                  </a:lnTo>
                  <a:lnTo>
                    <a:pt x="1554" y="446"/>
                  </a:lnTo>
                  <a:lnTo>
                    <a:pt x="1556" y="449"/>
                  </a:lnTo>
                  <a:lnTo>
                    <a:pt x="1557" y="452"/>
                  </a:lnTo>
                  <a:lnTo>
                    <a:pt x="1559" y="454"/>
                  </a:lnTo>
                  <a:lnTo>
                    <a:pt x="1561" y="457"/>
                  </a:lnTo>
                  <a:lnTo>
                    <a:pt x="1563" y="460"/>
                  </a:lnTo>
                  <a:lnTo>
                    <a:pt x="1565" y="462"/>
                  </a:lnTo>
                  <a:lnTo>
                    <a:pt x="1569" y="466"/>
                  </a:lnTo>
                  <a:lnTo>
                    <a:pt x="1571" y="470"/>
                  </a:lnTo>
                  <a:lnTo>
                    <a:pt x="1574" y="473"/>
                  </a:lnTo>
                  <a:lnTo>
                    <a:pt x="1576" y="477"/>
                  </a:lnTo>
                  <a:lnTo>
                    <a:pt x="1579" y="481"/>
                  </a:lnTo>
                  <a:lnTo>
                    <a:pt x="1582" y="486"/>
                  </a:lnTo>
                  <a:lnTo>
                    <a:pt x="1585" y="492"/>
                  </a:lnTo>
                  <a:lnTo>
                    <a:pt x="1589" y="496"/>
                  </a:lnTo>
                  <a:lnTo>
                    <a:pt x="1592" y="499"/>
                  </a:lnTo>
                  <a:lnTo>
                    <a:pt x="1595" y="503"/>
                  </a:lnTo>
                  <a:lnTo>
                    <a:pt x="1598" y="507"/>
                  </a:lnTo>
                  <a:lnTo>
                    <a:pt x="1600" y="510"/>
                  </a:lnTo>
                  <a:lnTo>
                    <a:pt x="1602" y="513"/>
                  </a:lnTo>
                  <a:lnTo>
                    <a:pt x="1604" y="516"/>
                  </a:lnTo>
                  <a:lnTo>
                    <a:pt x="1607" y="519"/>
                  </a:lnTo>
                  <a:lnTo>
                    <a:pt x="1609" y="521"/>
                  </a:lnTo>
                  <a:lnTo>
                    <a:pt x="1610" y="524"/>
                  </a:lnTo>
                  <a:lnTo>
                    <a:pt x="1612" y="527"/>
                  </a:lnTo>
                  <a:lnTo>
                    <a:pt x="1614" y="529"/>
                  </a:lnTo>
                  <a:lnTo>
                    <a:pt x="1615" y="533"/>
                  </a:lnTo>
                  <a:lnTo>
                    <a:pt x="1617" y="535"/>
                  </a:lnTo>
                  <a:lnTo>
                    <a:pt x="1618" y="537"/>
                  </a:lnTo>
                  <a:lnTo>
                    <a:pt x="1620" y="539"/>
                  </a:lnTo>
                  <a:lnTo>
                    <a:pt x="1622" y="542"/>
                  </a:lnTo>
                  <a:lnTo>
                    <a:pt x="1623" y="544"/>
                  </a:lnTo>
                  <a:lnTo>
                    <a:pt x="1625" y="547"/>
                  </a:lnTo>
                  <a:lnTo>
                    <a:pt x="1628" y="550"/>
                  </a:lnTo>
                  <a:lnTo>
                    <a:pt x="1630" y="552"/>
                  </a:lnTo>
                  <a:lnTo>
                    <a:pt x="1632" y="555"/>
                  </a:lnTo>
                  <a:lnTo>
                    <a:pt x="1634" y="558"/>
                  </a:lnTo>
                  <a:lnTo>
                    <a:pt x="1636" y="561"/>
                  </a:lnTo>
                  <a:lnTo>
                    <a:pt x="1638" y="564"/>
                  </a:lnTo>
                  <a:lnTo>
                    <a:pt x="1641" y="568"/>
                  </a:lnTo>
                  <a:lnTo>
                    <a:pt x="1644" y="571"/>
                  </a:lnTo>
                  <a:lnTo>
                    <a:pt x="1647" y="576"/>
                  </a:lnTo>
                  <a:lnTo>
                    <a:pt x="1650" y="580"/>
                  </a:lnTo>
                  <a:lnTo>
                    <a:pt x="1653" y="585"/>
                  </a:lnTo>
                  <a:lnTo>
                    <a:pt x="1656" y="589"/>
                  </a:lnTo>
                  <a:lnTo>
                    <a:pt x="1660" y="594"/>
                  </a:lnTo>
                  <a:lnTo>
                    <a:pt x="1663" y="598"/>
                  </a:lnTo>
                  <a:lnTo>
                    <a:pt x="1666" y="602"/>
                  </a:lnTo>
                  <a:lnTo>
                    <a:pt x="1669" y="606"/>
                  </a:lnTo>
                  <a:lnTo>
                    <a:pt x="1672" y="610"/>
                  </a:lnTo>
                  <a:lnTo>
                    <a:pt x="1674" y="613"/>
                  </a:lnTo>
                  <a:lnTo>
                    <a:pt x="1676" y="616"/>
                  </a:lnTo>
                  <a:lnTo>
                    <a:pt x="1678" y="620"/>
                  </a:lnTo>
                  <a:lnTo>
                    <a:pt x="1680" y="622"/>
                  </a:lnTo>
                  <a:lnTo>
                    <a:pt x="1682" y="626"/>
                  </a:lnTo>
                  <a:lnTo>
                    <a:pt x="1686" y="628"/>
                  </a:lnTo>
                  <a:lnTo>
                    <a:pt x="1687" y="631"/>
                  </a:lnTo>
                  <a:lnTo>
                    <a:pt x="1689" y="633"/>
                  </a:lnTo>
                  <a:lnTo>
                    <a:pt x="1690" y="635"/>
                  </a:lnTo>
                  <a:lnTo>
                    <a:pt x="1692" y="637"/>
                  </a:lnTo>
                  <a:lnTo>
                    <a:pt x="1693" y="639"/>
                  </a:lnTo>
                  <a:lnTo>
                    <a:pt x="1694" y="641"/>
                  </a:lnTo>
                  <a:lnTo>
                    <a:pt x="1696" y="645"/>
                  </a:lnTo>
                  <a:lnTo>
                    <a:pt x="1697" y="647"/>
                  </a:lnTo>
                  <a:lnTo>
                    <a:pt x="1698" y="649"/>
                  </a:lnTo>
                  <a:lnTo>
                    <a:pt x="1700" y="651"/>
                  </a:lnTo>
                  <a:lnTo>
                    <a:pt x="1701" y="653"/>
                  </a:lnTo>
                  <a:lnTo>
                    <a:pt x="1702" y="655"/>
                  </a:lnTo>
                  <a:lnTo>
                    <a:pt x="1705" y="658"/>
                  </a:lnTo>
                  <a:lnTo>
                    <a:pt x="1706" y="660"/>
                  </a:lnTo>
                  <a:lnTo>
                    <a:pt x="1708" y="664"/>
                  </a:lnTo>
                  <a:lnTo>
                    <a:pt x="1709" y="668"/>
                  </a:lnTo>
                  <a:lnTo>
                    <a:pt x="1711" y="670"/>
                  </a:lnTo>
                  <a:lnTo>
                    <a:pt x="1713" y="673"/>
                  </a:lnTo>
                  <a:lnTo>
                    <a:pt x="1714" y="677"/>
                  </a:lnTo>
                  <a:lnTo>
                    <a:pt x="1716" y="680"/>
                  </a:lnTo>
                  <a:lnTo>
                    <a:pt x="1719" y="685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269F9CEC-949F-428D-B19A-2F8DF02CD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025" y="3282950"/>
              <a:ext cx="546100" cy="215900"/>
            </a:xfrm>
            <a:custGeom>
              <a:avLst/>
              <a:gdLst>
                <a:gd name="T0" fmla="*/ 0 w 1719"/>
                <a:gd name="T1" fmla="*/ 0 h 683"/>
                <a:gd name="T2" fmla="*/ 0 w 1719"/>
                <a:gd name="T3" fmla="*/ 0 h 683"/>
                <a:gd name="T4" fmla="*/ 0 w 1719"/>
                <a:gd name="T5" fmla="*/ 0 h 683"/>
                <a:gd name="T6" fmla="*/ 0 w 1719"/>
                <a:gd name="T7" fmla="*/ 0 h 683"/>
                <a:gd name="T8" fmla="*/ 0 w 1719"/>
                <a:gd name="T9" fmla="*/ 0 h 683"/>
                <a:gd name="T10" fmla="*/ 0 w 1719"/>
                <a:gd name="T11" fmla="*/ 0 h 683"/>
                <a:gd name="T12" fmla="*/ 0 w 1719"/>
                <a:gd name="T13" fmla="*/ 0 h 683"/>
                <a:gd name="T14" fmla="*/ 0 w 1719"/>
                <a:gd name="T15" fmla="*/ 0 h 683"/>
                <a:gd name="T16" fmla="*/ 0 w 1719"/>
                <a:gd name="T17" fmla="*/ 0 h 683"/>
                <a:gd name="T18" fmla="*/ 0 w 1719"/>
                <a:gd name="T19" fmla="*/ 0 h 683"/>
                <a:gd name="T20" fmla="*/ 0 w 1719"/>
                <a:gd name="T21" fmla="*/ 0 h 683"/>
                <a:gd name="T22" fmla="*/ 0 w 1719"/>
                <a:gd name="T23" fmla="*/ 0 h 683"/>
                <a:gd name="T24" fmla="*/ 0 w 1719"/>
                <a:gd name="T25" fmla="*/ 0 h 683"/>
                <a:gd name="T26" fmla="*/ 0 w 1719"/>
                <a:gd name="T27" fmla="*/ 0 h 683"/>
                <a:gd name="T28" fmla="*/ 0 w 1719"/>
                <a:gd name="T29" fmla="*/ 0 h 683"/>
                <a:gd name="T30" fmla="*/ 0 w 1719"/>
                <a:gd name="T31" fmla="*/ 0 h 683"/>
                <a:gd name="T32" fmla="*/ 0 w 1719"/>
                <a:gd name="T33" fmla="*/ 0 h 683"/>
                <a:gd name="T34" fmla="*/ 0 w 1719"/>
                <a:gd name="T35" fmla="*/ 0 h 683"/>
                <a:gd name="T36" fmla="*/ 0 w 1719"/>
                <a:gd name="T37" fmla="*/ 0 h 683"/>
                <a:gd name="T38" fmla="*/ 0 w 1719"/>
                <a:gd name="T39" fmla="*/ 0 h 683"/>
                <a:gd name="T40" fmla="*/ 0 w 1719"/>
                <a:gd name="T41" fmla="*/ 0 h 683"/>
                <a:gd name="T42" fmla="*/ 0 w 1719"/>
                <a:gd name="T43" fmla="*/ 0 h 683"/>
                <a:gd name="T44" fmla="*/ 0 w 1719"/>
                <a:gd name="T45" fmla="*/ 0 h 683"/>
                <a:gd name="T46" fmla="*/ 0 w 1719"/>
                <a:gd name="T47" fmla="*/ 0 h 683"/>
                <a:gd name="T48" fmla="*/ 0 w 1719"/>
                <a:gd name="T49" fmla="*/ 0 h 683"/>
                <a:gd name="T50" fmla="*/ 0 w 1719"/>
                <a:gd name="T51" fmla="*/ 0 h 683"/>
                <a:gd name="T52" fmla="*/ 0 w 1719"/>
                <a:gd name="T53" fmla="*/ 0 h 683"/>
                <a:gd name="T54" fmla="*/ 0 w 1719"/>
                <a:gd name="T55" fmla="*/ 0 h 683"/>
                <a:gd name="T56" fmla="*/ 0 w 1719"/>
                <a:gd name="T57" fmla="*/ 0 h 683"/>
                <a:gd name="T58" fmla="*/ 0 w 1719"/>
                <a:gd name="T59" fmla="*/ 0 h 683"/>
                <a:gd name="T60" fmla="*/ 0 w 1719"/>
                <a:gd name="T61" fmla="*/ 0 h 683"/>
                <a:gd name="T62" fmla="*/ 0 w 1719"/>
                <a:gd name="T63" fmla="*/ 0 h 683"/>
                <a:gd name="T64" fmla="*/ 0 w 1719"/>
                <a:gd name="T65" fmla="*/ 0 h 683"/>
                <a:gd name="T66" fmla="*/ 0 w 1719"/>
                <a:gd name="T67" fmla="*/ 0 h 683"/>
                <a:gd name="T68" fmla="*/ 0 w 1719"/>
                <a:gd name="T69" fmla="*/ 0 h 683"/>
                <a:gd name="T70" fmla="*/ 0 w 1719"/>
                <a:gd name="T71" fmla="*/ 0 h 683"/>
                <a:gd name="T72" fmla="*/ 0 w 1719"/>
                <a:gd name="T73" fmla="*/ 0 h 683"/>
                <a:gd name="T74" fmla="*/ 0 w 1719"/>
                <a:gd name="T75" fmla="*/ 0 h 683"/>
                <a:gd name="T76" fmla="*/ 0 w 1719"/>
                <a:gd name="T77" fmla="*/ 0 h 683"/>
                <a:gd name="T78" fmla="*/ 0 w 1719"/>
                <a:gd name="T79" fmla="*/ 0 h 683"/>
                <a:gd name="T80" fmla="*/ 0 w 1719"/>
                <a:gd name="T81" fmla="*/ 0 h 683"/>
                <a:gd name="T82" fmla="*/ 0 w 1719"/>
                <a:gd name="T83" fmla="*/ 0 h 683"/>
                <a:gd name="T84" fmla="*/ 0 w 1719"/>
                <a:gd name="T85" fmla="*/ 0 h 683"/>
                <a:gd name="T86" fmla="*/ 0 w 1719"/>
                <a:gd name="T87" fmla="*/ 0 h 683"/>
                <a:gd name="T88" fmla="*/ 0 w 1719"/>
                <a:gd name="T89" fmla="*/ 0 h 683"/>
                <a:gd name="T90" fmla="*/ 0 w 1719"/>
                <a:gd name="T91" fmla="*/ 0 h 683"/>
                <a:gd name="T92" fmla="*/ 0 w 1719"/>
                <a:gd name="T93" fmla="*/ 0 h 683"/>
                <a:gd name="T94" fmla="*/ 0 w 1719"/>
                <a:gd name="T95" fmla="*/ 0 h 683"/>
                <a:gd name="T96" fmla="*/ 0 w 1719"/>
                <a:gd name="T97" fmla="*/ 0 h 683"/>
                <a:gd name="T98" fmla="*/ 0 w 1719"/>
                <a:gd name="T99" fmla="*/ 0 h 683"/>
                <a:gd name="T100" fmla="*/ 0 w 1719"/>
                <a:gd name="T101" fmla="*/ 0 h 683"/>
                <a:gd name="T102" fmla="*/ 0 w 1719"/>
                <a:gd name="T103" fmla="*/ 0 h 683"/>
                <a:gd name="T104" fmla="*/ 0 w 1719"/>
                <a:gd name="T105" fmla="*/ 0 h 683"/>
                <a:gd name="T106" fmla="*/ 0 w 1719"/>
                <a:gd name="T107" fmla="*/ 0 h 683"/>
                <a:gd name="T108" fmla="*/ 0 w 1719"/>
                <a:gd name="T109" fmla="*/ 0 h 683"/>
                <a:gd name="T110" fmla="*/ 0 w 1719"/>
                <a:gd name="T111" fmla="*/ 0 h 683"/>
                <a:gd name="T112" fmla="*/ 0 w 1719"/>
                <a:gd name="T113" fmla="*/ 0 h 683"/>
                <a:gd name="T114" fmla="*/ 0 w 1719"/>
                <a:gd name="T115" fmla="*/ 0 h 683"/>
                <a:gd name="T116" fmla="*/ 0 w 1719"/>
                <a:gd name="T117" fmla="*/ 0 h 683"/>
                <a:gd name="T118" fmla="*/ 0 w 1719"/>
                <a:gd name="T119" fmla="*/ 0 h 683"/>
                <a:gd name="T120" fmla="*/ 0 w 1719"/>
                <a:gd name="T121" fmla="*/ 0 h 68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719"/>
                <a:gd name="T184" fmla="*/ 0 h 683"/>
                <a:gd name="T185" fmla="*/ 1719 w 1719"/>
                <a:gd name="T186" fmla="*/ 683 h 683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719" h="683">
                  <a:moveTo>
                    <a:pt x="0" y="683"/>
                  </a:moveTo>
                  <a:lnTo>
                    <a:pt x="66" y="683"/>
                  </a:lnTo>
                  <a:lnTo>
                    <a:pt x="127" y="683"/>
                  </a:lnTo>
                  <a:lnTo>
                    <a:pt x="184" y="683"/>
                  </a:lnTo>
                  <a:lnTo>
                    <a:pt x="238" y="683"/>
                  </a:lnTo>
                  <a:lnTo>
                    <a:pt x="290" y="683"/>
                  </a:lnTo>
                  <a:lnTo>
                    <a:pt x="336" y="683"/>
                  </a:lnTo>
                  <a:lnTo>
                    <a:pt x="379" y="683"/>
                  </a:lnTo>
                  <a:lnTo>
                    <a:pt x="418" y="683"/>
                  </a:lnTo>
                  <a:lnTo>
                    <a:pt x="455" y="683"/>
                  </a:lnTo>
                  <a:lnTo>
                    <a:pt x="490" y="683"/>
                  </a:lnTo>
                  <a:lnTo>
                    <a:pt x="520" y="683"/>
                  </a:lnTo>
                  <a:lnTo>
                    <a:pt x="549" y="683"/>
                  </a:lnTo>
                  <a:lnTo>
                    <a:pt x="575" y="683"/>
                  </a:lnTo>
                  <a:lnTo>
                    <a:pt x="598" y="683"/>
                  </a:lnTo>
                  <a:lnTo>
                    <a:pt x="620" y="683"/>
                  </a:lnTo>
                  <a:lnTo>
                    <a:pt x="639" y="683"/>
                  </a:lnTo>
                  <a:lnTo>
                    <a:pt x="656" y="682"/>
                  </a:lnTo>
                  <a:lnTo>
                    <a:pt x="671" y="682"/>
                  </a:lnTo>
                  <a:lnTo>
                    <a:pt x="685" y="682"/>
                  </a:lnTo>
                  <a:lnTo>
                    <a:pt x="698" y="682"/>
                  </a:lnTo>
                  <a:lnTo>
                    <a:pt x="708" y="682"/>
                  </a:lnTo>
                  <a:lnTo>
                    <a:pt x="718" y="682"/>
                  </a:lnTo>
                  <a:lnTo>
                    <a:pt x="726" y="682"/>
                  </a:lnTo>
                  <a:lnTo>
                    <a:pt x="733" y="682"/>
                  </a:lnTo>
                  <a:lnTo>
                    <a:pt x="741" y="681"/>
                  </a:lnTo>
                  <a:lnTo>
                    <a:pt x="746" y="681"/>
                  </a:lnTo>
                  <a:lnTo>
                    <a:pt x="751" y="681"/>
                  </a:lnTo>
                  <a:lnTo>
                    <a:pt x="757" y="681"/>
                  </a:lnTo>
                  <a:lnTo>
                    <a:pt x="761" y="681"/>
                  </a:lnTo>
                  <a:lnTo>
                    <a:pt x="765" y="680"/>
                  </a:lnTo>
                  <a:lnTo>
                    <a:pt x="770" y="680"/>
                  </a:lnTo>
                  <a:lnTo>
                    <a:pt x="775" y="680"/>
                  </a:lnTo>
                  <a:lnTo>
                    <a:pt x="780" y="679"/>
                  </a:lnTo>
                  <a:lnTo>
                    <a:pt x="785" y="679"/>
                  </a:lnTo>
                  <a:lnTo>
                    <a:pt x="788" y="679"/>
                  </a:lnTo>
                  <a:lnTo>
                    <a:pt x="792" y="679"/>
                  </a:lnTo>
                  <a:lnTo>
                    <a:pt x="796" y="678"/>
                  </a:lnTo>
                  <a:lnTo>
                    <a:pt x="800" y="678"/>
                  </a:lnTo>
                  <a:lnTo>
                    <a:pt x="803" y="678"/>
                  </a:lnTo>
                  <a:lnTo>
                    <a:pt x="806" y="678"/>
                  </a:lnTo>
                  <a:lnTo>
                    <a:pt x="808" y="678"/>
                  </a:lnTo>
                  <a:lnTo>
                    <a:pt x="811" y="677"/>
                  </a:lnTo>
                  <a:lnTo>
                    <a:pt x="814" y="677"/>
                  </a:lnTo>
                  <a:lnTo>
                    <a:pt x="817" y="677"/>
                  </a:lnTo>
                  <a:lnTo>
                    <a:pt x="819" y="677"/>
                  </a:lnTo>
                  <a:lnTo>
                    <a:pt x="822" y="677"/>
                  </a:lnTo>
                  <a:lnTo>
                    <a:pt x="824" y="676"/>
                  </a:lnTo>
                  <a:lnTo>
                    <a:pt x="826" y="676"/>
                  </a:lnTo>
                  <a:lnTo>
                    <a:pt x="829" y="676"/>
                  </a:lnTo>
                  <a:lnTo>
                    <a:pt x="831" y="676"/>
                  </a:lnTo>
                  <a:lnTo>
                    <a:pt x="835" y="675"/>
                  </a:lnTo>
                  <a:lnTo>
                    <a:pt x="837" y="675"/>
                  </a:lnTo>
                  <a:lnTo>
                    <a:pt x="839" y="675"/>
                  </a:lnTo>
                  <a:lnTo>
                    <a:pt x="842" y="674"/>
                  </a:lnTo>
                  <a:lnTo>
                    <a:pt x="844" y="674"/>
                  </a:lnTo>
                  <a:lnTo>
                    <a:pt x="847" y="674"/>
                  </a:lnTo>
                  <a:lnTo>
                    <a:pt x="850" y="673"/>
                  </a:lnTo>
                  <a:lnTo>
                    <a:pt x="854" y="673"/>
                  </a:lnTo>
                  <a:lnTo>
                    <a:pt x="857" y="671"/>
                  </a:lnTo>
                  <a:lnTo>
                    <a:pt x="860" y="671"/>
                  </a:lnTo>
                  <a:lnTo>
                    <a:pt x="864" y="670"/>
                  </a:lnTo>
                  <a:lnTo>
                    <a:pt x="868" y="670"/>
                  </a:lnTo>
                  <a:lnTo>
                    <a:pt x="874" y="669"/>
                  </a:lnTo>
                  <a:lnTo>
                    <a:pt x="878" y="669"/>
                  </a:lnTo>
                  <a:lnTo>
                    <a:pt x="882" y="668"/>
                  </a:lnTo>
                  <a:lnTo>
                    <a:pt x="886" y="667"/>
                  </a:lnTo>
                  <a:lnTo>
                    <a:pt x="891" y="667"/>
                  </a:lnTo>
                  <a:lnTo>
                    <a:pt x="894" y="666"/>
                  </a:lnTo>
                  <a:lnTo>
                    <a:pt x="898" y="666"/>
                  </a:lnTo>
                  <a:lnTo>
                    <a:pt x="901" y="666"/>
                  </a:lnTo>
                  <a:lnTo>
                    <a:pt x="904" y="665"/>
                  </a:lnTo>
                  <a:lnTo>
                    <a:pt x="907" y="665"/>
                  </a:lnTo>
                  <a:lnTo>
                    <a:pt x="910" y="664"/>
                  </a:lnTo>
                  <a:lnTo>
                    <a:pt x="913" y="664"/>
                  </a:lnTo>
                  <a:lnTo>
                    <a:pt x="915" y="663"/>
                  </a:lnTo>
                  <a:lnTo>
                    <a:pt x="919" y="663"/>
                  </a:lnTo>
                  <a:lnTo>
                    <a:pt x="921" y="662"/>
                  </a:lnTo>
                  <a:lnTo>
                    <a:pt x="924" y="662"/>
                  </a:lnTo>
                  <a:lnTo>
                    <a:pt x="926" y="661"/>
                  </a:lnTo>
                  <a:lnTo>
                    <a:pt x="928" y="661"/>
                  </a:lnTo>
                  <a:lnTo>
                    <a:pt x="932" y="660"/>
                  </a:lnTo>
                  <a:lnTo>
                    <a:pt x="934" y="660"/>
                  </a:lnTo>
                  <a:lnTo>
                    <a:pt x="936" y="659"/>
                  </a:lnTo>
                  <a:lnTo>
                    <a:pt x="939" y="658"/>
                  </a:lnTo>
                  <a:lnTo>
                    <a:pt x="942" y="658"/>
                  </a:lnTo>
                  <a:lnTo>
                    <a:pt x="944" y="657"/>
                  </a:lnTo>
                  <a:lnTo>
                    <a:pt x="947" y="656"/>
                  </a:lnTo>
                  <a:lnTo>
                    <a:pt x="951" y="655"/>
                  </a:lnTo>
                  <a:lnTo>
                    <a:pt x="954" y="652"/>
                  </a:lnTo>
                  <a:lnTo>
                    <a:pt x="958" y="651"/>
                  </a:lnTo>
                  <a:lnTo>
                    <a:pt x="961" y="650"/>
                  </a:lnTo>
                  <a:lnTo>
                    <a:pt x="966" y="649"/>
                  </a:lnTo>
                  <a:lnTo>
                    <a:pt x="971" y="648"/>
                  </a:lnTo>
                  <a:lnTo>
                    <a:pt x="975" y="646"/>
                  </a:lnTo>
                  <a:lnTo>
                    <a:pt x="980" y="645"/>
                  </a:lnTo>
                  <a:lnTo>
                    <a:pt x="985" y="643"/>
                  </a:lnTo>
                  <a:lnTo>
                    <a:pt x="991" y="642"/>
                  </a:lnTo>
                  <a:lnTo>
                    <a:pt x="995" y="640"/>
                  </a:lnTo>
                  <a:lnTo>
                    <a:pt x="999" y="639"/>
                  </a:lnTo>
                  <a:lnTo>
                    <a:pt x="1003" y="638"/>
                  </a:lnTo>
                  <a:lnTo>
                    <a:pt x="1009" y="636"/>
                  </a:lnTo>
                  <a:lnTo>
                    <a:pt x="1013" y="635"/>
                  </a:lnTo>
                  <a:lnTo>
                    <a:pt x="1016" y="633"/>
                  </a:lnTo>
                  <a:lnTo>
                    <a:pt x="1019" y="632"/>
                  </a:lnTo>
                  <a:lnTo>
                    <a:pt x="1022" y="631"/>
                  </a:lnTo>
                  <a:lnTo>
                    <a:pt x="1026" y="630"/>
                  </a:lnTo>
                  <a:lnTo>
                    <a:pt x="1029" y="629"/>
                  </a:lnTo>
                  <a:lnTo>
                    <a:pt x="1032" y="628"/>
                  </a:lnTo>
                  <a:lnTo>
                    <a:pt x="1034" y="628"/>
                  </a:lnTo>
                  <a:lnTo>
                    <a:pt x="1037" y="627"/>
                  </a:lnTo>
                  <a:lnTo>
                    <a:pt x="1039" y="626"/>
                  </a:lnTo>
                  <a:lnTo>
                    <a:pt x="1041" y="625"/>
                  </a:lnTo>
                  <a:lnTo>
                    <a:pt x="1044" y="624"/>
                  </a:lnTo>
                  <a:lnTo>
                    <a:pt x="1047" y="623"/>
                  </a:lnTo>
                  <a:lnTo>
                    <a:pt x="1049" y="622"/>
                  </a:lnTo>
                  <a:lnTo>
                    <a:pt x="1052" y="621"/>
                  </a:lnTo>
                  <a:lnTo>
                    <a:pt x="1055" y="620"/>
                  </a:lnTo>
                  <a:lnTo>
                    <a:pt x="1058" y="619"/>
                  </a:lnTo>
                  <a:lnTo>
                    <a:pt x="1060" y="617"/>
                  </a:lnTo>
                  <a:lnTo>
                    <a:pt x="1063" y="616"/>
                  </a:lnTo>
                  <a:lnTo>
                    <a:pt x="1067" y="615"/>
                  </a:lnTo>
                  <a:lnTo>
                    <a:pt x="1070" y="612"/>
                  </a:lnTo>
                  <a:lnTo>
                    <a:pt x="1073" y="611"/>
                  </a:lnTo>
                  <a:lnTo>
                    <a:pt x="1076" y="609"/>
                  </a:lnTo>
                  <a:lnTo>
                    <a:pt x="1080" y="607"/>
                  </a:lnTo>
                  <a:lnTo>
                    <a:pt x="1085" y="605"/>
                  </a:lnTo>
                  <a:lnTo>
                    <a:pt x="1089" y="603"/>
                  </a:lnTo>
                  <a:lnTo>
                    <a:pt x="1093" y="601"/>
                  </a:lnTo>
                  <a:lnTo>
                    <a:pt x="1097" y="599"/>
                  </a:lnTo>
                  <a:lnTo>
                    <a:pt x="1102" y="597"/>
                  </a:lnTo>
                  <a:lnTo>
                    <a:pt x="1107" y="594"/>
                  </a:lnTo>
                  <a:lnTo>
                    <a:pt x="1110" y="592"/>
                  </a:lnTo>
                  <a:lnTo>
                    <a:pt x="1114" y="590"/>
                  </a:lnTo>
                  <a:lnTo>
                    <a:pt x="1117" y="589"/>
                  </a:lnTo>
                  <a:lnTo>
                    <a:pt x="1120" y="587"/>
                  </a:lnTo>
                  <a:lnTo>
                    <a:pt x="1123" y="586"/>
                  </a:lnTo>
                  <a:lnTo>
                    <a:pt x="1126" y="584"/>
                  </a:lnTo>
                  <a:lnTo>
                    <a:pt x="1129" y="583"/>
                  </a:lnTo>
                  <a:lnTo>
                    <a:pt x="1131" y="582"/>
                  </a:lnTo>
                  <a:lnTo>
                    <a:pt x="1133" y="581"/>
                  </a:lnTo>
                  <a:lnTo>
                    <a:pt x="1135" y="580"/>
                  </a:lnTo>
                  <a:lnTo>
                    <a:pt x="1138" y="578"/>
                  </a:lnTo>
                  <a:lnTo>
                    <a:pt x="1140" y="577"/>
                  </a:lnTo>
                  <a:lnTo>
                    <a:pt x="1144" y="576"/>
                  </a:lnTo>
                  <a:lnTo>
                    <a:pt x="1146" y="574"/>
                  </a:lnTo>
                  <a:lnTo>
                    <a:pt x="1148" y="573"/>
                  </a:lnTo>
                  <a:lnTo>
                    <a:pt x="1150" y="572"/>
                  </a:lnTo>
                  <a:lnTo>
                    <a:pt x="1152" y="571"/>
                  </a:lnTo>
                  <a:lnTo>
                    <a:pt x="1154" y="570"/>
                  </a:lnTo>
                  <a:lnTo>
                    <a:pt x="1157" y="568"/>
                  </a:lnTo>
                  <a:lnTo>
                    <a:pt x="1159" y="567"/>
                  </a:lnTo>
                  <a:lnTo>
                    <a:pt x="1162" y="566"/>
                  </a:lnTo>
                  <a:lnTo>
                    <a:pt x="1165" y="564"/>
                  </a:lnTo>
                  <a:lnTo>
                    <a:pt x="1168" y="562"/>
                  </a:lnTo>
                  <a:lnTo>
                    <a:pt x="1170" y="560"/>
                  </a:lnTo>
                  <a:lnTo>
                    <a:pt x="1174" y="559"/>
                  </a:lnTo>
                  <a:lnTo>
                    <a:pt x="1177" y="557"/>
                  </a:lnTo>
                  <a:lnTo>
                    <a:pt x="1181" y="554"/>
                  </a:lnTo>
                  <a:lnTo>
                    <a:pt x="1185" y="552"/>
                  </a:lnTo>
                  <a:lnTo>
                    <a:pt x="1189" y="550"/>
                  </a:lnTo>
                  <a:lnTo>
                    <a:pt x="1193" y="548"/>
                  </a:lnTo>
                  <a:lnTo>
                    <a:pt x="1197" y="546"/>
                  </a:lnTo>
                  <a:lnTo>
                    <a:pt x="1201" y="544"/>
                  </a:lnTo>
                  <a:lnTo>
                    <a:pt x="1204" y="542"/>
                  </a:lnTo>
                  <a:lnTo>
                    <a:pt x="1207" y="540"/>
                  </a:lnTo>
                  <a:lnTo>
                    <a:pt x="1210" y="539"/>
                  </a:lnTo>
                  <a:lnTo>
                    <a:pt x="1213" y="536"/>
                  </a:lnTo>
                  <a:lnTo>
                    <a:pt x="1215" y="535"/>
                  </a:lnTo>
                  <a:lnTo>
                    <a:pt x="1217" y="534"/>
                  </a:lnTo>
                  <a:lnTo>
                    <a:pt x="1221" y="532"/>
                  </a:lnTo>
                  <a:lnTo>
                    <a:pt x="1223" y="531"/>
                  </a:lnTo>
                  <a:lnTo>
                    <a:pt x="1225" y="530"/>
                  </a:lnTo>
                  <a:lnTo>
                    <a:pt x="1227" y="529"/>
                  </a:lnTo>
                  <a:lnTo>
                    <a:pt x="1228" y="528"/>
                  </a:lnTo>
                  <a:lnTo>
                    <a:pt x="1230" y="527"/>
                  </a:lnTo>
                  <a:lnTo>
                    <a:pt x="1232" y="526"/>
                  </a:lnTo>
                  <a:lnTo>
                    <a:pt x="1235" y="525"/>
                  </a:lnTo>
                  <a:lnTo>
                    <a:pt x="1236" y="523"/>
                  </a:lnTo>
                  <a:lnTo>
                    <a:pt x="1239" y="522"/>
                  </a:lnTo>
                  <a:lnTo>
                    <a:pt x="1241" y="521"/>
                  </a:lnTo>
                  <a:lnTo>
                    <a:pt x="1243" y="520"/>
                  </a:lnTo>
                  <a:lnTo>
                    <a:pt x="1245" y="518"/>
                  </a:lnTo>
                  <a:lnTo>
                    <a:pt x="1246" y="516"/>
                  </a:lnTo>
                  <a:lnTo>
                    <a:pt x="1248" y="515"/>
                  </a:lnTo>
                  <a:lnTo>
                    <a:pt x="1250" y="513"/>
                  </a:lnTo>
                  <a:lnTo>
                    <a:pt x="1253" y="512"/>
                  </a:lnTo>
                  <a:lnTo>
                    <a:pt x="1255" y="511"/>
                  </a:lnTo>
                  <a:lnTo>
                    <a:pt x="1257" y="509"/>
                  </a:lnTo>
                  <a:lnTo>
                    <a:pt x="1261" y="507"/>
                  </a:lnTo>
                  <a:lnTo>
                    <a:pt x="1263" y="506"/>
                  </a:lnTo>
                  <a:lnTo>
                    <a:pt x="1266" y="504"/>
                  </a:lnTo>
                  <a:lnTo>
                    <a:pt x="1269" y="502"/>
                  </a:lnTo>
                  <a:lnTo>
                    <a:pt x="1272" y="500"/>
                  </a:lnTo>
                  <a:lnTo>
                    <a:pt x="1275" y="497"/>
                  </a:lnTo>
                  <a:lnTo>
                    <a:pt x="1280" y="495"/>
                  </a:lnTo>
                  <a:lnTo>
                    <a:pt x="1282" y="494"/>
                  </a:lnTo>
                  <a:lnTo>
                    <a:pt x="1285" y="492"/>
                  </a:lnTo>
                  <a:lnTo>
                    <a:pt x="1287" y="491"/>
                  </a:lnTo>
                  <a:lnTo>
                    <a:pt x="1289" y="489"/>
                  </a:lnTo>
                  <a:lnTo>
                    <a:pt x="1291" y="488"/>
                  </a:lnTo>
                  <a:lnTo>
                    <a:pt x="1293" y="487"/>
                  </a:lnTo>
                  <a:lnTo>
                    <a:pt x="1295" y="486"/>
                  </a:lnTo>
                  <a:lnTo>
                    <a:pt x="1296" y="485"/>
                  </a:lnTo>
                  <a:lnTo>
                    <a:pt x="1299" y="484"/>
                  </a:lnTo>
                  <a:lnTo>
                    <a:pt x="1300" y="482"/>
                  </a:lnTo>
                  <a:lnTo>
                    <a:pt x="1302" y="482"/>
                  </a:lnTo>
                  <a:lnTo>
                    <a:pt x="1303" y="481"/>
                  </a:lnTo>
                  <a:lnTo>
                    <a:pt x="1304" y="480"/>
                  </a:lnTo>
                  <a:lnTo>
                    <a:pt x="1306" y="479"/>
                  </a:lnTo>
                  <a:lnTo>
                    <a:pt x="1307" y="477"/>
                  </a:lnTo>
                  <a:lnTo>
                    <a:pt x="1308" y="476"/>
                  </a:lnTo>
                  <a:lnTo>
                    <a:pt x="1310" y="475"/>
                  </a:lnTo>
                  <a:lnTo>
                    <a:pt x="1311" y="474"/>
                  </a:lnTo>
                  <a:lnTo>
                    <a:pt x="1312" y="472"/>
                  </a:lnTo>
                  <a:lnTo>
                    <a:pt x="1313" y="471"/>
                  </a:lnTo>
                  <a:lnTo>
                    <a:pt x="1315" y="470"/>
                  </a:lnTo>
                  <a:lnTo>
                    <a:pt x="1317" y="469"/>
                  </a:lnTo>
                  <a:lnTo>
                    <a:pt x="1319" y="468"/>
                  </a:lnTo>
                  <a:lnTo>
                    <a:pt x="1320" y="466"/>
                  </a:lnTo>
                  <a:lnTo>
                    <a:pt x="1322" y="465"/>
                  </a:lnTo>
                  <a:lnTo>
                    <a:pt x="1325" y="464"/>
                  </a:lnTo>
                  <a:lnTo>
                    <a:pt x="1327" y="462"/>
                  </a:lnTo>
                  <a:lnTo>
                    <a:pt x="1329" y="461"/>
                  </a:lnTo>
                  <a:lnTo>
                    <a:pt x="1331" y="458"/>
                  </a:lnTo>
                  <a:lnTo>
                    <a:pt x="1333" y="456"/>
                  </a:lnTo>
                  <a:lnTo>
                    <a:pt x="1336" y="455"/>
                  </a:lnTo>
                  <a:lnTo>
                    <a:pt x="1338" y="453"/>
                  </a:lnTo>
                  <a:lnTo>
                    <a:pt x="1339" y="452"/>
                  </a:lnTo>
                  <a:lnTo>
                    <a:pt x="1341" y="450"/>
                  </a:lnTo>
                  <a:lnTo>
                    <a:pt x="1343" y="449"/>
                  </a:lnTo>
                  <a:lnTo>
                    <a:pt x="1344" y="448"/>
                  </a:lnTo>
                  <a:lnTo>
                    <a:pt x="1346" y="447"/>
                  </a:lnTo>
                  <a:lnTo>
                    <a:pt x="1347" y="446"/>
                  </a:lnTo>
                  <a:lnTo>
                    <a:pt x="1348" y="445"/>
                  </a:lnTo>
                  <a:lnTo>
                    <a:pt x="1350" y="444"/>
                  </a:lnTo>
                  <a:lnTo>
                    <a:pt x="1351" y="443"/>
                  </a:lnTo>
                  <a:lnTo>
                    <a:pt x="1352" y="442"/>
                  </a:lnTo>
                  <a:lnTo>
                    <a:pt x="1353" y="441"/>
                  </a:lnTo>
                  <a:lnTo>
                    <a:pt x="1354" y="440"/>
                  </a:lnTo>
                  <a:lnTo>
                    <a:pt x="1357" y="438"/>
                  </a:lnTo>
                  <a:lnTo>
                    <a:pt x="1358" y="438"/>
                  </a:lnTo>
                  <a:lnTo>
                    <a:pt x="1359" y="437"/>
                  </a:lnTo>
                  <a:lnTo>
                    <a:pt x="1360" y="436"/>
                  </a:lnTo>
                  <a:lnTo>
                    <a:pt x="1361" y="435"/>
                  </a:lnTo>
                  <a:lnTo>
                    <a:pt x="1363" y="434"/>
                  </a:lnTo>
                  <a:lnTo>
                    <a:pt x="1364" y="433"/>
                  </a:lnTo>
                  <a:lnTo>
                    <a:pt x="1365" y="432"/>
                  </a:lnTo>
                  <a:lnTo>
                    <a:pt x="1367" y="431"/>
                  </a:lnTo>
                  <a:lnTo>
                    <a:pt x="1370" y="430"/>
                  </a:lnTo>
                  <a:lnTo>
                    <a:pt x="1371" y="429"/>
                  </a:lnTo>
                  <a:lnTo>
                    <a:pt x="1373" y="427"/>
                  </a:lnTo>
                  <a:lnTo>
                    <a:pt x="1376" y="425"/>
                  </a:lnTo>
                  <a:lnTo>
                    <a:pt x="1378" y="424"/>
                  </a:lnTo>
                  <a:lnTo>
                    <a:pt x="1380" y="422"/>
                  </a:lnTo>
                  <a:lnTo>
                    <a:pt x="1382" y="421"/>
                  </a:lnTo>
                  <a:lnTo>
                    <a:pt x="1385" y="418"/>
                  </a:lnTo>
                  <a:lnTo>
                    <a:pt x="1387" y="417"/>
                  </a:lnTo>
                  <a:lnTo>
                    <a:pt x="1389" y="415"/>
                  </a:lnTo>
                  <a:lnTo>
                    <a:pt x="1392" y="414"/>
                  </a:lnTo>
                  <a:lnTo>
                    <a:pt x="1395" y="412"/>
                  </a:lnTo>
                  <a:lnTo>
                    <a:pt x="1397" y="411"/>
                  </a:lnTo>
                  <a:lnTo>
                    <a:pt x="1398" y="410"/>
                  </a:lnTo>
                  <a:lnTo>
                    <a:pt x="1400" y="408"/>
                  </a:lnTo>
                  <a:lnTo>
                    <a:pt x="1402" y="407"/>
                  </a:lnTo>
                  <a:lnTo>
                    <a:pt x="1403" y="406"/>
                  </a:lnTo>
                  <a:lnTo>
                    <a:pt x="1405" y="405"/>
                  </a:lnTo>
                  <a:lnTo>
                    <a:pt x="1406" y="404"/>
                  </a:lnTo>
                  <a:lnTo>
                    <a:pt x="1407" y="403"/>
                  </a:lnTo>
                  <a:lnTo>
                    <a:pt x="1409" y="402"/>
                  </a:lnTo>
                  <a:lnTo>
                    <a:pt x="1410" y="400"/>
                  </a:lnTo>
                  <a:lnTo>
                    <a:pt x="1411" y="399"/>
                  </a:lnTo>
                  <a:lnTo>
                    <a:pt x="1415" y="398"/>
                  </a:lnTo>
                  <a:lnTo>
                    <a:pt x="1416" y="396"/>
                  </a:lnTo>
                  <a:lnTo>
                    <a:pt x="1417" y="395"/>
                  </a:lnTo>
                  <a:lnTo>
                    <a:pt x="1419" y="394"/>
                  </a:lnTo>
                  <a:lnTo>
                    <a:pt x="1420" y="393"/>
                  </a:lnTo>
                  <a:lnTo>
                    <a:pt x="1421" y="391"/>
                  </a:lnTo>
                  <a:lnTo>
                    <a:pt x="1423" y="390"/>
                  </a:lnTo>
                  <a:lnTo>
                    <a:pt x="1424" y="388"/>
                  </a:lnTo>
                  <a:lnTo>
                    <a:pt x="1426" y="387"/>
                  </a:lnTo>
                  <a:lnTo>
                    <a:pt x="1428" y="385"/>
                  </a:lnTo>
                  <a:lnTo>
                    <a:pt x="1429" y="382"/>
                  </a:lnTo>
                  <a:lnTo>
                    <a:pt x="1431" y="379"/>
                  </a:lnTo>
                  <a:lnTo>
                    <a:pt x="1434" y="377"/>
                  </a:lnTo>
                  <a:lnTo>
                    <a:pt x="1436" y="374"/>
                  </a:lnTo>
                  <a:lnTo>
                    <a:pt x="1439" y="372"/>
                  </a:lnTo>
                  <a:lnTo>
                    <a:pt x="1441" y="369"/>
                  </a:lnTo>
                  <a:lnTo>
                    <a:pt x="1444" y="367"/>
                  </a:lnTo>
                  <a:lnTo>
                    <a:pt x="1446" y="364"/>
                  </a:lnTo>
                  <a:lnTo>
                    <a:pt x="1449" y="360"/>
                  </a:lnTo>
                  <a:lnTo>
                    <a:pt x="1452" y="358"/>
                  </a:lnTo>
                  <a:lnTo>
                    <a:pt x="1454" y="356"/>
                  </a:lnTo>
                  <a:lnTo>
                    <a:pt x="1456" y="354"/>
                  </a:lnTo>
                  <a:lnTo>
                    <a:pt x="1458" y="352"/>
                  </a:lnTo>
                  <a:lnTo>
                    <a:pt x="1461" y="350"/>
                  </a:lnTo>
                  <a:lnTo>
                    <a:pt x="1463" y="348"/>
                  </a:lnTo>
                  <a:lnTo>
                    <a:pt x="1464" y="346"/>
                  </a:lnTo>
                  <a:lnTo>
                    <a:pt x="1466" y="344"/>
                  </a:lnTo>
                  <a:lnTo>
                    <a:pt x="1467" y="343"/>
                  </a:lnTo>
                  <a:lnTo>
                    <a:pt x="1469" y="340"/>
                  </a:lnTo>
                  <a:lnTo>
                    <a:pt x="1470" y="338"/>
                  </a:lnTo>
                  <a:lnTo>
                    <a:pt x="1473" y="336"/>
                  </a:lnTo>
                  <a:lnTo>
                    <a:pt x="1474" y="334"/>
                  </a:lnTo>
                  <a:lnTo>
                    <a:pt x="1476" y="333"/>
                  </a:lnTo>
                  <a:lnTo>
                    <a:pt x="1477" y="331"/>
                  </a:lnTo>
                  <a:lnTo>
                    <a:pt x="1479" y="329"/>
                  </a:lnTo>
                  <a:lnTo>
                    <a:pt x="1480" y="327"/>
                  </a:lnTo>
                  <a:lnTo>
                    <a:pt x="1482" y="326"/>
                  </a:lnTo>
                  <a:lnTo>
                    <a:pt x="1483" y="324"/>
                  </a:lnTo>
                  <a:lnTo>
                    <a:pt x="1485" y="321"/>
                  </a:lnTo>
                  <a:lnTo>
                    <a:pt x="1487" y="319"/>
                  </a:lnTo>
                  <a:lnTo>
                    <a:pt x="1489" y="316"/>
                  </a:lnTo>
                  <a:lnTo>
                    <a:pt x="1492" y="314"/>
                  </a:lnTo>
                  <a:lnTo>
                    <a:pt x="1494" y="312"/>
                  </a:lnTo>
                  <a:lnTo>
                    <a:pt x="1496" y="309"/>
                  </a:lnTo>
                  <a:lnTo>
                    <a:pt x="1498" y="306"/>
                  </a:lnTo>
                  <a:lnTo>
                    <a:pt x="1501" y="302"/>
                  </a:lnTo>
                  <a:lnTo>
                    <a:pt x="1505" y="299"/>
                  </a:lnTo>
                  <a:lnTo>
                    <a:pt x="1507" y="295"/>
                  </a:lnTo>
                  <a:lnTo>
                    <a:pt x="1512" y="291"/>
                  </a:lnTo>
                  <a:lnTo>
                    <a:pt x="1515" y="287"/>
                  </a:lnTo>
                  <a:lnTo>
                    <a:pt x="1517" y="283"/>
                  </a:lnTo>
                  <a:lnTo>
                    <a:pt x="1520" y="280"/>
                  </a:lnTo>
                  <a:lnTo>
                    <a:pt x="1523" y="277"/>
                  </a:lnTo>
                  <a:lnTo>
                    <a:pt x="1525" y="274"/>
                  </a:lnTo>
                  <a:lnTo>
                    <a:pt x="1527" y="271"/>
                  </a:lnTo>
                  <a:lnTo>
                    <a:pt x="1530" y="268"/>
                  </a:lnTo>
                  <a:lnTo>
                    <a:pt x="1532" y="266"/>
                  </a:lnTo>
                  <a:lnTo>
                    <a:pt x="1534" y="263"/>
                  </a:lnTo>
                  <a:lnTo>
                    <a:pt x="1536" y="260"/>
                  </a:lnTo>
                  <a:lnTo>
                    <a:pt x="1538" y="258"/>
                  </a:lnTo>
                  <a:lnTo>
                    <a:pt x="1539" y="256"/>
                  </a:lnTo>
                  <a:lnTo>
                    <a:pt x="1541" y="254"/>
                  </a:lnTo>
                  <a:lnTo>
                    <a:pt x="1543" y="252"/>
                  </a:lnTo>
                  <a:lnTo>
                    <a:pt x="1544" y="250"/>
                  </a:lnTo>
                  <a:lnTo>
                    <a:pt x="1546" y="247"/>
                  </a:lnTo>
                  <a:lnTo>
                    <a:pt x="1547" y="244"/>
                  </a:lnTo>
                  <a:lnTo>
                    <a:pt x="1551" y="242"/>
                  </a:lnTo>
                  <a:lnTo>
                    <a:pt x="1552" y="240"/>
                  </a:lnTo>
                  <a:lnTo>
                    <a:pt x="1554" y="238"/>
                  </a:lnTo>
                  <a:lnTo>
                    <a:pt x="1556" y="235"/>
                  </a:lnTo>
                  <a:lnTo>
                    <a:pt x="1557" y="233"/>
                  </a:lnTo>
                  <a:lnTo>
                    <a:pt x="1559" y="231"/>
                  </a:lnTo>
                  <a:lnTo>
                    <a:pt x="1561" y="228"/>
                  </a:lnTo>
                  <a:lnTo>
                    <a:pt x="1563" y="224"/>
                  </a:lnTo>
                  <a:lnTo>
                    <a:pt x="1565" y="221"/>
                  </a:lnTo>
                  <a:lnTo>
                    <a:pt x="1569" y="218"/>
                  </a:lnTo>
                  <a:lnTo>
                    <a:pt x="1571" y="215"/>
                  </a:lnTo>
                  <a:lnTo>
                    <a:pt x="1574" y="211"/>
                  </a:lnTo>
                  <a:lnTo>
                    <a:pt x="1576" y="208"/>
                  </a:lnTo>
                  <a:lnTo>
                    <a:pt x="1579" y="203"/>
                  </a:lnTo>
                  <a:lnTo>
                    <a:pt x="1582" y="197"/>
                  </a:lnTo>
                  <a:lnTo>
                    <a:pt x="1585" y="193"/>
                  </a:lnTo>
                  <a:lnTo>
                    <a:pt x="1589" y="189"/>
                  </a:lnTo>
                  <a:lnTo>
                    <a:pt x="1592" y="184"/>
                  </a:lnTo>
                  <a:lnTo>
                    <a:pt x="1595" y="181"/>
                  </a:lnTo>
                  <a:lnTo>
                    <a:pt x="1598" y="178"/>
                  </a:lnTo>
                  <a:lnTo>
                    <a:pt x="1600" y="174"/>
                  </a:lnTo>
                  <a:lnTo>
                    <a:pt x="1602" y="171"/>
                  </a:lnTo>
                  <a:lnTo>
                    <a:pt x="1604" y="169"/>
                  </a:lnTo>
                  <a:lnTo>
                    <a:pt x="1607" y="165"/>
                  </a:lnTo>
                  <a:lnTo>
                    <a:pt x="1609" y="162"/>
                  </a:lnTo>
                  <a:lnTo>
                    <a:pt x="1610" y="160"/>
                  </a:lnTo>
                  <a:lnTo>
                    <a:pt x="1612" y="156"/>
                  </a:lnTo>
                  <a:lnTo>
                    <a:pt x="1614" y="154"/>
                  </a:lnTo>
                  <a:lnTo>
                    <a:pt x="1615" y="152"/>
                  </a:lnTo>
                  <a:lnTo>
                    <a:pt x="1617" y="150"/>
                  </a:lnTo>
                  <a:lnTo>
                    <a:pt x="1618" y="146"/>
                  </a:lnTo>
                  <a:lnTo>
                    <a:pt x="1620" y="144"/>
                  </a:lnTo>
                  <a:lnTo>
                    <a:pt x="1622" y="142"/>
                  </a:lnTo>
                  <a:lnTo>
                    <a:pt x="1623" y="140"/>
                  </a:lnTo>
                  <a:lnTo>
                    <a:pt x="1625" y="137"/>
                  </a:lnTo>
                  <a:lnTo>
                    <a:pt x="1628" y="135"/>
                  </a:lnTo>
                  <a:lnTo>
                    <a:pt x="1630" y="132"/>
                  </a:lnTo>
                  <a:lnTo>
                    <a:pt x="1632" y="130"/>
                  </a:lnTo>
                  <a:lnTo>
                    <a:pt x="1634" y="126"/>
                  </a:lnTo>
                  <a:lnTo>
                    <a:pt x="1636" y="123"/>
                  </a:lnTo>
                  <a:lnTo>
                    <a:pt x="1638" y="120"/>
                  </a:lnTo>
                  <a:lnTo>
                    <a:pt x="1641" y="117"/>
                  </a:lnTo>
                  <a:lnTo>
                    <a:pt x="1644" y="112"/>
                  </a:lnTo>
                  <a:lnTo>
                    <a:pt x="1647" y="107"/>
                  </a:lnTo>
                  <a:lnTo>
                    <a:pt x="1650" y="104"/>
                  </a:lnTo>
                  <a:lnTo>
                    <a:pt x="1653" y="99"/>
                  </a:lnTo>
                  <a:lnTo>
                    <a:pt x="1656" y="95"/>
                  </a:lnTo>
                  <a:lnTo>
                    <a:pt x="1660" y="91"/>
                  </a:lnTo>
                  <a:lnTo>
                    <a:pt x="1663" y="86"/>
                  </a:lnTo>
                  <a:lnTo>
                    <a:pt x="1666" y="82"/>
                  </a:lnTo>
                  <a:lnTo>
                    <a:pt x="1669" y="78"/>
                  </a:lnTo>
                  <a:lnTo>
                    <a:pt x="1672" y="75"/>
                  </a:lnTo>
                  <a:lnTo>
                    <a:pt x="1674" y="72"/>
                  </a:lnTo>
                  <a:lnTo>
                    <a:pt x="1676" y="68"/>
                  </a:lnTo>
                  <a:lnTo>
                    <a:pt x="1678" y="64"/>
                  </a:lnTo>
                  <a:lnTo>
                    <a:pt x="1680" y="61"/>
                  </a:lnTo>
                  <a:lnTo>
                    <a:pt x="1682" y="58"/>
                  </a:lnTo>
                  <a:lnTo>
                    <a:pt x="1686" y="56"/>
                  </a:lnTo>
                  <a:lnTo>
                    <a:pt x="1687" y="54"/>
                  </a:lnTo>
                  <a:lnTo>
                    <a:pt x="1689" y="50"/>
                  </a:lnTo>
                  <a:lnTo>
                    <a:pt x="1690" y="48"/>
                  </a:lnTo>
                  <a:lnTo>
                    <a:pt x="1692" y="46"/>
                  </a:lnTo>
                  <a:lnTo>
                    <a:pt x="1693" y="44"/>
                  </a:lnTo>
                  <a:lnTo>
                    <a:pt x="1694" y="42"/>
                  </a:lnTo>
                  <a:lnTo>
                    <a:pt x="1696" y="40"/>
                  </a:lnTo>
                  <a:lnTo>
                    <a:pt x="1697" y="38"/>
                  </a:lnTo>
                  <a:lnTo>
                    <a:pt x="1698" y="36"/>
                  </a:lnTo>
                  <a:lnTo>
                    <a:pt x="1700" y="34"/>
                  </a:lnTo>
                  <a:lnTo>
                    <a:pt x="1701" y="31"/>
                  </a:lnTo>
                  <a:lnTo>
                    <a:pt x="1702" y="28"/>
                  </a:lnTo>
                  <a:lnTo>
                    <a:pt x="1705" y="26"/>
                  </a:lnTo>
                  <a:lnTo>
                    <a:pt x="1706" y="23"/>
                  </a:lnTo>
                  <a:lnTo>
                    <a:pt x="1708" y="20"/>
                  </a:lnTo>
                  <a:lnTo>
                    <a:pt x="1709" y="17"/>
                  </a:lnTo>
                  <a:lnTo>
                    <a:pt x="1711" y="14"/>
                  </a:lnTo>
                  <a:lnTo>
                    <a:pt x="1713" y="10"/>
                  </a:lnTo>
                  <a:lnTo>
                    <a:pt x="1714" y="7"/>
                  </a:lnTo>
                  <a:lnTo>
                    <a:pt x="1716" y="4"/>
                  </a:lnTo>
                  <a:lnTo>
                    <a:pt x="1719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9A310981-3AE7-462B-8F24-8444DB6E5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3063875"/>
              <a:ext cx="63500" cy="219075"/>
            </a:xfrm>
            <a:custGeom>
              <a:avLst/>
              <a:gdLst>
                <a:gd name="T0" fmla="*/ 0 w 203"/>
                <a:gd name="T1" fmla="*/ 0 h 688"/>
                <a:gd name="T2" fmla="*/ 0 w 203"/>
                <a:gd name="T3" fmla="*/ 0 h 688"/>
                <a:gd name="T4" fmla="*/ 0 w 203"/>
                <a:gd name="T5" fmla="*/ 0 h 688"/>
                <a:gd name="T6" fmla="*/ 0 w 203"/>
                <a:gd name="T7" fmla="*/ 0 h 688"/>
                <a:gd name="T8" fmla="*/ 0 w 203"/>
                <a:gd name="T9" fmla="*/ 0 h 688"/>
                <a:gd name="T10" fmla="*/ 0 w 203"/>
                <a:gd name="T11" fmla="*/ 0 h 688"/>
                <a:gd name="T12" fmla="*/ 0 w 203"/>
                <a:gd name="T13" fmla="*/ 0 h 688"/>
                <a:gd name="T14" fmla="*/ 0 w 203"/>
                <a:gd name="T15" fmla="*/ 0 h 688"/>
                <a:gd name="T16" fmla="*/ 0 w 203"/>
                <a:gd name="T17" fmla="*/ 0 h 688"/>
                <a:gd name="T18" fmla="*/ 0 w 203"/>
                <a:gd name="T19" fmla="*/ 0 h 688"/>
                <a:gd name="T20" fmla="*/ 0 w 203"/>
                <a:gd name="T21" fmla="*/ 0 h 688"/>
                <a:gd name="T22" fmla="*/ 0 w 203"/>
                <a:gd name="T23" fmla="*/ 0 h 688"/>
                <a:gd name="T24" fmla="*/ 0 w 203"/>
                <a:gd name="T25" fmla="*/ 0 h 688"/>
                <a:gd name="T26" fmla="*/ 0 w 203"/>
                <a:gd name="T27" fmla="*/ 0 h 688"/>
                <a:gd name="T28" fmla="*/ 0 w 203"/>
                <a:gd name="T29" fmla="*/ 0 h 688"/>
                <a:gd name="T30" fmla="*/ 0 w 203"/>
                <a:gd name="T31" fmla="*/ 0 h 688"/>
                <a:gd name="T32" fmla="*/ 0 w 203"/>
                <a:gd name="T33" fmla="*/ 0 h 688"/>
                <a:gd name="T34" fmla="*/ 0 w 203"/>
                <a:gd name="T35" fmla="*/ 0 h 688"/>
                <a:gd name="T36" fmla="*/ 0 w 203"/>
                <a:gd name="T37" fmla="*/ 0 h 688"/>
                <a:gd name="T38" fmla="*/ 0 w 203"/>
                <a:gd name="T39" fmla="*/ 0 h 688"/>
                <a:gd name="T40" fmla="*/ 0 w 203"/>
                <a:gd name="T41" fmla="*/ 0 h 688"/>
                <a:gd name="T42" fmla="*/ 0 w 203"/>
                <a:gd name="T43" fmla="*/ 0 h 688"/>
                <a:gd name="T44" fmla="*/ 0 w 203"/>
                <a:gd name="T45" fmla="*/ 0 h 688"/>
                <a:gd name="T46" fmla="*/ 0 w 203"/>
                <a:gd name="T47" fmla="*/ 0 h 688"/>
                <a:gd name="T48" fmla="*/ 0 w 203"/>
                <a:gd name="T49" fmla="*/ 0 h 688"/>
                <a:gd name="T50" fmla="*/ 0 w 203"/>
                <a:gd name="T51" fmla="*/ 0 h 688"/>
                <a:gd name="T52" fmla="*/ 0 w 203"/>
                <a:gd name="T53" fmla="*/ 0 h 688"/>
                <a:gd name="T54" fmla="*/ 0 w 203"/>
                <a:gd name="T55" fmla="*/ 0 h 688"/>
                <a:gd name="T56" fmla="*/ 0 w 203"/>
                <a:gd name="T57" fmla="*/ 0 h 688"/>
                <a:gd name="T58" fmla="*/ 0 w 203"/>
                <a:gd name="T59" fmla="*/ 0 h 688"/>
                <a:gd name="T60" fmla="*/ 0 w 203"/>
                <a:gd name="T61" fmla="*/ 0 h 688"/>
                <a:gd name="T62" fmla="*/ 0 w 203"/>
                <a:gd name="T63" fmla="*/ 0 h 688"/>
                <a:gd name="T64" fmla="*/ 0 w 203"/>
                <a:gd name="T65" fmla="*/ 0 h 688"/>
                <a:gd name="T66" fmla="*/ 0 w 203"/>
                <a:gd name="T67" fmla="*/ 0 h 688"/>
                <a:gd name="T68" fmla="*/ 0 w 203"/>
                <a:gd name="T69" fmla="*/ 0 h 688"/>
                <a:gd name="T70" fmla="*/ 0 w 203"/>
                <a:gd name="T71" fmla="*/ 0 h 688"/>
                <a:gd name="T72" fmla="*/ 0 w 203"/>
                <a:gd name="T73" fmla="*/ 0 h 688"/>
                <a:gd name="T74" fmla="*/ 0 w 203"/>
                <a:gd name="T75" fmla="*/ 0 h 688"/>
                <a:gd name="T76" fmla="*/ 0 w 203"/>
                <a:gd name="T77" fmla="*/ 0 h 688"/>
                <a:gd name="T78" fmla="*/ 0 w 203"/>
                <a:gd name="T79" fmla="*/ 0 h 688"/>
                <a:gd name="T80" fmla="*/ 0 w 203"/>
                <a:gd name="T81" fmla="*/ 0 h 688"/>
                <a:gd name="T82" fmla="*/ 0 w 203"/>
                <a:gd name="T83" fmla="*/ 0 h 688"/>
                <a:gd name="T84" fmla="*/ 0 w 203"/>
                <a:gd name="T85" fmla="*/ 0 h 688"/>
                <a:gd name="T86" fmla="*/ 0 w 203"/>
                <a:gd name="T87" fmla="*/ 0 h 688"/>
                <a:gd name="T88" fmla="*/ 0 w 203"/>
                <a:gd name="T89" fmla="*/ 0 h 688"/>
                <a:gd name="T90" fmla="*/ 0 w 203"/>
                <a:gd name="T91" fmla="*/ 0 h 688"/>
                <a:gd name="T92" fmla="*/ 0 w 203"/>
                <a:gd name="T93" fmla="*/ 0 h 688"/>
                <a:gd name="T94" fmla="*/ 0 w 203"/>
                <a:gd name="T95" fmla="*/ 0 h 688"/>
                <a:gd name="T96" fmla="*/ 0 w 203"/>
                <a:gd name="T97" fmla="*/ 0 h 688"/>
                <a:gd name="T98" fmla="*/ 0 w 203"/>
                <a:gd name="T99" fmla="*/ 0 h 688"/>
                <a:gd name="T100" fmla="*/ 0 w 203"/>
                <a:gd name="T101" fmla="*/ 0 h 688"/>
                <a:gd name="T102" fmla="*/ 0 w 203"/>
                <a:gd name="T103" fmla="*/ 0 h 688"/>
                <a:gd name="T104" fmla="*/ 0 w 203"/>
                <a:gd name="T105" fmla="*/ 0 h 688"/>
                <a:gd name="T106" fmla="*/ 0 w 203"/>
                <a:gd name="T107" fmla="*/ 0 h 688"/>
                <a:gd name="T108" fmla="*/ 0 w 203"/>
                <a:gd name="T109" fmla="*/ 0 h 688"/>
                <a:gd name="T110" fmla="*/ 0 w 203"/>
                <a:gd name="T111" fmla="*/ 0 h 688"/>
                <a:gd name="T112" fmla="*/ 0 w 203"/>
                <a:gd name="T113" fmla="*/ 0 h 6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3"/>
                <a:gd name="T172" fmla="*/ 0 h 688"/>
                <a:gd name="T173" fmla="*/ 203 w 203"/>
                <a:gd name="T174" fmla="*/ 688 h 688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3" h="688">
                  <a:moveTo>
                    <a:pt x="0" y="0"/>
                  </a:moveTo>
                  <a:lnTo>
                    <a:pt x="4" y="8"/>
                  </a:lnTo>
                  <a:lnTo>
                    <a:pt x="8" y="15"/>
                  </a:lnTo>
                  <a:lnTo>
                    <a:pt x="12" y="22"/>
                  </a:lnTo>
                  <a:lnTo>
                    <a:pt x="15" y="28"/>
                  </a:lnTo>
                  <a:lnTo>
                    <a:pt x="19" y="34"/>
                  </a:lnTo>
                  <a:lnTo>
                    <a:pt x="22" y="39"/>
                  </a:lnTo>
                  <a:lnTo>
                    <a:pt x="24" y="45"/>
                  </a:lnTo>
                  <a:lnTo>
                    <a:pt x="27" y="49"/>
                  </a:lnTo>
                  <a:lnTo>
                    <a:pt x="29" y="54"/>
                  </a:lnTo>
                  <a:lnTo>
                    <a:pt x="31" y="58"/>
                  </a:lnTo>
                  <a:lnTo>
                    <a:pt x="34" y="62"/>
                  </a:lnTo>
                  <a:lnTo>
                    <a:pt x="37" y="66"/>
                  </a:lnTo>
                  <a:lnTo>
                    <a:pt x="39" y="69"/>
                  </a:lnTo>
                  <a:lnTo>
                    <a:pt x="40" y="72"/>
                  </a:lnTo>
                  <a:lnTo>
                    <a:pt x="42" y="75"/>
                  </a:lnTo>
                  <a:lnTo>
                    <a:pt x="43" y="80"/>
                  </a:lnTo>
                  <a:lnTo>
                    <a:pt x="45" y="82"/>
                  </a:lnTo>
                  <a:lnTo>
                    <a:pt x="46" y="85"/>
                  </a:lnTo>
                  <a:lnTo>
                    <a:pt x="47" y="87"/>
                  </a:lnTo>
                  <a:lnTo>
                    <a:pt x="48" y="90"/>
                  </a:lnTo>
                  <a:lnTo>
                    <a:pt x="50" y="92"/>
                  </a:lnTo>
                  <a:lnTo>
                    <a:pt x="51" y="95"/>
                  </a:lnTo>
                  <a:lnTo>
                    <a:pt x="52" y="97"/>
                  </a:lnTo>
                  <a:lnTo>
                    <a:pt x="53" y="101"/>
                  </a:lnTo>
                  <a:lnTo>
                    <a:pt x="54" y="104"/>
                  </a:lnTo>
                  <a:lnTo>
                    <a:pt x="55" y="106"/>
                  </a:lnTo>
                  <a:lnTo>
                    <a:pt x="57" y="109"/>
                  </a:lnTo>
                  <a:lnTo>
                    <a:pt x="59" y="112"/>
                  </a:lnTo>
                  <a:lnTo>
                    <a:pt x="60" y="115"/>
                  </a:lnTo>
                  <a:lnTo>
                    <a:pt x="61" y="119"/>
                  </a:lnTo>
                  <a:lnTo>
                    <a:pt x="63" y="123"/>
                  </a:lnTo>
                  <a:lnTo>
                    <a:pt x="64" y="127"/>
                  </a:lnTo>
                  <a:lnTo>
                    <a:pt x="66" y="131"/>
                  </a:lnTo>
                  <a:lnTo>
                    <a:pt x="67" y="134"/>
                  </a:lnTo>
                  <a:lnTo>
                    <a:pt x="68" y="139"/>
                  </a:lnTo>
                  <a:lnTo>
                    <a:pt x="70" y="142"/>
                  </a:lnTo>
                  <a:lnTo>
                    <a:pt x="71" y="144"/>
                  </a:lnTo>
                  <a:lnTo>
                    <a:pt x="72" y="147"/>
                  </a:lnTo>
                  <a:lnTo>
                    <a:pt x="73" y="150"/>
                  </a:lnTo>
                  <a:lnTo>
                    <a:pt x="74" y="152"/>
                  </a:lnTo>
                  <a:lnTo>
                    <a:pt x="76" y="154"/>
                  </a:lnTo>
                  <a:lnTo>
                    <a:pt x="77" y="158"/>
                  </a:lnTo>
                  <a:lnTo>
                    <a:pt x="78" y="160"/>
                  </a:lnTo>
                  <a:lnTo>
                    <a:pt x="80" y="162"/>
                  </a:lnTo>
                  <a:lnTo>
                    <a:pt x="80" y="164"/>
                  </a:lnTo>
                  <a:lnTo>
                    <a:pt x="81" y="166"/>
                  </a:lnTo>
                  <a:lnTo>
                    <a:pt x="82" y="168"/>
                  </a:lnTo>
                  <a:lnTo>
                    <a:pt x="83" y="171"/>
                  </a:lnTo>
                  <a:lnTo>
                    <a:pt x="84" y="173"/>
                  </a:lnTo>
                  <a:lnTo>
                    <a:pt x="85" y="175"/>
                  </a:lnTo>
                  <a:lnTo>
                    <a:pt x="85" y="179"/>
                  </a:lnTo>
                  <a:lnTo>
                    <a:pt x="86" y="181"/>
                  </a:lnTo>
                  <a:lnTo>
                    <a:pt x="87" y="183"/>
                  </a:lnTo>
                  <a:lnTo>
                    <a:pt x="88" y="186"/>
                  </a:lnTo>
                  <a:lnTo>
                    <a:pt x="89" y="188"/>
                  </a:lnTo>
                  <a:lnTo>
                    <a:pt x="90" y="191"/>
                  </a:lnTo>
                  <a:lnTo>
                    <a:pt x="91" y="194"/>
                  </a:lnTo>
                  <a:lnTo>
                    <a:pt x="93" y="198"/>
                  </a:lnTo>
                  <a:lnTo>
                    <a:pt x="95" y="201"/>
                  </a:lnTo>
                  <a:lnTo>
                    <a:pt x="96" y="204"/>
                  </a:lnTo>
                  <a:lnTo>
                    <a:pt x="98" y="208"/>
                  </a:lnTo>
                  <a:lnTo>
                    <a:pt x="99" y="212"/>
                  </a:lnTo>
                  <a:lnTo>
                    <a:pt x="101" y="218"/>
                  </a:lnTo>
                  <a:lnTo>
                    <a:pt x="102" y="222"/>
                  </a:lnTo>
                  <a:lnTo>
                    <a:pt x="104" y="227"/>
                  </a:lnTo>
                  <a:lnTo>
                    <a:pt x="106" y="231"/>
                  </a:lnTo>
                  <a:lnTo>
                    <a:pt x="107" y="236"/>
                  </a:lnTo>
                  <a:lnTo>
                    <a:pt x="108" y="239"/>
                  </a:lnTo>
                  <a:lnTo>
                    <a:pt x="110" y="243"/>
                  </a:lnTo>
                  <a:lnTo>
                    <a:pt x="111" y="246"/>
                  </a:lnTo>
                  <a:lnTo>
                    <a:pt x="112" y="249"/>
                  </a:lnTo>
                  <a:lnTo>
                    <a:pt x="113" y="252"/>
                  </a:lnTo>
                  <a:lnTo>
                    <a:pt x="115" y="256"/>
                  </a:lnTo>
                  <a:lnTo>
                    <a:pt x="116" y="258"/>
                  </a:lnTo>
                  <a:lnTo>
                    <a:pt x="117" y="262"/>
                  </a:lnTo>
                  <a:lnTo>
                    <a:pt x="118" y="264"/>
                  </a:lnTo>
                  <a:lnTo>
                    <a:pt x="119" y="267"/>
                  </a:lnTo>
                  <a:lnTo>
                    <a:pt x="120" y="269"/>
                  </a:lnTo>
                  <a:lnTo>
                    <a:pt x="120" y="271"/>
                  </a:lnTo>
                  <a:lnTo>
                    <a:pt x="121" y="275"/>
                  </a:lnTo>
                  <a:lnTo>
                    <a:pt x="122" y="277"/>
                  </a:lnTo>
                  <a:lnTo>
                    <a:pt x="124" y="279"/>
                  </a:lnTo>
                  <a:lnTo>
                    <a:pt x="124" y="282"/>
                  </a:lnTo>
                  <a:lnTo>
                    <a:pt x="125" y="284"/>
                  </a:lnTo>
                  <a:lnTo>
                    <a:pt x="126" y="286"/>
                  </a:lnTo>
                  <a:lnTo>
                    <a:pt x="127" y="289"/>
                  </a:lnTo>
                  <a:lnTo>
                    <a:pt x="128" y="292"/>
                  </a:lnTo>
                  <a:lnTo>
                    <a:pt x="129" y="295"/>
                  </a:lnTo>
                  <a:lnTo>
                    <a:pt x="129" y="298"/>
                  </a:lnTo>
                  <a:lnTo>
                    <a:pt x="130" y="301"/>
                  </a:lnTo>
                  <a:lnTo>
                    <a:pt x="131" y="306"/>
                  </a:lnTo>
                  <a:lnTo>
                    <a:pt x="132" y="309"/>
                  </a:lnTo>
                  <a:lnTo>
                    <a:pt x="135" y="314"/>
                  </a:lnTo>
                  <a:lnTo>
                    <a:pt x="136" y="318"/>
                  </a:lnTo>
                  <a:lnTo>
                    <a:pt x="137" y="322"/>
                  </a:lnTo>
                  <a:lnTo>
                    <a:pt x="138" y="326"/>
                  </a:lnTo>
                  <a:lnTo>
                    <a:pt x="140" y="331"/>
                  </a:lnTo>
                  <a:lnTo>
                    <a:pt x="141" y="336"/>
                  </a:lnTo>
                  <a:lnTo>
                    <a:pt x="142" y="340"/>
                  </a:lnTo>
                  <a:lnTo>
                    <a:pt x="143" y="343"/>
                  </a:lnTo>
                  <a:lnTo>
                    <a:pt x="144" y="347"/>
                  </a:lnTo>
                  <a:lnTo>
                    <a:pt x="145" y="352"/>
                  </a:lnTo>
                  <a:lnTo>
                    <a:pt x="146" y="355"/>
                  </a:lnTo>
                  <a:lnTo>
                    <a:pt x="147" y="358"/>
                  </a:lnTo>
                  <a:lnTo>
                    <a:pt x="148" y="360"/>
                  </a:lnTo>
                  <a:lnTo>
                    <a:pt x="149" y="363"/>
                  </a:lnTo>
                  <a:lnTo>
                    <a:pt x="150" y="366"/>
                  </a:lnTo>
                  <a:lnTo>
                    <a:pt x="151" y="368"/>
                  </a:lnTo>
                  <a:lnTo>
                    <a:pt x="151" y="371"/>
                  </a:lnTo>
                  <a:lnTo>
                    <a:pt x="152" y="374"/>
                  </a:lnTo>
                  <a:lnTo>
                    <a:pt x="154" y="376"/>
                  </a:lnTo>
                  <a:lnTo>
                    <a:pt x="154" y="378"/>
                  </a:lnTo>
                  <a:lnTo>
                    <a:pt x="155" y="381"/>
                  </a:lnTo>
                  <a:lnTo>
                    <a:pt x="156" y="383"/>
                  </a:lnTo>
                  <a:lnTo>
                    <a:pt x="157" y="385"/>
                  </a:lnTo>
                  <a:lnTo>
                    <a:pt x="157" y="388"/>
                  </a:lnTo>
                  <a:lnTo>
                    <a:pt x="158" y="391"/>
                  </a:lnTo>
                  <a:lnTo>
                    <a:pt x="159" y="394"/>
                  </a:lnTo>
                  <a:lnTo>
                    <a:pt x="160" y="397"/>
                  </a:lnTo>
                  <a:lnTo>
                    <a:pt x="161" y="400"/>
                  </a:lnTo>
                  <a:lnTo>
                    <a:pt x="162" y="403"/>
                  </a:lnTo>
                  <a:lnTo>
                    <a:pt x="163" y="406"/>
                  </a:lnTo>
                  <a:lnTo>
                    <a:pt x="164" y="410"/>
                  </a:lnTo>
                  <a:lnTo>
                    <a:pt x="165" y="414"/>
                  </a:lnTo>
                  <a:lnTo>
                    <a:pt x="166" y="417"/>
                  </a:lnTo>
                  <a:lnTo>
                    <a:pt x="167" y="421"/>
                  </a:lnTo>
                  <a:lnTo>
                    <a:pt x="169" y="425"/>
                  </a:lnTo>
                  <a:lnTo>
                    <a:pt x="171" y="431"/>
                  </a:lnTo>
                  <a:lnTo>
                    <a:pt x="173" y="435"/>
                  </a:lnTo>
                  <a:lnTo>
                    <a:pt x="174" y="440"/>
                  </a:lnTo>
                  <a:lnTo>
                    <a:pt x="176" y="444"/>
                  </a:lnTo>
                  <a:lnTo>
                    <a:pt x="177" y="449"/>
                  </a:lnTo>
                  <a:lnTo>
                    <a:pt x="178" y="452"/>
                  </a:lnTo>
                  <a:lnTo>
                    <a:pt x="179" y="456"/>
                  </a:lnTo>
                  <a:lnTo>
                    <a:pt x="180" y="459"/>
                  </a:lnTo>
                  <a:lnTo>
                    <a:pt x="180" y="461"/>
                  </a:lnTo>
                  <a:lnTo>
                    <a:pt x="181" y="464"/>
                  </a:lnTo>
                  <a:lnTo>
                    <a:pt x="182" y="468"/>
                  </a:lnTo>
                  <a:lnTo>
                    <a:pt x="183" y="470"/>
                  </a:lnTo>
                  <a:lnTo>
                    <a:pt x="183" y="473"/>
                  </a:lnTo>
                  <a:lnTo>
                    <a:pt x="184" y="475"/>
                  </a:lnTo>
                  <a:lnTo>
                    <a:pt x="184" y="477"/>
                  </a:lnTo>
                  <a:lnTo>
                    <a:pt x="185" y="479"/>
                  </a:lnTo>
                  <a:lnTo>
                    <a:pt x="185" y="481"/>
                  </a:lnTo>
                  <a:lnTo>
                    <a:pt x="186" y="485"/>
                  </a:lnTo>
                  <a:lnTo>
                    <a:pt x="186" y="488"/>
                  </a:lnTo>
                  <a:lnTo>
                    <a:pt x="186" y="490"/>
                  </a:lnTo>
                  <a:lnTo>
                    <a:pt x="187" y="492"/>
                  </a:lnTo>
                  <a:lnTo>
                    <a:pt x="187" y="494"/>
                  </a:lnTo>
                  <a:lnTo>
                    <a:pt x="187" y="496"/>
                  </a:lnTo>
                  <a:lnTo>
                    <a:pt x="188" y="499"/>
                  </a:lnTo>
                  <a:lnTo>
                    <a:pt x="188" y="501"/>
                  </a:lnTo>
                  <a:lnTo>
                    <a:pt x="188" y="504"/>
                  </a:lnTo>
                  <a:lnTo>
                    <a:pt x="188" y="507"/>
                  </a:lnTo>
                  <a:lnTo>
                    <a:pt x="189" y="510"/>
                  </a:lnTo>
                  <a:lnTo>
                    <a:pt x="189" y="513"/>
                  </a:lnTo>
                  <a:lnTo>
                    <a:pt x="189" y="516"/>
                  </a:lnTo>
                  <a:lnTo>
                    <a:pt x="189" y="520"/>
                  </a:lnTo>
                  <a:lnTo>
                    <a:pt x="190" y="523"/>
                  </a:lnTo>
                  <a:lnTo>
                    <a:pt x="190" y="528"/>
                  </a:lnTo>
                  <a:lnTo>
                    <a:pt x="190" y="533"/>
                  </a:lnTo>
                  <a:lnTo>
                    <a:pt x="190" y="536"/>
                  </a:lnTo>
                  <a:lnTo>
                    <a:pt x="192" y="540"/>
                  </a:lnTo>
                  <a:lnTo>
                    <a:pt x="192" y="543"/>
                  </a:lnTo>
                  <a:lnTo>
                    <a:pt x="192" y="547"/>
                  </a:lnTo>
                  <a:lnTo>
                    <a:pt x="192" y="549"/>
                  </a:lnTo>
                  <a:lnTo>
                    <a:pt x="193" y="552"/>
                  </a:lnTo>
                  <a:lnTo>
                    <a:pt x="193" y="554"/>
                  </a:lnTo>
                  <a:lnTo>
                    <a:pt x="193" y="557"/>
                  </a:lnTo>
                  <a:lnTo>
                    <a:pt x="193" y="559"/>
                  </a:lnTo>
                  <a:lnTo>
                    <a:pt x="193" y="561"/>
                  </a:lnTo>
                  <a:lnTo>
                    <a:pt x="194" y="563"/>
                  </a:lnTo>
                  <a:lnTo>
                    <a:pt x="194" y="564"/>
                  </a:lnTo>
                  <a:lnTo>
                    <a:pt x="194" y="567"/>
                  </a:lnTo>
                  <a:lnTo>
                    <a:pt x="194" y="569"/>
                  </a:lnTo>
                  <a:lnTo>
                    <a:pt x="194" y="570"/>
                  </a:lnTo>
                  <a:lnTo>
                    <a:pt x="195" y="572"/>
                  </a:lnTo>
                  <a:lnTo>
                    <a:pt x="195" y="573"/>
                  </a:lnTo>
                  <a:lnTo>
                    <a:pt x="195" y="576"/>
                  </a:lnTo>
                  <a:lnTo>
                    <a:pt x="195" y="577"/>
                  </a:lnTo>
                  <a:lnTo>
                    <a:pt x="196" y="579"/>
                  </a:lnTo>
                  <a:lnTo>
                    <a:pt x="196" y="580"/>
                  </a:lnTo>
                  <a:lnTo>
                    <a:pt x="196" y="582"/>
                  </a:lnTo>
                  <a:lnTo>
                    <a:pt x="196" y="583"/>
                  </a:lnTo>
                  <a:lnTo>
                    <a:pt x="197" y="586"/>
                  </a:lnTo>
                  <a:lnTo>
                    <a:pt x="197" y="588"/>
                  </a:lnTo>
                  <a:lnTo>
                    <a:pt x="197" y="589"/>
                  </a:lnTo>
                  <a:lnTo>
                    <a:pt x="198" y="591"/>
                  </a:lnTo>
                  <a:lnTo>
                    <a:pt x="198" y="593"/>
                  </a:lnTo>
                  <a:lnTo>
                    <a:pt x="199" y="595"/>
                  </a:lnTo>
                  <a:lnTo>
                    <a:pt x="199" y="597"/>
                  </a:lnTo>
                  <a:lnTo>
                    <a:pt x="199" y="600"/>
                  </a:lnTo>
                  <a:lnTo>
                    <a:pt x="200" y="602"/>
                  </a:lnTo>
                  <a:lnTo>
                    <a:pt x="200" y="605"/>
                  </a:lnTo>
                  <a:lnTo>
                    <a:pt x="201" y="607"/>
                  </a:lnTo>
                  <a:lnTo>
                    <a:pt x="201" y="609"/>
                  </a:lnTo>
                  <a:lnTo>
                    <a:pt x="201" y="611"/>
                  </a:lnTo>
                  <a:lnTo>
                    <a:pt x="202" y="612"/>
                  </a:lnTo>
                  <a:lnTo>
                    <a:pt x="202" y="614"/>
                  </a:lnTo>
                  <a:lnTo>
                    <a:pt x="202" y="616"/>
                  </a:lnTo>
                  <a:lnTo>
                    <a:pt x="202" y="618"/>
                  </a:lnTo>
                  <a:lnTo>
                    <a:pt x="203" y="620"/>
                  </a:lnTo>
                  <a:lnTo>
                    <a:pt x="203" y="622"/>
                  </a:lnTo>
                  <a:lnTo>
                    <a:pt x="203" y="624"/>
                  </a:lnTo>
                  <a:lnTo>
                    <a:pt x="203" y="626"/>
                  </a:lnTo>
                  <a:lnTo>
                    <a:pt x="203" y="628"/>
                  </a:lnTo>
                  <a:lnTo>
                    <a:pt x="203" y="630"/>
                  </a:lnTo>
                  <a:lnTo>
                    <a:pt x="203" y="631"/>
                  </a:lnTo>
                  <a:lnTo>
                    <a:pt x="203" y="633"/>
                  </a:lnTo>
                  <a:lnTo>
                    <a:pt x="203" y="636"/>
                  </a:lnTo>
                  <a:lnTo>
                    <a:pt x="203" y="638"/>
                  </a:lnTo>
                  <a:lnTo>
                    <a:pt x="203" y="640"/>
                  </a:lnTo>
                  <a:lnTo>
                    <a:pt x="203" y="644"/>
                  </a:lnTo>
                  <a:lnTo>
                    <a:pt x="203" y="646"/>
                  </a:lnTo>
                  <a:lnTo>
                    <a:pt x="203" y="649"/>
                  </a:lnTo>
                  <a:lnTo>
                    <a:pt x="203" y="652"/>
                  </a:lnTo>
                  <a:lnTo>
                    <a:pt x="203" y="655"/>
                  </a:lnTo>
                  <a:lnTo>
                    <a:pt x="203" y="659"/>
                  </a:lnTo>
                  <a:lnTo>
                    <a:pt x="202" y="663"/>
                  </a:lnTo>
                  <a:lnTo>
                    <a:pt x="202" y="668"/>
                  </a:lnTo>
                  <a:lnTo>
                    <a:pt x="202" y="673"/>
                  </a:lnTo>
                  <a:lnTo>
                    <a:pt x="202" y="677"/>
                  </a:lnTo>
                  <a:lnTo>
                    <a:pt x="201" y="683"/>
                  </a:lnTo>
                  <a:lnTo>
                    <a:pt x="201" y="68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89F9D004-D5BA-4E12-BA1F-2705EBA24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3281363"/>
              <a:ext cx="63500" cy="217487"/>
            </a:xfrm>
            <a:custGeom>
              <a:avLst/>
              <a:gdLst>
                <a:gd name="T0" fmla="*/ 0 w 203"/>
                <a:gd name="T1" fmla="*/ 0 h 686"/>
                <a:gd name="T2" fmla="*/ 0 w 203"/>
                <a:gd name="T3" fmla="*/ 0 h 686"/>
                <a:gd name="T4" fmla="*/ 0 w 203"/>
                <a:gd name="T5" fmla="*/ 0 h 686"/>
                <a:gd name="T6" fmla="*/ 0 w 203"/>
                <a:gd name="T7" fmla="*/ 0 h 686"/>
                <a:gd name="T8" fmla="*/ 0 w 203"/>
                <a:gd name="T9" fmla="*/ 0 h 686"/>
                <a:gd name="T10" fmla="*/ 0 w 203"/>
                <a:gd name="T11" fmla="*/ 0 h 686"/>
                <a:gd name="T12" fmla="*/ 0 w 203"/>
                <a:gd name="T13" fmla="*/ 0 h 686"/>
                <a:gd name="T14" fmla="*/ 0 w 203"/>
                <a:gd name="T15" fmla="*/ 0 h 686"/>
                <a:gd name="T16" fmla="*/ 0 w 203"/>
                <a:gd name="T17" fmla="*/ 0 h 686"/>
                <a:gd name="T18" fmla="*/ 0 w 203"/>
                <a:gd name="T19" fmla="*/ 0 h 686"/>
                <a:gd name="T20" fmla="*/ 0 w 203"/>
                <a:gd name="T21" fmla="*/ 0 h 686"/>
                <a:gd name="T22" fmla="*/ 0 w 203"/>
                <a:gd name="T23" fmla="*/ 0 h 686"/>
                <a:gd name="T24" fmla="*/ 0 w 203"/>
                <a:gd name="T25" fmla="*/ 0 h 686"/>
                <a:gd name="T26" fmla="*/ 0 w 203"/>
                <a:gd name="T27" fmla="*/ 0 h 686"/>
                <a:gd name="T28" fmla="*/ 0 w 203"/>
                <a:gd name="T29" fmla="*/ 0 h 686"/>
                <a:gd name="T30" fmla="*/ 0 w 203"/>
                <a:gd name="T31" fmla="*/ 0 h 686"/>
                <a:gd name="T32" fmla="*/ 0 w 203"/>
                <a:gd name="T33" fmla="*/ 0 h 686"/>
                <a:gd name="T34" fmla="*/ 0 w 203"/>
                <a:gd name="T35" fmla="*/ 0 h 686"/>
                <a:gd name="T36" fmla="*/ 0 w 203"/>
                <a:gd name="T37" fmla="*/ 0 h 686"/>
                <a:gd name="T38" fmla="*/ 0 w 203"/>
                <a:gd name="T39" fmla="*/ 0 h 686"/>
                <a:gd name="T40" fmla="*/ 0 w 203"/>
                <a:gd name="T41" fmla="*/ 0 h 686"/>
                <a:gd name="T42" fmla="*/ 0 w 203"/>
                <a:gd name="T43" fmla="*/ 0 h 686"/>
                <a:gd name="T44" fmla="*/ 0 w 203"/>
                <a:gd name="T45" fmla="*/ 0 h 686"/>
                <a:gd name="T46" fmla="*/ 0 w 203"/>
                <a:gd name="T47" fmla="*/ 0 h 686"/>
                <a:gd name="T48" fmla="*/ 0 w 203"/>
                <a:gd name="T49" fmla="*/ 0 h 686"/>
                <a:gd name="T50" fmla="*/ 0 w 203"/>
                <a:gd name="T51" fmla="*/ 0 h 686"/>
                <a:gd name="T52" fmla="*/ 0 w 203"/>
                <a:gd name="T53" fmla="*/ 0 h 686"/>
                <a:gd name="T54" fmla="*/ 0 w 203"/>
                <a:gd name="T55" fmla="*/ 0 h 686"/>
                <a:gd name="T56" fmla="*/ 0 w 203"/>
                <a:gd name="T57" fmla="*/ 0 h 686"/>
                <a:gd name="T58" fmla="*/ 0 w 203"/>
                <a:gd name="T59" fmla="*/ 0 h 686"/>
                <a:gd name="T60" fmla="*/ 0 w 203"/>
                <a:gd name="T61" fmla="*/ 0 h 686"/>
                <a:gd name="T62" fmla="*/ 0 w 203"/>
                <a:gd name="T63" fmla="*/ 0 h 686"/>
                <a:gd name="T64" fmla="*/ 0 w 203"/>
                <a:gd name="T65" fmla="*/ 0 h 686"/>
                <a:gd name="T66" fmla="*/ 0 w 203"/>
                <a:gd name="T67" fmla="*/ 0 h 686"/>
                <a:gd name="T68" fmla="*/ 0 w 203"/>
                <a:gd name="T69" fmla="*/ 0 h 686"/>
                <a:gd name="T70" fmla="*/ 0 w 203"/>
                <a:gd name="T71" fmla="*/ 0 h 686"/>
                <a:gd name="T72" fmla="*/ 0 w 203"/>
                <a:gd name="T73" fmla="*/ 0 h 686"/>
                <a:gd name="T74" fmla="*/ 0 w 203"/>
                <a:gd name="T75" fmla="*/ 0 h 686"/>
                <a:gd name="T76" fmla="*/ 0 w 203"/>
                <a:gd name="T77" fmla="*/ 0 h 686"/>
                <a:gd name="T78" fmla="*/ 0 w 203"/>
                <a:gd name="T79" fmla="*/ 0 h 686"/>
                <a:gd name="T80" fmla="*/ 0 w 203"/>
                <a:gd name="T81" fmla="*/ 0 h 686"/>
                <a:gd name="T82" fmla="*/ 0 w 203"/>
                <a:gd name="T83" fmla="*/ 0 h 686"/>
                <a:gd name="T84" fmla="*/ 0 w 203"/>
                <a:gd name="T85" fmla="*/ 0 h 686"/>
                <a:gd name="T86" fmla="*/ 0 w 203"/>
                <a:gd name="T87" fmla="*/ 0 h 686"/>
                <a:gd name="T88" fmla="*/ 0 w 203"/>
                <a:gd name="T89" fmla="*/ 0 h 686"/>
                <a:gd name="T90" fmla="*/ 0 w 203"/>
                <a:gd name="T91" fmla="*/ 0 h 686"/>
                <a:gd name="T92" fmla="*/ 0 w 203"/>
                <a:gd name="T93" fmla="*/ 0 h 686"/>
                <a:gd name="T94" fmla="*/ 0 w 203"/>
                <a:gd name="T95" fmla="*/ 0 h 686"/>
                <a:gd name="T96" fmla="*/ 0 w 203"/>
                <a:gd name="T97" fmla="*/ 0 h 686"/>
                <a:gd name="T98" fmla="*/ 0 w 203"/>
                <a:gd name="T99" fmla="*/ 0 h 686"/>
                <a:gd name="T100" fmla="*/ 0 w 203"/>
                <a:gd name="T101" fmla="*/ 0 h 686"/>
                <a:gd name="T102" fmla="*/ 0 w 203"/>
                <a:gd name="T103" fmla="*/ 0 h 686"/>
                <a:gd name="T104" fmla="*/ 0 w 203"/>
                <a:gd name="T105" fmla="*/ 0 h 686"/>
                <a:gd name="T106" fmla="*/ 0 w 203"/>
                <a:gd name="T107" fmla="*/ 0 h 686"/>
                <a:gd name="T108" fmla="*/ 0 w 203"/>
                <a:gd name="T109" fmla="*/ 0 h 686"/>
                <a:gd name="T110" fmla="*/ 0 w 203"/>
                <a:gd name="T111" fmla="*/ 0 h 686"/>
                <a:gd name="T112" fmla="*/ 0 w 203"/>
                <a:gd name="T113" fmla="*/ 0 h 68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3"/>
                <a:gd name="T172" fmla="*/ 0 h 686"/>
                <a:gd name="T173" fmla="*/ 203 w 203"/>
                <a:gd name="T174" fmla="*/ 686 h 68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3" h="686">
                  <a:moveTo>
                    <a:pt x="0" y="686"/>
                  </a:moveTo>
                  <a:lnTo>
                    <a:pt x="4" y="679"/>
                  </a:lnTo>
                  <a:lnTo>
                    <a:pt x="8" y="672"/>
                  </a:lnTo>
                  <a:lnTo>
                    <a:pt x="12" y="665"/>
                  </a:lnTo>
                  <a:lnTo>
                    <a:pt x="15" y="660"/>
                  </a:lnTo>
                  <a:lnTo>
                    <a:pt x="19" y="652"/>
                  </a:lnTo>
                  <a:lnTo>
                    <a:pt x="22" y="647"/>
                  </a:lnTo>
                  <a:lnTo>
                    <a:pt x="24" y="643"/>
                  </a:lnTo>
                  <a:lnTo>
                    <a:pt x="27" y="638"/>
                  </a:lnTo>
                  <a:lnTo>
                    <a:pt x="29" y="633"/>
                  </a:lnTo>
                  <a:lnTo>
                    <a:pt x="31" y="629"/>
                  </a:lnTo>
                  <a:lnTo>
                    <a:pt x="34" y="626"/>
                  </a:lnTo>
                  <a:lnTo>
                    <a:pt x="37" y="622"/>
                  </a:lnTo>
                  <a:lnTo>
                    <a:pt x="39" y="619"/>
                  </a:lnTo>
                  <a:lnTo>
                    <a:pt x="40" y="615"/>
                  </a:lnTo>
                  <a:lnTo>
                    <a:pt x="42" y="612"/>
                  </a:lnTo>
                  <a:lnTo>
                    <a:pt x="43" y="608"/>
                  </a:lnTo>
                  <a:lnTo>
                    <a:pt x="45" y="605"/>
                  </a:lnTo>
                  <a:lnTo>
                    <a:pt x="46" y="603"/>
                  </a:lnTo>
                  <a:lnTo>
                    <a:pt x="47" y="600"/>
                  </a:lnTo>
                  <a:lnTo>
                    <a:pt x="48" y="597"/>
                  </a:lnTo>
                  <a:lnTo>
                    <a:pt x="50" y="594"/>
                  </a:lnTo>
                  <a:lnTo>
                    <a:pt x="51" y="592"/>
                  </a:lnTo>
                  <a:lnTo>
                    <a:pt x="52" y="589"/>
                  </a:lnTo>
                  <a:lnTo>
                    <a:pt x="53" y="587"/>
                  </a:lnTo>
                  <a:lnTo>
                    <a:pt x="54" y="584"/>
                  </a:lnTo>
                  <a:lnTo>
                    <a:pt x="55" y="581"/>
                  </a:lnTo>
                  <a:lnTo>
                    <a:pt x="57" y="579"/>
                  </a:lnTo>
                  <a:lnTo>
                    <a:pt x="59" y="575"/>
                  </a:lnTo>
                  <a:lnTo>
                    <a:pt x="60" y="572"/>
                  </a:lnTo>
                  <a:lnTo>
                    <a:pt x="61" y="568"/>
                  </a:lnTo>
                  <a:lnTo>
                    <a:pt x="63" y="564"/>
                  </a:lnTo>
                  <a:lnTo>
                    <a:pt x="64" y="560"/>
                  </a:lnTo>
                  <a:lnTo>
                    <a:pt x="66" y="556"/>
                  </a:lnTo>
                  <a:lnTo>
                    <a:pt x="67" y="552"/>
                  </a:lnTo>
                  <a:lnTo>
                    <a:pt x="68" y="549"/>
                  </a:lnTo>
                  <a:lnTo>
                    <a:pt x="70" y="546"/>
                  </a:lnTo>
                  <a:lnTo>
                    <a:pt x="71" y="543"/>
                  </a:lnTo>
                  <a:lnTo>
                    <a:pt x="72" y="541"/>
                  </a:lnTo>
                  <a:lnTo>
                    <a:pt x="73" y="537"/>
                  </a:lnTo>
                  <a:lnTo>
                    <a:pt x="74" y="535"/>
                  </a:lnTo>
                  <a:lnTo>
                    <a:pt x="76" y="532"/>
                  </a:lnTo>
                  <a:lnTo>
                    <a:pt x="77" y="530"/>
                  </a:lnTo>
                  <a:lnTo>
                    <a:pt x="78" y="528"/>
                  </a:lnTo>
                  <a:lnTo>
                    <a:pt x="80" y="526"/>
                  </a:lnTo>
                  <a:lnTo>
                    <a:pt x="80" y="524"/>
                  </a:lnTo>
                  <a:lnTo>
                    <a:pt x="81" y="521"/>
                  </a:lnTo>
                  <a:lnTo>
                    <a:pt x="82" y="518"/>
                  </a:lnTo>
                  <a:lnTo>
                    <a:pt x="83" y="516"/>
                  </a:lnTo>
                  <a:lnTo>
                    <a:pt x="84" y="514"/>
                  </a:lnTo>
                  <a:lnTo>
                    <a:pt x="85" y="511"/>
                  </a:lnTo>
                  <a:lnTo>
                    <a:pt x="85" y="509"/>
                  </a:lnTo>
                  <a:lnTo>
                    <a:pt x="86" y="507"/>
                  </a:lnTo>
                  <a:lnTo>
                    <a:pt x="87" y="505"/>
                  </a:lnTo>
                  <a:lnTo>
                    <a:pt x="88" y="502"/>
                  </a:lnTo>
                  <a:lnTo>
                    <a:pt x="89" y="499"/>
                  </a:lnTo>
                  <a:lnTo>
                    <a:pt x="90" y="496"/>
                  </a:lnTo>
                  <a:lnTo>
                    <a:pt x="91" y="493"/>
                  </a:lnTo>
                  <a:lnTo>
                    <a:pt x="93" y="490"/>
                  </a:lnTo>
                  <a:lnTo>
                    <a:pt x="95" y="487"/>
                  </a:lnTo>
                  <a:lnTo>
                    <a:pt x="96" y="483"/>
                  </a:lnTo>
                  <a:lnTo>
                    <a:pt x="98" y="479"/>
                  </a:lnTo>
                  <a:lnTo>
                    <a:pt x="99" y="474"/>
                  </a:lnTo>
                  <a:lnTo>
                    <a:pt x="101" y="470"/>
                  </a:lnTo>
                  <a:lnTo>
                    <a:pt x="102" y="465"/>
                  </a:lnTo>
                  <a:lnTo>
                    <a:pt x="104" y="460"/>
                  </a:lnTo>
                  <a:lnTo>
                    <a:pt x="106" y="456"/>
                  </a:lnTo>
                  <a:lnTo>
                    <a:pt x="107" y="452"/>
                  </a:lnTo>
                  <a:lnTo>
                    <a:pt x="108" y="448"/>
                  </a:lnTo>
                  <a:lnTo>
                    <a:pt x="110" y="445"/>
                  </a:lnTo>
                  <a:lnTo>
                    <a:pt x="111" y="440"/>
                  </a:lnTo>
                  <a:lnTo>
                    <a:pt x="112" y="437"/>
                  </a:lnTo>
                  <a:lnTo>
                    <a:pt x="113" y="434"/>
                  </a:lnTo>
                  <a:lnTo>
                    <a:pt x="115" y="432"/>
                  </a:lnTo>
                  <a:lnTo>
                    <a:pt x="116" y="428"/>
                  </a:lnTo>
                  <a:lnTo>
                    <a:pt x="117" y="425"/>
                  </a:lnTo>
                  <a:lnTo>
                    <a:pt x="118" y="422"/>
                  </a:lnTo>
                  <a:lnTo>
                    <a:pt x="119" y="420"/>
                  </a:lnTo>
                  <a:lnTo>
                    <a:pt x="120" y="417"/>
                  </a:lnTo>
                  <a:lnTo>
                    <a:pt x="120" y="415"/>
                  </a:lnTo>
                  <a:lnTo>
                    <a:pt x="121" y="413"/>
                  </a:lnTo>
                  <a:lnTo>
                    <a:pt x="122" y="410"/>
                  </a:lnTo>
                  <a:lnTo>
                    <a:pt x="124" y="408"/>
                  </a:lnTo>
                  <a:lnTo>
                    <a:pt x="124" y="406"/>
                  </a:lnTo>
                  <a:lnTo>
                    <a:pt x="125" y="403"/>
                  </a:lnTo>
                  <a:lnTo>
                    <a:pt x="126" y="400"/>
                  </a:lnTo>
                  <a:lnTo>
                    <a:pt x="127" y="398"/>
                  </a:lnTo>
                  <a:lnTo>
                    <a:pt x="128" y="395"/>
                  </a:lnTo>
                  <a:lnTo>
                    <a:pt x="129" y="392"/>
                  </a:lnTo>
                  <a:lnTo>
                    <a:pt x="129" y="389"/>
                  </a:lnTo>
                  <a:lnTo>
                    <a:pt x="130" y="385"/>
                  </a:lnTo>
                  <a:lnTo>
                    <a:pt x="131" y="381"/>
                  </a:lnTo>
                  <a:lnTo>
                    <a:pt x="132" y="378"/>
                  </a:lnTo>
                  <a:lnTo>
                    <a:pt x="135" y="374"/>
                  </a:lnTo>
                  <a:lnTo>
                    <a:pt x="136" y="370"/>
                  </a:lnTo>
                  <a:lnTo>
                    <a:pt x="137" y="366"/>
                  </a:lnTo>
                  <a:lnTo>
                    <a:pt x="138" y="361"/>
                  </a:lnTo>
                  <a:lnTo>
                    <a:pt x="140" y="356"/>
                  </a:lnTo>
                  <a:lnTo>
                    <a:pt x="141" y="352"/>
                  </a:lnTo>
                  <a:lnTo>
                    <a:pt x="142" y="348"/>
                  </a:lnTo>
                  <a:lnTo>
                    <a:pt x="143" y="344"/>
                  </a:lnTo>
                  <a:lnTo>
                    <a:pt x="144" y="339"/>
                  </a:lnTo>
                  <a:lnTo>
                    <a:pt x="145" y="336"/>
                  </a:lnTo>
                  <a:lnTo>
                    <a:pt x="146" y="333"/>
                  </a:lnTo>
                  <a:lnTo>
                    <a:pt x="147" y="330"/>
                  </a:lnTo>
                  <a:lnTo>
                    <a:pt x="148" y="327"/>
                  </a:lnTo>
                  <a:lnTo>
                    <a:pt x="149" y="323"/>
                  </a:lnTo>
                  <a:lnTo>
                    <a:pt x="150" y="321"/>
                  </a:lnTo>
                  <a:lnTo>
                    <a:pt x="151" y="318"/>
                  </a:lnTo>
                  <a:lnTo>
                    <a:pt x="151" y="316"/>
                  </a:lnTo>
                  <a:lnTo>
                    <a:pt x="152" y="314"/>
                  </a:lnTo>
                  <a:lnTo>
                    <a:pt x="154" y="311"/>
                  </a:lnTo>
                  <a:lnTo>
                    <a:pt x="154" y="309"/>
                  </a:lnTo>
                  <a:lnTo>
                    <a:pt x="155" y="306"/>
                  </a:lnTo>
                  <a:lnTo>
                    <a:pt x="156" y="304"/>
                  </a:lnTo>
                  <a:lnTo>
                    <a:pt x="157" y="301"/>
                  </a:lnTo>
                  <a:lnTo>
                    <a:pt x="157" y="299"/>
                  </a:lnTo>
                  <a:lnTo>
                    <a:pt x="158" y="295"/>
                  </a:lnTo>
                  <a:lnTo>
                    <a:pt x="159" y="293"/>
                  </a:lnTo>
                  <a:lnTo>
                    <a:pt x="160" y="290"/>
                  </a:lnTo>
                  <a:lnTo>
                    <a:pt x="161" y="286"/>
                  </a:lnTo>
                  <a:lnTo>
                    <a:pt x="162" y="284"/>
                  </a:lnTo>
                  <a:lnTo>
                    <a:pt x="163" y="280"/>
                  </a:lnTo>
                  <a:lnTo>
                    <a:pt x="164" y="277"/>
                  </a:lnTo>
                  <a:lnTo>
                    <a:pt x="165" y="274"/>
                  </a:lnTo>
                  <a:lnTo>
                    <a:pt x="166" y="270"/>
                  </a:lnTo>
                  <a:lnTo>
                    <a:pt x="167" y="265"/>
                  </a:lnTo>
                  <a:lnTo>
                    <a:pt x="169" y="261"/>
                  </a:lnTo>
                  <a:lnTo>
                    <a:pt x="171" y="257"/>
                  </a:lnTo>
                  <a:lnTo>
                    <a:pt x="173" y="252"/>
                  </a:lnTo>
                  <a:lnTo>
                    <a:pt x="174" y="246"/>
                  </a:lnTo>
                  <a:lnTo>
                    <a:pt x="176" y="242"/>
                  </a:lnTo>
                  <a:lnTo>
                    <a:pt x="177" y="239"/>
                  </a:lnTo>
                  <a:lnTo>
                    <a:pt x="178" y="235"/>
                  </a:lnTo>
                  <a:lnTo>
                    <a:pt x="179" y="232"/>
                  </a:lnTo>
                  <a:lnTo>
                    <a:pt x="180" y="228"/>
                  </a:lnTo>
                  <a:lnTo>
                    <a:pt x="180" y="225"/>
                  </a:lnTo>
                  <a:lnTo>
                    <a:pt x="181" y="223"/>
                  </a:lnTo>
                  <a:lnTo>
                    <a:pt x="182" y="220"/>
                  </a:lnTo>
                  <a:lnTo>
                    <a:pt x="183" y="218"/>
                  </a:lnTo>
                  <a:lnTo>
                    <a:pt x="183" y="215"/>
                  </a:lnTo>
                  <a:lnTo>
                    <a:pt x="184" y="213"/>
                  </a:lnTo>
                  <a:lnTo>
                    <a:pt x="184" y="211"/>
                  </a:lnTo>
                  <a:lnTo>
                    <a:pt x="185" y="208"/>
                  </a:lnTo>
                  <a:lnTo>
                    <a:pt x="185" y="204"/>
                  </a:lnTo>
                  <a:lnTo>
                    <a:pt x="186" y="202"/>
                  </a:lnTo>
                  <a:lnTo>
                    <a:pt x="186" y="200"/>
                  </a:lnTo>
                  <a:lnTo>
                    <a:pt x="186" y="198"/>
                  </a:lnTo>
                  <a:lnTo>
                    <a:pt x="187" y="196"/>
                  </a:lnTo>
                  <a:lnTo>
                    <a:pt x="187" y="194"/>
                  </a:lnTo>
                  <a:lnTo>
                    <a:pt x="187" y="192"/>
                  </a:lnTo>
                  <a:lnTo>
                    <a:pt x="188" y="188"/>
                  </a:lnTo>
                  <a:lnTo>
                    <a:pt x="188" y="186"/>
                  </a:lnTo>
                  <a:lnTo>
                    <a:pt x="188" y="183"/>
                  </a:lnTo>
                  <a:lnTo>
                    <a:pt x="188" y="181"/>
                  </a:lnTo>
                  <a:lnTo>
                    <a:pt x="189" y="178"/>
                  </a:lnTo>
                  <a:lnTo>
                    <a:pt x="189" y="175"/>
                  </a:lnTo>
                  <a:lnTo>
                    <a:pt x="189" y="172"/>
                  </a:lnTo>
                  <a:lnTo>
                    <a:pt x="189" y="167"/>
                  </a:lnTo>
                  <a:lnTo>
                    <a:pt x="190" y="164"/>
                  </a:lnTo>
                  <a:lnTo>
                    <a:pt x="190" y="159"/>
                  </a:lnTo>
                  <a:lnTo>
                    <a:pt x="190" y="155"/>
                  </a:lnTo>
                  <a:lnTo>
                    <a:pt x="190" y="152"/>
                  </a:lnTo>
                  <a:lnTo>
                    <a:pt x="192" y="147"/>
                  </a:lnTo>
                  <a:lnTo>
                    <a:pt x="192" y="144"/>
                  </a:lnTo>
                  <a:lnTo>
                    <a:pt x="192" y="141"/>
                  </a:lnTo>
                  <a:lnTo>
                    <a:pt x="192" y="139"/>
                  </a:lnTo>
                  <a:lnTo>
                    <a:pt x="193" y="136"/>
                  </a:lnTo>
                  <a:lnTo>
                    <a:pt x="193" y="134"/>
                  </a:lnTo>
                  <a:lnTo>
                    <a:pt x="193" y="130"/>
                  </a:lnTo>
                  <a:lnTo>
                    <a:pt x="193" y="128"/>
                  </a:lnTo>
                  <a:lnTo>
                    <a:pt x="193" y="126"/>
                  </a:lnTo>
                  <a:lnTo>
                    <a:pt x="194" y="124"/>
                  </a:lnTo>
                  <a:lnTo>
                    <a:pt x="194" y="123"/>
                  </a:lnTo>
                  <a:lnTo>
                    <a:pt x="194" y="121"/>
                  </a:lnTo>
                  <a:lnTo>
                    <a:pt x="194" y="119"/>
                  </a:lnTo>
                  <a:lnTo>
                    <a:pt x="194" y="118"/>
                  </a:lnTo>
                  <a:lnTo>
                    <a:pt x="195" y="115"/>
                  </a:lnTo>
                  <a:lnTo>
                    <a:pt x="195" y="114"/>
                  </a:lnTo>
                  <a:lnTo>
                    <a:pt x="195" y="111"/>
                  </a:lnTo>
                  <a:lnTo>
                    <a:pt x="195" y="110"/>
                  </a:lnTo>
                  <a:lnTo>
                    <a:pt x="196" y="108"/>
                  </a:lnTo>
                  <a:lnTo>
                    <a:pt x="196" y="107"/>
                  </a:lnTo>
                  <a:lnTo>
                    <a:pt x="196" y="105"/>
                  </a:lnTo>
                  <a:lnTo>
                    <a:pt x="196" y="104"/>
                  </a:lnTo>
                  <a:lnTo>
                    <a:pt x="197" y="102"/>
                  </a:lnTo>
                  <a:lnTo>
                    <a:pt x="197" y="100"/>
                  </a:lnTo>
                  <a:lnTo>
                    <a:pt x="197" y="99"/>
                  </a:lnTo>
                  <a:lnTo>
                    <a:pt x="198" y="97"/>
                  </a:lnTo>
                  <a:lnTo>
                    <a:pt x="198" y="95"/>
                  </a:lnTo>
                  <a:lnTo>
                    <a:pt x="199" y="92"/>
                  </a:lnTo>
                  <a:lnTo>
                    <a:pt x="199" y="90"/>
                  </a:lnTo>
                  <a:lnTo>
                    <a:pt x="199" y="87"/>
                  </a:lnTo>
                  <a:lnTo>
                    <a:pt x="200" y="85"/>
                  </a:lnTo>
                  <a:lnTo>
                    <a:pt x="200" y="83"/>
                  </a:lnTo>
                  <a:lnTo>
                    <a:pt x="201" y="81"/>
                  </a:lnTo>
                  <a:lnTo>
                    <a:pt x="201" y="79"/>
                  </a:lnTo>
                  <a:lnTo>
                    <a:pt x="201" y="77"/>
                  </a:lnTo>
                  <a:lnTo>
                    <a:pt x="202" y="75"/>
                  </a:lnTo>
                  <a:lnTo>
                    <a:pt x="202" y="73"/>
                  </a:lnTo>
                  <a:lnTo>
                    <a:pt x="202" y="71"/>
                  </a:lnTo>
                  <a:lnTo>
                    <a:pt x="202" y="68"/>
                  </a:lnTo>
                  <a:lnTo>
                    <a:pt x="203" y="67"/>
                  </a:lnTo>
                  <a:lnTo>
                    <a:pt x="203" y="65"/>
                  </a:lnTo>
                  <a:lnTo>
                    <a:pt x="203" y="64"/>
                  </a:lnTo>
                  <a:lnTo>
                    <a:pt x="203" y="62"/>
                  </a:lnTo>
                  <a:lnTo>
                    <a:pt x="203" y="60"/>
                  </a:lnTo>
                  <a:lnTo>
                    <a:pt x="203" y="58"/>
                  </a:lnTo>
                  <a:lnTo>
                    <a:pt x="203" y="56"/>
                  </a:lnTo>
                  <a:lnTo>
                    <a:pt x="203" y="55"/>
                  </a:lnTo>
                  <a:lnTo>
                    <a:pt x="203" y="51"/>
                  </a:lnTo>
                  <a:lnTo>
                    <a:pt x="203" y="49"/>
                  </a:lnTo>
                  <a:lnTo>
                    <a:pt x="203" y="47"/>
                  </a:lnTo>
                  <a:lnTo>
                    <a:pt x="203" y="44"/>
                  </a:lnTo>
                  <a:lnTo>
                    <a:pt x="203" y="42"/>
                  </a:lnTo>
                  <a:lnTo>
                    <a:pt x="203" y="39"/>
                  </a:lnTo>
                  <a:lnTo>
                    <a:pt x="203" y="36"/>
                  </a:lnTo>
                  <a:lnTo>
                    <a:pt x="203" y="32"/>
                  </a:lnTo>
                  <a:lnTo>
                    <a:pt x="203" y="28"/>
                  </a:lnTo>
                  <a:lnTo>
                    <a:pt x="202" y="24"/>
                  </a:lnTo>
                  <a:lnTo>
                    <a:pt x="202" y="20"/>
                  </a:lnTo>
                  <a:lnTo>
                    <a:pt x="202" y="14"/>
                  </a:lnTo>
                  <a:lnTo>
                    <a:pt x="202" y="10"/>
                  </a:lnTo>
                  <a:lnTo>
                    <a:pt x="201" y="5"/>
                  </a:lnTo>
                  <a:lnTo>
                    <a:pt x="20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29">
              <a:extLst>
                <a:ext uri="{FF2B5EF4-FFF2-40B4-BE49-F238E27FC236}">
                  <a16:creationId xmlns:a16="http://schemas.microsoft.com/office/drawing/2014/main" id="{0C1DB9AD-8A21-4CA7-80AE-0EE4C246C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250" y="3911600"/>
              <a:ext cx="2460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35">
              <a:extLst>
                <a:ext uri="{FF2B5EF4-FFF2-40B4-BE49-F238E27FC236}">
                  <a16:creationId xmlns:a16="http://schemas.microsoft.com/office/drawing/2014/main" id="{A465CCAD-1013-4918-87A3-9EBD4AC5C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5138" y="2635250"/>
              <a:ext cx="2571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36">
              <a:extLst>
                <a:ext uri="{FF2B5EF4-FFF2-40B4-BE49-F238E27FC236}">
                  <a16:creationId xmlns:a16="http://schemas.microsoft.com/office/drawing/2014/main" id="{F2D0AE6F-EA79-45C1-B2D9-77970A9C11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5138" y="2870200"/>
              <a:ext cx="25717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37">
              <a:extLst>
                <a:ext uri="{FF2B5EF4-FFF2-40B4-BE49-F238E27FC236}">
                  <a16:creationId xmlns:a16="http://schemas.microsoft.com/office/drawing/2014/main" id="{89CC250D-1020-4AE9-B279-B6742B010F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73488" y="2762250"/>
              <a:ext cx="128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>
              <a:extLst>
                <a:ext uri="{FF2B5EF4-FFF2-40B4-BE49-F238E27FC236}">
                  <a16:creationId xmlns:a16="http://schemas.microsoft.com/office/drawing/2014/main" id="{68DACFF1-4F87-46E9-910B-FCC1A0021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075" y="2762250"/>
              <a:ext cx="255588" cy="384175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9">
              <a:extLst>
                <a:ext uri="{FF2B5EF4-FFF2-40B4-BE49-F238E27FC236}">
                  <a16:creationId xmlns:a16="http://schemas.microsoft.com/office/drawing/2014/main" id="{E3745079-C768-4BB9-A1D2-F9D90CA56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550" y="3421063"/>
              <a:ext cx="392113" cy="382587"/>
            </a:xfrm>
            <a:custGeom>
              <a:avLst/>
              <a:gdLst>
                <a:gd name="T0" fmla="*/ 2147483646 w 247"/>
                <a:gd name="T1" fmla="*/ 0 h 241"/>
                <a:gd name="T2" fmla="*/ 2147483646 w 247"/>
                <a:gd name="T3" fmla="*/ 0 h 241"/>
                <a:gd name="T4" fmla="*/ 2147483646 w 247"/>
                <a:gd name="T5" fmla="*/ 2147483646 h 241"/>
                <a:gd name="T6" fmla="*/ 0 w 247"/>
                <a:gd name="T7" fmla="*/ 2147483646 h 24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241"/>
                <a:gd name="T14" fmla="*/ 247 w 247"/>
                <a:gd name="T15" fmla="*/ 241 h 24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241">
                  <a:moveTo>
                    <a:pt x="247" y="0"/>
                  </a:moveTo>
                  <a:lnTo>
                    <a:pt x="167" y="0"/>
                  </a:lnTo>
                  <a:lnTo>
                    <a:pt x="167" y="241"/>
                  </a:lnTo>
                  <a:lnTo>
                    <a:pt x="0" y="24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40">
              <a:extLst>
                <a:ext uri="{FF2B5EF4-FFF2-40B4-BE49-F238E27FC236}">
                  <a16:creationId xmlns:a16="http://schemas.microsoft.com/office/drawing/2014/main" id="{6F904F85-3A5F-4E14-B42F-EB36A8ADE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37125" y="3282950"/>
              <a:ext cx="5175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41">
              <a:extLst>
                <a:ext uri="{FF2B5EF4-FFF2-40B4-BE49-F238E27FC236}">
                  <a16:creationId xmlns:a16="http://schemas.microsoft.com/office/drawing/2014/main" id="{B1476DC3-6C30-47C9-955E-C743F8ACA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138" y="2251075"/>
              <a:ext cx="3363912" cy="1552575"/>
            </a:xfrm>
            <a:custGeom>
              <a:avLst/>
              <a:gdLst>
                <a:gd name="T0" fmla="*/ 0 w 10592"/>
                <a:gd name="T1" fmla="*/ 0 h 4892"/>
                <a:gd name="T2" fmla="*/ 0 w 10592"/>
                <a:gd name="T3" fmla="*/ 0 h 4892"/>
                <a:gd name="T4" fmla="*/ 0 w 10592"/>
                <a:gd name="T5" fmla="*/ 0 h 4892"/>
                <a:gd name="T6" fmla="*/ 0 w 10592"/>
                <a:gd name="T7" fmla="*/ 0 h 48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92"/>
                <a:gd name="T13" fmla="*/ 0 h 4892"/>
                <a:gd name="T14" fmla="*/ 10592 w 10592"/>
                <a:gd name="T15" fmla="*/ 4892 h 48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92" h="4892">
                  <a:moveTo>
                    <a:pt x="10592" y="4892"/>
                  </a:moveTo>
                  <a:lnTo>
                    <a:pt x="10592" y="0"/>
                  </a:lnTo>
                  <a:lnTo>
                    <a:pt x="0" y="0"/>
                  </a:lnTo>
                  <a:lnTo>
                    <a:pt x="0" y="1209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42">
              <a:extLst>
                <a:ext uri="{FF2B5EF4-FFF2-40B4-BE49-F238E27FC236}">
                  <a16:creationId xmlns:a16="http://schemas.microsoft.com/office/drawing/2014/main" id="{869EFDD5-9691-42FB-9BE3-24F8BD2E2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325" y="3803650"/>
              <a:ext cx="3143250" cy="512763"/>
            </a:xfrm>
            <a:custGeom>
              <a:avLst/>
              <a:gdLst>
                <a:gd name="T0" fmla="*/ 0 w 10000"/>
                <a:gd name="T1" fmla="*/ 2147483646 h 10000"/>
                <a:gd name="T2" fmla="*/ 2147483646 w 10000"/>
                <a:gd name="T3" fmla="*/ 2147483646 h 10000"/>
                <a:gd name="T4" fmla="*/ 2147483646 w 10000"/>
                <a:gd name="T5" fmla="*/ 0 h 10000"/>
                <a:gd name="T6" fmla="*/ 2147483646 w 10000"/>
                <a:gd name="T7" fmla="*/ 0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0" y="10000"/>
                  </a:moveTo>
                  <a:lnTo>
                    <a:pt x="8668" y="10000"/>
                  </a:lnTo>
                  <a:lnTo>
                    <a:pt x="8668" y="0"/>
                  </a:lnTo>
                  <a:lnTo>
                    <a:pt x="1000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43">
              <a:extLst>
                <a:ext uri="{FF2B5EF4-FFF2-40B4-BE49-F238E27FC236}">
                  <a16:creationId xmlns:a16="http://schemas.microsoft.com/office/drawing/2014/main" id="{621D5380-6DA5-4062-A64C-6E15A0CE5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111875" y="3282950"/>
              <a:ext cx="768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44">
              <a:extLst>
                <a:ext uri="{FF2B5EF4-FFF2-40B4-BE49-F238E27FC236}">
                  <a16:creationId xmlns:a16="http://schemas.microsoft.com/office/drawing/2014/main" id="{8BE7CDCA-19EC-4766-A74D-BD787774C2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11875" y="3803650"/>
              <a:ext cx="7683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45">
              <a:extLst>
                <a:ext uri="{FF2B5EF4-FFF2-40B4-BE49-F238E27FC236}">
                  <a16:creationId xmlns:a16="http://schemas.microsoft.com/office/drawing/2014/main" id="{8C4100D0-C4EE-4A46-95DB-D5FFB7020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5125" y="3676650"/>
              <a:ext cx="36512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47">
              <a:extLst>
                <a:ext uri="{FF2B5EF4-FFF2-40B4-BE49-F238E27FC236}">
                  <a16:creationId xmlns:a16="http://schemas.microsoft.com/office/drawing/2014/main" id="{778ECF44-DF62-45EC-A1B0-E47A67B1D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500" y="3567113"/>
              <a:ext cx="201613" cy="200025"/>
            </a:xfrm>
            <a:custGeom>
              <a:avLst/>
              <a:gdLst>
                <a:gd name="T0" fmla="*/ 0 w 632"/>
                <a:gd name="T1" fmla="*/ 0 h 633"/>
                <a:gd name="T2" fmla="*/ 0 w 632"/>
                <a:gd name="T3" fmla="*/ 0 h 633"/>
                <a:gd name="T4" fmla="*/ 0 w 632"/>
                <a:gd name="T5" fmla="*/ 0 h 633"/>
                <a:gd name="T6" fmla="*/ 0 w 632"/>
                <a:gd name="T7" fmla="*/ 0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2"/>
                <a:gd name="T13" fmla="*/ 0 h 633"/>
                <a:gd name="T14" fmla="*/ 632 w 632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2" h="633">
                  <a:moveTo>
                    <a:pt x="632" y="346"/>
                  </a:moveTo>
                  <a:lnTo>
                    <a:pt x="0" y="633"/>
                  </a:lnTo>
                  <a:lnTo>
                    <a:pt x="0" y="0"/>
                  </a:lnTo>
                  <a:lnTo>
                    <a:pt x="632" y="34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48">
              <a:extLst>
                <a:ext uri="{FF2B5EF4-FFF2-40B4-BE49-F238E27FC236}">
                  <a16:creationId xmlns:a16="http://schemas.microsoft.com/office/drawing/2014/main" id="{634CBF4D-D7A4-41D2-ABC7-146D0CAD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500" y="3567113"/>
              <a:ext cx="201613" cy="200025"/>
            </a:xfrm>
            <a:custGeom>
              <a:avLst/>
              <a:gdLst>
                <a:gd name="T0" fmla="*/ 0 w 632"/>
                <a:gd name="T1" fmla="*/ 0 h 633"/>
                <a:gd name="T2" fmla="*/ 0 w 632"/>
                <a:gd name="T3" fmla="*/ 0 h 633"/>
                <a:gd name="T4" fmla="*/ 0 w 632"/>
                <a:gd name="T5" fmla="*/ 0 h 633"/>
                <a:gd name="T6" fmla="*/ 0 w 632"/>
                <a:gd name="T7" fmla="*/ 0 h 6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2"/>
                <a:gd name="T13" fmla="*/ 0 h 633"/>
                <a:gd name="T14" fmla="*/ 632 w 632"/>
                <a:gd name="T15" fmla="*/ 633 h 6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2" h="633">
                  <a:moveTo>
                    <a:pt x="632" y="346"/>
                  </a:moveTo>
                  <a:lnTo>
                    <a:pt x="0" y="633"/>
                  </a:lnTo>
                  <a:lnTo>
                    <a:pt x="0" y="0"/>
                  </a:lnTo>
                  <a:lnTo>
                    <a:pt x="632" y="346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50">
              <a:extLst>
                <a:ext uri="{FF2B5EF4-FFF2-40B4-BE49-F238E27FC236}">
                  <a16:creationId xmlns:a16="http://schemas.microsoft.com/office/drawing/2014/main" id="{A8C42615-859A-41AC-9668-0B4EEA798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050" y="3633788"/>
              <a:ext cx="84138" cy="84137"/>
            </a:xfrm>
            <a:custGeom>
              <a:avLst/>
              <a:gdLst>
                <a:gd name="T0" fmla="*/ 0 w 262"/>
                <a:gd name="T1" fmla="*/ 0 h 262"/>
                <a:gd name="T2" fmla="*/ 0 w 262"/>
                <a:gd name="T3" fmla="*/ 0 h 262"/>
                <a:gd name="T4" fmla="*/ 0 w 262"/>
                <a:gd name="T5" fmla="*/ 0 h 262"/>
                <a:gd name="T6" fmla="*/ 0 w 262"/>
                <a:gd name="T7" fmla="*/ 0 h 262"/>
                <a:gd name="T8" fmla="*/ 0 w 262"/>
                <a:gd name="T9" fmla="*/ 0 h 262"/>
                <a:gd name="T10" fmla="*/ 0 w 262"/>
                <a:gd name="T11" fmla="*/ 0 h 262"/>
                <a:gd name="T12" fmla="*/ 0 w 262"/>
                <a:gd name="T13" fmla="*/ 0 h 262"/>
                <a:gd name="T14" fmla="*/ 0 w 262"/>
                <a:gd name="T15" fmla="*/ 0 h 262"/>
                <a:gd name="T16" fmla="*/ 0 w 262"/>
                <a:gd name="T17" fmla="*/ 0 h 262"/>
                <a:gd name="T18" fmla="*/ 0 w 262"/>
                <a:gd name="T19" fmla="*/ 0 h 262"/>
                <a:gd name="T20" fmla="*/ 0 w 262"/>
                <a:gd name="T21" fmla="*/ 0 h 262"/>
                <a:gd name="T22" fmla="*/ 0 w 262"/>
                <a:gd name="T23" fmla="*/ 0 h 262"/>
                <a:gd name="T24" fmla="*/ 0 w 262"/>
                <a:gd name="T25" fmla="*/ 0 h 262"/>
                <a:gd name="T26" fmla="*/ 0 w 262"/>
                <a:gd name="T27" fmla="*/ 0 h 262"/>
                <a:gd name="T28" fmla="*/ 0 w 262"/>
                <a:gd name="T29" fmla="*/ 0 h 262"/>
                <a:gd name="T30" fmla="*/ 0 w 262"/>
                <a:gd name="T31" fmla="*/ 0 h 262"/>
                <a:gd name="T32" fmla="*/ 0 w 262"/>
                <a:gd name="T33" fmla="*/ 0 h 262"/>
                <a:gd name="T34" fmla="*/ 0 w 262"/>
                <a:gd name="T35" fmla="*/ 0 h 262"/>
                <a:gd name="T36" fmla="*/ 0 w 262"/>
                <a:gd name="T37" fmla="*/ 0 h 262"/>
                <a:gd name="T38" fmla="*/ 0 w 262"/>
                <a:gd name="T39" fmla="*/ 0 h 262"/>
                <a:gd name="T40" fmla="*/ 0 w 262"/>
                <a:gd name="T41" fmla="*/ 0 h 262"/>
                <a:gd name="T42" fmla="*/ 0 w 262"/>
                <a:gd name="T43" fmla="*/ 0 h 262"/>
                <a:gd name="T44" fmla="*/ 0 w 262"/>
                <a:gd name="T45" fmla="*/ 0 h 262"/>
                <a:gd name="T46" fmla="*/ 0 w 262"/>
                <a:gd name="T47" fmla="*/ 0 h 262"/>
                <a:gd name="T48" fmla="*/ 0 w 262"/>
                <a:gd name="T49" fmla="*/ 0 h 262"/>
                <a:gd name="T50" fmla="*/ 0 w 262"/>
                <a:gd name="T51" fmla="*/ 0 h 262"/>
                <a:gd name="T52" fmla="*/ 0 w 262"/>
                <a:gd name="T53" fmla="*/ 0 h 262"/>
                <a:gd name="T54" fmla="*/ 0 w 262"/>
                <a:gd name="T55" fmla="*/ 0 h 262"/>
                <a:gd name="T56" fmla="*/ 0 w 262"/>
                <a:gd name="T57" fmla="*/ 0 h 262"/>
                <a:gd name="T58" fmla="*/ 0 w 262"/>
                <a:gd name="T59" fmla="*/ 0 h 262"/>
                <a:gd name="T60" fmla="*/ 0 w 262"/>
                <a:gd name="T61" fmla="*/ 0 h 262"/>
                <a:gd name="T62" fmla="*/ 0 w 262"/>
                <a:gd name="T63" fmla="*/ 0 h 262"/>
                <a:gd name="T64" fmla="*/ 0 w 262"/>
                <a:gd name="T65" fmla="*/ 0 h 262"/>
                <a:gd name="T66" fmla="*/ 0 w 262"/>
                <a:gd name="T67" fmla="*/ 0 h 262"/>
                <a:gd name="T68" fmla="*/ 0 w 262"/>
                <a:gd name="T69" fmla="*/ 0 h 262"/>
                <a:gd name="T70" fmla="*/ 0 w 262"/>
                <a:gd name="T71" fmla="*/ 0 h 262"/>
                <a:gd name="T72" fmla="*/ 0 w 262"/>
                <a:gd name="T73" fmla="*/ 0 h 262"/>
                <a:gd name="T74" fmla="*/ 0 w 262"/>
                <a:gd name="T75" fmla="*/ 0 h 262"/>
                <a:gd name="T76" fmla="*/ 0 w 262"/>
                <a:gd name="T77" fmla="*/ 0 h 262"/>
                <a:gd name="T78" fmla="*/ 0 w 262"/>
                <a:gd name="T79" fmla="*/ 0 h 262"/>
                <a:gd name="T80" fmla="*/ 0 w 262"/>
                <a:gd name="T81" fmla="*/ 0 h 262"/>
                <a:gd name="T82" fmla="*/ 0 w 262"/>
                <a:gd name="T83" fmla="*/ 0 h 262"/>
                <a:gd name="T84" fmla="*/ 0 w 262"/>
                <a:gd name="T85" fmla="*/ 0 h 262"/>
                <a:gd name="T86" fmla="*/ 0 w 262"/>
                <a:gd name="T87" fmla="*/ 0 h 26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62"/>
                <a:gd name="T133" fmla="*/ 0 h 262"/>
                <a:gd name="T134" fmla="*/ 262 w 262"/>
                <a:gd name="T135" fmla="*/ 262 h 26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62" h="262">
                  <a:moveTo>
                    <a:pt x="131" y="0"/>
                  </a:moveTo>
                  <a:lnTo>
                    <a:pt x="124" y="0"/>
                  </a:lnTo>
                  <a:lnTo>
                    <a:pt x="118" y="0"/>
                  </a:lnTo>
                  <a:lnTo>
                    <a:pt x="111" y="2"/>
                  </a:lnTo>
                  <a:lnTo>
                    <a:pt x="106" y="3"/>
                  </a:lnTo>
                  <a:lnTo>
                    <a:pt x="98" y="5"/>
                  </a:lnTo>
                  <a:lnTo>
                    <a:pt x="92" y="6"/>
                  </a:lnTo>
                  <a:lnTo>
                    <a:pt x="85" y="8"/>
                  </a:lnTo>
                  <a:lnTo>
                    <a:pt x="80" y="10"/>
                  </a:lnTo>
                  <a:lnTo>
                    <a:pt x="74" y="13"/>
                  </a:lnTo>
                  <a:lnTo>
                    <a:pt x="69" y="15"/>
                  </a:lnTo>
                  <a:lnTo>
                    <a:pt x="63" y="18"/>
                  </a:lnTo>
                  <a:lnTo>
                    <a:pt x="57" y="22"/>
                  </a:lnTo>
                  <a:lnTo>
                    <a:pt x="53" y="26"/>
                  </a:lnTo>
                  <a:lnTo>
                    <a:pt x="48" y="29"/>
                  </a:lnTo>
                  <a:lnTo>
                    <a:pt x="43" y="34"/>
                  </a:lnTo>
                  <a:lnTo>
                    <a:pt x="38" y="38"/>
                  </a:lnTo>
                  <a:lnTo>
                    <a:pt x="34" y="43"/>
                  </a:lnTo>
                  <a:lnTo>
                    <a:pt x="31" y="48"/>
                  </a:lnTo>
                  <a:lnTo>
                    <a:pt x="26" y="52"/>
                  </a:lnTo>
                  <a:lnTo>
                    <a:pt x="23" y="57"/>
                  </a:lnTo>
                  <a:lnTo>
                    <a:pt x="19" y="63"/>
                  </a:lnTo>
                  <a:lnTo>
                    <a:pt x="16" y="68"/>
                  </a:lnTo>
                  <a:lnTo>
                    <a:pt x="13" y="73"/>
                  </a:lnTo>
                  <a:lnTo>
                    <a:pt x="10" y="81"/>
                  </a:lnTo>
                  <a:lnTo>
                    <a:pt x="7" y="86"/>
                  </a:lnTo>
                  <a:lnTo>
                    <a:pt x="5" y="92"/>
                  </a:lnTo>
                  <a:lnTo>
                    <a:pt x="4" y="99"/>
                  </a:lnTo>
                  <a:lnTo>
                    <a:pt x="2" y="104"/>
                  </a:lnTo>
                  <a:lnTo>
                    <a:pt x="1" y="110"/>
                  </a:lnTo>
                  <a:lnTo>
                    <a:pt x="1" y="116"/>
                  </a:lnTo>
                  <a:lnTo>
                    <a:pt x="0" y="125"/>
                  </a:lnTo>
                  <a:lnTo>
                    <a:pt x="0" y="131"/>
                  </a:lnTo>
                  <a:lnTo>
                    <a:pt x="0" y="138"/>
                  </a:lnTo>
                  <a:lnTo>
                    <a:pt x="1" y="144"/>
                  </a:lnTo>
                  <a:lnTo>
                    <a:pt x="1" y="150"/>
                  </a:lnTo>
                  <a:lnTo>
                    <a:pt x="2" y="157"/>
                  </a:lnTo>
                  <a:lnTo>
                    <a:pt x="4" y="163"/>
                  </a:lnTo>
                  <a:lnTo>
                    <a:pt x="5" y="170"/>
                  </a:lnTo>
                  <a:lnTo>
                    <a:pt x="7" y="175"/>
                  </a:lnTo>
                  <a:lnTo>
                    <a:pt x="10" y="182"/>
                  </a:lnTo>
                  <a:lnTo>
                    <a:pt x="13" y="187"/>
                  </a:lnTo>
                  <a:lnTo>
                    <a:pt x="16" y="192"/>
                  </a:lnTo>
                  <a:lnTo>
                    <a:pt x="19" y="199"/>
                  </a:lnTo>
                  <a:lnTo>
                    <a:pt x="23" y="203"/>
                  </a:lnTo>
                  <a:lnTo>
                    <a:pt x="26" y="208"/>
                  </a:lnTo>
                  <a:lnTo>
                    <a:pt x="31" y="215"/>
                  </a:lnTo>
                  <a:lnTo>
                    <a:pt x="34" y="219"/>
                  </a:lnTo>
                  <a:lnTo>
                    <a:pt x="38" y="223"/>
                  </a:lnTo>
                  <a:lnTo>
                    <a:pt x="43" y="227"/>
                  </a:lnTo>
                  <a:lnTo>
                    <a:pt x="48" y="231"/>
                  </a:lnTo>
                  <a:lnTo>
                    <a:pt x="53" y="236"/>
                  </a:lnTo>
                  <a:lnTo>
                    <a:pt x="57" y="239"/>
                  </a:lnTo>
                  <a:lnTo>
                    <a:pt x="63" y="242"/>
                  </a:lnTo>
                  <a:lnTo>
                    <a:pt x="69" y="245"/>
                  </a:lnTo>
                  <a:lnTo>
                    <a:pt x="74" y="248"/>
                  </a:lnTo>
                  <a:lnTo>
                    <a:pt x="80" y="250"/>
                  </a:lnTo>
                  <a:lnTo>
                    <a:pt x="85" y="252"/>
                  </a:lnTo>
                  <a:lnTo>
                    <a:pt x="92" y="255"/>
                  </a:lnTo>
                  <a:lnTo>
                    <a:pt x="98" y="258"/>
                  </a:lnTo>
                  <a:lnTo>
                    <a:pt x="106" y="259"/>
                  </a:lnTo>
                  <a:lnTo>
                    <a:pt x="111" y="260"/>
                  </a:lnTo>
                  <a:lnTo>
                    <a:pt x="118" y="261"/>
                  </a:lnTo>
                  <a:lnTo>
                    <a:pt x="124" y="262"/>
                  </a:lnTo>
                  <a:lnTo>
                    <a:pt x="131" y="262"/>
                  </a:lnTo>
                  <a:lnTo>
                    <a:pt x="137" y="262"/>
                  </a:lnTo>
                  <a:lnTo>
                    <a:pt x="143" y="261"/>
                  </a:lnTo>
                  <a:lnTo>
                    <a:pt x="151" y="260"/>
                  </a:lnTo>
                  <a:lnTo>
                    <a:pt x="157" y="259"/>
                  </a:lnTo>
                  <a:lnTo>
                    <a:pt x="164" y="258"/>
                  </a:lnTo>
                  <a:lnTo>
                    <a:pt x="170" y="255"/>
                  </a:lnTo>
                  <a:lnTo>
                    <a:pt x="176" y="252"/>
                  </a:lnTo>
                  <a:lnTo>
                    <a:pt x="181" y="250"/>
                  </a:lnTo>
                  <a:lnTo>
                    <a:pt x="187" y="248"/>
                  </a:lnTo>
                  <a:lnTo>
                    <a:pt x="193" y="245"/>
                  </a:lnTo>
                  <a:lnTo>
                    <a:pt x="199" y="242"/>
                  </a:lnTo>
                  <a:lnTo>
                    <a:pt x="205" y="239"/>
                  </a:lnTo>
                  <a:lnTo>
                    <a:pt x="209" y="236"/>
                  </a:lnTo>
                  <a:lnTo>
                    <a:pt x="214" y="231"/>
                  </a:lnTo>
                  <a:lnTo>
                    <a:pt x="218" y="227"/>
                  </a:lnTo>
                  <a:lnTo>
                    <a:pt x="223" y="223"/>
                  </a:lnTo>
                  <a:lnTo>
                    <a:pt x="228" y="219"/>
                  </a:lnTo>
                  <a:lnTo>
                    <a:pt x="231" y="215"/>
                  </a:lnTo>
                  <a:lnTo>
                    <a:pt x="235" y="208"/>
                  </a:lnTo>
                  <a:lnTo>
                    <a:pt x="238" y="203"/>
                  </a:lnTo>
                  <a:lnTo>
                    <a:pt x="243" y="199"/>
                  </a:lnTo>
                  <a:lnTo>
                    <a:pt x="246" y="192"/>
                  </a:lnTo>
                  <a:lnTo>
                    <a:pt x="249" y="187"/>
                  </a:lnTo>
                  <a:lnTo>
                    <a:pt x="251" y="182"/>
                  </a:lnTo>
                  <a:lnTo>
                    <a:pt x="254" y="175"/>
                  </a:lnTo>
                  <a:lnTo>
                    <a:pt x="256" y="170"/>
                  </a:lnTo>
                  <a:lnTo>
                    <a:pt x="257" y="163"/>
                  </a:lnTo>
                  <a:lnTo>
                    <a:pt x="258" y="157"/>
                  </a:lnTo>
                  <a:lnTo>
                    <a:pt x="261" y="150"/>
                  </a:lnTo>
                  <a:lnTo>
                    <a:pt x="261" y="144"/>
                  </a:lnTo>
                  <a:lnTo>
                    <a:pt x="262" y="138"/>
                  </a:lnTo>
                  <a:lnTo>
                    <a:pt x="262" y="131"/>
                  </a:lnTo>
                  <a:lnTo>
                    <a:pt x="262" y="125"/>
                  </a:lnTo>
                  <a:lnTo>
                    <a:pt x="261" y="116"/>
                  </a:lnTo>
                  <a:lnTo>
                    <a:pt x="261" y="110"/>
                  </a:lnTo>
                  <a:lnTo>
                    <a:pt x="258" y="104"/>
                  </a:lnTo>
                  <a:lnTo>
                    <a:pt x="257" y="99"/>
                  </a:lnTo>
                  <a:lnTo>
                    <a:pt x="256" y="92"/>
                  </a:lnTo>
                  <a:lnTo>
                    <a:pt x="254" y="86"/>
                  </a:lnTo>
                  <a:lnTo>
                    <a:pt x="251" y="81"/>
                  </a:lnTo>
                  <a:lnTo>
                    <a:pt x="249" y="73"/>
                  </a:lnTo>
                  <a:lnTo>
                    <a:pt x="246" y="68"/>
                  </a:lnTo>
                  <a:lnTo>
                    <a:pt x="243" y="63"/>
                  </a:lnTo>
                  <a:lnTo>
                    <a:pt x="238" y="57"/>
                  </a:lnTo>
                  <a:lnTo>
                    <a:pt x="235" y="52"/>
                  </a:lnTo>
                  <a:lnTo>
                    <a:pt x="231" y="48"/>
                  </a:lnTo>
                  <a:lnTo>
                    <a:pt x="228" y="43"/>
                  </a:lnTo>
                  <a:lnTo>
                    <a:pt x="223" y="38"/>
                  </a:lnTo>
                  <a:lnTo>
                    <a:pt x="218" y="34"/>
                  </a:lnTo>
                  <a:lnTo>
                    <a:pt x="214" y="29"/>
                  </a:lnTo>
                  <a:lnTo>
                    <a:pt x="209" y="26"/>
                  </a:lnTo>
                  <a:lnTo>
                    <a:pt x="205" y="22"/>
                  </a:lnTo>
                  <a:lnTo>
                    <a:pt x="199" y="18"/>
                  </a:lnTo>
                  <a:lnTo>
                    <a:pt x="193" y="15"/>
                  </a:lnTo>
                  <a:lnTo>
                    <a:pt x="187" y="13"/>
                  </a:lnTo>
                  <a:lnTo>
                    <a:pt x="181" y="10"/>
                  </a:lnTo>
                  <a:lnTo>
                    <a:pt x="176" y="8"/>
                  </a:lnTo>
                  <a:lnTo>
                    <a:pt x="170" y="6"/>
                  </a:lnTo>
                  <a:lnTo>
                    <a:pt x="164" y="5"/>
                  </a:lnTo>
                  <a:lnTo>
                    <a:pt x="157" y="3"/>
                  </a:lnTo>
                  <a:lnTo>
                    <a:pt x="151" y="2"/>
                  </a:lnTo>
                  <a:lnTo>
                    <a:pt x="143" y="0"/>
                  </a:lnTo>
                  <a:lnTo>
                    <a:pt x="137" y="0"/>
                  </a:lnTo>
                  <a:lnTo>
                    <a:pt x="131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51">
              <a:extLst>
                <a:ext uri="{FF2B5EF4-FFF2-40B4-BE49-F238E27FC236}">
                  <a16:creationId xmlns:a16="http://schemas.microsoft.com/office/drawing/2014/main" id="{A8298236-04BB-427F-9B36-6C1533A8E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138" y="3275013"/>
              <a:ext cx="3619500" cy="1296987"/>
            </a:xfrm>
            <a:custGeom>
              <a:avLst/>
              <a:gdLst>
                <a:gd name="T0" fmla="*/ 0 w 11398"/>
                <a:gd name="T1" fmla="*/ 0 h 4086"/>
                <a:gd name="T2" fmla="*/ 0 w 11398"/>
                <a:gd name="T3" fmla="*/ 0 h 4086"/>
                <a:gd name="T4" fmla="*/ 0 w 11398"/>
                <a:gd name="T5" fmla="*/ 0 h 4086"/>
                <a:gd name="T6" fmla="*/ 0 w 11398"/>
                <a:gd name="T7" fmla="*/ 0 h 40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398"/>
                <a:gd name="T13" fmla="*/ 0 h 4086"/>
                <a:gd name="T14" fmla="*/ 11398 w 11398"/>
                <a:gd name="T15" fmla="*/ 4086 h 40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398" h="4086">
                  <a:moveTo>
                    <a:pt x="11398" y="0"/>
                  </a:moveTo>
                  <a:lnTo>
                    <a:pt x="11398" y="4086"/>
                  </a:lnTo>
                  <a:lnTo>
                    <a:pt x="0" y="4086"/>
                  </a:lnTo>
                  <a:lnTo>
                    <a:pt x="0" y="2071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52">
              <a:extLst>
                <a:ext uri="{FF2B5EF4-FFF2-40B4-BE49-F238E27FC236}">
                  <a16:creationId xmlns:a16="http://schemas.microsoft.com/office/drawing/2014/main" id="{C9716AFC-0C2A-4ED0-833A-5A2B32259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0000" y="3786188"/>
              <a:ext cx="36513" cy="36512"/>
            </a:xfrm>
            <a:custGeom>
              <a:avLst/>
              <a:gdLst>
                <a:gd name="T0" fmla="*/ 0 w 115"/>
                <a:gd name="T1" fmla="*/ 0 h 116"/>
                <a:gd name="T2" fmla="*/ 0 w 115"/>
                <a:gd name="T3" fmla="*/ 0 h 116"/>
                <a:gd name="T4" fmla="*/ 0 w 115"/>
                <a:gd name="T5" fmla="*/ 0 h 116"/>
                <a:gd name="T6" fmla="*/ 0 w 115"/>
                <a:gd name="T7" fmla="*/ 0 h 116"/>
                <a:gd name="T8" fmla="*/ 0 w 115"/>
                <a:gd name="T9" fmla="*/ 0 h 116"/>
                <a:gd name="T10" fmla="*/ 0 w 115"/>
                <a:gd name="T11" fmla="*/ 0 h 116"/>
                <a:gd name="T12" fmla="*/ 0 w 115"/>
                <a:gd name="T13" fmla="*/ 0 h 116"/>
                <a:gd name="T14" fmla="*/ 0 w 115"/>
                <a:gd name="T15" fmla="*/ 0 h 116"/>
                <a:gd name="T16" fmla="*/ 0 w 115"/>
                <a:gd name="T17" fmla="*/ 0 h 116"/>
                <a:gd name="T18" fmla="*/ 0 w 115"/>
                <a:gd name="T19" fmla="*/ 0 h 116"/>
                <a:gd name="T20" fmla="*/ 0 w 115"/>
                <a:gd name="T21" fmla="*/ 0 h 116"/>
                <a:gd name="T22" fmla="*/ 0 w 115"/>
                <a:gd name="T23" fmla="*/ 0 h 116"/>
                <a:gd name="T24" fmla="*/ 0 w 115"/>
                <a:gd name="T25" fmla="*/ 0 h 116"/>
                <a:gd name="T26" fmla="*/ 0 w 115"/>
                <a:gd name="T27" fmla="*/ 0 h 116"/>
                <a:gd name="T28" fmla="*/ 0 w 115"/>
                <a:gd name="T29" fmla="*/ 0 h 116"/>
                <a:gd name="T30" fmla="*/ 0 w 115"/>
                <a:gd name="T31" fmla="*/ 0 h 116"/>
                <a:gd name="T32" fmla="*/ 0 w 115"/>
                <a:gd name="T33" fmla="*/ 0 h 116"/>
                <a:gd name="T34" fmla="*/ 0 w 115"/>
                <a:gd name="T35" fmla="*/ 0 h 116"/>
                <a:gd name="T36" fmla="*/ 0 w 115"/>
                <a:gd name="T37" fmla="*/ 0 h 116"/>
                <a:gd name="T38" fmla="*/ 0 w 115"/>
                <a:gd name="T39" fmla="*/ 0 h 116"/>
                <a:gd name="T40" fmla="*/ 0 w 115"/>
                <a:gd name="T41" fmla="*/ 0 h 116"/>
                <a:gd name="T42" fmla="*/ 0 w 115"/>
                <a:gd name="T43" fmla="*/ 0 h 116"/>
                <a:gd name="T44" fmla="*/ 0 w 115"/>
                <a:gd name="T45" fmla="*/ 0 h 116"/>
                <a:gd name="T46" fmla="*/ 0 w 115"/>
                <a:gd name="T47" fmla="*/ 0 h 116"/>
                <a:gd name="T48" fmla="*/ 0 w 115"/>
                <a:gd name="T49" fmla="*/ 0 h 116"/>
                <a:gd name="T50" fmla="*/ 0 w 115"/>
                <a:gd name="T51" fmla="*/ 0 h 116"/>
                <a:gd name="T52" fmla="*/ 0 w 115"/>
                <a:gd name="T53" fmla="*/ 0 h 116"/>
                <a:gd name="T54" fmla="*/ 0 w 115"/>
                <a:gd name="T55" fmla="*/ 0 h 116"/>
                <a:gd name="T56" fmla="*/ 0 w 115"/>
                <a:gd name="T57" fmla="*/ 0 h 116"/>
                <a:gd name="T58" fmla="*/ 0 w 115"/>
                <a:gd name="T59" fmla="*/ 0 h 116"/>
                <a:gd name="T60" fmla="*/ 0 w 115"/>
                <a:gd name="T61" fmla="*/ 0 h 116"/>
                <a:gd name="T62" fmla="*/ 0 w 115"/>
                <a:gd name="T63" fmla="*/ 0 h 116"/>
                <a:gd name="T64" fmla="*/ 0 w 115"/>
                <a:gd name="T65" fmla="*/ 0 h 116"/>
                <a:gd name="T66" fmla="*/ 0 w 115"/>
                <a:gd name="T67" fmla="*/ 0 h 116"/>
                <a:gd name="T68" fmla="*/ 0 w 115"/>
                <a:gd name="T69" fmla="*/ 0 h 116"/>
                <a:gd name="T70" fmla="*/ 0 w 115"/>
                <a:gd name="T71" fmla="*/ 0 h 116"/>
                <a:gd name="T72" fmla="*/ 0 w 115"/>
                <a:gd name="T73" fmla="*/ 0 h 116"/>
                <a:gd name="T74" fmla="*/ 0 w 115"/>
                <a:gd name="T75" fmla="*/ 0 h 116"/>
                <a:gd name="T76" fmla="*/ 0 w 115"/>
                <a:gd name="T77" fmla="*/ 0 h 116"/>
                <a:gd name="T78" fmla="*/ 0 w 115"/>
                <a:gd name="T79" fmla="*/ 0 h 116"/>
                <a:gd name="T80" fmla="*/ 0 w 115"/>
                <a:gd name="T81" fmla="*/ 0 h 116"/>
                <a:gd name="T82" fmla="*/ 0 w 115"/>
                <a:gd name="T83" fmla="*/ 0 h 116"/>
                <a:gd name="T84" fmla="*/ 0 w 115"/>
                <a:gd name="T85" fmla="*/ 0 h 116"/>
                <a:gd name="T86" fmla="*/ 0 w 115"/>
                <a:gd name="T87" fmla="*/ 0 h 116"/>
                <a:gd name="T88" fmla="*/ 0 w 115"/>
                <a:gd name="T89" fmla="*/ 0 h 116"/>
                <a:gd name="T90" fmla="*/ 0 w 115"/>
                <a:gd name="T91" fmla="*/ 0 h 116"/>
                <a:gd name="T92" fmla="*/ 0 w 115"/>
                <a:gd name="T93" fmla="*/ 0 h 116"/>
                <a:gd name="T94" fmla="*/ 0 w 115"/>
                <a:gd name="T95" fmla="*/ 0 h 116"/>
                <a:gd name="T96" fmla="*/ 0 w 115"/>
                <a:gd name="T97" fmla="*/ 0 h 116"/>
                <a:gd name="T98" fmla="*/ 0 w 115"/>
                <a:gd name="T99" fmla="*/ 0 h 116"/>
                <a:gd name="T100" fmla="*/ 0 w 115"/>
                <a:gd name="T101" fmla="*/ 0 h 116"/>
                <a:gd name="T102" fmla="*/ 0 w 115"/>
                <a:gd name="T103" fmla="*/ 0 h 116"/>
                <a:gd name="T104" fmla="*/ 0 w 115"/>
                <a:gd name="T105" fmla="*/ 0 h 116"/>
                <a:gd name="T106" fmla="*/ 0 w 115"/>
                <a:gd name="T107" fmla="*/ 0 h 116"/>
                <a:gd name="T108" fmla="*/ 0 w 115"/>
                <a:gd name="T109" fmla="*/ 0 h 116"/>
                <a:gd name="T110" fmla="*/ 0 w 115"/>
                <a:gd name="T111" fmla="*/ 0 h 11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115"/>
                <a:gd name="T169" fmla="*/ 0 h 116"/>
                <a:gd name="T170" fmla="*/ 115 w 115"/>
                <a:gd name="T171" fmla="*/ 116 h 11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115" h="116">
                  <a:moveTo>
                    <a:pt x="0" y="46"/>
                  </a:moveTo>
                  <a:lnTo>
                    <a:pt x="0" y="70"/>
                  </a:lnTo>
                  <a:lnTo>
                    <a:pt x="0" y="67"/>
                  </a:lnTo>
                  <a:lnTo>
                    <a:pt x="1" y="63"/>
                  </a:lnTo>
                  <a:lnTo>
                    <a:pt x="1" y="59"/>
                  </a:lnTo>
                  <a:lnTo>
                    <a:pt x="2" y="55"/>
                  </a:lnTo>
                  <a:lnTo>
                    <a:pt x="2" y="52"/>
                  </a:lnTo>
                  <a:lnTo>
                    <a:pt x="3" y="49"/>
                  </a:lnTo>
                  <a:lnTo>
                    <a:pt x="4" y="46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11" y="34"/>
                  </a:lnTo>
                  <a:lnTo>
                    <a:pt x="12" y="31"/>
                  </a:lnTo>
                  <a:lnTo>
                    <a:pt x="14" y="28"/>
                  </a:lnTo>
                  <a:lnTo>
                    <a:pt x="16" y="26"/>
                  </a:lnTo>
                  <a:lnTo>
                    <a:pt x="18" y="24"/>
                  </a:lnTo>
                  <a:lnTo>
                    <a:pt x="20" y="21"/>
                  </a:lnTo>
                  <a:lnTo>
                    <a:pt x="23" y="19"/>
                  </a:lnTo>
                  <a:lnTo>
                    <a:pt x="26" y="16"/>
                  </a:lnTo>
                  <a:lnTo>
                    <a:pt x="29" y="13"/>
                  </a:lnTo>
                  <a:lnTo>
                    <a:pt x="32" y="11"/>
                  </a:lnTo>
                  <a:lnTo>
                    <a:pt x="34" y="10"/>
                  </a:lnTo>
                  <a:lnTo>
                    <a:pt x="37" y="8"/>
                  </a:lnTo>
                  <a:lnTo>
                    <a:pt x="40" y="7"/>
                  </a:lnTo>
                  <a:lnTo>
                    <a:pt x="43" y="6"/>
                  </a:lnTo>
                  <a:lnTo>
                    <a:pt x="46" y="4"/>
                  </a:lnTo>
                  <a:lnTo>
                    <a:pt x="50" y="3"/>
                  </a:lnTo>
                  <a:lnTo>
                    <a:pt x="53" y="2"/>
                  </a:lnTo>
                  <a:lnTo>
                    <a:pt x="56" y="2"/>
                  </a:lnTo>
                  <a:lnTo>
                    <a:pt x="59" y="1"/>
                  </a:lnTo>
                  <a:lnTo>
                    <a:pt x="62" y="1"/>
                  </a:lnTo>
                  <a:lnTo>
                    <a:pt x="67" y="1"/>
                  </a:lnTo>
                  <a:lnTo>
                    <a:pt x="70" y="0"/>
                  </a:lnTo>
                  <a:lnTo>
                    <a:pt x="46" y="0"/>
                  </a:lnTo>
                  <a:lnTo>
                    <a:pt x="50" y="1"/>
                  </a:lnTo>
                  <a:lnTo>
                    <a:pt x="53" y="1"/>
                  </a:lnTo>
                  <a:lnTo>
                    <a:pt x="56" y="1"/>
                  </a:lnTo>
                  <a:lnTo>
                    <a:pt x="60" y="2"/>
                  </a:lnTo>
                  <a:lnTo>
                    <a:pt x="63" y="2"/>
                  </a:lnTo>
                  <a:lnTo>
                    <a:pt x="67" y="3"/>
                  </a:lnTo>
                  <a:lnTo>
                    <a:pt x="70" y="4"/>
                  </a:lnTo>
                  <a:lnTo>
                    <a:pt x="74" y="6"/>
                  </a:lnTo>
                  <a:lnTo>
                    <a:pt x="76" y="7"/>
                  </a:lnTo>
                  <a:lnTo>
                    <a:pt x="79" y="8"/>
                  </a:lnTo>
                  <a:lnTo>
                    <a:pt x="82" y="10"/>
                  </a:lnTo>
                  <a:lnTo>
                    <a:pt x="86" y="11"/>
                  </a:lnTo>
                  <a:lnTo>
                    <a:pt x="88" y="13"/>
                  </a:lnTo>
                  <a:lnTo>
                    <a:pt x="91" y="16"/>
                  </a:lnTo>
                  <a:lnTo>
                    <a:pt x="93" y="19"/>
                  </a:lnTo>
                  <a:lnTo>
                    <a:pt x="95" y="21"/>
                  </a:lnTo>
                  <a:lnTo>
                    <a:pt x="97" y="24"/>
                  </a:lnTo>
                  <a:lnTo>
                    <a:pt x="99" y="26"/>
                  </a:lnTo>
                  <a:lnTo>
                    <a:pt x="101" y="28"/>
                  </a:lnTo>
                  <a:lnTo>
                    <a:pt x="103" y="31"/>
                  </a:lnTo>
                  <a:lnTo>
                    <a:pt x="106" y="34"/>
                  </a:lnTo>
                  <a:lnTo>
                    <a:pt x="107" y="36"/>
                  </a:lnTo>
                  <a:lnTo>
                    <a:pt x="109" y="40"/>
                  </a:lnTo>
                  <a:lnTo>
                    <a:pt x="110" y="43"/>
                  </a:lnTo>
                  <a:lnTo>
                    <a:pt x="111" y="46"/>
                  </a:lnTo>
                  <a:lnTo>
                    <a:pt x="112" y="49"/>
                  </a:lnTo>
                  <a:lnTo>
                    <a:pt x="113" y="52"/>
                  </a:lnTo>
                  <a:lnTo>
                    <a:pt x="114" y="55"/>
                  </a:lnTo>
                  <a:lnTo>
                    <a:pt x="114" y="59"/>
                  </a:lnTo>
                  <a:lnTo>
                    <a:pt x="115" y="63"/>
                  </a:lnTo>
                  <a:lnTo>
                    <a:pt x="115" y="67"/>
                  </a:lnTo>
                  <a:lnTo>
                    <a:pt x="115" y="70"/>
                  </a:lnTo>
                  <a:lnTo>
                    <a:pt x="115" y="46"/>
                  </a:lnTo>
                  <a:lnTo>
                    <a:pt x="115" y="49"/>
                  </a:lnTo>
                  <a:lnTo>
                    <a:pt x="115" y="52"/>
                  </a:lnTo>
                  <a:lnTo>
                    <a:pt x="114" y="55"/>
                  </a:lnTo>
                  <a:lnTo>
                    <a:pt x="114" y="61"/>
                  </a:lnTo>
                  <a:lnTo>
                    <a:pt x="113" y="64"/>
                  </a:lnTo>
                  <a:lnTo>
                    <a:pt x="112" y="67"/>
                  </a:lnTo>
                  <a:lnTo>
                    <a:pt x="111" y="70"/>
                  </a:lnTo>
                  <a:lnTo>
                    <a:pt x="110" y="73"/>
                  </a:lnTo>
                  <a:lnTo>
                    <a:pt x="109" y="77"/>
                  </a:lnTo>
                  <a:lnTo>
                    <a:pt x="107" y="79"/>
                  </a:lnTo>
                  <a:lnTo>
                    <a:pt x="106" y="82"/>
                  </a:lnTo>
                  <a:lnTo>
                    <a:pt x="103" y="85"/>
                  </a:lnTo>
                  <a:lnTo>
                    <a:pt x="101" y="87"/>
                  </a:lnTo>
                  <a:lnTo>
                    <a:pt x="99" y="90"/>
                  </a:lnTo>
                  <a:lnTo>
                    <a:pt x="97" y="92"/>
                  </a:lnTo>
                  <a:lnTo>
                    <a:pt x="95" y="94"/>
                  </a:lnTo>
                  <a:lnTo>
                    <a:pt x="93" y="97"/>
                  </a:lnTo>
                  <a:lnTo>
                    <a:pt x="91" y="99"/>
                  </a:lnTo>
                  <a:lnTo>
                    <a:pt x="88" y="101"/>
                  </a:lnTo>
                  <a:lnTo>
                    <a:pt x="86" y="103"/>
                  </a:lnTo>
                  <a:lnTo>
                    <a:pt x="82" y="106"/>
                  </a:lnTo>
                  <a:lnTo>
                    <a:pt x="79" y="107"/>
                  </a:lnTo>
                  <a:lnTo>
                    <a:pt x="76" y="109"/>
                  </a:lnTo>
                  <a:lnTo>
                    <a:pt x="74" y="110"/>
                  </a:lnTo>
                  <a:lnTo>
                    <a:pt x="70" y="111"/>
                  </a:lnTo>
                  <a:lnTo>
                    <a:pt x="67" y="112"/>
                  </a:lnTo>
                  <a:lnTo>
                    <a:pt x="63" y="113"/>
                  </a:lnTo>
                  <a:lnTo>
                    <a:pt x="60" y="114"/>
                  </a:lnTo>
                  <a:lnTo>
                    <a:pt x="56" y="114"/>
                  </a:lnTo>
                  <a:lnTo>
                    <a:pt x="53" y="116"/>
                  </a:lnTo>
                  <a:lnTo>
                    <a:pt x="50" y="116"/>
                  </a:lnTo>
                  <a:lnTo>
                    <a:pt x="46" y="116"/>
                  </a:lnTo>
                  <a:lnTo>
                    <a:pt x="70" y="116"/>
                  </a:lnTo>
                  <a:lnTo>
                    <a:pt x="67" y="116"/>
                  </a:lnTo>
                  <a:lnTo>
                    <a:pt x="62" y="116"/>
                  </a:lnTo>
                  <a:lnTo>
                    <a:pt x="59" y="114"/>
                  </a:lnTo>
                  <a:lnTo>
                    <a:pt x="56" y="114"/>
                  </a:lnTo>
                  <a:lnTo>
                    <a:pt x="53" y="113"/>
                  </a:lnTo>
                  <a:lnTo>
                    <a:pt x="50" y="112"/>
                  </a:lnTo>
                  <a:lnTo>
                    <a:pt x="46" y="111"/>
                  </a:lnTo>
                  <a:lnTo>
                    <a:pt x="43" y="110"/>
                  </a:lnTo>
                  <a:lnTo>
                    <a:pt x="40" y="109"/>
                  </a:lnTo>
                  <a:lnTo>
                    <a:pt x="37" y="107"/>
                  </a:lnTo>
                  <a:lnTo>
                    <a:pt x="34" y="106"/>
                  </a:lnTo>
                  <a:lnTo>
                    <a:pt x="32" y="103"/>
                  </a:lnTo>
                  <a:lnTo>
                    <a:pt x="29" y="101"/>
                  </a:lnTo>
                  <a:lnTo>
                    <a:pt x="26" y="99"/>
                  </a:lnTo>
                  <a:lnTo>
                    <a:pt x="23" y="97"/>
                  </a:lnTo>
                  <a:lnTo>
                    <a:pt x="20" y="94"/>
                  </a:lnTo>
                  <a:lnTo>
                    <a:pt x="18" y="92"/>
                  </a:lnTo>
                  <a:lnTo>
                    <a:pt x="16" y="90"/>
                  </a:lnTo>
                  <a:lnTo>
                    <a:pt x="14" y="87"/>
                  </a:lnTo>
                  <a:lnTo>
                    <a:pt x="12" y="85"/>
                  </a:lnTo>
                  <a:lnTo>
                    <a:pt x="11" y="82"/>
                  </a:lnTo>
                  <a:lnTo>
                    <a:pt x="9" y="79"/>
                  </a:lnTo>
                  <a:lnTo>
                    <a:pt x="7" y="77"/>
                  </a:lnTo>
                  <a:lnTo>
                    <a:pt x="5" y="73"/>
                  </a:lnTo>
                  <a:lnTo>
                    <a:pt x="4" y="70"/>
                  </a:lnTo>
                  <a:lnTo>
                    <a:pt x="3" y="67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1" y="55"/>
                  </a:lnTo>
                  <a:lnTo>
                    <a:pt x="1" y="52"/>
                  </a:lnTo>
                  <a:lnTo>
                    <a:pt x="0" y="49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53">
              <a:extLst>
                <a:ext uri="{FF2B5EF4-FFF2-40B4-BE49-F238E27FC236}">
                  <a16:creationId xmlns:a16="http://schemas.microsoft.com/office/drawing/2014/main" id="{3D6BCA5A-D8D4-4329-BA86-F4F3DDC26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5500" y="3575050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5" name="Rectangle 54">
              <a:extLst>
                <a:ext uri="{FF2B5EF4-FFF2-40B4-BE49-F238E27FC236}">
                  <a16:creationId xmlns:a16="http://schemas.microsoft.com/office/drawing/2014/main" id="{C9BF16BF-72E6-40CB-A8EC-32ED2D78B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5163" y="3124200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6" name="Rectangle 56">
              <a:extLst>
                <a:ext uri="{FF2B5EF4-FFF2-40B4-BE49-F238E27FC236}">
                  <a16:creationId xmlns:a16="http://schemas.microsoft.com/office/drawing/2014/main" id="{E68249BA-304E-45CA-9355-BF90ABE44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5638" y="3646488"/>
              <a:ext cx="155575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Q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7" name="Rectangle 57">
              <a:extLst>
                <a:ext uri="{FF2B5EF4-FFF2-40B4-BE49-F238E27FC236}">
                  <a16:creationId xmlns:a16="http://schemas.microsoft.com/office/drawing/2014/main" id="{2A94529E-CCAD-4620-B894-49DFF0536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988" y="2730500"/>
              <a:ext cx="84137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J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8" name="Rectangle 58">
              <a:extLst>
                <a:ext uri="{FF2B5EF4-FFF2-40B4-BE49-F238E27FC236}">
                  <a16:creationId xmlns:a16="http://schemas.microsoft.com/office/drawing/2014/main" id="{257962A3-85D0-4023-8D0E-AFD4FF153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4154488"/>
              <a:ext cx="515938" cy="258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Clock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79" name="Line 87">
              <a:extLst>
                <a:ext uri="{FF2B5EF4-FFF2-40B4-BE49-F238E27FC236}">
                  <a16:creationId xmlns:a16="http://schemas.microsoft.com/office/drawing/2014/main" id="{A46170F5-C359-4B15-8915-3ACEB7F66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925" y="3678238"/>
              <a:ext cx="280988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88">
              <a:extLst>
                <a:ext uri="{FF2B5EF4-FFF2-40B4-BE49-F238E27FC236}">
                  <a16:creationId xmlns:a16="http://schemas.microsoft.com/office/drawing/2014/main" id="{73704DE7-243C-4A8A-964B-29AB11A1D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963" y="2871788"/>
              <a:ext cx="785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90">
              <a:extLst>
                <a:ext uri="{FF2B5EF4-FFF2-40B4-BE49-F238E27FC236}">
                  <a16:creationId xmlns:a16="http://schemas.microsoft.com/office/drawing/2014/main" id="{516FC324-12D8-48B8-8CEE-9E396BACE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088" y="3524250"/>
              <a:ext cx="15557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700" b="0">
                  <a:solidFill>
                    <a:srgbClr val="000000"/>
                  </a:solidFill>
                  <a:latin typeface="Times" panose="02020603050405020304" pitchFamily="18" charset="0"/>
                </a:rPr>
                <a:t>K</a:t>
              </a:r>
              <a:endParaRPr lang="en-US" altLang="en-US" sz="1800" b="0">
                <a:latin typeface="Times" panose="02020603050405020304" pitchFamily="18" charset="0"/>
              </a:endParaRPr>
            </a:p>
          </p:txBody>
        </p:sp>
        <p:sp>
          <p:nvSpPr>
            <p:cNvPr id="82" name="AutoShape 107">
              <a:extLst>
                <a:ext uri="{FF2B5EF4-FFF2-40B4-BE49-F238E27FC236}">
                  <a16:creationId xmlns:a16="http://schemas.microsoft.com/office/drawing/2014/main" id="{7E9D4288-E904-45FF-9D5E-8F1DFD00C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313" y="2546350"/>
              <a:ext cx="503237" cy="43021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3" name="AutoShape 109">
              <a:extLst>
                <a:ext uri="{FF2B5EF4-FFF2-40B4-BE49-F238E27FC236}">
                  <a16:creationId xmlns:a16="http://schemas.microsoft.com/office/drawing/2014/main" id="{AD3F6FC3-F2B8-4DAB-87E5-009C4F12C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313" y="3582988"/>
              <a:ext cx="503237" cy="430212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84" name="Line 110">
              <a:extLst>
                <a:ext uri="{FF2B5EF4-FFF2-40B4-BE49-F238E27FC236}">
                  <a16:creationId xmlns:a16="http://schemas.microsoft.com/office/drawing/2014/main" id="{D66209F5-2F90-450E-AD62-CA6BE70B2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30900" y="3600450"/>
              <a:ext cx="141288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55">
              <a:extLst>
                <a:ext uri="{FF2B5EF4-FFF2-40B4-BE49-F238E27FC236}">
                  <a16:creationId xmlns:a16="http://schemas.microsoft.com/office/drawing/2014/main" id="{E995A102-4687-49ED-8B95-055438F618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08813" y="3659188"/>
              <a:ext cx="141287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9">
              <a:extLst>
                <a:ext uri="{FF2B5EF4-FFF2-40B4-BE49-F238E27FC236}">
                  <a16:creationId xmlns:a16="http://schemas.microsoft.com/office/drawing/2014/main" id="{31384801-8F06-424E-8FD3-817A24522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8288" y="3746500"/>
              <a:ext cx="95250" cy="9525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56" name="Title 1">
            <a:extLst>
              <a:ext uri="{FF2B5EF4-FFF2-40B4-BE49-F238E27FC236}">
                <a16:creationId xmlns:a16="http://schemas.microsoft.com/office/drawing/2014/main" id="{5CBE2F76-8E8C-4FBE-A7B6-C4B7B599E4A4}"/>
              </a:ext>
            </a:extLst>
          </p:cNvPr>
          <p:cNvSpPr txBox="1">
            <a:spLocks/>
          </p:cNvSpPr>
          <p:nvPr/>
        </p:nvSpPr>
        <p:spPr bwMode="auto">
          <a:xfrm>
            <a:off x="0" y="76200"/>
            <a:ext cx="9144000" cy="507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/>
              <a:t>Positive-Edge-Triggered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JK Flip-Flop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02260630-9586-4FFE-A844-FD1D6973225B}"/>
              </a:ext>
            </a:extLst>
          </p:cNvPr>
          <p:cNvSpPr txBox="1">
            <a:spLocks/>
          </p:cNvSpPr>
          <p:nvPr/>
        </p:nvSpPr>
        <p:spPr bwMode="auto">
          <a:xfrm>
            <a:off x="0" y="3430587"/>
            <a:ext cx="9144000" cy="53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0000"/>
                </a:solidFill>
              </a:rPr>
              <a:t>Negative</a:t>
            </a:r>
            <a:r>
              <a:rPr lang="en-US" altLang="en-US" sz="2800" dirty="0"/>
              <a:t>-Edge-Triggered </a:t>
            </a:r>
            <a:r>
              <a:rPr lang="en-US" altLang="en-US" sz="2800" dirty="0">
                <a:solidFill>
                  <a:schemeClr val="accent2"/>
                </a:solidFill>
              </a:rPr>
              <a:t>JK Flip-Flop</a:t>
            </a:r>
          </a:p>
        </p:txBody>
      </p:sp>
      <p:grpSp>
        <p:nvGrpSpPr>
          <p:cNvPr id="87" name="Group 14">
            <a:extLst>
              <a:ext uri="{FF2B5EF4-FFF2-40B4-BE49-F238E27FC236}">
                <a16:creationId xmlns:a16="http://schemas.microsoft.com/office/drawing/2014/main" id="{3E9952A9-4491-4DAE-9D69-31F33903E83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620536"/>
            <a:ext cx="7696200" cy="2806877"/>
            <a:chOff x="113922" y="1885196"/>
            <a:chExt cx="8940811" cy="3531398"/>
          </a:xfrm>
        </p:grpSpPr>
        <p:sp>
          <p:nvSpPr>
            <p:cNvPr id="88" name="Line 5">
              <a:extLst>
                <a:ext uri="{FF2B5EF4-FFF2-40B4-BE49-F238E27FC236}">
                  <a16:creationId xmlns:a16="http://schemas.microsoft.com/office/drawing/2014/main" id="{4C5547C9-FCFD-4109-B4A0-80407449E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68140" y="3125672"/>
              <a:ext cx="305907" cy="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6">
              <a:extLst>
                <a:ext uri="{FF2B5EF4-FFF2-40B4-BE49-F238E27FC236}">
                  <a16:creationId xmlns:a16="http://schemas.microsoft.com/office/drawing/2014/main" id="{61EEAF11-4258-4949-9890-92C619EA73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8140" y="4122939"/>
              <a:ext cx="303030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7">
              <a:extLst>
                <a:ext uri="{FF2B5EF4-FFF2-40B4-BE49-F238E27FC236}">
                  <a16:creationId xmlns:a16="http://schemas.microsoft.com/office/drawing/2014/main" id="{C243D6C2-67B7-4420-8CCD-1B26A39DA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841" y="3249865"/>
              <a:ext cx="1141329" cy="873075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8">
              <a:extLst>
                <a:ext uri="{FF2B5EF4-FFF2-40B4-BE49-F238E27FC236}">
                  <a16:creationId xmlns:a16="http://schemas.microsoft.com/office/drawing/2014/main" id="{BD685057-907E-4F6D-BE86-B0D39DC9B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841" y="3124430"/>
              <a:ext cx="1141329" cy="874316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0">
              <a:extLst>
                <a:ext uri="{FF2B5EF4-FFF2-40B4-BE49-F238E27FC236}">
                  <a16:creationId xmlns:a16="http://schemas.microsoft.com/office/drawing/2014/main" id="{26CAB66D-F5E0-45B4-8B70-CAE91BD6B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815" y="3103317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78D61D67-363E-4FC0-98EC-FF9CD3945C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3783" y="4105552"/>
              <a:ext cx="34774" cy="34774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13">
              <a:extLst>
                <a:ext uri="{FF2B5EF4-FFF2-40B4-BE49-F238E27FC236}">
                  <a16:creationId xmlns:a16="http://schemas.microsoft.com/office/drawing/2014/main" id="{7EC322F7-70A8-4B02-A9B7-DFE969D54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9633" y="4248374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14">
              <a:extLst>
                <a:ext uri="{FF2B5EF4-FFF2-40B4-BE49-F238E27FC236}">
                  <a16:creationId xmlns:a16="http://schemas.microsoft.com/office/drawing/2014/main" id="{1672EECA-7559-44C6-8F0D-85D04D8DB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1334" y="3124430"/>
              <a:ext cx="1242" cy="9985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8881ABB8-AB46-4802-8995-4A091AA29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334" y="4122939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25">
              <a:extLst>
                <a:ext uri="{FF2B5EF4-FFF2-40B4-BE49-F238E27FC236}">
                  <a16:creationId xmlns:a16="http://schemas.microsoft.com/office/drawing/2014/main" id="{62EC1707-9B37-4AEC-989C-7F068B73EE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1170" y="4124180"/>
              <a:ext cx="2877" cy="138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29">
              <a:extLst>
                <a:ext uri="{FF2B5EF4-FFF2-40B4-BE49-F238E27FC236}">
                  <a16:creationId xmlns:a16="http://schemas.microsoft.com/office/drawing/2014/main" id="{34D5D3E0-5504-4DFD-8834-2687B7402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553" y="4201180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9D42BBC2-D4F8-4519-B8E1-F566B7B0E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512" y="4073262"/>
              <a:ext cx="95629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35">
              <a:extLst>
                <a:ext uri="{FF2B5EF4-FFF2-40B4-BE49-F238E27FC236}">
                  <a16:creationId xmlns:a16="http://schemas.microsoft.com/office/drawing/2014/main" id="{DAADB41B-337A-4982-B363-C43D00288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841" y="3998746"/>
              <a:ext cx="249627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40">
              <a:extLst>
                <a:ext uri="{FF2B5EF4-FFF2-40B4-BE49-F238E27FC236}">
                  <a16:creationId xmlns:a16="http://schemas.microsoft.com/office/drawing/2014/main" id="{160A3097-7964-4D83-BCD1-06437BCCC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512" y="3077237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41">
              <a:extLst>
                <a:ext uri="{FF2B5EF4-FFF2-40B4-BE49-F238E27FC236}">
                  <a16:creationId xmlns:a16="http://schemas.microsoft.com/office/drawing/2014/main" id="{A74CFFE5-4331-47F7-8325-6CF55C7E9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633" y="3000237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42">
              <a:extLst>
                <a:ext uri="{FF2B5EF4-FFF2-40B4-BE49-F238E27FC236}">
                  <a16:creationId xmlns:a16="http://schemas.microsoft.com/office/drawing/2014/main" id="{C934A3DE-D2CC-4D2F-A5BD-28E57C5F2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841" y="3249865"/>
              <a:ext cx="249627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44">
              <a:extLst>
                <a:ext uri="{FF2B5EF4-FFF2-40B4-BE49-F238E27FC236}">
                  <a16:creationId xmlns:a16="http://schemas.microsoft.com/office/drawing/2014/main" id="{E2F8994F-52BF-487C-9054-9736735A3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334" y="3124430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45">
              <a:extLst>
                <a:ext uri="{FF2B5EF4-FFF2-40B4-BE49-F238E27FC236}">
                  <a16:creationId xmlns:a16="http://schemas.microsoft.com/office/drawing/2014/main" id="{59F2D531-2C42-49F2-B3ED-580DF4CEA7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1334" y="3124430"/>
              <a:ext cx="230998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51">
              <a:extLst>
                <a:ext uri="{FF2B5EF4-FFF2-40B4-BE49-F238E27FC236}">
                  <a16:creationId xmlns:a16="http://schemas.microsoft.com/office/drawing/2014/main" id="{C3E0BDB1-2F21-44BA-9109-73F885ECD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037" y="2951802"/>
              <a:ext cx="95629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AutoShape 56">
              <a:extLst>
                <a:ext uri="{FF2B5EF4-FFF2-40B4-BE49-F238E27FC236}">
                  <a16:creationId xmlns:a16="http://schemas.microsoft.com/office/drawing/2014/main" id="{EB5215E8-CD4B-4408-8ECA-93543D540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815" y="2786626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8" name="AutoShape 57">
              <a:extLst>
                <a:ext uri="{FF2B5EF4-FFF2-40B4-BE49-F238E27FC236}">
                  <a16:creationId xmlns:a16="http://schemas.microsoft.com/office/drawing/2014/main" id="{9FF1C18C-0B86-4400-AD15-3EC3FF82E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815" y="4037246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09" name="AutoShape 59">
              <a:extLst>
                <a:ext uri="{FF2B5EF4-FFF2-40B4-BE49-F238E27FC236}">
                  <a16:creationId xmlns:a16="http://schemas.microsoft.com/office/drawing/2014/main" id="{ED51791B-FAC4-426A-9B6D-2C058B796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049" y="2910818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0" name="AutoShape 61">
              <a:extLst>
                <a:ext uri="{FF2B5EF4-FFF2-40B4-BE49-F238E27FC236}">
                  <a16:creationId xmlns:a16="http://schemas.microsoft.com/office/drawing/2014/main" id="{E921F589-1B21-4B84-8455-0351AD833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533" y="3909327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11" name="Freeform 64">
              <a:extLst>
                <a:ext uri="{FF2B5EF4-FFF2-40B4-BE49-F238E27FC236}">
                  <a16:creationId xmlns:a16="http://schemas.microsoft.com/office/drawing/2014/main" id="{EAAF3DE8-DCFD-46B6-8C12-D13DAF536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573" y="4103068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5">
              <a:extLst>
                <a:ext uri="{FF2B5EF4-FFF2-40B4-BE49-F238E27FC236}">
                  <a16:creationId xmlns:a16="http://schemas.microsoft.com/office/drawing/2014/main" id="{13669E98-9FE4-4CB0-A8F7-AB278AEE75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80554" y="3124429"/>
              <a:ext cx="730974" cy="12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Line 6">
              <a:extLst>
                <a:ext uri="{FF2B5EF4-FFF2-40B4-BE49-F238E27FC236}">
                  <a16:creationId xmlns:a16="http://schemas.microsoft.com/office/drawing/2014/main" id="{D1C62B74-3D85-4B1E-89BA-2297038CC3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80554" y="4124179"/>
              <a:ext cx="77992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7">
              <a:extLst>
                <a:ext uri="{FF2B5EF4-FFF2-40B4-BE49-F238E27FC236}">
                  <a16:creationId xmlns:a16="http://schemas.microsoft.com/office/drawing/2014/main" id="{EDBA7A73-87E3-485C-B4C7-E002D4154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54" y="3249865"/>
              <a:ext cx="1141328" cy="873075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8">
              <a:extLst>
                <a:ext uri="{FF2B5EF4-FFF2-40B4-BE49-F238E27FC236}">
                  <a16:creationId xmlns:a16="http://schemas.microsoft.com/office/drawing/2014/main" id="{5CBA8918-1DF8-4988-A89A-35D21FA47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54" y="3124430"/>
              <a:ext cx="1141328" cy="874316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2E39DAE2-F709-4A58-B650-FF73F573B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1228" y="3103317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1">
              <a:extLst>
                <a:ext uri="{FF2B5EF4-FFF2-40B4-BE49-F238E27FC236}">
                  <a16:creationId xmlns:a16="http://schemas.microsoft.com/office/drawing/2014/main" id="{5A17D99A-8B38-40A5-9A9F-369ECF3A9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95" y="4105552"/>
              <a:ext cx="34774" cy="34774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3">
              <a:extLst>
                <a:ext uri="{FF2B5EF4-FFF2-40B4-BE49-F238E27FC236}">
                  <a16:creationId xmlns:a16="http://schemas.microsoft.com/office/drawing/2014/main" id="{9F29A7CF-30BB-49E3-A75F-0AD14C1512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2046" y="4248374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4">
              <a:extLst>
                <a:ext uri="{FF2B5EF4-FFF2-40B4-BE49-F238E27FC236}">
                  <a16:creationId xmlns:a16="http://schemas.microsoft.com/office/drawing/2014/main" id="{646DCE24-FA53-475C-8B08-6CCA5145F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43748" y="3124430"/>
              <a:ext cx="1242" cy="9985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0">
              <a:extLst>
                <a:ext uri="{FF2B5EF4-FFF2-40B4-BE49-F238E27FC236}">
                  <a16:creationId xmlns:a16="http://schemas.microsoft.com/office/drawing/2014/main" id="{F08C1DD1-6EB8-4BE0-9948-52160D085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3748" y="4122939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21">
              <a:extLst>
                <a:ext uri="{FF2B5EF4-FFF2-40B4-BE49-F238E27FC236}">
                  <a16:creationId xmlns:a16="http://schemas.microsoft.com/office/drawing/2014/main" id="{1243DD4E-C4E0-4BF1-9D3D-2214CA99B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43748" y="4122939"/>
              <a:ext cx="230998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9">
              <a:extLst>
                <a:ext uri="{FF2B5EF4-FFF2-40B4-BE49-F238E27FC236}">
                  <a16:creationId xmlns:a16="http://schemas.microsoft.com/office/drawing/2014/main" id="{5AE0AE1D-11F4-4D7E-9191-9AECC349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8967" y="4201180"/>
              <a:ext cx="95628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34">
              <a:extLst>
                <a:ext uri="{FF2B5EF4-FFF2-40B4-BE49-F238E27FC236}">
                  <a16:creationId xmlns:a16="http://schemas.microsoft.com/office/drawing/2014/main" id="{B3CDBFFB-B900-4E7D-B7E1-9EB0A211E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4925" y="4073262"/>
              <a:ext cx="95628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35">
              <a:extLst>
                <a:ext uri="{FF2B5EF4-FFF2-40B4-BE49-F238E27FC236}">
                  <a16:creationId xmlns:a16="http://schemas.microsoft.com/office/drawing/2014/main" id="{BEF2A803-ED81-4FF6-B643-820B43C35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2254" y="3998746"/>
              <a:ext cx="249626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40">
              <a:extLst>
                <a:ext uri="{FF2B5EF4-FFF2-40B4-BE49-F238E27FC236}">
                  <a16:creationId xmlns:a16="http://schemas.microsoft.com/office/drawing/2014/main" id="{B1EEAA8C-F4A0-433B-A16B-566697CEE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4925" y="3077237"/>
              <a:ext cx="95628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41">
              <a:extLst>
                <a:ext uri="{FF2B5EF4-FFF2-40B4-BE49-F238E27FC236}">
                  <a16:creationId xmlns:a16="http://schemas.microsoft.com/office/drawing/2014/main" id="{97BFB658-32D8-4124-AE72-3976C0A6D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2046" y="3000237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42">
              <a:extLst>
                <a:ext uri="{FF2B5EF4-FFF2-40B4-BE49-F238E27FC236}">
                  <a16:creationId xmlns:a16="http://schemas.microsoft.com/office/drawing/2014/main" id="{624AA9A6-2390-446F-9DF7-0CEA93C73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2254" y="3249865"/>
              <a:ext cx="249626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44">
              <a:extLst>
                <a:ext uri="{FF2B5EF4-FFF2-40B4-BE49-F238E27FC236}">
                  <a16:creationId xmlns:a16="http://schemas.microsoft.com/office/drawing/2014/main" id="{0FEFB9EE-AB64-4B23-A674-8B52A06DC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3748" y="3124430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45">
              <a:extLst>
                <a:ext uri="{FF2B5EF4-FFF2-40B4-BE49-F238E27FC236}">
                  <a16:creationId xmlns:a16="http://schemas.microsoft.com/office/drawing/2014/main" id="{FABF2626-1D3C-47D8-9E17-8D3687713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43748" y="3124430"/>
              <a:ext cx="230998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51">
              <a:extLst>
                <a:ext uri="{FF2B5EF4-FFF2-40B4-BE49-F238E27FC236}">
                  <a16:creationId xmlns:a16="http://schemas.microsoft.com/office/drawing/2014/main" id="{9D3B3F9E-88DD-436D-A6A5-7707143C8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1451" y="2951802"/>
              <a:ext cx="95628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53">
              <a:extLst>
                <a:ext uri="{FF2B5EF4-FFF2-40B4-BE49-F238E27FC236}">
                  <a16:creationId xmlns:a16="http://schemas.microsoft.com/office/drawing/2014/main" id="{5423BCA8-AA2F-4879-A78A-3F707BA431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93478" y="4226005"/>
              <a:ext cx="129010" cy="33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Rectangle 54">
              <a:extLst>
                <a:ext uri="{FF2B5EF4-FFF2-40B4-BE49-F238E27FC236}">
                  <a16:creationId xmlns:a16="http://schemas.microsoft.com/office/drawing/2014/main" id="{1BF66D3A-79BD-458E-92B1-2C633F287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0734" y="4226005"/>
              <a:ext cx="153999" cy="191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3" name="Rectangle 55">
              <a:extLst>
                <a:ext uri="{FF2B5EF4-FFF2-40B4-BE49-F238E27FC236}">
                  <a16:creationId xmlns:a16="http://schemas.microsoft.com/office/drawing/2014/main" id="{AC80471F-9E9F-4632-998A-41F250272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0734" y="2785881"/>
              <a:ext cx="153999" cy="191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4" name="AutoShape 56">
              <a:extLst>
                <a:ext uri="{FF2B5EF4-FFF2-40B4-BE49-F238E27FC236}">
                  <a16:creationId xmlns:a16="http://schemas.microsoft.com/office/drawing/2014/main" id="{AA8E66C3-86E7-4150-9658-D48C699FE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230" y="2786626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5" name="AutoShape 57">
              <a:extLst>
                <a:ext uri="{FF2B5EF4-FFF2-40B4-BE49-F238E27FC236}">
                  <a16:creationId xmlns:a16="http://schemas.microsoft.com/office/drawing/2014/main" id="{CAFF87B4-A959-40D7-928F-E9FD063F9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230" y="4037246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6" name="AutoShape 59">
              <a:extLst>
                <a:ext uri="{FF2B5EF4-FFF2-40B4-BE49-F238E27FC236}">
                  <a16:creationId xmlns:a16="http://schemas.microsoft.com/office/drawing/2014/main" id="{F3480C64-A956-41C2-B800-A89390E2C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9462" y="2910818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7" name="AutoShape 61">
              <a:extLst>
                <a:ext uri="{FF2B5EF4-FFF2-40B4-BE49-F238E27FC236}">
                  <a16:creationId xmlns:a16="http://schemas.microsoft.com/office/drawing/2014/main" id="{0813AECA-AF55-4E14-BBF5-51B4B15DD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46" y="3909327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38" name="Freeform 64">
              <a:extLst>
                <a:ext uri="{FF2B5EF4-FFF2-40B4-BE49-F238E27FC236}">
                  <a16:creationId xmlns:a16="http://schemas.microsoft.com/office/drawing/2014/main" id="{1877F3A9-42B7-4899-88F3-52D8BC27A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9986" y="4103068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65">
              <a:extLst>
                <a:ext uri="{FF2B5EF4-FFF2-40B4-BE49-F238E27FC236}">
                  <a16:creationId xmlns:a16="http://schemas.microsoft.com/office/drawing/2014/main" id="{76AB926B-5205-41BD-B3FF-328E64FB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1025" y="4101967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Line 14">
              <a:extLst>
                <a:ext uri="{FF2B5EF4-FFF2-40B4-BE49-F238E27FC236}">
                  <a16:creationId xmlns:a16="http://schemas.microsoft.com/office/drawing/2014/main" id="{EB5CA945-CAF7-4AE7-814C-D11D7C5FA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2605" y="4141566"/>
              <a:ext cx="1442" cy="235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Line 14">
              <a:extLst>
                <a:ext uri="{FF2B5EF4-FFF2-40B4-BE49-F238E27FC236}">
                  <a16:creationId xmlns:a16="http://schemas.microsoft.com/office/drawing/2014/main" id="{F4B0D12E-BEB5-4722-B2D1-B9DDE850E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1139" y="2852689"/>
              <a:ext cx="0" cy="2529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Line 14">
              <a:extLst>
                <a:ext uri="{FF2B5EF4-FFF2-40B4-BE49-F238E27FC236}">
                  <a16:creationId xmlns:a16="http://schemas.microsoft.com/office/drawing/2014/main" id="{C44873F1-AE0A-4D66-8846-0455C0BBA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40329" y="4117800"/>
              <a:ext cx="3089" cy="851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Line 13">
              <a:extLst>
                <a:ext uri="{FF2B5EF4-FFF2-40B4-BE49-F238E27FC236}">
                  <a16:creationId xmlns:a16="http://schemas.microsoft.com/office/drawing/2014/main" id="{63EAA0B6-E833-4472-B409-4308F8A560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0611" y="4968796"/>
              <a:ext cx="3490182" cy="325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Line 19">
              <a:extLst>
                <a:ext uri="{FF2B5EF4-FFF2-40B4-BE49-F238E27FC236}">
                  <a16:creationId xmlns:a16="http://schemas.microsoft.com/office/drawing/2014/main" id="{AB873FD3-7ECD-4381-8500-939D740EB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9927" y="4371542"/>
              <a:ext cx="594883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Line 47">
              <a:extLst>
                <a:ext uri="{FF2B5EF4-FFF2-40B4-BE49-F238E27FC236}">
                  <a16:creationId xmlns:a16="http://schemas.microsoft.com/office/drawing/2014/main" id="{C57759D5-FD92-4B35-AED5-C069FE207C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66616" y="2858657"/>
              <a:ext cx="612682" cy="3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65">
              <a:extLst>
                <a:ext uri="{FF2B5EF4-FFF2-40B4-BE49-F238E27FC236}">
                  <a16:creationId xmlns:a16="http://schemas.microsoft.com/office/drawing/2014/main" id="{99E762AE-7691-4C83-9D62-11ECC9AA8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221" y="3422636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6">
              <a:extLst>
                <a:ext uri="{FF2B5EF4-FFF2-40B4-BE49-F238E27FC236}">
                  <a16:creationId xmlns:a16="http://schemas.microsoft.com/office/drawing/2014/main" id="{FCF0CF72-4355-4711-8C10-D11152BB98B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43382" y="2820462"/>
              <a:ext cx="1422534" cy="38193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13">
              <a:extLst>
                <a:ext uri="{FF2B5EF4-FFF2-40B4-BE49-F238E27FC236}">
                  <a16:creationId xmlns:a16="http://schemas.microsoft.com/office/drawing/2014/main" id="{4AB84ACB-C782-48CE-AD4E-6A7F412F55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450971" y="4286599"/>
              <a:ext cx="114776" cy="7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29">
              <a:extLst>
                <a:ext uri="{FF2B5EF4-FFF2-40B4-BE49-F238E27FC236}">
                  <a16:creationId xmlns:a16="http://schemas.microsoft.com/office/drawing/2014/main" id="{F3D6B364-6211-411A-90D0-C23BD24DA99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460056" y="4140999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Isosceles Triangle 11">
              <a:extLst>
                <a:ext uri="{FF2B5EF4-FFF2-40B4-BE49-F238E27FC236}">
                  <a16:creationId xmlns:a16="http://schemas.microsoft.com/office/drawing/2014/main" id="{C0F4D62D-FFA0-4274-825C-439B3C15E4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368096" y="3837403"/>
              <a:ext cx="286884" cy="29806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1" name="Line 13">
              <a:extLst>
                <a:ext uri="{FF2B5EF4-FFF2-40B4-BE49-F238E27FC236}">
                  <a16:creationId xmlns:a16="http://schemas.microsoft.com/office/drawing/2014/main" id="{751787F0-5E5F-4A16-AD3C-60B6A2F733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015545" y="3353481"/>
              <a:ext cx="986719" cy="3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65">
              <a:extLst>
                <a:ext uri="{FF2B5EF4-FFF2-40B4-BE49-F238E27FC236}">
                  <a16:creationId xmlns:a16="http://schemas.microsoft.com/office/drawing/2014/main" id="{27DC24C2-0A33-48CF-9E42-95852B885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388" y="2838042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8">
              <a:extLst>
                <a:ext uri="{FF2B5EF4-FFF2-40B4-BE49-F238E27FC236}">
                  <a16:creationId xmlns:a16="http://schemas.microsoft.com/office/drawing/2014/main" id="{3BBEE3E9-EBBF-4725-A6A9-6EA8291BE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7979" y="4338042"/>
              <a:ext cx="554353" cy="35767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Line 14">
              <a:extLst>
                <a:ext uri="{FF2B5EF4-FFF2-40B4-BE49-F238E27FC236}">
                  <a16:creationId xmlns:a16="http://schemas.microsoft.com/office/drawing/2014/main" id="{535CB2C2-E977-4DE2-A277-A4ECF0EF9A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0612" y="3437994"/>
              <a:ext cx="0" cy="15360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65">
              <a:extLst>
                <a:ext uri="{FF2B5EF4-FFF2-40B4-BE49-F238E27FC236}">
                  <a16:creationId xmlns:a16="http://schemas.microsoft.com/office/drawing/2014/main" id="{F3C3DFE3-EC6D-4FD6-8787-8F4485546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816" y="3429186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Line 4">
              <a:extLst>
                <a:ext uri="{FF2B5EF4-FFF2-40B4-BE49-F238E27FC236}">
                  <a16:creationId xmlns:a16="http://schemas.microsoft.com/office/drawing/2014/main" id="{AEE97976-66AE-4D04-83E9-2286F94463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4713" y="3443208"/>
              <a:ext cx="422568" cy="8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7" name="Group 11">
              <a:extLst>
                <a:ext uri="{FF2B5EF4-FFF2-40B4-BE49-F238E27FC236}">
                  <a16:creationId xmlns:a16="http://schemas.microsoft.com/office/drawing/2014/main" id="{4D4365F1-AD20-421B-A128-ECEFA4710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102" y="3051784"/>
              <a:ext cx="406498" cy="286885"/>
              <a:chOff x="413297" y="3403777"/>
              <a:chExt cx="406498" cy="286885"/>
            </a:xfrm>
          </p:grpSpPr>
          <p:sp>
            <p:nvSpPr>
              <p:cNvPr id="183" name="Freeform 29">
                <a:extLst>
                  <a:ext uri="{FF2B5EF4-FFF2-40B4-BE49-F238E27FC236}">
                    <a16:creationId xmlns:a16="http://schemas.microsoft.com/office/drawing/2014/main" id="{2E1C493F-5797-40C1-AE83-0631360190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166" y="3500027"/>
                <a:ext cx="95629" cy="95629"/>
              </a:xfrm>
              <a:custGeom>
                <a:avLst/>
                <a:gdLst>
                  <a:gd name="T0" fmla="*/ 0 w 155"/>
                  <a:gd name="T1" fmla="*/ 0 h 155"/>
                  <a:gd name="T2" fmla="*/ 0 w 155"/>
                  <a:gd name="T3" fmla="*/ 0 h 155"/>
                  <a:gd name="T4" fmla="*/ 0 w 155"/>
                  <a:gd name="T5" fmla="*/ 0 h 155"/>
                  <a:gd name="T6" fmla="*/ 0 w 155"/>
                  <a:gd name="T7" fmla="*/ 0 h 155"/>
                  <a:gd name="T8" fmla="*/ 0 w 155"/>
                  <a:gd name="T9" fmla="*/ 0 h 155"/>
                  <a:gd name="T10" fmla="*/ 0 w 155"/>
                  <a:gd name="T11" fmla="*/ 0 h 155"/>
                  <a:gd name="T12" fmla="*/ 0 w 155"/>
                  <a:gd name="T13" fmla="*/ 0 h 155"/>
                  <a:gd name="T14" fmla="*/ 0 w 155"/>
                  <a:gd name="T15" fmla="*/ 0 h 155"/>
                  <a:gd name="T16" fmla="*/ 0 w 155"/>
                  <a:gd name="T17" fmla="*/ 0 h 155"/>
                  <a:gd name="T18" fmla="*/ 0 w 155"/>
                  <a:gd name="T19" fmla="*/ 0 h 155"/>
                  <a:gd name="T20" fmla="*/ 0 w 155"/>
                  <a:gd name="T21" fmla="*/ 0 h 155"/>
                  <a:gd name="T22" fmla="*/ 0 w 155"/>
                  <a:gd name="T23" fmla="*/ 0 h 155"/>
                  <a:gd name="T24" fmla="*/ 0 w 155"/>
                  <a:gd name="T25" fmla="*/ 0 h 155"/>
                  <a:gd name="T26" fmla="*/ 0 w 155"/>
                  <a:gd name="T27" fmla="*/ 0 h 155"/>
                  <a:gd name="T28" fmla="*/ 0 w 155"/>
                  <a:gd name="T29" fmla="*/ 0 h 155"/>
                  <a:gd name="T30" fmla="*/ 0 w 155"/>
                  <a:gd name="T31" fmla="*/ 0 h 155"/>
                  <a:gd name="T32" fmla="*/ 0 w 155"/>
                  <a:gd name="T33" fmla="*/ 0 h 155"/>
                  <a:gd name="T34" fmla="*/ 0 w 155"/>
                  <a:gd name="T35" fmla="*/ 0 h 155"/>
                  <a:gd name="T36" fmla="*/ 0 w 155"/>
                  <a:gd name="T37" fmla="*/ 0 h 155"/>
                  <a:gd name="T38" fmla="*/ 0 w 155"/>
                  <a:gd name="T39" fmla="*/ 0 h 155"/>
                  <a:gd name="T40" fmla="*/ 0 w 155"/>
                  <a:gd name="T41" fmla="*/ 0 h 155"/>
                  <a:gd name="T42" fmla="*/ 0 w 155"/>
                  <a:gd name="T43" fmla="*/ 0 h 155"/>
                  <a:gd name="T44" fmla="*/ 0 w 155"/>
                  <a:gd name="T45" fmla="*/ 0 h 155"/>
                  <a:gd name="T46" fmla="*/ 0 w 155"/>
                  <a:gd name="T47" fmla="*/ 0 h 155"/>
                  <a:gd name="T48" fmla="*/ 0 w 155"/>
                  <a:gd name="T49" fmla="*/ 0 h 155"/>
                  <a:gd name="T50" fmla="*/ 0 w 155"/>
                  <a:gd name="T51" fmla="*/ 0 h 155"/>
                  <a:gd name="T52" fmla="*/ 0 w 155"/>
                  <a:gd name="T53" fmla="*/ 0 h 155"/>
                  <a:gd name="T54" fmla="*/ 0 w 155"/>
                  <a:gd name="T55" fmla="*/ 0 h 155"/>
                  <a:gd name="T56" fmla="*/ 0 w 155"/>
                  <a:gd name="T57" fmla="*/ 0 h 155"/>
                  <a:gd name="T58" fmla="*/ 0 w 155"/>
                  <a:gd name="T59" fmla="*/ 0 h 155"/>
                  <a:gd name="T60" fmla="*/ 0 w 155"/>
                  <a:gd name="T61" fmla="*/ 0 h 155"/>
                  <a:gd name="T62" fmla="*/ 0 w 155"/>
                  <a:gd name="T63" fmla="*/ 0 h 155"/>
                  <a:gd name="T64" fmla="*/ 0 w 155"/>
                  <a:gd name="T65" fmla="*/ 0 h 155"/>
                  <a:gd name="T66" fmla="*/ 0 w 155"/>
                  <a:gd name="T67" fmla="*/ 0 h 155"/>
                  <a:gd name="T68" fmla="*/ 0 w 155"/>
                  <a:gd name="T69" fmla="*/ 0 h 155"/>
                  <a:gd name="T70" fmla="*/ 0 w 155"/>
                  <a:gd name="T71" fmla="*/ 0 h 155"/>
                  <a:gd name="T72" fmla="*/ 0 w 155"/>
                  <a:gd name="T73" fmla="*/ 0 h 155"/>
                  <a:gd name="T74" fmla="*/ 0 w 155"/>
                  <a:gd name="T75" fmla="*/ 0 h 155"/>
                  <a:gd name="T76" fmla="*/ 0 w 155"/>
                  <a:gd name="T77" fmla="*/ 0 h 155"/>
                  <a:gd name="T78" fmla="*/ 0 w 155"/>
                  <a:gd name="T79" fmla="*/ 0 h 155"/>
                  <a:gd name="T80" fmla="*/ 0 w 155"/>
                  <a:gd name="T81" fmla="*/ 0 h 155"/>
                  <a:gd name="T82" fmla="*/ 0 w 155"/>
                  <a:gd name="T83" fmla="*/ 0 h 155"/>
                  <a:gd name="T84" fmla="*/ 0 w 155"/>
                  <a:gd name="T85" fmla="*/ 0 h 155"/>
                  <a:gd name="T86" fmla="*/ 0 w 155"/>
                  <a:gd name="T87" fmla="*/ 0 h 15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55"/>
                  <a:gd name="T133" fmla="*/ 0 h 155"/>
                  <a:gd name="T134" fmla="*/ 155 w 155"/>
                  <a:gd name="T135" fmla="*/ 155 h 15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55" h="155">
                    <a:moveTo>
                      <a:pt x="78" y="0"/>
                    </a:moveTo>
                    <a:lnTo>
                      <a:pt x="74" y="0"/>
                    </a:lnTo>
                    <a:lnTo>
                      <a:pt x="69" y="0"/>
                    </a:lnTo>
                    <a:lnTo>
                      <a:pt x="65" y="1"/>
                    </a:lnTo>
                    <a:lnTo>
                      <a:pt x="62" y="1"/>
                    </a:lnTo>
                    <a:lnTo>
                      <a:pt x="58" y="3"/>
                    </a:lnTo>
                    <a:lnTo>
                      <a:pt x="55" y="4"/>
                    </a:lnTo>
                    <a:lnTo>
                      <a:pt x="51" y="4"/>
                    </a:lnTo>
                    <a:lnTo>
                      <a:pt x="48" y="5"/>
                    </a:lnTo>
                    <a:lnTo>
                      <a:pt x="43" y="8"/>
                    </a:lnTo>
                    <a:lnTo>
                      <a:pt x="41" y="10"/>
                    </a:lnTo>
                    <a:lnTo>
                      <a:pt x="38" y="11"/>
                    </a:lnTo>
                    <a:lnTo>
                      <a:pt x="33" y="13"/>
                    </a:lnTo>
                    <a:lnTo>
                      <a:pt x="31" y="16"/>
                    </a:lnTo>
                    <a:lnTo>
                      <a:pt x="28" y="18"/>
                    </a:lnTo>
                    <a:lnTo>
                      <a:pt x="25" y="20"/>
                    </a:lnTo>
                    <a:lnTo>
                      <a:pt x="23" y="23"/>
                    </a:lnTo>
                    <a:lnTo>
                      <a:pt x="20" y="26"/>
                    </a:lnTo>
                    <a:lnTo>
                      <a:pt x="18" y="28"/>
                    </a:lnTo>
                    <a:lnTo>
                      <a:pt x="15" y="31"/>
                    </a:lnTo>
                    <a:lnTo>
                      <a:pt x="13" y="34"/>
                    </a:lnTo>
                    <a:lnTo>
                      <a:pt x="12" y="37"/>
                    </a:lnTo>
                    <a:lnTo>
                      <a:pt x="9" y="40"/>
                    </a:lnTo>
                    <a:lnTo>
                      <a:pt x="8" y="44"/>
                    </a:lnTo>
                    <a:lnTo>
                      <a:pt x="6" y="47"/>
                    </a:lnTo>
                    <a:lnTo>
                      <a:pt x="5" y="51"/>
                    </a:lnTo>
                    <a:lnTo>
                      <a:pt x="3" y="54"/>
                    </a:lnTo>
                    <a:lnTo>
                      <a:pt x="2" y="59"/>
                    </a:lnTo>
                    <a:lnTo>
                      <a:pt x="2" y="61"/>
                    </a:lnTo>
                    <a:lnTo>
                      <a:pt x="0" y="66"/>
                    </a:lnTo>
                    <a:lnTo>
                      <a:pt x="0" y="70"/>
                    </a:lnTo>
                    <a:lnTo>
                      <a:pt x="0" y="73"/>
                    </a:lnTo>
                    <a:lnTo>
                      <a:pt x="0" y="77"/>
                    </a:lnTo>
                    <a:lnTo>
                      <a:pt x="0" y="82"/>
                    </a:lnTo>
                    <a:lnTo>
                      <a:pt x="0" y="86"/>
                    </a:lnTo>
                    <a:lnTo>
                      <a:pt x="0" y="89"/>
                    </a:lnTo>
                    <a:lnTo>
                      <a:pt x="2" y="93"/>
                    </a:lnTo>
                    <a:lnTo>
                      <a:pt x="2" y="97"/>
                    </a:lnTo>
                    <a:lnTo>
                      <a:pt x="3" y="100"/>
                    </a:lnTo>
                    <a:lnTo>
                      <a:pt x="5" y="105"/>
                    </a:lnTo>
                    <a:lnTo>
                      <a:pt x="6" y="107"/>
                    </a:lnTo>
                    <a:lnTo>
                      <a:pt x="8" y="112"/>
                    </a:lnTo>
                    <a:lnTo>
                      <a:pt x="9" y="115"/>
                    </a:lnTo>
                    <a:lnTo>
                      <a:pt x="12" y="117"/>
                    </a:lnTo>
                    <a:lnTo>
                      <a:pt x="13" y="120"/>
                    </a:lnTo>
                    <a:lnTo>
                      <a:pt x="15" y="125"/>
                    </a:lnTo>
                    <a:lnTo>
                      <a:pt x="18" y="128"/>
                    </a:lnTo>
                    <a:lnTo>
                      <a:pt x="20" y="130"/>
                    </a:lnTo>
                    <a:lnTo>
                      <a:pt x="23" y="132"/>
                    </a:lnTo>
                    <a:lnTo>
                      <a:pt x="25" y="135"/>
                    </a:lnTo>
                    <a:lnTo>
                      <a:pt x="28" y="138"/>
                    </a:lnTo>
                    <a:lnTo>
                      <a:pt x="31" y="139"/>
                    </a:lnTo>
                    <a:lnTo>
                      <a:pt x="33" y="142"/>
                    </a:lnTo>
                    <a:lnTo>
                      <a:pt x="38" y="143"/>
                    </a:lnTo>
                    <a:lnTo>
                      <a:pt x="41" y="146"/>
                    </a:lnTo>
                    <a:lnTo>
                      <a:pt x="43" y="148"/>
                    </a:lnTo>
                    <a:lnTo>
                      <a:pt x="48" y="149"/>
                    </a:lnTo>
                    <a:lnTo>
                      <a:pt x="51" y="151"/>
                    </a:lnTo>
                    <a:lnTo>
                      <a:pt x="55" y="152"/>
                    </a:lnTo>
                    <a:lnTo>
                      <a:pt x="58" y="153"/>
                    </a:lnTo>
                    <a:lnTo>
                      <a:pt x="62" y="153"/>
                    </a:lnTo>
                    <a:lnTo>
                      <a:pt x="65" y="155"/>
                    </a:lnTo>
                    <a:lnTo>
                      <a:pt x="69" y="155"/>
                    </a:lnTo>
                    <a:lnTo>
                      <a:pt x="74" y="155"/>
                    </a:lnTo>
                    <a:lnTo>
                      <a:pt x="78" y="155"/>
                    </a:lnTo>
                    <a:lnTo>
                      <a:pt x="81" y="155"/>
                    </a:lnTo>
                    <a:lnTo>
                      <a:pt x="85" y="155"/>
                    </a:lnTo>
                    <a:lnTo>
                      <a:pt x="89" y="155"/>
                    </a:lnTo>
                    <a:lnTo>
                      <a:pt x="94" y="153"/>
                    </a:lnTo>
                    <a:lnTo>
                      <a:pt x="97" y="153"/>
                    </a:lnTo>
                    <a:lnTo>
                      <a:pt x="101" y="152"/>
                    </a:lnTo>
                    <a:lnTo>
                      <a:pt x="104" y="151"/>
                    </a:lnTo>
                    <a:lnTo>
                      <a:pt x="108" y="149"/>
                    </a:lnTo>
                    <a:lnTo>
                      <a:pt x="111" y="148"/>
                    </a:lnTo>
                    <a:lnTo>
                      <a:pt x="114" y="146"/>
                    </a:lnTo>
                    <a:lnTo>
                      <a:pt x="118" y="143"/>
                    </a:lnTo>
                    <a:lnTo>
                      <a:pt x="121" y="142"/>
                    </a:lnTo>
                    <a:lnTo>
                      <a:pt x="124" y="139"/>
                    </a:lnTo>
                    <a:lnTo>
                      <a:pt x="127" y="138"/>
                    </a:lnTo>
                    <a:lnTo>
                      <a:pt x="130" y="135"/>
                    </a:lnTo>
                    <a:lnTo>
                      <a:pt x="132" y="132"/>
                    </a:lnTo>
                    <a:lnTo>
                      <a:pt x="135" y="130"/>
                    </a:lnTo>
                    <a:lnTo>
                      <a:pt x="137" y="128"/>
                    </a:lnTo>
                    <a:lnTo>
                      <a:pt x="140" y="125"/>
                    </a:lnTo>
                    <a:lnTo>
                      <a:pt x="141" y="120"/>
                    </a:lnTo>
                    <a:lnTo>
                      <a:pt x="144" y="117"/>
                    </a:lnTo>
                    <a:lnTo>
                      <a:pt x="145" y="115"/>
                    </a:lnTo>
                    <a:lnTo>
                      <a:pt x="147" y="112"/>
                    </a:lnTo>
                    <a:lnTo>
                      <a:pt x="148" y="107"/>
                    </a:lnTo>
                    <a:lnTo>
                      <a:pt x="150" y="105"/>
                    </a:lnTo>
                    <a:lnTo>
                      <a:pt x="151" y="100"/>
                    </a:lnTo>
                    <a:lnTo>
                      <a:pt x="153" y="97"/>
                    </a:lnTo>
                    <a:lnTo>
                      <a:pt x="154" y="93"/>
                    </a:lnTo>
                    <a:lnTo>
                      <a:pt x="154" y="89"/>
                    </a:lnTo>
                    <a:lnTo>
                      <a:pt x="154" y="86"/>
                    </a:lnTo>
                    <a:lnTo>
                      <a:pt x="155" y="82"/>
                    </a:lnTo>
                    <a:lnTo>
                      <a:pt x="155" y="77"/>
                    </a:lnTo>
                    <a:lnTo>
                      <a:pt x="155" y="73"/>
                    </a:lnTo>
                    <a:lnTo>
                      <a:pt x="154" y="70"/>
                    </a:lnTo>
                    <a:lnTo>
                      <a:pt x="154" y="66"/>
                    </a:lnTo>
                    <a:lnTo>
                      <a:pt x="154" y="61"/>
                    </a:lnTo>
                    <a:lnTo>
                      <a:pt x="153" y="59"/>
                    </a:lnTo>
                    <a:lnTo>
                      <a:pt x="151" y="54"/>
                    </a:lnTo>
                    <a:lnTo>
                      <a:pt x="150" y="51"/>
                    </a:lnTo>
                    <a:lnTo>
                      <a:pt x="148" y="47"/>
                    </a:lnTo>
                    <a:lnTo>
                      <a:pt x="147" y="44"/>
                    </a:lnTo>
                    <a:lnTo>
                      <a:pt x="145" y="40"/>
                    </a:lnTo>
                    <a:lnTo>
                      <a:pt x="144" y="37"/>
                    </a:lnTo>
                    <a:lnTo>
                      <a:pt x="141" y="34"/>
                    </a:lnTo>
                    <a:lnTo>
                      <a:pt x="140" y="31"/>
                    </a:lnTo>
                    <a:lnTo>
                      <a:pt x="137" y="28"/>
                    </a:lnTo>
                    <a:lnTo>
                      <a:pt x="135" y="26"/>
                    </a:lnTo>
                    <a:lnTo>
                      <a:pt x="132" y="23"/>
                    </a:lnTo>
                    <a:lnTo>
                      <a:pt x="130" y="20"/>
                    </a:lnTo>
                    <a:lnTo>
                      <a:pt x="127" y="18"/>
                    </a:lnTo>
                    <a:lnTo>
                      <a:pt x="124" y="16"/>
                    </a:lnTo>
                    <a:lnTo>
                      <a:pt x="121" y="13"/>
                    </a:lnTo>
                    <a:lnTo>
                      <a:pt x="118" y="11"/>
                    </a:lnTo>
                    <a:lnTo>
                      <a:pt x="114" y="10"/>
                    </a:lnTo>
                    <a:lnTo>
                      <a:pt x="111" y="8"/>
                    </a:lnTo>
                    <a:lnTo>
                      <a:pt x="108" y="5"/>
                    </a:lnTo>
                    <a:lnTo>
                      <a:pt x="104" y="4"/>
                    </a:lnTo>
                    <a:lnTo>
                      <a:pt x="101" y="4"/>
                    </a:lnTo>
                    <a:lnTo>
                      <a:pt x="97" y="3"/>
                    </a:lnTo>
                    <a:lnTo>
                      <a:pt x="94" y="1"/>
                    </a:lnTo>
                    <a:lnTo>
                      <a:pt x="89" y="1"/>
                    </a:lnTo>
                    <a:lnTo>
                      <a:pt x="85" y="0"/>
                    </a:lnTo>
                    <a:lnTo>
                      <a:pt x="81" y="0"/>
                    </a:lnTo>
                    <a:lnTo>
                      <a:pt x="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Isosceles Triangle 11">
                <a:extLst>
                  <a:ext uri="{FF2B5EF4-FFF2-40B4-BE49-F238E27FC236}">
                    <a16:creationId xmlns:a16="http://schemas.microsoft.com/office/drawing/2014/main" id="{0A1DE6D4-97F7-473E-BEA9-9D1384D97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18885" y="3398189"/>
                <a:ext cx="286885" cy="29806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158" name="AutoShape 57">
              <a:extLst>
                <a:ext uri="{FF2B5EF4-FFF2-40B4-BE49-F238E27FC236}">
                  <a16:creationId xmlns:a16="http://schemas.microsoft.com/office/drawing/2014/main" id="{9F3FE10F-4F0B-4C61-A43D-7D94964E3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699" y="2126267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59" name="AutoShape 57">
              <a:extLst>
                <a:ext uri="{FF2B5EF4-FFF2-40B4-BE49-F238E27FC236}">
                  <a16:creationId xmlns:a16="http://schemas.microsoft.com/office/drawing/2014/main" id="{D83C61FB-66A0-4570-A986-FD9E9F3B7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850" y="3096534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160" name="Group 2">
              <a:extLst>
                <a:ext uri="{FF2B5EF4-FFF2-40B4-BE49-F238E27FC236}">
                  <a16:creationId xmlns:a16="http://schemas.microsoft.com/office/drawing/2014/main" id="{2422378C-C12A-439D-9A51-5E4BDF4C8F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7294" y="2634992"/>
              <a:ext cx="546100" cy="435394"/>
              <a:chOff x="2009398" y="2234432"/>
              <a:chExt cx="546100" cy="435394"/>
            </a:xfrm>
          </p:grpSpPr>
          <p:sp>
            <p:nvSpPr>
              <p:cNvPr id="179" name="Freeform 20">
                <a:extLst>
                  <a:ext uri="{FF2B5EF4-FFF2-40B4-BE49-F238E27FC236}">
                    <a16:creationId xmlns:a16="http://schemas.microsoft.com/office/drawing/2014/main" id="{95ED613C-9A9E-4A3C-A576-2B49FC2EA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398" y="2234432"/>
                <a:ext cx="546100" cy="217487"/>
              </a:xfrm>
              <a:custGeom>
                <a:avLst/>
                <a:gdLst>
                  <a:gd name="T0" fmla="*/ 0 w 1719"/>
                  <a:gd name="T1" fmla="*/ 0 h 685"/>
                  <a:gd name="T2" fmla="*/ 0 w 1719"/>
                  <a:gd name="T3" fmla="*/ 0 h 685"/>
                  <a:gd name="T4" fmla="*/ 0 w 1719"/>
                  <a:gd name="T5" fmla="*/ 0 h 685"/>
                  <a:gd name="T6" fmla="*/ 0 w 1719"/>
                  <a:gd name="T7" fmla="*/ 0 h 685"/>
                  <a:gd name="T8" fmla="*/ 0 w 1719"/>
                  <a:gd name="T9" fmla="*/ 0 h 685"/>
                  <a:gd name="T10" fmla="*/ 0 w 1719"/>
                  <a:gd name="T11" fmla="*/ 0 h 685"/>
                  <a:gd name="T12" fmla="*/ 0 w 1719"/>
                  <a:gd name="T13" fmla="*/ 0 h 685"/>
                  <a:gd name="T14" fmla="*/ 0 w 1719"/>
                  <a:gd name="T15" fmla="*/ 0 h 685"/>
                  <a:gd name="T16" fmla="*/ 0 w 1719"/>
                  <a:gd name="T17" fmla="*/ 0 h 685"/>
                  <a:gd name="T18" fmla="*/ 0 w 1719"/>
                  <a:gd name="T19" fmla="*/ 0 h 685"/>
                  <a:gd name="T20" fmla="*/ 0 w 1719"/>
                  <a:gd name="T21" fmla="*/ 0 h 685"/>
                  <a:gd name="T22" fmla="*/ 0 w 1719"/>
                  <a:gd name="T23" fmla="*/ 0 h 685"/>
                  <a:gd name="T24" fmla="*/ 0 w 1719"/>
                  <a:gd name="T25" fmla="*/ 0 h 685"/>
                  <a:gd name="T26" fmla="*/ 0 w 1719"/>
                  <a:gd name="T27" fmla="*/ 0 h 685"/>
                  <a:gd name="T28" fmla="*/ 0 w 1719"/>
                  <a:gd name="T29" fmla="*/ 0 h 685"/>
                  <a:gd name="T30" fmla="*/ 0 w 1719"/>
                  <a:gd name="T31" fmla="*/ 0 h 685"/>
                  <a:gd name="T32" fmla="*/ 0 w 1719"/>
                  <a:gd name="T33" fmla="*/ 0 h 685"/>
                  <a:gd name="T34" fmla="*/ 0 w 1719"/>
                  <a:gd name="T35" fmla="*/ 0 h 685"/>
                  <a:gd name="T36" fmla="*/ 0 w 1719"/>
                  <a:gd name="T37" fmla="*/ 0 h 685"/>
                  <a:gd name="T38" fmla="*/ 0 w 1719"/>
                  <a:gd name="T39" fmla="*/ 0 h 685"/>
                  <a:gd name="T40" fmla="*/ 0 w 1719"/>
                  <a:gd name="T41" fmla="*/ 0 h 685"/>
                  <a:gd name="T42" fmla="*/ 0 w 1719"/>
                  <a:gd name="T43" fmla="*/ 0 h 685"/>
                  <a:gd name="T44" fmla="*/ 0 w 1719"/>
                  <a:gd name="T45" fmla="*/ 0 h 685"/>
                  <a:gd name="T46" fmla="*/ 0 w 1719"/>
                  <a:gd name="T47" fmla="*/ 0 h 685"/>
                  <a:gd name="T48" fmla="*/ 0 w 1719"/>
                  <a:gd name="T49" fmla="*/ 0 h 685"/>
                  <a:gd name="T50" fmla="*/ 0 w 1719"/>
                  <a:gd name="T51" fmla="*/ 0 h 685"/>
                  <a:gd name="T52" fmla="*/ 0 w 1719"/>
                  <a:gd name="T53" fmla="*/ 0 h 685"/>
                  <a:gd name="T54" fmla="*/ 0 w 1719"/>
                  <a:gd name="T55" fmla="*/ 0 h 685"/>
                  <a:gd name="T56" fmla="*/ 0 w 1719"/>
                  <a:gd name="T57" fmla="*/ 0 h 685"/>
                  <a:gd name="T58" fmla="*/ 0 w 1719"/>
                  <a:gd name="T59" fmla="*/ 0 h 685"/>
                  <a:gd name="T60" fmla="*/ 0 w 1719"/>
                  <a:gd name="T61" fmla="*/ 0 h 685"/>
                  <a:gd name="T62" fmla="*/ 0 w 1719"/>
                  <a:gd name="T63" fmla="*/ 0 h 685"/>
                  <a:gd name="T64" fmla="*/ 0 w 1719"/>
                  <a:gd name="T65" fmla="*/ 0 h 685"/>
                  <a:gd name="T66" fmla="*/ 0 w 1719"/>
                  <a:gd name="T67" fmla="*/ 0 h 685"/>
                  <a:gd name="T68" fmla="*/ 0 w 1719"/>
                  <a:gd name="T69" fmla="*/ 0 h 685"/>
                  <a:gd name="T70" fmla="*/ 0 w 1719"/>
                  <a:gd name="T71" fmla="*/ 0 h 685"/>
                  <a:gd name="T72" fmla="*/ 0 w 1719"/>
                  <a:gd name="T73" fmla="*/ 0 h 685"/>
                  <a:gd name="T74" fmla="*/ 0 w 1719"/>
                  <a:gd name="T75" fmla="*/ 0 h 685"/>
                  <a:gd name="T76" fmla="*/ 0 w 1719"/>
                  <a:gd name="T77" fmla="*/ 0 h 685"/>
                  <a:gd name="T78" fmla="*/ 0 w 1719"/>
                  <a:gd name="T79" fmla="*/ 0 h 685"/>
                  <a:gd name="T80" fmla="*/ 0 w 1719"/>
                  <a:gd name="T81" fmla="*/ 0 h 685"/>
                  <a:gd name="T82" fmla="*/ 0 w 1719"/>
                  <a:gd name="T83" fmla="*/ 0 h 685"/>
                  <a:gd name="T84" fmla="*/ 0 w 1719"/>
                  <a:gd name="T85" fmla="*/ 0 h 685"/>
                  <a:gd name="T86" fmla="*/ 0 w 1719"/>
                  <a:gd name="T87" fmla="*/ 0 h 685"/>
                  <a:gd name="T88" fmla="*/ 0 w 1719"/>
                  <a:gd name="T89" fmla="*/ 0 h 685"/>
                  <a:gd name="T90" fmla="*/ 0 w 1719"/>
                  <a:gd name="T91" fmla="*/ 0 h 685"/>
                  <a:gd name="T92" fmla="*/ 0 w 1719"/>
                  <a:gd name="T93" fmla="*/ 0 h 685"/>
                  <a:gd name="T94" fmla="*/ 0 w 1719"/>
                  <a:gd name="T95" fmla="*/ 0 h 685"/>
                  <a:gd name="T96" fmla="*/ 0 w 1719"/>
                  <a:gd name="T97" fmla="*/ 0 h 685"/>
                  <a:gd name="T98" fmla="*/ 0 w 1719"/>
                  <a:gd name="T99" fmla="*/ 0 h 685"/>
                  <a:gd name="T100" fmla="*/ 0 w 1719"/>
                  <a:gd name="T101" fmla="*/ 0 h 685"/>
                  <a:gd name="T102" fmla="*/ 0 w 1719"/>
                  <a:gd name="T103" fmla="*/ 0 h 685"/>
                  <a:gd name="T104" fmla="*/ 0 w 1719"/>
                  <a:gd name="T105" fmla="*/ 0 h 685"/>
                  <a:gd name="T106" fmla="*/ 0 w 1719"/>
                  <a:gd name="T107" fmla="*/ 0 h 685"/>
                  <a:gd name="T108" fmla="*/ 0 w 1719"/>
                  <a:gd name="T109" fmla="*/ 0 h 685"/>
                  <a:gd name="T110" fmla="*/ 0 w 1719"/>
                  <a:gd name="T111" fmla="*/ 0 h 685"/>
                  <a:gd name="T112" fmla="*/ 0 w 1719"/>
                  <a:gd name="T113" fmla="*/ 0 h 685"/>
                  <a:gd name="T114" fmla="*/ 0 w 1719"/>
                  <a:gd name="T115" fmla="*/ 0 h 685"/>
                  <a:gd name="T116" fmla="*/ 0 w 1719"/>
                  <a:gd name="T117" fmla="*/ 0 h 685"/>
                  <a:gd name="T118" fmla="*/ 0 w 1719"/>
                  <a:gd name="T119" fmla="*/ 0 h 685"/>
                  <a:gd name="T120" fmla="*/ 0 w 1719"/>
                  <a:gd name="T121" fmla="*/ 0 h 6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5"/>
                  <a:gd name="T185" fmla="*/ 1719 w 1719"/>
                  <a:gd name="T186" fmla="*/ 685 h 68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5">
                    <a:moveTo>
                      <a:pt x="0" y="0"/>
                    </a:moveTo>
                    <a:lnTo>
                      <a:pt x="66" y="0"/>
                    </a:lnTo>
                    <a:lnTo>
                      <a:pt x="127" y="0"/>
                    </a:lnTo>
                    <a:lnTo>
                      <a:pt x="184" y="0"/>
                    </a:lnTo>
                    <a:lnTo>
                      <a:pt x="238" y="0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79" y="1"/>
                    </a:lnTo>
                    <a:lnTo>
                      <a:pt x="418" y="1"/>
                    </a:lnTo>
                    <a:lnTo>
                      <a:pt x="455" y="1"/>
                    </a:lnTo>
                    <a:lnTo>
                      <a:pt x="490" y="1"/>
                    </a:lnTo>
                    <a:lnTo>
                      <a:pt x="520" y="1"/>
                    </a:lnTo>
                    <a:lnTo>
                      <a:pt x="549" y="1"/>
                    </a:lnTo>
                    <a:lnTo>
                      <a:pt x="575" y="1"/>
                    </a:lnTo>
                    <a:lnTo>
                      <a:pt x="598" y="1"/>
                    </a:lnTo>
                    <a:lnTo>
                      <a:pt x="620" y="1"/>
                    </a:lnTo>
                    <a:lnTo>
                      <a:pt x="639" y="1"/>
                    </a:lnTo>
                    <a:lnTo>
                      <a:pt x="656" y="1"/>
                    </a:lnTo>
                    <a:lnTo>
                      <a:pt x="671" y="1"/>
                    </a:lnTo>
                    <a:lnTo>
                      <a:pt x="685" y="1"/>
                    </a:lnTo>
                    <a:lnTo>
                      <a:pt x="698" y="1"/>
                    </a:lnTo>
                    <a:lnTo>
                      <a:pt x="708" y="1"/>
                    </a:lnTo>
                    <a:lnTo>
                      <a:pt x="718" y="3"/>
                    </a:lnTo>
                    <a:lnTo>
                      <a:pt x="726" y="3"/>
                    </a:lnTo>
                    <a:lnTo>
                      <a:pt x="733" y="3"/>
                    </a:lnTo>
                    <a:lnTo>
                      <a:pt x="741" y="3"/>
                    </a:lnTo>
                    <a:lnTo>
                      <a:pt x="746" y="3"/>
                    </a:lnTo>
                    <a:lnTo>
                      <a:pt x="751" y="3"/>
                    </a:lnTo>
                    <a:lnTo>
                      <a:pt x="757" y="4"/>
                    </a:lnTo>
                    <a:lnTo>
                      <a:pt x="761" y="4"/>
                    </a:lnTo>
                    <a:lnTo>
                      <a:pt x="765" y="4"/>
                    </a:lnTo>
                    <a:lnTo>
                      <a:pt x="770" y="4"/>
                    </a:lnTo>
                    <a:lnTo>
                      <a:pt x="775" y="5"/>
                    </a:lnTo>
                    <a:lnTo>
                      <a:pt x="780" y="5"/>
                    </a:lnTo>
                    <a:lnTo>
                      <a:pt x="785" y="5"/>
                    </a:lnTo>
                    <a:lnTo>
                      <a:pt x="788" y="6"/>
                    </a:lnTo>
                    <a:lnTo>
                      <a:pt x="792" y="6"/>
                    </a:lnTo>
                    <a:lnTo>
                      <a:pt x="796" y="6"/>
                    </a:lnTo>
                    <a:lnTo>
                      <a:pt x="800" y="6"/>
                    </a:lnTo>
                    <a:lnTo>
                      <a:pt x="803" y="6"/>
                    </a:lnTo>
                    <a:lnTo>
                      <a:pt x="806" y="7"/>
                    </a:lnTo>
                    <a:lnTo>
                      <a:pt x="808" y="7"/>
                    </a:lnTo>
                    <a:lnTo>
                      <a:pt x="811" y="7"/>
                    </a:lnTo>
                    <a:lnTo>
                      <a:pt x="814" y="7"/>
                    </a:lnTo>
                    <a:lnTo>
                      <a:pt x="817" y="7"/>
                    </a:lnTo>
                    <a:lnTo>
                      <a:pt x="819" y="8"/>
                    </a:lnTo>
                    <a:lnTo>
                      <a:pt x="822" y="8"/>
                    </a:lnTo>
                    <a:lnTo>
                      <a:pt x="824" y="8"/>
                    </a:lnTo>
                    <a:lnTo>
                      <a:pt x="826" y="8"/>
                    </a:lnTo>
                    <a:lnTo>
                      <a:pt x="829" y="9"/>
                    </a:lnTo>
                    <a:lnTo>
                      <a:pt x="831" y="9"/>
                    </a:lnTo>
                    <a:lnTo>
                      <a:pt x="835" y="9"/>
                    </a:lnTo>
                    <a:lnTo>
                      <a:pt x="837" y="9"/>
                    </a:lnTo>
                    <a:lnTo>
                      <a:pt x="839" y="10"/>
                    </a:lnTo>
                    <a:lnTo>
                      <a:pt x="842" y="10"/>
                    </a:lnTo>
                    <a:lnTo>
                      <a:pt x="844" y="10"/>
                    </a:lnTo>
                    <a:lnTo>
                      <a:pt x="847" y="11"/>
                    </a:lnTo>
                    <a:lnTo>
                      <a:pt x="850" y="11"/>
                    </a:lnTo>
                    <a:lnTo>
                      <a:pt x="854" y="12"/>
                    </a:lnTo>
                    <a:lnTo>
                      <a:pt x="857" y="12"/>
                    </a:lnTo>
                    <a:lnTo>
                      <a:pt x="860" y="13"/>
                    </a:lnTo>
                    <a:lnTo>
                      <a:pt x="864" y="13"/>
                    </a:lnTo>
                    <a:lnTo>
                      <a:pt x="868" y="14"/>
                    </a:lnTo>
                    <a:lnTo>
                      <a:pt x="874" y="14"/>
                    </a:lnTo>
                    <a:lnTo>
                      <a:pt x="878" y="15"/>
                    </a:lnTo>
                    <a:lnTo>
                      <a:pt x="882" y="15"/>
                    </a:lnTo>
                    <a:lnTo>
                      <a:pt x="886" y="16"/>
                    </a:lnTo>
                    <a:lnTo>
                      <a:pt x="891" y="17"/>
                    </a:lnTo>
                    <a:lnTo>
                      <a:pt x="894" y="17"/>
                    </a:lnTo>
                    <a:lnTo>
                      <a:pt x="898" y="18"/>
                    </a:lnTo>
                    <a:lnTo>
                      <a:pt x="901" y="18"/>
                    </a:lnTo>
                    <a:lnTo>
                      <a:pt x="904" y="19"/>
                    </a:lnTo>
                    <a:lnTo>
                      <a:pt x="907" y="19"/>
                    </a:lnTo>
                    <a:lnTo>
                      <a:pt x="910" y="20"/>
                    </a:lnTo>
                    <a:lnTo>
                      <a:pt x="913" y="20"/>
                    </a:lnTo>
                    <a:lnTo>
                      <a:pt x="915" y="20"/>
                    </a:lnTo>
                    <a:lnTo>
                      <a:pt x="919" y="22"/>
                    </a:lnTo>
                    <a:lnTo>
                      <a:pt x="921" y="22"/>
                    </a:lnTo>
                    <a:lnTo>
                      <a:pt x="924" y="23"/>
                    </a:lnTo>
                    <a:lnTo>
                      <a:pt x="926" y="23"/>
                    </a:lnTo>
                    <a:lnTo>
                      <a:pt x="928" y="24"/>
                    </a:lnTo>
                    <a:lnTo>
                      <a:pt x="932" y="25"/>
                    </a:lnTo>
                    <a:lnTo>
                      <a:pt x="934" y="25"/>
                    </a:lnTo>
                    <a:lnTo>
                      <a:pt x="936" y="26"/>
                    </a:lnTo>
                    <a:lnTo>
                      <a:pt x="939" y="26"/>
                    </a:lnTo>
                    <a:lnTo>
                      <a:pt x="942" y="27"/>
                    </a:lnTo>
                    <a:lnTo>
                      <a:pt x="944" y="28"/>
                    </a:lnTo>
                    <a:lnTo>
                      <a:pt x="947" y="29"/>
                    </a:lnTo>
                    <a:lnTo>
                      <a:pt x="951" y="30"/>
                    </a:lnTo>
                    <a:lnTo>
                      <a:pt x="954" y="31"/>
                    </a:lnTo>
                    <a:lnTo>
                      <a:pt x="958" y="32"/>
                    </a:lnTo>
                    <a:lnTo>
                      <a:pt x="961" y="34"/>
                    </a:lnTo>
                    <a:lnTo>
                      <a:pt x="966" y="35"/>
                    </a:lnTo>
                    <a:lnTo>
                      <a:pt x="971" y="36"/>
                    </a:lnTo>
                    <a:lnTo>
                      <a:pt x="975" y="37"/>
                    </a:lnTo>
                    <a:lnTo>
                      <a:pt x="980" y="39"/>
                    </a:lnTo>
                    <a:lnTo>
                      <a:pt x="985" y="41"/>
                    </a:lnTo>
                    <a:lnTo>
                      <a:pt x="991" y="43"/>
                    </a:lnTo>
                    <a:lnTo>
                      <a:pt x="995" y="44"/>
                    </a:lnTo>
                    <a:lnTo>
                      <a:pt x="999" y="46"/>
                    </a:lnTo>
                    <a:lnTo>
                      <a:pt x="1003" y="47"/>
                    </a:lnTo>
                    <a:lnTo>
                      <a:pt x="1009" y="48"/>
                    </a:lnTo>
                    <a:lnTo>
                      <a:pt x="1013" y="49"/>
                    </a:lnTo>
                    <a:lnTo>
                      <a:pt x="1016" y="50"/>
                    </a:lnTo>
                    <a:lnTo>
                      <a:pt x="1019" y="51"/>
                    </a:lnTo>
                    <a:lnTo>
                      <a:pt x="1022" y="52"/>
                    </a:lnTo>
                    <a:lnTo>
                      <a:pt x="1026" y="53"/>
                    </a:lnTo>
                    <a:lnTo>
                      <a:pt x="1029" y="54"/>
                    </a:lnTo>
                    <a:lnTo>
                      <a:pt x="1032" y="55"/>
                    </a:lnTo>
                    <a:lnTo>
                      <a:pt x="1034" y="56"/>
                    </a:lnTo>
                    <a:lnTo>
                      <a:pt x="1037" y="57"/>
                    </a:lnTo>
                    <a:lnTo>
                      <a:pt x="1039" y="58"/>
                    </a:lnTo>
                    <a:lnTo>
                      <a:pt x="1041" y="59"/>
                    </a:lnTo>
                    <a:lnTo>
                      <a:pt x="1044" y="61"/>
                    </a:lnTo>
                    <a:lnTo>
                      <a:pt x="1047" y="62"/>
                    </a:lnTo>
                    <a:lnTo>
                      <a:pt x="1049" y="63"/>
                    </a:lnTo>
                    <a:lnTo>
                      <a:pt x="1052" y="64"/>
                    </a:lnTo>
                    <a:lnTo>
                      <a:pt x="1055" y="65"/>
                    </a:lnTo>
                    <a:lnTo>
                      <a:pt x="1058" y="66"/>
                    </a:lnTo>
                    <a:lnTo>
                      <a:pt x="1060" y="67"/>
                    </a:lnTo>
                    <a:lnTo>
                      <a:pt x="1063" y="68"/>
                    </a:lnTo>
                    <a:lnTo>
                      <a:pt x="1067" y="70"/>
                    </a:lnTo>
                    <a:lnTo>
                      <a:pt x="1070" y="71"/>
                    </a:lnTo>
                    <a:lnTo>
                      <a:pt x="1073" y="73"/>
                    </a:lnTo>
                    <a:lnTo>
                      <a:pt x="1076" y="74"/>
                    </a:lnTo>
                    <a:lnTo>
                      <a:pt x="1080" y="76"/>
                    </a:lnTo>
                    <a:lnTo>
                      <a:pt x="1085" y="80"/>
                    </a:lnTo>
                    <a:lnTo>
                      <a:pt x="1089" y="82"/>
                    </a:lnTo>
                    <a:lnTo>
                      <a:pt x="1093" y="84"/>
                    </a:lnTo>
                    <a:lnTo>
                      <a:pt x="1097" y="86"/>
                    </a:lnTo>
                    <a:lnTo>
                      <a:pt x="1102" y="88"/>
                    </a:lnTo>
                    <a:lnTo>
                      <a:pt x="1107" y="90"/>
                    </a:lnTo>
                    <a:lnTo>
                      <a:pt x="1110" y="92"/>
                    </a:lnTo>
                    <a:lnTo>
                      <a:pt x="1114" y="94"/>
                    </a:lnTo>
                    <a:lnTo>
                      <a:pt x="1117" y="95"/>
                    </a:lnTo>
                    <a:lnTo>
                      <a:pt x="1120" y="97"/>
                    </a:lnTo>
                    <a:lnTo>
                      <a:pt x="1123" y="98"/>
                    </a:lnTo>
                    <a:lnTo>
                      <a:pt x="1126" y="101"/>
                    </a:lnTo>
                    <a:lnTo>
                      <a:pt x="1129" y="102"/>
                    </a:lnTo>
                    <a:lnTo>
                      <a:pt x="1131" y="103"/>
                    </a:lnTo>
                    <a:lnTo>
                      <a:pt x="1133" y="104"/>
                    </a:lnTo>
                    <a:lnTo>
                      <a:pt x="1135" y="105"/>
                    </a:lnTo>
                    <a:lnTo>
                      <a:pt x="1138" y="106"/>
                    </a:lnTo>
                    <a:lnTo>
                      <a:pt x="1140" y="108"/>
                    </a:lnTo>
                    <a:lnTo>
                      <a:pt x="1144" y="109"/>
                    </a:lnTo>
                    <a:lnTo>
                      <a:pt x="1146" y="110"/>
                    </a:lnTo>
                    <a:lnTo>
                      <a:pt x="1148" y="111"/>
                    </a:lnTo>
                    <a:lnTo>
                      <a:pt x="1150" y="112"/>
                    </a:lnTo>
                    <a:lnTo>
                      <a:pt x="1152" y="113"/>
                    </a:lnTo>
                    <a:lnTo>
                      <a:pt x="1154" y="114"/>
                    </a:lnTo>
                    <a:lnTo>
                      <a:pt x="1157" y="115"/>
                    </a:lnTo>
                    <a:lnTo>
                      <a:pt x="1159" y="117"/>
                    </a:lnTo>
                    <a:lnTo>
                      <a:pt x="1162" y="119"/>
                    </a:lnTo>
                    <a:lnTo>
                      <a:pt x="1165" y="120"/>
                    </a:lnTo>
                    <a:lnTo>
                      <a:pt x="1168" y="122"/>
                    </a:lnTo>
                    <a:lnTo>
                      <a:pt x="1170" y="123"/>
                    </a:lnTo>
                    <a:lnTo>
                      <a:pt x="1174" y="126"/>
                    </a:lnTo>
                    <a:lnTo>
                      <a:pt x="1177" y="128"/>
                    </a:lnTo>
                    <a:lnTo>
                      <a:pt x="1181" y="130"/>
                    </a:lnTo>
                    <a:lnTo>
                      <a:pt x="1185" y="132"/>
                    </a:lnTo>
                    <a:lnTo>
                      <a:pt x="1189" y="134"/>
                    </a:lnTo>
                    <a:lnTo>
                      <a:pt x="1193" y="136"/>
                    </a:lnTo>
                    <a:lnTo>
                      <a:pt x="1197" y="139"/>
                    </a:lnTo>
                    <a:lnTo>
                      <a:pt x="1201" y="141"/>
                    </a:lnTo>
                    <a:lnTo>
                      <a:pt x="1204" y="142"/>
                    </a:lnTo>
                    <a:lnTo>
                      <a:pt x="1207" y="144"/>
                    </a:lnTo>
                    <a:lnTo>
                      <a:pt x="1210" y="146"/>
                    </a:lnTo>
                    <a:lnTo>
                      <a:pt x="1213" y="147"/>
                    </a:lnTo>
                    <a:lnTo>
                      <a:pt x="1215" y="149"/>
                    </a:lnTo>
                    <a:lnTo>
                      <a:pt x="1217" y="150"/>
                    </a:lnTo>
                    <a:lnTo>
                      <a:pt x="1221" y="151"/>
                    </a:lnTo>
                    <a:lnTo>
                      <a:pt x="1223" y="152"/>
                    </a:lnTo>
                    <a:lnTo>
                      <a:pt x="1225" y="154"/>
                    </a:lnTo>
                    <a:lnTo>
                      <a:pt x="1227" y="155"/>
                    </a:lnTo>
                    <a:lnTo>
                      <a:pt x="1228" y="156"/>
                    </a:lnTo>
                    <a:lnTo>
                      <a:pt x="1230" y="158"/>
                    </a:lnTo>
                    <a:lnTo>
                      <a:pt x="1232" y="159"/>
                    </a:lnTo>
                    <a:lnTo>
                      <a:pt x="1235" y="160"/>
                    </a:lnTo>
                    <a:lnTo>
                      <a:pt x="1236" y="161"/>
                    </a:lnTo>
                    <a:lnTo>
                      <a:pt x="1239" y="162"/>
                    </a:lnTo>
                    <a:lnTo>
                      <a:pt x="1241" y="163"/>
                    </a:lnTo>
                    <a:lnTo>
                      <a:pt x="1243" y="164"/>
                    </a:lnTo>
                    <a:lnTo>
                      <a:pt x="1245" y="165"/>
                    </a:lnTo>
                    <a:lnTo>
                      <a:pt x="1246" y="167"/>
                    </a:lnTo>
                    <a:lnTo>
                      <a:pt x="1248" y="168"/>
                    </a:lnTo>
                    <a:lnTo>
                      <a:pt x="1250" y="170"/>
                    </a:lnTo>
                    <a:lnTo>
                      <a:pt x="1253" y="172"/>
                    </a:lnTo>
                    <a:lnTo>
                      <a:pt x="1255" y="173"/>
                    </a:lnTo>
                    <a:lnTo>
                      <a:pt x="1257" y="175"/>
                    </a:lnTo>
                    <a:lnTo>
                      <a:pt x="1261" y="177"/>
                    </a:lnTo>
                    <a:lnTo>
                      <a:pt x="1263" y="179"/>
                    </a:lnTo>
                    <a:lnTo>
                      <a:pt x="1266" y="181"/>
                    </a:lnTo>
                    <a:lnTo>
                      <a:pt x="1269" y="183"/>
                    </a:lnTo>
                    <a:lnTo>
                      <a:pt x="1272" y="185"/>
                    </a:lnTo>
                    <a:lnTo>
                      <a:pt x="1275" y="187"/>
                    </a:lnTo>
                    <a:lnTo>
                      <a:pt x="1280" y="188"/>
                    </a:lnTo>
                    <a:lnTo>
                      <a:pt x="1282" y="190"/>
                    </a:lnTo>
                    <a:lnTo>
                      <a:pt x="1285" y="192"/>
                    </a:lnTo>
                    <a:lnTo>
                      <a:pt x="1287" y="193"/>
                    </a:lnTo>
                    <a:lnTo>
                      <a:pt x="1289" y="194"/>
                    </a:lnTo>
                    <a:lnTo>
                      <a:pt x="1291" y="197"/>
                    </a:lnTo>
                    <a:lnTo>
                      <a:pt x="1293" y="198"/>
                    </a:lnTo>
                    <a:lnTo>
                      <a:pt x="1295" y="199"/>
                    </a:lnTo>
                    <a:lnTo>
                      <a:pt x="1296" y="200"/>
                    </a:lnTo>
                    <a:lnTo>
                      <a:pt x="1299" y="201"/>
                    </a:lnTo>
                    <a:lnTo>
                      <a:pt x="1300" y="202"/>
                    </a:lnTo>
                    <a:lnTo>
                      <a:pt x="1302" y="203"/>
                    </a:lnTo>
                    <a:lnTo>
                      <a:pt x="1303" y="204"/>
                    </a:lnTo>
                    <a:lnTo>
                      <a:pt x="1304" y="205"/>
                    </a:lnTo>
                    <a:lnTo>
                      <a:pt x="1306" y="206"/>
                    </a:lnTo>
                    <a:lnTo>
                      <a:pt x="1307" y="207"/>
                    </a:lnTo>
                    <a:lnTo>
                      <a:pt x="1308" y="208"/>
                    </a:lnTo>
                    <a:lnTo>
                      <a:pt x="1310" y="209"/>
                    </a:lnTo>
                    <a:lnTo>
                      <a:pt x="1311" y="210"/>
                    </a:lnTo>
                    <a:lnTo>
                      <a:pt x="1312" y="211"/>
                    </a:lnTo>
                    <a:lnTo>
                      <a:pt x="1313" y="212"/>
                    </a:lnTo>
                    <a:lnTo>
                      <a:pt x="1315" y="213"/>
                    </a:lnTo>
                    <a:lnTo>
                      <a:pt x="1317" y="216"/>
                    </a:lnTo>
                    <a:lnTo>
                      <a:pt x="1319" y="217"/>
                    </a:lnTo>
                    <a:lnTo>
                      <a:pt x="1320" y="218"/>
                    </a:lnTo>
                    <a:lnTo>
                      <a:pt x="1322" y="220"/>
                    </a:lnTo>
                    <a:lnTo>
                      <a:pt x="1325" y="221"/>
                    </a:lnTo>
                    <a:lnTo>
                      <a:pt x="1327" y="223"/>
                    </a:lnTo>
                    <a:lnTo>
                      <a:pt x="1329" y="224"/>
                    </a:lnTo>
                    <a:lnTo>
                      <a:pt x="1331" y="226"/>
                    </a:lnTo>
                    <a:lnTo>
                      <a:pt x="1333" y="228"/>
                    </a:lnTo>
                    <a:lnTo>
                      <a:pt x="1336" y="229"/>
                    </a:lnTo>
                    <a:lnTo>
                      <a:pt x="1338" y="231"/>
                    </a:lnTo>
                    <a:lnTo>
                      <a:pt x="1339" y="232"/>
                    </a:lnTo>
                    <a:lnTo>
                      <a:pt x="1341" y="233"/>
                    </a:lnTo>
                    <a:lnTo>
                      <a:pt x="1343" y="234"/>
                    </a:lnTo>
                    <a:lnTo>
                      <a:pt x="1344" y="237"/>
                    </a:lnTo>
                    <a:lnTo>
                      <a:pt x="1346" y="238"/>
                    </a:lnTo>
                    <a:lnTo>
                      <a:pt x="1347" y="239"/>
                    </a:lnTo>
                    <a:lnTo>
                      <a:pt x="1348" y="240"/>
                    </a:lnTo>
                    <a:lnTo>
                      <a:pt x="1350" y="241"/>
                    </a:lnTo>
                    <a:lnTo>
                      <a:pt x="1351" y="242"/>
                    </a:lnTo>
                    <a:lnTo>
                      <a:pt x="1352" y="242"/>
                    </a:lnTo>
                    <a:lnTo>
                      <a:pt x="1353" y="243"/>
                    </a:lnTo>
                    <a:lnTo>
                      <a:pt x="1354" y="244"/>
                    </a:lnTo>
                    <a:lnTo>
                      <a:pt x="1357" y="245"/>
                    </a:lnTo>
                    <a:lnTo>
                      <a:pt x="1358" y="246"/>
                    </a:lnTo>
                    <a:lnTo>
                      <a:pt x="1359" y="247"/>
                    </a:lnTo>
                    <a:lnTo>
                      <a:pt x="1360" y="248"/>
                    </a:lnTo>
                    <a:lnTo>
                      <a:pt x="1361" y="249"/>
                    </a:lnTo>
                    <a:lnTo>
                      <a:pt x="1363" y="249"/>
                    </a:lnTo>
                    <a:lnTo>
                      <a:pt x="1364" y="250"/>
                    </a:lnTo>
                    <a:lnTo>
                      <a:pt x="1365" y="251"/>
                    </a:lnTo>
                    <a:lnTo>
                      <a:pt x="1367" y="252"/>
                    </a:lnTo>
                    <a:lnTo>
                      <a:pt x="1370" y="255"/>
                    </a:lnTo>
                    <a:lnTo>
                      <a:pt x="1371" y="256"/>
                    </a:lnTo>
                    <a:lnTo>
                      <a:pt x="1373" y="257"/>
                    </a:lnTo>
                    <a:lnTo>
                      <a:pt x="1376" y="258"/>
                    </a:lnTo>
                    <a:lnTo>
                      <a:pt x="1378" y="261"/>
                    </a:lnTo>
                    <a:lnTo>
                      <a:pt x="1380" y="262"/>
                    </a:lnTo>
                    <a:lnTo>
                      <a:pt x="1382" y="264"/>
                    </a:lnTo>
                    <a:lnTo>
                      <a:pt x="1385" y="265"/>
                    </a:lnTo>
                    <a:lnTo>
                      <a:pt x="1387" y="267"/>
                    </a:lnTo>
                    <a:lnTo>
                      <a:pt x="1389" y="268"/>
                    </a:lnTo>
                    <a:lnTo>
                      <a:pt x="1392" y="270"/>
                    </a:lnTo>
                    <a:lnTo>
                      <a:pt x="1395" y="271"/>
                    </a:lnTo>
                    <a:lnTo>
                      <a:pt x="1397" y="274"/>
                    </a:lnTo>
                    <a:lnTo>
                      <a:pt x="1398" y="275"/>
                    </a:lnTo>
                    <a:lnTo>
                      <a:pt x="1400" y="276"/>
                    </a:lnTo>
                    <a:lnTo>
                      <a:pt x="1402" y="277"/>
                    </a:lnTo>
                    <a:lnTo>
                      <a:pt x="1403" y="279"/>
                    </a:lnTo>
                    <a:lnTo>
                      <a:pt x="1405" y="280"/>
                    </a:lnTo>
                    <a:lnTo>
                      <a:pt x="1406" y="281"/>
                    </a:lnTo>
                    <a:lnTo>
                      <a:pt x="1407" y="282"/>
                    </a:lnTo>
                    <a:lnTo>
                      <a:pt x="1409" y="283"/>
                    </a:lnTo>
                    <a:lnTo>
                      <a:pt x="1410" y="284"/>
                    </a:lnTo>
                    <a:lnTo>
                      <a:pt x="1411" y="285"/>
                    </a:lnTo>
                    <a:lnTo>
                      <a:pt x="1415" y="286"/>
                    </a:lnTo>
                    <a:lnTo>
                      <a:pt x="1416" y="287"/>
                    </a:lnTo>
                    <a:lnTo>
                      <a:pt x="1417" y="289"/>
                    </a:lnTo>
                    <a:lnTo>
                      <a:pt x="1419" y="290"/>
                    </a:lnTo>
                    <a:lnTo>
                      <a:pt x="1420" y="291"/>
                    </a:lnTo>
                    <a:lnTo>
                      <a:pt x="1421" y="294"/>
                    </a:lnTo>
                    <a:lnTo>
                      <a:pt x="1423" y="295"/>
                    </a:lnTo>
                    <a:lnTo>
                      <a:pt x="1424" y="297"/>
                    </a:lnTo>
                    <a:lnTo>
                      <a:pt x="1426" y="298"/>
                    </a:lnTo>
                    <a:lnTo>
                      <a:pt x="1428" y="300"/>
                    </a:lnTo>
                    <a:lnTo>
                      <a:pt x="1429" y="302"/>
                    </a:lnTo>
                    <a:lnTo>
                      <a:pt x="1431" y="305"/>
                    </a:lnTo>
                    <a:lnTo>
                      <a:pt x="1434" y="307"/>
                    </a:lnTo>
                    <a:lnTo>
                      <a:pt x="1436" y="309"/>
                    </a:lnTo>
                    <a:lnTo>
                      <a:pt x="1439" y="311"/>
                    </a:lnTo>
                    <a:lnTo>
                      <a:pt x="1441" y="315"/>
                    </a:lnTo>
                    <a:lnTo>
                      <a:pt x="1444" y="318"/>
                    </a:lnTo>
                    <a:lnTo>
                      <a:pt x="1446" y="320"/>
                    </a:lnTo>
                    <a:lnTo>
                      <a:pt x="1449" y="323"/>
                    </a:lnTo>
                    <a:lnTo>
                      <a:pt x="1452" y="325"/>
                    </a:lnTo>
                    <a:lnTo>
                      <a:pt x="1454" y="328"/>
                    </a:lnTo>
                    <a:lnTo>
                      <a:pt x="1456" y="330"/>
                    </a:lnTo>
                    <a:lnTo>
                      <a:pt x="1458" y="333"/>
                    </a:lnTo>
                    <a:lnTo>
                      <a:pt x="1461" y="335"/>
                    </a:lnTo>
                    <a:lnTo>
                      <a:pt x="1463" y="337"/>
                    </a:lnTo>
                    <a:lnTo>
                      <a:pt x="1464" y="338"/>
                    </a:lnTo>
                    <a:lnTo>
                      <a:pt x="1466" y="340"/>
                    </a:lnTo>
                    <a:lnTo>
                      <a:pt x="1467" y="342"/>
                    </a:lnTo>
                    <a:lnTo>
                      <a:pt x="1469" y="343"/>
                    </a:lnTo>
                    <a:lnTo>
                      <a:pt x="1470" y="345"/>
                    </a:lnTo>
                    <a:lnTo>
                      <a:pt x="1473" y="347"/>
                    </a:lnTo>
                    <a:lnTo>
                      <a:pt x="1474" y="348"/>
                    </a:lnTo>
                    <a:lnTo>
                      <a:pt x="1476" y="352"/>
                    </a:lnTo>
                    <a:lnTo>
                      <a:pt x="1477" y="353"/>
                    </a:lnTo>
                    <a:lnTo>
                      <a:pt x="1479" y="355"/>
                    </a:lnTo>
                    <a:lnTo>
                      <a:pt x="1480" y="357"/>
                    </a:lnTo>
                    <a:lnTo>
                      <a:pt x="1482" y="359"/>
                    </a:lnTo>
                    <a:lnTo>
                      <a:pt x="1483" y="361"/>
                    </a:lnTo>
                    <a:lnTo>
                      <a:pt x="1485" y="363"/>
                    </a:lnTo>
                    <a:lnTo>
                      <a:pt x="1487" y="365"/>
                    </a:lnTo>
                    <a:lnTo>
                      <a:pt x="1489" y="367"/>
                    </a:lnTo>
                    <a:lnTo>
                      <a:pt x="1492" y="369"/>
                    </a:lnTo>
                    <a:lnTo>
                      <a:pt x="1494" y="373"/>
                    </a:lnTo>
                    <a:lnTo>
                      <a:pt x="1496" y="375"/>
                    </a:lnTo>
                    <a:lnTo>
                      <a:pt x="1498" y="378"/>
                    </a:lnTo>
                    <a:lnTo>
                      <a:pt x="1501" y="381"/>
                    </a:lnTo>
                    <a:lnTo>
                      <a:pt x="1505" y="385"/>
                    </a:lnTo>
                    <a:lnTo>
                      <a:pt x="1507" y="388"/>
                    </a:lnTo>
                    <a:lnTo>
                      <a:pt x="1512" y="393"/>
                    </a:lnTo>
                    <a:lnTo>
                      <a:pt x="1515" y="397"/>
                    </a:lnTo>
                    <a:lnTo>
                      <a:pt x="1517" y="401"/>
                    </a:lnTo>
                    <a:lnTo>
                      <a:pt x="1520" y="404"/>
                    </a:lnTo>
                    <a:lnTo>
                      <a:pt x="1523" y="407"/>
                    </a:lnTo>
                    <a:lnTo>
                      <a:pt x="1525" y="411"/>
                    </a:lnTo>
                    <a:lnTo>
                      <a:pt x="1527" y="413"/>
                    </a:lnTo>
                    <a:lnTo>
                      <a:pt x="1530" y="416"/>
                    </a:lnTo>
                    <a:lnTo>
                      <a:pt x="1532" y="418"/>
                    </a:lnTo>
                    <a:lnTo>
                      <a:pt x="1534" y="421"/>
                    </a:lnTo>
                    <a:lnTo>
                      <a:pt x="1536" y="423"/>
                    </a:lnTo>
                    <a:lnTo>
                      <a:pt x="1538" y="425"/>
                    </a:lnTo>
                    <a:lnTo>
                      <a:pt x="1539" y="427"/>
                    </a:lnTo>
                    <a:lnTo>
                      <a:pt x="1541" y="430"/>
                    </a:lnTo>
                    <a:lnTo>
                      <a:pt x="1543" y="432"/>
                    </a:lnTo>
                    <a:lnTo>
                      <a:pt x="1544" y="434"/>
                    </a:lnTo>
                    <a:lnTo>
                      <a:pt x="1546" y="436"/>
                    </a:lnTo>
                    <a:lnTo>
                      <a:pt x="1547" y="438"/>
                    </a:lnTo>
                    <a:lnTo>
                      <a:pt x="1551" y="442"/>
                    </a:lnTo>
                    <a:lnTo>
                      <a:pt x="1552" y="444"/>
                    </a:lnTo>
                    <a:lnTo>
                      <a:pt x="1554" y="446"/>
                    </a:lnTo>
                    <a:lnTo>
                      <a:pt x="1556" y="449"/>
                    </a:lnTo>
                    <a:lnTo>
                      <a:pt x="1557" y="452"/>
                    </a:lnTo>
                    <a:lnTo>
                      <a:pt x="1559" y="454"/>
                    </a:lnTo>
                    <a:lnTo>
                      <a:pt x="1561" y="457"/>
                    </a:lnTo>
                    <a:lnTo>
                      <a:pt x="1563" y="460"/>
                    </a:lnTo>
                    <a:lnTo>
                      <a:pt x="1565" y="462"/>
                    </a:lnTo>
                    <a:lnTo>
                      <a:pt x="1569" y="466"/>
                    </a:lnTo>
                    <a:lnTo>
                      <a:pt x="1571" y="470"/>
                    </a:lnTo>
                    <a:lnTo>
                      <a:pt x="1574" y="473"/>
                    </a:lnTo>
                    <a:lnTo>
                      <a:pt x="1576" y="477"/>
                    </a:lnTo>
                    <a:lnTo>
                      <a:pt x="1579" y="481"/>
                    </a:lnTo>
                    <a:lnTo>
                      <a:pt x="1582" y="486"/>
                    </a:lnTo>
                    <a:lnTo>
                      <a:pt x="1585" y="492"/>
                    </a:lnTo>
                    <a:lnTo>
                      <a:pt x="1589" y="496"/>
                    </a:lnTo>
                    <a:lnTo>
                      <a:pt x="1592" y="499"/>
                    </a:lnTo>
                    <a:lnTo>
                      <a:pt x="1595" y="503"/>
                    </a:lnTo>
                    <a:lnTo>
                      <a:pt x="1598" y="507"/>
                    </a:lnTo>
                    <a:lnTo>
                      <a:pt x="1600" y="510"/>
                    </a:lnTo>
                    <a:lnTo>
                      <a:pt x="1602" y="513"/>
                    </a:lnTo>
                    <a:lnTo>
                      <a:pt x="1604" y="516"/>
                    </a:lnTo>
                    <a:lnTo>
                      <a:pt x="1607" y="519"/>
                    </a:lnTo>
                    <a:lnTo>
                      <a:pt x="1609" y="521"/>
                    </a:lnTo>
                    <a:lnTo>
                      <a:pt x="1610" y="524"/>
                    </a:lnTo>
                    <a:lnTo>
                      <a:pt x="1612" y="527"/>
                    </a:lnTo>
                    <a:lnTo>
                      <a:pt x="1614" y="529"/>
                    </a:lnTo>
                    <a:lnTo>
                      <a:pt x="1615" y="533"/>
                    </a:lnTo>
                    <a:lnTo>
                      <a:pt x="1617" y="535"/>
                    </a:lnTo>
                    <a:lnTo>
                      <a:pt x="1618" y="537"/>
                    </a:lnTo>
                    <a:lnTo>
                      <a:pt x="1620" y="539"/>
                    </a:lnTo>
                    <a:lnTo>
                      <a:pt x="1622" y="542"/>
                    </a:lnTo>
                    <a:lnTo>
                      <a:pt x="1623" y="544"/>
                    </a:lnTo>
                    <a:lnTo>
                      <a:pt x="1625" y="547"/>
                    </a:lnTo>
                    <a:lnTo>
                      <a:pt x="1628" y="550"/>
                    </a:lnTo>
                    <a:lnTo>
                      <a:pt x="1630" y="552"/>
                    </a:lnTo>
                    <a:lnTo>
                      <a:pt x="1632" y="555"/>
                    </a:lnTo>
                    <a:lnTo>
                      <a:pt x="1634" y="558"/>
                    </a:lnTo>
                    <a:lnTo>
                      <a:pt x="1636" y="561"/>
                    </a:lnTo>
                    <a:lnTo>
                      <a:pt x="1638" y="564"/>
                    </a:lnTo>
                    <a:lnTo>
                      <a:pt x="1641" y="568"/>
                    </a:lnTo>
                    <a:lnTo>
                      <a:pt x="1644" y="571"/>
                    </a:lnTo>
                    <a:lnTo>
                      <a:pt x="1647" y="576"/>
                    </a:lnTo>
                    <a:lnTo>
                      <a:pt x="1650" y="580"/>
                    </a:lnTo>
                    <a:lnTo>
                      <a:pt x="1653" y="585"/>
                    </a:lnTo>
                    <a:lnTo>
                      <a:pt x="1656" y="589"/>
                    </a:lnTo>
                    <a:lnTo>
                      <a:pt x="1660" y="594"/>
                    </a:lnTo>
                    <a:lnTo>
                      <a:pt x="1663" y="598"/>
                    </a:lnTo>
                    <a:lnTo>
                      <a:pt x="1666" y="602"/>
                    </a:lnTo>
                    <a:lnTo>
                      <a:pt x="1669" y="606"/>
                    </a:lnTo>
                    <a:lnTo>
                      <a:pt x="1672" y="610"/>
                    </a:lnTo>
                    <a:lnTo>
                      <a:pt x="1674" y="613"/>
                    </a:lnTo>
                    <a:lnTo>
                      <a:pt x="1676" y="616"/>
                    </a:lnTo>
                    <a:lnTo>
                      <a:pt x="1678" y="620"/>
                    </a:lnTo>
                    <a:lnTo>
                      <a:pt x="1680" y="622"/>
                    </a:lnTo>
                    <a:lnTo>
                      <a:pt x="1682" y="626"/>
                    </a:lnTo>
                    <a:lnTo>
                      <a:pt x="1686" y="628"/>
                    </a:lnTo>
                    <a:lnTo>
                      <a:pt x="1687" y="631"/>
                    </a:lnTo>
                    <a:lnTo>
                      <a:pt x="1689" y="633"/>
                    </a:lnTo>
                    <a:lnTo>
                      <a:pt x="1690" y="635"/>
                    </a:lnTo>
                    <a:lnTo>
                      <a:pt x="1692" y="637"/>
                    </a:lnTo>
                    <a:lnTo>
                      <a:pt x="1693" y="639"/>
                    </a:lnTo>
                    <a:lnTo>
                      <a:pt x="1694" y="641"/>
                    </a:lnTo>
                    <a:lnTo>
                      <a:pt x="1696" y="645"/>
                    </a:lnTo>
                    <a:lnTo>
                      <a:pt x="1697" y="647"/>
                    </a:lnTo>
                    <a:lnTo>
                      <a:pt x="1698" y="649"/>
                    </a:lnTo>
                    <a:lnTo>
                      <a:pt x="1700" y="651"/>
                    </a:lnTo>
                    <a:lnTo>
                      <a:pt x="1701" y="653"/>
                    </a:lnTo>
                    <a:lnTo>
                      <a:pt x="1702" y="655"/>
                    </a:lnTo>
                    <a:lnTo>
                      <a:pt x="1705" y="658"/>
                    </a:lnTo>
                    <a:lnTo>
                      <a:pt x="1706" y="660"/>
                    </a:lnTo>
                    <a:lnTo>
                      <a:pt x="1708" y="664"/>
                    </a:lnTo>
                    <a:lnTo>
                      <a:pt x="1709" y="668"/>
                    </a:lnTo>
                    <a:lnTo>
                      <a:pt x="1711" y="670"/>
                    </a:lnTo>
                    <a:lnTo>
                      <a:pt x="1713" y="673"/>
                    </a:lnTo>
                    <a:lnTo>
                      <a:pt x="1714" y="677"/>
                    </a:lnTo>
                    <a:lnTo>
                      <a:pt x="1716" y="680"/>
                    </a:lnTo>
                    <a:lnTo>
                      <a:pt x="1719" y="68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21">
                <a:extLst>
                  <a:ext uri="{FF2B5EF4-FFF2-40B4-BE49-F238E27FC236}">
                    <a16:creationId xmlns:a16="http://schemas.microsoft.com/office/drawing/2014/main" id="{5697BA42-678D-44A3-9186-D70AF2B36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398" y="2453507"/>
                <a:ext cx="546100" cy="215900"/>
              </a:xfrm>
              <a:custGeom>
                <a:avLst/>
                <a:gdLst>
                  <a:gd name="T0" fmla="*/ 0 w 1719"/>
                  <a:gd name="T1" fmla="*/ 0 h 683"/>
                  <a:gd name="T2" fmla="*/ 0 w 1719"/>
                  <a:gd name="T3" fmla="*/ 0 h 683"/>
                  <a:gd name="T4" fmla="*/ 0 w 1719"/>
                  <a:gd name="T5" fmla="*/ 0 h 683"/>
                  <a:gd name="T6" fmla="*/ 0 w 1719"/>
                  <a:gd name="T7" fmla="*/ 0 h 683"/>
                  <a:gd name="T8" fmla="*/ 0 w 1719"/>
                  <a:gd name="T9" fmla="*/ 0 h 683"/>
                  <a:gd name="T10" fmla="*/ 0 w 1719"/>
                  <a:gd name="T11" fmla="*/ 0 h 683"/>
                  <a:gd name="T12" fmla="*/ 0 w 1719"/>
                  <a:gd name="T13" fmla="*/ 0 h 683"/>
                  <a:gd name="T14" fmla="*/ 0 w 1719"/>
                  <a:gd name="T15" fmla="*/ 0 h 683"/>
                  <a:gd name="T16" fmla="*/ 0 w 1719"/>
                  <a:gd name="T17" fmla="*/ 0 h 683"/>
                  <a:gd name="T18" fmla="*/ 0 w 1719"/>
                  <a:gd name="T19" fmla="*/ 0 h 683"/>
                  <a:gd name="T20" fmla="*/ 0 w 1719"/>
                  <a:gd name="T21" fmla="*/ 0 h 683"/>
                  <a:gd name="T22" fmla="*/ 0 w 1719"/>
                  <a:gd name="T23" fmla="*/ 0 h 683"/>
                  <a:gd name="T24" fmla="*/ 0 w 1719"/>
                  <a:gd name="T25" fmla="*/ 0 h 683"/>
                  <a:gd name="T26" fmla="*/ 0 w 1719"/>
                  <a:gd name="T27" fmla="*/ 0 h 683"/>
                  <a:gd name="T28" fmla="*/ 0 w 1719"/>
                  <a:gd name="T29" fmla="*/ 0 h 683"/>
                  <a:gd name="T30" fmla="*/ 0 w 1719"/>
                  <a:gd name="T31" fmla="*/ 0 h 683"/>
                  <a:gd name="T32" fmla="*/ 0 w 1719"/>
                  <a:gd name="T33" fmla="*/ 0 h 683"/>
                  <a:gd name="T34" fmla="*/ 0 w 1719"/>
                  <a:gd name="T35" fmla="*/ 0 h 683"/>
                  <a:gd name="T36" fmla="*/ 0 w 1719"/>
                  <a:gd name="T37" fmla="*/ 0 h 683"/>
                  <a:gd name="T38" fmla="*/ 0 w 1719"/>
                  <a:gd name="T39" fmla="*/ 0 h 683"/>
                  <a:gd name="T40" fmla="*/ 0 w 1719"/>
                  <a:gd name="T41" fmla="*/ 0 h 683"/>
                  <a:gd name="T42" fmla="*/ 0 w 1719"/>
                  <a:gd name="T43" fmla="*/ 0 h 683"/>
                  <a:gd name="T44" fmla="*/ 0 w 1719"/>
                  <a:gd name="T45" fmla="*/ 0 h 683"/>
                  <a:gd name="T46" fmla="*/ 0 w 1719"/>
                  <a:gd name="T47" fmla="*/ 0 h 683"/>
                  <a:gd name="T48" fmla="*/ 0 w 1719"/>
                  <a:gd name="T49" fmla="*/ 0 h 683"/>
                  <a:gd name="T50" fmla="*/ 0 w 1719"/>
                  <a:gd name="T51" fmla="*/ 0 h 683"/>
                  <a:gd name="T52" fmla="*/ 0 w 1719"/>
                  <a:gd name="T53" fmla="*/ 0 h 683"/>
                  <a:gd name="T54" fmla="*/ 0 w 1719"/>
                  <a:gd name="T55" fmla="*/ 0 h 683"/>
                  <a:gd name="T56" fmla="*/ 0 w 1719"/>
                  <a:gd name="T57" fmla="*/ 0 h 683"/>
                  <a:gd name="T58" fmla="*/ 0 w 1719"/>
                  <a:gd name="T59" fmla="*/ 0 h 683"/>
                  <a:gd name="T60" fmla="*/ 0 w 1719"/>
                  <a:gd name="T61" fmla="*/ 0 h 683"/>
                  <a:gd name="T62" fmla="*/ 0 w 1719"/>
                  <a:gd name="T63" fmla="*/ 0 h 683"/>
                  <a:gd name="T64" fmla="*/ 0 w 1719"/>
                  <a:gd name="T65" fmla="*/ 0 h 683"/>
                  <a:gd name="T66" fmla="*/ 0 w 1719"/>
                  <a:gd name="T67" fmla="*/ 0 h 683"/>
                  <a:gd name="T68" fmla="*/ 0 w 1719"/>
                  <a:gd name="T69" fmla="*/ 0 h 683"/>
                  <a:gd name="T70" fmla="*/ 0 w 1719"/>
                  <a:gd name="T71" fmla="*/ 0 h 683"/>
                  <a:gd name="T72" fmla="*/ 0 w 1719"/>
                  <a:gd name="T73" fmla="*/ 0 h 683"/>
                  <a:gd name="T74" fmla="*/ 0 w 1719"/>
                  <a:gd name="T75" fmla="*/ 0 h 683"/>
                  <a:gd name="T76" fmla="*/ 0 w 1719"/>
                  <a:gd name="T77" fmla="*/ 0 h 683"/>
                  <a:gd name="T78" fmla="*/ 0 w 1719"/>
                  <a:gd name="T79" fmla="*/ 0 h 683"/>
                  <a:gd name="T80" fmla="*/ 0 w 1719"/>
                  <a:gd name="T81" fmla="*/ 0 h 683"/>
                  <a:gd name="T82" fmla="*/ 0 w 1719"/>
                  <a:gd name="T83" fmla="*/ 0 h 683"/>
                  <a:gd name="T84" fmla="*/ 0 w 1719"/>
                  <a:gd name="T85" fmla="*/ 0 h 683"/>
                  <a:gd name="T86" fmla="*/ 0 w 1719"/>
                  <a:gd name="T87" fmla="*/ 0 h 683"/>
                  <a:gd name="T88" fmla="*/ 0 w 1719"/>
                  <a:gd name="T89" fmla="*/ 0 h 683"/>
                  <a:gd name="T90" fmla="*/ 0 w 1719"/>
                  <a:gd name="T91" fmla="*/ 0 h 683"/>
                  <a:gd name="T92" fmla="*/ 0 w 1719"/>
                  <a:gd name="T93" fmla="*/ 0 h 683"/>
                  <a:gd name="T94" fmla="*/ 0 w 1719"/>
                  <a:gd name="T95" fmla="*/ 0 h 683"/>
                  <a:gd name="T96" fmla="*/ 0 w 1719"/>
                  <a:gd name="T97" fmla="*/ 0 h 683"/>
                  <a:gd name="T98" fmla="*/ 0 w 1719"/>
                  <a:gd name="T99" fmla="*/ 0 h 683"/>
                  <a:gd name="T100" fmla="*/ 0 w 1719"/>
                  <a:gd name="T101" fmla="*/ 0 h 683"/>
                  <a:gd name="T102" fmla="*/ 0 w 1719"/>
                  <a:gd name="T103" fmla="*/ 0 h 683"/>
                  <a:gd name="T104" fmla="*/ 0 w 1719"/>
                  <a:gd name="T105" fmla="*/ 0 h 683"/>
                  <a:gd name="T106" fmla="*/ 0 w 1719"/>
                  <a:gd name="T107" fmla="*/ 0 h 683"/>
                  <a:gd name="T108" fmla="*/ 0 w 1719"/>
                  <a:gd name="T109" fmla="*/ 0 h 683"/>
                  <a:gd name="T110" fmla="*/ 0 w 1719"/>
                  <a:gd name="T111" fmla="*/ 0 h 683"/>
                  <a:gd name="T112" fmla="*/ 0 w 1719"/>
                  <a:gd name="T113" fmla="*/ 0 h 683"/>
                  <a:gd name="T114" fmla="*/ 0 w 1719"/>
                  <a:gd name="T115" fmla="*/ 0 h 683"/>
                  <a:gd name="T116" fmla="*/ 0 w 1719"/>
                  <a:gd name="T117" fmla="*/ 0 h 683"/>
                  <a:gd name="T118" fmla="*/ 0 w 1719"/>
                  <a:gd name="T119" fmla="*/ 0 h 683"/>
                  <a:gd name="T120" fmla="*/ 0 w 1719"/>
                  <a:gd name="T121" fmla="*/ 0 h 68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3"/>
                  <a:gd name="T185" fmla="*/ 1719 w 1719"/>
                  <a:gd name="T186" fmla="*/ 683 h 68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3">
                    <a:moveTo>
                      <a:pt x="0" y="683"/>
                    </a:moveTo>
                    <a:lnTo>
                      <a:pt x="66" y="683"/>
                    </a:lnTo>
                    <a:lnTo>
                      <a:pt x="127" y="683"/>
                    </a:lnTo>
                    <a:lnTo>
                      <a:pt x="184" y="683"/>
                    </a:lnTo>
                    <a:lnTo>
                      <a:pt x="238" y="683"/>
                    </a:lnTo>
                    <a:lnTo>
                      <a:pt x="290" y="683"/>
                    </a:lnTo>
                    <a:lnTo>
                      <a:pt x="336" y="683"/>
                    </a:lnTo>
                    <a:lnTo>
                      <a:pt x="379" y="683"/>
                    </a:lnTo>
                    <a:lnTo>
                      <a:pt x="418" y="683"/>
                    </a:lnTo>
                    <a:lnTo>
                      <a:pt x="455" y="683"/>
                    </a:lnTo>
                    <a:lnTo>
                      <a:pt x="490" y="683"/>
                    </a:lnTo>
                    <a:lnTo>
                      <a:pt x="520" y="683"/>
                    </a:lnTo>
                    <a:lnTo>
                      <a:pt x="549" y="683"/>
                    </a:lnTo>
                    <a:lnTo>
                      <a:pt x="575" y="683"/>
                    </a:lnTo>
                    <a:lnTo>
                      <a:pt x="598" y="683"/>
                    </a:lnTo>
                    <a:lnTo>
                      <a:pt x="620" y="683"/>
                    </a:lnTo>
                    <a:lnTo>
                      <a:pt x="639" y="683"/>
                    </a:lnTo>
                    <a:lnTo>
                      <a:pt x="656" y="682"/>
                    </a:lnTo>
                    <a:lnTo>
                      <a:pt x="671" y="682"/>
                    </a:lnTo>
                    <a:lnTo>
                      <a:pt x="685" y="682"/>
                    </a:lnTo>
                    <a:lnTo>
                      <a:pt x="698" y="682"/>
                    </a:lnTo>
                    <a:lnTo>
                      <a:pt x="708" y="682"/>
                    </a:lnTo>
                    <a:lnTo>
                      <a:pt x="718" y="682"/>
                    </a:lnTo>
                    <a:lnTo>
                      <a:pt x="726" y="682"/>
                    </a:lnTo>
                    <a:lnTo>
                      <a:pt x="733" y="682"/>
                    </a:lnTo>
                    <a:lnTo>
                      <a:pt x="741" y="681"/>
                    </a:lnTo>
                    <a:lnTo>
                      <a:pt x="746" y="681"/>
                    </a:lnTo>
                    <a:lnTo>
                      <a:pt x="751" y="681"/>
                    </a:lnTo>
                    <a:lnTo>
                      <a:pt x="757" y="681"/>
                    </a:lnTo>
                    <a:lnTo>
                      <a:pt x="761" y="681"/>
                    </a:lnTo>
                    <a:lnTo>
                      <a:pt x="765" y="680"/>
                    </a:lnTo>
                    <a:lnTo>
                      <a:pt x="770" y="680"/>
                    </a:lnTo>
                    <a:lnTo>
                      <a:pt x="775" y="680"/>
                    </a:lnTo>
                    <a:lnTo>
                      <a:pt x="780" y="679"/>
                    </a:lnTo>
                    <a:lnTo>
                      <a:pt x="785" y="679"/>
                    </a:lnTo>
                    <a:lnTo>
                      <a:pt x="788" y="679"/>
                    </a:lnTo>
                    <a:lnTo>
                      <a:pt x="792" y="679"/>
                    </a:lnTo>
                    <a:lnTo>
                      <a:pt x="796" y="678"/>
                    </a:lnTo>
                    <a:lnTo>
                      <a:pt x="800" y="678"/>
                    </a:lnTo>
                    <a:lnTo>
                      <a:pt x="803" y="678"/>
                    </a:lnTo>
                    <a:lnTo>
                      <a:pt x="806" y="678"/>
                    </a:lnTo>
                    <a:lnTo>
                      <a:pt x="808" y="678"/>
                    </a:lnTo>
                    <a:lnTo>
                      <a:pt x="811" y="677"/>
                    </a:lnTo>
                    <a:lnTo>
                      <a:pt x="814" y="677"/>
                    </a:lnTo>
                    <a:lnTo>
                      <a:pt x="817" y="677"/>
                    </a:lnTo>
                    <a:lnTo>
                      <a:pt x="819" y="677"/>
                    </a:lnTo>
                    <a:lnTo>
                      <a:pt x="822" y="677"/>
                    </a:lnTo>
                    <a:lnTo>
                      <a:pt x="824" y="676"/>
                    </a:lnTo>
                    <a:lnTo>
                      <a:pt x="826" y="676"/>
                    </a:lnTo>
                    <a:lnTo>
                      <a:pt x="829" y="676"/>
                    </a:lnTo>
                    <a:lnTo>
                      <a:pt x="831" y="676"/>
                    </a:lnTo>
                    <a:lnTo>
                      <a:pt x="835" y="675"/>
                    </a:lnTo>
                    <a:lnTo>
                      <a:pt x="837" y="675"/>
                    </a:lnTo>
                    <a:lnTo>
                      <a:pt x="839" y="675"/>
                    </a:lnTo>
                    <a:lnTo>
                      <a:pt x="842" y="674"/>
                    </a:lnTo>
                    <a:lnTo>
                      <a:pt x="844" y="674"/>
                    </a:lnTo>
                    <a:lnTo>
                      <a:pt x="847" y="674"/>
                    </a:lnTo>
                    <a:lnTo>
                      <a:pt x="850" y="673"/>
                    </a:lnTo>
                    <a:lnTo>
                      <a:pt x="854" y="673"/>
                    </a:lnTo>
                    <a:lnTo>
                      <a:pt x="857" y="671"/>
                    </a:lnTo>
                    <a:lnTo>
                      <a:pt x="860" y="671"/>
                    </a:lnTo>
                    <a:lnTo>
                      <a:pt x="864" y="670"/>
                    </a:lnTo>
                    <a:lnTo>
                      <a:pt x="868" y="670"/>
                    </a:lnTo>
                    <a:lnTo>
                      <a:pt x="874" y="669"/>
                    </a:lnTo>
                    <a:lnTo>
                      <a:pt x="878" y="669"/>
                    </a:lnTo>
                    <a:lnTo>
                      <a:pt x="882" y="668"/>
                    </a:lnTo>
                    <a:lnTo>
                      <a:pt x="886" y="667"/>
                    </a:lnTo>
                    <a:lnTo>
                      <a:pt x="891" y="667"/>
                    </a:lnTo>
                    <a:lnTo>
                      <a:pt x="894" y="666"/>
                    </a:lnTo>
                    <a:lnTo>
                      <a:pt x="898" y="666"/>
                    </a:lnTo>
                    <a:lnTo>
                      <a:pt x="901" y="666"/>
                    </a:lnTo>
                    <a:lnTo>
                      <a:pt x="904" y="665"/>
                    </a:lnTo>
                    <a:lnTo>
                      <a:pt x="907" y="665"/>
                    </a:lnTo>
                    <a:lnTo>
                      <a:pt x="910" y="664"/>
                    </a:lnTo>
                    <a:lnTo>
                      <a:pt x="913" y="664"/>
                    </a:lnTo>
                    <a:lnTo>
                      <a:pt x="915" y="663"/>
                    </a:lnTo>
                    <a:lnTo>
                      <a:pt x="919" y="663"/>
                    </a:lnTo>
                    <a:lnTo>
                      <a:pt x="921" y="662"/>
                    </a:lnTo>
                    <a:lnTo>
                      <a:pt x="924" y="662"/>
                    </a:lnTo>
                    <a:lnTo>
                      <a:pt x="926" y="661"/>
                    </a:lnTo>
                    <a:lnTo>
                      <a:pt x="928" y="661"/>
                    </a:lnTo>
                    <a:lnTo>
                      <a:pt x="932" y="660"/>
                    </a:lnTo>
                    <a:lnTo>
                      <a:pt x="934" y="660"/>
                    </a:lnTo>
                    <a:lnTo>
                      <a:pt x="936" y="659"/>
                    </a:lnTo>
                    <a:lnTo>
                      <a:pt x="939" y="658"/>
                    </a:lnTo>
                    <a:lnTo>
                      <a:pt x="942" y="658"/>
                    </a:lnTo>
                    <a:lnTo>
                      <a:pt x="944" y="657"/>
                    </a:lnTo>
                    <a:lnTo>
                      <a:pt x="947" y="656"/>
                    </a:lnTo>
                    <a:lnTo>
                      <a:pt x="951" y="655"/>
                    </a:lnTo>
                    <a:lnTo>
                      <a:pt x="954" y="652"/>
                    </a:lnTo>
                    <a:lnTo>
                      <a:pt x="958" y="651"/>
                    </a:lnTo>
                    <a:lnTo>
                      <a:pt x="961" y="650"/>
                    </a:lnTo>
                    <a:lnTo>
                      <a:pt x="966" y="649"/>
                    </a:lnTo>
                    <a:lnTo>
                      <a:pt x="971" y="648"/>
                    </a:lnTo>
                    <a:lnTo>
                      <a:pt x="975" y="646"/>
                    </a:lnTo>
                    <a:lnTo>
                      <a:pt x="980" y="645"/>
                    </a:lnTo>
                    <a:lnTo>
                      <a:pt x="985" y="643"/>
                    </a:lnTo>
                    <a:lnTo>
                      <a:pt x="991" y="642"/>
                    </a:lnTo>
                    <a:lnTo>
                      <a:pt x="995" y="640"/>
                    </a:lnTo>
                    <a:lnTo>
                      <a:pt x="999" y="639"/>
                    </a:lnTo>
                    <a:lnTo>
                      <a:pt x="1003" y="638"/>
                    </a:lnTo>
                    <a:lnTo>
                      <a:pt x="1009" y="636"/>
                    </a:lnTo>
                    <a:lnTo>
                      <a:pt x="1013" y="635"/>
                    </a:lnTo>
                    <a:lnTo>
                      <a:pt x="1016" y="633"/>
                    </a:lnTo>
                    <a:lnTo>
                      <a:pt x="1019" y="632"/>
                    </a:lnTo>
                    <a:lnTo>
                      <a:pt x="1022" y="631"/>
                    </a:lnTo>
                    <a:lnTo>
                      <a:pt x="1026" y="630"/>
                    </a:lnTo>
                    <a:lnTo>
                      <a:pt x="1029" y="629"/>
                    </a:lnTo>
                    <a:lnTo>
                      <a:pt x="1032" y="628"/>
                    </a:lnTo>
                    <a:lnTo>
                      <a:pt x="1034" y="628"/>
                    </a:lnTo>
                    <a:lnTo>
                      <a:pt x="1037" y="627"/>
                    </a:lnTo>
                    <a:lnTo>
                      <a:pt x="1039" y="626"/>
                    </a:lnTo>
                    <a:lnTo>
                      <a:pt x="1041" y="625"/>
                    </a:lnTo>
                    <a:lnTo>
                      <a:pt x="1044" y="624"/>
                    </a:lnTo>
                    <a:lnTo>
                      <a:pt x="1047" y="623"/>
                    </a:lnTo>
                    <a:lnTo>
                      <a:pt x="1049" y="622"/>
                    </a:lnTo>
                    <a:lnTo>
                      <a:pt x="1052" y="621"/>
                    </a:lnTo>
                    <a:lnTo>
                      <a:pt x="1055" y="620"/>
                    </a:lnTo>
                    <a:lnTo>
                      <a:pt x="1058" y="619"/>
                    </a:lnTo>
                    <a:lnTo>
                      <a:pt x="1060" y="617"/>
                    </a:lnTo>
                    <a:lnTo>
                      <a:pt x="1063" y="616"/>
                    </a:lnTo>
                    <a:lnTo>
                      <a:pt x="1067" y="615"/>
                    </a:lnTo>
                    <a:lnTo>
                      <a:pt x="1070" y="612"/>
                    </a:lnTo>
                    <a:lnTo>
                      <a:pt x="1073" y="611"/>
                    </a:lnTo>
                    <a:lnTo>
                      <a:pt x="1076" y="609"/>
                    </a:lnTo>
                    <a:lnTo>
                      <a:pt x="1080" y="607"/>
                    </a:lnTo>
                    <a:lnTo>
                      <a:pt x="1085" y="605"/>
                    </a:lnTo>
                    <a:lnTo>
                      <a:pt x="1089" y="603"/>
                    </a:lnTo>
                    <a:lnTo>
                      <a:pt x="1093" y="601"/>
                    </a:lnTo>
                    <a:lnTo>
                      <a:pt x="1097" y="599"/>
                    </a:lnTo>
                    <a:lnTo>
                      <a:pt x="1102" y="597"/>
                    </a:lnTo>
                    <a:lnTo>
                      <a:pt x="1107" y="594"/>
                    </a:lnTo>
                    <a:lnTo>
                      <a:pt x="1110" y="592"/>
                    </a:lnTo>
                    <a:lnTo>
                      <a:pt x="1114" y="590"/>
                    </a:lnTo>
                    <a:lnTo>
                      <a:pt x="1117" y="589"/>
                    </a:lnTo>
                    <a:lnTo>
                      <a:pt x="1120" y="587"/>
                    </a:lnTo>
                    <a:lnTo>
                      <a:pt x="1123" y="586"/>
                    </a:lnTo>
                    <a:lnTo>
                      <a:pt x="1126" y="584"/>
                    </a:lnTo>
                    <a:lnTo>
                      <a:pt x="1129" y="583"/>
                    </a:lnTo>
                    <a:lnTo>
                      <a:pt x="1131" y="582"/>
                    </a:lnTo>
                    <a:lnTo>
                      <a:pt x="1133" y="581"/>
                    </a:lnTo>
                    <a:lnTo>
                      <a:pt x="1135" y="580"/>
                    </a:lnTo>
                    <a:lnTo>
                      <a:pt x="1138" y="578"/>
                    </a:lnTo>
                    <a:lnTo>
                      <a:pt x="1140" y="577"/>
                    </a:lnTo>
                    <a:lnTo>
                      <a:pt x="1144" y="576"/>
                    </a:lnTo>
                    <a:lnTo>
                      <a:pt x="1146" y="574"/>
                    </a:lnTo>
                    <a:lnTo>
                      <a:pt x="1148" y="573"/>
                    </a:lnTo>
                    <a:lnTo>
                      <a:pt x="1150" y="572"/>
                    </a:lnTo>
                    <a:lnTo>
                      <a:pt x="1152" y="571"/>
                    </a:lnTo>
                    <a:lnTo>
                      <a:pt x="1154" y="570"/>
                    </a:lnTo>
                    <a:lnTo>
                      <a:pt x="1157" y="568"/>
                    </a:lnTo>
                    <a:lnTo>
                      <a:pt x="1159" y="567"/>
                    </a:lnTo>
                    <a:lnTo>
                      <a:pt x="1162" y="566"/>
                    </a:lnTo>
                    <a:lnTo>
                      <a:pt x="1165" y="564"/>
                    </a:lnTo>
                    <a:lnTo>
                      <a:pt x="1168" y="562"/>
                    </a:lnTo>
                    <a:lnTo>
                      <a:pt x="1170" y="560"/>
                    </a:lnTo>
                    <a:lnTo>
                      <a:pt x="1174" y="559"/>
                    </a:lnTo>
                    <a:lnTo>
                      <a:pt x="1177" y="557"/>
                    </a:lnTo>
                    <a:lnTo>
                      <a:pt x="1181" y="554"/>
                    </a:lnTo>
                    <a:lnTo>
                      <a:pt x="1185" y="552"/>
                    </a:lnTo>
                    <a:lnTo>
                      <a:pt x="1189" y="550"/>
                    </a:lnTo>
                    <a:lnTo>
                      <a:pt x="1193" y="548"/>
                    </a:lnTo>
                    <a:lnTo>
                      <a:pt x="1197" y="546"/>
                    </a:lnTo>
                    <a:lnTo>
                      <a:pt x="1201" y="544"/>
                    </a:lnTo>
                    <a:lnTo>
                      <a:pt x="1204" y="542"/>
                    </a:lnTo>
                    <a:lnTo>
                      <a:pt x="1207" y="540"/>
                    </a:lnTo>
                    <a:lnTo>
                      <a:pt x="1210" y="539"/>
                    </a:lnTo>
                    <a:lnTo>
                      <a:pt x="1213" y="536"/>
                    </a:lnTo>
                    <a:lnTo>
                      <a:pt x="1215" y="535"/>
                    </a:lnTo>
                    <a:lnTo>
                      <a:pt x="1217" y="534"/>
                    </a:lnTo>
                    <a:lnTo>
                      <a:pt x="1221" y="532"/>
                    </a:lnTo>
                    <a:lnTo>
                      <a:pt x="1223" y="531"/>
                    </a:lnTo>
                    <a:lnTo>
                      <a:pt x="1225" y="530"/>
                    </a:lnTo>
                    <a:lnTo>
                      <a:pt x="1227" y="529"/>
                    </a:lnTo>
                    <a:lnTo>
                      <a:pt x="1228" y="528"/>
                    </a:lnTo>
                    <a:lnTo>
                      <a:pt x="1230" y="527"/>
                    </a:lnTo>
                    <a:lnTo>
                      <a:pt x="1232" y="526"/>
                    </a:lnTo>
                    <a:lnTo>
                      <a:pt x="1235" y="525"/>
                    </a:lnTo>
                    <a:lnTo>
                      <a:pt x="1236" y="523"/>
                    </a:lnTo>
                    <a:lnTo>
                      <a:pt x="1239" y="522"/>
                    </a:lnTo>
                    <a:lnTo>
                      <a:pt x="1241" y="521"/>
                    </a:lnTo>
                    <a:lnTo>
                      <a:pt x="1243" y="520"/>
                    </a:lnTo>
                    <a:lnTo>
                      <a:pt x="1245" y="518"/>
                    </a:lnTo>
                    <a:lnTo>
                      <a:pt x="1246" y="516"/>
                    </a:lnTo>
                    <a:lnTo>
                      <a:pt x="1248" y="515"/>
                    </a:lnTo>
                    <a:lnTo>
                      <a:pt x="1250" y="513"/>
                    </a:lnTo>
                    <a:lnTo>
                      <a:pt x="1253" y="512"/>
                    </a:lnTo>
                    <a:lnTo>
                      <a:pt x="1255" y="511"/>
                    </a:lnTo>
                    <a:lnTo>
                      <a:pt x="1257" y="509"/>
                    </a:lnTo>
                    <a:lnTo>
                      <a:pt x="1261" y="507"/>
                    </a:lnTo>
                    <a:lnTo>
                      <a:pt x="1263" y="506"/>
                    </a:lnTo>
                    <a:lnTo>
                      <a:pt x="1266" y="504"/>
                    </a:lnTo>
                    <a:lnTo>
                      <a:pt x="1269" y="502"/>
                    </a:lnTo>
                    <a:lnTo>
                      <a:pt x="1272" y="500"/>
                    </a:lnTo>
                    <a:lnTo>
                      <a:pt x="1275" y="497"/>
                    </a:lnTo>
                    <a:lnTo>
                      <a:pt x="1280" y="495"/>
                    </a:lnTo>
                    <a:lnTo>
                      <a:pt x="1282" y="494"/>
                    </a:lnTo>
                    <a:lnTo>
                      <a:pt x="1285" y="492"/>
                    </a:lnTo>
                    <a:lnTo>
                      <a:pt x="1287" y="491"/>
                    </a:lnTo>
                    <a:lnTo>
                      <a:pt x="1289" y="489"/>
                    </a:lnTo>
                    <a:lnTo>
                      <a:pt x="1291" y="488"/>
                    </a:lnTo>
                    <a:lnTo>
                      <a:pt x="1293" y="487"/>
                    </a:lnTo>
                    <a:lnTo>
                      <a:pt x="1295" y="486"/>
                    </a:lnTo>
                    <a:lnTo>
                      <a:pt x="1296" y="485"/>
                    </a:lnTo>
                    <a:lnTo>
                      <a:pt x="1299" y="484"/>
                    </a:lnTo>
                    <a:lnTo>
                      <a:pt x="1300" y="482"/>
                    </a:lnTo>
                    <a:lnTo>
                      <a:pt x="1302" y="482"/>
                    </a:lnTo>
                    <a:lnTo>
                      <a:pt x="1303" y="481"/>
                    </a:lnTo>
                    <a:lnTo>
                      <a:pt x="1304" y="480"/>
                    </a:lnTo>
                    <a:lnTo>
                      <a:pt x="1306" y="479"/>
                    </a:lnTo>
                    <a:lnTo>
                      <a:pt x="1307" y="477"/>
                    </a:lnTo>
                    <a:lnTo>
                      <a:pt x="1308" y="476"/>
                    </a:lnTo>
                    <a:lnTo>
                      <a:pt x="1310" y="475"/>
                    </a:lnTo>
                    <a:lnTo>
                      <a:pt x="1311" y="474"/>
                    </a:lnTo>
                    <a:lnTo>
                      <a:pt x="1312" y="472"/>
                    </a:lnTo>
                    <a:lnTo>
                      <a:pt x="1313" y="471"/>
                    </a:lnTo>
                    <a:lnTo>
                      <a:pt x="1315" y="470"/>
                    </a:lnTo>
                    <a:lnTo>
                      <a:pt x="1317" y="469"/>
                    </a:lnTo>
                    <a:lnTo>
                      <a:pt x="1319" y="468"/>
                    </a:lnTo>
                    <a:lnTo>
                      <a:pt x="1320" y="466"/>
                    </a:lnTo>
                    <a:lnTo>
                      <a:pt x="1322" y="465"/>
                    </a:lnTo>
                    <a:lnTo>
                      <a:pt x="1325" y="464"/>
                    </a:lnTo>
                    <a:lnTo>
                      <a:pt x="1327" y="462"/>
                    </a:lnTo>
                    <a:lnTo>
                      <a:pt x="1329" y="461"/>
                    </a:lnTo>
                    <a:lnTo>
                      <a:pt x="1331" y="458"/>
                    </a:lnTo>
                    <a:lnTo>
                      <a:pt x="1333" y="456"/>
                    </a:lnTo>
                    <a:lnTo>
                      <a:pt x="1336" y="455"/>
                    </a:lnTo>
                    <a:lnTo>
                      <a:pt x="1338" y="453"/>
                    </a:lnTo>
                    <a:lnTo>
                      <a:pt x="1339" y="452"/>
                    </a:lnTo>
                    <a:lnTo>
                      <a:pt x="1341" y="450"/>
                    </a:lnTo>
                    <a:lnTo>
                      <a:pt x="1343" y="449"/>
                    </a:lnTo>
                    <a:lnTo>
                      <a:pt x="1344" y="448"/>
                    </a:lnTo>
                    <a:lnTo>
                      <a:pt x="1346" y="447"/>
                    </a:lnTo>
                    <a:lnTo>
                      <a:pt x="1347" y="446"/>
                    </a:lnTo>
                    <a:lnTo>
                      <a:pt x="1348" y="445"/>
                    </a:lnTo>
                    <a:lnTo>
                      <a:pt x="1350" y="444"/>
                    </a:lnTo>
                    <a:lnTo>
                      <a:pt x="1351" y="443"/>
                    </a:lnTo>
                    <a:lnTo>
                      <a:pt x="1352" y="442"/>
                    </a:lnTo>
                    <a:lnTo>
                      <a:pt x="1353" y="441"/>
                    </a:lnTo>
                    <a:lnTo>
                      <a:pt x="1354" y="440"/>
                    </a:lnTo>
                    <a:lnTo>
                      <a:pt x="1357" y="438"/>
                    </a:lnTo>
                    <a:lnTo>
                      <a:pt x="1358" y="438"/>
                    </a:lnTo>
                    <a:lnTo>
                      <a:pt x="1359" y="437"/>
                    </a:lnTo>
                    <a:lnTo>
                      <a:pt x="1360" y="436"/>
                    </a:lnTo>
                    <a:lnTo>
                      <a:pt x="1361" y="435"/>
                    </a:lnTo>
                    <a:lnTo>
                      <a:pt x="1363" y="434"/>
                    </a:lnTo>
                    <a:lnTo>
                      <a:pt x="1364" y="433"/>
                    </a:lnTo>
                    <a:lnTo>
                      <a:pt x="1365" y="432"/>
                    </a:lnTo>
                    <a:lnTo>
                      <a:pt x="1367" y="431"/>
                    </a:lnTo>
                    <a:lnTo>
                      <a:pt x="1370" y="430"/>
                    </a:lnTo>
                    <a:lnTo>
                      <a:pt x="1371" y="429"/>
                    </a:lnTo>
                    <a:lnTo>
                      <a:pt x="1373" y="427"/>
                    </a:lnTo>
                    <a:lnTo>
                      <a:pt x="1376" y="425"/>
                    </a:lnTo>
                    <a:lnTo>
                      <a:pt x="1378" y="424"/>
                    </a:lnTo>
                    <a:lnTo>
                      <a:pt x="1380" y="422"/>
                    </a:lnTo>
                    <a:lnTo>
                      <a:pt x="1382" y="421"/>
                    </a:lnTo>
                    <a:lnTo>
                      <a:pt x="1385" y="418"/>
                    </a:lnTo>
                    <a:lnTo>
                      <a:pt x="1387" y="417"/>
                    </a:lnTo>
                    <a:lnTo>
                      <a:pt x="1389" y="415"/>
                    </a:lnTo>
                    <a:lnTo>
                      <a:pt x="1392" y="414"/>
                    </a:lnTo>
                    <a:lnTo>
                      <a:pt x="1395" y="412"/>
                    </a:lnTo>
                    <a:lnTo>
                      <a:pt x="1397" y="411"/>
                    </a:lnTo>
                    <a:lnTo>
                      <a:pt x="1398" y="410"/>
                    </a:lnTo>
                    <a:lnTo>
                      <a:pt x="1400" y="408"/>
                    </a:lnTo>
                    <a:lnTo>
                      <a:pt x="1402" y="407"/>
                    </a:lnTo>
                    <a:lnTo>
                      <a:pt x="1403" y="406"/>
                    </a:lnTo>
                    <a:lnTo>
                      <a:pt x="1405" y="405"/>
                    </a:lnTo>
                    <a:lnTo>
                      <a:pt x="1406" y="404"/>
                    </a:lnTo>
                    <a:lnTo>
                      <a:pt x="1407" y="403"/>
                    </a:lnTo>
                    <a:lnTo>
                      <a:pt x="1409" y="402"/>
                    </a:lnTo>
                    <a:lnTo>
                      <a:pt x="1410" y="400"/>
                    </a:lnTo>
                    <a:lnTo>
                      <a:pt x="1411" y="399"/>
                    </a:lnTo>
                    <a:lnTo>
                      <a:pt x="1415" y="398"/>
                    </a:lnTo>
                    <a:lnTo>
                      <a:pt x="1416" y="396"/>
                    </a:lnTo>
                    <a:lnTo>
                      <a:pt x="1417" y="395"/>
                    </a:lnTo>
                    <a:lnTo>
                      <a:pt x="1419" y="394"/>
                    </a:lnTo>
                    <a:lnTo>
                      <a:pt x="1420" y="393"/>
                    </a:lnTo>
                    <a:lnTo>
                      <a:pt x="1421" y="391"/>
                    </a:lnTo>
                    <a:lnTo>
                      <a:pt x="1423" y="390"/>
                    </a:lnTo>
                    <a:lnTo>
                      <a:pt x="1424" y="388"/>
                    </a:lnTo>
                    <a:lnTo>
                      <a:pt x="1426" y="387"/>
                    </a:lnTo>
                    <a:lnTo>
                      <a:pt x="1428" y="385"/>
                    </a:lnTo>
                    <a:lnTo>
                      <a:pt x="1429" y="382"/>
                    </a:lnTo>
                    <a:lnTo>
                      <a:pt x="1431" y="379"/>
                    </a:lnTo>
                    <a:lnTo>
                      <a:pt x="1434" y="377"/>
                    </a:lnTo>
                    <a:lnTo>
                      <a:pt x="1436" y="374"/>
                    </a:lnTo>
                    <a:lnTo>
                      <a:pt x="1439" y="372"/>
                    </a:lnTo>
                    <a:lnTo>
                      <a:pt x="1441" y="369"/>
                    </a:lnTo>
                    <a:lnTo>
                      <a:pt x="1444" y="367"/>
                    </a:lnTo>
                    <a:lnTo>
                      <a:pt x="1446" y="364"/>
                    </a:lnTo>
                    <a:lnTo>
                      <a:pt x="1449" y="360"/>
                    </a:lnTo>
                    <a:lnTo>
                      <a:pt x="1452" y="358"/>
                    </a:lnTo>
                    <a:lnTo>
                      <a:pt x="1454" y="356"/>
                    </a:lnTo>
                    <a:lnTo>
                      <a:pt x="1456" y="354"/>
                    </a:lnTo>
                    <a:lnTo>
                      <a:pt x="1458" y="352"/>
                    </a:lnTo>
                    <a:lnTo>
                      <a:pt x="1461" y="350"/>
                    </a:lnTo>
                    <a:lnTo>
                      <a:pt x="1463" y="348"/>
                    </a:lnTo>
                    <a:lnTo>
                      <a:pt x="1464" y="346"/>
                    </a:lnTo>
                    <a:lnTo>
                      <a:pt x="1466" y="344"/>
                    </a:lnTo>
                    <a:lnTo>
                      <a:pt x="1467" y="343"/>
                    </a:lnTo>
                    <a:lnTo>
                      <a:pt x="1469" y="340"/>
                    </a:lnTo>
                    <a:lnTo>
                      <a:pt x="1470" y="338"/>
                    </a:lnTo>
                    <a:lnTo>
                      <a:pt x="1473" y="336"/>
                    </a:lnTo>
                    <a:lnTo>
                      <a:pt x="1474" y="334"/>
                    </a:lnTo>
                    <a:lnTo>
                      <a:pt x="1476" y="333"/>
                    </a:lnTo>
                    <a:lnTo>
                      <a:pt x="1477" y="331"/>
                    </a:lnTo>
                    <a:lnTo>
                      <a:pt x="1479" y="329"/>
                    </a:lnTo>
                    <a:lnTo>
                      <a:pt x="1480" y="327"/>
                    </a:lnTo>
                    <a:lnTo>
                      <a:pt x="1482" y="326"/>
                    </a:lnTo>
                    <a:lnTo>
                      <a:pt x="1483" y="324"/>
                    </a:lnTo>
                    <a:lnTo>
                      <a:pt x="1485" y="321"/>
                    </a:lnTo>
                    <a:lnTo>
                      <a:pt x="1487" y="319"/>
                    </a:lnTo>
                    <a:lnTo>
                      <a:pt x="1489" y="316"/>
                    </a:lnTo>
                    <a:lnTo>
                      <a:pt x="1492" y="314"/>
                    </a:lnTo>
                    <a:lnTo>
                      <a:pt x="1494" y="312"/>
                    </a:lnTo>
                    <a:lnTo>
                      <a:pt x="1496" y="309"/>
                    </a:lnTo>
                    <a:lnTo>
                      <a:pt x="1498" y="306"/>
                    </a:lnTo>
                    <a:lnTo>
                      <a:pt x="1501" y="302"/>
                    </a:lnTo>
                    <a:lnTo>
                      <a:pt x="1505" y="299"/>
                    </a:lnTo>
                    <a:lnTo>
                      <a:pt x="1507" y="295"/>
                    </a:lnTo>
                    <a:lnTo>
                      <a:pt x="1512" y="291"/>
                    </a:lnTo>
                    <a:lnTo>
                      <a:pt x="1515" y="287"/>
                    </a:lnTo>
                    <a:lnTo>
                      <a:pt x="1517" y="283"/>
                    </a:lnTo>
                    <a:lnTo>
                      <a:pt x="1520" y="280"/>
                    </a:lnTo>
                    <a:lnTo>
                      <a:pt x="1523" y="277"/>
                    </a:lnTo>
                    <a:lnTo>
                      <a:pt x="1525" y="274"/>
                    </a:lnTo>
                    <a:lnTo>
                      <a:pt x="1527" y="271"/>
                    </a:lnTo>
                    <a:lnTo>
                      <a:pt x="1530" y="268"/>
                    </a:lnTo>
                    <a:lnTo>
                      <a:pt x="1532" y="266"/>
                    </a:lnTo>
                    <a:lnTo>
                      <a:pt x="1534" y="263"/>
                    </a:lnTo>
                    <a:lnTo>
                      <a:pt x="1536" y="260"/>
                    </a:lnTo>
                    <a:lnTo>
                      <a:pt x="1538" y="258"/>
                    </a:lnTo>
                    <a:lnTo>
                      <a:pt x="1539" y="256"/>
                    </a:lnTo>
                    <a:lnTo>
                      <a:pt x="1541" y="254"/>
                    </a:lnTo>
                    <a:lnTo>
                      <a:pt x="1543" y="252"/>
                    </a:lnTo>
                    <a:lnTo>
                      <a:pt x="1544" y="250"/>
                    </a:lnTo>
                    <a:lnTo>
                      <a:pt x="1546" y="247"/>
                    </a:lnTo>
                    <a:lnTo>
                      <a:pt x="1547" y="244"/>
                    </a:lnTo>
                    <a:lnTo>
                      <a:pt x="1551" y="242"/>
                    </a:lnTo>
                    <a:lnTo>
                      <a:pt x="1552" y="240"/>
                    </a:lnTo>
                    <a:lnTo>
                      <a:pt x="1554" y="238"/>
                    </a:lnTo>
                    <a:lnTo>
                      <a:pt x="1556" y="235"/>
                    </a:lnTo>
                    <a:lnTo>
                      <a:pt x="1557" y="233"/>
                    </a:lnTo>
                    <a:lnTo>
                      <a:pt x="1559" y="231"/>
                    </a:lnTo>
                    <a:lnTo>
                      <a:pt x="1561" y="228"/>
                    </a:lnTo>
                    <a:lnTo>
                      <a:pt x="1563" y="224"/>
                    </a:lnTo>
                    <a:lnTo>
                      <a:pt x="1565" y="221"/>
                    </a:lnTo>
                    <a:lnTo>
                      <a:pt x="1569" y="218"/>
                    </a:lnTo>
                    <a:lnTo>
                      <a:pt x="1571" y="215"/>
                    </a:lnTo>
                    <a:lnTo>
                      <a:pt x="1574" y="211"/>
                    </a:lnTo>
                    <a:lnTo>
                      <a:pt x="1576" y="208"/>
                    </a:lnTo>
                    <a:lnTo>
                      <a:pt x="1579" y="203"/>
                    </a:lnTo>
                    <a:lnTo>
                      <a:pt x="1582" y="197"/>
                    </a:lnTo>
                    <a:lnTo>
                      <a:pt x="1585" y="193"/>
                    </a:lnTo>
                    <a:lnTo>
                      <a:pt x="1589" y="189"/>
                    </a:lnTo>
                    <a:lnTo>
                      <a:pt x="1592" y="184"/>
                    </a:lnTo>
                    <a:lnTo>
                      <a:pt x="1595" y="181"/>
                    </a:lnTo>
                    <a:lnTo>
                      <a:pt x="1598" y="178"/>
                    </a:lnTo>
                    <a:lnTo>
                      <a:pt x="1600" y="174"/>
                    </a:lnTo>
                    <a:lnTo>
                      <a:pt x="1602" y="171"/>
                    </a:lnTo>
                    <a:lnTo>
                      <a:pt x="1604" y="169"/>
                    </a:lnTo>
                    <a:lnTo>
                      <a:pt x="1607" y="165"/>
                    </a:lnTo>
                    <a:lnTo>
                      <a:pt x="1609" y="162"/>
                    </a:lnTo>
                    <a:lnTo>
                      <a:pt x="1610" y="160"/>
                    </a:lnTo>
                    <a:lnTo>
                      <a:pt x="1612" y="156"/>
                    </a:lnTo>
                    <a:lnTo>
                      <a:pt x="1614" y="154"/>
                    </a:lnTo>
                    <a:lnTo>
                      <a:pt x="1615" y="152"/>
                    </a:lnTo>
                    <a:lnTo>
                      <a:pt x="1617" y="150"/>
                    </a:lnTo>
                    <a:lnTo>
                      <a:pt x="1618" y="146"/>
                    </a:lnTo>
                    <a:lnTo>
                      <a:pt x="1620" y="144"/>
                    </a:lnTo>
                    <a:lnTo>
                      <a:pt x="1622" y="142"/>
                    </a:lnTo>
                    <a:lnTo>
                      <a:pt x="1623" y="140"/>
                    </a:lnTo>
                    <a:lnTo>
                      <a:pt x="1625" y="137"/>
                    </a:lnTo>
                    <a:lnTo>
                      <a:pt x="1628" y="135"/>
                    </a:lnTo>
                    <a:lnTo>
                      <a:pt x="1630" y="132"/>
                    </a:lnTo>
                    <a:lnTo>
                      <a:pt x="1632" y="130"/>
                    </a:lnTo>
                    <a:lnTo>
                      <a:pt x="1634" y="126"/>
                    </a:lnTo>
                    <a:lnTo>
                      <a:pt x="1636" y="123"/>
                    </a:lnTo>
                    <a:lnTo>
                      <a:pt x="1638" y="120"/>
                    </a:lnTo>
                    <a:lnTo>
                      <a:pt x="1641" y="117"/>
                    </a:lnTo>
                    <a:lnTo>
                      <a:pt x="1644" y="112"/>
                    </a:lnTo>
                    <a:lnTo>
                      <a:pt x="1647" y="107"/>
                    </a:lnTo>
                    <a:lnTo>
                      <a:pt x="1650" y="104"/>
                    </a:lnTo>
                    <a:lnTo>
                      <a:pt x="1653" y="99"/>
                    </a:lnTo>
                    <a:lnTo>
                      <a:pt x="1656" y="95"/>
                    </a:lnTo>
                    <a:lnTo>
                      <a:pt x="1660" y="91"/>
                    </a:lnTo>
                    <a:lnTo>
                      <a:pt x="1663" y="86"/>
                    </a:lnTo>
                    <a:lnTo>
                      <a:pt x="1666" y="82"/>
                    </a:lnTo>
                    <a:lnTo>
                      <a:pt x="1669" y="78"/>
                    </a:lnTo>
                    <a:lnTo>
                      <a:pt x="1672" y="75"/>
                    </a:lnTo>
                    <a:lnTo>
                      <a:pt x="1674" y="72"/>
                    </a:lnTo>
                    <a:lnTo>
                      <a:pt x="1676" y="68"/>
                    </a:lnTo>
                    <a:lnTo>
                      <a:pt x="1678" y="64"/>
                    </a:lnTo>
                    <a:lnTo>
                      <a:pt x="1680" y="61"/>
                    </a:lnTo>
                    <a:lnTo>
                      <a:pt x="1682" y="58"/>
                    </a:lnTo>
                    <a:lnTo>
                      <a:pt x="1686" y="56"/>
                    </a:lnTo>
                    <a:lnTo>
                      <a:pt x="1687" y="54"/>
                    </a:lnTo>
                    <a:lnTo>
                      <a:pt x="1689" y="50"/>
                    </a:lnTo>
                    <a:lnTo>
                      <a:pt x="1690" y="48"/>
                    </a:lnTo>
                    <a:lnTo>
                      <a:pt x="1692" y="46"/>
                    </a:lnTo>
                    <a:lnTo>
                      <a:pt x="1693" y="44"/>
                    </a:lnTo>
                    <a:lnTo>
                      <a:pt x="1694" y="42"/>
                    </a:lnTo>
                    <a:lnTo>
                      <a:pt x="1696" y="40"/>
                    </a:lnTo>
                    <a:lnTo>
                      <a:pt x="1697" y="38"/>
                    </a:lnTo>
                    <a:lnTo>
                      <a:pt x="1698" y="36"/>
                    </a:lnTo>
                    <a:lnTo>
                      <a:pt x="1700" y="34"/>
                    </a:lnTo>
                    <a:lnTo>
                      <a:pt x="1701" y="31"/>
                    </a:lnTo>
                    <a:lnTo>
                      <a:pt x="1702" y="28"/>
                    </a:lnTo>
                    <a:lnTo>
                      <a:pt x="1705" y="26"/>
                    </a:lnTo>
                    <a:lnTo>
                      <a:pt x="1706" y="23"/>
                    </a:lnTo>
                    <a:lnTo>
                      <a:pt x="1708" y="20"/>
                    </a:lnTo>
                    <a:lnTo>
                      <a:pt x="1709" y="17"/>
                    </a:lnTo>
                    <a:lnTo>
                      <a:pt x="1711" y="14"/>
                    </a:lnTo>
                    <a:lnTo>
                      <a:pt x="1713" y="10"/>
                    </a:lnTo>
                    <a:lnTo>
                      <a:pt x="1714" y="7"/>
                    </a:lnTo>
                    <a:lnTo>
                      <a:pt x="1716" y="4"/>
                    </a:lnTo>
                    <a:lnTo>
                      <a:pt x="171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22">
                <a:extLst>
                  <a:ext uri="{FF2B5EF4-FFF2-40B4-BE49-F238E27FC236}">
                    <a16:creationId xmlns:a16="http://schemas.microsoft.com/office/drawing/2014/main" id="{6BD40CD8-F025-429B-9E78-D137ED42A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733" y="2234852"/>
                <a:ext cx="63500" cy="219075"/>
              </a:xfrm>
              <a:custGeom>
                <a:avLst/>
                <a:gdLst>
                  <a:gd name="T0" fmla="*/ 0 w 203"/>
                  <a:gd name="T1" fmla="*/ 0 h 688"/>
                  <a:gd name="T2" fmla="*/ 0 w 203"/>
                  <a:gd name="T3" fmla="*/ 0 h 688"/>
                  <a:gd name="T4" fmla="*/ 0 w 203"/>
                  <a:gd name="T5" fmla="*/ 0 h 688"/>
                  <a:gd name="T6" fmla="*/ 0 w 203"/>
                  <a:gd name="T7" fmla="*/ 0 h 688"/>
                  <a:gd name="T8" fmla="*/ 0 w 203"/>
                  <a:gd name="T9" fmla="*/ 0 h 688"/>
                  <a:gd name="T10" fmla="*/ 0 w 203"/>
                  <a:gd name="T11" fmla="*/ 0 h 688"/>
                  <a:gd name="T12" fmla="*/ 0 w 203"/>
                  <a:gd name="T13" fmla="*/ 0 h 688"/>
                  <a:gd name="T14" fmla="*/ 0 w 203"/>
                  <a:gd name="T15" fmla="*/ 0 h 688"/>
                  <a:gd name="T16" fmla="*/ 0 w 203"/>
                  <a:gd name="T17" fmla="*/ 0 h 688"/>
                  <a:gd name="T18" fmla="*/ 0 w 203"/>
                  <a:gd name="T19" fmla="*/ 0 h 688"/>
                  <a:gd name="T20" fmla="*/ 0 w 203"/>
                  <a:gd name="T21" fmla="*/ 0 h 688"/>
                  <a:gd name="T22" fmla="*/ 0 w 203"/>
                  <a:gd name="T23" fmla="*/ 0 h 688"/>
                  <a:gd name="T24" fmla="*/ 0 w 203"/>
                  <a:gd name="T25" fmla="*/ 0 h 688"/>
                  <a:gd name="T26" fmla="*/ 0 w 203"/>
                  <a:gd name="T27" fmla="*/ 0 h 688"/>
                  <a:gd name="T28" fmla="*/ 0 w 203"/>
                  <a:gd name="T29" fmla="*/ 0 h 688"/>
                  <a:gd name="T30" fmla="*/ 0 w 203"/>
                  <a:gd name="T31" fmla="*/ 0 h 688"/>
                  <a:gd name="T32" fmla="*/ 0 w 203"/>
                  <a:gd name="T33" fmla="*/ 0 h 688"/>
                  <a:gd name="T34" fmla="*/ 0 w 203"/>
                  <a:gd name="T35" fmla="*/ 0 h 688"/>
                  <a:gd name="T36" fmla="*/ 0 w 203"/>
                  <a:gd name="T37" fmla="*/ 0 h 688"/>
                  <a:gd name="T38" fmla="*/ 0 w 203"/>
                  <a:gd name="T39" fmla="*/ 0 h 688"/>
                  <a:gd name="T40" fmla="*/ 0 w 203"/>
                  <a:gd name="T41" fmla="*/ 0 h 688"/>
                  <a:gd name="T42" fmla="*/ 0 w 203"/>
                  <a:gd name="T43" fmla="*/ 0 h 688"/>
                  <a:gd name="T44" fmla="*/ 0 w 203"/>
                  <a:gd name="T45" fmla="*/ 0 h 688"/>
                  <a:gd name="T46" fmla="*/ 0 w 203"/>
                  <a:gd name="T47" fmla="*/ 0 h 688"/>
                  <a:gd name="T48" fmla="*/ 0 w 203"/>
                  <a:gd name="T49" fmla="*/ 0 h 688"/>
                  <a:gd name="T50" fmla="*/ 0 w 203"/>
                  <a:gd name="T51" fmla="*/ 0 h 688"/>
                  <a:gd name="T52" fmla="*/ 0 w 203"/>
                  <a:gd name="T53" fmla="*/ 0 h 688"/>
                  <a:gd name="T54" fmla="*/ 0 w 203"/>
                  <a:gd name="T55" fmla="*/ 0 h 688"/>
                  <a:gd name="T56" fmla="*/ 0 w 203"/>
                  <a:gd name="T57" fmla="*/ 0 h 688"/>
                  <a:gd name="T58" fmla="*/ 0 w 203"/>
                  <a:gd name="T59" fmla="*/ 0 h 688"/>
                  <a:gd name="T60" fmla="*/ 0 w 203"/>
                  <a:gd name="T61" fmla="*/ 0 h 688"/>
                  <a:gd name="T62" fmla="*/ 0 w 203"/>
                  <a:gd name="T63" fmla="*/ 0 h 688"/>
                  <a:gd name="T64" fmla="*/ 0 w 203"/>
                  <a:gd name="T65" fmla="*/ 0 h 688"/>
                  <a:gd name="T66" fmla="*/ 0 w 203"/>
                  <a:gd name="T67" fmla="*/ 0 h 688"/>
                  <a:gd name="T68" fmla="*/ 0 w 203"/>
                  <a:gd name="T69" fmla="*/ 0 h 688"/>
                  <a:gd name="T70" fmla="*/ 0 w 203"/>
                  <a:gd name="T71" fmla="*/ 0 h 688"/>
                  <a:gd name="T72" fmla="*/ 0 w 203"/>
                  <a:gd name="T73" fmla="*/ 0 h 688"/>
                  <a:gd name="T74" fmla="*/ 0 w 203"/>
                  <a:gd name="T75" fmla="*/ 0 h 688"/>
                  <a:gd name="T76" fmla="*/ 0 w 203"/>
                  <a:gd name="T77" fmla="*/ 0 h 688"/>
                  <a:gd name="T78" fmla="*/ 0 w 203"/>
                  <a:gd name="T79" fmla="*/ 0 h 688"/>
                  <a:gd name="T80" fmla="*/ 0 w 203"/>
                  <a:gd name="T81" fmla="*/ 0 h 688"/>
                  <a:gd name="T82" fmla="*/ 0 w 203"/>
                  <a:gd name="T83" fmla="*/ 0 h 688"/>
                  <a:gd name="T84" fmla="*/ 0 w 203"/>
                  <a:gd name="T85" fmla="*/ 0 h 688"/>
                  <a:gd name="T86" fmla="*/ 0 w 203"/>
                  <a:gd name="T87" fmla="*/ 0 h 688"/>
                  <a:gd name="T88" fmla="*/ 0 w 203"/>
                  <a:gd name="T89" fmla="*/ 0 h 688"/>
                  <a:gd name="T90" fmla="*/ 0 w 203"/>
                  <a:gd name="T91" fmla="*/ 0 h 688"/>
                  <a:gd name="T92" fmla="*/ 0 w 203"/>
                  <a:gd name="T93" fmla="*/ 0 h 688"/>
                  <a:gd name="T94" fmla="*/ 0 w 203"/>
                  <a:gd name="T95" fmla="*/ 0 h 688"/>
                  <a:gd name="T96" fmla="*/ 0 w 203"/>
                  <a:gd name="T97" fmla="*/ 0 h 688"/>
                  <a:gd name="T98" fmla="*/ 0 w 203"/>
                  <a:gd name="T99" fmla="*/ 0 h 688"/>
                  <a:gd name="T100" fmla="*/ 0 w 203"/>
                  <a:gd name="T101" fmla="*/ 0 h 688"/>
                  <a:gd name="T102" fmla="*/ 0 w 203"/>
                  <a:gd name="T103" fmla="*/ 0 h 688"/>
                  <a:gd name="T104" fmla="*/ 0 w 203"/>
                  <a:gd name="T105" fmla="*/ 0 h 688"/>
                  <a:gd name="T106" fmla="*/ 0 w 203"/>
                  <a:gd name="T107" fmla="*/ 0 h 688"/>
                  <a:gd name="T108" fmla="*/ 0 w 203"/>
                  <a:gd name="T109" fmla="*/ 0 h 688"/>
                  <a:gd name="T110" fmla="*/ 0 w 203"/>
                  <a:gd name="T111" fmla="*/ 0 h 688"/>
                  <a:gd name="T112" fmla="*/ 0 w 203"/>
                  <a:gd name="T113" fmla="*/ 0 h 68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8"/>
                  <a:gd name="T173" fmla="*/ 203 w 203"/>
                  <a:gd name="T174" fmla="*/ 688 h 68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8">
                    <a:moveTo>
                      <a:pt x="0" y="0"/>
                    </a:moveTo>
                    <a:lnTo>
                      <a:pt x="4" y="8"/>
                    </a:lnTo>
                    <a:lnTo>
                      <a:pt x="8" y="15"/>
                    </a:lnTo>
                    <a:lnTo>
                      <a:pt x="12" y="22"/>
                    </a:lnTo>
                    <a:lnTo>
                      <a:pt x="15" y="28"/>
                    </a:lnTo>
                    <a:lnTo>
                      <a:pt x="19" y="34"/>
                    </a:lnTo>
                    <a:lnTo>
                      <a:pt x="22" y="39"/>
                    </a:lnTo>
                    <a:lnTo>
                      <a:pt x="24" y="45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8"/>
                    </a:lnTo>
                    <a:lnTo>
                      <a:pt x="34" y="62"/>
                    </a:lnTo>
                    <a:lnTo>
                      <a:pt x="37" y="66"/>
                    </a:lnTo>
                    <a:lnTo>
                      <a:pt x="39" y="69"/>
                    </a:lnTo>
                    <a:lnTo>
                      <a:pt x="40" y="72"/>
                    </a:lnTo>
                    <a:lnTo>
                      <a:pt x="42" y="75"/>
                    </a:lnTo>
                    <a:lnTo>
                      <a:pt x="43" y="80"/>
                    </a:lnTo>
                    <a:lnTo>
                      <a:pt x="45" y="82"/>
                    </a:lnTo>
                    <a:lnTo>
                      <a:pt x="46" y="85"/>
                    </a:lnTo>
                    <a:lnTo>
                      <a:pt x="47" y="87"/>
                    </a:lnTo>
                    <a:lnTo>
                      <a:pt x="48" y="90"/>
                    </a:lnTo>
                    <a:lnTo>
                      <a:pt x="50" y="92"/>
                    </a:lnTo>
                    <a:lnTo>
                      <a:pt x="51" y="95"/>
                    </a:lnTo>
                    <a:lnTo>
                      <a:pt x="52" y="97"/>
                    </a:lnTo>
                    <a:lnTo>
                      <a:pt x="53" y="101"/>
                    </a:lnTo>
                    <a:lnTo>
                      <a:pt x="54" y="104"/>
                    </a:lnTo>
                    <a:lnTo>
                      <a:pt x="55" y="106"/>
                    </a:lnTo>
                    <a:lnTo>
                      <a:pt x="57" y="109"/>
                    </a:lnTo>
                    <a:lnTo>
                      <a:pt x="59" y="112"/>
                    </a:lnTo>
                    <a:lnTo>
                      <a:pt x="60" y="115"/>
                    </a:lnTo>
                    <a:lnTo>
                      <a:pt x="61" y="119"/>
                    </a:lnTo>
                    <a:lnTo>
                      <a:pt x="63" y="123"/>
                    </a:lnTo>
                    <a:lnTo>
                      <a:pt x="64" y="127"/>
                    </a:lnTo>
                    <a:lnTo>
                      <a:pt x="66" y="131"/>
                    </a:lnTo>
                    <a:lnTo>
                      <a:pt x="67" y="134"/>
                    </a:lnTo>
                    <a:lnTo>
                      <a:pt x="68" y="139"/>
                    </a:lnTo>
                    <a:lnTo>
                      <a:pt x="70" y="142"/>
                    </a:lnTo>
                    <a:lnTo>
                      <a:pt x="71" y="144"/>
                    </a:lnTo>
                    <a:lnTo>
                      <a:pt x="72" y="147"/>
                    </a:lnTo>
                    <a:lnTo>
                      <a:pt x="73" y="150"/>
                    </a:lnTo>
                    <a:lnTo>
                      <a:pt x="74" y="152"/>
                    </a:lnTo>
                    <a:lnTo>
                      <a:pt x="76" y="154"/>
                    </a:lnTo>
                    <a:lnTo>
                      <a:pt x="77" y="158"/>
                    </a:lnTo>
                    <a:lnTo>
                      <a:pt x="78" y="160"/>
                    </a:lnTo>
                    <a:lnTo>
                      <a:pt x="80" y="162"/>
                    </a:lnTo>
                    <a:lnTo>
                      <a:pt x="80" y="164"/>
                    </a:lnTo>
                    <a:lnTo>
                      <a:pt x="81" y="166"/>
                    </a:lnTo>
                    <a:lnTo>
                      <a:pt x="82" y="168"/>
                    </a:lnTo>
                    <a:lnTo>
                      <a:pt x="83" y="171"/>
                    </a:lnTo>
                    <a:lnTo>
                      <a:pt x="84" y="173"/>
                    </a:lnTo>
                    <a:lnTo>
                      <a:pt x="85" y="175"/>
                    </a:lnTo>
                    <a:lnTo>
                      <a:pt x="85" y="179"/>
                    </a:lnTo>
                    <a:lnTo>
                      <a:pt x="86" y="181"/>
                    </a:lnTo>
                    <a:lnTo>
                      <a:pt x="87" y="183"/>
                    </a:lnTo>
                    <a:lnTo>
                      <a:pt x="88" y="186"/>
                    </a:lnTo>
                    <a:lnTo>
                      <a:pt x="89" y="188"/>
                    </a:lnTo>
                    <a:lnTo>
                      <a:pt x="90" y="191"/>
                    </a:lnTo>
                    <a:lnTo>
                      <a:pt x="91" y="194"/>
                    </a:lnTo>
                    <a:lnTo>
                      <a:pt x="93" y="198"/>
                    </a:lnTo>
                    <a:lnTo>
                      <a:pt x="95" y="201"/>
                    </a:lnTo>
                    <a:lnTo>
                      <a:pt x="96" y="204"/>
                    </a:lnTo>
                    <a:lnTo>
                      <a:pt x="98" y="208"/>
                    </a:lnTo>
                    <a:lnTo>
                      <a:pt x="99" y="212"/>
                    </a:lnTo>
                    <a:lnTo>
                      <a:pt x="101" y="218"/>
                    </a:lnTo>
                    <a:lnTo>
                      <a:pt x="102" y="222"/>
                    </a:lnTo>
                    <a:lnTo>
                      <a:pt x="104" y="227"/>
                    </a:lnTo>
                    <a:lnTo>
                      <a:pt x="106" y="231"/>
                    </a:lnTo>
                    <a:lnTo>
                      <a:pt x="107" y="236"/>
                    </a:lnTo>
                    <a:lnTo>
                      <a:pt x="108" y="239"/>
                    </a:lnTo>
                    <a:lnTo>
                      <a:pt x="110" y="243"/>
                    </a:lnTo>
                    <a:lnTo>
                      <a:pt x="111" y="246"/>
                    </a:lnTo>
                    <a:lnTo>
                      <a:pt x="112" y="249"/>
                    </a:lnTo>
                    <a:lnTo>
                      <a:pt x="113" y="252"/>
                    </a:lnTo>
                    <a:lnTo>
                      <a:pt x="115" y="256"/>
                    </a:lnTo>
                    <a:lnTo>
                      <a:pt x="116" y="258"/>
                    </a:lnTo>
                    <a:lnTo>
                      <a:pt x="117" y="262"/>
                    </a:lnTo>
                    <a:lnTo>
                      <a:pt x="118" y="264"/>
                    </a:lnTo>
                    <a:lnTo>
                      <a:pt x="119" y="267"/>
                    </a:lnTo>
                    <a:lnTo>
                      <a:pt x="120" y="269"/>
                    </a:lnTo>
                    <a:lnTo>
                      <a:pt x="120" y="271"/>
                    </a:lnTo>
                    <a:lnTo>
                      <a:pt x="121" y="275"/>
                    </a:lnTo>
                    <a:lnTo>
                      <a:pt x="122" y="277"/>
                    </a:lnTo>
                    <a:lnTo>
                      <a:pt x="124" y="279"/>
                    </a:lnTo>
                    <a:lnTo>
                      <a:pt x="124" y="282"/>
                    </a:lnTo>
                    <a:lnTo>
                      <a:pt x="125" y="284"/>
                    </a:lnTo>
                    <a:lnTo>
                      <a:pt x="126" y="286"/>
                    </a:lnTo>
                    <a:lnTo>
                      <a:pt x="127" y="289"/>
                    </a:lnTo>
                    <a:lnTo>
                      <a:pt x="128" y="292"/>
                    </a:lnTo>
                    <a:lnTo>
                      <a:pt x="129" y="295"/>
                    </a:lnTo>
                    <a:lnTo>
                      <a:pt x="129" y="298"/>
                    </a:lnTo>
                    <a:lnTo>
                      <a:pt x="130" y="301"/>
                    </a:lnTo>
                    <a:lnTo>
                      <a:pt x="131" y="306"/>
                    </a:lnTo>
                    <a:lnTo>
                      <a:pt x="132" y="309"/>
                    </a:lnTo>
                    <a:lnTo>
                      <a:pt x="135" y="314"/>
                    </a:lnTo>
                    <a:lnTo>
                      <a:pt x="136" y="318"/>
                    </a:lnTo>
                    <a:lnTo>
                      <a:pt x="137" y="322"/>
                    </a:lnTo>
                    <a:lnTo>
                      <a:pt x="138" y="326"/>
                    </a:lnTo>
                    <a:lnTo>
                      <a:pt x="140" y="331"/>
                    </a:lnTo>
                    <a:lnTo>
                      <a:pt x="141" y="336"/>
                    </a:lnTo>
                    <a:lnTo>
                      <a:pt x="142" y="340"/>
                    </a:lnTo>
                    <a:lnTo>
                      <a:pt x="143" y="343"/>
                    </a:lnTo>
                    <a:lnTo>
                      <a:pt x="144" y="347"/>
                    </a:lnTo>
                    <a:lnTo>
                      <a:pt x="145" y="352"/>
                    </a:lnTo>
                    <a:lnTo>
                      <a:pt x="146" y="355"/>
                    </a:lnTo>
                    <a:lnTo>
                      <a:pt x="147" y="358"/>
                    </a:lnTo>
                    <a:lnTo>
                      <a:pt x="148" y="360"/>
                    </a:lnTo>
                    <a:lnTo>
                      <a:pt x="149" y="363"/>
                    </a:lnTo>
                    <a:lnTo>
                      <a:pt x="150" y="366"/>
                    </a:lnTo>
                    <a:lnTo>
                      <a:pt x="151" y="368"/>
                    </a:lnTo>
                    <a:lnTo>
                      <a:pt x="151" y="371"/>
                    </a:lnTo>
                    <a:lnTo>
                      <a:pt x="152" y="374"/>
                    </a:lnTo>
                    <a:lnTo>
                      <a:pt x="154" y="376"/>
                    </a:lnTo>
                    <a:lnTo>
                      <a:pt x="154" y="378"/>
                    </a:lnTo>
                    <a:lnTo>
                      <a:pt x="155" y="381"/>
                    </a:lnTo>
                    <a:lnTo>
                      <a:pt x="156" y="383"/>
                    </a:lnTo>
                    <a:lnTo>
                      <a:pt x="157" y="385"/>
                    </a:lnTo>
                    <a:lnTo>
                      <a:pt x="157" y="388"/>
                    </a:lnTo>
                    <a:lnTo>
                      <a:pt x="158" y="391"/>
                    </a:lnTo>
                    <a:lnTo>
                      <a:pt x="159" y="394"/>
                    </a:lnTo>
                    <a:lnTo>
                      <a:pt x="160" y="397"/>
                    </a:lnTo>
                    <a:lnTo>
                      <a:pt x="161" y="400"/>
                    </a:lnTo>
                    <a:lnTo>
                      <a:pt x="162" y="403"/>
                    </a:lnTo>
                    <a:lnTo>
                      <a:pt x="163" y="406"/>
                    </a:lnTo>
                    <a:lnTo>
                      <a:pt x="164" y="410"/>
                    </a:lnTo>
                    <a:lnTo>
                      <a:pt x="165" y="414"/>
                    </a:lnTo>
                    <a:lnTo>
                      <a:pt x="166" y="417"/>
                    </a:lnTo>
                    <a:lnTo>
                      <a:pt x="167" y="421"/>
                    </a:lnTo>
                    <a:lnTo>
                      <a:pt x="169" y="425"/>
                    </a:lnTo>
                    <a:lnTo>
                      <a:pt x="171" y="431"/>
                    </a:lnTo>
                    <a:lnTo>
                      <a:pt x="173" y="435"/>
                    </a:lnTo>
                    <a:lnTo>
                      <a:pt x="174" y="440"/>
                    </a:lnTo>
                    <a:lnTo>
                      <a:pt x="176" y="444"/>
                    </a:lnTo>
                    <a:lnTo>
                      <a:pt x="177" y="449"/>
                    </a:lnTo>
                    <a:lnTo>
                      <a:pt x="178" y="452"/>
                    </a:lnTo>
                    <a:lnTo>
                      <a:pt x="179" y="456"/>
                    </a:lnTo>
                    <a:lnTo>
                      <a:pt x="180" y="459"/>
                    </a:lnTo>
                    <a:lnTo>
                      <a:pt x="180" y="461"/>
                    </a:lnTo>
                    <a:lnTo>
                      <a:pt x="181" y="464"/>
                    </a:lnTo>
                    <a:lnTo>
                      <a:pt x="182" y="468"/>
                    </a:lnTo>
                    <a:lnTo>
                      <a:pt x="183" y="470"/>
                    </a:lnTo>
                    <a:lnTo>
                      <a:pt x="183" y="473"/>
                    </a:lnTo>
                    <a:lnTo>
                      <a:pt x="184" y="475"/>
                    </a:lnTo>
                    <a:lnTo>
                      <a:pt x="184" y="477"/>
                    </a:lnTo>
                    <a:lnTo>
                      <a:pt x="185" y="479"/>
                    </a:lnTo>
                    <a:lnTo>
                      <a:pt x="185" y="481"/>
                    </a:lnTo>
                    <a:lnTo>
                      <a:pt x="186" y="485"/>
                    </a:lnTo>
                    <a:lnTo>
                      <a:pt x="186" y="488"/>
                    </a:lnTo>
                    <a:lnTo>
                      <a:pt x="186" y="490"/>
                    </a:lnTo>
                    <a:lnTo>
                      <a:pt x="187" y="492"/>
                    </a:lnTo>
                    <a:lnTo>
                      <a:pt x="187" y="494"/>
                    </a:lnTo>
                    <a:lnTo>
                      <a:pt x="187" y="496"/>
                    </a:lnTo>
                    <a:lnTo>
                      <a:pt x="188" y="499"/>
                    </a:lnTo>
                    <a:lnTo>
                      <a:pt x="188" y="501"/>
                    </a:lnTo>
                    <a:lnTo>
                      <a:pt x="188" y="504"/>
                    </a:lnTo>
                    <a:lnTo>
                      <a:pt x="188" y="507"/>
                    </a:lnTo>
                    <a:lnTo>
                      <a:pt x="189" y="510"/>
                    </a:lnTo>
                    <a:lnTo>
                      <a:pt x="189" y="513"/>
                    </a:lnTo>
                    <a:lnTo>
                      <a:pt x="189" y="516"/>
                    </a:lnTo>
                    <a:lnTo>
                      <a:pt x="189" y="520"/>
                    </a:lnTo>
                    <a:lnTo>
                      <a:pt x="190" y="523"/>
                    </a:lnTo>
                    <a:lnTo>
                      <a:pt x="190" y="528"/>
                    </a:lnTo>
                    <a:lnTo>
                      <a:pt x="190" y="533"/>
                    </a:lnTo>
                    <a:lnTo>
                      <a:pt x="190" y="536"/>
                    </a:lnTo>
                    <a:lnTo>
                      <a:pt x="192" y="540"/>
                    </a:lnTo>
                    <a:lnTo>
                      <a:pt x="192" y="543"/>
                    </a:lnTo>
                    <a:lnTo>
                      <a:pt x="192" y="547"/>
                    </a:lnTo>
                    <a:lnTo>
                      <a:pt x="192" y="549"/>
                    </a:lnTo>
                    <a:lnTo>
                      <a:pt x="193" y="552"/>
                    </a:lnTo>
                    <a:lnTo>
                      <a:pt x="193" y="554"/>
                    </a:lnTo>
                    <a:lnTo>
                      <a:pt x="193" y="557"/>
                    </a:lnTo>
                    <a:lnTo>
                      <a:pt x="193" y="559"/>
                    </a:lnTo>
                    <a:lnTo>
                      <a:pt x="193" y="561"/>
                    </a:lnTo>
                    <a:lnTo>
                      <a:pt x="194" y="563"/>
                    </a:lnTo>
                    <a:lnTo>
                      <a:pt x="194" y="564"/>
                    </a:lnTo>
                    <a:lnTo>
                      <a:pt x="194" y="567"/>
                    </a:lnTo>
                    <a:lnTo>
                      <a:pt x="194" y="569"/>
                    </a:lnTo>
                    <a:lnTo>
                      <a:pt x="194" y="570"/>
                    </a:lnTo>
                    <a:lnTo>
                      <a:pt x="195" y="572"/>
                    </a:lnTo>
                    <a:lnTo>
                      <a:pt x="195" y="573"/>
                    </a:lnTo>
                    <a:lnTo>
                      <a:pt x="195" y="576"/>
                    </a:lnTo>
                    <a:lnTo>
                      <a:pt x="195" y="577"/>
                    </a:lnTo>
                    <a:lnTo>
                      <a:pt x="196" y="579"/>
                    </a:lnTo>
                    <a:lnTo>
                      <a:pt x="196" y="580"/>
                    </a:lnTo>
                    <a:lnTo>
                      <a:pt x="196" y="582"/>
                    </a:lnTo>
                    <a:lnTo>
                      <a:pt x="196" y="583"/>
                    </a:lnTo>
                    <a:lnTo>
                      <a:pt x="197" y="586"/>
                    </a:lnTo>
                    <a:lnTo>
                      <a:pt x="197" y="588"/>
                    </a:lnTo>
                    <a:lnTo>
                      <a:pt x="197" y="589"/>
                    </a:lnTo>
                    <a:lnTo>
                      <a:pt x="198" y="591"/>
                    </a:lnTo>
                    <a:lnTo>
                      <a:pt x="198" y="593"/>
                    </a:lnTo>
                    <a:lnTo>
                      <a:pt x="199" y="595"/>
                    </a:lnTo>
                    <a:lnTo>
                      <a:pt x="199" y="597"/>
                    </a:lnTo>
                    <a:lnTo>
                      <a:pt x="199" y="600"/>
                    </a:lnTo>
                    <a:lnTo>
                      <a:pt x="200" y="602"/>
                    </a:lnTo>
                    <a:lnTo>
                      <a:pt x="200" y="605"/>
                    </a:lnTo>
                    <a:lnTo>
                      <a:pt x="201" y="607"/>
                    </a:lnTo>
                    <a:lnTo>
                      <a:pt x="201" y="609"/>
                    </a:lnTo>
                    <a:lnTo>
                      <a:pt x="201" y="611"/>
                    </a:lnTo>
                    <a:lnTo>
                      <a:pt x="202" y="612"/>
                    </a:lnTo>
                    <a:lnTo>
                      <a:pt x="202" y="614"/>
                    </a:lnTo>
                    <a:lnTo>
                      <a:pt x="202" y="616"/>
                    </a:lnTo>
                    <a:lnTo>
                      <a:pt x="202" y="618"/>
                    </a:lnTo>
                    <a:lnTo>
                      <a:pt x="203" y="620"/>
                    </a:lnTo>
                    <a:lnTo>
                      <a:pt x="203" y="622"/>
                    </a:lnTo>
                    <a:lnTo>
                      <a:pt x="203" y="624"/>
                    </a:lnTo>
                    <a:lnTo>
                      <a:pt x="203" y="626"/>
                    </a:lnTo>
                    <a:lnTo>
                      <a:pt x="203" y="628"/>
                    </a:lnTo>
                    <a:lnTo>
                      <a:pt x="203" y="630"/>
                    </a:lnTo>
                    <a:lnTo>
                      <a:pt x="203" y="631"/>
                    </a:lnTo>
                    <a:lnTo>
                      <a:pt x="203" y="633"/>
                    </a:lnTo>
                    <a:lnTo>
                      <a:pt x="203" y="636"/>
                    </a:lnTo>
                    <a:lnTo>
                      <a:pt x="203" y="638"/>
                    </a:lnTo>
                    <a:lnTo>
                      <a:pt x="203" y="640"/>
                    </a:lnTo>
                    <a:lnTo>
                      <a:pt x="203" y="644"/>
                    </a:lnTo>
                    <a:lnTo>
                      <a:pt x="203" y="646"/>
                    </a:lnTo>
                    <a:lnTo>
                      <a:pt x="203" y="649"/>
                    </a:lnTo>
                    <a:lnTo>
                      <a:pt x="203" y="652"/>
                    </a:lnTo>
                    <a:lnTo>
                      <a:pt x="203" y="655"/>
                    </a:lnTo>
                    <a:lnTo>
                      <a:pt x="203" y="659"/>
                    </a:lnTo>
                    <a:lnTo>
                      <a:pt x="202" y="663"/>
                    </a:lnTo>
                    <a:lnTo>
                      <a:pt x="202" y="668"/>
                    </a:lnTo>
                    <a:lnTo>
                      <a:pt x="202" y="673"/>
                    </a:lnTo>
                    <a:lnTo>
                      <a:pt x="202" y="677"/>
                    </a:lnTo>
                    <a:lnTo>
                      <a:pt x="201" y="683"/>
                    </a:lnTo>
                    <a:lnTo>
                      <a:pt x="201" y="6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23">
                <a:extLst>
                  <a:ext uri="{FF2B5EF4-FFF2-40B4-BE49-F238E27FC236}">
                    <a16:creationId xmlns:a16="http://schemas.microsoft.com/office/drawing/2014/main" id="{CEDE62F9-372D-4A0E-BFAE-930046E67B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733" y="2452339"/>
                <a:ext cx="63500" cy="217487"/>
              </a:xfrm>
              <a:custGeom>
                <a:avLst/>
                <a:gdLst>
                  <a:gd name="T0" fmla="*/ 0 w 203"/>
                  <a:gd name="T1" fmla="*/ 0 h 686"/>
                  <a:gd name="T2" fmla="*/ 0 w 203"/>
                  <a:gd name="T3" fmla="*/ 0 h 686"/>
                  <a:gd name="T4" fmla="*/ 0 w 203"/>
                  <a:gd name="T5" fmla="*/ 0 h 686"/>
                  <a:gd name="T6" fmla="*/ 0 w 203"/>
                  <a:gd name="T7" fmla="*/ 0 h 686"/>
                  <a:gd name="T8" fmla="*/ 0 w 203"/>
                  <a:gd name="T9" fmla="*/ 0 h 686"/>
                  <a:gd name="T10" fmla="*/ 0 w 203"/>
                  <a:gd name="T11" fmla="*/ 0 h 686"/>
                  <a:gd name="T12" fmla="*/ 0 w 203"/>
                  <a:gd name="T13" fmla="*/ 0 h 686"/>
                  <a:gd name="T14" fmla="*/ 0 w 203"/>
                  <a:gd name="T15" fmla="*/ 0 h 686"/>
                  <a:gd name="T16" fmla="*/ 0 w 203"/>
                  <a:gd name="T17" fmla="*/ 0 h 686"/>
                  <a:gd name="T18" fmla="*/ 0 w 203"/>
                  <a:gd name="T19" fmla="*/ 0 h 686"/>
                  <a:gd name="T20" fmla="*/ 0 w 203"/>
                  <a:gd name="T21" fmla="*/ 0 h 686"/>
                  <a:gd name="T22" fmla="*/ 0 w 203"/>
                  <a:gd name="T23" fmla="*/ 0 h 686"/>
                  <a:gd name="T24" fmla="*/ 0 w 203"/>
                  <a:gd name="T25" fmla="*/ 0 h 686"/>
                  <a:gd name="T26" fmla="*/ 0 w 203"/>
                  <a:gd name="T27" fmla="*/ 0 h 686"/>
                  <a:gd name="T28" fmla="*/ 0 w 203"/>
                  <a:gd name="T29" fmla="*/ 0 h 686"/>
                  <a:gd name="T30" fmla="*/ 0 w 203"/>
                  <a:gd name="T31" fmla="*/ 0 h 686"/>
                  <a:gd name="T32" fmla="*/ 0 w 203"/>
                  <a:gd name="T33" fmla="*/ 0 h 686"/>
                  <a:gd name="T34" fmla="*/ 0 w 203"/>
                  <a:gd name="T35" fmla="*/ 0 h 686"/>
                  <a:gd name="T36" fmla="*/ 0 w 203"/>
                  <a:gd name="T37" fmla="*/ 0 h 686"/>
                  <a:gd name="T38" fmla="*/ 0 w 203"/>
                  <a:gd name="T39" fmla="*/ 0 h 686"/>
                  <a:gd name="T40" fmla="*/ 0 w 203"/>
                  <a:gd name="T41" fmla="*/ 0 h 686"/>
                  <a:gd name="T42" fmla="*/ 0 w 203"/>
                  <a:gd name="T43" fmla="*/ 0 h 686"/>
                  <a:gd name="T44" fmla="*/ 0 w 203"/>
                  <a:gd name="T45" fmla="*/ 0 h 686"/>
                  <a:gd name="T46" fmla="*/ 0 w 203"/>
                  <a:gd name="T47" fmla="*/ 0 h 686"/>
                  <a:gd name="T48" fmla="*/ 0 w 203"/>
                  <a:gd name="T49" fmla="*/ 0 h 686"/>
                  <a:gd name="T50" fmla="*/ 0 w 203"/>
                  <a:gd name="T51" fmla="*/ 0 h 686"/>
                  <a:gd name="T52" fmla="*/ 0 w 203"/>
                  <a:gd name="T53" fmla="*/ 0 h 686"/>
                  <a:gd name="T54" fmla="*/ 0 w 203"/>
                  <a:gd name="T55" fmla="*/ 0 h 686"/>
                  <a:gd name="T56" fmla="*/ 0 w 203"/>
                  <a:gd name="T57" fmla="*/ 0 h 686"/>
                  <a:gd name="T58" fmla="*/ 0 w 203"/>
                  <a:gd name="T59" fmla="*/ 0 h 686"/>
                  <a:gd name="T60" fmla="*/ 0 w 203"/>
                  <a:gd name="T61" fmla="*/ 0 h 686"/>
                  <a:gd name="T62" fmla="*/ 0 w 203"/>
                  <a:gd name="T63" fmla="*/ 0 h 686"/>
                  <a:gd name="T64" fmla="*/ 0 w 203"/>
                  <a:gd name="T65" fmla="*/ 0 h 686"/>
                  <a:gd name="T66" fmla="*/ 0 w 203"/>
                  <a:gd name="T67" fmla="*/ 0 h 686"/>
                  <a:gd name="T68" fmla="*/ 0 w 203"/>
                  <a:gd name="T69" fmla="*/ 0 h 686"/>
                  <a:gd name="T70" fmla="*/ 0 w 203"/>
                  <a:gd name="T71" fmla="*/ 0 h 686"/>
                  <a:gd name="T72" fmla="*/ 0 w 203"/>
                  <a:gd name="T73" fmla="*/ 0 h 686"/>
                  <a:gd name="T74" fmla="*/ 0 w 203"/>
                  <a:gd name="T75" fmla="*/ 0 h 686"/>
                  <a:gd name="T76" fmla="*/ 0 w 203"/>
                  <a:gd name="T77" fmla="*/ 0 h 686"/>
                  <a:gd name="T78" fmla="*/ 0 w 203"/>
                  <a:gd name="T79" fmla="*/ 0 h 686"/>
                  <a:gd name="T80" fmla="*/ 0 w 203"/>
                  <a:gd name="T81" fmla="*/ 0 h 686"/>
                  <a:gd name="T82" fmla="*/ 0 w 203"/>
                  <a:gd name="T83" fmla="*/ 0 h 686"/>
                  <a:gd name="T84" fmla="*/ 0 w 203"/>
                  <a:gd name="T85" fmla="*/ 0 h 686"/>
                  <a:gd name="T86" fmla="*/ 0 w 203"/>
                  <a:gd name="T87" fmla="*/ 0 h 686"/>
                  <a:gd name="T88" fmla="*/ 0 w 203"/>
                  <a:gd name="T89" fmla="*/ 0 h 686"/>
                  <a:gd name="T90" fmla="*/ 0 w 203"/>
                  <a:gd name="T91" fmla="*/ 0 h 686"/>
                  <a:gd name="T92" fmla="*/ 0 w 203"/>
                  <a:gd name="T93" fmla="*/ 0 h 686"/>
                  <a:gd name="T94" fmla="*/ 0 w 203"/>
                  <a:gd name="T95" fmla="*/ 0 h 686"/>
                  <a:gd name="T96" fmla="*/ 0 w 203"/>
                  <a:gd name="T97" fmla="*/ 0 h 686"/>
                  <a:gd name="T98" fmla="*/ 0 w 203"/>
                  <a:gd name="T99" fmla="*/ 0 h 686"/>
                  <a:gd name="T100" fmla="*/ 0 w 203"/>
                  <a:gd name="T101" fmla="*/ 0 h 686"/>
                  <a:gd name="T102" fmla="*/ 0 w 203"/>
                  <a:gd name="T103" fmla="*/ 0 h 686"/>
                  <a:gd name="T104" fmla="*/ 0 w 203"/>
                  <a:gd name="T105" fmla="*/ 0 h 686"/>
                  <a:gd name="T106" fmla="*/ 0 w 203"/>
                  <a:gd name="T107" fmla="*/ 0 h 686"/>
                  <a:gd name="T108" fmla="*/ 0 w 203"/>
                  <a:gd name="T109" fmla="*/ 0 h 686"/>
                  <a:gd name="T110" fmla="*/ 0 w 203"/>
                  <a:gd name="T111" fmla="*/ 0 h 686"/>
                  <a:gd name="T112" fmla="*/ 0 w 203"/>
                  <a:gd name="T113" fmla="*/ 0 h 6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6"/>
                  <a:gd name="T173" fmla="*/ 203 w 203"/>
                  <a:gd name="T174" fmla="*/ 686 h 68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6">
                    <a:moveTo>
                      <a:pt x="0" y="686"/>
                    </a:moveTo>
                    <a:lnTo>
                      <a:pt x="4" y="679"/>
                    </a:lnTo>
                    <a:lnTo>
                      <a:pt x="8" y="672"/>
                    </a:lnTo>
                    <a:lnTo>
                      <a:pt x="12" y="665"/>
                    </a:lnTo>
                    <a:lnTo>
                      <a:pt x="15" y="660"/>
                    </a:lnTo>
                    <a:lnTo>
                      <a:pt x="19" y="652"/>
                    </a:lnTo>
                    <a:lnTo>
                      <a:pt x="22" y="647"/>
                    </a:lnTo>
                    <a:lnTo>
                      <a:pt x="24" y="643"/>
                    </a:lnTo>
                    <a:lnTo>
                      <a:pt x="27" y="638"/>
                    </a:lnTo>
                    <a:lnTo>
                      <a:pt x="29" y="633"/>
                    </a:lnTo>
                    <a:lnTo>
                      <a:pt x="31" y="629"/>
                    </a:lnTo>
                    <a:lnTo>
                      <a:pt x="34" y="626"/>
                    </a:lnTo>
                    <a:lnTo>
                      <a:pt x="37" y="622"/>
                    </a:lnTo>
                    <a:lnTo>
                      <a:pt x="39" y="619"/>
                    </a:lnTo>
                    <a:lnTo>
                      <a:pt x="40" y="615"/>
                    </a:lnTo>
                    <a:lnTo>
                      <a:pt x="42" y="612"/>
                    </a:lnTo>
                    <a:lnTo>
                      <a:pt x="43" y="608"/>
                    </a:lnTo>
                    <a:lnTo>
                      <a:pt x="45" y="605"/>
                    </a:lnTo>
                    <a:lnTo>
                      <a:pt x="46" y="603"/>
                    </a:lnTo>
                    <a:lnTo>
                      <a:pt x="47" y="600"/>
                    </a:lnTo>
                    <a:lnTo>
                      <a:pt x="48" y="597"/>
                    </a:lnTo>
                    <a:lnTo>
                      <a:pt x="50" y="594"/>
                    </a:lnTo>
                    <a:lnTo>
                      <a:pt x="51" y="592"/>
                    </a:lnTo>
                    <a:lnTo>
                      <a:pt x="52" y="589"/>
                    </a:lnTo>
                    <a:lnTo>
                      <a:pt x="53" y="587"/>
                    </a:lnTo>
                    <a:lnTo>
                      <a:pt x="54" y="584"/>
                    </a:lnTo>
                    <a:lnTo>
                      <a:pt x="55" y="581"/>
                    </a:lnTo>
                    <a:lnTo>
                      <a:pt x="57" y="579"/>
                    </a:lnTo>
                    <a:lnTo>
                      <a:pt x="59" y="575"/>
                    </a:lnTo>
                    <a:lnTo>
                      <a:pt x="60" y="572"/>
                    </a:lnTo>
                    <a:lnTo>
                      <a:pt x="61" y="568"/>
                    </a:lnTo>
                    <a:lnTo>
                      <a:pt x="63" y="564"/>
                    </a:lnTo>
                    <a:lnTo>
                      <a:pt x="64" y="560"/>
                    </a:lnTo>
                    <a:lnTo>
                      <a:pt x="66" y="556"/>
                    </a:lnTo>
                    <a:lnTo>
                      <a:pt x="67" y="552"/>
                    </a:lnTo>
                    <a:lnTo>
                      <a:pt x="68" y="549"/>
                    </a:lnTo>
                    <a:lnTo>
                      <a:pt x="70" y="546"/>
                    </a:lnTo>
                    <a:lnTo>
                      <a:pt x="71" y="543"/>
                    </a:lnTo>
                    <a:lnTo>
                      <a:pt x="72" y="541"/>
                    </a:lnTo>
                    <a:lnTo>
                      <a:pt x="73" y="537"/>
                    </a:lnTo>
                    <a:lnTo>
                      <a:pt x="74" y="535"/>
                    </a:lnTo>
                    <a:lnTo>
                      <a:pt x="76" y="532"/>
                    </a:lnTo>
                    <a:lnTo>
                      <a:pt x="77" y="530"/>
                    </a:lnTo>
                    <a:lnTo>
                      <a:pt x="78" y="528"/>
                    </a:lnTo>
                    <a:lnTo>
                      <a:pt x="80" y="526"/>
                    </a:lnTo>
                    <a:lnTo>
                      <a:pt x="80" y="524"/>
                    </a:lnTo>
                    <a:lnTo>
                      <a:pt x="81" y="521"/>
                    </a:lnTo>
                    <a:lnTo>
                      <a:pt x="82" y="518"/>
                    </a:lnTo>
                    <a:lnTo>
                      <a:pt x="83" y="516"/>
                    </a:lnTo>
                    <a:lnTo>
                      <a:pt x="84" y="514"/>
                    </a:lnTo>
                    <a:lnTo>
                      <a:pt x="85" y="511"/>
                    </a:lnTo>
                    <a:lnTo>
                      <a:pt x="85" y="509"/>
                    </a:lnTo>
                    <a:lnTo>
                      <a:pt x="86" y="507"/>
                    </a:lnTo>
                    <a:lnTo>
                      <a:pt x="87" y="505"/>
                    </a:lnTo>
                    <a:lnTo>
                      <a:pt x="88" y="502"/>
                    </a:lnTo>
                    <a:lnTo>
                      <a:pt x="89" y="499"/>
                    </a:lnTo>
                    <a:lnTo>
                      <a:pt x="90" y="496"/>
                    </a:lnTo>
                    <a:lnTo>
                      <a:pt x="91" y="493"/>
                    </a:lnTo>
                    <a:lnTo>
                      <a:pt x="93" y="490"/>
                    </a:lnTo>
                    <a:lnTo>
                      <a:pt x="95" y="487"/>
                    </a:lnTo>
                    <a:lnTo>
                      <a:pt x="96" y="483"/>
                    </a:lnTo>
                    <a:lnTo>
                      <a:pt x="98" y="479"/>
                    </a:lnTo>
                    <a:lnTo>
                      <a:pt x="99" y="474"/>
                    </a:lnTo>
                    <a:lnTo>
                      <a:pt x="101" y="470"/>
                    </a:lnTo>
                    <a:lnTo>
                      <a:pt x="102" y="465"/>
                    </a:lnTo>
                    <a:lnTo>
                      <a:pt x="104" y="460"/>
                    </a:lnTo>
                    <a:lnTo>
                      <a:pt x="106" y="456"/>
                    </a:lnTo>
                    <a:lnTo>
                      <a:pt x="107" y="452"/>
                    </a:lnTo>
                    <a:lnTo>
                      <a:pt x="108" y="448"/>
                    </a:lnTo>
                    <a:lnTo>
                      <a:pt x="110" y="445"/>
                    </a:lnTo>
                    <a:lnTo>
                      <a:pt x="111" y="440"/>
                    </a:lnTo>
                    <a:lnTo>
                      <a:pt x="112" y="437"/>
                    </a:lnTo>
                    <a:lnTo>
                      <a:pt x="113" y="434"/>
                    </a:lnTo>
                    <a:lnTo>
                      <a:pt x="115" y="432"/>
                    </a:lnTo>
                    <a:lnTo>
                      <a:pt x="116" y="428"/>
                    </a:lnTo>
                    <a:lnTo>
                      <a:pt x="117" y="425"/>
                    </a:lnTo>
                    <a:lnTo>
                      <a:pt x="118" y="422"/>
                    </a:lnTo>
                    <a:lnTo>
                      <a:pt x="119" y="420"/>
                    </a:lnTo>
                    <a:lnTo>
                      <a:pt x="120" y="417"/>
                    </a:lnTo>
                    <a:lnTo>
                      <a:pt x="120" y="415"/>
                    </a:lnTo>
                    <a:lnTo>
                      <a:pt x="121" y="413"/>
                    </a:lnTo>
                    <a:lnTo>
                      <a:pt x="122" y="410"/>
                    </a:lnTo>
                    <a:lnTo>
                      <a:pt x="124" y="408"/>
                    </a:lnTo>
                    <a:lnTo>
                      <a:pt x="124" y="406"/>
                    </a:lnTo>
                    <a:lnTo>
                      <a:pt x="125" y="403"/>
                    </a:lnTo>
                    <a:lnTo>
                      <a:pt x="126" y="400"/>
                    </a:lnTo>
                    <a:lnTo>
                      <a:pt x="127" y="398"/>
                    </a:lnTo>
                    <a:lnTo>
                      <a:pt x="128" y="395"/>
                    </a:lnTo>
                    <a:lnTo>
                      <a:pt x="129" y="392"/>
                    </a:lnTo>
                    <a:lnTo>
                      <a:pt x="129" y="389"/>
                    </a:lnTo>
                    <a:lnTo>
                      <a:pt x="130" y="385"/>
                    </a:lnTo>
                    <a:lnTo>
                      <a:pt x="131" y="381"/>
                    </a:lnTo>
                    <a:lnTo>
                      <a:pt x="132" y="378"/>
                    </a:lnTo>
                    <a:lnTo>
                      <a:pt x="135" y="374"/>
                    </a:lnTo>
                    <a:lnTo>
                      <a:pt x="136" y="370"/>
                    </a:lnTo>
                    <a:lnTo>
                      <a:pt x="137" y="366"/>
                    </a:lnTo>
                    <a:lnTo>
                      <a:pt x="138" y="361"/>
                    </a:lnTo>
                    <a:lnTo>
                      <a:pt x="140" y="356"/>
                    </a:lnTo>
                    <a:lnTo>
                      <a:pt x="141" y="352"/>
                    </a:lnTo>
                    <a:lnTo>
                      <a:pt x="142" y="348"/>
                    </a:lnTo>
                    <a:lnTo>
                      <a:pt x="143" y="344"/>
                    </a:lnTo>
                    <a:lnTo>
                      <a:pt x="144" y="339"/>
                    </a:lnTo>
                    <a:lnTo>
                      <a:pt x="145" y="336"/>
                    </a:lnTo>
                    <a:lnTo>
                      <a:pt x="146" y="333"/>
                    </a:lnTo>
                    <a:lnTo>
                      <a:pt x="147" y="330"/>
                    </a:lnTo>
                    <a:lnTo>
                      <a:pt x="148" y="327"/>
                    </a:lnTo>
                    <a:lnTo>
                      <a:pt x="149" y="323"/>
                    </a:lnTo>
                    <a:lnTo>
                      <a:pt x="150" y="321"/>
                    </a:lnTo>
                    <a:lnTo>
                      <a:pt x="151" y="318"/>
                    </a:lnTo>
                    <a:lnTo>
                      <a:pt x="151" y="316"/>
                    </a:lnTo>
                    <a:lnTo>
                      <a:pt x="152" y="314"/>
                    </a:lnTo>
                    <a:lnTo>
                      <a:pt x="154" y="311"/>
                    </a:lnTo>
                    <a:lnTo>
                      <a:pt x="154" y="309"/>
                    </a:lnTo>
                    <a:lnTo>
                      <a:pt x="155" y="306"/>
                    </a:lnTo>
                    <a:lnTo>
                      <a:pt x="156" y="304"/>
                    </a:lnTo>
                    <a:lnTo>
                      <a:pt x="157" y="301"/>
                    </a:lnTo>
                    <a:lnTo>
                      <a:pt x="157" y="299"/>
                    </a:lnTo>
                    <a:lnTo>
                      <a:pt x="158" y="295"/>
                    </a:lnTo>
                    <a:lnTo>
                      <a:pt x="159" y="293"/>
                    </a:lnTo>
                    <a:lnTo>
                      <a:pt x="160" y="290"/>
                    </a:lnTo>
                    <a:lnTo>
                      <a:pt x="161" y="286"/>
                    </a:lnTo>
                    <a:lnTo>
                      <a:pt x="162" y="284"/>
                    </a:lnTo>
                    <a:lnTo>
                      <a:pt x="163" y="280"/>
                    </a:lnTo>
                    <a:lnTo>
                      <a:pt x="164" y="277"/>
                    </a:lnTo>
                    <a:lnTo>
                      <a:pt x="165" y="274"/>
                    </a:lnTo>
                    <a:lnTo>
                      <a:pt x="166" y="270"/>
                    </a:lnTo>
                    <a:lnTo>
                      <a:pt x="167" y="265"/>
                    </a:lnTo>
                    <a:lnTo>
                      <a:pt x="169" y="261"/>
                    </a:lnTo>
                    <a:lnTo>
                      <a:pt x="171" y="257"/>
                    </a:lnTo>
                    <a:lnTo>
                      <a:pt x="173" y="252"/>
                    </a:lnTo>
                    <a:lnTo>
                      <a:pt x="174" y="246"/>
                    </a:lnTo>
                    <a:lnTo>
                      <a:pt x="176" y="242"/>
                    </a:lnTo>
                    <a:lnTo>
                      <a:pt x="177" y="239"/>
                    </a:lnTo>
                    <a:lnTo>
                      <a:pt x="178" y="235"/>
                    </a:lnTo>
                    <a:lnTo>
                      <a:pt x="179" y="232"/>
                    </a:lnTo>
                    <a:lnTo>
                      <a:pt x="180" y="228"/>
                    </a:lnTo>
                    <a:lnTo>
                      <a:pt x="180" y="225"/>
                    </a:lnTo>
                    <a:lnTo>
                      <a:pt x="181" y="223"/>
                    </a:lnTo>
                    <a:lnTo>
                      <a:pt x="182" y="220"/>
                    </a:lnTo>
                    <a:lnTo>
                      <a:pt x="183" y="218"/>
                    </a:lnTo>
                    <a:lnTo>
                      <a:pt x="183" y="215"/>
                    </a:lnTo>
                    <a:lnTo>
                      <a:pt x="184" y="213"/>
                    </a:lnTo>
                    <a:lnTo>
                      <a:pt x="184" y="211"/>
                    </a:lnTo>
                    <a:lnTo>
                      <a:pt x="185" y="208"/>
                    </a:lnTo>
                    <a:lnTo>
                      <a:pt x="185" y="204"/>
                    </a:lnTo>
                    <a:lnTo>
                      <a:pt x="186" y="202"/>
                    </a:lnTo>
                    <a:lnTo>
                      <a:pt x="186" y="200"/>
                    </a:lnTo>
                    <a:lnTo>
                      <a:pt x="186" y="198"/>
                    </a:lnTo>
                    <a:lnTo>
                      <a:pt x="187" y="196"/>
                    </a:lnTo>
                    <a:lnTo>
                      <a:pt x="187" y="194"/>
                    </a:lnTo>
                    <a:lnTo>
                      <a:pt x="187" y="192"/>
                    </a:lnTo>
                    <a:lnTo>
                      <a:pt x="188" y="188"/>
                    </a:lnTo>
                    <a:lnTo>
                      <a:pt x="188" y="186"/>
                    </a:lnTo>
                    <a:lnTo>
                      <a:pt x="188" y="183"/>
                    </a:lnTo>
                    <a:lnTo>
                      <a:pt x="188" y="181"/>
                    </a:lnTo>
                    <a:lnTo>
                      <a:pt x="189" y="178"/>
                    </a:lnTo>
                    <a:lnTo>
                      <a:pt x="189" y="175"/>
                    </a:lnTo>
                    <a:lnTo>
                      <a:pt x="189" y="172"/>
                    </a:lnTo>
                    <a:lnTo>
                      <a:pt x="189" y="167"/>
                    </a:lnTo>
                    <a:lnTo>
                      <a:pt x="190" y="164"/>
                    </a:lnTo>
                    <a:lnTo>
                      <a:pt x="190" y="159"/>
                    </a:lnTo>
                    <a:lnTo>
                      <a:pt x="190" y="155"/>
                    </a:lnTo>
                    <a:lnTo>
                      <a:pt x="190" y="152"/>
                    </a:lnTo>
                    <a:lnTo>
                      <a:pt x="192" y="147"/>
                    </a:lnTo>
                    <a:lnTo>
                      <a:pt x="192" y="144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3" y="136"/>
                    </a:lnTo>
                    <a:lnTo>
                      <a:pt x="193" y="134"/>
                    </a:lnTo>
                    <a:lnTo>
                      <a:pt x="193" y="130"/>
                    </a:lnTo>
                    <a:lnTo>
                      <a:pt x="193" y="128"/>
                    </a:lnTo>
                    <a:lnTo>
                      <a:pt x="193" y="126"/>
                    </a:lnTo>
                    <a:lnTo>
                      <a:pt x="194" y="124"/>
                    </a:lnTo>
                    <a:lnTo>
                      <a:pt x="194" y="123"/>
                    </a:lnTo>
                    <a:lnTo>
                      <a:pt x="194" y="121"/>
                    </a:lnTo>
                    <a:lnTo>
                      <a:pt x="194" y="119"/>
                    </a:lnTo>
                    <a:lnTo>
                      <a:pt x="194" y="118"/>
                    </a:lnTo>
                    <a:lnTo>
                      <a:pt x="195" y="115"/>
                    </a:lnTo>
                    <a:lnTo>
                      <a:pt x="195" y="114"/>
                    </a:lnTo>
                    <a:lnTo>
                      <a:pt x="195" y="111"/>
                    </a:lnTo>
                    <a:lnTo>
                      <a:pt x="195" y="110"/>
                    </a:lnTo>
                    <a:lnTo>
                      <a:pt x="196" y="108"/>
                    </a:lnTo>
                    <a:lnTo>
                      <a:pt x="196" y="107"/>
                    </a:lnTo>
                    <a:lnTo>
                      <a:pt x="196" y="105"/>
                    </a:lnTo>
                    <a:lnTo>
                      <a:pt x="196" y="104"/>
                    </a:lnTo>
                    <a:lnTo>
                      <a:pt x="197" y="102"/>
                    </a:lnTo>
                    <a:lnTo>
                      <a:pt x="197" y="100"/>
                    </a:lnTo>
                    <a:lnTo>
                      <a:pt x="197" y="99"/>
                    </a:lnTo>
                    <a:lnTo>
                      <a:pt x="198" y="97"/>
                    </a:lnTo>
                    <a:lnTo>
                      <a:pt x="198" y="95"/>
                    </a:lnTo>
                    <a:lnTo>
                      <a:pt x="199" y="92"/>
                    </a:lnTo>
                    <a:lnTo>
                      <a:pt x="199" y="90"/>
                    </a:lnTo>
                    <a:lnTo>
                      <a:pt x="199" y="87"/>
                    </a:lnTo>
                    <a:lnTo>
                      <a:pt x="200" y="85"/>
                    </a:lnTo>
                    <a:lnTo>
                      <a:pt x="200" y="83"/>
                    </a:lnTo>
                    <a:lnTo>
                      <a:pt x="201" y="81"/>
                    </a:lnTo>
                    <a:lnTo>
                      <a:pt x="201" y="79"/>
                    </a:lnTo>
                    <a:lnTo>
                      <a:pt x="201" y="77"/>
                    </a:lnTo>
                    <a:lnTo>
                      <a:pt x="202" y="75"/>
                    </a:lnTo>
                    <a:lnTo>
                      <a:pt x="202" y="73"/>
                    </a:lnTo>
                    <a:lnTo>
                      <a:pt x="202" y="71"/>
                    </a:lnTo>
                    <a:lnTo>
                      <a:pt x="202" y="68"/>
                    </a:lnTo>
                    <a:lnTo>
                      <a:pt x="203" y="67"/>
                    </a:lnTo>
                    <a:lnTo>
                      <a:pt x="203" y="65"/>
                    </a:lnTo>
                    <a:lnTo>
                      <a:pt x="203" y="64"/>
                    </a:lnTo>
                    <a:lnTo>
                      <a:pt x="203" y="62"/>
                    </a:lnTo>
                    <a:lnTo>
                      <a:pt x="203" y="60"/>
                    </a:lnTo>
                    <a:lnTo>
                      <a:pt x="203" y="58"/>
                    </a:lnTo>
                    <a:lnTo>
                      <a:pt x="203" y="56"/>
                    </a:lnTo>
                    <a:lnTo>
                      <a:pt x="203" y="55"/>
                    </a:lnTo>
                    <a:lnTo>
                      <a:pt x="203" y="51"/>
                    </a:lnTo>
                    <a:lnTo>
                      <a:pt x="203" y="49"/>
                    </a:lnTo>
                    <a:lnTo>
                      <a:pt x="203" y="47"/>
                    </a:lnTo>
                    <a:lnTo>
                      <a:pt x="203" y="44"/>
                    </a:lnTo>
                    <a:lnTo>
                      <a:pt x="203" y="42"/>
                    </a:lnTo>
                    <a:lnTo>
                      <a:pt x="203" y="39"/>
                    </a:lnTo>
                    <a:lnTo>
                      <a:pt x="203" y="36"/>
                    </a:lnTo>
                    <a:lnTo>
                      <a:pt x="203" y="32"/>
                    </a:lnTo>
                    <a:lnTo>
                      <a:pt x="203" y="28"/>
                    </a:lnTo>
                    <a:lnTo>
                      <a:pt x="202" y="24"/>
                    </a:lnTo>
                    <a:lnTo>
                      <a:pt x="202" y="20"/>
                    </a:lnTo>
                    <a:lnTo>
                      <a:pt x="202" y="14"/>
                    </a:lnTo>
                    <a:lnTo>
                      <a:pt x="202" y="10"/>
                    </a:lnTo>
                    <a:lnTo>
                      <a:pt x="201" y="5"/>
                    </a:lnTo>
                    <a:lnTo>
                      <a:pt x="20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1" name="Freeform 38">
              <a:extLst>
                <a:ext uri="{FF2B5EF4-FFF2-40B4-BE49-F238E27FC236}">
                  <a16:creationId xmlns:a16="http://schemas.microsoft.com/office/drawing/2014/main" id="{4EEE0E3E-E442-4A52-8198-2FC186574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520" y="2342834"/>
              <a:ext cx="471493" cy="384175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38">
              <a:extLst>
                <a:ext uri="{FF2B5EF4-FFF2-40B4-BE49-F238E27FC236}">
                  <a16:creationId xmlns:a16="http://schemas.microsoft.com/office/drawing/2014/main" id="{EE66D865-9B12-47D0-BE0D-BAE4B93B556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50519" y="2986187"/>
              <a:ext cx="471494" cy="323352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Rectangle 52">
              <a:extLst>
                <a:ext uri="{FF2B5EF4-FFF2-40B4-BE49-F238E27FC236}">
                  <a16:creationId xmlns:a16="http://schemas.microsoft.com/office/drawing/2014/main" id="{A4FBD226-7ADC-4305-8BE9-65198F4C8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22" y="3735678"/>
              <a:ext cx="54181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64" name="Line 41">
              <a:extLst>
                <a:ext uri="{FF2B5EF4-FFF2-40B4-BE49-F238E27FC236}">
                  <a16:creationId xmlns:a16="http://schemas.microsoft.com/office/drawing/2014/main" id="{46F45E78-69C1-464C-ADF4-CD69C64C6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9744" y="3197202"/>
              <a:ext cx="170432" cy="8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Line 41">
              <a:extLst>
                <a:ext uri="{FF2B5EF4-FFF2-40B4-BE49-F238E27FC236}">
                  <a16:creationId xmlns:a16="http://schemas.microsoft.com/office/drawing/2014/main" id="{DCA7582C-BB93-4874-A509-6278926B3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853" y="3205013"/>
              <a:ext cx="277622" cy="22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6" name="Line 41">
              <a:extLst>
                <a:ext uri="{FF2B5EF4-FFF2-40B4-BE49-F238E27FC236}">
                  <a16:creationId xmlns:a16="http://schemas.microsoft.com/office/drawing/2014/main" id="{546F92AD-EE34-4D8E-93B0-957D0C00D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5386" y="3430481"/>
              <a:ext cx="277622" cy="22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Freeform 51">
              <a:extLst>
                <a:ext uri="{FF2B5EF4-FFF2-40B4-BE49-F238E27FC236}">
                  <a16:creationId xmlns:a16="http://schemas.microsoft.com/office/drawing/2014/main" id="{F4352FE3-C6B4-4326-B010-325B55095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466" y="3129780"/>
              <a:ext cx="7923617" cy="2286814"/>
            </a:xfrm>
            <a:custGeom>
              <a:avLst/>
              <a:gdLst>
                <a:gd name="T0" fmla="*/ 2147483646 w 10000"/>
                <a:gd name="T1" fmla="*/ 0 h 10000"/>
                <a:gd name="T2" fmla="*/ 2147483646 w 10000"/>
                <a:gd name="T3" fmla="*/ 2147483646 h 10000"/>
                <a:gd name="T4" fmla="*/ 0 w 10000"/>
                <a:gd name="T5" fmla="*/ 2147483646 h 10000"/>
                <a:gd name="T6" fmla="*/ 2147483646 w 10000"/>
                <a:gd name="T7" fmla="*/ 2147483646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10000" y="0"/>
                  </a:moveTo>
                  <a:lnTo>
                    <a:pt x="10000" y="10000"/>
                  </a:lnTo>
                  <a:lnTo>
                    <a:pt x="0" y="10000"/>
                  </a:lnTo>
                  <a:cubicBezTo>
                    <a:pt x="0" y="8356"/>
                    <a:pt x="1" y="2937"/>
                    <a:pt x="1" y="129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8" name="Freeform 41">
              <a:extLst>
                <a:ext uri="{FF2B5EF4-FFF2-40B4-BE49-F238E27FC236}">
                  <a16:creationId xmlns:a16="http://schemas.microsoft.com/office/drawing/2014/main" id="{1D556D6B-48E2-4CA3-AE0D-12BC02D30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072" y="1885196"/>
              <a:ext cx="7768825" cy="2241378"/>
            </a:xfrm>
            <a:custGeom>
              <a:avLst/>
              <a:gdLst>
                <a:gd name="T0" fmla="*/ 2147483646 w 10000"/>
                <a:gd name="T1" fmla="*/ 2147483646 h 10000"/>
                <a:gd name="T2" fmla="*/ 2147483646 w 10000"/>
                <a:gd name="T3" fmla="*/ 0 h 10000"/>
                <a:gd name="T4" fmla="*/ 0 w 10000"/>
                <a:gd name="T5" fmla="*/ 0 h 10000"/>
                <a:gd name="T6" fmla="*/ 2147483646 w 10000"/>
                <a:gd name="T7" fmla="*/ 2147483646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10000" y="10000"/>
                  </a:moveTo>
                  <a:lnTo>
                    <a:pt x="10000" y="0"/>
                  </a:lnTo>
                  <a:lnTo>
                    <a:pt x="0" y="0"/>
                  </a:lnTo>
                  <a:cubicBezTo>
                    <a:pt x="3" y="506"/>
                    <a:pt x="5" y="1013"/>
                    <a:pt x="8" y="151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Line 88">
              <a:extLst>
                <a:ext uri="{FF2B5EF4-FFF2-40B4-BE49-F238E27FC236}">
                  <a16:creationId xmlns:a16="http://schemas.microsoft.com/office/drawing/2014/main" id="{D3927C86-783D-4AB6-B7B1-4F9C65852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08" y="2472665"/>
              <a:ext cx="868427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Line 41">
              <a:extLst>
                <a:ext uri="{FF2B5EF4-FFF2-40B4-BE49-F238E27FC236}">
                  <a16:creationId xmlns:a16="http://schemas.microsoft.com/office/drawing/2014/main" id="{299D1420-2F1F-4BDB-8EA2-2F26EA65A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1482" y="2217377"/>
              <a:ext cx="277622" cy="22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0">
              <a:extLst>
                <a:ext uri="{FF2B5EF4-FFF2-40B4-BE49-F238E27FC236}">
                  <a16:creationId xmlns:a16="http://schemas.microsoft.com/office/drawing/2014/main" id="{9DF93588-9037-4EB1-B930-B98604EC9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8012" y="4103061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E5435B3-25C8-4DB4-BFA2-86906595D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316" y="3109413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Rectangle 52">
              <a:extLst>
                <a:ext uri="{FF2B5EF4-FFF2-40B4-BE49-F238E27FC236}">
                  <a16:creationId xmlns:a16="http://schemas.microsoft.com/office/drawing/2014/main" id="{A5C2AA37-B2DF-47D7-8A23-A902F530A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2" y="2339694"/>
              <a:ext cx="13144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J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74" name="Rectangle 52">
              <a:extLst>
                <a:ext uri="{FF2B5EF4-FFF2-40B4-BE49-F238E27FC236}">
                  <a16:creationId xmlns:a16="http://schemas.microsoft.com/office/drawing/2014/main" id="{55398F80-9B82-4D52-BB49-A850FE04C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4" y="3073326"/>
              <a:ext cx="19877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75" name="Freeform 29">
              <a:extLst>
                <a:ext uri="{FF2B5EF4-FFF2-40B4-BE49-F238E27FC236}">
                  <a16:creationId xmlns:a16="http://schemas.microsoft.com/office/drawing/2014/main" id="{C7C4CCD9-626E-4AA3-808A-16E37B335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016" y="3393602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Isosceles Triangle 11">
              <a:extLst>
                <a:ext uri="{FF2B5EF4-FFF2-40B4-BE49-F238E27FC236}">
                  <a16:creationId xmlns:a16="http://schemas.microsoft.com/office/drawing/2014/main" id="{7C53CF6E-7808-4AA3-A1FF-C7DD30D300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03736" y="3291765"/>
              <a:ext cx="286885" cy="29806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177" name="Freeform 42">
              <a:extLst>
                <a:ext uri="{FF2B5EF4-FFF2-40B4-BE49-F238E27FC236}">
                  <a16:creationId xmlns:a16="http://schemas.microsoft.com/office/drawing/2014/main" id="{3994E3EF-AB62-4241-8662-D5C1B98F6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235" y="3439418"/>
              <a:ext cx="2204704" cy="438150"/>
            </a:xfrm>
            <a:custGeom>
              <a:avLst/>
              <a:gdLst>
                <a:gd name="T0" fmla="*/ 0 w 10188"/>
                <a:gd name="T1" fmla="*/ 0 h 1612"/>
                <a:gd name="T2" fmla="*/ 0 w 10188"/>
                <a:gd name="T3" fmla="*/ 0 h 1612"/>
                <a:gd name="T4" fmla="*/ 0 w 10188"/>
                <a:gd name="T5" fmla="*/ 0 h 1612"/>
                <a:gd name="T6" fmla="*/ 0 w 10188"/>
                <a:gd name="T7" fmla="*/ 0 h 16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88"/>
                <a:gd name="T13" fmla="*/ 0 h 1612"/>
                <a:gd name="T14" fmla="*/ 10188 w 10188"/>
                <a:gd name="T15" fmla="*/ 1612 h 16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88" h="1612">
                  <a:moveTo>
                    <a:pt x="0" y="1612"/>
                  </a:moveTo>
                  <a:lnTo>
                    <a:pt x="8577" y="1612"/>
                  </a:lnTo>
                  <a:lnTo>
                    <a:pt x="8577" y="0"/>
                  </a:lnTo>
                  <a:lnTo>
                    <a:pt x="101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Line 4">
              <a:extLst>
                <a:ext uri="{FF2B5EF4-FFF2-40B4-BE49-F238E27FC236}">
                  <a16:creationId xmlns:a16="http://schemas.microsoft.com/office/drawing/2014/main" id="{C3CE3616-D3F2-4DF3-9C08-33EBA9326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1088" y="3444880"/>
              <a:ext cx="128933" cy="170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5" name="Group 1">
            <a:extLst>
              <a:ext uri="{FF2B5EF4-FFF2-40B4-BE49-F238E27FC236}">
                <a16:creationId xmlns:a16="http://schemas.microsoft.com/office/drawing/2014/main" id="{8A32DDC2-9D94-4E35-8B0F-A0BC602DE1B3}"/>
              </a:ext>
            </a:extLst>
          </p:cNvPr>
          <p:cNvGrpSpPr>
            <a:grpSpLocks/>
          </p:cNvGrpSpPr>
          <p:nvPr/>
        </p:nvGrpSpPr>
        <p:grpSpPr bwMode="auto">
          <a:xfrm>
            <a:off x="773648" y="3962400"/>
            <a:ext cx="7608352" cy="2705670"/>
            <a:chOff x="113922" y="1885196"/>
            <a:chExt cx="8940811" cy="3531398"/>
          </a:xfrm>
        </p:grpSpPr>
        <p:sp>
          <p:nvSpPr>
            <p:cNvPr id="186" name="Line 5">
              <a:extLst>
                <a:ext uri="{FF2B5EF4-FFF2-40B4-BE49-F238E27FC236}">
                  <a16:creationId xmlns:a16="http://schemas.microsoft.com/office/drawing/2014/main" id="{5EB2DB7C-116C-4F21-84C5-6AC9443726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68140" y="3125672"/>
              <a:ext cx="305907" cy="3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Line 6">
              <a:extLst>
                <a:ext uri="{FF2B5EF4-FFF2-40B4-BE49-F238E27FC236}">
                  <a16:creationId xmlns:a16="http://schemas.microsoft.com/office/drawing/2014/main" id="{51B049A4-2C1B-491E-BA8B-C0CA92573D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68140" y="4122939"/>
              <a:ext cx="303030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7">
              <a:extLst>
                <a:ext uri="{FF2B5EF4-FFF2-40B4-BE49-F238E27FC236}">
                  <a16:creationId xmlns:a16="http://schemas.microsoft.com/office/drawing/2014/main" id="{4B3EEDD0-DE3D-4ADA-BF72-A75506A3F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841" y="3249865"/>
              <a:ext cx="1141329" cy="873075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8">
              <a:extLst>
                <a:ext uri="{FF2B5EF4-FFF2-40B4-BE49-F238E27FC236}">
                  <a16:creationId xmlns:a16="http://schemas.microsoft.com/office/drawing/2014/main" id="{A71F0987-83F6-4A39-8073-66526A45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841" y="3124430"/>
              <a:ext cx="1141329" cy="874316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10">
              <a:extLst>
                <a:ext uri="{FF2B5EF4-FFF2-40B4-BE49-F238E27FC236}">
                  <a16:creationId xmlns:a16="http://schemas.microsoft.com/office/drawing/2014/main" id="{9AFA1B12-E096-4FC6-ADFC-EF0A81FF7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815" y="3103317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11">
              <a:extLst>
                <a:ext uri="{FF2B5EF4-FFF2-40B4-BE49-F238E27FC236}">
                  <a16:creationId xmlns:a16="http://schemas.microsoft.com/office/drawing/2014/main" id="{58E30379-7FC3-4B8F-8CCD-14A0CFEA2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3783" y="4105552"/>
              <a:ext cx="34774" cy="34774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Line 13">
              <a:extLst>
                <a:ext uri="{FF2B5EF4-FFF2-40B4-BE49-F238E27FC236}">
                  <a16:creationId xmlns:a16="http://schemas.microsoft.com/office/drawing/2014/main" id="{5043F960-F187-4728-A753-EB639C72AD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9633" y="4248374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Line 14">
              <a:extLst>
                <a:ext uri="{FF2B5EF4-FFF2-40B4-BE49-F238E27FC236}">
                  <a16:creationId xmlns:a16="http://schemas.microsoft.com/office/drawing/2014/main" id="{251D8970-8BD5-42CE-8661-059A1CBC37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1334" y="3124430"/>
              <a:ext cx="1242" cy="9985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20">
              <a:extLst>
                <a:ext uri="{FF2B5EF4-FFF2-40B4-BE49-F238E27FC236}">
                  <a16:creationId xmlns:a16="http://schemas.microsoft.com/office/drawing/2014/main" id="{D00D8A74-0EE5-4F91-8BE0-72635BB89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334" y="4122939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25">
              <a:extLst>
                <a:ext uri="{FF2B5EF4-FFF2-40B4-BE49-F238E27FC236}">
                  <a16:creationId xmlns:a16="http://schemas.microsoft.com/office/drawing/2014/main" id="{E4598B1C-547F-4C22-97FA-3A81BCA90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1170" y="4124180"/>
              <a:ext cx="2877" cy="138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29">
              <a:extLst>
                <a:ext uri="{FF2B5EF4-FFF2-40B4-BE49-F238E27FC236}">
                  <a16:creationId xmlns:a16="http://schemas.microsoft.com/office/drawing/2014/main" id="{6D541823-057A-491A-95CA-F9EA7CD2B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6553" y="4201180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9AFA81DC-74A4-490F-BC3E-7B33F8E4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512" y="4073262"/>
              <a:ext cx="95629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Line 35">
              <a:extLst>
                <a:ext uri="{FF2B5EF4-FFF2-40B4-BE49-F238E27FC236}">
                  <a16:creationId xmlns:a16="http://schemas.microsoft.com/office/drawing/2014/main" id="{168A6EF6-619F-4E34-B1D1-8A31ED5CE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841" y="3998746"/>
              <a:ext cx="249627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40">
              <a:extLst>
                <a:ext uri="{FF2B5EF4-FFF2-40B4-BE49-F238E27FC236}">
                  <a16:creationId xmlns:a16="http://schemas.microsoft.com/office/drawing/2014/main" id="{83BFD098-DA7F-468A-8D69-A6BF54148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512" y="3077237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Line 41">
              <a:extLst>
                <a:ext uri="{FF2B5EF4-FFF2-40B4-BE49-F238E27FC236}">
                  <a16:creationId xmlns:a16="http://schemas.microsoft.com/office/drawing/2014/main" id="{E08EC1F9-DC05-4D99-8F0B-A00A7889F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9633" y="3000237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Line 42">
              <a:extLst>
                <a:ext uri="{FF2B5EF4-FFF2-40B4-BE49-F238E27FC236}">
                  <a16:creationId xmlns:a16="http://schemas.microsoft.com/office/drawing/2014/main" id="{519BAE97-970B-49BE-82A7-10A6292F1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9841" y="3249865"/>
              <a:ext cx="249627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44">
              <a:extLst>
                <a:ext uri="{FF2B5EF4-FFF2-40B4-BE49-F238E27FC236}">
                  <a16:creationId xmlns:a16="http://schemas.microsoft.com/office/drawing/2014/main" id="{52504849-DE16-4D12-AE2F-3956F7B19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334" y="3124430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Line 45">
              <a:extLst>
                <a:ext uri="{FF2B5EF4-FFF2-40B4-BE49-F238E27FC236}">
                  <a16:creationId xmlns:a16="http://schemas.microsoft.com/office/drawing/2014/main" id="{DE072BA7-977A-4984-9B4F-3EDE3F459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1334" y="3124430"/>
              <a:ext cx="230998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51">
              <a:extLst>
                <a:ext uri="{FF2B5EF4-FFF2-40B4-BE49-F238E27FC236}">
                  <a16:creationId xmlns:a16="http://schemas.microsoft.com/office/drawing/2014/main" id="{284858FC-38A3-4782-9CD5-9B22A2DC5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037" y="2951802"/>
              <a:ext cx="95629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AutoShape 56">
              <a:extLst>
                <a:ext uri="{FF2B5EF4-FFF2-40B4-BE49-F238E27FC236}">
                  <a16:creationId xmlns:a16="http://schemas.microsoft.com/office/drawing/2014/main" id="{DD718F26-3E91-4617-BB55-7B43CD740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815" y="2786626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06" name="AutoShape 57">
              <a:extLst>
                <a:ext uri="{FF2B5EF4-FFF2-40B4-BE49-F238E27FC236}">
                  <a16:creationId xmlns:a16="http://schemas.microsoft.com/office/drawing/2014/main" id="{E84C5415-C76F-4A24-AE14-C67991B79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815" y="4037246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07" name="AutoShape 59">
              <a:extLst>
                <a:ext uri="{FF2B5EF4-FFF2-40B4-BE49-F238E27FC236}">
                  <a16:creationId xmlns:a16="http://schemas.microsoft.com/office/drawing/2014/main" id="{EF768AF7-401C-45BA-94C1-69ED5EAA0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049" y="2910818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08" name="AutoShape 61">
              <a:extLst>
                <a:ext uri="{FF2B5EF4-FFF2-40B4-BE49-F238E27FC236}">
                  <a16:creationId xmlns:a16="http://schemas.microsoft.com/office/drawing/2014/main" id="{6731EC14-03E2-4624-82F6-47C241BA5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533" y="3909327"/>
              <a:ext cx="490561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09" name="Freeform 64">
              <a:extLst>
                <a:ext uri="{FF2B5EF4-FFF2-40B4-BE49-F238E27FC236}">
                  <a16:creationId xmlns:a16="http://schemas.microsoft.com/office/drawing/2014/main" id="{F0967132-F8B1-4A7D-9296-017ABCDE8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573" y="4103068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Line 5">
              <a:extLst>
                <a:ext uri="{FF2B5EF4-FFF2-40B4-BE49-F238E27FC236}">
                  <a16:creationId xmlns:a16="http://schemas.microsoft.com/office/drawing/2014/main" id="{D07F6372-3078-4BA5-BFDF-3FDD34712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80554" y="3124429"/>
              <a:ext cx="730974" cy="124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Line 6">
              <a:extLst>
                <a:ext uri="{FF2B5EF4-FFF2-40B4-BE49-F238E27FC236}">
                  <a16:creationId xmlns:a16="http://schemas.microsoft.com/office/drawing/2014/main" id="{A753EB65-F7AA-4D92-9CAB-60801B966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80554" y="4124179"/>
              <a:ext cx="77992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7">
              <a:extLst>
                <a:ext uri="{FF2B5EF4-FFF2-40B4-BE49-F238E27FC236}">
                  <a16:creationId xmlns:a16="http://schemas.microsoft.com/office/drawing/2014/main" id="{2ABE43C8-BA25-46FD-B823-72880F600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54" y="3249865"/>
              <a:ext cx="1141328" cy="873075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0 h 1407"/>
                <a:gd name="T4" fmla="*/ 0 w 1838"/>
                <a:gd name="T5" fmla="*/ 0 h 1407"/>
                <a:gd name="T6" fmla="*/ 0 w 1838"/>
                <a:gd name="T7" fmla="*/ 0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1407"/>
                  </a:moveTo>
                  <a:lnTo>
                    <a:pt x="1838" y="804"/>
                  </a:lnTo>
                  <a:lnTo>
                    <a:pt x="0" y="402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3" name="Freeform 8">
              <a:extLst>
                <a:ext uri="{FF2B5EF4-FFF2-40B4-BE49-F238E27FC236}">
                  <a16:creationId xmlns:a16="http://schemas.microsoft.com/office/drawing/2014/main" id="{E75F6F7D-E01F-435B-B663-8CBC45395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54" y="3124430"/>
              <a:ext cx="1141328" cy="874316"/>
            </a:xfrm>
            <a:custGeom>
              <a:avLst/>
              <a:gdLst>
                <a:gd name="T0" fmla="*/ 2147483646 w 1838"/>
                <a:gd name="T1" fmla="*/ 0 h 1407"/>
                <a:gd name="T2" fmla="*/ 2147483646 w 1838"/>
                <a:gd name="T3" fmla="*/ 2147483646 h 1407"/>
                <a:gd name="T4" fmla="*/ 0 w 1838"/>
                <a:gd name="T5" fmla="*/ 2147483646 h 1407"/>
                <a:gd name="T6" fmla="*/ 0 w 1838"/>
                <a:gd name="T7" fmla="*/ 2147483646 h 140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38"/>
                <a:gd name="T13" fmla="*/ 0 h 1407"/>
                <a:gd name="T14" fmla="*/ 1838 w 1838"/>
                <a:gd name="T15" fmla="*/ 1407 h 140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38" h="1407">
                  <a:moveTo>
                    <a:pt x="1838" y="0"/>
                  </a:moveTo>
                  <a:lnTo>
                    <a:pt x="1838" y="603"/>
                  </a:lnTo>
                  <a:lnTo>
                    <a:pt x="0" y="1005"/>
                  </a:lnTo>
                  <a:lnTo>
                    <a:pt x="0" y="1407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10">
              <a:extLst>
                <a:ext uri="{FF2B5EF4-FFF2-40B4-BE49-F238E27FC236}">
                  <a16:creationId xmlns:a16="http://schemas.microsoft.com/office/drawing/2014/main" id="{8C990E86-400E-4FE3-BF1B-1164F6978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1228" y="3103317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11">
              <a:extLst>
                <a:ext uri="{FF2B5EF4-FFF2-40B4-BE49-F238E27FC236}">
                  <a16:creationId xmlns:a16="http://schemas.microsoft.com/office/drawing/2014/main" id="{2C52366F-0102-4220-9761-079CB9CE5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6195" y="4105552"/>
              <a:ext cx="34774" cy="34774"/>
            </a:xfrm>
            <a:custGeom>
              <a:avLst/>
              <a:gdLst>
                <a:gd name="T0" fmla="*/ 0 w 57"/>
                <a:gd name="T1" fmla="*/ 0 h 58"/>
                <a:gd name="T2" fmla="*/ 0 w 57"/>
                <a:gd name="T3" fmla="*/ 0 h 58"/>
                <a:gd name="T4" fmla="*/ 0 w 57"/>
                <a:gd name="T5" fmla="*/ 0 h 58"/>
                <a:gd name="T6" fmla="*/ 0 w 57"/>
                <a:gd name="T7" fmla="*/ 0 h 58"/>
                <a:gd name="T8" fmla="*/ 0 w 57"/>
                <a:gd name="T9" fmla="*/ 0 h 58"/>
                <a:gd name="T10" fmla="*/ 0 w 57"/>
                <a:gd name="T11" fmla="*/ 0 h 58"/>
                <a:gd name="T12" fmla="*/ 0 w 57"/>
                <a:gd name="T13" fmla="*/ 0 h 58"/>
                <a:gd name="T14" fmla="*/ 0 w 57"/>
                <a:gd name="T15" fmla="*/ 0 h 58"/>
                <a:gd name="T16" fmla="*/ 0 w 57"/>
                <a:gd name="T17" fmla="*/ 0 h 58"/>
                <a:gd name="T18" fmla="*/ 0 w 57"/>
                <a:gd name="T19" fmla="*/ 0 h 58"/>
                <a:gd name="T20" fmla="*/ 0 w 57"/>
                <a:gd name="T21" fmla="*/ 0 h 58"/>
                <a:gd name="T22" fmla="*/ 0 w 57"/>
                <a:gd name="T23" fmla="*/ 0 h 58"/>
                <a:gd name="T24" fmla="*/ 0 w 57"/>
                <a:gd name="T25" fmla="*/ 0 h 58"/>
                <a:gd name="T26" fmla="*/ 0 w 57"/>
                <a:gd name="T27" fmla="*/ 0 h 58"/>
                <a:gd name="T28" fmla="*/ 0 w 57"/>
                <a:gd name="T29" fmla="*/ 0 h 58"/>
                <a:gd name="T30" fmla="*/ 0 w 57"/>
                <a:gd name="T31" fmla="*/ 0 h 58"/>
                <a:gd name="T32" fmla="*/ 0 w 57"/>
                <a:gd name="T33" fmla="*/ 0 h 58"/>
                <a:gd name="T34" fmla="*/ 0 w 57"/>
                <a:gd name="T35" fmla="*/ 0 h 58"/>
                <a:gd name="T36" fmla="*/ 0 w 57"/>
                <a:gd name="T37" fmla="*/ 0 h 58"/>
                <a:gd name="T38" fmla="*/ 0 w 57"/>
                <a:gd name="T39" fmla="*/ 0 h 58"/>
                <a:gd name="T40" fmla="*/ 0 w 57"/>
                <a:gd name="T41" fmla="*/ 0 h 58"/>
                <a:gd name="T42" fmla="*/ 0 w 57"/>
                <a:gd name="T43" fmla="*/ 0 h 58"/>
                <a:gd name="T44" fmla="*/ 0 w 57"/>
                <a:gd name="T45" fmla="*/ 0 h 58"/>
                <a:gd name="T46" fmla="*/ 0 w 57"/>
                <a:gd name="T47" fmla="*/ 0 h 58"/>
                <a:gd name="T48" fmla="*/ 0 w 57"/>
                <a:gd name="T49" fmla="*/ 0 h 58"/>
                <a:gd name="T50" fmla="*/ 0 w 57"/>
                <a:gd name="T51" fmla="*/ 0 h 58"/>
                <a:gd name="T52" fmla="*/ 0 w 57"/>
                <a:gd name="T53" fmla="*/ 0 h 58"/>
                <a:gd name="T54" fmla="*/ 0 w 57"/>
                <a:gd name="T55" fmla="*/ 0 h 58"/>
                <a:gd name="T56" fmla="*/ 0 w 57"/>
                <a:gd name="T57" fmla="*/ 0 h 58"/>
                <a:gd name="T58" fmla="*/ 0 w 57"/>
                <a:gd name="T59" fmla="*/ 0 h 58"/>
                <a:gd name="T60" fmla="*/ 0 w 57"/>
                <a:gd name="T61" fmla="*/ 0 h 58"/>
                <a:gd name="T62" fmla="*/ 0 w 57"/>
                <a:gd name="T63" fmla="*/ 0 h 58"/>
                <a:gd name="T64" fmla="*/ 0 w 57"/>
                <a:gd name="T65" fmla="*/ 0 h 58"/>
                <a:gd name="T66" fmla="*/ 0 w 57"/>
                <a:gd name="T67" fmla="*/ 0 h 58"/>
                <a:gd name="T68" fmla="*/ 0 w 57"/>
                <a:gd name="T69" fmla="*/ 0 h 58"/>
                <a:gd name="T70" fmla="*/ 0 w 57"/>
                <a:gd name="T71" fmla="*/ 0 h 58"/>
                <a:gd name="T72" fmla="*/ 0 w 57"/>
                <a:gd name="T73" fmla="*/ 0 h 58"/>
                <a:gd name="T74" fmla="*/ 0 w 57"/>
                <a:gd name="T75" fmla="*/ 0 h 58"/>
                <a:gd name="T76" fmla="*/ 0 w 57"/>
                <a:gd name="T77" fmla="*/ 0 h 58"/>
                <a:gd name="T78" fmla="*/ 0 w 57"/>
                <a:gd name="T79" fmla="*/ 0 h 58"/>
                <a:gd name="T80" fmla="*/ 0 w 57"/>
                <a:gd name="T81" fmla="*/ 0 h 58"/>
                <a:gd name="T82" fmla="*/ 0 w 57"/>
                <a:gd name="T83" fmla="*/ 0 h 58"/>
                <a:gd name="T84" fmla="*/ 0 w 57"/>
                <a:gd name="T85" fmla="*/ 0 h 58"/>
                <a:gd name="T86" fmla="*/ 0 w 57"/>
                <a:gd name="T87" fmla="*/ 0 h 58"/>
                <a:gd name="T88" fmla="*/ 0 w 57"/>
                <a:gd name="T89" fmla="*/ 0 h 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57"/>
                <a:gd name="T136" fmla="*/ 0 h 58"/>
                <a:gd name="T137" fmla="*/ 57 w 57"/>
                <a:gd name="T138" fmla="*/ 58 h 5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57" h="58">
                  <a:moveTo>
                    <a:pt x="29" y="29"/>
                  </a:moveTo>
                  <a:lnTo>
                    <a:pt x="29" y="0"/>
                  </a:lnTo>
                  <a:lnTo>
                    <a:pt x="27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3" y="2"/>
                  </a:lnTo>
                  <a:lnTo>
                    <a:pt x="22" y="2"/>
                  </a:lnTo>
                  <a:lnTo>
                    <a:pt x="20" y="2"/>
                  </a:lnTo>
                  <a:lnTo>
                    <a:pt x="19" y="2"/>
                  </a:lnTo>
                  <a:lnTo>
                    <a:pt x="17" y="3"/>
                  </a:lnTo>
                  <a:lnTo>
                    <a:pt x="16" y="3"/>
                  </a:lnTo>
                  <a:lnTo>
                    <a:pt x="14" y="5"/>
                  </a:lnTo>
                  <a:lnTo>
                    <a:pt x="13" y="5"/>
                  </a:lnTo>
                  <a:lnTo>
                    <a:pt x="13" y="6"/>
                  </a:lnTo>
                  <a:lnTo>
                    <a:pt x="11" y="6"/>
                  </a:lnTo>
                  <a:lnTo>
                    <a:pt x="10" y="8"/>
                  </a:lnTo>
                  <a:lnTo>
                    <a:pt x="9" y="8"/>
                  </a:lnTo>
                  <a:lnTo>
                    <a:pt x="9" y="9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1" y="38"/>
                  </a:lnTo>
                  <a:lnTo>
                    <a:pt x="1" y="39"/>
                  </a:lnTo>
                  <a:lnTo>
                    <a:pt x="1" y="41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49"/>
                  </a:lnTo>
                  <a:lnTo>
                    <a:pt x="9" y="51"/>
                  </a:lnTo>
                  <a:lnTo>
                    <a:pt x="10" y="52"/>
                  </a:lnTo>
                  <a:lnTo>
                    <a:pt x="11" y="52"/>
                  </a:lnTo>
                  <a:lnTo>
                    <a:pt x="13" y="54"/>
                  </a:lnTo>
                  <a:lnTo>
                    <a:pt x="14" y="55"/>
                  </a:lnTo>
                  <a:lnTo>
                    <a:pt x="16" y="55"/>
                  </a:lnTo>
                  <a:lnTo>
                    <a:pt x="17" y="56"/>
                  </a:lnTo>
                  <a:lnTo>
                    <a:pt x="19" y="56"/>
                  </a:lnTo>
                  <a:lnTo>
                    <a:pt x="20" y="56"/>
                  </a:lnTo>
                  <a:lnTo>
                    <a:pt x="22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6" y="58"/>
                  </a:lnTo>
                  <a:lnTo>
                    <a:pt x="27" y="58"/>
                  </a:lnTo>
                  <a:lnTo>
                    <a:pt x="29" y="58"/>
                  </a:lnTo>
                  <a:lnTo>
                    <a:pt x="30" y="58"/>
                  </a:lnTo>
                  <a:lnTo>
                    <a:pt x="32" y="58"/>
                  </a:lnTo>
                  <a:lnTo>
                    <a:pt x="33" y="58"/>
                  </a:lnTo>
                  <a:lnTo>
                    <a:pt x="34" y="58"/>
                  </a:lnTo>
                  <a:lnTo>
                    <a:pt x="36" y="58"/>
                  </a:lnTo>
                  <a:lnTo>
                    <a:pt x="37" y="56"/>
                  </a:lnTo>
                  <a:lnTo>
                    <a:pt x="39" y="56"/>
                  </a:lnTo>
                  <a:lnTo>
                    <a:pt x="40" y="55"/>
                  </a:lnTo>
                  <a:lnTo>
                    <a:pt x="42" y="55"/>
                  </a:lnTo>
                  <a:lnTo>
                    <a:pt x="43" y="54"/>
                  </a:lnTo>
                  <a:lnTo>
                    <a:pt x="45" y="54"/>
                  </a:lnTo>
                  <a:lnTo>
                    <a:pt x="46" y="52"/>
                  </a:lnTo>
                  <a:lnTo>
                    <a:pt x="47" y="51"/>
                  </a:lnTo>
                  <a:lnTo>
                    <a:pt x="49" y="49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52" y="45"/>
                  </a:lnTo>
                  <a:lnTo>
                    <a:pt x="53" y="45"/>
                  </a:lnTo>
                  <a:lnTo>
                    <a:pt x="53" y="44"/>
                  </a:lnTo>
                  <a:lnTo>
                    <a:pt x="55" y="42"/>
                  </a:lnTo>
                  <a:lnTo>
                    <a:pt x="55" y="41"/>
                  </a:lnTo>
                  <a:lnTo>
                    <a:pt x="55" y="39"/>
                  </a:lnTo>
                  <a:lnTo>
                    <a:pt x="56" y="38"/>
                  </a:lnTo>
                  <a:lnTo>
                    <a:pt x="56" y="36"/>
                  </a:lnTo>
                  <a:lnTo>
                    <a:pt x="56" y="35"/>
                  </a:lnTo>
                  <a:lnTo>
                    <a:pt x="56" y="34"/>
                  </a:lnTo>
                  <a:lnTo>
                    <a:pt x="57" y="32"/>
                  </a:lnTo>
                  <a:lnTo>
                    <a:pt x="57" y="31"/>
                  </a:lnTo>
                  <a:lnTo>
                    <a:pt x="57" y="29"/>
                  </a:lnTo>
                  <a:lnTo>
                    <a:pt x="57" y="28"/>
                  </a:lnTo>
                  <a:lnTo>
                    <a:pt x="57" y="26"/>
                  </a:lnTo>
                  <a:lnTo>
                    <a:pt x="56" y="25"/>
                  </a:lnTo>
                  <a:lnTo>
                    <a:pt x="56" y="23"/>
                  </a:lnTo>
                  <a:lnTo>
                    <a:pt x="56" y="22"/>
                  </a:lnTo>
                  <a:lnTo>
                    <a:pt x="56" y="21"/>
                  </a:lnTo>
                  <a:lnTo>
                    <a:pt x="55" y="19"/>
                  </a:lnTo>
                  <a:lnTo>
                    <a:pt x="55" y="18"/>
                  </a:lnTo>
                  <a:lnTo>
                    <a:pt x="53" y="16"/>
                  </a:lnTo>
                  <a:lnTo>
                    <a:pt x="53" y="15"/>
                  </a:lnTo>
                  <a:lnTo>
                    <a:pt x="52" y="13"/>
                  </a:lnTo>
                  <a:lnTo>
                    <a:pt x="52" y="12"/>
                  </a:lnTo>
                  <a:lnTo>
                    <a:pt x="50" y="11"/>
                  </a:lnTo>
                  <a:lnTo>
                    <a:pt x="49" y="11"/>
                  </a:lnTo>
                  <a:lnTo>
                    <a:pt x="49" y="9"/>
                  </a:lnTo>
                  <a:lnTo>
                    <a:pt x="47" y="8"/>
                  </a:lnTo>
                  <a:lnTo>
                    <a:pt x="46" y="8"/>
                  </a:lnTo>
                  <a:lnTo>
                    <a:pt x="46" y="6"/>
                  </a:lnTo>
                  <a:lnTo>
                    <a:pt x="45" y="6"/>
                  </a:lnTo>
                  <a:lnTo>
                    <a:pt x="43" y="5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6" y="2"/>
                  </a:lnTo>
                  <a:lnTo>
                    <a:pt x="34" y="2"/>
                  </a:lnTo>
                  <a:lnTo>
                    <a:pt x="33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Line 13">
              <a:extLst>
                <a:ext uri="{FF2B5EF4-FFF2-40B4-BE49-F238E27FC236}">
                  <a16:creationId xmlns:a16="http://schemas.microsoft.com/office/drawing/2014/main" id="{FDDCE626-EA3F-4BC1-8D76-39B274D690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82046" y="4248374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Line 14">
              <a:extLst>
                <a:ext uri="{FF2B5EF4-FFF2-40B4-BE49-F238E27FC236}">
                  <a16:creationId xmlns:a16="http://schemas.microsoft.com/office/drawing/2014/main" id="{1084590E-C08D-48C4-9226-3A7390FC1D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43748" y="3124430"/>
              <a:ext cx="1242" cy="9985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20">
              <a:extLst>
                <a:ext uri="{FF2B5EF4-FFF2-40B4-BE49-F238E27FC236}">
                  <a16:creationId xmlns:a16="http://schemas.microsoft.com/office/drawing/2014/main" id="{FB3E7A60-34BF-436F-BB8E-87D1C22D6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3748" y="4122939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Line 21">
              <a:extLst>
                <a:ext uri="{FF2B5EF4-FFF2-40B4-BE49-F238E27FC236}">
                  <a16:creationId xmlns:a16="http://schemas.microsoft.com/office/drawing/2014/main" id="{3A96A39D-8B29-4D46-A2D7-8C4CC0A66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43748" y="4122939"/>
              <a:ext cx="230998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29">
              <a:extLst>
                <a:ext uri="{FF2B5EF4-FFF2-40B4-BE49-F238E27FC236}">
                  <a16:creationId xmlns:a16="http://schemas.microsoft.com/office/drawing/2014/main" id="{8F726035-D79F-409E-937F-E4A45FCCB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8967" y="4201180"/>
              <a:ext cx="95628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34">
              <a:extLst>
                <a:ext uri="{FF2B5EF4-FFF2-40B4-BE49-F238E27FC236}">
                  <a16:creationId xmlns:a16="http://schemas.microsoft.com/office/drawing/2014/main" id="{58DDDBFE-4F3F-44FD-ABD3-61A6167B9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4925" y="4073262"/>
              <a:ext cx="95628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8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8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1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7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7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0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0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7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7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1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1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8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5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Line 35">
              <a:extLst>
                <a:ext uri="{FF2B5EF4-FFF2-40B4-BE49-F238E27FC236}">
                  <a16:creationId xmlns:a16="http://schemas.microsoft.com/office/drawing/2014/main" id="{0DB00264-35B6-430A-92EA-7857B2AD9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2254" y="3998746"/>
              <a:ext cx="249626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40">
              <a:extLst>
                <a:ext uri="{FF2B5EF4-FFF2-40B4-BE49-F238E27FC236}">
                  <a16:creationId xmlns:a16="http://schemas.microsoft.com/office/drawing/2014/main" id="{B9CEB469-5E5A-4E7B-82C8-427E9411F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4925" y="3077237"/>
              <a:ext cx="95628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7" y="0"/>
                  </a:moveTo>
                  <a:lnTo>
                    <a:pt x="73" y="0"/>
                  </a:lnTo>
                  <a:lnTo>
                    <a:pt x="69" y="0"/>
                  </a:lnTo>
                  <a:lnTo>
                    <a:pt x="64" y="1"/>
                  </a:lnTo>
                  <a:lnTo>
                    <a:pt x="62" y="1"/>
                  </a:lnTo>
                  <a:lnTo>
                    <a:pt x="57" y="3"/>
                  </a:lnTo>
                  <a:lnTo>
                    <a:pt x="54" y="4"/>
                  </a:lnTo>
                  <a:lnTo>
                    <a:pt x="50" y="4"/>
                  </a:lnTo>
                  <a:lnTo>
                    <a:pt x="47" y="6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37" y="11"/>
                  </a:lnTo>
                  <a:lnTo>
                    <a:pt x="33" y="13"/>
                  </a:lnTo>
                  <a:lnTo>
                    <a:pt x="30" y="16"/>
                  </a:lnTo>
                  <a:lnTo>
                    <a:pt x="27" y="19"/>
                  </a:lnTo>
                  <a:lnTo>
                    <a:pt x="24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7" y="29"/>
                  </a:lnTo>
                  <a:lnTo>
                    <a:pt x="14" y="31"/>
                  </a:lnTo>
                  <a:lnTo>
                    <a:pt x="13" y="34"/>
                  </a:lnTo>
                  <a:lnTo>
                    <a:pt x="11" y="37"/>
                  </a:lnTo>
                  <a:lnTo>
                    <a:pt x="8" y="40"/>
                  </a:lnTo>
                  <a:lnTo>
                    <a:pt x="7" y="44"/>
                  </a:lnTo>
                  <a:lnTo>
                    <a:pt x="6" y="47"/>
                  </a:lnTo>
                  <a:lnTo>
                    <a:pt x="4" y="52"/>
                  </a:lnTo>
                  <a:lnTo>
                    <a:pt x="3" y="54"/>
                  </a:lnTo>
                  <a:lnTo>
                    <a:pt x="1" y="59"/>
                  </a:lnTo>
                  <a:lnTo>
                    <a:pt x="1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1" y="93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5"/>
                  </a:lnTo>
                  <a:lnTo>
                    <a:pt x="6" y="108"/>
                  </a:lnTo>
                  <a:lnTo>
                    <a:pt x="7" y="112"/>
                  </a:lnTo>
                  <a:lnTo>
                    <a:pt x="8" y="115"/>
                  </a:lnTo>
                  <a:lnTo>
                    <a:pt x="11" y="118"/>
                  </a:lnTo>
                  <a:lnTo>
                    <a:pt x="13" y="120"/>
                  </a:lnTo>
                  <a:lnTo>
                    <a:pt x="14" y="125"/>
                  </a:lnTo>
                  <a:lnTo>
                    <a:pt x="17" y="128"/>
                  </a:lnTo>
                  <a:lnTo>
                    <a:pt x="20" y="131"/>
                  </a:lnTo>
                  <a:lnTo>
                    <a:pt x="23" y="132"/>
                  </a:lnTo>
                  <a:lnTo>
                    <a:pt x="24" y="135"/>
                  </a:lnTo>
                  <a:lnTo>
                    <a:pt x="27" y="138"/>
                  </a:lnTo>
                  <a:lnTo>
                    <a:pt x="30" y="139"/>
                  </a:lnTo>
                  <a:lnTo>
                    <a:pt x="33" y="142"/>
                  </a:lnTo>
                  <a:lnTo>
                    <a:pt x="37" y="143"/>
                  </a:lnTo>
                  <a:lnTo>
                    <a:pt x="40" y="146"/>
                  </a:lnTo>
                  <a:lnTo>
                    <a:pt x="43" y="148"/>
                  </a:lnTo>
                  <a:lnTo>
                    <a:pt x="47" y="149"/>
                  </a:lnTo>
                  <a:lnTo>
                    <a:pt x="50" y="151"/>
                  </a:lnTo>
                  <a:lnTo>
                    <a:pt x="54" y="152"/>
                  </a:lnTo>
                  <a:lnTo>
                    <a:pt x="57" y="153"/>
                  </a:lnTo>
                  <a:lnTo>
                    <a:pt x="62" y="153"/>
                  </a:lnTo>
                  <a:lnTo>
                    <a:pt x="64" y="155"/>
                  </a:lnTo>
                  <a:lnTo>
                    <a:pt x="69" y="155"/>
                  </a:lnTo>
                  <a:lnTo>
                    <a:pt x="73" y="155"/>
                  </a:lnTo>
                  <a:lnTo>
                    <a:pt x="77" y="155"/>
                  </a:lnTo>
                  <a:lnTo>
                    <a:pt x="80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3" y="153"/>
                  </a:lnTo>
                  <a:lnTo>
                    <a:pt x="96" y="153"/>
                  </a:lnTo>
                  <a:lnTo>
                    <a:pt x="100" y="152"/>
                  </a:lnTo>
                  <a:lnTo>
                    <a:pt x="103" y="151"/>
                  </a:lnTo>
                  <a:lnTo>
                    <a:pt x="107" y="149"/>
                  </a:lnTo>
                  <a:lnTo>
                    <a:pt x="110" y="148"/>
                  </a:lnTo>
                  <a:lnTo>
                    <a:pt x="113" y="146"/>
                  </a:lnTo>
                  <a:lnTo>
                    <a:pt x="118" y="143"/>
                  </a:lnTo>
                  <a:lnTo>
                    <a:pt x="120" y="142"/>
                  </a:lnTo>
                  <a:lnTo>
                    <a:pt x="123" y="139"/>
                  </a:lnTo>
                  <a:lnTo>
                    <a:pt x="126" y="138"/>
                  </a:lnTo>
                  <a:lnTo>
                    <a:pt x="129" y="135"/>
                  </a:lnTo>
                  <a:lnTo>
                    <a:pt x="132" y="132"/>
                  </a:lnTo>
                  <a:lnTo>
                    <a:pt x="135" y="131"/>
                  </a:lnTo>
                  <a:lnTo>
                    <a:pt x="136" y="128"/>
                  </a:lnTo>
                  <a:lnTo>
                    <a:pt x="139" y="125"/>
                  </a:lnTo>
                  <a:lnTo>
                    <a:pt x="141" y="120"/>
                  </a:lnTo>
                  <a:lnTo>
                    <a:pt x="143" y="118"/>
                  </a:lnTo>
                  <a:lnTo>
                    <a:pt x="145" y="115"/>
                  </a:lnTo>
                  <a:lnTo>
                    <a:pt x="146" y="112"/>
                  </a:lnTo>
                  <a:lnTo>
                    <a:pt x="148" y="108"/>
                  </a:lnTo>
                  <a:lnTo>
                    <a:pt x="149" y="105"/>
                  </a:lnTo>
                  <a:lnTo>
                    <a:pt x="151" y="100"/>
                  </a:lnTo>
                  <a:lnTo>
                    <a:pt x="152" y="97"/>
                  </a:lnTo>
                  <a:lnTo>
                    <a:pt x="153" y="93"/>
                  </a:lnTo>
                  <a:lnTo>
                    <a:pt x="153" y="89"/>
                  </a:lnTo>
                  <a:lnTo>
                    <a:pt x="153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3" y="70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2" y="59"/>
                  </a:lnTo>
                  <a:lnTo>
                    <a:pt x="151" y="54"/>
                  </a:lnTo>
                  <a:lnTo>
                    <a:pt x="149" y="52"/>
                  </a:lnTo>
                  <a:lnTo>
                    <a:pt x="148" y="47"/>
                  </a:lnTo>
                  <a:lnTo>
                    <a:pt x="146" y="44"/>
                  </a:lnTo>
                  <a:lnTo>
                    <a:pt x="145" y="40"/>
                  </a:lnTo>
                  <a:lnTo>
                    <a:pt x="143" y="37"/>
                  </a:lnTo>
                  <a:lnTo>
                    <a:pt x="141" y="34"/>
                  </a:lnTo>
                  <a:lnTo>
                    <a:pt x="139" y="31"/>
                  </a:lnTo>
                  <a:lnTo>
                    <a:pt x="136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29" y="20"/>
                  </a:lnTo>
                  <a:lnTo>
                    <a:pt x="126" y="19"/>
                  </a:lnTo>
                  <a:lnTo>
                    <a:pt x="123" y="16"/>
                  </a:lnTo>
                  <a:lnTo>
                    <a:pt x="120" y="13"/>
                  </a:lnTo>
                  <a:lnTo>
                    <a:pt x="118" y="11"/>
                  </a:lnTo>
                  <a:lnTo>
                    <a:pt x="113" y="10"/>
                  </a:lnTo>
                  <a:lnTo>
                    <a:pt x="110" y="8"/>
                  </a:lnTo>
                  <a:lnTo>
                    <a:pt x="107" y="6"/>
                  </a:lnTo>
                  <a:lnTo>
                    <a:pt x="103" y="4"/>
                  </a:lnTo>
                  <a:lnTo>
                    <a:pt x="100" y="4"/>
                  </a:lnTo>
                  <a:lnTo>
                    <a:pt x="96" y="3"/>
                  </a:lnTo>
                  <a:lnTo>
                    <a:pt x="93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0" y="0"/>
                  </a:lnTo>
                  <a:lnTo>
                    <a:pt x="77" y="0"/>
                  </a:lnTo>
                </a:path>
              </a:pathLst>
            </a:custGeom>
            <a:solidFill>
              <a:schemeClr val="bg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Line 41">
              <a:extLst>
                <a:ext uri="{FF2B5EF4-FFF2-40B4-BE49-F238E27FC236}">
                  <a16:creationId xmlns:a16="http://schemas.microsoft.com/office/drawing/2014/main" id="{669CA49F-637D-4890-ABDA-B2279CCCD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2046" y="3000237"/>
              <a:ext cx="409835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Line 42">
              <a:extLst>
                <a:ext uri="{FF2B5EF4-FFF2-40B4-BE49-F238E27FC236}">
                  <a16:creationId xmlns:a16="http://schemas.microsoft.com/office/drawing/2014/main" id="{288FC9CF-5D16-411A-BAAE-F5EFE7CD8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42254" y="3249865"/>
              <a:ext cx="249626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4368ED97-B22C-48A1-874B-E3E1B0AA4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3748" y="3124430"/>
              <a:ext cx="230998" cy="1242"/>
            </a:xfrm>
            <a:custGeom>
              <a:avLst/>
              <a:gdLst>
                <a:gd name="T0" fmla="*/ 0 w 373"/>
                <a:gd name="T1" fmla="*/ 0 h 1"/>
                <a:gd name="T2" fmla="*/ 0 w 373"/>
                <a:gd name="T3" fmla="*/ 0 h 1"/>
                <a:gd name="T4" fmla="*/ 0 w 373"/>
                <a:gd name="T5" fmla="*/ 0 h 1"/>
                <a:gd name="T6" fmla="*/ 0 60000 65536"/>
                <a:gd name="T7" fmla="*/ 0 60000 65536"/>
                <a:gd name="T8" fmla="*/ 0 60000 65536"/>
                <a:gd name="T9" fmla="*/ 0 w 373"/>
                <a:gd name="T10" fmla="*/ 0 h 1"/>
                <a:gd name="T11" fmla="*/ 373 w 3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3" h="1">
                  <a:moveTo>
                    <a:pt x="373" y="0"/>
                  </a:moveTo>
                  <a:lnTo>
                    <a:pt x="0" y="0"/>
                  </a:lnTo>
                  <a:lnTo>
                    <a:pt x="373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Line 45">
              <a:extLst>
                <a:ext uri="{FF2B5EF4-FFF2-40B4-BE49-F238E27FC236}">
                  <a16:creationId xmlns:a16="http://schemas.microsoft.com/office/drawing/2014/main" id="{4D134054-14BD-4ECF-A18D-592F627188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43748" y="3124430"/>
              <a:ext cx="230998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51">
              <a:extLst>
                <a:ext uri="{FF2B5EF4-FFF2-40B4-BE49-F238E27FC236}">
                  <a16:creationId xmlns:a16="http://schemas.microsoft.com/office/drawing/2014/main" id="{0A5941C1-1861-48D7-8FE7-D9B414261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1451" y="2951802"/>
              <a:ext cx="95628" cy="96870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2147483646 h 155"/>
                <a:gd name="T4" fmla="*/ 0 w 155"/>
                <a:gd name="T5" fmla="*/ 2147483646 h 155"/>
                <a:gd name="T6" fmla="*/ 0 w 155"/>
                <a:gd name="T7" fmla="*/ 2147483646 h 155"/>
                <a:gd name="T8" fmla="*/ 0 w 155"/>
                <a:gd name="T9" fmla="*/ 2147483646 h 155"/>
                <a:gd name="T10" fmla="*/ 0 w 155"/>
                <a:gd name="T11" fmla="*/ 2147483646 h 155"/>
                <a:gd name="T12" fmla="*/ 0 w 155"/>
                <a:gd name="T13" fmla="*/ 2147483646 h 155"/>
                <a:gd name="T14" fmla="*/ 0 w 155"/>
                <a:gd name="T15" fmla="*/ 2147483646 h 155"/>
                <a:gd name="T16" fmla="*/ 0 w 155"/>
                <a:gd name="T17" fmla="*/ 2147483646 h 155"/>
                <a:gd name="T18" fmla="*/ 0 w 155"/>
                <a:gd name="T19" fmla="*/ 2147483646 h 155"/>
                <a:gd name="T20" fmla="*/ 0 w 155"/>
                <a:gd name="T21" fmla="*/ 2147483646 h 155"/>
                <a:gd name="T22" fmla="*/ 0 w 155"/>
                <a:gd name="T23" fmla="*/ 2147483646 h 155"/>
                <a:gd name="T24" fmla="*/ 0 w 155"/>
                <a:gd name="T25" fmla="*/ 2147483646 h 155"/>
                <a:gd name="T26" fmla="*/ 0 w 155"/>
                <a:gd name="T27" fmla="*/ 2147483646 h 155"/>
                <a:gd name="T28" fmla="*/ 0 w 155"/>
                <a:gd name="T29" fmla="*/ 2147483646 h 155"/>
                <a:gd name="T30" fmla="*/ 0 w 155"/>
                <a:gd name="T31" fmla="*/ 2147483646 h 155"/>
                <a:gd name="T32" fmla="*/ 0 w 155"/>
                <a:gd name="T33" fmla="*/ 2147483646 h 155"/>
                <a:gd name="T34" fmla="*/ 0 w 155"/>
                <a:gd name="T35" fmla="*/ 2147483646 h 155"/>
                <a:gd name="T36" fmla="*/ 0 w 155"/>
                <a:gd name="T37" fmla="*/ 2147483646 h 155"/>
                <a:gd name="T38" fmla="*/ 0 w 155"/>
                <a:gd name="T39" fmla="*/ 2147483646 h 155"/>
                <a:gd name="T40" fmla="*/ 0 w 155"/>
                <a:gd name="T41" fmla="*/ 2147483646 h 155"/>
                <a:gd name="T42" fmla="*/ 0 w 155"/>
                <a:gd name="T43" fmla="*/ 2147483646 h 155"/>
                <a:gd name="T44" fmla="*/ 0 w 155"/>
                <a:gd name="T45" fmla="*/ 2147483646 h 155"/>
                <a:gd name="T46" fmla="*/ 0 w 155"/>
                <a:gd name="T47" fmla="*/ 2147483646 h 155"/>
                <a:gd name="T48" fmla="*/ 0 w 155"/>
                <a:gd name="T49" fmla="*/ 2147483646 h 155"/>
                <a:gd name="T50" fmla="*/ 0 w 155"/>
                <a:gd name="T51" fmla="*/ 2147483646 h 155"/>
                <a:gd name="T52" fmla="*/ 0 w 155"/>
                <a:gd name="T53" fmla="*/ 2147483646 h 155"/>
                <a:gd name="T54" fmla="*/ 0 w 155"/>
                <a:gd name="T55" fmla="*/ 2147483646 h 155"/>
                <a:gd name="T56" fmla="*/ 0 w 155"/>
                <a:gd name="T57" fmla="*/ 2147483646 h 155"/>
                <a:gd name="T58" fmla="*/ 0 w 155"/>
                <a:gd name="T59" fmla="*/ 2147483646 h 155"/>
                <a:gd name="T60" fmla="*/ 0 w 155"/>
                <a:gd name="T61" fmla="*/ 2147483646 h 155"/>
                <a:gd name="T62" fmla="*/ 0 w 155"/>
                <a:gd name="T63" fmla="*/ 2147483646 h 155"/>
                <a:gd name="T64" fmla="*/ 0 w 155"/>
                <a:gd name="T65" fmla="*/ 2147483646 h 155"/>
                <a:gd name="T66" fmla="*/ 0 w 155"/>
                <a:gd name="T67" fmla="*/ 2147483646 h 155"/>
                <a:gd name="T68" fmla="*/ 0 w 155"/>
                <a:gd name="T69" fmla="*/ 2147483646 h 155"/>
                <a:gd name="T70" fmla="*/ 0 w 155"/>
                <a:gd name="T71" fmla="*/ 2147483646 h 155"/>
                <a:gd name="T72" fmla="*/ 0 w 155"/>
                <a:gd name="T73" fmla="*/ 2147483646 h 155"/>
                <a:gd name="T74" fmla="*/ 0 w 155"/>
                <a:gd name="T75" fmla="*/ 2147483646 h 155"/>
                <a:gd name="T76" fmla="*/ 0 w 155"/>
                <a:gd name="T77" fmla="*/ 2147483646 h 155"/>
                <a:gd name="T78" fmla="*/ 0 w 155"/>
                <a:gd name="T79" fmla="*/ 2147483646 h 155"/>
                <a:gd name="T80" fmla="*/ 0 w 155"/>
                <a:gd name="T81" fmla="*/ 2147483646 h 155"/>
                <a:gd name="T82" fmla="*/ 0 w 155"/>
                <a:gd name="T83" fmla="*/ 2147483646 h 155"/>
                <a:gd name="T84" fmla="*/ 0 w 155"/>
                <a:gd name="T85" fmla="*/ 2147483646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6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9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2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2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8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8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8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8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2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2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9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6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Line 53">
              <a:extLst>
                <a:ext uri="{FF2B5EF4-FFF2-40B4-BE49-F238E27FC236}">
                  <a16:creationId xmlns:a16="http://schemas.microsoft.com/office/drawing/2014/main" id="{DAB50358-114A-4539-B53E-FD85208C5E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93478" y="4226005"/>
              <a:ext cx="129010" cy="33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Rectangle 54">
              <a:extLst>
                <a:ext uri="{FF2B5EF4-FFF2-40B4-BE49-F238E27FC236}">
                  <a16:creationId xmlns:a16="http://schemas.microsoft.com/office/drawing/2014/main" id="{B35280B3-C2BE-43EB-846C-0BEEFB896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0734" y="4226005"/>
              <a:ext cx="153999" cy="191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31" name="Rectangle 55">
              <a:extLst>
                <a:ext uri="{FF2B5EF4-FFF2-40B4-BE49-F238E27FC236}">
                  <a16:creationId xmlns:a16="http://schemas.microsoft.com/office/drawing/2014/main" id="{5F947A1D-12D4-4FF2-A3C9-F122F8212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0734" y="2785881"/>
              <a:ext cx="153999" cy="191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Q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32" name="AutoShape 56">
              <a:extLst>
                <a:ext uri="{FF2B5EF4-FFF2-40B4-BE49-F238E27FC236}">
                  <a16:creationId xmlns:a16="http://schemas.microsoft.com/office/drawing/2014/main" id="{A3E5B172-4B23-445C-9A3E-A933D3650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230" y="2786626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33" name="AutoShape 57">
              <a:extLst>
                <a:ext uri="{FF2B5EF4-FFF2-40B4-BE49-F238E27FC236}">
                  <a16:creationId xmlns:a16="http://schemas.microsoft.com/office/drawing/2014/main" id="{A34B0B13-8CB0-457A-9ED3-6BB357EBE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7230" y="4037246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34" name="AutoShape 59">
              <a:extLst>
                <a:ext uri="{FF2B5EF4-FFF2-40B4-BE49-F238E27FC236}">
                  <a16:creationId xmlns:a16="http://schemas.microsoft.com/office/drawing/2014/main" id="{13DCF42F-F2B6-4BCE-804B-645BD27C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9462" y="2910818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35" name="AutoShape 61">
              <a:extLst>
                <a:ext uri="{FF2B5EF4-FFF2-40B4-BE49-F238E27FC236}">
                  <a16:creationId xmlns:a16="http://schemas.microsoft.com/office/drawing/2014/main" id="{EE3F7BF7-981A-41D9-9C95-0FA61CED4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1946" y="3909327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36" name="Freeform 64">
              <a:extLst>
                <a:ext uri="{FF2B5EF4-FFF2-40B4-BE49-F238E27FC236}">
                  <a16:creationId xmlns:a16="http://schemas.microsoft.com/office/drawing/2014/main" id="{04396906-8D86-43DF-8A21-0D0B92EA4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8459986" y="4103068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65">
              <a:extLst>
                <a:ext uri="{FF2B5EF4-FFF2-40B4-BE49-F238E27FC236}">
                  <a16:creationId xmlns:a16="http://schemas.microsoft.com/office/drawing/2014/main" id="{645A815E-036A-407A-BB5A-E33A50D52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1025" y="4101967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Line 14">
              <a:extLst>
                <a:ext uri="{FF2B5EF4-FFF2-40B4-BE49-F238E27FC236}">
                  <a16:creationId xmlns:a16="http://schemas.microsoft.com/office/drawing/2014/main" id="{EF74D536-68E2-469F-A62C-8C0CDED496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72605" y="4141566"/>
              <a:ext cx="1442" cy="2357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Line 14">
              <a:extLst>
                <a:ext uri="{FF2B5EF4-FFF2-40B4-BE49-F238E27FC236}">
                  <a16:creationId xmlns:a16="http://schemas.microsoft.com/office/drawing/2014/main" id="{5961DF0F-315A-4A71-A2AE-1F124F45F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1139" y="2852689"/>
              <a:ext cx="0" cy="2529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Line 14">
              <a:extLst>
                <a:ext uri="{FF2B5EF4-FFF2-40B4-BE49-F238E27FC236}">
                  <a16:creationId xmlns:a16="http://schemas.microsoft.com/office/drawing/2014/main" id="{4E984CB7-600C-4C6D-9F0C-EC0F576F17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40329" y="4117800"/>
              <a:ext cx="3089" cy="851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Line 13">
              <a:extLst>
                <a:ext uri="{FF2B5EF4-FFF2-40B4-BE49-F238E27FC236}">
                  <a16:creationId xmlns:a16="http://schemas.microsoft.com/office/drawing/2014/main" id="{21DD353C-215D-415C-BA67-6B0B40B09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88237" y="4974468"/>
              <a:ext cx="863814" cy="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29">
              <a:extLst>
                <a:ext uri="{FF2B5EF4-FFF2-40B4-BE49-F238E27FC236}">
                  <a16:creationId xmlns:a16="http://schemas.microsoft.com/office/drawing/2014/main" id="{BF45CDFF-59C0-45B6-9586-A16B5942C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2609" y="4927126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Isosceles Triangle 11">
              <a:extLst>
                <a:ext uri="{FF2B5EF4-FFF2-40B4-BE49-F238E27FC236}">
                  <a16:creationId xmlns:a16="http://schemas.microsoft.com/office/drawing/2014/main" id="{F21EDB43-5BC2-492D-A157-1CCDFAAC66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5087329" y="4825289"/>
              <a:ext cx="286885" cy="29806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44" name="Line 13">
              <a:extLst>
                <a:ext uri="{FF2B5EF4-FFF2-40B4-BE49-F238E27FC236}">
                  <a16:creationId xmlns:a16="http://schemas.microsoft.com/office/drawing/2014/main" id="{ED5ABFED-0308-425A-BA54-AFDB898BEA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60612" y="4968797"/>
              <a:ext cx="2213677" cy="53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Line 19">
              <a:extLst>
                <a:ext uri="{FF2B5EF4-FFF2-40B4-BE49-F238E27FC236}">
                  <a16:creationId xmlns:a16="http://schemas.microsoft.com/office/drawing/2014/main" id="{62B9F864-F496-4D51-85EA-9D9E5885F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69927" y="4371542"/>
              <a:ext cx="594883" cy="124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Line 47">
              <a:extLst>
                <a:ext uri="{FF2B5EF4-FFF2-40B4-BE49-F238E27FC236}">
                  <a16:creationId xmlns:a16="http://schemas.microsoft.com/office/drawing/2014/main" id="{17BFF411-A093-4661-81EC-79168512C2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66616" y="2858657"/>
              <a:ext cx="612682" cy="3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315817C8-90BD-4269-9DE8-289ADE28B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221" y="3422636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eform 46">
              <a:extLst>
                <a:ext uri="{FF2B5EF4-FFF2-40B4-BE49-F238E27FC236}">
                  <a16:creationId xmlns:a16="http://schemas.microsoft.com/office/drawing/2014/main" id="{412D4393-3269-4493-875A-B7D4D2DBE5E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43382" y="2820462"/>
              <a:ext cx="1422534" cy="38193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Line 13">
              <a:extLst>
                <a:ext uri="{FF2B5EF4-FFF2-40B4-BE49-F238E27FC236}">
                  <a16:creationId xmlns:a16="http://schemas.microsoft.com/office/drawing/2014/main" id="{39B008F7-F36C-468B-A4D8-72E1826398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450971" y="4286599"/>
              <a:ext cx="114776" cy="76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 29">
              <a:extLst>
                <a:ext uri="{FF2B5EF4-FFF2-40B4-BE49-F238E27FC236}">
                  <a16:creationId xmlns:a16="http://schemas.microsoft.com/office/drawing/2014/main" id="{D7D5CA5C-A5EA-4368-95EB-C8B762A37BB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460056" y="4140999"/>
              <a:ext cx="95629" cy="95629"/>
            </a:xfrm>
            <a:custGeom>
              <a:avLst/>
              <a:gdLst>
                <a:gd name="T0" fmla="*/ 0 w 155"/>
                <a:gd name="T1" fmla="*/ 0 h 155"/>
                <a:gd name="T2" fmla="*/ 0 w 155"/>
                <a:gd name="T3" fmla="*/ 0 h 155"/>
                <a:gd name="T4" fmla="*/ 0 w 155"/>
                <a:gd name="T5" fmla="*/ 0 h 155"/>
                <a:gd name="T6" fmla="*/ 0 w 155"/>
                <a:gd name="T7" fmla="*/ 0 h 155"/>
                <a:gd name="T8" fmla="*/ 0 w 155"/>
                <a:gd name="T9" fmla="*/ 0 h 155"/>
                <a:gd name="T10" fmla="*/ 0 w 155"/>
                <a:gd name="T11" fmla="*/ 0 h 155"/>
                <a:gd name="T12" fmla="*/ 0 w 155"/>
                <a:gd name="T13" fmla="*/ 0 h 155"/>
                <a:gd name="T14" fmla="*/ 0 w 155"/>
                <a:gd name="T15" fmla="*/ 0 h 155"/>
                <a:gd name="T16" fmla="*/ 0 w 155"/>
                <a:gd name="T17" fmla="*/ 0 h 155"/>
                <a:gd name="T18" fmla="*/ 0 w 155"/>
                <a:gd name="T19" fmla="*/ 0 h 155"/>
                <a:gd name="T20" fmla="*/ 0 w 155"/>
                <a:gd name="T21" fmla="*/ 0 h 155"/>
                <a:gd name="T22" fmla="*/ 0 w 155"/>
                <a:gd name="T23" fmla="*/ 0 h 155"/>
                <a:gd name="T24" fmla="*/ 0 w 155"/>
                <a:gd name="T25" fmla="*/ 0 h 155"/>
                <a:gd name="T26" fmla="*/ 0 w 155"/>
                <a:gd name="T27" fmla="*/ 0 h 155"/>
                <a:gd name="T28" fmla="*/ 0 w 155"/>
                <a:gd name="T29" fmla="*/ 0 h 155"/>
                <a:gd name="T30" fmla="*/ 0 w 155"/>
                <a:gd name="T31" fmla="*/ 0 h 155"/>
                <a:gd name="T32" fmla="*/ 0 w 155"/>
                <a:gd name="T33" fmla="*/ 0 h 155"/>
                <a:gd name="T34" fmla="*/ 0 w 155"/>
                <a:gd name="T35" fmla="*/ 0 h 155"/>
                <a:gd name="T36" fmla="*/ 0 w 155"/>
                <a:gd name="T37" fmla="*/ 0 h 155"/>
                <a:gd name="T38" fmla="*/ 0 w 155"/>
                <a:gd name="T39" fmla="*/ 0 h 155"/>
                <a:gd name="T40" fmla="*/ 0 w 155"/>
                <a:gd name="T41" fmla="*/ 0 h 155"/>
                <a:gd name="T42" fmla="*/ 0 w 155"/>
                <a:gd name="T43" fmla="*/ 0 h 155"/>
                <a:gd name="T44" fmla="*/ 0 w 155"/>
                <a:gd name="T45" fmla="*/ 0 h 155"/>
                <a:gd name="T46" fmla="*/ 0 w 155"/>
                <a:gd name="T47" fmla="*/ 0 h 155"/>
                <a:gd name="T48" fmla="*/ 0 w 155"/>
                <a:gd name="T49" fmla="*/ 0 h 155"/>
                <a:gd name="T50" fmla="*/ 0 w 155"/>
                <a:gd name="T51" fmla="*/ 0 h 155"/>
                <a:gd name="T52" fmla="*/ 0 w 155"/>
                <a:gd name="T53" fmla="*/ 0 h 155"/>
                <a:gd name="T54" fmla="*/ 0 w 155"/>
                <a:gd name="T55" fmla="*/ 0 h 155"/>
                <a:gd name="T56" fmla="*/ 0 w 155"/>
                <a:gd name="T57" fmla="*/ 0 h 155"/>
                <a:gd name="T58" fmla="*/ 0 w 155"/>
                <a:gd name="T59" fmla="*/ 0 h 155"/>
                <a:gd name="T60" fmla="*/ 0 w 155"/>
                <a:gd name="T61" fmla="*/ 0 h 155"/>
                <a:gd name="T62" fmla="*/ 0 w 155"/>
                <a:gd name="T63" fmla="*/ 0 h 155"/>
                <a:gd name="T64" fmla="*/ 0 w 155"/>
                <a:gd name="T65" fmla="*/ 0 h 155"/>
                <a:gd name="T66" fmla="*/ 0 w 155"/>
                <a:gd name="T67" fmla="*/ 0 h 155"/>
                <a:gd name="T68" fmla="*/ 0 w 155"/>
                <a:gd name="T69" fmla="*/ 0 h 155"/>
                <a:gd name="T70" fmla="*/ 0 w 155"/>
                <a:gd name="T71" fmla="*/ 0 h 155"/>
                <a:gd name="T72" fmla="*/ 0 w 155"/>
                <a:gd name="T73" fmla="*/ 0 h 155"/>
                <a:gd name="T74" fmla="*/ 0 w 155"/>
                <a:gd name="T75" fmla="*/ 0 h 155"/>
                <a:gd name="T76" fmla="*/ 0 w 155"/>
                <a:gd name="T77" fmla="*/ 0 h 155"/>
                <a:gd name="T78" fmla="*/ 0 w 155"/>
                <a:gd name="T79" fmla="*/ 0 h 155"/>
                <a:gd name="T80" fmla="*/ 0 w 155"/>
                <a:gd name="T81" fmla="*/ 0 h 155"/>
                <a:gd name="T82" fmla="*/ 0 w 155"/>
                <a:gd name="T83" fmla="*/ 0 h 155"/>
                <a:gd name="T84" fmla="*/ 0 w 155"/>
                <a:gd name="T85" fmla="*/ 0 h 155"/>
                <a:gd name="T86" fmla="*/ 0 w 155"/>
                <a:gd name="T87" fmla="*/ 0 h 15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55"/>
                <a:gd name="T133" fmla="*/ 0 h 155"/>
                <a:gd name="T134" fmla="*/ 155 w 155"/>
                <a:gd name="T135" fmla="*/ 155 h 155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55" h="155">
                  <a:moveTo>
                    <a:pt x="78" y="0"/>
                  </a:moveTo>
                  <a:lnTo>
                    <a:pt x="74" y="0"/>
                  </a:lnTo>
                  <a:lnTo>
                    <a:pt x="69" y="0"/>
                  </a:lnTo>
                  <a:lnTo>
                    <a:pt x="65" y="1"/>
                  </a:lnTo>
                  <a:lnTo>
                    <a:pt x="62" y="1"/>
                  </a:lnTo>
                  <a:lnTo>
                    <a:pt x="58" y="3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5"/>
                  </a:lnTo>
                  <a:lnTo>
                    <a:pt x="43" y="8"/>
                  </a:lnTo>
                  <a:lnTo>
                    <a:pt x="41" y="10"/>
                  </a:lnTo>
                  <a:lnTo>
                    <a:pt x="38" y="11"/>
                  </a:lnTo>
                  <a:lnTo>
                    <a:pt x="33" y="13"/>
                  </a:lnTo>
                  <a:lnTo>
                    <a:pt x="31" y="16"/>
                  </a:lnTo>
                  <a:lnTo>
                    <a:pt x="28" y="18"/>
                  </a:lnTo>
                  <a:lnTo>
                    <a:pt x="25" y="20"/>
                  </a:lnTo>
                  <a:lnTo>
                    <a:pt x="23" y="23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5" y="31"/>
                  </a:lnTo>
                  <a:lnTo>
                    <a:pt x="13" y="34"/>
                  </a:lnTo>
                  <a:lnTo>
                    <a:pt x="12" y="37"/>
                  </a:lnTo>
                  <a:lnTo>
                    <a:pt x="9" y="40"/>
                  </a:lnTo>
                  <a:lnTo>
                    <a:pt x="8" y="44"/>
                  </a:lnTo>
                  <a:lnTo>
                    <a:pt x="6" y="47"/>
                  </a:lnTo>
                  <a:lnTo>
                    <a:pt x="5" y="51"/>
                  </a:lnTo>
                  <a:lnTo>
                    <a:pt x="3" y="54"/>
                  </a:lnTo>
                  <a:lnTo>
                    <a:pt x="2" y="59"/>
                  </a:lnTo>
                  <a:lnTo>
                    <a:pt x="2" y="61"/>
                  </a:lnTo>
                  <a:lnTo>
                    <a:pt x="0" y="66"/>
                  </a:lnTo>
                  <a:lnTo>
                    <a:pt x="0" y="70"/>
                  </a:lnTo>
                  <a:lnTo>
                    <a:pt x="0" y="73"/>
                  </a:lnTo>
                  <a:lnTo>
                    <a:pt x="0" y="77"/>
                  </a:lnTo>
                  <a:lnTo>
                    <a:pt x="0" y="82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3"/>
                  </a:lnTo>
                  <a:lnTo>
                    <a:pt x="2" y="97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6" y="107"/>
                  </a:lnTo>
                  <a:lnTo>
                    <a:pt x="8" y="112"/>
                  </a:lnTo>
                  <a:lnTo>
                    <a:pt x="9" y="115"/>
                  </a:lnTo>
                  <a:lnTo>
                    <a:pt x="12" y="117"/>
                  </a:lnTo>
                  <a:lnTo>
                    <a:pt x="13" y="120"/>
                  </a:lnTo>
                  <a:lnTo>
                    <a:pt x="15" y="125"/>
                  </a:lnTo>
                  <a:lnTo>
                    <a:pt x="18" y="128"/>
                  </a:lnTo>
                  <a:lnTo>
                    <a:pt x="20" y="130"/>
                  </a:lnTo>
                  <a:lnTo>
                    <a:pt x="23" y="132"/>
                  </a:lnTo>
                  <a:lnTo>
                    <a:pt x="25" y="135"/>
                  </a:lnTo>
                  <a:lnTo>
                    <a:pt x="28" y="138"/>
                  </a:lnTo>
                  <a:lnTo>
                    <a:pt x="31" y="139"/>
                  </a:lnTo>
                  <a:lnTo>
                    <a:pt x="33" y="142"/>
                  </a:lnTo>
                  <a:lnTo>
                    <a:pt x="38" y="143"/>
                  </a:lnTo>
                  <a:lnTo>
                    <a:pt x="41" y="146"/>
                  </a:lnTo>
                  <a:lnTo>
                    <a:pt x="43" y="148"/>
                  </a:lnTo>
                  <a:lnTo>
                    <a:pt x="48" y="149"/>
                  </a:lnTo>
                  <a:lnTo>
                    <a:pt x="51" y="151"/>
                  </a:lnTo>
                  <a:lnTo>
                    <a:pt x="55" y="152"/>
                  </a:lnTo>
                  <a:lnTo>
                    <a:pt x="58" y="153"/>
                  </a:lnTo>
                  <a:lnTo>
                    <a:pt x="62" y="153"/>
                  </a:lnTo>
                  <a:lnTo>
                    <a:pt x="65" y="155"/>
                  </a:lnTo>
                  <a:lnTo>
                    <a:pt x="69" y="155"/>
                  </a:lnTo>
                  <a:lnTo>
                    <a:pt x="74" y="155"/>
                  </a:lnTo>
                  <a:lnTo>
                    <a:pt x="78" y="155"/>
                  </a:lnTo>
                  <a:lnTo>
                    <a:pt x="81" y="155"/>
                  </a:lnTo>
                  <a:lnTo>
                    <a:pt x="85" y="155"/>
                  </a:lnTo>
                  <a:lnTo>
                    <a:pt x="89" y="155"/>
                  </a:lnTo>
                  <a:lnTo>
                    <a:pt x="94" y="153"/>
                  </a:lnTo>
                  <a:lnTo>
                    <a:pt x="97" y="153"/>
                  </a:lnTo>
                  <a:lnTo>
                    <a:pt x="101" y="152"/>
                  </a:lnTo>
                  <a:lnTo>
                    <a:pt x="104" y="151"/>
                  </a:lnTo>
                  <a:lnTo>
                    <a:pt x="108" y="149"/>
                  </a:lnTo>
                  <a:lnTo>
                    <a:pt x="111" y="148"/>
                  </a:lnTo>
                  <a:lnTo>
                    <a:pt x="114" y="146"/>
                  </a:lnTo>
                  <a:lnTo>
                    <a:pt x="118" y="143"/>
                  </a:lnTo>
                  <a:lnTo>
                    <a:pt x="121" y="142"/>
                  </a:lnTo>
                  <a:lnTo>
                    <a:pt x="124" y="139"/>
                  </a:lnTo>
                  <a:lnTo>
                    <a:pt x="127" y="138"/>
                  </a:lnTo>
                  <a:lnTo>
                    <a:pt x="130" y="135"/>
                  </a:lnTo>
                  <a:lnTo>
                    <a:pt x="132" y="132"/>
                  </a:lnTo>
                  <a:lnTo>
                    <a:pt x="135" y="130"/>
                  </a:lnTo>
                  <a:lnTo>
                    <a:pt x="137" y="128"/>
                  </a:lnTo>
                  <a:lnTo>
                    <a:pt x="140" y="125"/>
                  </a:lnTo>
                  <a:lnTo>
                    <a:pt x="141" y="120"/>
                  </a:lnTo>
                  <a:lnTo>
                    <a:pt x="144" y="117"/>
                  </a:lnTo>
                  <a:lnTo>
                    <a:pt x="145" y="115"/>
                  </a:lnTo>
                  <a:lnTo>
                    <a:pt x="147" y="112"/>
                  </a:lnTo>
                  <a:lnTo>
                    <a:pt x="148" y="107"/>
                  </a:lnTo>
                  <a:lnTo>
                    <a:pt x="150" y="105"/>
                  </a:lnTo>
                  <a:lnTo>
                    <a:pt x="151" y="100"/>
                  </a:lnTo>
                  <a:lnTo>
                    <a:pt x="153" y="97"/>
                  </a:lnTo>
                  <a:lnTo>
                    <a:pt x="154" y="93"/>
                  </a:lnTo>
                  <a:lnTo>
                    <a:pt x="154" y="89"/>
                  </a:lnTo>
                  <a:lnTo>
                    <a:pt x="154" y="86"/>
                  </a:lnTo>
                  <a:lnTo>
                    <a:pt x="155" y="82"/>
                  </a:lnTo>
                  <a:lnTo>
                    <a:pt x="155" y="77"/>
                  </a:lnTo>
                  <a:lnTo>
                    <a:pt x="155" y="73"/>
                  </a:lnTo>
                  <a:lnTo>
                    <a:pt x="154" y="70"/>
                  </a:lnTo>
                  <a:lnTo>
                    <a:pt x="154" y="66"/>
                  </a:lnTo>
                  <a:lnTo>
                    <a:pt x="154" y="61"/>
                  </a:lnTo>
                  <a:lnTo>
                    <a:pt x="153" y="59"/>
                  </a:lnTo>
                  <a:lnTo>
                    <a:pt x="151" y="54"/>
                  </a:lnTo>
                  <a:lnTo>
                    <a:pt x="150" y="51"/>
                  </a:lnTo>
                  <a:lnTo>
                    <a:pt x="148" y="47"/>
                  </a:lnTo>
                  <a:lnTo>
                    <a:pt x="147" y="44"/>
                  </a:lnTo>
                  <a:lnTo>
                    <a:pt x="145" y="40"/>
                  </a:lnTo>
                  <a:lnTo>
                    <a:pt x="144" y="37"/>
                  </a:lnTo>
                  <a:lnTo>
                    <a:pt x="141" y="34"/>
                  </a:lnTo>
                  <a:lnTo>
                    <a:pt x="140" y="31"/>
                  </a:lnTo>
                  <a:lnTo>
                    <a:pt x="137" y="28"/>
                  </a:lnTo>
                  <a:lnTo>
                    <a:pt x="135" y="26"/>
                  </a:lnTo>
                  <a:lnTo>
                    <a:pt x="132" y="23"/>
                  </a:lnTo>
                  <a:lnTo>
                    <a:pt x="130" y="20"/>
                  </a:lnTo>
                  <a:lnTo>
                    <a:pt x="127" y="18"/>
                  </a:lnTo>
                  <a:lnTo>
                    <a:pt x="124" y="16"/>
                  </a:lnTo>
                  <a:lnTo>
                    <a:pt x="121" y="13"/>
                  </a:lnTo>
                  <a:lnTo>
                    <a:pt x="118" y="11"/>
                  </a:lnTo>
                  <a:lnTo>
                    <a:pt x="114" y="10"/>
                  </a:lnTo>
                  <a:lnTo>
                    <a:pt x="111" y="8"/>
                  </a:lnTo>
                  <a:lnTo>
                    <a:pt x="108" y="5"/>
                  </a:lnTo>
                  <a:lnTo>
                    <a:pt x="104" y="4"/>
                  </a:lnTo>
                  <a:lnTo>
                    <a:pt x="101" y="4"/>
                  </a:lnTo>
                  <a:lnTo>
                    <a:pt x="97" y="3"/>
                  </a:lnTo>
                  <a:lnTo>
                    <a:pt x="94" y="1"/>
                  </a:lnTo>
                  <a:lnTo>
                    <a:pt x="89" y="1"/>
                  </a:lnTo>
                  <a:lnTo>
                    <a:pt x="85" y="0"/>
                  </a:lnTo>
                  <a:lnTo>
                    <a:pt x="81" y="0"/>
                  </a:lnTo>
                  <a:lnTo>
                    <a:pt x="78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Isosceles Triangle 11">
              <a:extLst>
                <a:ext uri="{FF2B5EF4-FFF2-40B4-BE49-F238E27FC236}">
                  <a16:creationId xmlns:a16="http://schemas.microsoft.com/office/drawing/2014/main" id="{57D8941A-D4DF-426F-BEE1-FFFA57C0155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368096" y="3837403"/>
              <a:ext cx="286884" cy="29806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52" name="Line 13">
              <a:extLst>
                <a:ext uri="{FF2B5EF4-FFF2-40B4-BE49-F238E27FC236}">
                  <a16:creationId xmlns:a16="http://schemas.microsoft.com/office/drawing/2014/main" id="{CCACCD32-FA5A-4BBF-9256-EA7C7D68AD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3015545" y="3353481"/>
              <a:ext cx="986719" cy="3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65">
              <a:extLst>
                <a:ext uri="{FF2B5EF4-FFF2-40B4-BE49-F238E27FC236}">
                  <a16:creationId xmlns:a16="http://schemas.microsoft.com/office/drawing/2014/main" id="{DB47C1E0-1C91-497D-B89E-751F753C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388" y="2838042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Freeform 18">
              <a:extLst>
                <a:ext uri="{FF2B5EF4-FFF2-40B4-BE49-F238E27FC236}">
                  <a16:creationId xmlns:a16="http://schemas.microsoft.com/office/drawing/2014/main" id="{C4774382-8E32-432E-9CC3-0BE2BC69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7979" y="4338042"/>
              <a:ext cx="554353" cy="35767"/>
            </a:xfrm>
            <a:custGeom>
              <a:avLst/>
              <a:gdLst>
                <a:gd name="T0" fmla="*/ 0 w 689"/>
                <a:gd name="T1" fmla="*/ 0 h 1"/>
                <a:gd name="T2" fmla="*/ 0 w 689"/>
                <a:gd name="T3" fmla="*/ 0 h 1"/>
                <a:gd name="T4" fmla="*/ 0 w 689"/>
                <a:gd name="T5" fmla="*/ 0 h 1"/>
                <a:gd name="T6" fmla="*/ 0 60000 65536"/>
                <a:gd name="T7" fmla="*/ 0 60000 65536"/>
                <a:gd name="T8" fmla="*/ 0 60000 65536"/>
                <a:gd name="T9" fmla="*/ 0 w 689"/>
                <a:gd name="T10" fmla="*/ 0 h 1"/>
                <a:gd name="T11" fmla="*/ 689 w 68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9" h="1">
                  <a:moveTo>
                    <a:pt x="689" y="0"/>
                  </a:moveTo>
                  <a:lnTo>
                    <a:pt x="0" y="0"/>
                  </a:lnTo>
                  <a:lnTo>
                    <a:pt x="689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Line 14">
              <a:extLst>
                <a:ext uri="{FF2B5EF4-FFF2-40B4-BE49-F238E27FC236}">
                  <a16:creationId xmlns:a16="http://schemas.microsoft.com/office/drawing/2014/main" id="{C8348D8D-8980-4E5F-B020-D43232FF58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60612" y="3437994"/>
              <a:ext cx="0" cy="15360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Freeform 65">
              <a:extLst>
                <a:ext uri="{FF2B5EF4-FFF2-40B4-BE49-F238E27FC236}">
                  <a16:creationId xmlns:a16="http://schemas.microsoft.com/office/drawing/2014/main" id="{8325CB9D-D571-4120-B53B-0CD0AABB3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816" y="3429186"/>
              <a:ext cx="43468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Line 4">
              <a:extLst>
                <a:ext uri="{FF2B5EF4-FFF2-40B4-BE49-F238E27FC236}">
                  <a16:creationId xmlns:a16="http://schemas.microsoft.com/office/drawing/2014/main" id="{BE6FB85D-BBA2-4477-8316-87FBB5CD8B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1088" y="3443208"/>
              <a:ext cx="966193" cy="337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58" name="Group 11">
              <a:extLst>
                <a:ext uri="{FF2B5EF4-FFF2-40B4-BE49-F238E27FC236}">
                  <a16:creationId xmlns:a16="http://schemas.microsoft.com/office/drawing/2014/main" id="{1311E8E3-7E3E-4E72-A109-43AD2DE9F7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102" y="3051784"/>
              <a:ext cx="406498" cy="286885"/>
              <a:chOff x="413297" y="3403777"/>
              <a:chExt cx="406498" cy="286885"/>
            </a:xfrm>
          </p:grpSpPr>
          <p:sp>
            <p:nvSpPr>
              <p:cNvPr id="281" name="Freeform 29">
                <a:extLst>
                  <a:ext uri="{FF2B5EF4-FFF2-40B4-BE49-F238E27FC236}">
                    <a16:creationId xmlns:a16="http://schemas.microsoft.com/office/drawing/2014/main" id="{2DEEBD60-4A16-46CA-BE0C-D1063BA6C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166" y="3500027"/>
                <a:ext cx="95629" cy="95629"/>
              </a:xfrm>
              <a:custGeom>
                <a:avLst/>
                <a:gdLst>
                  <a:gd name="T0" fmla="*/ 0 w 155"/>
                  <a:gd name="T1" fmla="*/ 0 h 155"/>
                  <a:gd name="T2" fmla="*/ 0 w 155"/>
                  <a:gd name="T3" fmla="*/ 0 h 155"/>
                  <a:gd name="T4" fmla="*/ 0 w 155"/>
                  <a:gd name="T5" fmla="*/ 0 h 155"/>
                  <a:gd name="T6" fmla="*/ 0 w 155"/>
                  <a:gd name="T7" fmla="*/ 0 h 155"/>
                  <a:gd name="T8" fmla="*/ 0 w 155"/>
                  <a:gd name="T9" fmla="*/ 0 h 155"/>
                  <a:gd name="T10" fmla="*/ 0 w 155"/>
                  <a:gd name="T11" fmla="*/ 0 h 155"/>
                  <a:gd name="T12" fmla="*/ 0 w 155"/>
                  <a:gd name="T13" fmla="*/ 0 h 155"/>
                  <a:gd name="T14" fmla="*/ 0 w 155"/>
                  <a:gd name="T15" fmla="*/ 0 h 155"/>
                  <a:gd name="T16" fmla="*/ 0 w 155"/>
                  <a:gd name="T17" fmla="*/ 0 h 155"/>
                  <a:gd name="T18" fmla="*/ 0 w 155"/>
                  <a:gd name="T19" fmla="*/ 0 h 155"/>
                  <a:gd name="T20" fmla="*/ 0 w 155"/>
                  <a:gd name="T21" fmla="*/ 0 h 155"/>
                  <a:gd name="T22" fmla="*/ 0 w 155"/>
                  <a:gd name="T23" fmla="*/ 0 h 155"/>
                  <a:gd name="T24" fmla="*/ 0 w 155"/>
                  <a:gd name="T25" fmla="*/ 0 h 155"/>
                  <a:gd name="T26" fmla="*/ 0 w 155"/>
                  <a:gd name="T27" fmla="*/ 0 h 155"/>
                  <a:gd name="T28" fmla="*/ 0 w 155"/>
                  <a:gd name="T29" fmla="*/ 0 h 155"/>
                  <a:gd name="T30" fmla="*/ 0 w 155"/>
                  <a:gd name="T31" fmla="*/ 0 h 155"/>
                  <a:gd name="T32" fmla="*/ 0 w 155"/>
                  <a:gd name="T33" fmla="*/ 0 h 155"/>
                  <a:gd name="T34" fmla="*/ 0 w 155"/>
                  <a:gd name="T35" fmla="*/ 0 h 155"/>
                  <a:gd name="T36" fmla="*/ 0 w 155"/>
                  <a:gd name="T37" fmla="*/ 0 h 155"/>
                  <a:gd name="T38" fmla="*/ 0 w 155"/>
                  <a:gd name="T39" fmla="*/ 0 h 155"/>
                  <a:gd name="T40" fmla="*/ 0 w 155"/>
                  <a:gd name="T41" fmla="*/ 0 h 155"/>
                  <a:gd name="T42" fmla="*/ 0 w 155"/>
                  <a:gd name="T43" fmla="*/ 0 h 155"/>
                  <a:gd name="T44" fmla="*/ 0 w 155"/>
                  <a:gd name="T45" fmla="*/ 0 h 155"/>
                  <a:gd name="T46" fmla="*/ 0 w 155"/>
                  <a:gd name="T47" fmla="*/ 0 h 155"/>
                  <a:gd name="T48" fmla="*/ 0 w 155"/>
                  <a:gd name="T49" fmla="*/ 0 h 155"/>
                  <a:gd name="T50" fmla="*/ 0 w 155"/>
                  <a:gd name="T51" fmla="*/ 0 h 155"/>
                  <a:gd name="T52" fmla="*/ 0 w 155"/>
                  <a:gd name="T53" fmla="*/ 0 h 155"/>
                  <a:gd name="T54" fmla="*/ 0 w 155"/>
                  <a:gd name="T55" fmla="*/ 0 h 155"/>
                  <a:gd name="T56" fmla="*/ 0 w 155"/>
                  <a:gd name="T57" fmla="*/ 0 h 155"/>
                  <a:gd name="T58" fmla="*/ 0 w 155"/>
                  <a:gd name="T59" fmla="*/ 0 h 155"/>
                  <a:gd name="T60" fmla="*/ 0 w 155"/>
                  <a:gd name="T61" fmla="*/ 0 h 155"/>
                  <a:gd name="T62" fmla="*/ 0 w 155"/>
                  <a:gd name="T63" fmla="*/ 0 h 155"/>
                  <a:gd name="T64" fmla="*/ 0 w 155"/>
                  <a:gd name="T65" fmla="*/ 0 h 155"/>
                  <a:gd name="T66" fmla="*/ 0 w 155"/>
                  <a:gd name="T67" fmla="*/ 0 h 155"/>
                  <a:gd name="T68" fmla="*/ 0 w 155"/>
                  <a:gd name="T69" fmla="*/ 0 h 155"/>
                  <a:gd name="T70" fmla="*/ 0 w 155"/>
                  <a:gd name="T71" fmla="*/ 0 h 155"/>
                  <a:gd name="T72" fmla="*/ 0 w 155"/>
                  <a:gd name="T73" fmla="*/ 0 h 155"/>
                  <a:gd name="T74" fmla="*/ 0 w 155"/>
                  <a:gd name="T75" fmla="*/ 0 h 155"/>
                  <a:gd name="T76" fmla="*/ 0 w 155"/>
                  <a:gd name="T77" fmla="*/ 0 h 155"/>
                  <a:gd name="T78" fmla="*/ 0 w 155"/>
                  <a:gd name="T79" fmla="*/ 0 h 155"/>
                  <a:gd name="T80" fmla="*/ 0 w 155"/>
                  <a:gd name="T81" fmla="*/ 0 h 155"/>
                  <a:gd name="T82" fmla="*/ 0 w 155"/>
                  <a:gd name="T83" fmla="*/ 0 h 155"/>
                  <a:gd name="T84" fmla="*/ 0 w 155"/>
                  <a:gd name="T85" fmla="*/ 0 h 155"/>
                  <a:gd name="T86" fmla="*/ 0 w 155"/>
                  <a:gd name="T87" fmla="*/ 0 h 15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55"/>
                  <a:gd name="T133" fmla="*/ 0 h 155"/>
                  <a:gd name="T134" fmla="*/ 155 w 155"/>
                  <a:gd name="T135" fmla="*/ 155 h 155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55" h="155">
                    <a:moveTo>
                      <a:pt x="78" y="0"/>
                    </a:moveTo>
                    <a:lnTo>
                      <a:pt x="74" y="0"/>
                    </a:lnTo>
                    <a:lnTo>
                      <a:pt x="69" y="0"/>
                    </a:lnTo>
                    <a:lnTo>
                      <a:pt x="65" y="1"/>
                    </a:lnTo>
                    <a:lnTo>
                      <a:pt x="62" y="1"/>
                    </a:lnTo>
                    <a:lnTo>
                      <a:pt x="58" y="3"/>
                    </a:lnTo>
                    <a:lnTo>
                      <a:pt x="55" y="4"/>
                    </a:lnTo>
                    <a:lnTo>
                      <a:pt x="51" y="4"/>
                    </a:lnTo>
                    <a:lnTo>
                      <a:pt x="48" y="5"/>
                    </a:lnTo>
                    <a:lnTo>
                      <a:pt x="43" y="8"/>
                    </a:lnTo>
                    <a:lnTo>
                      <a:pt x="41" y="10"/>
                    </a:lnTo>
                    <a:lnTo>
                      <a:pt x="38" y="11"/>
                    </a:lnTo>
                    <a:lnTo>
                      <a:pt x="33" y="13"/>
                    </a:lnTo>
                    <a:lnTo>
                      <a:pt x="31" y="16"/>
                    </a:lnTo>
                    <a:lnTo>
                      <a:pt x="28" y="18"/>
                    </a:lnTo>
                    <a:lnTo>
                      <a:pt x="25" y="20"/>
                    </a:lnTo>
                    <a:lnTo>
                      <a:pt x="23" y="23"/>
                    </a:lnTo>
                    <a:lnTo>
                      <a:pt x="20" y="26"/>
                    </a:lnTo>
                    <a:lnTo>
                      <a:pt x="18" y="28"/>
                    </a:lnTo>
                    <a:lnTo>
                      <a:pt x="15" y="31"/>
                    </a:lnTo>
                    <a:lnTo>
                      <a:pt x="13" y="34"/>
                    </a:lnTo>
                    <a:lnTo>
                      <a:pt x="12" y="37"/>
                    </a:lnTo>
                    <a:lnTo>
                      <a:pt x="9" y="40"/>
                    </a:lnTo>
                    <a:lnTo>
                      <a:pt x="8" y="44"/>
                    </a:lnTo>
                    <a:lnTo>
                      <a:pt x="6" y="47"/>
                    </a:lnTo>
                    <a:lnTo>
                      <a:pt x="5" y="51"/>
                    </a:lnTo>
                    <a:lnTo>
                      <a:pt x="3" y="54"/>
                    </a:lnTo>
                    <a:lnTo>
                      <a:pt x="2" y="59"/>
                    </a:lnTo>
                    <a:lnTo>
                      <a:pt x="2" y="61"/>
                    </a:lnTo>
                    <a:lnTo>
                      <a:pt x="0" y="66"/>
                    </a:lnTo>
                    <a:lnTo>
                      <a:pt x="0" y="70"/>
                    </a:lnTo>
                    <a:lnTo>
                      <a:pt x="0" y="73"/>
                    </a:lnTo>
                    <a:lnTo>
                      <a:pt x="0" y="77"/>
                    </a:lnTo>
                    <a:lnTo>
                      <a:pt x="0" y="82"/>
                    </a:lnTo>
                    <a:lnTo>
                      <a:pt x="0" y="86"/>
                    </a:lnTo>
                    <a:lnTo>
                      <a:pt x="0" y="89"/>
                    </a:lnTo>
                    <a:lnTo>
                      <a:pt x="2" y="93"/>
                    </a:lnTo>
                    <a:lnTo>
                      <a:pt x="2" y="97"/>
                    </a:lnTo>
                    <a:lnTo>
                      <a:pt x="3" y="100"/>
                    </a:lnTo>
                    <a:lnTo>
                      <a:pt x="5" y="105"/>
                    </a:lnTo>
                    <a:lnTo>
                      <a:pt x="6" y="107"/>
                    </a:lnTo>
                    <a:lnTo>
                      <a:pt x="8" y="112"/>
                    </a:lnTo>
                    <a:lnTo>
                      <a:pt x="9" y="115"/>
                    </a:lnTo>
                    <a:lnTo>
                      <a:pt x="12" y="117"/>
                    </a:lnTo>
                    <a:lnTo>
                      <a:pt x="13" y="120"/>
                    </a:lnTo>
                    <a:lnTo>
                      <a:pt x="15" y="125"/>
                    </a:lnTo>
                    <a:lnTo>
                      <a:pt x="18" y="128"/>
                    </a:lnTo>
                    <a:lnTo>
                      <a:pt x="20" y="130"/>
                    </a:lnTo>
                    <a:lnTo>
                      <a:pt x="23" y="132"/>
                    </a:lnTo>
                    <a:lnTo>
                      <a:pt x="25" y="135"/>
                    </a:lnTo>
                    <a:lnTo>
                      <a:pt x="28" y="138"/>
                    </a:lnTo>
                    <a:lnTo>
                      <a:pt x="31" y="139"/>
                    </a:lnTo>
                    <a:lnTo>
                      <a:pt x="33" y="142"/>
                    </a:lnTo>
                    <a:lnTo>
                      <a:pt x="38" y="143"/>
                    </a:lnTo>
                    <a:lnTo>
                      <a:pt x="41" y="146"/>
                    </a:lnTo>
                    <a:lnTo>
                      <a:pt x="43" y="148"/>
                    </a:lnTo>
                    <a:lnTo>
                      <a:pt x="48" y="149"/>
                    </a:lnTo>
                    <a:lnTo>
                      <a:pt x="51" y="151"/>
                    </a:lnTo>
                    <a:lnTo>
                      <a:pt x="55" y="152"/>
                    </a:lnTo>
                    <a:lnTo>
                      <a:pt x="58" y="153"/>
                    </a:lnTo>
                    <a:lnTo>
                      <a:pt x="62" y="153"/>
                    </a:lnTo>
                    <a:lnTo>
                      <a:pt x="65" y="155"/>
                    </a:lnTo>
                    <a:lnTo>
                      <a:pt x="69" y="155"/>
                    </a:lnTo>
                    <a:lnTo>
                      <a:pt x="74" y="155"/>
                    </a:lnTo>
                    <a:lnTo>
                      <a:pt x="78" y="155"/>
                    </a:lnTo>
                    <a:lnTo>
                      <a:pt x="81" y="155"/>
                    </a:lnTo>
                    <a:lnTo>
                      <a:pt x="85" y="155"/>
                    </a:lnTo>
                    <a:lnTo>
                      <a:pt x="89" y="155"/>
                    </a:lnTo>
                    <a:lnTo>
                      <a:pt x="94" y="153"/>
                    </a:lnTo>
                    <a:lnTo>
                      <a:pt x="97" y="153"/>
                    </a:lnTo>
                    <a:lnTo>
                      <a:pt x="101" y="152"/>
                    </a:lnTo>
                    <a:lnTo>
                      <a:pt x="104" y="151"/>
                    </a:lnTo>
                    <a:lnTo>
                      <a:pt x="108" y="149"/>
                    </a:lnTo>
                    <a:lnTo>
                      <a:pt x="111" y="148"/>
                    </a:lnTo>
                    <a:lnTo>
                      <a:pt x="114" y="146"/>
                    </a:lnTo>
                    <a:lnTo>
                      <a:pt x="118" y="143"/>
                    </a:lnTo>
                    <a:lnTo>
                      <a:pt x="121" y="142"/>
                    </a:lnTo>
                    <a:lnTo>
                      <a:pt x="124" y="139"/>
                    </a:lnTo>
                    <a:lnTo>
                      <a:pt x="127" y="138"/>
                    </a:lnTo>
                    <a:lnTo>
                      <a:pt x="130" y="135"/>
                    </a:lnTo>
                    <a:lnTo>
                      <a:pt x="132" y="132"/>
                    </a:lnTo>
                    <a:lnTo>
                      <a:pt x="135" y="130"/>
                    </a:lnTo>
                    <a:lnTo>
                      <a:pt x="137" y="128"/>
                    </a:lnTo>
                    <a:lnTo>
                      <a:pt x="140" y="125"/>
                    </a:lnTo>
                    <a:lnTo>
                      <a:pt x="141" y="120"/>
                    </a:lnTo>
                    <a:lnTo>
                      <a:pt x="144" y="117"/>
                    </a:lnTo>
                    <a:lnTo>
                      <a:pt x="145" y="115"/>
                    </a:lnTo>
                    <a:lnTo>
                      <a:pt x="147" y="112"/>
                    </a:lnTo>
                    <a:lnTo>
                      <a:pt x="148" y="107"/>
                    </a:lnTo>
                    <a:lnTo>
                      <a:pt x="150" y="105"/>
                    </a:lnTo>
                    <a:lnTo>
                      <a:pt x="151" y="100"/>
                    </a:lnTo>
                    <a:lnTo>
                      <a:pt x="153" y="97"/>
                    </a:lnTo>
                    <a:lnTo>
                      <a:pt x="154" y="93"/>
                    </a:lnTo>
                    <a:lnTo>
                      <a:pt x="154" y="89"/>
                    </a:lnTo>
                    <a:lnTo>
                      <a:pt x="154" y="86"/>
                    </a:lnTo>
                    <a:lnTo>
                      <a:pt x="155" y="82"/>
                    </a:lnTo>
                    <a:lnTo>
                      <a:pt x="155" y="77"/>
                    </a:lnTo>
                    <a:lnTo>
                      <a:pt x="155" y="73"/>
                    </a:lnTo>
                    <a:lnTo>
                      <a:pt x="154" y="70"/>
                    </a:lnTo>
                    <a:lnTo>
                      <a:pt x="154" y="66"/>
                    </a:lnTo>
                    <a:lnTo>
                      <a:pt x="154" y="61"/>
                    </a:lnTo>
                    <a:lnTo>
                      <a:pt x="153" y="59"/>
                    </a:lnTo>
                    <a:lnTo>
                      <a:pt x="151" y="54"/>
                    </a:lnTo>
                    <a:lnTo>
                      <a:pt x="150" y="51"/>
                    </a:lnTo>
                    <a:lnTo>
                      <a:pt x="148" y="47"/>
                    </a:lnTo>
                    <a:lnTo>
                      <a:pt x="147" y="44"/>
                    </a:lnTo>
                    <a:lnTo>
                      <a:pt x="145" y="40"/>
                    </a:lnTo>
                    <a:lnTo>
                      <a:pt x="144" y="37"/>
                    </a:lnTo>
                    <a:lnTo>
                      <a:pt x="141" y="34"/>
                    </a:lnTo>
                    <a:lnTo>
                      <a:pt x="140" y="31"/>
                    </a:lnTo>
                    <a:lnTo>
                      <a:pt x="137" y="28"/>
                    </a:lnTo>
                    <a:lnTo>
                      <a:pt x="135" y="26"/>
                    </a:lnTo>
                    <a:lnTo>
                      <a:pt x="132" y="23"/>
                    </a:lnTo>
                    <a:lnTo>
                      <a:pt x="130" y="20"/>
                    </a:lnTo>
                    <a:lnTo>
                      <a:pt x="127" y="18"/>
                    </a:lnTo>
                    <a:lnTo>
                      <a:pt x="124" y="16"/>
                    </a:lnTo>
                    <a:lnTo>
                      <a:pt x="121" y="13"/>
                    </a:lnTo>
                    <a:lnTo>
                      <a:pt x="118" y="11"/>
                    </a:lnTo>
                    <a:lnTo>
                      <a:pt x="114" y="10"/>
                    </a:lnTo>
                    <a:lnTo>
                      <a:pt x="111" y="8"/>
                    </a:lnTo>
                    <a:lnTo>
                      <a:pt x="108" y="5"/>
                    </a:lnTo>
                    <a:lnTo>
                      <a:pt x="104" y="4"/>
                    </a:lnTo>
                    <a:lnTo>
                      <a:pt x="101" y="4"/>
                    </a:lnTo>
                    <a:lnTo>
                      <a:pt x="97" y="3"/>
                    </a:lnTo>
                    <a:lnTo>
                      <a:pt x="94" y="1"/>
                    </a:lnTo>
                    <a:lnTo>
                      <a:pt x="89" y="1"/>
                    </a:lnTo>
                    <a:lnTo>
                      <a:pt x="85" y="0"/>
                    </a:lnTo>
                    <a:lnTo>
                      <a:pt x="81" y="0"/>
                    </a:lnTo>
                    <a:lnTo>
                      <a:pt x="78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Isosceles Triangle 11">
                <a:extLst>
                  <a:ext uri="{FF2B5EF4-FFF2-40B4-BE49-F238E27FC236}">
                    <a16:creationId xmlns:a16="http://schemas.microsoft.com/office/drawing/2014/main" id="{AB8CD7F9-B705-45FC-A80F-4CA587B8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418885" y="3398189"/>
                <a:ext cx="286885" cy="298062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b="0">
                  <a:latin typeface="Times" panose="02020603050405020304" pitchFamily="18" charset="0"/>
                </a:endParaRPr>
              </a:p>
            </p:txBody>
          </p:sp>
        </p:grpSp>
        <p:sp>
          <p:nvSpPr>
            <p:cNvPr id="259" name="AutoShape 57">
              <a:extLst>
                <a:ext uri="{FF2B5EF4-FFF2-40B4-BE49-F238E27FC236}">
                  <a16:creationId xmlns:a16="http://schemas.microsoft.com/office/drawing/2014/main" id="{70F752D0-440A-4B56-853E-2381448FE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699" y="2126267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60" name="AutoShape 57">
              <a:extLst>
                <a:ext uri="{FF2B5EF4-FFF2-40B4-BE49-F238E27FC236}">
                  <a16:creationId xmlns:a16="http://schemas.microsoft.com/office/drawing/2014/main" id="{527BA0D8-5A13-4994-A50E-873B1BFDF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850" y="3096534"/>
              <a:ext cx="490560" cy="417287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b="0">
                <a:latin typeface="Times" panose="02020603050405020304" pitchFamily="18" charset="0"/>
              </a:endParaRPr>
            </a:p>
          </p:txBody>
        </p:sp>
        <p:grpSp>
          <p:nvGrpSpPr>
            <p:cNvPr id="261" name="Group 2">
              <a:extLst>
                <a:ext uri="{FF2B5EF4-FFF2-40B4-BE49-F238E27FC236}">
                  <a16:creationId xmlns:a16="http://schemas.microsoft.com/office/drawing/2014/main" id="{6D9A3E1B-E7B3-4988-B1C0-C3965D69CC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7294" y="2634992"/>
              <a:ext cx="546100" cy="435394"/>
              <a:chOff x="2009398" y="2234432"/>
              <a:chExt cx="546100" cy="435394"/>
            </a:xfrm>
          </p:grpSpPr>
          <p:sp>
            <p:nvSpPr>
              <p:cNvPr id="277" name="Freeform 20">
                <a:extLst>
                  <a:ext uri="{FF2B5EF4-FFF2-40B4-BE49-F238E27FC236}">
                    <a16:creationId xmlns:a16="http://schemas.microsoft.com/office/drawing/2014/main" id="{ABEB1D5F-0E20-47C7-AD15-0415E01DC5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398" y="2234432"/>
                <a:ext cx="546100" cy="217487"/>
              </a:xfrm>
              <a:custGeom>
                <a:avLst/>
                <a:gdLst>
                  <a:gd name="T0" fmla="*/ 0 w 1719"/>
                  <a:gd name="T1" fmla="*/ 0 h 685"/>
                  <a:gd name="T2" fmla="*/ 0 w 1719"/>
                  <a:gd name="T3" fmla="*/ 0 h 685"/>
                  <a:gd name="T4" fmla="*/ 0 w 1719"/>
                  <a:gd name="T5" fmla="*/ 0 h 685"/>
                  <a:gd name="T6" fmla="*/ 0 w 1719"/>
                  <a:gd name="T7" fmla="*/ 0 h 685"/>
                  <a:gd name="T8" fmla="*/ 0 w 1719"/>
                  <a:gd name="T9" fmla="*/ 0 h 685"/>
                  <a:gd name="T10" fmla="*/ 0 w 1719"/>
                  <a:gd name="T11" fmla="*/ 0 h 685"/>
                  <a:gd name="T12" fmla="*/ 0 w 1719"/>
                  <a:gd name="T13" fmla="*/ 0 h 685"/>
                  <a:gd name="T14" fmla="*/ 0 w 1719"/>
                  <a:gd name="T15" fmla="*/ 0 h 685"/>
                  <a:gd name="T16" fmla="*/ 0 w 1719"/>
                  <a:gd name="T17" fmla="*/ 0 h 685"/>
                  <a:gd name="T18" fmla="*/ 0 w 1719"/>
                  <a:gd name="T19" fmla="*/ 0 h 685"/>
                  <a:gd name="T20" fmla="*/ 0 w 1719"/>
                  <a:gd name="T21" fmla="*/ 0 h 685"/>
                  <a:gd name="T22" fmla="*/ 0 w 1719"/>
                  <a:gd name="T23" fmla="*/ 0 h 685"/>
                  <a:gd name="T24" fmla="*/ 0 w 1719"/>
                  <a:gd name="T25" fmla="*/ 0 h 685"/>
                  <a:gd name="T26" fmla="*/ 0 w 1719"/>
                  <a:gd name="T27" fmla="*/ 0 h 685"/>
                  <a:gd name="T28" fmla="*/ 0 w 1719"/>
                  <a:gd name="T29" fmla="*/ 0 h 685"/>
                  <a:gd name="T30" fmla="*/ 0 w 1719"/>
                  <a:gd name="T31" fmla="*/ 0 h 685"/>
                  <a:gd name="T32" fmla="*/ 0 w 1719"/>
                  <a:gd name="T33" fmla="*/ 0 h 685"/>
                  <a:gd name="T34" fmla="*/ 0 w 1719"/>
                  <a:gd name="T35" fmla="*/ 0 h 685"/>
                  <a:gd name="T36" fmla="*/ 0 w 1719"/>
                  <a:gd name="T37" fmla="*/ 0 h 685"/>
                  <a:gd name="T38" fmla="*/ 0 w 1719"/>
                  <a:gd name="T39" fmla="*/ 0 h 685"/>
                  <a:gd name="T40" fmla="*/ 0 w 1719"/>
                  <a:gd name="T41" fmla="*/ 0 h 685"/>
                  <a:gd name="T42" fmla="*/ 0 w 1719"/>
                  <a:gd name="T43" fmla="*/ 0 h 685"/>
                  <a:gd name="T44" fmla="*/ 0 w 1719"/>
                  <a:gd name="T45" fmla="*/ 0 h 685"/>
                  <a:gd name="T46" fmla="*/ 0 w 1719"/>
                  <a:gd name="T47" fmla="*/ 0 h 685"/>
                  <a:gd name="T48" fmla="*/ 0 w 1719"/>
                  <a:gd name="T49" fmla="*/ 0 h 685"/>
                  <a:gd name="T50" fmla="*/ 0 w 1719"/>
                  <a:gd name="T51" fmla="*/ 0 h 685"/>
                  <a:gd name="T52" fmla="*/ 0 w 1719"/>
                  <a:gd name="T53" fmla="*/ 0 h 685"/>
                  <a:gd name="T54" fmla="*/ 0 w 1719"/>
                  <a:gd name="T55" fmla="*/ 0 h 685"/>
                  <a:gd name="T56" fmla="*/ 0 w 1719"/>
                  <a:gd name="T57" fmla="*/ 0 h 685"/>
                  <a:gd name="T58" fmla="*/ 0 w 1719"/>
                  <a:gd name="T59" fmla="*/ 0 h 685"/>
                  <a:gd name="T60" fmla="*/ 0 w 1719"/>
                  <a:gd name="T61" fmla="*/ 0 h 685"/>
                  <a:gd name="T62" fmla="*/ 0 w 1719"/>
                  <a:gd name="T63" fmla="*/ 0 h 685"/>
                  <a:gd name="T64" fmla="*/ 0 w 1719"/>
                  <a:gd name="T65" fmla="*/ 0 h 685"/>
                  <a:gd name="T66" fmla="*/ 0 w 1719"/>
                  <a:gd name="T67" fmla="*/ 0 h 685"/>
                  <a:gd name="T68" fmla="*/ 0 w 1719"/>
                  <a:gd name="T69" fmla="*/ 0 h 685"/>
                  <a:gd name="T70" fmla="*/ 0 w 1719"/>
                  <a:gd name="T71" fmla="*/ 0 h 685"/>
                  <a:gd name="T72" fmla="*/ 0 w 1719"/>
                  <a:gd name="T73" fmla="*/ 0 h 685"/>
                  <a:gd name="T74" fmla="*/ 0 w 1719"/>
                  <a:gd name="T75" fmla="*/ 0 h 685"/>
                  <a:gd name="T76" fmla="*/ 0 w 1719"/>
                  <a:gd name="T77" fmla="*/ 0 h 685"/>
                  <a:gd name="T78" fmla="*/ 0 w 1719"/>
                  <a:gd name="T79" fmla="*/ 0 h 685"/>
                  <a:gd name="T80" fmla="*/ 0 w 1719"/>
                  <a:gd name="T81" fmla="*/ 0 h 685"/>
                  <a:gd name="T82" fmla="*/ 0 w 1719"/>
                  <a:gd name="T83" fmla="*/ 0 h 685"/>
                  <a:gd name="T84" fmla="*/ 0 w 1719"/>
                  <a:gd name="T85" fmla="*/ 0 h 685"/>
                  <a:gd name="T86" fmla="*/ 0 w 1719"/>
                  <a:gd name="T87" fmla="*/ 0 h 685"/>
                  <a:gd name="T88" fmla="*/ 0 w 1719"/>
                  <a:gd name="T89" fmla="*/ 0 h 685"/>
                  <a:gd name="T90" fmla="*/ 0 w 1719"/>
                  <a:gd name="T91" fmla="*/ 0 h 685"/>
                  <a:gd name="T92" fmla="*/ 0 w 1719"/>
                  <a:gd name="T93" fmla="*/ 0 h 685"/>
                  <a:gd name="T94" fmla="*/ 0 w 1719"/>
                  <a:gd name="T95" fmla="*/ 0 h 685"/>
                  <a:gd name="T96" fmla="*/ 0 w 1719"/>
                  <a:gd name="T97" fmla="*/ 0 h 685"/>
                  <a:gd name="T98" fmla="*/ 0 w 1719"/>
                  <a:gd name="T99" fmla="*/ 0 h 685"/>
                  <a:gd name="T100" fmla="*/ 0 w 1719"/>
                  <a:gd name="T101" fmla="*/ 0 h 685"/>
                  <a:gd name="T102" fmla="*/ 0 w 1719"/>
                  <a:gd name="T103" fmla="*/ 0 h 685"/>
                  <a:gd name="T104" fmla="*/ 0 w 1719"/>
                  <a:gd name="T105" fmla="*/ 0 h 685"/>
                  <a:gd name="T106" fmla="*/ 0 w 1719"/>
                  <a:gd name="T107" fmla="*/ 0 h 685"/>
                  <a:gd name="T108" fmla="*/ 0 w 1719"/>
                  <a:gd name="T109" fmla="*/ 0 h 685"/>
                  <a:gd name="T110" fmla="*/ 0 w 1719"/>
                  <a:gd name="T111" fmla="*/ 0 h 685"/>
                  <a:gd name="T112" fmla="*/ 0 w 1719"/>
                  <a:gd name="T113" fmla="*/ 0 h 685"/>
                  <a:gd name="T114" fmla="*/ 0 w 1719"/>
                  <a:gd name="T115" fmla="*/ 0 h 685"/>
                  <a:gd name="T116" fmla="*/ 0 w 1719"/>
                  <a:gd name="T117" fmla="*/ 0 h 685"/>
                  <a:gd name="T118" fmla="*/ 0 w 1719"/>
                  <a:gd name="T119" fmla="*/ 0 h 685"/>
                  <a:gd name="T120" fmla="*/ 0 w 1719"/>
                  <a:gd name="T121" fmla="*/ 0 h 68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5"/>
                  <a:gd name="T185" fmla="*/ 1719 w 1719"/>
                  <a:gd name="T186" fmla="*/ 685 h 68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5">
                    <a:moveTo>
                      <a:pt x="0" y="0"/>
                    </a:moveTo>
                    <a:lnTo>
                      <a:pt x="66" y="0"/>
                    </a:lnTo>
                    <a:lnTo>
                      <a:pt x="127" y="0"/>
                    </a:lnTo>
                    <a:lnTo>
                      <a:pt x="184" y="0"/>
                    </a:lnTo>
                    <a:lnTo>
                      <a:pt x="238" y="0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79" y="1"/>
                    </a:lnTo>
                    <a:lnTo>
                      <a:pt x="418" y="1"/>
                    </a:lnTo>
                    <a:lnTo>
                      <a:pt x="455" y="1"/>
                    </a:lnTo>
                    <a:lnTo>
                      <a:pt x="490" y="1"/>
                    </a:lnTo>
                    <a:lnTo>
                      <a:pt x="520" y="1"/>
                    </a:lnTo>
                    <a:lnTo>
                      <a:pt x="549" y="1"/>
                    </a:lnTo>
                    <a:lnTo>
                      <a:pt x="575" y="1"/>
                    </a:lnTo>
                    <a:lnTo>
                      <a:pt x="598" y="1"/>
                    </a:lnTo>
                    <a:lnTo>
                      <a:pt x="620" y="1"/>
                    </a:lnTo>
                    <a:lnTo>
                      <a:pt x="639" y="1"/>
                    </a:lnTo>
                    <a:lnTo>
                      <a:pt x="656" y="1"/>
                    </a:lnTo>
                    <a:lnTo>
                      <a:pt x="671" y="1"/>
                    </a:lnTo>
                    <a:lnTo>
                      <a:pt x="685" y="1"/>
                    </a:lnTo>
                    <a:lnTo>
                      <a:pt x="698" y="1"/>
                    </a:lnTo>
                    <a:lnTo>
                      <a:pt x="708" y="1"/>
                    </a:lnTo>
                    <a:lnTo>
                      <a:pt x="718" y="3"/>
                    </a:lnTo>
                    <a:lnTo>
                      <a:pt x="726" y="3"/>
                    </a:lnTo>
                    <a:lnTo>
                      <a:pt x="733" y="3"/>
                    </a:lnTo>
                    <a:lnTo>
                      <a:pt x="741" y="3"/>
                    </a:lnTo>
                    <a:lnTo>
                      <a:pt x="746" y="3"/>
                    </a:lnTo>
                    <a:lnTo>
                      <a:pt x="751" y="3"/>
                    </a:lnTo>
                    <a:lnTo>
                      <a:pt x="757" y="4"/>
                    </a:lnTo>
                    <a:lnTo>
                      <a:pt x="761" y="4"/>
                    </a:lnTo>
                    <a:lnTo>
                      <a:pt x="765" y="4"/>
                    </a:lnTo>
                    <a:lnTo>
                      <a:pt x="770" y="4"/>
                    </a:lnTo>
                    <a:lnTo>
                      <a:pt x="775" y="5"/>
                    </a:lnTo>
                    <a:lnTo>
                      <a:pt x="780" y="5"/>
                    </a:lnTo>
                    <a:lnTo>
                      <a:pt x="785" y="5"/>
                    </a:lnTo>
                    <a:lnTo>
                      <a:pt x="788" y="6"/>
                    </a:lnTo>
                    <a:lnTo>
                      <a:pt x="792" y="6"/>
                    </a:lnTo>
                    <a:lnTo>
                      <a:pt x="796" y="6"/>
                    </a:lnTo>
                    <a:lnTo>
                      <a:pt x="800" y="6"/>
                    </a:lnTo>
                    <a:lnTo>
                      <a:pt x="803" y="6"/>
                    </a:lnTo>
                    <a:lnTo>
                      <a:pt x="806" y="7"/>
                    </a:lnTo>
                    <a:lnTo>
                      <a:pt x="808" y="7"/>
                    </a:lnTo>
                    <a:lnTo>
                      <a:pt x="811" y="7"/>
                    </a:lnTo>
                    <a:lnTo>
                      <a:pt x="814" y="7"/>
                    </a:lnTo>
                    <a:lnTo>
                      <a:pt x="817" y="7"/>
                    </a:lnTo>
                    <a:lnTo>
                      <a:pt x="819" y="8"/>
                    </a:lnTo>
                    <a:lnTo>
                      <a:pt x="822" y="8"/>
                    </a:lnTo>
                    <a:lnTo>
                      <a:pt x="824" y="8"/>
                    </a:lnTo>
                    <a:lnTo>
                      <a:pt x="826" y="8"/>
                    </a:lnTo>
                    <a:lnTo>
                      <a:pt x="829" y="9"/>
                    </a:lnTo>
                    <a:lnTo>
                      <a:pt x="831" y="9"/>
                    </a:lnTo>
                    <a:lnTo>
                      <a:pt x="835" y="9"/>
                    </a:lnTo>
                    <a:lnTo>
                      <a:pt x="837" y="9"/>
                    </a:lnTo>
                    <a:lnTo>
                      <a:pt x="839" y="10"/>
                    </a:lnTo>
                    <a:lnTo>
                      <a:pt x="842" y="10"/>
                    </a:lnTo>
                    <a:lnTo>
                      <a:pt x="844" y="10"/>
                    </a:lnTo>
                    <a:lnTo>
                      <a:pt x="847" y="11"/>
                    </a:lnTo>
                    <a:lnTo>
                      <a:pt x="850" y="11"/>
                    </a:lnTo>
                    <a:lnTo>
                      <a:pt x="854" y="12"/>
                    </a:lnTo>
                    <a:lnTo>
                      <a:pt x="857" y="12"/>
                    </a:lnTo>
                    <a:lnTo>
                      <a:pt x="860" y="13"/>
                    </a:lnTo>
                    <a:lnTo>
                      <a:pt x="864" y="13"/>
                    </a:lnTo>
                    <a:lnTo>
                      <a:pt x="868" y="14"/>
                    </a:lnTo>
                    <a:lnTo>
                      <a:pt x="874" y="14"/>
                    </a:lnTo>
                    <a:lnTo>
                      <a:pt x="878" y="15"/>
                    </a:lnTo>
                    <a:lnTo>
                      <a:pt x="882" y="15"/>
                    </a:lnTo>
                    <a:lnTo>
                      <a:pt x="886" y="16"/>
                    </a:lnTo>
                    <a:lnTo>
                      <a:pt x="891" y="17"/>
                    </a:lnTo>
                    <a:lnTo>
                      <a:pt x="894" y="17"/>
                    </a:lnTo>
                    <a:lnTo>
                      <a:pt x="898" y="18"/>
                    </a:lnTo>
                    <a:lnTo>
                      <a:pt x="901" y="18"/>
                    </a:lnTo>
                    <a:lnTo>
                      <a:pt x="904" y="19"/>
                    </a:lnTo>
                    <a:lnTo>
                      <a:pt x="907" y="19"/>
                    </a:lnTo>
                    <a:lnTo>
                      <a:pt x="910" y="20"/>
                    </a:lnTo>
                    <a:lnTo>
                      <a:pt x="913" y="20"/>
                    </a:lnTo>
                    <a:lnTo>
                      <a:pt x="915" y="20"/>
                    </a:lnTo>
                    <a:lnTo>
                      <a:pt x="919" y="22"/>
                    </a:lnTo>
                    <a:lnTo>
                      <a:pt x="921" y="22"/>
                    </a:lnTo>
                    <a:lnTo>
                      <a:pt x="924" y="23"/>
                    </a:lnTo>
                    <a:lnTo>
                      <a:pt x="926" y="23"/>
                    </a:lnTo>
                    <a:lnTo>
                      <a:pt x="928" y="24"/>
                    </a:lnTo>
                    <a:lnTo>
                      <a:pt x="932" y="25"/>
                    </a:lnTo>
                    <a:lnTo>
                      <a:pt x="934" y="25"/>
                    </a:lnTo>
                    <a:lnTo>
                      <a:pt x="936" y="26"/>
                    </a:lnTo>
                    <a:lnTo>
                      <a:pt x="939" y="26"/>
                    </a:lnTo>
                    <a:lnTo>
                      <a:pt x="942" y="27"/>
                    </a:lnTo>
                    <a:lnTo>
                      <a:pt x="944" y="28"/>
                    </a:lnTo>
                    <a:lnTo>
                      <a:pt x="947" y="29"/>
                    </a:lnTo>
                    <a:lnTo>
                      <a:pt x="951" y="30"/>
                    </a:lnTo>
                    <a:lnTo>
                      <a:pt x="954" y="31"/>
                    </a:lnTo>
                    <a:lnTo>
                      <a:pt x="958" y="32"/>
                    </a:lnTo>
                    <a:lnTo>
                      <a:pt x="961" y="34"/>
                    </a:lnTo>
                    <a:lnTo>
                      <a:pt x="966" y="35"/>
                    </a:lnTo>
                    <a:lnTo>
                      <a:pt x="971" y="36"/>
                    </a:lnTo>
                    <a:lnTo>
                      <a:pt x="975" y="37"/>
                    </a:lnTo>
                    <a:lnTo>
                      <a:pt x="980" y="39"/>
                    </a:lnTo>
                    <a:lnTo>
                      <a:pt x="985" y="41"/>
                    </a:lnTo>
                    <a:lnTo>
                      <a:pt x="991" y="43"/>
                    </a:lnTo>
                    <a:lnTo>
                      <a:pt x="995" y="44"/>
                    </a:lnTo>
                    <a:lnTo>
                      <a:pt x="999" y="46"/>
                    </a:lnTo>
                    <a:lnTo>
                      <a:pt x="1003" y="47"/>
                    </a:lnTo>
                    <a:lnTo>
                      <a:pt x="1009" y="48"/>
                    </a:lnTo>
                    <a:lnTo>
                      <a:pt x="1013" y="49"/>
                    </a:lnTo>
                    <a:lnTo>
                      <a:pt x="1016" y="50"/>
                    </a:lnTo>
                    <a:lnTo>
                      <a:pt x="1019" y="51"/>
                    </a:lnTo>
                    <a:lnTo>
                      <a:pt x="1022" y="52"/>
                    </a:lnTo>
                    <a:lnTo>
                      <a:pt x="1026" y="53"/>
                    </a:lnTo>
                    <a:lnTo>
                      <a:pt x="1029" y="54"/>
                    </a:lnTo>
                    <a:lnTo>
                      <a:pt x="1032" y="55"/>
                    </a:lnTo>
                    <a:lnTo>
                      <a:pt x="1034" y="56"/>
                    </a:lnTo>
                    <a:lnTo>
                      <a:pt x="1037" y="57"/>
                    </a:lnTo>
                    <a:lnTo>
                      <a:pt x="1039" y="58"/>
                    </a:lnTo>
                    <a:lnTo>
                      <a:pt x="1041" y="59"/>
                    </a:lnTo>
                    <a:lnTo>
                      <a:pt x="1044" y="61"/>
                    </a:lnTo>
                    <a:lnTo>
                      <a:pt x="1047" y="62"/>
                    </a:lnTo>
                    <a:lnTo>
                      <a:pt x="1049" y="63"/>
                    </a:lnTo>
                    <a:lnTo>
                      <a:pt x="1052" y="64"/>
                    </a:lnTo>
                    <a:lnTo>
                      <a:pt x="1055" y="65"/>
                    </a:lnTo>
                    <a:lnTo>
                      <a:pt x="1058" y="66"/>
                    </a:lnTo>
                    <a:lnTo>
                      <a:pt x="1060" y="67"/>
                    </a:lnTo>
                    <a:lnTo>
                      <a:pt x="1063" y="68"/>
                    </a:lnTo>
                    <a:lnTo>
                      <a:pt x="1067" y="70"/>
                    </a:lnTo>
                    <a:lnTo>
                      <a:pt x="1070" y="71"/>
                    </a:lnTo>
                    <a:lnTo>
                      <a:pt x="1073" y="73"/>
                    </a:lnTo>
                    <a:lnTo>
                      <a:pt x="1076" y="74"/>
                    </a:lnTo>
                    <a:lnTo>
                      <a:pt x="1080" y="76"/>
                    </a:lnTo>
                    <a:lnTo>
                      <a:pt x="1085" y="80"/>
                    </a:lnTo>
                    <a:lnTo>
                      <a:pt x="1089" y="82"/>
                    </a:lnTo>
                    <a:lnTo>
                      <a:pt x="1093" y="84"/>
                    </a:lnTo>
                    <a:lnTo>
                      <a:pt x="1097" y="86"/>
                    </a:lnTo>
                    <a:lnTo>
                      <a:pt x="1102" y="88"/>
                    </a:lnTo>
                    <a:lnTo>
                      <a:pt x="1107" y="90"/>
                    </a:lnTo>
                    <a:lnTo>
                      <a:pt x="1110" y="92"/>
                    </a:lnTo>
                    <a:lnTo>
                      <a:pt x="1114" y="94"/>
                    </a:lnTo>
                    <a:lnTo>
                      <a:pt x="1117" y="95"/>
                    </a:lnTo>
                    <a:lnTo>
                      <a:pt x="1120" y="97"/>
                    </a:lnTo>
                    <a:lnTo>
                      <a:pt x="1123" y="98"/>
                    </a:lnTo>
                    <a:lnTo>
                      <a:pt x="1126" y="101"/>
                    </a:lnTo>
                    <a:lnTo>
                      <a:pt x="1129" y="102"/>
                    </a:lnTo>
                    <a:lnTo>
                      <a:pt x="1131" y="103"/>
                    </a:lnTo>
                    <a:lnTo>
                      <a:pt x="1133" y="104"/>
                    </a:lnTo>
                    <a:lnTo>
                      <a:pt x="1135" y="105"/>
                    </a:lnTo>
                    <a:lnTo>
                      <a:pt x="1138" y="106"/>
                    </a:lnTo>
                    <a:lnTo>
                      <a:pt x="1140" y="108"/>
                    </a:lnTo>
                    <a:lnTo>
                      <a:pt x="1144" y="109"/>
                    </a:lnTo>
                    <a:lnTo>
                      <a:pt x="1146" y="110"/>
                    </a:lnTo>
                    <a:lnTo>
                      <a:pt x="1148" y="111"/>
                    </a:lnTo>
                    <a:lnTo>
                      <a:pt x="1150" y="112"/>
                    </a:lnTo>
                    <a:lnTo>
                      <a:pt x="1152" y="113"/>
                    </a:lnTo>
                    <a:lnTo>
                      <a:pt x="1154" y="114"/>
                    </a:lnTo>
                    <a:lnTo>
                      <a:pt x="1157" y="115"/>
                    </a:lnTo>
                    <a:lnTo>
                      <a:pt x="1159" y="117"/>
                    </a:lnTo>
                    <a:lnTo>
                      <a:pt x="1162" y="119"/>
                    </a:lnTo>
                    <a:lnTo>
                      <a:pt x="1165" y="120"/>
                    </a:lnTo>
                    <a:lnTo>
                      <a:pt x="1168" y="122"/>
                    </a:lnTo>
                    <a:lnTo>
                      <a:pt x="1170" y="123"/>
                    </a:lnTo>
                    <a:lnTo>
                      <a:pt x="1174" y="126"/>
                    </a:lnTo>
                    <a:lnTo>
                      <a:pt x="1177" y="128"/>
                    </a:lnTo>
                    <a:lnTo>
                      <a:pt x="1181" y="130"/>
                    </a:lnTo>
                    <a:lnTo>
                      <a:pt x="1185" y="132"/>
                    </a:lnTo>
                    <a:lnTo>
                      <a:pt x="1189" y="134"/>
                    </a:lnTo>
                    <a:lnTo>
                      <a:pt x="1193" y="136"/>
                    </a:lnTo>
                    <a:lnTo>
                      <a:pt x="1197" y="139"/>
                    </a:lnTo>
                    <a:lnTo>
                      <a:pt x="1201" y="141"/>
                    </a:lnTo>
                    <a:lnTo>
                      <a:pt x="1204" y="142"/>
                    </a:lnTo>
                    <a:lnTo>
                      <a:pt x="1207" y="144"/>
                    </a:lnTo>
                    <a:lnTo>
                      <a:pt x="1210" y="146"/>
                    </a:lnTo>
                    <a:lnTo>
                      <a:pt x="1213" y="147"/>
                    </a:lnTo>
                    <a:lnTo>
                      <a:pt x="1215" y="149"/>
                    </a:lnTo>
                    <a:lnTo>
                      <a:pt x="1217" y="150"/>
                    </a:lnTo>
                    <a:lnTo>
                      <a:pt x="1221" y="151"/>
                    </a:lnTo>
                    <a:lnTo>
                      <a:pt x="1223" y="152"/>
                    </a:lnTo>
                    <a:lnTo>
                      <a:pt x="1225" y="154"/>
                    </a:lnTo>
                    <a:lnTo>
                      <a:pt x="1227" y="155"/>
                    </a:lnTo>
                    <a:lnTo>
                      <a:pt x="1228" y="156"/>
                    </a:lnTo>
                    <a:lnTo>
                      <a:pt x="1230" y="158"/>
                    </a:lnTo>
                    <a:lnTo>
                      <a:pt x="1232" y="159"/>
                    </a:lnTo>
                    <a:lnTo>
                      <a:pt x="1235" y="160"/>
                    </a:lnTo>
                    <a:lnTo>
                      <a:pt x="1236" y="161"/>
                    </a:lnTo>
                    <a:lnTo>
                      <a:pt x="1239" y="162"/>
                    </a:lnTo>
                    <a:lnTo>
                      <a:pt x="1241" y="163"/>
                    </a:lnTo>
                    <a:lnTo>
                      <a:pt x="1243" y="164"/>
                    </a:lnTo>
                    <a:lnTo>
                      <a:pt x="1245" y="165"/>
                    </a:lnTo>
                    <a:lnTo>
                      <a:pt x="1246" y="167"/>
                    </a:lnTo>
                    <a:lnTo>
                      <a:pt x="1248" y="168"/>
                    </a:lnTo>
                    <a:lnTo>
                      <a:pt x="1250" y="170"/>
                    </a:lnTo>
                    <a:lnTo>
                      <a:pt x="1253" y="172"/>
                    </a:lnTo>
                    <a:lnTo>
                      <a:pt x="1255" y="173"/>
                    </a:lnTo>
                    <a:lnTo>
                      <a:pt x="1257" y="175"/>
                    </a:lnTo>
                    <a:lnTo>
                      <a:pt x="1261" y="177"/>
                    </a:lnTo>
                    <a:lnTo>
                      <a:pt x="1263" y="179"/>
                    </a:lnTo>
                    <a:lnTo>
                      <a:pt x="1266" y="181"/>
                    </a:lnTo>
                    <a:lnTo>
                      <a:pt x="1269" y="183"/>
                    </a:lnTo>
                    <a:lnTo>
                      <a:pt x="1272" y="185"/>
                    </a:lnTo>
                    <a:lnTo>
                      <a:pt x="1275" y="187"/>
                    </a:lnTo>
                    <a:lnTo>
                      <a:pt x="1280" y="188"/>
                    </a:lnTo>
                    <a:lnTo>
                      <a:pt x="1282" y="190"/>
                    </a:lnTo>
                    <a:lnTo>
                      <a:pt x="1285" y="192"/>
                    </a:lnTo>
                    <a:lnTo>
                      <a:pt x="1287" y="193"/>
                    </a:lnTo>
                    <a:lnTo>
                      <a:pt x="1289" y="194"/>
                    </a:lnTo>
                    <a:lnTo>
                      <a:pt x="1291" y="197"/>
                    </a:lnTo>
                    <a:lnTo>
                      <a:pt x="1293" y="198"/>
                    </a:lnTo>
                    <a:lnTo>
                      <a:pt x="1295" y="199"/>
                    </a:lnTo>
                    <a:lnTo>
                      <a:pt x="1296" y="200"/>
                    </a:lnTo>
                    <a:lnTo>
                      <a:pt x="1299" y="201"/>
                    </a:lnTo>
                    <a:lnTo>
                      <a:pt x="1300" y="202"/>
                    </a:lnTo>
                    <a:lnTo>
                      <a:pt x="1302" y="203"/>
                    </a:lnTo>
                    <a:lnTo>
                      <a:pt x="1303" y="204"/>
                    </a:lnTo>
                    <a:lnTo>
                      <a:pt x="1304" y="205"/>
                    </a:lnTo>
                    <a:lnTo>
                      <a:pt x="1306" y="206"/>
                    </a:lnTo>
                    <a:lnTo>
                      <a:pt x="1307" y="207"/>
                    </a:lnTo>
                    <a:lnTo>
                      <a:pt x="1308" y="208"/>
                    </a:lnTo>
                    <a:lnTo>
                      <a:pt x="1310" y="209"/>
                    </a:lnTo>
                    <a:lnTo>
                      <a:pt x="1311" y="210"/>
                    </a:lnTo>
                    <a:lnTo>
                      <a:pt x="1312" y="211"/>
                    </a:lnTo>
                    <a:lnTo>
                      <a:pt x="1313" y="212"/>
                    </a:lnTo>
                    <a:lnTo>
                      <a:pt x="1315" y="213"/>
                    </a:lnTo>
                    <a:lnTo>
                      <a:pt x="1317" y="216"/>
                    </a:lnTo>
                    <a:lnTo>
                      <a:pt x="1319" y="217"/>
                    </a:lnTo>
                    <a:lnTo>
                      <a:pt x="1320" y="218"/>
                    </a:lnTo>
                    <a:lnTo>
                      <a:pt x="1322" y="220"/>
                    </a:lnTo>
                    <a:lnTo>
                      <a:pt x="1325" y="221"/>
                    </a:lnTo>
                    <a:lnTo>
                      <a:pt x="1327" y="223"/>
                    </a:lnTo>
                    <a:lnTo>
                      <a:pt x="1329" y="224"/>
                    </a:lnTo>
                    <a:lnTo>
                      <a:pt x="1331" y="226"/>
                    </a:lnTo>
                    <a:lnTo>
                      <a:pt x="1333" y="228"/>
                    </a:lnTo>
                    <a:lnTo>
                      <a:pt x="1336" y="229"/>
                    </a:lnTo>
                    <a:lnTo>
                      <a:pt x="1338" y="231"/>
                    </a:lnTo>
                    <a:lnTo>
                      <a:pt x="1339" y="232"/>
                    </a:lnTo>
                    <a:lnTo>
                      <a:pt x="1341" y="233"/>
                    </a:lnTo>
                    <a:lnTo>
                      <a:pt x="1343" y="234"/>
                    </a:lnTo>
                    <a:lnTo>
                      <a:pt x="1344" y="237"/>
                    </a:lnTo>
                    <a:lnTo>
                      <a:pt x="1346" y="238"/>
                    </a:lnTo>
                    <a:lnTo>
                      <a:pt x="1347" y="239"/>
                    </a:lnTo>
                    <a:lnTo>
                      <a:pt x="1348" y="240"/>
                    </a:lnTo>
                    <a:lnTo>
                      <a:pt x="1350" y="241"/>
                    </a:lnTo>
                    <a:lnTo>
                      <a:pt x="1351" y="242"/>
                    </a:lnTo>
                    <a:lnTo>
                      <a:pt x="1352" y="242"/>
                    </a:lnTo>
                    <a:lnTo>
                      <a:pt x="1353" y="243"/>
                    </a:lnTo>
                    <a:lnTo>
                      <a:pt x="1354" y="244"/>
                    </a:lnTo>
                    <a:lnTo>
                      <a:pt x="1357" y="245"/>
                    </a:lnTo>
                    <a:lnTo>
                      <a:pt x="1358" y="246"/>
                    </a:lnTo>
                    <a:lnTo>
                      <a:pt x="1359" y="247"/>
                    </a:lnTo>
                    <a:lnTo>
                      <a:pt x="1360" y="248"/>
                    </a:lnTo>
                    <a:lnTo>
                      <a:pt x="1361" y="249"/>
                    </a:lnTo>
                    <a:lnTo>
                      <a:pt x="1363" y="249"/>
                    </a:lnTo>
                    <a:lnTo>
                      <a:pt x="1364" y="250"/>
                    </a:lnTo>
                    <a:lnTo>
                      <a:pt x="1365" y="251"/>
                    </a:lnTo>
                    <a:lnTo>
                      <a:pt x="1367" y="252"/>
                    </a:lnTo>
                    <a:lnTo>
                      <a:pt x="1370" y="255"/>
                    </a:lnTo>
                    <a:lnTo>
                      <a:pt x="1371" y="256"/>
                    </a:lnTo>
                    <a:lnTo>
                      <a:pt x="1373" y="257"/>
                    </a:lnTo>
                    <a:lnTo>
                      <a:pt x="1376" y="258"/>
                    </a:lnTo>
                    <a:lnTo>
                      <a:pt x="1378" y="261"/>
                    </a:lnTo>
                    <a:lnTo>
                      <a:pt x="1380" y="262"/>
                    </a:lnTo>
                    <a:lnTo>
                      <a:pt x="1382" y="264"/>
                    </a:lnTo>
                    <a:lnTo>
                      <a:pt x="1385" y="265"/>
                    </a:lnTo>
                    <a:lnTo>
                      <a:pt x="1387" y="267"/>
                    </a:lnTo>
                    <a:lnTo>
                      <a:pt x="1389" y="268"/>
                    </a:lnTo>
                    <a:lnTo>
                      <a:pt x="1392" y="270"/>
                    </a:lnTo>
                    <a:lnTo>
                      <a:pt x="1395" y="271"/>
                    </a:lnTo>
                    <a:lnTo>
                      <a:pt x="1397" y="274"/>
                    </a:lnTo>
                    <a:lnTo>
                      <a:pt x="1398" y="275"/>
                    </a:lnTo>
                    <a:lnTo>
                      <a:pt x="1400" y="276"/>
                    </a:lnTo>
                    <a:lnTo>
                      <a:pt x="1402" y="277"/>
                    </a:lnTo>
                    <a:lnTo>
                      <a:pt x="1403" y="279"/>
                    </a:lnTo>
                    <a:lnTo>
                      <a:pt x="1405" y="280"/>
                    </a:lnTo>
                    <a:lnTo>
                      <a:pt x="1406" y="281"/>
                    </a:lnTo>
                    <a:lnTo>
                      <a:pt x="1407" y="282"/>
                    </a:lnTo>
                    <a:lnTo>
                      <a:pt x="1409" y="283"/>
                    </a:lnTo>
                    <a:lnTo>
                      <a:pt x="1410" y="284"/>
                    </a:lnTo>
                    <a:lnTo>
                      <a:pt x="1411" y="285"/>
                    </a:lnTo>
                    <a:lnTo>
                      <a:pt x="1415" y="286"/>
                    </a:lnTo>
                    <a:lnTo>
                      <a:pt x="1416" y="287"/>
                    </a:lnTo>
                    <a:lnTo>
                      <a:pt x="1417" y="289"/>
                    </a:lnTo>
                    <a:lnTo>
                      <a:pt x="1419" y="290"/>
                    </a:lnTo>
                    <a:lnTo>
                      <a:pt x="1420" y="291"/>
                    </a:lnTo>
                    <a:lnTo>
                      <a:pt x="1421" y="294"/>
                    </a:lnTo>
                    <a:lnTo>
                      <a:pt x="1423" y="295"/>
                    </a:lnTo>
                    <a:lnTo>
                      <a:pt x="1424" y="297"/>
                    </a:lnTo>
                    <a:lnTo>
                      <a:pt x="1426" y="298"/>
                    </a:lnTo>
                    <a:lnTo>
                      <a:pt x="1428" y="300"/>
                    </a:lnTo>
                    <a:lnTo>
                      <a:pt x="1429" y="302"/>
                    </a:lnTo>
                    <a:lnTo>
                      <a:pt x="1431" y="305"/>
                    </a:lnTo>
                    <a:lnTo>
                      <a:pt x="1434" y="307"/>
                    </a:lnTo>
                    <a:lnTo>
                      <a:pt x="1436" y="309"/>
                    </a:lnTo>
                    <a:lnTo>
                      <a:pt x="1439" y="311"/>
                    </a:lnTo>
                    <a:lnTo>
                      <a:pt x="1441" y="315"/>
                    </a:lnTo>
                    <a:lnTo>
                      <a:pt x="1444" y="318"/>
                    </a:lnTo>
                    <a:lnTo>
                      <a:pt x="1446" y="320"/>
                    </a:lnTo>
                    <a:lnTo>
                      <a:pt x="1449" y="323"/>
                    </a:lnTo>
                    <a:lnTo>
                      <a:pt x="1452" y="325"/>
                    </a:lnTo>
                    <a:lnTo>
                      <a:pt x="1454" y="328"/>
                    </a:lnTo>
                    <a:lnTo>
                      <a:pt x="1456" y="330"/>
                    </a:lnTo>
                    <a:lnTo>
                      <a:pt x="1458" y="333"/>
                    </a:lnTo>
                    <a:lnTo>
                      <a:pt x="1461" y="335"/>
                    </a:lnTo>
                    <a:lnTo>
                      <a:pt x="1463" y="337"/>
                    </a:lnTo>
                    <a:lnTo>
                      <a:pt x="1464" y="338"/>
                    </a:lnTo>
                    <a:lnTo>
                      <a:pt x="1466" y="340"/>
                    </a:lnTo>
                    <a:lnTo>
                      <a:pt x="1467" y="342"/>
                    </a:lnTo>
                    <a:lnTo>
                      <a:pt x="1469" y="343"/>
                    </a:lnTo>
                    <a:lnTo>
                      <a:pt x="1470" y="345"/>
                    </a:lnTo>
                    <a:lnTo>
                      <a:pt x="1473" y="347"/>
                    </a:lnTo>
                    <a:lnTo>
                      <a:pt x="1474" y="348"/>
                    </a:lnTo>
                    <a:lnTo>
                      <a:pt x="1476" y="352"/>
                    </a:lnTo>
                    <a:lnTo>
                      <a:pt x="1477" y="353"/>
                    </a:lnTo>
                    <a:lnTo>
                      <a:pt x="1479" y="355"/>
                    </a:lnTo>
                    <a:lnTo>
                      <a:pt x="1480" y="357"/>
                    </a:lnTo>
                    <a:lnTo>
                      <a:pt x="1482" y="359"/>
                    </a:lnTo>
                    <a:lnTo>
                      <a:pt x="1483" y="361"/>
                    </a:lnTo>
                    <a:lnTo>
                      <a:pt x="1485" y="363"/>
                    </a:lnTo>
                    <a:lnTo>
                      <a:pt x="1487" y="365"/>
                    </a:lnTo>
                    <a:lnTo>
                      <a:pt x="1489" y="367"/>
                    </a:lnTo>
                    <a:lnTo>
                      <a:pt x="1492" y="369"/>
                    </a:lnTo>
                    <a:lnTo>
                      <a:pt x="1494" y="373"/>
                    </a:lnTo>
                    <a:lnTo>
                      <a:pt x="1496" y="375"/>
                    </a:lnTo>
                    <a:lnTo>
                      <a:pt x="1498" y="378"/>
                    </a:lnTo>
                    <a:lnTo>
                      <a:pt x="1501" y="381"/>
                    </a:lnTo>
                    <a:lnTo>
                      <a:pt x="1505" y="385"/>
                    </a:lnTo>
                    <a:lnTo>
                      <a:pt x="1507" y="388"/>
                    </a:lnTo>
                    <a:lnTo>
                      <a:pt x="1512" y="393"/>
                    </a:lnTo>
                    <a:lnTo>
                      <a:pt x="1515" y="397"/>
                    </a:lnTo>
                    <a:lnTo>
                      <a:pt x="1517" y="401"/>
                    </a:lnTo>
                    <a:lnTo>
                      <a:pt x="1520" y="404"/>
                    </a:lnTo>
                    <a:lnTo>
                      <a:pt x="1523" y="407"/>
                    </a:lnTo>
                    <a:lnTo>
                      <a:pt x="1525" y="411"/>
                    </a:lnTo>
                    <a:lnTo>
                      <a:pt x="1527" y="413"/>
                    </a:lnTo>
                    <a:lnTo>
                      <a:pt x="1530" y="416"/>
                    </a:lnTo>
                    <a:lnTo>
                      <a:pt x="1532" y="418"/>
                    </a:lnTo>
                    <a:lnTo>
                      <a:pt x="1534" y="421"/>
                    </a:lnTo>
                    <a:lnTo>
                      <a:pt x="1536" y="423"/>
                    </a:lnTo>
                    <a:lnTo>
                      <a:pt x="1538" y="425"/>
                    </a:lnTo>
                    <a:lnTo>
                      <a:pt x="1539" y="427"/>
                    </a:lnTo>
                    <a:lnTo>
                      <a:pt x="1541" y="430"/>
                    </a:lnTo>
                    <a:lnTo>
                      <a:pt x="1543" y="432"/>
                    </a:lnTo>
                    <a:lnTo>
                      <a:pt x="1544" y="434"/>
                    </a:lnTo>
                    <a:lnTo>
                      <a:pt x="1546" y="436"/>
                    </a:lnTo>
                    <a:lnTo>
                      <a:pt x="1547" y="438"/>
                    </a:lnTo>
                    <a:lnTo>
                      <a:pt x="1551" y="442"/>
                    </a:lnTo>
                    <a:lnTo>
                      <a:pt x="1552" y="444"/>
                    </a:lnTo>
                    <a:lnTo>
                      <a:pt x="1554" y="446"/>
                    </a:lnTo>
                    <a:lnTo>
                      <a:pt x="1556" y="449"/>
                    </a:lnTo>
                    <a:lnTo>
                      <a:pt x="1557" y="452"/>
                    </a:lnTo>
                    <a:lnTo>
                      <a:pt x="1559" y="454"/>
                    </a:lnTo>
                    <a:lnTo>
                      <a:pt x="1561" y="457"/>
                    </a:lnTo>
                    <a:lnTo>
                      <a:pt x="1563" y="460"/>
                    </a:lnTo>
                    <a:lnTo>
                      <a:pt x="1565" y="462"/>
                    </a:lnTo>
                    <a:lnTo>
                      <a:pt x="1569" y="466"/>
                    </a:lnTo>
                    <a:lnTo>
                      <a:pt x="1571" y="470"/>
                    </a:lnTo>
                    <a:lnTo>
                      <a:pt x="1574" y="473"/>
                    </a:lnTo>
                    <a:lnTo>
                      <a:pt x="1576" y="477"/>
                    </a:lnTo>
                    <a:lnTo>
                      <a:pt x="1579" y="481"/>
                    </a:lnTo>
                    <a:lnTo>
                      <a:pt x="1582" y="486"/>
                    </a:lnTo>
                    <a:lnTo>
                      <a:pt x="1585" y="492"/>
                    </a:lnTo>
                    <a:lnTo>
                      <a:pt x="1589" y="496"/>
                    </a:lnTo>
                    <a:lnTo>
                      <a:pt x="1592" y="499"/>
                    </a:lnTo>
                    <a:lnTo>
                      <a:pt x="1595" y="503"/>
                    </a:lnTo>
                    <a:lnTo>
                      <a:pt x="1598" y="507"/>
                    </a:lnTo>
                    <a:lnTo>
                      <a:pt x="1600" y="510"/>
                    </a:lnTo>
                    <a:lnTo>
                      <a:pt x="1602" y="513"/>
                    </a:lnTo>
                    <a:lnTo>
                      <a:pt x="1604" y="516"/>
                    </a:lnTo>
                    <a:lnTo>
                      <a:pt x="1607" y="519"/>
                    </a:lnTo>
                    <a:lnTo>
                      <a:pt x="1609" y="521"/>
                    </a:lnTo>
                    <a:lnTo>
                      <a:pt x="1610" y="524"/>
                    </a:lnTo>
                    <a:lnTo>
                      <a:pt x="1612" y="527"/>
                    </a:lnTo>
                    <a:lnTo>
                      <a:pt x="1614" y="529"/>
                    </a:lnTo>
                    <a:lnTo>
                      <a:pt x="1615" y="533"/>
                    </a:lnTo>
                    <a:lnTo>
                      <a:pt x="1617" y="535"/>
                    </a:lnTo>
                    <a:lnTo>
                      <a:pt x="1618" y="537"/>
                    </a:lnTo>
                    <a:lnTo>
                      <a:pt x="1620" y="539"/>
                    </a:lnTo>
                    <a:lnTo>
                      <a:pt x="1622" y="542"/>
                    </a:lnTo>
                    <a:lnTo>
                      <a:pt x="1623" y="544"/>
                    </a:lnTo>
                    <a:lnTo>
                      <a:pt x="1625" y="547"/>
                    </a:lnTo>
                    <a:lnTo>
                      <a:pt x="1628" y="550"/>
                    </a:lnTo>
                    <a:lnTo>
                      <a:pt x="1630" y="552"/>
                    </a:lnTo>
                    <a:lnTo>
                      <a:pt x="1632" y="555"/>
                    </a:lnTo>
                    <a:lnTo>
                      <a:pt x="1634" y="558"/>
                    </a:lnTo>
                    <a:lnTo>
                      <a:pt x="1636" y="561"/>
                    </a:lnTo>
                    <a:lnTo>
                      <a:pt x="1638" y="564"/>
                    </a:lnTo>
                    <a:lnTo>
                      <a:pt x="1641" y="568"/>
                    </a:lnTo>
                    <a:lnTo>
                      <a:pt x="1644" y="571"/>
                    </a:lnTo>
                    <a:lnTo>
                      <a:pt x="1647" y="576"/>
                    </a:lnTo>
                    <a:lnTo>
                      <a:pt x="1650" y="580"/>
                    </a:lnTo>
                    <a:lnTo>
                      <a:pt x="1653" y="585"/>
                    </a:lnTo>
                    <a:lnTo>
                      <a:pt x="1656" y="589"/>
                    </a:lnTo>
                    <a:lnTo>
                      <a:pt x="1660" y="594"/>
                    </a:lnTo>
                    <a:lnTo>
                      <a:pt x="1663" y="598"/>
                    </a:lnTo>
                    <a:lnTo>
                      <a:pt x="1666" y="602"/>
                    </a:lnTo>
                    <a:lnTo>
                      <a:pt x="1669" y="606"/>
                    </a:lnTo>
                    <a:lnTo>
                      <a:pt x="1672" y="610"/>
                    </a:lnTo>
                    <a:lnTo>
                      <a:pt x="1674" y="613"/>
                    </a:lnTo>
                    <a:lnTo>
                      <a:pt x="1676" y="616"/>
                    </a:lnTo>
                    <a:lnTo>
                      <a:pt x="1678" y="620"/>
                    </a:lnTo>
                    <a:lnTo>
                      <a:pt x="1680" y="622"/>
                    </a:lnTo>
                    <a:lnTo>
                      <a:pt x="1682" y="626"/>
                    </a:lnTo>
                    <a:lnTo>
                      <a:pt x="1686" y="628"/>
                    </a:lnTo>
                    <a:lnTo>
                      <a:pt x="1687" y="631"/>
                    </a:lnTo>
                    <a:lnTo>
                      <a:pt x="1689" y="633"/>
                    </a:lnTo>
                    <a:lnTo>
                      <a:pt x="1690" y="635"/>
                    </a:lnTo>
                    <a:lnTo>
                      <a:pt x="1692" y="637"/>
                    </a:lnTo>
                    <a:lnTo>
                      <a:pt x="1693" y="639"/>
                    </a:lnTo>
                    <a:lnTo>
                      <a:pt x="1694" y="641"/>
                    </a:lnTo>
                    <a:lnTo>
                      <a:pt x="1696" y="645"/>
                    </a:lnTo>
                    <a:lnTo>
                      <a:pt x="1697" y="647"/>
                    </a:lnTo>
                    <a:lnTo>
                      <a:pt x="1698" y="649"/>
                    </a:lnTo>
                    <a:lnTo>
                      <a:pt x="1700" y="651"/>
                    </a:lnTo>
                    <a:lnTo>
                      <a:pt x="1701" y="653"/>
                    </a:lnTo>
                    <a:lnTo>
                      <a:pt x="1702" y="655"/>
                    </a:lnTo>
                    <a:lnTo>
                      <a:pt x="1705" y="658"/>
                    </a:lnTo>
                    <a:lnTo>
                      <a:pt x="1706" y="660"/>
                    </a:lnTo>
                    <a:lnTo>
                      <a:pt x="1708" y="664"/>
                    </a:lnTo>
                    <a:lnTo>
                      <a:pt x="1709" y="668"/>
                    </a:lnTo>
                    <a:lnTo>
                      <a:pt x="1711" y="670"/>
                    </a:lnTo>
                    <a:lnTo>
                      <a:pt x="1713" y="673"/>
                    </a:lnTo>
                    <a:lnTo>
                      <a:pt x="1714" y="677"/>
                    </a:lnTo>
                    <a:lnTo>
                      <a:pt x="1716" y="680"/>
                    </a:lnTo>
                    <a:lnTo>
                      <a:pt x="1719" y="685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21">
                <a:extLst>
                  <a:ext uri="{FF2B5EF4-FFF2-40B4-BE49-F238E27FC236}">
                    <a16:creationId xmlns:a16="http://schemas.microsoft.com/office/drawing/2014/main" id="{FE5EE5E5-A8CD-4DA8-8E99-572ED4A69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9398" y="2453507"/>
                <a:ext cx="546100" cy="215900"/>
              </a:xfrm>
              <a:custGeom>
                <a:avLst/>
                <a:gdLst>
                  <a:gd name="T0" fmla="*/ 0 w 1719"/>
                  <a:gd name="T1" fmla="*/ 0 h 683"/>
                  <a:gd name="T2" fmla="*/ 0 w 1719"/>
                  <a:gd name="T3" fmla="*/ 0 h 683"/>
                  <a:gd name="T4" fmla="*/ 0 w 1719"/>
                  <a:gd name="T5" fmla="*/ 0 h 683"/>
                  <a:gd name="T6" fmla="*/ 0 w 1719"/>
                  <a:gd name="T7" fmla="*/ 0 h 683"/>
                  <a:gd name="T8" fmla="*/ 0 w 1719"/>
                  <a:gd name="T9" fmla="*/ 0 h 683"/>
                  <a:gd name="T10" fmla="*/ 0 w 1719"/>
                  <a:gd name="T11" fmla="*/ 0 h 683"/>
                  <a:gd name="T12" fmla="*/ 0 w 1719"/>
                  <a:gd name="T13" fmla="*/ 0 h 683"/>
                  <a:gd name="T14" fmla="*/ 0 w 1719"/>
                  <a:gd name="T15" fmla="*/ 0 h 683"/>
                  <a:gd name="T16" fmla="*/ 0 w 1719"/>
                  <a:gd name="T17" fmla="*/ 0 h 683"/>
                  <a:gd name="T18" fmla="*/ 0 w 1719"/>
                  <a:gd name="T19" fmla="*/ 0 h 683"/>
                  <a:gd name="T20" fmla="*/ 0 w 1719"/>
                  <a:gd name="T21" fmla="*/ 0 h 683"/>
                  <a:gd name="T22" fmla="*/ 0 w 1719"/>
                  <a:gd name="T23" fmla="*/ 0 h 683"/>
                  <a:gd name="T24" fmla="*/ 0 w 1719"/>
                  <a:gd name="T25" fmla="*/ 0 h 683"/>
                  <a:gd name="T26" fmla="*/ 0 w 1719"/>
                  <a:gd name="T27" fmla="*/ 0 h 683"/>
                  <a:gd name="T28" fmla="*/ 0 w 1719"/>
                  <a:gd name="T29" fmla="*/ 0 h 683"/>
                  <a:gd name="T30" fmla="*/ 0 w 1719"/>
                  <a:gd name="T31" fmla="*/ 0 h 683"/>
                  <a:gd name="T32" fmla="*/ 0 w 1719"/>
                  <a:gd name="T33" fmla="*/ 0 h 683"/>
                  <a:gd name="T34" fmla="*/ 0 w 1719"/>
                  <a:gd name="T35" fmla="*/ 0 h 683"/>
                  <a:gd name="T36" fmla="*/ 0 w 1719"/>
                  <a:gd name="T37" fmla="*/ 0 h 683"/>
                  <a:gd name="T38" fmla="*/ 0 w 1719"/>
                  <a:gd name="T39" fmla="*/ 0 h 683"/>
                  <a:gd name="T40" fmla="*/ 0 w 1719"/>
                  <a:gd name="T41" fmla="*/ 0 h 683"/>
                  <a:gd name="T42" fmla="*/ 0 w 1719"/>
                  <a:gd name="T43" fmla="*/ 0 h 683"/>
                  <a:gd name="T44" fmla="*/ 0 w 1719"/>
                  <a:gd name="T45" fmla="*/ 0 h 683"/>
                  <a:gd name="T46" fmla="*/ 0 w 1719"/>
                  <a:gd name="T47" fmla="*/ 0 h 683"/>
                  <a:gd name="T48" fmla="*/ 0 w 1719"/>
                  <a:gd name="T49" fmla="*/ 0 h 683"/>
                  <a:gd name="T50" fmla="*/ 0 w 1719"/>
                  <a:gd name="T51" fmla="*/ 0 h 683"/>
                  <a:gd name="T52" fmla="*/ 0 w 1719"/>
                  <a:gd name="T53" fmla="*/ 0 h 683"/>
                  <a:gd name="T54" fmla="*/ 0 w 1719"/>
                  <a:gd name="T55" fmla="*/ 0 h 683"/>
                  <a:gd name="T56" fmla="*/ 0 w 1719"/>
                  <a:gd name="T57" fmla="*/ 0 h 683"/>
                  <a:gd name="T58" fmla="*/ 0 w 1719"/>
                  <a:gd name="T59" fmla="*/ 0 h 683"/>
                  <a:gd name="T60" fmla="*/ 0 w 1719"/>
                  <a:gd name="T61" fmla="*/ 0 h 683"/>
                  <a:gd name="T62" fmla="*/ 0 w 1719"/>
                  <a:gd name="T63" fmla="*/ 0 h 683"/>
                  <a:gd name="T64" fmla="*/ 0 w 1719"/>
                  <a:gd name="T65" fmla="*/ 0 h 683"/>
                  <a:gd name="T66" fmla="*/ 0 w 1719"/>
                  <a:gd name="T67" fmla="*/ 0 h 683"/>
                  <a:gd name="T68" fmla="*/ 0 w 1719"/>
                  <a:gd name="T69" fmla="*/ 0 h 683"/>
                  <a:gd name="T70" fmla="*/ 0 w 1719"/>
                  <a:gd name="T71" fmla="*/ 0 h 683"/>
                  <a:gd name="T72" fmla="*/ 0 w 1719"/>
                  <a:gd name="T73" fmla="*/ 0 h 683"/>
                  <a:gd name="T74" fmla="*/ 0 w 1719"/>
                  <a:gd name="T75" fmla="*/ 0 h 683"/>
                  <a:gd name="T76" fmla="*/ 0 w 1719"/>
                  <a:gd name="T77" fmla="*/ 0 h 683"/>
                  <a:gd name="T78" fmla="*/ 0 w 1719"/>
                  <a:gd name="T79" fmla="*/ 0 h 683"/>
                  <a:gd name="T80" fmla="*/ 0 w 1719"/>
                  <a:gd name="T81" fmla="*/ 0 h 683"/>
                  <a:gd name="T82" fmla="*/ 0 w 1719"/>
                  <a:gd name="T83" fmla="*/ 0 h 683"/>
                  <a:gd name="T84" fmla="*/ 0 w 1719"/>
                  <a:gd name="T85" fmla="*/ 0 h 683"/>
                  <a:gd name="T86" fmla="*/ 0 w 1719"/>
                  <a:gd name="T87" fmla="*/ 0 h 683"/>
                  <a:gd name="T88" fmla="*/ 0 w 1719"/>
                  <a:gd name="T89" fmla="*/ 0 h 683"/>
                  <a:gd name="T90" fmla="*/ 0 w 1719"/>
                  <a:gd name="T91" fmla="*/ 0 h 683"/>
                  <a:gd name="T92" fmla="*/ 0 w 1719"/>
                  <a:gd name="T93" fmla="*/ 0 h 683"/>
                  <a:gd name="T94" fmla="*/ 0 w 1719"/>
                  <a:gd name="T95" fmla="*/ 0 h 683"/>
                  <a:gd name="T96" fmla="*/ 0 w 1719"/>
                  <a:gd name="T97" fmla="*/ 0 h 683"/>
                  <a:gd name="T98" fmla="*/ 0 w 1719"/>
                  <a:gd name="T99" fmla="*/ 0 h 683"/>
                  <a:gd name="T100" fmla="*/ 0 w 1719"/>
                  <a:gd name="T101" fmla="*/ 0 h 683"/>
                  <a:gd name="T102" fmla="*/ 0 w 1719"/>
                  <a:gd name="T103" fmla="*/ 0 h 683"/>
                  <a:gd name="T104" fmla="*/ 0 w 1719"/>
                  <a:gd name="T105" fmla="*/ 0 h 683"/>
                  <a:gd name="T106" fmla="*/ 0 w 1719"/>
                  <a:gd name="T107" fmla="*/ 0 h 683"/>
                  <a:gd name="T108" fmla="*/ 0 w 1719"/>
                  <a:gd name="T109" fmla="*/ 0 h 683"/>
                  <a:gd name="T110" fmla="*/ 0 w 1719"/>
                  <a:gd name="T111" fmla="*/ 0 h 683"/>
                  <a:gd name="T112" fmla="*/ 0 w 1719"/>
                  <a:gd name="T113" fmla="*/ 0 h 683"/>
                  <a:gd name="T114" fmla="*/ 0 w 1719"/>
                  <a:gd name="T115" fmla="*/ 0 h 683"/>
                  <a:gd name="T116" fmla="*/ 0 w 1719"/>
                  <a:gd name="T117" fmla="*/ 0 h 683"/>
                  <a:gd name="T118" fmla="*/ 0 w 1719"/>
                  <a:gd name="T119" fmla="*/ 0 h 683"/>
                  <a:gd name="T120" fmla="*/ 0 w 1719"/>
                  <a:gd name="T121" fmla="*/ 0 h 68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1719"/>
                  <a:gd name="T184" fmla="*/ 0 h 683"/>
                  <a:gd name="T185" fmla="*/ 1719 w 1719"/>
                  <a:gd name="T186" fmla="*/ 683 h 68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1719" h="683">
                    <a:moveTo>
                      <a:pt x="0" y="683"/>
                    </a:moveTo>
                    <a:lnTo>
                      <a:pt x="66" y="683"/>
                    </a:lnTo>
                    <a:lnTo>
                      <a:pt x="127" y="683"/>
                    </a:lnTo>
                    <a:lnTo>
                      <a:pt x="184" y="683"/>
                    </a:lnTo>
                    <a:lnTo>
                      <a:pt x="238" y="683"/>
                    </a:lnTo>
                    <a:lnTo>
                      <a:pt x="290" y="683"/>
                    </a:lnTo>
                    <a:lnTo>
                      <a:pt x="336" y="683"/>
                    </a:lnTo>
                    <a:lnTo>
                      <a:pt x="379" y="683"/>
                    </a:lnTo>
                    <a:lnTo>
                      <a:pt x="418" y="683"/>
                    </a:lnTo>
                    <a:lnTo>
                      <a:pt x="455" y="683"/>
                    </a:lnTo>
                    <a:lnTo>
                      <a:pt x="490" y="683"/>
                    </a:lnTo>
                    <a:lnTo>
                      <a:pt x="520" y="683"/>
                    </a:lnTo>
                    <a:lnTo>
                      <a:pt x="549" y="683"/>
                    </a:lnTo>
                    <a:lnTo>
                      <a:pt x="575" y="683"/>
                    </a:lnTo>
                    <a:lnTo>
                      <a:pt x="598" y="683"/>
                    </a:lnTo>
                    <a:lnTo>
                      <a:pt x="620" y="683"/>
                    </a:lnTo>
                    <a:lnTo>
                      <a:pt x="639" y="683"/>
                    </a:lnTo>
                    <a:lnTo>
                      <a:pt x="656" y="682"/>
                    </a:lnTo>
                    <a:lnTo>
                      <a:pt x="671" y="682"/>
                    </a:lnTo>
                    <a:lnTo>
                      <a:pt x="685" y="682"/>
                    </a:lnTo>
                    <a:lnTo>
                      <a:pt x="698" y="682"/>
                    </a:lnTo>
                    <a:lnTo>
                      <a:pt x="708" y="682"/>
                    </a:lnTo>
                    <a:lnTo>
                      <a:pt x="718" y="682"/>
                    </a:lnTo>
                    <a:lnTo>
                      <a:pt x="726" y="682"/>
                    </a:lnTo>
                    <a:lnTo>
                      <a:pt x="733" y="682"/>
                    </a:lnTo>
                    <a:lnTo>
                      <a:pt x="741" y="681"/>
                    </a:lnTo>
                    <a:lnTo>
                      <a:pt x="746" y="681"/>
                    </a:lnTo>
                    <a:lnTo>
                      <a:pt x="751" y="681"/>
                    </a:lnTo>
                    <a:lnTo>
                      <a:pt x="757" y="681"/>
                    </a:lnTo>
                    <a:lnTo>
                      <a:pt x="761" y="681"/>
                    </a:lnTo>
                    <a:lnTo>
                      <a:pt x="765" y="680"/>
                    </a:lnTo>
                    <a:lnTo>
                      <a:pt x="770" y="680"/>
                    </a:lnTo>
                    <a:lnTo>
                      <a:pt x="775" y="680"/>
                    </a:lnTo>
                    <a:lnTo>
                      <a:pt x="780" y="679"/>
                    </a:lnTo>
                    <a:lnTo>
                      <a:pt x="785" y="679"/>
                    </a:lnTo>
                    <a:lnTo>
                      <a:pt x="788" y="679"/>
                    </a:lnTo>
                    <a:lnTo>
                      <a:pt x="792" y="679"/>
                    </a:lnTo>
                    <a:lnTo>
                      <a:pt x="796" y="678"/>
                    </a:lnTo>
                    <a:lnTo>
                      <a:pt x="800" y="678"/>
                    </a:lnTo>
                    <a:lnTo>
                      <a:pt x="803" y="678"/>
                    </a:lnTo>
                    <a:lnTo>
                      <a:pt x="806" y="678"/>
                    </a:lnTo>
                    <a:lnTo>
                      <a:pt x="808" y="678"/>
                    </a:lnTo>
                    <a:lnTo>
                      <a:pt x="811" y="677"/>
                    </a:lnTo>
                    <a:lnTo>
                      <a:pt x="814" y="677"/>
                    </a:lnTo>
                    <a:lnTo>
                      <a:pt x="817" y="677"/>
                    </a:lnTo>
                    <a:lnTo>
                      <a:pt x="819" y="677"/>
                    </a:lnTo>
                    <a:lnTo>
                      <a:pt x="822" y="677"/>
                    </a:lnTo>
                    <a:lnTo>
                      <a:pt x="824" y="676"/>
                    </a:lnTo>
                    <a:lnTo>
                      <a:pt x="826" y="676"/>
                    </a:lnTo>
                    <a:lnTo>
                      <a:pt x="829" y="676"/>
                    </a:lnTo>
                    <a:lnTo>
                      <a:pt x="831" y="676"/>
                    </a:lnTo>
                    <a:lnTo>
                      <a:pt x="835" y="675"/>
                    </a:lnTo>
                    <a:lnTo>
                      <a:pt x="837" y="675"/>
                    </a:lnTo>
                    <a:lnTo>
                      <a:pt x="839" y="675"/>
                    </a:lnTo>
                    <a:lnTo>
                      <a:pt x="842" y="674"/>
                    </a:lnTo>
                    <a:lnTo>
                      <a:pt x="844" y="674"/>
                    </a:lnTo>
                    <a:lnTo>
                      <a:pt x="847" y="674"/>
                    </a:lnTo>
                    <a:lnTo>
                      <a:pt x="850" y="673"/>
                    </a:lnTo>
                    <a:lnTo>
                      <a:pt x="854" y="673"/>
                    </a:lnTo>
                    <a:lnTo>
                      <a:pt x="857" y="671"/>
                    </a:lnTo>
                    <a:lnTo>
                      <a:pt x="860" y="671"/>
                    </a:lnTo>
                    <a:lnTo>
                      <a:pt x="864" y="670"/>
                    </a:lnTo>
                    <a:lnTo>
                      <a:pt x="868" y="670"/>
                    </a:lnTo>
                    <a:lnTo>
                      <a:pt x="874" y="669"/>
                    </a:lnTo>
                    <a:lnTo>
                      <a:pt x="878" y="669"/>
                    </a:lnTo>
                    <a:lnTo>
                      <a:pt x="882" y="668"/>
                    </a:lnTo>
                    <a:lnTo>
                      <a:pt x="886" y="667"/>
                    </a:lnTo>
                    <a:lnTo>
                      <a:pt x="891" y="667"/>
                    </a:lnTo>
                    <a:lnTo>
                      <a:pt x="894" y="666"/>
                    </a:lnTo>
                    <a:lnTo>
                      <a:pt x="898" y="666"/>
                    </a:lnTo>
                    <a:lnTo>
                      <a:pt x="901" y="666"/>
                    </a:lnTo>
                    <a:lnTo>
                      <a:pt x="904" y="665"/>
                    </a:lnTo>
                    <a:lnTo>
                      <a:pt x="907" y="665"/>
                    </a:lnTo>
                    <a:lnTo>
                      <a:pt x="910" y="664"/>
                    </a:lnTo>
                    <a:lnTo>
                      <a:pt x="913" y="664"/>
                    </a:lnTo>
                    <a:lnTo>
                      <a:pt x="915" y="663"/>
                    </a:lnTo>
                    <a:lnTo>
                      <a:pt x="919" y="663"/>
                    </a:lnTo>
                    <a:lnTo>
                      <a:pt x="921" y="662"/>
                    </a:lnTo>
                    <a:lnTo>
                      <a:pt x="924" y="662"/>
                    </a:lnTo>
                    <a:lnTo>
                      <a:pt x="926" y="661"/>
                    </a:lnTo>
                    <a:lnTo>
                      <a:pt x="928" y="661"/>
                    </a:lnTo>
                    <a:lnTo>
                      <a:pt x="932" y="660"/>
                    </a:lnTo>
                    <a:lnTo>
                      <a:pt x="934" y="660"/>
                    </a:lnTo>
                    <a:lnTo>
                      <a:pt x="936" y="659"/>
                    </a:lnTo>
                    <a:lnTo>
                      <a:pt x="939" y="658"/>
                    </a:lnTo>
                    <a:lnTo>
                      <a:pt x="942" y="658"/>
                    </a:lnTo>
                    <a:lnTo>
                      <a:pt x="944" y="657"/>
                    </a:lnTo>
                    <a:lnTo>
                      <a:pt x="947" y="656"/>
                    </a:lnTo>
                    <a:lnTo>
                      <a:pt x="951" y="655"/>
                    </a:lnTo>
                    <a:lnTo>
                      <a:pt x="954" y="652"/>
                    </a:lnTo>
                    <a:lnTo>
                      <a:pt x="958" y="651"/>
                    </a:lnTo>
                    <a:lnTo>
                      <a:pt x="961" y="650"/>
                    </a:lnTo>
                    <a:lnTo>
                      <a:pt x="966" y="649"/>
                    </a:lnTo>
                    <a:lnTo>
                      <a:pt x="971" y="648"/>
                    </a:lnTo>
                    <a:lnTo>
                      <a:pt x="975" y="646"/>
                    </a:lnTo>
                    <a:lnTo>
                      <a:pt x="980" y="645"/>
                    </a:lnTo>
                    <a:lnTo>
                      <a:pt x="985" y="643"/>
                    </a:lnTo>
                    <a:lnTo>
                      <a:pt x="991" y="642"/>
                    </a:lnTo>
                    <a:lnTo>
                      <a:pt x="995" y="640"/>
                    </a:lnTo>
                    <a:lnTo>
                      <a:pt x="999" y="639"/>
                    </a:lnTo>
                    <a:lnTo>
                      <a:pt x="1003" y="638"/>
                    </a:lnTo>
                    <a:lnTo>
                      <a:pt x="1009" y="636"/>
                    </a:lnTo>
                    <a:lnTo>
                      <a:pt x="1013" y="635"/>
                    </a:lnTo>
                    <a:lnTo>
                      <a:pt x="1016" y="633"/>
                    </a:lnTo>
                    <a:lnTo>
                      <a:pt x="1019" y="632"/>
                    </a:lnTo>
                    <a:lnTo>
                      <a:pt x="1022" y="631"/>
                    </a:lnTo>
                    <a:lnTo>
                      <a:pt x="1026" y="630"/>
                    </a:lnTo>
                    <a:lnTo>
                      <a:pt x="1029" y="629"/>
                    </a:lnTo>
                    <a:lnTo>
                      <a:pt x="1032" y="628"/>
                    </a:lnTo>
                    <a:lnTo>
                      <a:pt x="1034" y="628"/>
                    </a:lnTo>
                    <a:lnTo>
                      <a:pt x="1037" y="627"/>
                    </a:lnTo>
                    <a:lnTo>
                      <a:pt x="1039" y="626"/>
                    </a:lnTo>
                    <a:lnTo>
                      <a:pt x="1041" y="625"/>
                    </a:lnTo>
                    <a:lnTo>
                      <a:pt x="1044" y="624"/>
                    </a:lnTo>
                    <a:lnTo>
                      <a:pt x="1047" y="623"/>
                    </a:lnTo>
                    <a:lnTo>
                      <a:pt x="1049" y="622"/>
                    </a:lnTo>
                    <a:lnTo>
                      <a:pt x="1052" y="621"/>
                    </a:lnTo>
                    <a:lnTo>
                      <a:pt x="1055" y="620"/>
                    </a:lnTo>
                    <a:lnTo>
                      <a:pt x="1058" y="619"/>
                    </a:lnTo>
                    <a:lnTo>
                      <a:pt x="1060" y="617"/>
                    </a:lnTo>
                    <a:lnTo>
                      <a:pt x="1063" y="616"/>
                    </a:lnTo>
                    <a:lnTo>
                      <a:pt x="1067" y="615"/>
                    </a:lnTo>
                    <a:lnTo>
                      <a:pt x="1070" y="612"/>
                    </a:lnTo>
                    <a:lnTo>
                      <a:pt x="1073" y="611"/>
                    </a:lnTo>
                    <a:lnTo>
                      <a:pt x="1076" y="609"/>
                    </a:lnTo>
                    <a:lnTo>
                      <a:pt x="1080" y="607"/>
                    </a:lnTo>
                    <a:lnTo>
                      <a:pt x="1085" y="605"/>
                    </a:lnTo>
                    <a:lnTo>
                      <a:pt x="1089" y="603"/>
                    </a:lnTo>
                    <a:lnTo>
                      <a:pt x="1093" y="601"/>
                    </a:lnTo>
                    <a:lnTo>
                      <a:pt x="1097" y="599"/>
                    </a:lnTo>
                    <a:lnTo>
                      <a:pt x="1102" y="597"/>
                    </a:lnTo>
                    <a:lnTo>
                      <a:pt x="1107" y="594"/>
                    </a:lnTo>
                    <a:lnTo>
                      <a:pt x="1110" y="592"/>
                    </a:lnTo>
                    <a:lnTo>
                      <a:pt x="1114" y="590"/>
                    </a:lnTo>
                    <a:lnTo>
                      <a:pt x="1117" y="589"/>
                    </a:lnTo>
                    <a:lnTo>
                      <a:pt x="1120" y="587"/>
                    </a:lnTo>
                    <a:lnTo>
                      <a:pt x="1123" y="586"/>
                    </a:lnTo>
                    <a:lnTo>
                      <a:pt x="1126" y="584"/>
                    </a:lnTo>
                    <a:lnTo>
                      <a:pt x="1129" y="583"/>
                    </a:lnTo>
                    <a:lnTo>
                      <a:pt x="1131" y="582"/>
                    </a:lnTo>
                    <a:lnTo>
                      <a:pt x="1133" y="581"/>
                    </a:lnTo>
                    <a:lnTo>
                      <a:pt x="1135" y="580"/>
                    </a:lnTo>
                    <a:lnTo>
                      <a:pt x="1138" y="578"/>
                    </a:lnTo>
                    <a:lnTo>
                      <a:pt x="1140" y="577"/>
                    </a:lnTo>
                    <a:lnTo>
                      <a:pt x="1144" y="576"/>
                    </a:lnTo>
                    <a:lnTo>
                      <a:pt x="1146" y="574"/>
                    </a:lnTo>
                    <a:lnTo>
                      <a:pt x="1148" y="573"/>
                    </a:lnTo>
                    <a:lnTo>
                      <a:pt x="1150" y="572"/>
                    </a:lnTo>
                    <a:lnTo>
                      <a:pt x="1152" y="571"/>
                    </a:lnTo>
                    <a:lnTo>
                      <a:pt x="1154" y="570"/>
                    </a:lnTo>
                    <a:lnTo>
                      <a:pt x="1157" y="568"/>
                    </a:lnTo>
                    <a:lnTo>
                      <a:pt x="1159" y="567"/>
                    </a:lnTo>
                    <a:lnTo>
                      <a:pt x="1162" y="566"/>
                    </a:lnTo>
                    <a:lnTo>
                      <a:pt x="1165" y="564"/>
                    </a:lnTo>
                    <a:lnTo>
                      <a:pt x="1168" y="562"/>
                    </a:lnTo>
                    <a:lnTo>
                      <a:pt x="1170" y="560"/>
                    </a:lnTo>
                    <a:lnTo>
                      <a:pt x="1174" y="559"/>
                    </a:lnTo>
                    <a:lnTo>
                      <a:pt x="1177" y="557"/>
                    </a:lnTo>
                    <a:lnTo>
                      <a:pt x="1181" y="554"/>
                    </a:lnTo>
                    <a:lnTo>
                      <a:pt x="1185" y="552"/>
                    </a:lnTo>
                    <a:lnTo>
                      <a:pt x="1189" y="550"/>
                    </a:lnTo>
                    <a:lnTo>
                      <a:pt x="1193" y="548"/>
                    </a:lnTo>
                    <a:lnTo>
                      <a:pt x="1197" y="546"/>
                    </a:lnTo>
                    <a:lnTo>
                      <a:pt x="1201" y="544"/>
                    </a:lnTo>
                    <a:lnTo>
                      <a:pt x="1204" y="542"/>
                    </a:lnTo>
                    <a:lnTo>
                      <a:pt x="1207" y="540"/>
                    </a:lnTo>
                    <a:lnTo>
                      <a:pt x="1210" y="539"/>
                    </a:lnTo>
                    <a:lnTo>
                      <a:pt x="1213" y="536"/>
                    </a:lnTo>
                    <a:lnTo>
                      <a:pt x="1215" y="535"/>
                    </a:lnTo>
                    <a:lnTo>
                      <a:pt x="1217" y="534"/>
                    </a:lnTo>
                    <a:lnTo>
                      <a:pt x="1221" y="532"/>
                    </a:lnTo>
                    <a:lnTo>
                      <a:pt x="1223" y="531"/>
                    </a:lnTo>
                    <a:lnTo>
                      <a:pt x="1225" y="530"/>
                    </a:lnTo>
                    <a:lnTo>
                      <a:pt x="1227" y="529"/>
                    </a:lnTo>
                    <a:lnTo>
                      <a:pt x="1228" y="528"/>
                    </a:lnTo>
                    <a:lnTo>
                      <a:pt x="1230" y="527"/>
                    </a:lnTo>
                    <a:lnTo>
                      <a:pt x="1232" y="526"/>
                    </a:lnTo>
                    <a:lnTo>
                      <a:pt x="1235" y="525"/>
                    </a:lnTo>
                    <a:lnTo>
                      <a:pt x="1236" y="523"/>
                    </a:lnTo>
                    <a:lnTo>
                      <a:pt x="1239" y="522"/>
                    </a:lnTo>
                    <a:lnTo>
                      <a:pt x="1241" y="521"/>
                    </a:lnTo>
                    <a:lnTo>
                      <a:pt x="1243" y="520"/>
                    </a:lnTo>
                    <a:lnTo>
                      <a:pt x="1245" y="518"/>
                    </a:lnTo>
                    <a:lnTo>
                      <a:pt x="1246" y="516"/>
                    </a:lnTo>
                    <a:lnTo>
                      <a:pt x="1248" y="515"/>
                    </a:lnTo>
                    <a:lnTo>
                      <a:pt x="1250" y="513"/>
                    </a:lnTo>
                    <a:lnTo>
                      <a:pt x="1253" y="512"/>
                    </a:lnTo>
                    <a:lnTo>
                      <a:pt x="1255" y="511"/>
                    </a:lnTo>
                    <a:lnTo>
                      <a:pt x="1257" y="509"/>
                    </a:lnTo>
                    <a:lnTo>
                      <a:pt x="1261" y="507"/>
                    </a:lnTo>
                    <a:lnTo>
                      <a:pt x="1263" y="506"/>
                    </a:lnTo>
                    <a:lnTo>
                      <a:pt x="1266" y="504"/>
                    </a:lnTo>
                    <a:lnTo>
                      <a:pt x="1269" y="502"/>
                    </a:lnTo>
                    <a:lnTo>
                      <a:pt x="1272" y="500"/>
                    </a:lnTo>
                    <a:lnTo>
                      <a:pt x="1275" y="497"/>
                    </a:lnTo>
                    <a:lnTo>
                      <a:pt x="1280" y="495"/>
                    </a:lnTo>
                    <a:lnTo>
                      <a:pt x="1282" y="494"/>
                    </a:lnTo>
                    <a:lnTo>
                      <a:pt x="1285" y="492"/>
                    </a:lnTo>
                    <a:lnTo>
                      <a:pt x="1287" y="491"/>
                    </a:lnTo>
                    <a:lnTo>
                      <a:pt x="1289" y="489"/>
                    </a:lnTo>
                    <a:lnTo>
                      <a:pt x="1291" y="488"/>
                    </a:lnTo>
                    <a:lnTo>
                      <a:pt x="1293" y="487"/>
                    </a:lnTo>
                    <a:lnTo>
                      <a:pt x="1295" y="486"/>
                    </a:lnTo>
                    <a:lnTo>
                      <a:pt x="1296" y="485"/>
                    </a:lnTo>
                    <a:lnTo>
                      <a:pt x="1299" y="484"/>
                    </a:lnTo>
                    <a:lnTo>
                      <a:pt x="1300" y="482"/>
                    </a:lnTo>
                    <a:lnTo>
                      <a:pt x="1302" y="482"/>
                    </a:lnTo>
                    <a:lnTo>
                      <a:pt x="1303" y="481"/>
                    </a:lnTo>
                    <a:lnTo>
                      <a:pt x="1304" y="480"/>
                    </a:lnTo>
                    <a:lnTo>
                      <a:pt x="1306" y="479"/>
                    </a:lnTo>
                    <a:lnTo>
                      <a:pt x="1307" y="477"/>
                    </a:lnTo>
                    <a:lnTo>
                      <a:pt x="1308" y="476"/>
                    </a:lnTo>
                    <a:lnTo>
                      <a:pt x="1310" y="475"/>
                    </a:lnTo>
                    <a:lnTo>
                      <a:pt x="1311" y="474"/>
                    </a:lnTo>
                    <a:lnTo>
                      <a:pt x="1312" y="472"/>
                    </a:lnTo>
                    <a:lnTo>
                      <a:pt x="1313" y="471"/>
                    </a:lnTo>
                    <a:lnTo>
                      <a:pt x="1315" y="470"/>
                    </a:lnTo>
                    <a:lnTo>
                      <a:pt x="1317" y="469"/>
                    </a:lnTo>
                    <a:lnTo>
                      <a:pt x="1319" y="468"/>
                    </a:lnTo>
                    <a:lnTo>
                      <a:pt x="1320" y="466"/>
                    </a:lnTo>
                    <a:lnTo>
                      <a:pt x="1322" y="465"/>
                    </a:lnTo>
                    <a:lnTo>
                      <a:pt x="1325" y="464"/>
                    </a:lnTo>
                    <a:lnTo>
                      <a:pt x="1327" y="462"/>
                    </a:lnTo>
                    <a:lnTo>
                      <a:pt x="1329" y="461"/>
                    </a:lnTo>
                    <a:lnTo>
                      <a:pt x="1331" y="458"/>
                    </a:lnTo>
                    <a:lnTo>
                      <a:pt x="1333" y="456"/>
                    </a:lnTo>
                    <a:lnTo>
                      <a:pt x="1336" y="455"/>
                    </a:lnTo>
                    <a:lnTo>
                      <a:pt x="1338" y="453"/>
                    </a:lnTo>
                    <a:lnTo>
                      <a:pt x="1339" y="452"/>
                    </a:lnTo>
                    <a:lnTo>
                      <a:pt x="1341" y="450"/>
                    </a:lnTo>
                    <a:lnTo>
                      <a:pt x="1343" y="449"/>
                    </a:lnTo>
                    <a:lnTo>
                      <a:pt x="1344" y="448"/>
                    </a:lnTo>
                    <a:lnTo>
                      <a:pt x="1346" y="447"/>
                    </a:lnTo>
                    <a:lnTo>
                      <a:pt x="1347" y="446"/>
                    </a:lnTo>
                    <a:lnTo>
                      <a:pt x="1348" y="445"/>
                    </a:lnTo>
                    <a:lnTo>
                      <a:pt x="1350" y="444"/>
                    </a:lnTo>
                    <a:lnTo>
                      <a:pt x="1351" y="443"/>
                    </a:lnTo>
                    <a:lnTo>
                      <a:pt x="1352" y="442"/>
                    </a:lnTo>
                    <a:lnTo>
                      <a:pt x="1353" y="441"/>
                    </a:lnTo>
                    <a:lnTo>
                      <a:pt x="1354" y="440"/>
                    </a:lnTo>
                    <a:lnTo>
                      <a:pt x="1357" y="438"/>
                    </a:lnTo>
                    <a:lnTo>
                      <a:pt x="1358" y="438"/>
                    </a:lnTo>
                    <a:lnTo>
                      <a:pt x="1359" y="437"/>
                    </a:lnTo>
                    <a:lnTo>
                      <a:pt x="1360" y="436"/>
                    </a:lnTo>
                    <a:lnTo>
                      <a:pt x="1361" y="435"/>
                    </a:lnTo>
                    <a:lnTo>
                      <a:pt x="1363" y="434"/>
                    </a:lnTo>
                    <a:lnTo>
                      <a:pt x="1364" y="433"/>
                    </a:lnTo>
                    <a:lnTo>
                      <a:pt x="1365" y="432"/>
                    </a:lnTo>
                    <a:lnTo>
                      <a:pt x="1367" y="431"/>
                    </a:lnTo>
                    <a:lnTo>
                      <a:pt x="1370" y="430"/>
                    </a:lnTo>
                    <a:lnTo>
                      <a:pt x="1371" y="429"/>
                    </a:lnTo>
                    <a:lnTo>
                      <a:pt x="1373" y="427"/>
                    </a:lnTo>
                    <a:lnTo>
                      <a:pt x="1376" y="425"/>
                    </a:lnTo>
                    <a:lnTo>
                      <a:pt x="1378" y="424"/>
                    </a:lnTo>
                    <a:lnTo>
                      <a:pt x="1380" y="422"/>
                    </a:lnTo>
                    <a:lnTo>
                      <a:pt x="1382" y="421"/>
                    </a:lnTo>
                    <a:lnTo>
                      <a:pt x="1385" y="418"/>
                    </a:lnTo>
                    <a:lnTo>
                      <a:pt x="1387" y="417"/>
                    </a:lnTo>
                    <a:lnTo>
                      <a:pt x="1389" y="415"/>
                    </a:lnTo>
                    <a:lnTo>
                      <a:pt x="1392" y="414"/>
                    </a:lnTo>
                    <a:lnTo>
                      <a:pt x="1395" y="412"/>
                    </a:lnTo>
                    <a:lnTo>
                      <a:pt x="1397" y="411"/>
                    </a:lnTo>
                    <a:lnTo>
                      <a:pt x="1398" y="410"/>
                    </a:lnTo>
                    <a:lnTo>
                      <a:pt x="1400" y="408"/>
                    </a:lnTo>
                    <a:lnTo>
                      <a:pt x="1402" y="407"/>
                    </a:lnTo>
                    <a:lnTo>
                      <a:pt x="1403" y="406"/>
                    </a:lnTo>
                    <a:lnTo>
                      <a:pt x="1405" y="405"/>
                    </a:lnTo>
                    <a:lnTo>
                      <a:pt x="1406" y="404"/>
                    </a:lnTo>
                    <a:lnTo>
                      <a:pt x="1407" y="403"/>
                    </a:lnTo>
                    <a:lnTo>
                      <a:pt x="1409" y="402"/>
                    </a:lnTo>
                    <a:lnTo>
                      <a:pt x="1410" y="400"/>
                    </a:lnTo>
                    <a:lnTo>
                      <a:pt x="1411" y="399"/>
                    </a:lnTo>
                    <a:lnTo>
                      <a:pt x="1415" y="398"/>
                    </a:lnTo>
                    <a:lnTo>
                      <a:pt x="1416" y="396"/>
                    </a:lnTo>
                    <a:lnTo>
                      <a:pt x="1417" y="395"/>
                    </a:lnTo>
                    <a:lnTo>
                      <a:pt x="1419" y="394"/>
                    </a:lnTo>
                    <a:lnTo>
                      <a:pt x="1420" y="393"/>
                    </a:lnTo>
                    <a:lnTo>
                      <a:pt x="1421" y="391"/>
                    </a:lnTo>
                    <a:lnTo>
                      <a:pt x="1423" y="390"/>
                    </a:lnTo>
                    <a:lnTo>
                      <a:pt x="1424" y="388"/>
                    </a:lnTo>
                    <a:lnTo>
                      <a:pt x="1426" y="387"/>
                    </a:lnTo>
                    <a:lnTo>
                      <a:pt x="1428" y="385"/>
                    </a:lnTo>
                    <a:lnTo>
                      <a:pt x="1429" y="382"/>
                    </a:lnTo>
                    <a:lnTo>
                      <a:pt x="1431" y="379"/>
                    </a:lnTo>
                    <a:lnTo>
                      <a:pt x="1434" y="377"/>
                    </a:lnTo>
                    <a:lnTo>
                      <a:pt x="1436" y="374"/>
                    </a:lnTo>
                    <a:lnTo>
                      <a:pt x="1439" y="372"/>
                    </a:lnTo>
                    <a:lnTo>
                      <a:pt x="1441" y="369"/>
                    </a:lnTo>
                    <a:lnTo>
                      <a:pt x="1444" y="367"/>
                    </a:lnTo>
                    <a:lnTo>
                      <a:pt x="1446" y="364"/>
                    </a:lnTo>
                    <a:lnTo>
                      <a:pt x="1449" y="360"/>
                    </a:lnTo>
                    <a:lnTo>
                      <a:pt x="1452" y="358"/>
                    </a:lnTo>
                    <a:lnTo>
                      <a:pt x="1454" y="356"/>
                    </a:lnTo>
                    <a:lnTo>
                      <a:pt x="1456" y="354"/>
                    </a:lnTo>
                    <a:lnTo>
                      <a:pt x="1458" y="352"/>
                    </a:lnTo>
                    <a:lnTo>
                      <a:pt x="1461" y="350"/>
                    </a:lnTo>
                    <a:lnTo>
                      <a:pt x="1463" y="348"/>
                    </a:lnTo>
                    <a:lnTo>
                      <a:pt x="1464" y="346"/>
                    </a:lnTo>
                    <a:lnTo>
                      <a:pt x="1466" y="344"/>
                    </a:lnTo>
                    <a:lnTo>
                      <a:pt x="1467" y="343"/>
                    </a:lnTo>
                    <a:lnTo>
                      <a:pt x="1469" y="340"/>
                    </a:lnTo>
                    <a:lnTo>
                      <a:pt x="1470" y="338"/>
                    </a:lnTo>
                    <a:lnTo>
                      <a:pt x="1473" y="336"/>
                    </a:lnTo>
                    <a:lnTo>
                      <a:pt x="1474" y="334"/>
                    </a:lnTo>
                    <a:lnTo>
                      <a:pt x="1476" y="333"/>
                    </a:lnTo>
                    <a:lnTo>
                      <a:pt x="1477" y="331"/>
                    </a:lnTo>
                    <a:lnTo>
                      <a:pt x="1479" y="329"/>
                    </a:lnTo>
                    <a:lnTo>
                      <a:pt x="1480" y="327"/>
                    </a:lnTo>
                    <a:lnTo>
                      <a:pt x="1482" y="326"/>
                    </a:lnTo>
                    <a:lnTo>
                      <a:pt x="1483" y="324"/>
                    </a:lnTo>
                    <a:lnTo>
                      <a:pt x="1485" y="321"/>
                    </a:lnTo>
                    <a:lnTo>
                      <a:pt x="1487" y="319"/>
                    </a:lnTo>
                    <a:lnTo>
                      <a:pt x="1489" y="316"/>
                    </a:lnTo>
                    <a:lnTo>
                      <a:pt x="1492" y="314"/>
                    </a:lnTo>
                    <a:lnTo>
                      <a:pt x="1494" y="312"/>
                    </a:lnTo>
                    <a:lnTo>
                      <a:pt x="1496" y="309"/>
                    </a:lnTo>
                    <a:lnTo>
                      <a:pt x="1498" y="306"/>
                    </a:lnTo>
                    <a:lnTo>
                      <a:pt x="1501" y="302"/>
                    </a:lnTo>
                    <a:lnTo>
                      <a:pt x="1505" y="299"/>
                    </a:lnTo>
                    <a:lnTo>
                      <a:pt x="1507" y="295"/>
                    </a:lnTo>
                    <a:lnTo>
                      <a:pt x="1512" y="291"/>
                    </a:lnTo>
                    <a:lnTo>
                      <a:pt x="1515" y="287"/>
                    </a:lnTo>
                    <a:lnTo>
                      <a:pt x="1517" y="283"/>
                    </a:lnTo>
                    <a:lnTo>
                      <a:pt x="1520" y="280"/>
                    </a:lnTo>
                    <a:lnTo>
                      <a:pt x="1523" y="277"/>
                    </a:lnTo>
                    <a:lnTo>
                      <a:pt x="1525" y="274"/>
                    </a:lnTo>
                    <a:lnTo>
                      <a:pt x="1527" y="271"/>
                    </a:lnTo>
                    <a:lnTo>
                      <a:pt x="1530" y="268"/>
                    </a:lnTo>
                    <a:lnTo>
                      <a:pt x="1532" y="266"/>
                    </a:lnTo>
                    <a:lnTo>
                      <a:pt x="1534" y="263"/>
                    </a:lnTo>
                    <a:lnTo>
                      <a:pt x="1536" y="260"/>
                    </a:lnTo>
                    <a:lnTo>
                      <a:pt x="1538" y="258"/>
                    </a:lnTo>
                    <a:lnTo>
                      <a:pt x="1539" y="256"/>
                    </a:lnTo>
                    <a:lnTo>
                      <a:pt x="1541" y="254"/>
                    </a:lnTo>
                    <a:lnTo>
                      <a:pt x="1543" y="252"/>
                    </a:lnTo>
                    <a:lnTo>
                      <a:pt x="1544" y="250"/>
                    </a:lnTo>
                    <a:lnTo>
                      <a:pt x="1546" y="247"/>
                    </a:lnTo>
                    <a:lnTo>
                      <a:pt x="1547" y="244"/>
                    </a:lnTo>
                    <a:lnTo>
                      <a:pt x="1551" y="242"/>
                    </a:lnTo>
                    <a:lnTo>
                      <a:pt x="1552" y="240"/>
                    </a:lnTo>
                    <a:lnTo>
                      <a:pt x="1554" y="238"/>
                    </a:lnTo>
                    <a:lnTo>
                      <a:pt x="1556" y="235"/>
                    </a:lnTo>
                    <a:lnTo>
                      <a:pt x="1557" y="233"/>
                    </a:lnTo>
                    <a:lnTo>
                      <a:pt x="1559" y="231"/>
                    </a:lnTo>
                    <a:lnTo>
                      <a:pt x="1561" y="228"/>
                    </a:lnTo>
                    <a:lnTo>
                      <a:pt x="1563" y="224"/>
                    </a:lnTo>
                    <a:lnTo>
                      <a:pt x="1565" y="221"/>
                    </a:lnTo>
                    <a:lnTo>
                      <a:pt x="1569" y="218"/>
                    </a:lnTo>
                    <a:lnTo>
                      <a:pt x="1571" y="215"/>
                    </a:lnTo>
                    <a:lnTo>
                      <a:pt x="1574" y="211"/>
                    </a:lnTo>
                    <a:lnTo>
                      <a:pt x="1576" y="208"/>
                    </a:lnTo>
                    <a:lnTo>
                      <a:pt x="1579" y="203"/>
                    </a:lnTo>
                    <a:lnTo>
                      <a:pt x="1582" y="197"/>
                    </a:lnTo>
                    <a:lnTo>
                      <a:pt x="1585" y="193"/>
                    </a:lnTo>
                    <a:lnTo>
                      <a:pt x="1589" y="189"/>
                    </a:lnTo>
                    <a:lnTo>
                      <a:pt x="1592" y="184"/>
                    </a:lnTo>
                    <a:lnTo>
                      <a:pt x="1595" y="181"/>
                    </a:lnTo>
                    <a:lnTo>
                      <a:pt x="1598" y="178"/>
                    </a:lnTo>
                    <a:lnTo>
                      <a:pt x="1600" y="174"/>
                    </a:lnTo>
                    <a:lnTo>
                      <a:pt x="1602" y="171"/>
                    </a:lnTo>
                    <a:lnTo>
                      <a:pt x="1604" y="169"/>
                    </a:lnTo>
                    <a:lnTo>
                      <a:pt x="1607" y="165"/>
                    </a:lnTo>
                    <a:lnTo>
                      <a:pt x="1609" y="162"/>
                    </a:lnTo>
                    <a:lnTo>
                      <a:pt x="1610" y="160"/>
                    </a:lnTo>
                    <a:lnTo>
                      <a:pt x="1612" y="156"/>
                    </a:lnTo>
                    <a:lnTo>
                      <a:pt x="1614" y="154"/>
                    </a:lnTo>
                    <a:lnTo>
                      <a:pt x="1615" y="152"/>
                    </a:lnTo>
                    <a:lnTo>
                      <a:pt x="1617" y="150"/>
                    </a:lnTo>
                    <a:lnTo>
                      <a:pt x="1618" y="146"/>
                    </a:lnTo>
                    <a:lnTo>
                      <a:pt x="1620" y="144"/>
                    </a:lnTo>
                    <a:lnTo>
                      <a:pt x="1622" y="142"/>
                    </a:lnTo>
                    <a:lnTo>
                      <a:pt x="1623" y="140"/>
                    </a:lnTo>
                    <a:lnTo>
                      <a:pt x="1625" y="137"/>
                    </a:lnTo>
                    <a:lnTo>
                      <a:pt x="1628" y="135"/>
                    </a:lnTo>
                    <a:lnTo>
                      <a:pt x="1630" y="132"/>
                    </a:lnTo>
                    <a:lnTo>
                      <a:pt x="1632" y="130"/>
                    </a:lnTo>
                    <a:lnTo>
                      <a:pt x="1634" y="126"/>
                    </a:lnTo>
                    <a:lnTo>
                      <a:pt x="1636" y="123"/>
                    </a:lnTo>
                    <a:lnTo>
                      <a:pt x="1638" y="120"/>
                    </a:lnTo>
                    <a:lnTo>
                      <a:pt x="1641" y="117"/>
                    </a:lnTo>
                    <a:lnTo>
                      <a:pt x="1644" y="112"/>
                    </a:lnTo>
                    <a:lnTo>
                      <a:pt x="1647" y="107"/>
                    </a:lnTo>
                    <a:lnTo>
                      <a:pt x="1650" y="104"/>
                    </a:lnTo>
                    <a:lnTo>
                      <a:pt x="1653" y="99"/>
                    </a:lnTo>
                    <a:lnTo>
                      <a:pt x="1656" y="95"/>
                    </a:lnTo>
                    <a:lnTo>
                      <a:pt x="1660" y="91"/>
                    </a:lnTo>
                    <a:lnTo>
                      <a:pt x="1663" y="86"/>
                    </a:lnTo>
                    <a:lnTo>
                      <a:pt x="1666" y="82"/>
                    </a:lnTo>
                    <a:lnTo>
                      <a:pt x="1669" y="78"/>
                    </a:lnTo>
                    <a:lnTo>
                      <a:pt x="1672" y="75"/>
                    </a:lnTo>
                    <a:lnTo>
                      <a:pt x="1674" y="72"/>
                    </a:lnTo>
                    <a:lnTo>
                      <a:pt x="1676" y="68"/>
                    </a:lnTo>
                    <a:lnTo>
                      <a:pt x="1678" y="64"/>
                    </a:lnTo>
                    <a:lnTo>
                      <a:pt x="1680" y="61"/>
                    </a:lnTo>
                    <a:lnTo>
                      <a:pt x="1682" y="58"/>
                    </a:lnTo>
                    <a:lnTo>
                      <a:pt x="1686" y="56"/>
                    </a:lnTo>
                    <a:lnTo>
                      <a:pt x="1687" y="54"/>
                    </a:lnTo>
                    <a:lnTo>
                      <a:pt x="1689" y="50"/>
                    </a:lnTo>
                    <a:lnTo>
                      <a:pt x="1690" y="48"/>
                    </a:lnTo>
                    <a:lnTo>
                      <a:pt x="1692" y="46"/>
                    </a:lnTo>
                    <a:lnTo>
                      <a:pt x="1693" y="44"/>
                    </a:lnTo>
                    <a:lnTo>
                      <a:pt x="1694" y="42"/>
                    </a:lnTo>
                    <a:lnTo>
                      <a:pt x="1696" y="40"/>
                    </a:lnTo>
                    <a:lnTo>
                      <a:pt x="1697" y="38"/>
                    </a:lnTo>
                    <a:lnTo>
                      <a:pt x="1698" y="36"/>
                    </a:lnTo>
                    <a:lnTo>
                      <a:pt x="1700" y="34"/>
                    </a:lnTo>
                    <a:lnTo>
                      <a:pt x="1701" y="31"/>
                    </a:lnTo>
                    <a:lnTo>
                      <a:pt x="1702" y="28"/>
                    </a:lnTo>
                    <a:lnTo>
                      <a:pt x="1705" y="26"/>
                    </a:lnTo>
                    <a:lnTo>
                      <a:pt x="1706" y="23"/>
                    </a:lnTo>
                    <a:lnTo>
                      <a:pt x="1708" y="20"/>
                    </a:lnTo>
                    <a:lnTo>
                      <a:pt x="1709" y="17"/>
                    </a:lnTo>
                    <a:lnTo>
                      <a:pt x="1711" y="14"/>
                    </a:lnTo>
                    <a:lnTo>
                      <a:pt x="1713" y="10"/>
                    </a:lnTo>
                    <a:lnTo>
                      <a:pt x="1714" y="7"/>
                    </a:lnTo>
                    <a:lnTo>
                      <a:pt x="1716" y="4"/>
                    </a:lnTo>
                    <a:lnTo>
                      <a:pt x="1719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22">
                <a:extLst>
                  <a:ext uri="{FF2B5EF4-FFF2-40B4-BE49-F238E27FC236}">
                    <a16:creationId xmlns:a16="http://schemas.microsoft.com/office/drawing/2014/main" id="{A41062D8-5CCC-4018-89AA-057E7FF9C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733" y="2234852"/>
                <a:ext cx="63500" cy="219075"/>
              </a:xfrm>
              <a:custGeom>
                <a:avLst/>
                <a:gdLst>
                  <a:gd name="T0" fmla="*/ 0 w 203"/>
                  <a:gd name="T1" fmla="*/ 0 h 688"/>
                  <a:gd name="T2" fmla="*/ 0 w 203"/>
                  <a:gd name="T3" fmla="*/ 0 h 688"/>
                  <a:gd name="T4" fmla="*/ 0 w 203"/>
                  <a:gd name="T5" fmla="*/ 0 h 688"/>
                  <a:gd name="T6" fmla="*/ 0 w 203"/>
                  <a:gd name="T7" fmla="*/ 0 h 688"/>
                  <a:gd name="T8" fmla="*/ 0 w 203"/>
                  <a:gd name="T9" fmla="*/ 0 h 688"/>
                  <a:gd name="T10" fmla="*/ 0 w 203"/>
                  <a:gd name="T11" fmla="*/ 0 h 688"/>
                  <a:gd name="T12" fmla="*/ 0 w 203"/>
                  <a:gd name="T13" fmla="*/ 0 h 688"/>
                  <a:gd name="T14" fmla="*/ 0 w 203"/>
                  <a:gd name="T15" fmla="*/ 0 h 688"/>
                  <a:gd name="T16" fmla="*/ 0 w 203"/>
                  <a:gd name="T17" fmla="*/ 0 h 688"/>
                  <a:gd name="T18" fmla="*/ 0 w 203"/>
                  <a:gd name="T19" fmla="*/ 0 h 688"/>
                  <a:gd name="T20" fmla="*/ 0 w 203"/>
                  <a:gd name="T21" fmla="*/ 0 h 688"/>
                  <a:gd name="T22" fmla="*/ 0 w 203"/>
                  <a:gd name="T23" fmla="*/ 0 h 688"/>
                  <a:gd name="T24" fmla="*/ 0 w 203"/>
                  <a:gd name="T25" fmla="*/ 0 h 688"/>
                  <a:gd name="T26" fmla="*/ 0 w 203"/>
                  <a:gd name="T27" fmla="*/ 0 h 688"/>
                  <a:gd name="T28" fmla="*/ 0 w 203"/>
                  <a:gd name="T29" fmla="*/ 0 h 688"/>
                  <a:gd name="T30" fmla="*/ 0 w 203"/>
                  <a:gd name="T31" fmla="*/ 0 h 688"/>
                  <a:gd name="T32" fmla="*/ 0 w 203"/>
                  <a:gd name="T33" fmla="*/ 0 h 688"/>
                  <a:gd name="T34" fmla="*/ 0 w 203"/>
                  <a:gd name="T35" fmla="*/ 0 h 688"/>
                  <a:gd name="T36" fmla="*/ 0 w 203"/>
                  <a:gd name="T37" fmla="*/ 0 h 688"/>
                  <a:gd name="T38" fmla="*/ 0 w 203"/>
                  <a:gd name="T39" fmla="*/ 0 h 688"/>
                  <a:gd name="T40" fmla="*/ 0 w 203"/>
                  <a:gd name="T41" fmla="*/ 0 h 688"/>
                  <a:gd name="T42" fmla="*/ 0 w 203"/>
                  <a:gd name="T43" fmla="*/ 0 h 688"/>
                  <a:gd name="T44" fmla="*/ 0 w 203"/>
                  <a:gd name="T45" fmla="*/ 0 h 688"/>
                  <a:gd name="T46" fmla="*/ 0 w 203"/>
                  <a:gd name="T47" fmla="*/ 0 h 688"/>
                  <a:gd name="T48" fmla="*/ 0 w 203"/>
                  <a:gd name="T49" fmla="*/ 0 h 688"/>
                  <a:gd name="T50" fmla="*/ 0 w 203"/>
                  <a:gd name="T51" fmla="*/ 0 h 688"/>
                  <a:gd name="T52" fmla="*/ 0 w 203"/>
                  <a:gd name="T53" fmla="*/ 0 h 688"/>
                  <a:gd name="T54" fmla="*/ 0 w 203"/>
                  <a:gd name="T55" fmla="*/ 0 h 688"/>
                  <a:gd name="T56" fmla="*/ 0 w 203"/>
                  <a:gd name="T57" fmla="*/ 0 h 688"/>
                  <a:gd name="T58" fmla="*/ 0 w 203"/>
                  <a:gd name="T59" fmla="*/ 0 h 688"/>
                  <a:gd name="T60" fmla="*/ 0 w 203"/>
                  <a:gd name="T61" fmla="*/ 0 h 688"/>
                  <a:gd name="T62" fmla="*/ 0 w 203"/>
                  <a:gd name="T63" fmla="*/ 0 h 688"/>
                  <a:gd name="T64" fmla="*/ 0 w 203"/>
                  <a:gd name="T65" fmla="*/ 0 h 688"/>
                  <a:gd name="T66" fmla="*/ 0 w 203"/>
                  <a:gd name="T67" fmla="*/ 0 h 688"/>
                  <a:gd name="T68" fmla="*/ 0 w 203"/>
                  <a:gd name="T69" fmla="*/ 0 h 688"/>
                  <a:gd name="T70" fmla="*/ 0 w 203"/>
                  <a:gd name="T71" fmla="*/ 0 h 688"/>
                  <a:gd name="T72" fmla="*/ 0 w 203"/>
                  <a:gd name="T73" fmla="*/ 0 h 688"/>
                  <a:gd name="T74" fmla="*/ 0 w 203"/>
                  <a:gd name="T75" fmla="*/ 0 h 688"/>
                  <a:gd name="T76" fmla="*/ 0 w 203"/>
                  <a:gd name="T77" fmla="*/ 0 h 688"/>
                  <a:gd name="T78" fmla="*/ 0 w 203"/>
                  <a:gd name="T79" fmla="*/ 0 h 688"/>
                  <a:gd name="T80" fmla="*/ 0 w 203"/>
                  <a:gd name="T81" fmla="*/ 0 h 688"/>
                  <a:gd name="T82" fmla="*/ 0 w 203"/>
                  <a:gd name="T83" fmla="*/ 0 h 688"/>
                  <a:gd name="T84" fmla="*/ 0 w 203"/>
                  <a:gd name="T85" fmla="*/ 0 h 688"/>
                  <a:gd name="T86" fmla="*/ 0 w 203"/>
                  <a:gd name="T87" fmla="*/ 0 h 688"/>
                  <a:gd name="T88" fmla="*/ 0 w 203"/>
                  <a:gd name="T89" fmla="*/ 0 h 688"/>
                  <a:gd name="T90" fmla="*/ 0 w 203"/>
                  <a:gd name="T91" fmla="*/ 0 h 688"/>
                  <a:gd name="T92" fmla="*/ 0 w 203"/>
                  <a:gd name="T93" fmla="*/ 0 h 688"/>
                  <a:gd name="T94" fmla="*/ 0 w 203"/>
                  <a:gd name="T95" fmla="*/ 0 h 688"/>
                  <a:gd name="T96" fmla="*/ 0 w 203"/>
                  <a:gd name="T97" fmla="*/ 0 h 688"/>
                  <a:gd name="T98" fmla="*/ 0 w 203"/>
                  <a:gd name="T99" fmla="*/ 0 h 688"/>
                  <a:gd name="T100" fmla="*/ 0 w 203"/>
                  <a:gd name="T101" fmla="*/ 0 h 688"/>
                  <a:gd name="T102" fmla="*/ 0 w 203"/>
                  <a:gd name="T103" fmla="*/ 0 h 688"/>
                  <a:gd name="T104" fmla="*/ 0 w 203"/>
                  <a:gd name="T105" fmla="*/ 0 h 688"/>
                  <a:gd name="T106" fmla="*/ 0 w 203"/>
                  <a:gd name="T107" fmla="*/ 0 h 688"/>
                  <a:gd name="T108" fmla="*/ 0 w 203"/>
                  <a:gd name="T109" fmla="*/ 0 h 688"/>
                  <a:gd name="T110" fmla="*/ 0 w 203"/>
                  <a:gd name="T111" fmla="*/ 0 h 688"/>
                  <a:gd name="T112" fmla="*/ 0 w 203"/>
                  <a:gd name="T113" fmla="*/ 0 h 68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8"/>
                  <a:gd name="T173" fmla="*/ 203 w 203"/>
                  <a:gd name="T174" fmla="*/ 688 h 688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8">
                    <a:moveTo>
                      <a:pt x="0" y="0"/>
                    </a:moveTo>
                    <a:lnTo>
                      <a:pt x="4" y="8"/>
                    </a:lnTo>
                    <a:lnTo>
                      <a:pt x="8" y="15"/>
                    </a:lnTo>
                    <a:lnTo>
                      <a:pt x="12" y="22"/>
                    </a:lnTo>
                    <a:lnTo>
                      <a:pt x="15" y="28"/>
                    </a:lnTo>
                    <a:lnTo>
                      <a:pt x="19" y="34"/>
                    </a:lnTo>
                    <a:lnTo>
                      <a:pt x="22" y="39"/>
                    </a:lnTo>
                    <a:lnTo>
                      <a:pt x="24" y="45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8"/>
                    </a:lnTo>
                    <a:lnTo>
                      <a:pt x="34" y="62"/>
                    </a:lnTo>
                    <a:lnTo>
                      <a:pt x="37" y="66"/>
                    </a:lnTo>
                    <a:lnTo>
                      <a:pt x="39" y="69"/>
                    </a:lnTo>
                    <a:lnTo>
                      <a:pt x="40" y="72"/>
                    </a:lnTo>
                    <a:lnTo>
                      <a:pt x="42" y="75"/>
                    </a:lnTo>
                    <a:lnTo>
                      <a:pt x="43" y="80"/>
                    </a:lnTo>
                    <a:lnTo>
                      <a:pt x="45" y="82"/>
                    </a:lnTo>
                    <a:lnTo>
                      <a:pt x="46" y="85"/>
                    </a:lnTo>
                    <a:lnTo>
                      <a:pt x="47" y="87"/>
                    </a:lnTo>
                    <a:lnTo>
                      <a:pt x="48" y="90"/>
                    </a:lnTo>
                    <a:lnTo>
                      <a:pt x="50" y="92"/>
                    </a:lnTo>
                    <a:lnTo>
                      <a:pt x="51" y="95"/>
                    </a:lnTo>
                    <a:lnTo>
                      <a:pt x="52" y="97"/>
                    </a:lnTo>
                    <a:lnTo>
                      <a:pt x="53" y="101"/>
                    </a:lnTo>
                    <a:lnTo>
                      <a:pt x="54" y="104"/>
                    </a:lnTo>
                    <a:lnTo>
                      <a:pt x="55" y="106"/>
                    </a:lnTo>
                    <a:lnTo>
                      <a:pt x="57" y="109"/>
                    </a:lnTo>
                    <a:lnTo>
                      <a:pt x="59" y="112"/>
                    </a:lnTo>
                    <a:lnTo>
                      <a:pt x="60" y="115"/>
                    </a:lnTo>
                    <a:lnTo>
                      <a:pt x="61" y="119"/>
                    </a:lnTo>
                    <a:lnTo>
                      <a:pt x="63" y="123"/>
                    </a:lnTo>
                    <a:lnTo>
                      <a:pt x="64" y="127"/>
                    </a:lnTo>
                    <a:lnTo>
                      <a:pt x="66" y="131"/>
                    </a:lnTo>
                    <a:lnTo>
                      <a:pt x="67" y="134"/>
                    </a:lnTo>
                    <a:lnTo>
                      <a:pt x="68" y="139"/>
                    </a:lnTo>
                    <a:lnTo>
                      <a:pt x="70" y="142"/>
                    </a:lnTo>
                    <a:lnTo>
                      <a:pt x="71" y="144"/>
                    </a:lnTo>
                    <a:lnTo>
                      <a:pt x="72" y="147"/>
                    </a:lnTo>
                    <a:lnTo>
                      <a:pt x="73" y="150"/>
                    </a:lnTo>
                    <a:lnTo>
                      <a:pt x="74" y="152"/>
                    </a:lnTo>
                    <a:lnTo>
                      <a:pt x="76" y="154"/>
                    </a:lnTo>
                    <a:lnTo>
                      <a:pt x="77" y="158"/>
                    </a:lnTo>
                    <a:lnTo>
                      <a:pt x="78" y="160"/>
                    </a:lnTo>
                    <a:lnTo>
                      <a:pt x="80" y="162"/>
                    </a:lnTo>
                    <a:lnTo>
                      <a:pt x="80" y="164"/>
                    </a:lnTo>
                    <a:lnTo>
                      <a:pt x="81" y="166"/>
                    </a:lnTo>
                    <a:lnTo>
                      <a:pt x="82" y="168"/>
                    </a:lnTo>
                    <a:lnTo>
                      <a:pt x="83" y="171"/>
                    </a:lnTo>
                    <a:lnTo>
                      <a:pt x="84" y="173"/>
                    </a:lnTo>
                    <a:lnTo>
                      <a:pt x="85" y="175"/>
                    </a:lnTo>
                    <a:lnTo>
                      <a:pt x="85" y="179"/>
                    </a:lnTo>
                    <a:lnTo>
                      <a:pt x="86" y="181"/>
                    </a:lnTo>
                    <a:lnTo>
                      <a:pt x="87" y="183"/>
                    </a:lnTo>
                    <a:lnTo>
                      <a:pt x="88" y="186"/>
                    </a:lnTo>
                    <a:lnTo>
                      <a:pt x="89" y="188"/>
                    </a:lnTo>
                    <a:lnTo>
                      <a:pt x="90" y="191"/>
                    </a:lnTo>
                    <a:lnTo>
                      <a:pt x="91" y="194"/>
                    </a:lnTo>
                    <a:lnTo>
                      <a:pt x="93" y="198"/>
                    </a:lnTo>
                    <a:lnTo>
                      <a:pt x="95" y="201"/>
                    </a:lnTo>
                    <a:lnTo>
                      <a:pt x="96" y="204"/>
                    </a:lnTo>
                    <a:lnTo>
                      <a:pt x="98" y="208"/>
                    </a:lnTo>
                    <a:lnTo>
                      <a:pt x="99" y="212"/>
                    </a:lnTo>
                    <a:lnTo>
                      <a:pt x="101" y="218"/>
                    </a:lnTo>
                    <a:lnTo>
                      <a:pt x="102" y="222"/>
                    </a:lnTo>
                    <a:lnTo>
                      <a:pt x="104" y="227"/>
                    </a:lnTo>
                    <a:lnTo>
                      <a:pt x="106" y="231"/>
                    </a:lnTo>
                    <a:lnTo>
                      <a:pt x="107" y="236"/>
                    </a:lnTo>
                    <a:lnTo>
                      <a:pt x="108" y="239"/>
                    </a:lnTo>
                    <a:lnTo>
                      <a:pt x="110" y="243"/>
                    </a:lnTo>
                    <a:lnTo>
                      <a:pt x="111" y="246"/>
                    </a:lnTo>
                    <a:lnTo>
                      <a:pt x="112" y="249"/>
                    </a:lnTo>
                    <a:lnTo>
                      <a:pt x="113" y="252"/>
                    </a:lnTo>
                    <a:lnTo>
                      <a:pt x="115" y="256"/>
                    </a:lnTo>
                    <a:lnTo>
                      <a:pt x="116" y="258"/>
                    </a:lnTo>
                    <a:lnTo>
                      <a:pt x="117" y="262"/>
                    </a:lnTo>
                    <a:lnTo>
                      <a:pt x="118" y="264"/>
                    </a:lnTo>
                    <a:lnTo>
                      <a:pt x="119" y="267"/>
                    </a:lnTo>
                    <a:lnTo>
                      <a:pt x="120" y="269"/>
                    </a:lnTo>
                    <a:lnTo>
                      <a:pt x="120" y="271"/>
                    </a:lnTo>
                    <a:lnTo>
                      <a:pt x="121" y="275"/>
                    </a:lnTo>
                    <a:lnTo>
                      <a:pt x="122" y="277"/>
                    </a:lnTo>
                    <a:lnTo>
                      <a:pt x="124" y="279"/>
                    </a:lnTo>
                    <a:lnTo>
                      <a:pt x="124" y="282"/>
                    </a:lnTo>
                    <a:lnTo>
                      <a:pt x="125" y="284"/>
                    </a:lnTo>
                    <a:lnTo>
                      <a:pt x="126" y="286"/>
                    </a:lnTo>
                    <a:lnTo>
                      <a:pt x="127" y="289"/>
                    </a:lnTo>
                    <a:lnTo>
                      <a:pt x="128" y="292"/>
                    </a:lnTo>
                    <a:lnTo>
                      <a:pt x="129" y="295"/>
                    </a:lnTo>
                    <a:lnTo>
                      <a:pt x="129" y="298"/>
                    </a:lnTo>
                    <a:lnTo>
                      <a:pt x="130" y="301"/>
                    </a:lnTo>
                    <a:lnTo>
                      <a:pt x="131" y="306"/>
                    </a:lnTo>
                    <a:lnTo>
                      <a:pt x="132" y="309"/>
                    </a:lnTo>
                    <a:lnTo>
                      <a:pt x="135" y="314"/>
                    </a:lnTo>
                    <a:lnTo>
                      <a:pt x="136" y="318"/>
                    </a:lnTo>
                    <a:lnTo>
                      <a:pt x="137" y="322"/>
                    </a:lnTo>
                    <a:lnTo>
                      <a:pt x="138" y="326"/>
                    </a:lnTo>
                    <a:lnTo>
                      <a:pt x="140" y="331"/>
                    </a:lnTo>
                    <a:lnTo>
                      <a:pt x="141" y="336"/>
                    </a:lnTo>
                    <a:lnTo>
                      <a:pt x="142" y="340"/>
                    </a:lnTo>
                    <a:lnTo>
                      <a:pt x="143" y="343"/>
                    </a:lnTo>
                    <a:lnTo>
                      <a:pt x="144" y="347"/>
                    </a:lnTo>
                    <a:lnTo>
                      <a:pt x="145" y="352"/>
                    </a:lnTo>
                    <a:lnTo>
                      <a:pt x="146" y="355"/>
                    </a:lnTo>
                    <a:lnTo>
                      <a:pt x="147" y="358"/>
                    </a:lnTo>
                    <a:lnTo>
                      <a:pt x="148" y="360"/>
                    </a:lnTo>
                    <a:lnTo>
                      <a:pt x="149" y="363"/>
                    </a:lnTo>
                    <a:lnTo>
                      <a:pt x="150" y="366"/>
                    </a:lnTo>
                    <a:lnTo>
                      <a:pt x="151" y="368"/>
                    </a:lnTo>
                    <a:lnTo>
                      <a:pt x="151" y="371"/>
                    </a:lnTo>
                    <a:lnTo>
                      <a:pt x="152" y="374"/>
                    </a:lnTo>
                    <a:lnTo>
                      <a:pt x="154" y="376"/>
                    </a:lnTo>
                    <a:lnTo>
                      <a:pt x="154" y="378"/>
                    </a:lnTo>
                    <a:lnTo>
                      <a:pt x="155" y="381"/>
                    </a:lnTo>
                    <a:lnTo>
                      <a:pt x="156" y="383"/>
                    </a:lnTo>
                    <a:lnTo>
                      <a:pt x="157" y="385"/>
                    </a:lnTo>
                    <a:lnTo>
                      <a:pt x="157" y="388"/>
                    </a:lnTo>
                    <a:lnTo>
                      <a:pt x="158" y="391"/>
                    </a:lnTo>
                    <a:lnTo>
                      <a:pt x="159" y="394"/>
                    </a:lnTo>
                    <a:lnTo>
                      <a:pt x="160" y="397"/>
                    </a:lnTo>
                    <a:lnTo>
                      <a:pt x="161" y="400"/>
                    </a:lnTo>
                    <a:lnTo>
                      <a:pt x="162" y="403"/>
                    </a:lnTo>
                    <a:lnTo>
                      <a:pt x="163" y="406"/>
                    </a:lnTo>
                    <a:lnTo>
                      <a:pt x="164" y="410"/>
                    </a:lnTo>
                    <a:lnTo>
                      <a:pt x="165" y="414"/>
                    </a:lnTo>
                    <a:lnTo>
                      <a:pt x="166" y="417"/>
                    </a:lnTo>
                    <a:lnTo>
                      <a:pt x="167" y="421"/>
                    </a:lnTo>
                    <a:lnTo>
                      <a:pt x="169" y="425"/>
                    </a:lnTo>
                    <a:lnTo>
                      <a:pt x="171" y="431"/>
                    </a:lnTo>
                    <a:lnTo>
                      <a:pt x="173" y="435"/>
                    </a:lnTo>
                    <a:lnTo>
                      <a:pt x="174" y="440"/>
                    </a:lnTo>
                    <a:lnTo>
                      <a:pt x="176" y="444"/>
                    </a:lnTo>
                    <a:lnTo>
                      <a:pt x="177" y="449"/>
                    </a:lnTo>
                    <a:lnTo>
                      <a:pt x="178" y="452"/>
                    </a:lnTo>
                    <a:lnTo>
                      <a:pt x="179" y="456"/>
                    </a:lnTo>
                    <a:lnTo>
                      <a:pt x="180" y="459"/>
                    </a:lnTo>
                    <a:lnTo>
                      <a:pt x="180" y="461"/>
                    </a:lnTo>
                    <a:lnTo>
                      <a:pt x="181" y="464"/>
                    </a:lnTo>
                    <a:lnTo>
                      <a:pt x="182" y="468"/>
                    </a:lnTo>
                    <a:lnTo>
                      <a:pt x="183" y="470"/>
                    </a:lnTo>
                    <a:lnTo>
                      <a:pt x="183" y="473"/>
                    </a:lnTo>
                    <a:lnTo>
                      <a:pt x="184" y="475"/>
                    </a:lnTo>
                    <a:lnTo>
                      <a:pt x="184" y="477"/>
                    </a:lnTo>
                    <a:lnTo>
                      <a:pt x="185" y="479"/>
                    </a:lnTo>
                    <a:lnTo>
                      <a:pt x="185" y="481"/>
                    </a:lnTo>
                    <a:lnTo>
                      <a:pt x="186" y="485"/>
                    </a:lnTo>
                    <a:lnTo>
                      <a:pt x="186" y="488"/>
                    </a:lnTo>
                    <a:lnTo>
                      <a:pt x="186" y="490"/>
                    </a:lnTo>
                    <a:lnTo>
                      <a:pt x="187" y="492"/>
                    </a:lnTo>
                    <a:lnTo>
                      <a:pt x="187" y="494"/>
                    </a:lnTo>
                    <a:lnTo>
                      <a:pt x="187" y="496"/>
                    </a:lnTo>
                    <a:lnTo>
                      <a:pt x="188" y="499"/>
                    </a:lnTo>
                    <a:lnTo>
                      <a:pt x="188" y="501"/>
                    </a:lnTo>
                    <a:lnTo>
                      <a:pt x="188" y="504"/>
                    </a:lnTo>
                    <a:lnTo>
                      <a:pt x="188" y="507"/>
                    </a:lnTo>
                    <a:lnTo>
                      <a:pt x="189" y="510"/>
                    </a:lnTo>
                    <a:lnTo>
                      <a:pt x="189" y="513"/>
                    </a:lnTo>
                    <a:lnTo>
                      <a:pt x="189" y="516"/>
                    </a:lnTo>
                    <a:lnTo>
                      <a:pt x="189" y="520"/>
                    </a:lnTo>
                    <a:lnTo>
                      <a:pt x="190" y="523"/>
                    </a:lnTo>
                    <a:lnTo>
                      <a:pt x="190" y="528"/>
                    </a:lnTo>
                    <a:lnTo>
                      <a:pt x="190" y="533"/>
                    </a:lnTo>
                    <a:lnTo>
                      <a:pt x="190" y="536"/>
                    </a:lnTo>
                    <a:lnTo>
                      <a:pt x="192" y="540"/>
                    </a:lnTo>
                    <a:lnTo>
                      <a:pt x="192" y="543"/>
                    </a:lnTo>
                    <a:lnTo>
                      <a:pt x="192" y="547"/>
                    </a:lnTo>
                    <a:lnTo>
                      <a:pt x="192" y="549"/>
                    </a:lnTo>
                    <a:lnTo>
                      <a:pt x="193" y="552"/>
                    </a:lnTo>
                    <a:lnTo>
                      <a:pt x="193" y="554"/>
                    </a:lnTo>
                    <a:lnTo>
                      <a:pt x="193" y="557"/>
                    </a:lnTo>
                    <a:lnTo>
                      <a:pt x="193" y="559"/>
                    </a:lnTo>
                    <a:lnTo>
                      <a:pt x="193" y="561"/>
                    </a:lnTo>
                    <a:lnTo>
                      <a:pt x="194" y="563"/>
                    </a:lnTo>
                    <a:lnTo>
                      <a:pt x="194" y="564"/>
                    </a:lnTo>
                    <a:lnTo>
                      <a:pt x="194" y="567"/>
                    </a:lnTo>
                    <a:lnTo>
                      <a:pt x="194" y="569"/>
                    </a:lnTo>
                    <a:lnTo>
                      <a:pt x="194" y="570"/>
                    </a:lnTo>
                    <a:lnTo>
                      <a:pt x="195" y="572"/>
                    </a:lnTo>
                    <a:lnTo>
                      <a:pt x="195" y="573"/>
                    </a:lnTo>
                    <a:lnTo>
                      <a:pt x="195" y="576"/>
                    </a:lnTo>
                    <a:lnTo>
                      <a:pt x="195" y="577"/>
                    </a:lnTo>
                    <a:lnTo>
                      <a:pt x="196" y="579"/>
                    </a:lnTo>
                    <a:lnTo>
                      <a:pt x="196" y="580"/>
                    </a:lnTo>
                    <a:lnTo>
                      <a:pt x="196" y="582"/>
                    </a:lnTo>
                    <a:lnTo>
                      <a:pt x="196" y="583"/>
                    </a:lnTo>
                    <a:lnTo>
                      <a:pt x="197" y="586"/>
                    </a:lnTo>
                    <a:lnTo>
                      <a:pt x="197" y="588"/>
                    </a:lnTo>
                    <a:lnTo>
                      <a:pt x="197" y="589"/>
                    </a:lnTo>
                    <a:lnTo>
                      <a:pt x="198" y="591"/>
                    </a:lnTo>
                    <a:lnTo>
                      <a:pt x="198" y="593"/>
                    </a:lnTo>
                    <a:lnTo>
                      <a:pt x="199" y="595"/>
                    </a:lnTo>
                    <a:lnTo>
                      <a:pt x="199" y="597"/>
                    </a:lnTo>
                    <a:lnTo>
                      <a:pt x="199" y="600"/>
                    </a:lnTo>
                    <a:lnTo>
                      <a:pt x="200" y="602"/>
                    </a:lnTo>
                    <a:lnTo>
                      <a:pt x="200" y="605"/>
                    </a:lnTo>
                    <a:lnTo>
                      <a:pt x="201" y="607"/>
                    </a:lnTo>
                    <a:lnTo>
                      <a:pt x="201" y="609"/>
                    </a:lnTo>
                    <a:lnTo>
                      <a:pt x="201" y="611"/>
                    </a:lnTo>
                    <a:lnTo>
                      <a:pt x="202" y="612"/>
                    </a:lnTo>
                    <a:lnTo>
                      <a:pt x="202" y="614"/>
                    </a:lnTo>
                    <a:lnTo>
                      <a:pt x="202" y="616"/>
                    </a:lnTo>
                    <a:lnTo>
                      <a:pt x="202" y="618"/>
                    </a:lnTo>
                    <a:lnTo>
                      <a:pt x="203" y="620"/>
                    </a:lnTo>
                    <a:lnTo>
                      <a:pt x="203" y="622"/>
                    </a:lnTo>
                    <a:lnTo>
                      <a:pt x="203" y="624"/>
                    </a:lnTo>
                    <a:lnTo>
                      <a:pt x="203" y="626"/>
                    </a:lnTo>
                    <a:lnTo>
                      <a:pt x="203" y="628"/>
                    </a:lnTo>
                    <a:lnTo>
                      <a:pt x="203" y="630"/>
                    </a:lnTo>
                    <a:lnTo>
                      <a:pt x="203" y="631"/>
                    </a:lnTo>
                    <a:lnTo>
                      <a:pt x="203" y="633"/>
                    </a:lnTo>
                    <a:lnTo>
                      <a:pt x="203" y="636"/>
                    </a:lnTo>
                    <a:lnTo>
                      <a:pt x="203" y="638"/>
                    </a:lnTo>
                    <a:lnTo>
                      <a:pt x="203" y="640"/>
                    </a:lnTo>
                    <a:lnTo>
                      <a:pt x="203" y="644"/>
                    </a:lnTo>
                    <a:lnTo>
                      <a:pt x="203" y="646"/>
                    </a:lnTo>
                    <a:lnTo>
                      <a:pt x="203" y="649"/>
                    </a:lnTo>
                    <a:lnTo>
                      <a:pt x="203" y="652"/>
                    </a:lnTo>
                    <a:lnTo>
                      <a:pt x="203" y="655"/>
                    </a:lnTo>
                    <a:lnTo>
                      <a:pt x="203" y="659"/>
                    </a:lnTo>
                    <a:lnTo>
                      <a:pt x="202" y="663"/>
                    </a:lnTo>
                    <a:lnTo>
                      <a:pt x="202" y="668"/>
                    </a:lnTo>
                    <a:lnTo>
                      <a:pt x="202" y="673"/>
                    </a:lnTo>
                    <a:lnTo>
                      <a:pt x="202" y="677"/>
                    </a:lnTo>
                    <a:lnTo>
                      <a:pt x="201" y="683"/>
                    </a:lnTo>
                    <a:lnTo>
                      <a:pt x="201" y="68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23">
                <a:extLst>
                  <a:ext uri="{FF2B5EF4-FFF2-40B4-BE49-F238E27FC236}">
                    <a16:creationId xmlns:a16="http://schemas.microsoft.com/office/drawing/2014/main" id="{F1DDC674-CEA1-4581-99A2-CEC533585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3733" y="2452339"/>
                <a:ext cx="63500" cy="217487"/>
              </a:xfrm>
              <a:custGeom>
                <a:avLst/>
                <a:gdLst>
                  <a:gd name="T0" fmla="*/ 0 w 203"/>
                  <a:gd name="T1" fmla="*/ 0 h 686"/>
                  <a:gd name="T2" fmla="*/ 0 w 203"/>
                  <a:gd name="T3" fmla="*/ 0 h 686"/>
                  <a:gd name="T4" fmla="*/ 0 w 203"/>
                  <a:gd name="T5" fmla="*/ 0 h 686"/>
                  <a:gd name="T6" fmla="*/ 0 w 203"/>
                  <a:gd name="T7" fmla="*/ 0 h 686"/>
                  <a:gd name="T8" fmla="*/ 0 w 203"/>
                  <a:gd name="T9" fmla="*/ 0 h 686"/>
                  <a:gd name="T10" fmla="*/ 0 w 203"/>
                  <a:gd name="T11" fmla="*/ 0 h 686"/>
                  <a:gd name="T12" fmla="*/ 0 w 203"/>
                  <a:gd name="T13" fmla="*/ 0 h 686"/>
                  <a:gd name="T14" fmla="*/ 0 w 203"/>
                  <a:gd name="T15" fmla="*/ 0 h 686"/>
                  <a:gd name="T16" fmla="*/ 0 w 203"/>
                  <a:gd name="T17" fmla="*/ 0 h 686"/>
                  <a:gd name="T18" fmla="*/ 0 w 203"/>
                  <a:gd name="T19" fmla="*/ 0 h 686"/>
                  <a:gd name="T20" fmla="*/ 0 w 203"/>
                  <a:gd name="T21" fmla="*/ 0 h 686"/>
                  <a:gd name="T22" fmla="*/ 0 w 203"/>
                  <a:gd name="T23" fmla="*/ 0 h 686"/>
                  <a:gd name="T24" fmla="*/ 0 w 203"/>
                  <a:gd name="T25" fmla="*/ 0 h 686"/>
                  <a:gd name="T26" fmla="*/ 0 w 203"/>
                  <a:gd name="T27" fmla="*/ 0 h 686"/>
                  <a:gd name="T28" fmla="*/ 0 w 203"/>
                  <a:gd name="T29" fmla="*/ 0 h 686"/>
                  <a:gd name="T30" fmla="*/ 0 w 203"/>
                  <a:gd name="T31" fmla="*/ 0 h 686"/>
                  <a:gd name="T32" fmla="*/ 0 w 203"/>
                  <a:gd name="T33" fmla="*/ 0 h 686"/>
                  <a:gd name="T34" fmla="*/ 0 w 203"/>
                  <a:gd name="T35" fmla="*/ 0 h 686"/>
                  <a:gd name="T36" fmla="*/ 0 w 203"/>
                  <a:gd name="T37" fmla="*/ 0 h 686"/>
                  <a:gd name="T38" fmla="*/ 0 w 203"/>
                  <a:gd name="T39" fmla="*/ 0 h 686"/>
                  <a:gd name="T40" fmla="*/ 0 w 203"/>
                  <a:gd name="T41" fmla="*/ 0 h 686"/>
                  <a:gd name="T42" fmla="*/ 0 w 203"/>
                  <a:gd name="T43" fmla="*/ 0 h 686"/>
                  <a:gd name="T44" fmla="*/ 0 w 203"/>
                  <a:gd name="T45" fmla="*/ 0 h 686"/>
                  <a:gd name="T46" fmla="*/ 0 w 203"/>
                  <a:gd name="T47" fmla="*/ 0 h 686"/>
                  <a:gd name="T48" fmla="*/ 0 w 203"/>
                  <a:gd name="T49" fmla="*/ 0 h 686"/>
                  <a:gd name="T50" fmla="*/ 0 w 203"/>
                  <a:gd name="T51" fmla="*/ 0 h 686"/>
                  <a:gd name="T52" fmla="*/ 0 w 203"/>
                  <a:gd name="T53" fmla="*/ 0 h 686"/>
                  <a:gd name="T54" fmla="*/ 0 w 203"/>
                  <a:gd name="T55" fmla="*/ 0 h 686"/>
                  <a:gd name="T56" fmla="*/ 0 w 203"/>
                  <a:gd name="T57" fmla="*/ 0 h 686"/>
                  <a:gd name="T58" fmla="*/ 0 w 203"/>
                  <a:gd name="T59" fmla="*/ 0 h 686"/>
                  <a:gd name="T60" fmla="*/ 0 w 203"/>
                  <a:gd name="T61" fmla="*/ 0 h 686"/>
                  <a:gd name="T62" fmla="*/ 0 w 203"/>
                  <a:gd name="T63" fmla="*/ 0 h 686"/>
                  <a:gd name="T64" fmla="*/ 0 w 203"/>
                  <a:gd name="T65" fmla="*/ 0 h 686"/>
                  <a:gd name="T66" fmla="*/ 0 w 203"/>
                  <a:gd name="T67" fmla="*/ 0 h 686"/>
                  <a:gd name="T68" fmla="*/ 0 w 203"/>
                  <a:gd name="T69" fmla="*/ 0 h 686"/>
                  <a:gd name="T70" fmla="*/ 0 w 203"/>
                  <a:gd name="T71" fmla="*/ 0 h 686"/>
                  <a:gd name="T72" fmla="*/ 0 w 203"/>
                  <a:gd name="T73" fmla="*/ 0 h 686"/>
                  <a:gd name="T74" fmla="*/ 0 w 203"/>
                  <a:gd name="T75" fmla="*/ 0 h 686"/>
                  <a:gd name="T76" fmla="*/ 0 w 203"/>
                  <a:gd name="T77" fmla="*/ 0 h 686"/>
                  <a:gd name="T78" fmla="*/ 0 w 203"/>
                  <a:gd name="T79" fmla="*/ 0 h 686"/>
                  <a:gd name="T80" fmla="*/ 0 w 203"/>
                  <a:gd name="T81" fmla="*/ 0 h 686"/>
                  <a:gd name="T82" fmla="*/ 0 w 203"/>
                  <a:gd name="T83" fmla="*/ 0 h 686"/>
                  <a:gd name="T84" fmla="*/ 0 w 203"/>
                  <a:gd name="T85" fmla="*/ 0 h 686"/>
                  <a:gd name="T86" fmla="*/ 0 w 203"/>
                  <a:gd name="T87" fmla="*/ 0 h 686"/>
                  <a:gd name="T88" fmla="*/ 0 w 203"/>
                  <a:gd name="T89" fmla="*/ 0 h 686"/>
                  <a:gd name="T90" fmla="*/ 0 w 203"/>
                  <a:gd name="T91" fmla="*/ 0 h 686"/>
                  <a:gd name="T92" fmla="*/ 0 w 203"/>
                  <a:gd name="T93" fmla="*/ 0 h 686"/>
                  <a:gd name="T94" fmla="*/ 0 w 203"/>
                  <a:gd name="T95" fmla="*/ 0 h 686"/>
                  <a:gd name="T96" fmla="*/ 0 w 203"/>
                  <a:gd name="T97" fmla="*/ 0 h 686"/>
                  <a:gd name="T98" fmla="*/ 0 w 203"/>
                  <a:gd name="T99" fmla="*/ 0 h 686"/>
                  <a:gd name="T100" fmla="*/ 0 w 203"/>
                  <a:gd name="T101" fmla="*/ 0 h 686"/>
                  <a:gd name="T102" fmla="*/ 0 w 203"/>
                  <a:gd name="T103" fmla="*/ 0 h 686"/>
                  <a:gd name="T104" fmla="*/ 0 w 203"/>
                  <a:gd name="T105" fmla="*/ 0 h 686"/>
                  <a:gd name="T106" fmla="*/ 0 w 203"/>
                  <a:gd name="T107" fmla="*/ 0 h 686"/>
                  <a:gd name="T108" fmla="*/ 0 w 203"/>
                  <a:gd name="T109" fmla="*/ 0 h 686"/>
                  <a:gd name="T110" fmla="*/ 0 w 203"/>
                  <a:gd name="T111" fmla="*/ 0 h 686"/>
                  <a:gd name="T112" fmla="*/ 0 w 203"/>
                  <a:gd name="T113" fmla="*/ 0 h 68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w 203"/>
                  <a:gd name="T172" fmla="*/ 0 h 686"/>
                  <a:gd name="T173" fmla="*/ 203 w 203"/>
                  <a:gd name="T174" fmla="*/ 686 h 68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T171" t="T172" r="T173" b="T174"/>
                <a:pathLst>
                  <a:path w="203" h="686">
                    <a:moveTo>
                      <a:pt x="0" y="686"/>
                    </a:moveTo>
                    <a:lnTo>
                      <a:pt x="4" y="679"/>
                    </a:lnTo>
                    <a:lnTo>
                      <a:pt x="8" y="672"/>
                    </a:lnTo>
                    <a:lnTo>
                      <a:pt x="12" y="665"/>
                    </a:lnTo>
                    <a:lnTo>
                      <a:pt x="15" y="660"/>
                    </a:lnTo>
                    <a:lnTo>
                      <a:pt x="19" y="652"/>
                    </a:lnTo>
                    <a:lnTo>
                      <a:pt x="22" y="647"/>
                    </a:lnTo>
                    <a:lnTo>
                      <a:pt x="24" y="643"/>
                    </a:lnTo>
                    <a:lnTo>
                      <a:pt x="27" y="638"/>
                    </a:lnTo>
                    <a:lnTo>
                      <a:pt x="29" y="633"/>
                    </a:lnTo>
                    <a:lnTo>
                      <a:pt x="31" y="629"/>
                    </a:lnTo>
                    <a:lnTo>
                      <a:pt x="34" y="626"/>
                    </a:lnTo>
                    <a:lnTo>
                      <a:pt x="37" y="622"/>
                    </a:lnTo>
                    <a:lnTo>
                      <a:pt x="39" y="619"/>
                    </a:lnTo>
                    <a:lnTo>
                      <a:pt x="40" y="615"/>
                    </a:lnTo>
                    <a:lnTo>
                      <a:pt x="42" y="612"/>
                    </a:lnTo>
                    <a:lnTo>
                      <a:pt x="43" y="608"/>
                    </a:lnTo>
                    <a:lnTo>
                      <a:pt x="45" y="605"/>
                    </a:lnTo>
                    <a:lnTo>
                      <a:pt x="46" y="603"/>
                    </a:lnTo>
                    <a:lnTo>
                      <a:pt x="47" y="600"/>
                    </a:lnTo>
                    <a:lnTo>
                      <a:pt x="48" y="597"/>
                    </a:lnTo>
                    <a:lnTo>
                      <a:pt x="50" y="594"/>
                    </a:lnTo>
                    <a:lnTo>
                      <a:pt x="51" y="592"/>
                    </a:lnTo>
                    <a:lnTo>
                      <a:pt x="52" y="589"/>
                    </a:lnTo>
                    <a:lnTo>
                      <a:pt x="53" y="587"/>
                    </a:lnTo>
                    <a:lnTo>
                      <a:pt x="54" y="584"/>
                    </a:lnTo>
                    <a:lnTo>
                      <a:pt x="55" y="581"/>
                    </a:lnTo>
                    <a:lnTo>
                      <a:pt x="57" y="579"/>
                    </a:lnTo>
                    <a:lnTo>
                      <a:pt x="59" y="575"/>
                    </a:lnTo>
                    <a:lnTo>
                      <a:pt x="60" y="572"/>
                    </a:lnTo>
                    <a:lnTo>
                      <a:pt x="61" y="568"/>
                    </a:lnTo>
                    <a:lnTo>
                      <a:pt x="63" y="564"/>
                    </a:lnTo>
                    <a:lnTo>
                      <a:pt x="64" y="560"/>
                    </a:lnTo>
                    <a:lnTo>
                      <a:pt x="66" y="556"/>
                    </a:lnTo>
                    <a:lnTo>
                      <a:pt x="67" y="552"/>
                    </a:lnTo>
                    <a:lnTo>
                      <a:pt x="68" y="549"/>
                    </a:lnTo>
                    <a:lnTo>
                      <a:pt x="70" y="546"/>
                    </a:lnTo>
                    <a:lnTo>
                      <a:pt x="71" y="543"/>
                    </a:lnTo>
                    <a:lnTo>
                      <a:pt x="72" y="541"/>
                    </a:lnTo>
                    <a:lnTo>
                      <a:pt x="73" y="537"/>
                    </a:lnTo>
                    <a:lnTo>
                      <a:pt x="74" y="535"/>
                    </a:lnTo>
                    <a:lnTo>
                      <a:pt x="76" y="532"/>
                    </a:lnTo>
                    <a:lnTo>
                      <a:pt x="77" y="530"/>
                    </a:lnTo>
                    <a:lnTo>
                      <a:pt x="78" y="528"/>
                    </a:lnTo>
                    <a:lnTo>
                      <a:pt x="80" y="526"/>
                    </a:lnTo>
                    <a:lnTo>
                      <a:pt x="80" y="524"/>
                    </a:lnTo>
                    <a:lnTo>
                      <a:pt x="81" y="521"/>
                    </a:lnTo>
                    <a:lnTo>
                      <a:pt x="82" y="518"/>
                    </a:lnTo>
                    <a:lnTo>
                      <a:pt x="83" y="516"/>
                    </a:lnTo>
                    <a:lnTo>
                      <a:pt x="84" y="514"/>
                    </a:lnTo>
                    <a:lnTo>
                      <a:pt x="85" y="511"/>
                    </a:lnTo>
                    <a:lnTo>
                      <a:pt x="85" y="509"/>
                    </a:lnTo>
                    <a:lnTo>
                      <a:pt x="86" y="507"/>
                    </a:lnTo>
                    <a:lnTo>
                      <a:pt x="87" y="505"/>
                    </a:lnTo>
                    <a:lnTo>
                      <a:pt x="88" y="502"/>
                    </a:lnTo>
                    <a:lnTo>
                      <a:pt x="89" y="499"/>
                    </a:lnTo>
                    <a:lnTo>
                      <a:pt x="90" y="496"/>
                    </a:lnTo>
                    <a:lnTo>
                      <a:pt x="91" y="493"/>
                    </a:lnTo>
                    <a:lnTo>
                      <a:pt x="93" y="490"/>
                    </a:lnTo>
                    <a:lnTo>
                      <a:pt x="95" y="487"/>
                    </a:lnTo>
                    <a:lnTo>
                      <a:pt x="96" y="483"/>
                    </a:lnTo>
                    <a:lnTo>
                      <a:pt x="98" y="479"/>
                    </a:lnTo>
                    <a:lnTo>
                      <a:pt x="99" y="474"/>
                    </a:lnTo>
                    <a:lnTo>
                      <a:pt x="101" y="470"/>
                    </a:lnTo>
                    <a:lnTo>
                      <a:pt x="102" y="465"/>
                    </a:lnTo>
                    <a:lnTo>
                      <a:pt x="104" y="460"/>
                    </a:lnTo>
                    <a:lnTo>
                      <a:pt x="106" y="456"/>
                    </a:lnTo>
                    <a:lnTo>
                      <a:pt x="107" y="452"/>
                    </a:lnTo>
                    <a:lnTo>
                      <a:pt x="108" y="448"/>
                    </a:lnTo>
                    <a:lnTo>
                      <a:pt x="110" y="445"/>
                    </a:lnTo>
                    <a:lnTo>
                      <a:pt x="111" y="440"/>
                    </a:lnTo>
                    <a:lnTo>
                      <a:pt x="112" y="437"/>
                    </a:lnTo>
                    <a:lnTo>
                      <a:pt x="113" y="434"/>
                    </a:lnTo>
                    <a:lnTo>
                      <a:pt x="115" y="432"/>
                    </a:lnTo>
                    <a:lnTo>
                      <a:pt x="116" y="428"/>
                    </a:lnTo>
                    <a:lnTo>
                      <a:pt x="117" y="425"/>
                    </a:lnTo>
                    <a:lnTo>
                      <a:pt x="118" y="422"/>
                    </a:lnTo>
                    <a:lnTo>
                      <a:pt x="119" y="420"/>
                    </a:lnTo>
                    <a:lnTo>
                      <a:pt x="120" y="417"/>
                    </a:lnTo>
                    <a:lnTo>
                      <a:pt x="120" y="415"/>
                    </a:lnTo>
                    <a:lnTo>
                      <a:pt x="121" y="413"/>
                    </a:lnTo>
                    <a:lnTo>
                      <a:pt x="122" y="410"/>
                    </a:lnTo>
                    <a:lnTo>
                      <a:pt x="124" y="408"/>
                    </a:lnTo>
                    <a:lnTo>
                      <a:pt x="124" y="406"/>
                    </a:lnTo>
                    <a:lnTo>
                      <a:pt x="125" y="403"/>
                    </a:lnTo>
                    <a:lnTo>
                      <a:pt x="126" y="400"/>
                    </a:lnTo>
                    <a:lnTo>
                      <a:pt x="127" y="398"/>
                    </a:lnTo>
                    <a:lnTo>
                      <a:pt x="128" y="395"/>
                    </a:lnTo>
                    <a:lnTo>
                      <a:pt x="129" y="392"/>
                    </a:lnTo>
                    <a:lnTo>
                      <a:pt x="129" y="389"/>
                    </a:lnTo>
                    <a:lnTo>
                      <a:pt x="130" y="385"/>
                    </a:lnTo>
                    <a:lnTo>
                      <a:pt x="131" y="381"/>
                    </a:lnTo>
                    <a:lnTo>
                      <a:pt x="132" y="378"/>
                    </a:lnTo>
                    <a:lnTo>
                      <a:pt x="135" y="374"/>
                    </a:lnTo>
                    <a:lnTo>
                      <a:pt x="136" y="370"/>
                    </a:lnTo>
                    <a:lnTo>
                      <a:pt x="137" y="366"/>
                    </a:lnTo>
                    <a:lnTo>
                      <a:pt x="138" y="361"/>
                    </a:lnTo>
                    <a:lnTo>
                      <a:pt x="140" y="356"/>
                    </a:lnTo>
                    <a:lnTo>
                      <a:pt x="141" y="352"/>
                    </a:lnTo>
                    <a:lnTo>
                      <a:pt x="142" y="348"/>
                    </a:lnTo>
                    <a:lnTo>
                      <a:pt x="143" y="344"/>
                    </a:lnTo>
                    <a:lnTo>
                      <a:pt x="144" y="339"/>
                    </a:lnTo>
                    <a:lnTo>
                      <a:pt x="145" y="336"/>
                    </a:lnTo>
                    <a:lnTo>
                      <a:pt x="146" y="333"/>
                    </a:lnTo>
                    <a:lnTo>
                      <a:pt x="147" y="330"/>
                    </a:lnTo>
                    <a:lnTo>
                      <a:pt x="148" y="327"/>
                    </a:lnTo>
                    <a:lnTo>
                      <a:pt x="149" y="323"/>
                    </a:lnTo>
                    <a:lnTo>
                      <a:pt x="150" y="321"/>
                    </a:lnTo>
                    <a:lnTo>
                      <a:pt x="151" y="318"/>
                    </a:lnTo>
                    <a:lnTo>
                      <a:pt x="151" y="316"/>
                    </a:lnTo>
                    <a:lnTo>
                      <a:pt x="152" y="314"/>
                    </a:lnTo>
                    <a:lnTo>
                      <a:pt x="154" y="311"/>
                    </a:lnTo>
                    <a:lnTo>
                      <a:pt x="154" y="309"/>
                    </a:lnTo>
                    <a:lnTo>
                      <a:pt x="155" y="306"/>
                    </a:lnTo>
                    <a:lnTo>
                      <a:pt x="156" y="304"/>
                    </a:lnTo>
                    <a:lnTo>
                      <a:pt x="157" y="301"/>
                    </a:lnTo>
                    <a:lnTo>
                      <a:pt x="157" y="299"/>
                    </a:lnTo>
                    <a:lnTo>
                      <a:pt x="158" y="295"/>
                    </a:lnTo>
                    <a:lnTo>
                      <a:pt x="159" y="293"/>
                    </a:lnTo>
                    <a:lnTo>
                      <a:pt x="160" y="290"/>
                    </a:lnTo>
                    <a:lnTo>
                      <a:pt x="161" y="286"/>
                    </a:lnTo>
                    <a:lnTo>
                      <a:pt x="162" y="284"/>
                    </a:lnTo>
                    <a:lnTo>
                      <a:pt x="163" y="280"/>
                    </a:lnTo>
                    <a:lnTo>
                      <a:pt x="164" y="277"/>
                    </a:lnTo>
                    <a:lnTo>
                      <a:pt x="165" y="274"/>
                    </a:lnTo>
                    <a:lnTo>
                      <a:pt x="166" y="270"/>
                    </a:lnTo>
                    <a:lnTo>
                      <a:pt x="167" y="265"/>
                    </a:lnTo>
                    <a:lnTo>
                      <a:pt x="169" y="261"/>
                    </a:lnTo>
                    <a:lnTo>
                      <a:pt x="171" y="257"/>
                    </a:lnTo>
                    <a:lnTo>
                      <a:pt x="173" y="252"/>
                    </a:lnTo>
                    <a:lnTo>
                      <a:pt x="174" y="246"/>
                    </a:lnTo>
                    <a:lnTo>
                      <a:pt x="176" y="242"/>
                    </a:lnTo>
                    <a:lnTo>
                      <a:pt x="177" y="239"/>
                    </a:lnTo>
                    <a:lnTo>
                      <a:pt x="178" y="235"/>
                    </a:lnTo>
                    <a:lnTo>
                      <a:pt x="179" y="232"/>
                    </a:lnTo>
                    <a:lnTo>
                      <a:pt x="180" y="228"/>
                    </a:lnTo>
                    <a:lnTo>
                      <a:pt x="180" y="225"/>
                    </a:lnTo>
                    <a:lnTo>
                      <a:pt x="181" y="223"/>
                    </a:lnTo>
                    <a:lnTo>
                      <a:pt x="182" y="220"/>
                    </a:lnTo>
                    <a:lnTo>
                      <a:pt x="183" y="218"/>
                    </a:lnTo>
                    <a:lnTo>
                      <a:pt x="183" y="215"/>
                    </a:lnTo>
                    <a:lnTo>
                      <a:pt x="184" y="213"/>
                    </a:lnTo>
                    <a:lnTo>
                      <a:pt x="184" y="211"/>
                    </a:lnTo>
                    <a:lnTo>
                      <a:pt x="185" y="208"/>
                    </a:lnTo>
                    <a:lnTo>
                      <a:pt x="185" y="204"/>
                    </a:lnTo>
                    <a:lnTo>
                      <a:pt x="186" y="202"/>
                    </a:lnTo>
                    <a:lnTo>
                      <a:pt x="186" y="200"/>
                    </a:lnTo>
                    <a:lnTo>
                      <a:pt x="186" y="198"/>
                    </a:lnTo>
                    <a:lnTo>
                      <a:pt x="187" y="196"/>
                    </a:lnTo>
                    <a:lnTo>
                      <a:pt x="187" y="194"/>
                    </a:lnTo>
                    <a:lnTo>
                      <a:pt x="187" y="192"/>
                    </a:lnTo>
                    <a:lnTo>
                      <a:pt x="188" y="188"/>
                    </a:lnTo>
                    <a:lnTo>
                      <a:pt x="188" y="186"/>
                    </a:lnTo>
                    <a:lnTo>
                      <a:pt x="188" y="183"/>
                    </a:lnTo>
                    <a:lnTo>
                      <a:pt x="188" y="181"/>
                    </a:lnTo>
                    <a:lnTo>
                      <a:pt x="189" y="178"/>
                    </a:lnTo>
                    <a:lnTo>
                      <a:pt x="189" y="175"/>
                    </a:lnTo>
                    <a:lnTo>
                      <a:pt x="189" y="172"/>
                    </a:lnTo>
                    <a:lnTo>
                      <a:pt x="189" y="167"/>
                    </a:lnTo>
                    <a:lnTo>
                      <a:pt x="190" y="164"/>
                    </a:lnTo>
                    <a:lnTo>
                      <a:pt x="190" y="159"/>
                    </a:lnTo>
                    <a:lnTo>
                      <a:pt x="190" y="155"/>
                    </a:lnTo>
                    <a:lnTo>
                      <a:pt x="190" y="152"/>
                    </a:lnTo>
                    <a:lnTo>
                      <a:pt x="192" y="147"/>
                    </a:lnTo>
                    <a:lnTo>
                      <a:pt x="192" y="144"/>
                    </a:lnTo>
                    <a:lnTo>
                      <a:pt x="192" y="141"/>
                    </a:lnTo>
                    <a:lnTo>
                      <a:pt x="192" y="139"/>
                    </a:lnTo>
                    <a:lnTo>
                      <a:pt x="193" y="136"/>
                    </a:lnTo>
                    <a:lnTo>
                      <a:pt x="193" y="134"/>
                    </a:lnTo>
                    <a:lnTo>
                      <a:pt x="193" y="130"/>
                    </a:lnTo>
                    <a:lnTo>
                      <a:pt x="193" y="128"/>
                    </a:lnTo>
                    <a:lnTo>
                      <a:pt x="193" y="126"/>
                    </a:lnTo>
                    <a:lnTo>
                      <a:pt x="194" y="124"/>
                    </a:lnTo>
                    <a:lnTo>
                      <a:pt x="194" y="123"/>
                    </a:lnTo>
                    <a:lnTo>
                      <a:pt x="194" y="121"/>
                    </a:lnTo>
                    <a:lnTo>
                      <a:pt x="194" y="119"/>
                    </a:lnTo>
                    <a:lnTo>
                      <a:pt x="194" y="118"/>
                    </a:lnTo>
                    <a:lnTo>
                      <a:pt x="195" y="115"/>
                    </a:lnTo>
                    <a:lnTo>
                      <a:pt x="195" y="114"/>
                    </a:lnTo>
                    <a:lnTo>
                      <a:pt x="195" y="111"/>
                    </a:lnTo>
                    <a:lnTo>
                      <a:pt x="195" y="110"/>
                    </a:lnTo>
                    <a:lnTo>
                      <a:pt x="196" y="108"/>
                    </a:lnTo>
                    <a:lnTo>
                      <a:pt x="196" y="107"/>
                    </a:lnTo>
                    <a:lnTo>
                      <a:pt x="196" y="105"/>
                    </a:lnTo>
                    <a:lnTo>
                      <a:pt x="196" y="104"/>
                    </a:lnTo>
                    <a:lnTo>
                      <a:pt x="197" y="102"/>
                    </a:lnTo>
                    <a:lnTo>
                      <a:pt x="197" y="100"/>
                    </a:lnTo>
                    <a:lnTo>
                      <a:pt x="197" y="99"/>
                    </a:lnTo>
                    <a:lnTo>
                      <a:pt x="198" y="97"/>
                    </a:lnTo>
                    <a:lnTo>
                      <a:pt x="198" y="95"/>
                    </a:lnTo>
                    <a:lnTo>
                      <a:pt x="199" y="92"/>
                    </a:lnTo>
                    <a:lnTo>
                      <a:pt x="199" y="90"/>
                    </a:lnTo>
                    <a:lnTo>
                      <a:pt x="199" y="87"/>
                    </a:lnTo>
                    <a:lnTo>
                      <a:pt x="200" y="85"/>
                    </a:lnTo>
                    <a:lnTo>
                      <a:pt x="200" y="83"/>
                    </a:lnTo>
                    <a:lnTo>
                      <a:pt x="201" y="81"/>
                    </a:lnTo>
                    <a:lnTo>
                      <a:pt x="201" y="79"/>
                    </a:lnTo>
                    <a:lnTo>
                      <a:pt x="201" y="77"/>
                    </a:lnTo>
                    <a:lnTo>
                      <a:pt x="202" y="75"/>
                    </a:lnTo>
                    <a:lnTo>
                      <a:pt x="202" y="73"/>
                    </a:lnTo>
                    <a:lnTo>
                      <a:pt x="202" y="71"/>
                    </a:lnTo>
                    <a:lnTo>
                      <a:pt x="202" y="68"/>
                    </a:lnTo>
                    <a:lnTo>
                      <a:pt x="203" y="67"/>
                    </a:lnTo>
                    <a:lnTo>
                      <a:pt x="203" y="65"/>
                    </a:lnTo>
                    <a:lnTo>
                      <a:pt x="203" y="64"/>
                    </a:lnTo>
                    <a:lnTo>
                      <a:pt x="203" y="62"/>
                    </a:lnTo>
                    <a:lnTo>
                      <a:pt x="203" y="60"/>
                    </a:lnTo>
                    <a:lnTo>
                      <a:pt x="203" y="58"/>
                    </a:lnTo>
                    <a:lnTo>
                      <a:pt x="203" y="56"/>
                    </a:lnTo>
                    <a:lnTo>
                      <a:pt x="203" y="55"/>
                    </a:lnTo>
                    <a:lnTo>
                      <a:pt x="203" y="51"/>
                    </a:lnTo>
                    <a:lnTo>
                      <a:pt x="203" y="49"/>
                    </a:lnTo>
                    <a:lnTo>
                      <a:pt x="203" y="47"/>
                    </a:lnTo>
                    <a:lnTo>
                      <a:pt x="203" y="44"/>
                    </a:lnTo>
                    <a:lnTo>
                      <a:pt x="203" y="42"/>
                    </a:lnTo>
                    <a:lnTo>
                      <a:pt x="203" y="39"/>
                    </a:lnTo>
                    <a:lnTo>
                      <a:pt x="203" y="36"/>
                    </a:lnTo>
                    <a:lnTo>
                      <a:pt x="203" y="32"/>
                    </a:lnTo>
                    <a:lnTo>
                      <a:pt x="203" y="28"/>
                    </a:lnTo>
                    <a:lnTo>
                      <a:pt x="202" y="24"/>
                    </a:lnTo>
                    <a:lnTo>
                      <a:pt x="202" y="20"/>
                    </a:lnTo>
                    <a:lnTo>
                      <a:pt x="202" y="14"/>
                    </a:lnTo>
                    <a:lnTo>
                      <a:pt x="202" y="10"/>
                    </a:lnTo>
                    <a:lnTo>
                      <a:pt x="201" y="5"/>
                    </a:lnTo>
                    <a:lnTo>
                      <a:pt x="201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2" name="Freeform 38">
              <a:extLst>
                <a:ext uri="{FF2B5EF4-FFF2-40B4-BE49-F238E27FC236}">
                  <a16:creationId xmlns:a16="http://schemas.microsoft.com/office/drawing/2014/main" id="{C8E3D8B7-2327-469C-9E52-D543C3EB9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520" y="2342834"/>
              <a:ext cx="471493" cy="384175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 38">
              <a:extLst>
                <a:ext uri="{FF2B5EF4-FFF2-40B4-BE49-F238E27FC236}">
                  <a16:creationId xmlns:a16="http://schemas.microsoft.com/office/drawing/2014/main" id="{F95A73FD-9B0E-4D36-A051-9D4DF641BB6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50519" y="2986187"/>
              <a:ext cx="471494" cy="323352"/>
            </a:xfrm>
            <a:custGeom>
              <a:avLst/>
              <a:gdLst>
                <a:gd name="T0" fmla="*/ 0 w 805"/>
                <a:gd name="T1" fmla="*/ 0 h 1208"/>
                <a:gd name="T2" fmla="*/ 0 w 805"/>
                <a:gd name="T3" fmla="*/ 0 h 1208"/>
                <a:gd name="T4" fmla="*/ 0 w 805"/>
                <a:gd name="T5" fmla="*/ 0 h 1208"/>
                <a:gd name="T6" fmla="*/ 0 w 805"/>
                <a:gd name="T7" fmla="*/ 0 h 120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5"/>
                <a:gd name="T13" fmla="*/ 0 h 1208"/>
                <a:gd name="T14" fmla="*/ 805 w 805"/>
                <a:gd name="T15" fmla="*/ 1208 h 120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5" h="1208">
                  <a:moveTo>
                    <a:pt x="805" y="1208"/>
                  </a:moveTo>
                  <a:lnTo>
                    <a:pt x="403" y="1208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Rectangle 52">
              <a:extLst>
                <a:ext uri="{FF2B5EF4-FFF2-40B4-BE49-F238E27FC236}">
                  <a16:creationId xmlns:a16="http://schemas.microsoft.com/office/drawing/2014/main" id="{E65D46AE-938B-4104-BCE9-A5871AA31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22" y="3735678"/>
              <a:ext cx="54181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Clock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65" name="Line 41">
              <a:extLst>
                <a:ext uri="{FF2B5EF4-FFF2-40B4-BE49-F238E27FC236}">
                  <a16:creationId xmlns:a16="http://schemas.microsoft.com/office/drawing/2014/main" id="{53F6E6FB-3696-450C-AB86-651E3537D0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9744" y="3197202"/>
              <a:ext cx="170432" cy="88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Line 41">
              <a:extLst>
                <a:ext uri="{FF2B5EF4-FFF2-40B4-BE49-F238E27FC236}">
                  <a16:creationId xmlns:a16="http://schemas.microsoft.com/office/drawing/2014/main" id="{A6F9BEF8-B6E1-4E68-B1CC-02373AF712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853" y="3205013"/>
              <a:ext cx="277622" cy="22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Line 41">
              <a:extLst>
                <a:ext uri="{FF2B5EF4-FFF2-40B4-BE49-F238E27FC236}">
                  <a16:creationId xmlns:a16="http://schemas.microsoft.com/office/drawing/2014/main" id="{F5B9F827-FB6E-457C-9BCD-5C27712652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5386" y="3430481"/>
              <a:ext cx="277622" cy="22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Freeform 51">
              <a:extLst>
                <a:ext uri="{FF2B5EF4-FFF2-40B4-BE49-F238E27FC236}">
                  <a16:creationId xmlns:a16="http://schemas.microsoft.com/office/drawing/2014/main" id="{E258B179-DA53-4E99-8865-52DAC998D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466" y="3129780"/>
              <a:ext cx="7923617" cy="2286814"/>
            </a:xfrm>
            <a:custGeom>
              <a:avLst/>
              <a:gdLst>
                <a:gd name="T0" fmla="*/ 2147483646 w 10000"/>
                <a:gd name="T1" fmla="*/ 0 h 10000"/>
                <a:gd name="T2" fmla="*/ 2147483646 w 10000"/>
                <a:gd name="T3" fmla="*/ 2147483646 h 10000"/>
                <a:gd name="T4" fmla="*/ 0 w 10000"/>
                <a:gd name="T5" fmla="*/ 2147483646 h 10000"/>
                <a:gd name="T6" fmla="*/ 2147483646 w 10000"/>
                <a:gd name="T7" fmla="*/ 2147483646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10000" y="0"/>
                  </a:moveTo>
                  <a:lnTo>
                    <a:pt x="10000" y="10000"/>
                  </a:lnTo>
                  <a:lnTo>
                    <a:pt x="0" y="10000"/>
                  </a:lnTo>
                  <a:cubicBezTo>
                    <a:pt x="0" y="8356"/>
                    <a:pt x="1" y="2937"/>
                    <a:pt x="1" y="129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 41">
              <a:extLst>
                <a:ext uri="{FF2B5EF4-FFF2-40B4-BE49-F238E27FC236}">
                  <a16:creationId xmlns:a16="http://schemas.microsoft.com/office/drawing/2014/main" id="{6EE12F12-63F3-494B-BB97-F83F4FD29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072" y="1885196"/>
              <a:ext cx="7768825" cy="2241378"/>
            </a:xfrm>
            <a:custGeom>
              <a:avLst/>
              <a:gdLst>
                <a:gd name="T0" fmla="*/ 2147483646 w 10000"/>
                <a:gd name="T1" fmla="*/ 2147483646 h 10000"/>
                <a:gd name="T2" fmla="*/ 2147483646 w 10000"/>
                <a:gd name="T3" fmla="*/ 0 h 10000"/>
                <a:gd name="T4" fmla="*/ 0 w 10000"/>
                <a:gd name="T5" fmla="*/ 0 h 10000"/>
                <a:gd name="T6" fmla="*/ 2147483646 w 10000"/>
                <a:gd name="T7" fmla="*/ 2147483646 h 100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00" h="10000">
                  <a:moveTo>
                    <a:pt x="10000" y="10000"/>
                  </a:moveTo>
                  <a:lnTo>
                    <a:pt x="10000" y="0"/>
                  </a:lnTo>
                  <a:lnTo>
                    <a:pt x="0" y="0"/>
                  </a:lnTo>
                  <a:cubicBezTo>
                    <a:pt x="3" y="506"/>
                    <a:pt x="5" y="1013"/>
                    <a:pt x="8" y="1519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Line 88">
              <a:extLst>
                <a:ext uri="{FF2B5EF4-FFF2-40B4-BE49-F238E27FC236}">
                  <a16:creationId xmlns:a16="http://schemas.microsoft.com/office/drawing/2014/main" id="{AFC97302-2E34-44EF-9146-ECBAAE002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08" y="2472665"/>
              <a:ext cx="868427" cy="19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Line 41">
              <a:extLst>
                <a:ext uri="{FF2B5EF4-FFF2-40B4-BE49-F238E27FC236}">
                  <a16:creationId xmlns:a16="http://schemas.microsoft.com/office/drawing/2014/main" id="{98EAAEE8-268F-4E13-9C04-5EA39C2016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1482" y="2217377"/>
              <a:ext cx="277622" cy="228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 10">
              <a:extLst>
                <a:ext uri="{FF2B5EF4-FFF2-40B4-BE49-F238E27FC236}">
                  <a16:creationId xmlns:a16="http://schemas.microsoft.com/office/drawing/2014/main" id="{7F346BE8-35D7-4161-90E7-79F4CF2F1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638012" y="4103061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10">
              <a:extLst>
                <a:ext uri="{FF2B5EF4-FFF2-40B4-BE49-F238E27FC236}">
                  <a16:creationId xmlns:a16="http://schemas.microsoft.com/office/drawing/2014/main" id="{4D5A53BA-9132-491F-8BDF-1BCEC4819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4316" y="3109413"/>
              <a:ext cx="43467" cy="43468"/>
            </a:xfrm>
            <a:custGeom>
              <a:avLst/>
              <a:gdLst>
                <a:gd name="T0" fmla="*/ 0 w 71"/>
                <a:gd name="T1" fmla="*/ 0 h 70"/>
                <a:gd name="T2" fmla="*/ 0 w 71"/>
                <a:gd name="T3" fmla="*/ 2147483646 h 70"/>
                <a:gd name="T4" fmla="*/ 0 w 71"/>
                <a:gd name="T5" fmla="*/ 2147483646 h 70"/>
                <a:gd name="T6" fmla="*/ 0 w 71"/>
                <a:gd name="T7" fmla="*/ 2147483646 h 70"/>
                <a:gd name="T8" fmla="*/ 0 w 71"/>
                <a:gd name="T9" fmla="*/ 2147483646 h 70"/>
                <a:gd name="T10" fmla="*/ 0 w 71"/>
                <a:gd name="T11" fmla="*/ 2147483646 h 70"/>
                <a:gd name="T12" fmla="*/ 0 w 71"/>
                <a:gd name="T13" fmla="*/ 2147483646 h 70"/>
                <a:gd name="T14" fmla="*/ 0 w 71"/>
                <a:gd name="T15" fmla="*/ 2147483646 h 70"/>
                <a:gd name="T16" fmla="*/ 0 w 71"/>
                <a:gd name="T17" fmla="*/ 2147483646 h 70"/>
                <a:gd name="T18" fmla="*/ 0 w 71"/>
                <a:gd name="T19" fmla="*/ 2147483646 h 70"/>
                <a:gd name="T20" fmla="*/ 0 w 71"/>
                <a:gd name="T21" fmla="*/ 2147483646 h 70"/>
                <a:gd name="T22" fmla="*/ 0 w 71"/>
                <a:gd name="T23" fmla="*/ 2147483646 h 70"/>
                <a:gd name="T24" fmla="*/ 0 w 71"/>
                <a:gd name="T25" fmla="*/ 2147483646 h 70"/>
                <a:gd name="T26" fmla="*/ 0 w 71"/>
                <a:gd name="T27" fmla="*/ 2147483646 h 70"/>
                <a:gd name="T28" fmla="*/ 0 w 71"/>
                <a:gd name="T29" fmla="*/ 2147483646 h 70"/>
                <a:gd name="T30" fmla="*/ 0 w 71"/>
                <a:gd name="T31" fmla="*/ 2147483646 h 70"/>
                <a:gd name="T32" fmla="*/ 0 w 71"/>
                <a:gd name="T33" fmla="*/ 2147483646 h 70"/>
                <a:gd name="T34" fmla="*/ 0 w 71"/>
                <a:gd name="T35" fmla="*/ 2147483646 h 70"/>
                <a:gd name="T36" fmla="*/ 0 w 71"/>
                <a:gd name="T37" fmla="*/ 2147483646 h 70"/>
                <a:gd name="T38" fmla="*/ 0 w 71"/>
                <a:gd name="T39" fmla="*/ 2147483646 h 70"/>
                <a:gd name="T40" fmla="*/ 0 w 71"/>
                <a:gd name="T41" fmla="*/ 2147483646 h 70"/>
                <a:gd name="T42" fmla="*/ 0 w 71"/>
                <a:gd name="T43" fmla="*/ 2147483646 h 70"/>
                <a:gd name="T44" fmla="*/ 0 w 71"/>
                <a:gd name="T45" fmla="*/ 2147483646 h 70"/>
                <a:gd name="T46" fmla="*/ 0 w 71"/>
                <a:gd name="T47" fmla="*/ 2147483646 h 70"/>
                <a:gd name="T48" fmla="*/ 0 w 71"/>
                <a:gd name="T49" fmla="*/ 2147483646 h 70"/>
                <a:gd name="T50" fmla="*/ 0 w 71"/>
                <a:gd name="T51" fmla="*/ 2147483646 h 70"/>
                <a:gd name="T52" fmla="*/ 0 w 71"/>
                <a:gd name="T53" fmla="*/ 2147483646 h 70"/>
                <a:gd name="T54" fmla="*/ 0 w 71"/>
                <a:gd name="T55" fmla="*/ 2147483646 h 70"/>
                <a:gd name="T56" fmla="*/ 0 w 71"/>
                <a:gd name="T57" fmla="*/ 2147483646 h 70"/>
                <a:gd name="T58" fmla="*/ 0 w 71"/>
                <a:gd name="T59" fmla="*/ 2147483646 h 70"/>
                <a:gd name="T60" fmla="*/ 0 w 71"/>
                <a:gd name="T61" fmla="*/ 2147483646 h 70"/>
                <a:gd name="T62" fmla="*/ 0 w 71"/>
                <a:gd name="T63" fmla="*/ 2147483646 h 70"/>
                <a:gd name="T64" fmla="*/ 0 w 71"/>
                <a:gd name="T65" fmla="*/ 2147483646 h 70"/>
                <a:gd name="T66" fmla="*/ 0 w 71"/>
                <a:gd name="T67" fmla="*/ 2147483646 h 70"/>
                <a:gd name="T68" fmla="*/ 0 w 71"/>
                <a:gd name="T69" fmla="*/ 2147483646 h 70"/>
                <a:gd name="T70" fmla="*/ 0 w 71"/>
                <a:gd name="T71" fmla="*/ 2147483646 h 70"/>
                <a:gd name="T72" fmla="*/ 0 w 71"/>
                <a:gd name="T73" fmla="*/ 2147483646 h 70"/>
                <a:gd name="T74" fmla="*/ 0 w 71"/>
                <a:gd name="T75" fmla="*/ 2147483646 h 70"/>
                <a:gd name="T76" fmla="*/ 0 w 71"/>
                <a:gd name="T77" fmla="*/ 2147483646 h 70"/>
                <a:gd name="T78" fmla="*/ 0 w 71"/>
                <a:gd name="T79" fmla="*/ 2147483646 h 70"/>
                <a:gd name="T80" fmla="*/ 0 w 71"/>
                <a:gd name="T81" fmla="*/ 2147483646 h 70"/>
                <a:gd name="T82" fmla="*/ 0 w 71"/>
                <a:gd name="T83" fmla="*/ 2147483646 h 70"/>
                <a:gd name="T84" fmla="*/ 0 w 71"/>
                <a:gd name="T85" fmla="*/ 0 h 70"/>
                <a:gd name="T86" fmla="*/ 0 w 71"/>
                <a:gd name="T87" fmla="*/ 0 h 7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71"/>
                <a:gd name="T133" fmla="*/ 0 h 70"/>
                <a:gd name="T134" fmla="*/ 71 w 71"/>
                <a:gd name="T135" fmla="*/ 70 h 7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71" h="70">
                  <a:moveTo>
                    <a:pt x="36" y="0"/>
                  </a:moveTo>
                  <a:lnTo>
                    <a:pt x="35" y="0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9" y="2"/>
                  </a:lnTo>
                  <a:lnTo>
                    <a:pt x="28" y="2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2" y="3"/>
                  </a:lnTo>
                  <a:lnTo>
                    <a:pt x="20" y="3"/>
                  </a:lnTo>
                  <a:lnTo>
                    <a:pt x="19" y="4"/>
                  </a:lnTo>
                  <a:lnTo>
                    <a:pt x="18" y="6"/>
                  </a:lnTo>
                  <a:lnTo>
                    <a:pt x="16" y="6"/>
                  </a:lnTo>
                  <a:lnTo>
                    <a:pt x="15" y="7"/>
                  </a:lnTo>
                  <a:lnTo>
                    <a:pt x="13" y="9"/>
                  </a:lnTo>
                  <a:lnTo>
                    <a:pt x="12" y="9"/>
                  </a:lnTo>
                  <a:lnTo>
                    <a:pt x="12" y="10"/>
                  </a:lnTo>
                  <a:lnTo>
                    <a:pt x="10" y="12"/>
                  </a:lnTo>
                  <a:lnTo>
                    <a:pt x="9" y="13"/>
                  </a:lnTo>
                  <a:lnTo>
                    <a:pt x="8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5" y="19"/>
                  </a:lnTo>
                  <a:lnTo>
                    <a:pt x="5" y="20"/>
                  </a:lnTo>
                  <a:lnTo>
                    <a:pt x="3" y="22"/>
                  </a:lnTo>
                  <a:lnTo>
                    <a:pt x="3" y="23"/>
                  </a:lnTo>
                  <a:lnTo>
                    <a:pt x="3" y="25"/>
                  </a:lnTo>
                  <a:lnTo>
                    <a:pt x="2" y="26"/>
                  </a:lnTo>
                  <a:lnTo>
                    <a:pt x="2" y="29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2" y="33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9"/>
                  </a:lnTo>
                  <a:lnTo>
                    <a:pt x="2" y="40"/>
                  </a:lnTo>
                  <a:lnTo>
                    <a:pt x="2" y="42"/>
                  </a:lnTo>
                  <a:lnTo>
                    <a:pt x="2" y="45"/>
                  </a:lnTo>
                  <a:lnTo>
                    <a:pt x="3" y="46"/>
                  </a:lnTo>
                  <a:lnTo>
                    <a:pt x="3" y="47"/>
                  </a:lnTo>
                  <a:lnTo>
                    <a:pt x="3" y="49"/>
                  </a:lnTo>
                  <a:lnTo>
                    <a:pt x="5" y="50"/>
                  </a:lnTo>
                  <a:lnTo>
                    <a:pt x="5" y="52"/>
                  </a:lnTo>
                  <a:lnTo>
                    <a:pt x="6" y="53"/>
                  </a:lnTo>
                  <a:lnTo>
                    <a:pt x="8" y="55"/>
                  </a:lnTo>
                  <a:lnTo>
                    <a:pt x="8" y="56"/>
                  </a:lnTo>
                  <a:lnTo>
                    <a:pt x="9" y="58"/>
                  </a:lnTo>
                  <a:lnTo>
                    <a:pt x="10" y="59"/>
                  </a:lnTo>
                  <a:lnTo>
                    <a:pt x="12" y="60"/>
                  </a:lnTo>
                  <a:lnTo>
                    <a:pt x="13" y="62"/>
                  </a:lnTo>
                  <a:lnTo>
                    <a:pt x="15" y="63"/>
                  </a:lnTo>
                  <a:lnTo>
                    <a:pt x="16" y="65"/>
                  </a:lnTo>
                  <a:lnTo>
                    <a:pt x="18" y="65"/>
                  </a:lnTo>
                  <a:lnTo>
                    <a:pt x="19" y="66"/>
                  </a:lnTo>
                  <a:lnTo>
                    <a:pt x="20" y="66"/>
                  </a:lnTo>
                  <a:lnTo>
                    <a:pt x="22" y="68"/>
                  </a:lnTo>
                  <a:lnTo>
                    <a:pt x="23" y="68"/>
                  </a:lnTo>
                  <a:lnTo>
                    <a:pt x="26" y="69"/>
                  </a:lnTo>
                  <a:lnTo>
                    <a:pt x="28" y="69"/>
                  </a:lnTo>
                  <a:lnTo>
                    <a:pt x="29" y="69"/>
                  </a:lnTo>
                  <a:lnTo>
                    <a:pt x="30" y="70"/>
                  </a:lnTo>
                  <a:lnTo>
                    <a:pt x="32" y="70"/>
                  </a:lnTo>
                  <a:lnTo>
                    <a:pt x="35" y="70"/>
                  </a:lnTo>
                  <a:lnTo>
                    <a:pt x="36" y="70"/>
                  </a:lnTo>
                  <a:lnTo>
                    <a:pt x="38" y="70"/>
                  </a:lnTo>
                  <a:lnTo>
                    <a:pt x="39" y="70"/>
                  </a:lnTo>
                  <a:lnTo>
                    <a:pt x="42" y="70"/>
                  </a:lnTo>
                  <a:lnTo>
                    <a:pt x="43" y="69"/>
                  </a:lnTo>
                  <a:lnTo>
                    <a:pt x="45" y="69"/>
                  </a:lnTo>
                  <a:lnTo>
                    <a:pt x="46" y="69"/>
                  </a:lnTo>
                  <a:lnTo>
                    <a:pt x="48" y="68"/>
                  </a:lnTo>
                  <a:lnTo>
                    <a:pt x="49" y="68"/>
                  </a:lnTo>
                  <a:lnTo>
                    <a:pt x="51" y="66"/>
                  </a:lnTo>
                  <a:lnTo>
                    <a:pt x="53" y="66"/>
                  </a:lnTo>
                  <a:lnTo>
                    <a:pt x="55" y="65"/>
                  </a:lnTo>
                  <a:lnTo>
                    <a:pt x="56" y="65"/>
                  </a:lnTo>
                  <a:lnTo>
                    <a:pt x="56" y="63"/>
                  </a:lnTo>
                  <a:lnTo>
                    <a:pt x="58" y="62"/>
                  </a:lnTo>
                  <a:lnTo>
                    <a:pt x="59" y="60"/>
                  </a:lnTo>
                  <a:lnTo>
                    <a:pt x="61" y="60"/>
                  </a:lnTo>
                  <a:lnTo>
                    <a:pt x="62" y="59"/>
                  </a:lnTo>
                  <a:lnTo>
                    <a:pt x="64" y="58"/>
                  </a:lnTo>
                  <a:lnTo>
                    <a:pt x="64" y="56"/>
                  </a:lnTo>
                  <a:lnTo>
                    <a:pt x="65" y="55"/>
                  </a:lnTo>
                  <a:lnTo>
                    <a:pt x="66" y="53"/>
                  </a:lnTo>
                  <a:lnTo>
                    <a:pt x="66" y="52"/>
                  </a:lnTo>
                  <a:lnTo>
                    <a:pt x="68" y="50"/>
                  </a:lnTo>
                  <a:lnTo>
                    <a:pt x="68" y="49"/>
                  </a:lnTo>
                  <a:lnTo>
                    <a:pt x="69" y="47"/>
                  </a:lnTo>
                  <a:lnTo>
                    <a:pt x="69" y="46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0"/>
                  </a:lnTo>
                  <a:lnTo>
                    <a:pt x="71" y="39"/>
                  </a:lnTo>
                  <a:lnTo>
                    <a:pt x="71" y="37"/>
                  </a:lnTo>
                  <a:lnTo>
                    <a:pt x="71" y="35"/>
                  </a:lnTo>
                  <a:lnTo>
                    <a:pt x="71" y="33"/>
                  </a:lnTo>
                  <a:lnTo>
                    <a:pt x="71" y="32"/>
                  </a:lnTo>
                  <a:lnTo>
                    <a:pt x="71" y="30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9" y="25"/>
                  </a:lnTo>
                  <a:lnTo>
                    <a:pt x="69" y="23"/>
                  </a:lnTo>
                  <a:lnTo>
                    <a:pt x="68" y="22"/>
                  </a:lnTo>
                  <a:lnTo>
                    <a:pt x="68" y="20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5" y="16"/>
                  </a:lnTo>
                  <a:lnTo>
                    <a:pt x="64" y="14"/>
                  </a:lnTo>
                  <a:lnTo>
                    <a:pt x="64" y="13"/>
                  </a:lnTo>
                  <a:lnTo>
                    <a:pt x="62" y="12"/>
                  </a:lnTo>
                  <a:lnTo>
                    <a:pt x="61" y="10"/>
                  </a:lnTo>
                  <a:lnTo>
                    <a:pt x="59" y="9"/>
                  </a:lnTo>
                  <a:lnTo>
                    <a:pt x="58" y="9"/>
                  </a:lnTo>
                  <a:lnTo>
                    <a:pt x="56" y="7"/>
                  </a:lnTo>
                  <a:lnTo>
                    <a:pt x="56" y="6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51" y="3"/>
                  </a:lnTo>
                  <a:lnTo>
                    <a:pt x="49" y="3"/>
                  </a:lnTo>
                  <a:lnTo>
                    <a:pt x="48" y="2"/>
                  </a:lnTo>
                  <a:lnTo>
                    <a:pt x="46" y="2"/>
                  </a:lnTo>
                  <a:lnTo>
                    <a:pt x="45" y="2"/>
                  </a:lnTo>
                  <a:lnTo>
                    <a:pt x="43" y="2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38" y="0"/>
                  </a:lnTo>
                  <a:lnTo>
                    <a:pt x="36" y="0"/>
                  </a:lnTo>
                </a:path>
              </a:pathLst>
            </a:custGeom>
            <a:solidFill>
              <a:schemeClr val="tx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Rectangle 52">
              <a:extLst>
                <a:ext uri="{FF2B5EF4-FFF2-40B4-BE49-F238E27FC236}">
                  <a16:creationId xmlns:a16="http://schemas.microsoft.com/office/drawing/2014/main" id="{9D9890E2-B394-41DB-8F38-CA735998B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2" y="2339694"/>
              <a:ext cx="13144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J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75" name="Rectangle 52">
              <a:extLst>
                <a:ext uri="{FF2B5EF4-FFF2-40B4-BE49-F238E27FC236}">
                  <a16:creationId xmlns:a16="http://schemas.microsoft.com/office/drawing/2014/main" id="{BE06E4B1-4A74-4133-939E-6D20702E1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924" y="3073326"/>
              <a:ext cx="19877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-Roman" charset="0"/>
                </a:rPr>
                <a:t>K </a:t>
              </a:r>
              <a:endParaRPr lang="en-US" altLang="en-US" b="0">
                <a:latin typeface="Times" panose="02020603050405020304" pitchFamily="18" charset="0"/>
              </a:endParaRPr>
            </a:p>
          </p:txBody>
        </p:sp>
        <p:sp>
          <p:nvSpPr>
            <p:cNvPr id="276" name="Freeform 42">
              <a:extLst>
                <a:ext uri="{FF2B5EF4-FFF2-40B4-BE49-F238E27FC236}">
                  <a16:creationId xmlns:a16="http://schemas.microsoft.com/office/drawing/2014/main" id="{309A2837-53A7-4DE7-AC1C-AC7FD0F82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235" y="3439418"/>
              <a:ext cx="2204704" cy="438150"/>
            </a:xfrm>
            <a:custGeom>
              <a:avLst/>
              <a:gdLst>
                <a:gd name="T0" fmla="*/ 0 w 10188"/>
                <a:gd name="T1" fmla="*/ 0 h 1612"/>
                <a:gd name="T2" fmla="*/ 0 w 10188"/>
                <a:gd name="T3" fmla="*/ 0 h 1612"/>
                <a:gd name="T4" fmla="*/ 0 w 10188"/>
                <a:gd name="T5" fmla="*/ 0 h 1612"/>
                <a:gd name="T6" fmla="*/ 0 w 10188"/>
                <a:gd name="T7" fmla="*/ 0 h 16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88"/>
                <a:gd name="T13" fmla="*/ 0 h 1612"/>
                <a:gd name="T14" fmla="*/ 10188 w 10188"/>
                <a:gd name="T15" fmla="*/ 1612 h 16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88" h="1612">
                  <a:moveTo>
                    <a:pt x="0" y="1612"/>
                  </a:moveTo>
                  <a:lnTo>
                    <a:pt x="8577" y="1612"/>
                  </a:lnTo>
                  <a:lnTo>
                    <a:pt x="8577" y="0"/>
                  </a:lnTo>
                  <a:lnTo>
                    <a:pt x="10188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9738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D90360-3B21-4048-9E84-CD66033C6025}">
  <ds:schemaRefs>
    <ds:schemaRef ds:uri="http://www.w3.org/XML/1998/namespace"/>
    <ds:schemaRef ds:uri="http://purl.org/dc/dcmitype/"/>
    <ds:schemaRef ds:uri="2545ccdc-34fc-4cec-a48d-ba29d7877a97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10887</TotalTime>
  <Words>1029</Words>
  <Application>Microsoft Office PowerPoint</Application>
  <PresentationFormat>On-screen Show (4:3)</PresentationFormat>
  <Paragraphs>434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MS PGothic</vt:lpstr>
      <vt:lpstr>MS PGothic</vt:lpstr>
      <vt:lpstr>Arial</vt:lpstr>
      <vt:lpstr>Calibri</vt:lpstr>
      <vt:lpstr>Symbol</vt:lpstr>
      <vt:lpstr>Times</vt:lpstr>
      <vt:lpstr>Times New Roman</vt:lpstr>
      <vt:lpstr>Times-Roman</vt:lpstr>
      <vt:lpstr>Default Design</vt:lpstr>
      <vt:lpstr>PowerPoint Presentation</vt:lpstr>
      <vt:lpstr>Administrative Stuff</vt:lpstr>
      <vt:lpstr>23-T Flip-Flops  and JK Flip-Flops </vt:lpstr>
      <vt:lpstr>PowerPoint Presentation</vt:lpstr>
      <vt:lpstr>PowerPoint Presentation</vt:lpstr>
      <vt:lpstr>PowerPoint Presentation</vt:lpstr>
      <vt:lpstr>T Flip-Flop : 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 Flip-Flop: (How it Works?)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JK Flip-Flop (How it Works?)</vt:lpstr>
      <vt:lpstr>JK Flip-Flop (How it Works?)</vt:lpstr>
      <vt:lpstr>JK Flip-Flop (timing diagram)</vt:lpstr>
      <vt:lpstr>JK Flip-Flop (timing diagram)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235</cp:revision>
  <dcterms:created xsi:type="dcterms:W3CDTF">2003-05-23T15:49:24Z</dcterms:created>
  <dcterms:modified xsi:type="dcterms:W3CDTF">2022-03-23T23:04:11Z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