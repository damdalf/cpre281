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gif" ContentType="image/gif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ink/ink10.xml" ContentType="application/inkml+xml"/>
  <Override PartName="/ppt/ink/ink11.xml" ContentType="application/inkml+xml"/>
  <Override PartName="/ppt/ink/ink12.xml" ContentType="application/inkml+xml"/>
  <Override PartName="/ppt/ink/ink13.xml" ContentType="application/inkml+xml"/>
  <Override PartName="/ppt/ink/ink14.xml" ContentType="application/inkml+xml"/>
  <Override PartName="/ppt/ink/ink15.xml" ContentType="application/inkml+xml"/>
  <Override PartName="/ppt/ink/ink16.xml" ContentType="application/inkml+xml"/>
  <Override PartName="/ppt/ink/ink17.xml" ContentType="application/inkml+xml"/>
  <Override PartName="/ppt/ink/ink18.xml" ContentType="application/inkml+xml"/>
  <Override PartName="/ppt/ink/ink19.xml" ContentType="application/inkml+xml"/>
  <Override PartName="/ppt/ink/ink20.xml" ContentType="application/inkml+xml"/>
  <Override PartName="/ppt/ink/ink21.xml" ContentType="application/inkml+xml"/>
  <Override PartName="/ppt/ink/ink22.xml" ContentType="application/inkml+xml"/>
  <Override PartName="/ppt/ink/ink23.xml" ContentType="application/inkml+xml"/>
  <Override PartName="/ppt/ink/ink24.xml" ContentType="application/inkml+xml"/>
  <Override PartName="/ppt/ink/ink25.xml" ContentType="application/inkml+xml"/>
  <Override PartName="/ppt/ink/ink26.xml" ContentType="application/inkml+xml"/>
  <Override PartName="/ppt/ink/ink27.xml" ContentType="application/inkml+xml"/>
  <Override PartName="/ppt/ink/ink28.xml" ContentType="application/inkml+xml"/>
  <Override PartName="/ppt/ink/ink29.xml" ContentType="application/inkml+xml"/>
  <Override PartName="/ppt/ink/ink30.xml" ContentType="application/inkml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saveSubsetFonts="1" autoCompressPictures="0">
  <p:sldMasterIdLst>
    <p:sldMasterId id="2147483660" r:id="rId4"/>
  </p:sldMasterIdLst>
  <p:notesMasterIdLst>
    <p:notesMasterId r:id="rId102"/>
  </p:notesMasterIdLst>
  <p:handoutMasterIdLst>
    <p:handoutMasterId r:id="rId103"/>
  </p:handoutMasterIdLst>
  <p:sldIdLst>
    <p:sldId id="788" r:id="rId5"/>
    <p:sldId id="773" r:id="rId6"/>
    <p:sldId id="774" r:id="rId7"/>
    <p:sldId id="1391" r:id="rId8"/>
    <p:sldId id="1374" r:id="rId9"/>
    <p:sldId id="1167" r:id="rId10"/>
    <p:sldId id="1378" r:id="rId11"/>
    <p:sldId id="1379" r:id="rId12"/>
    <p:sldId id="1168" r:id="rId13"/>
    <p:sldId id="1412" r:id="rId14"/>
    <p:sldId id="1286" r:id="rId15"/>
    <p:sldId id="1191" r:id="rId16"/>
    <p:sldId id="1414" r:id="rId17"/>
    <p:sldId id="1298" r:id="rId18"/>
    <p:sldId id="1300" r:id="rId19"/>
    <p:sldId id="1380" r:id="rId20"/>
    <p:sldId id="1381" r:id="rId21"/>
    <p:sldId id="1306" r:id="rId22"/>
    <p:sldId id="1310" r:id="rId23"/>
    <p:sldId id="1311" r:id="rId24"/>
    <p:sldId id="1307" r:id="rId25"/>
    <p:sldId id="1382" r:id="rId26"/>
    <p:sldId id="1383" r:id="rId27"/>
    <p:sldId id="1384" r:id="rId28"/>
    <p:sldId id="1287" r:id="rId29"/>
    <p:sldId id="1314" r:id="rId30"/>
    <p:sldId id="1319" r:id="rId31"/>
    <p:sldId id="1219" r:id="rId32"/>
    <p:sldId id="1316" r:id="rId33"/>
    <p:sldId id="1317" r:id="rId34"/>
    <p:sldId id="1320" r:id="rId35"/>
    <p:sldId id="1318" r:id="rId36"/>
    <p:sldId id="1321" r:id="rId37"/>
    <p:sldId id="1342" r:id="rId38"/>
    <p:sldId id="1343" r:id="rId39"/>
    <p:sldId id="1323" r:id="rId40"/>
    <p:sldId id="1322" r:id="rId41"/>
    <p:sldId id="1324" r:id="rId42"/>
    <p:sldId id="1334" r:id="rId43"/>
    <p:sldId id="1385" r:id="rId44"/>
    <p:sldId id="1187" r:id="rId45"/>
    <p:sldId id="1188" r:id="rId46"/>
    <p:sldId id="1189" r:id="rId47"/>
    <p:sldId id="1386" r:id="rId48"/>
    <p:sldId id="1181" r:id="rId49"/>
    <p:sldId id="1387" r:id="rId50"/>
    <p:sldId id="1365" r:id="rId51"/>
    <p:sldId id="1388" r:id="rId52"/>
    <p:sldId id="1354" r:id="rId53"/>
    <p:sldId id="1182" r:id="rId54"/>
    <p:sldId id="1183" r:id="rId55"/>
    <p:sldId id="1184" r:id="rId56"/>
    <p:sldId id="1355" r:id="rId57"/>
    <p:sldId id="1389" r:id="rId58"/>
    <p:sldId id="1356" r:id="rId59"/>
    <p:sldId id="1357" r:id="rId60"/>
    <p:sldId id="1415" r:id="rId61"/>
    <p:sldId id="1358" r:id="rId62"/>
    <p:sldId id="1359" r:id="rId63"/>
    <p:sldId id="1243" r:id="rId64"/>
    <p:sldId id="1176" r:id="rId65"/>
    <p:sldId id="1246" r:id="rId66"/>
    <p:sldId id="1250" r:id="rId67"/>
    <p:sldId id="1251" r:id="rId68"/>
    <p:sldId id="1413" r:id="rId69"/>
    <p:sldId id="1245" r:id="rId70"/>
    <p:sldId id="1252" r:id="rId71"/>
    <p:sldId id="1253" r:id="rId72"/>
    <p:sldId id="1254" r:id="rId73"/>
    <p:sldId id="1255" r:id="rId74"/>
    <p:sldId id="1256" r:id="rId75"/>
    <p:sldId id="1257" r:id="rId76"/>
    <p:sldId id="1390" r:id="rId77"/>
    <p:sldId id="1325" r:id="rId78"/>
    <p:sldId id="1329" r:id="rId79"/>
    <p:sldId id="1328" r:id="rId80"/>
    <p:sldId id="1330" r:id="rId81"/>
    <p:sldId id="1331" r:id="rId82"/>
    <p:sldId id="1332" r:id="rId83"/>
    <p:sldId id="1333" r:id="rId84"/>
    <p:sldId id="1282" r:id="rId85"/>
    <p:sldId id="1283" r:id="rId86"/>
    <p:sldId id="1340" r:id="rId87"/>
    <p:sldId id="1341" r:id="rId88"/>
    <p:sldId id="1375" r:id="rId89"/>
    <p:sldId id="1376" r:id="rId90"/>
    <p:sldId id="1335" r:id="rId91"/>
    <p:sldId id="1338" r:id="rId92"/>
    <p:sldId id="1337" r:id="rId93"/>
    <p:sldId id="1346" r:id="rId94"/>
    <p:sldId id="1336" r:id="rId95"/>
    <p:sldId id="1339" r:id="rId96"/>
    <p:sldId id="1377" r:id="rId97"/>
    <p:sldId id="1538" r:id="rId98"/>
    <p:sldId id="1475" r:id="rId99"/>
    <p:sldId id="1539" r:id="rId100"/>
    <p:sldId id="772" r:id="rId101"/>
  </p:sldIdLst>
  <p:sldSz cx="9144000" cy="6858000" type="screen4x3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12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FF"/>
    <a:srgbClr val="0066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128" autoAdjust="0"/>
    <p:restoredTop sz="94690"/>
  </p:normalViewPr>
  <p:slideViewPr>
    <p:cSldViewPr>
      <p:cViewPr varScale="1">
        <p:scale>
          <a:sx n="83" d="100"/>
          <a:sy n="83" d="100"/>
        </p:scale>
        <p:origin x="992" y="72"/>
      </p:cViewPr>
      <p:guideLst>
        <p:guide orient="horz" pos="912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2.xml"/><Relationship Id="rId21" Type="http://schemas.openxmlformats.org/officeDocument/2006/relationships/slide" Target="slides/slide17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63" Type="http://schemas.openxmlformats.org/officeDocument/2006/relationships/slide" Target="slides/slide59.xml"/><Relationship Id="rId68" Type="http://schemas.openxmlformats.org/officeDocument/2006/relationships/slide" Target="slides/slide64.xml"/><Relationship Id="rId84" Type="http://schemas.openxmlformats.org/officeDocument/2006/relationships/slide" Target="slides/slide80.xml"/><Relationship Id="rId89" Type="http://schemas.openxmlformats.org/officeDocument/2006/relationships/slide" Target="slides/slide85.xml"/><Relationship Id="rId16" Type="http://schemas.openxmlformats.org/officeDocument/2006/relationships/slide" Target="slides/slide12.xml"/><Relationship Id="rId107" Type="http://schemas.openxmlformats.org/officeDocument/2006/relationships/tableStyles" Target="tableStyles.xml"/><Relationship Id="rId11" Type="http://schemas.openxmlformats.org/officeDocument/2006/relationships/slide" Target="slides/slide7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53" Type="http://schemas.openxmlformats.org/officeDocument/2006/relationships/slide" Target="slides/slide49.xml"/><Relationship Id="rId58" Type="http://schemas.openxmlformats.org/officeDocument/2006/relationships/slide" Target="slides/slide54.xml"/><Relationship Id="rId74" Type="http://schemas.openxmlformats.org/officeDocument/2006/relationships/slide" Target="slides/slide70.xml"/><Relationship Id="rId79" Type="http://schemas.openxmlformats.org/officeDocument/2006/relationships/slide" Target="slides/slide75.xml"/><Relationship Id="rId102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90" Type="http://schemas.openxmlformats.org/officeDocument/2006/relationships/slide" Target="slides/slide86.xml"/><Relationship Id="rId95" Type="http://schemas.openxmlformats.org/officeDocument/2006/relationships/slide" Target="slides/slide91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64" Type="http://schemas.openxmlformats.org/officeDocument/2006/relationships/slide" Target="slides/slide60.xml"/><Relationship Id="rId69" Type="http://schemas.openxmlformats.org/officeDocument/2006/relationships/slide" Target="slides/slide65.xml"/><Relationship Id="rId80" Type="http://schemas.openxmlformats.org/officeDocument/2006/relationships/slide" Target="slides/slide76.xml"/><Relationship Id="rId85" Type="http://schemas.openxmlformats.org/officeDocument/2006/relationships/slide" Target="slides/slide81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handoutMaster" Target="handoutMasters/handoutMaster1.xml"/><Relationship Id="rId108" Type="http://schemas.microsoft.com/office/2016/11/relationships/changesInfo" Target="changesInfos/changesInfo1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54" Type="http://schemas.openxmlformats.org/officeDocument/2006/relationships/slide" Target="slides/slide50.xml"/><Relationship Id="rId62" Type="http://schemas.openxmlformats.org/officeDocument/2006/relationships/slide" Target="slides/slide58.xml"/><Relationship Id="rId70" Type="http://schemas.openxmlformats.org/officeDocument/2006/relationships/slide" Target="slides/slide66.xml"/><Relationship Id="rId75" Type="http://schemas.openxmlformats.org/officeDocument/2006/relationships/slide" Target="slides/slide71.xml"/><Relationship Id="rId83" Type="http://schemas.openxmlformats.org/officeDocument/2006/relationships/slide" Target="slides/slide79.xml"/><Relationship Id="rId88" Type="http://schemas.openxmlformats.org/officeDocument/2006/relationships/slide" Target="slides/slide84.xml"/><Relationship Id="rId91" Type="http://schemas.openxmlformats.org/officeDocument/2006/relationships/slide" Target="slides/slide87.xml"/><Relationship Id="rId96" Type="http://schemas.openxmlformats.org/officeDocument/2006/relationships/slide" Target="slides/slide92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slide" Target="slides/slide45.xml"/><Relationship Id="rId57" Type="http://schemas.openxmlformats.org/officeDocument/2006/relationships/slide" Target="slides/slide53.xml"/><Relationship Id="rId106" Type="http://schemas.openxmlformats.org/officeDocument/2006/relationships/theme" Target="theme/theme1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slide" Target="slides/slide48.xml"/><Relationship Id="rId60" Type="http://schemas.openxmlformats.org/officeDocument/2006/relationships/slide" Target="slides/slide56.xml"/><Relationship Id="rId65" Type="http://schemas.openxmlformats.org/officeDocument/2006/relationships/slide" Target="slides/slide61.xml"/><Relationship Id="rId73" Type="http://schemas.openxmlformats.org/officeDocument/2006/relationships/slide" Target="slides/slide69.xml"/><Relationship Id="rId78" Type="http://schemas.openxmlformats.org/officeDocument/2006/relationships/slide" Target="slides/slide74.xml"/><Relationship Id="rId81" Type="http://schemas.openxmlformats.org/officeDocument/2006/relationships/slide" Target="slides/slide77.xml"/><Relationship Id="rId86" Type="http://schemas.openxmlformats.org/officeDocument/2006/relationships/slide" Target="slides/slide82.xml"/><Relationship Id="rId94" Type="http://schemas.openxmlformats.org/officeDocument/2006/relationships/slide" Target="slides/slide90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34" Type="http://schemas.openxmlformats.org/officeDocument/2006/relationships/slide" Target="slides/slide30.xml"/><Relationship Id="rId50" Type="http://schemas.openxmlformats.org/officeDocument/2006/relationships/slide" Target="slides/slide46.xml"/><Relationship Id="rId55" Type="http://schemas.openxmlformats.org/officeDocument/2006/relationships/slide" Target="slides/slide51.xml"/><Relationship Id="rId76" Type="http://schemas.openxmlformats.org/officeDocument/2006/relationships/slide" Target="slides/slide72.xml"/><Relationship Id="rId97" Type="http://schemas.openxmlformats.org/officeDocument/2006/relationships/slide" Target="slides/slide93.xml"/><Relationship Id="rId104" Type="http://schemas.openxmlformats.org/officeDocument/2006/relationships/presProps" Target="presProps.xml"/><Relationship Id="rId7" Type="http://schemas.openxmlformats.org/officeDocument/2006/relationships/slide" Target="slides/slide3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4" Type="http://schemas.openxmlformats.org/officeDocument/2006/relationships/slide" Target="slides/slide20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slide" Target="slides/slide83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56" Type="http://schemas.openxmlformats.org/officeDocument/2006/relationships/slide" Target="slides/slide52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105" Type="http://schemas.openxmlformats.org/officeDocument/2006/relationships/viewProps" Target="viewProps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98" Type="http://schemas.openxmlformats.org/officeDocument/2006/relationships/slide" Target="slides/slide94.xml"/><Relationship Id="rId3" Type="http://schemas.openxmlformats.org/officeDocument/2006/relationships/customXml" Target="../customXml/item3.xml"/><Relationship Id="rId25" Type="http://schemas.openxmlformats.org/officeDocument/2006/relationships/slide" Target="slides/slide21.xml"/><Relationship Id="rId46" Type="http://schemas.openxmlformats.org/officeDocument/2006/relationships/slide" Target="slides/slide42.xml"/><Relationship Id="rId67" Type="http://schemas.openxmlformats.org/officeDocument/2006/relationships/slide" Target="slides/slide63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Ahamed, Md Maruf [E CPE]" userId="6f647de5-aeca-43cd-b76c-e84c6089bcf4" providerId="ADAL" clId="{6336CD4D-9FAA-4EB1-A069-811AF4913405}"/>
  </pc:docChgLst>
  <pc:docChgLst>
    <pc:chgData name="Md Maruf" userId="6f647de5-aeca-43cd-b76c-e84c6089bcf4" providerId="ADAL" clId="{8343FEDF-3359-498F-85F5-585EBE50E429}"/>
  </pc:docChgLst>
  <pc:docChgLst>
    <pc:chgData name="Ahamed, Md Maruf [E CPE]" userId="6f647de5-aeca-43cd-b76c-e84c6089bcf4" providerId="ADAL" clId="{020DC819-8E3D-4D6B-8DFF-E904F7C1ABE8}"/>
    <pc:docChg chg="custSel delSld modSld">
      <pc:chgData name="Ahamed, Md Maruf [E CPE]" userId="6f647de5-aeca-43cd-b76c-e84c6089bcf4" providerId="ADAL" clId="{020DC819-8E3D-4D6B-8DFF-E904F7C1ABE8}" dt="2022-02-23T23:17:40.076" v="83"/>
      <pc:docMkLst>
        <pc:docMk/>
      </pc:docMkLst>
      <pc:sldChg chg="modSp">
        <pc:chgData name="Ahamed, Md Maruf [E CPE]" userId="6f647de5-aeca-43cd-b76c-e84c6089bcf4" providerId="ADAL" clId="{020DC819-8E3D-4D6B-8DFF-E904F7C1ABE8}" dt="2022-02-23T17:27:12.961" v="5" actId="20577"/>
        <pc:sldMkLst>
          <pc:docMk/>
          <pc:sldMk cId="1865281566" sldId="774"/>
        </pc:sldMkLst>
        <pc:spChg chg="mod">
          <ac:chgData name="Ahamed, Md Maruf [E CPE]" userId="6f647de5-aeca-43cd-b76c-e84c6089bcf4" providerId="ADAL" clId="{020DC819-8E3D-4D6B-8DFF-E904F7C1ABE8}" dt="2022-02-23T17:27:12.961" v="5" actId="20577"/>
          <ac:spMkLst>
            <pc:docMk/>
            <pc:sldMk cId="1865281566" sldId="774"/>
            <ac:spMk id="207875" creationId="{D583FDE5-0A59-BD41-A182-AC71C16B0812}"/>
          </ac:spMkLst>
        </pc:spChg>
      </pc:sldChg>
      <pc:sldChg chg="del">
        <pc:chgData name="Ahamed, Md Maruf [E CPE]" userId="6f647de5-aeca-43cd-b76c-e84c6089bcf4" providerId="ADAL" clId="{020DC819-8E3D-4D6B-8DFF-E904F7C1ABE8}" dt="2022-02-23T17:27:50.510" v="7" actId="2696"/>
        <pc:sldMkLst>
          <pc:docMk/>
          <pc:sldMk cId="0" sldId="1123"/>
        </pc:sldMkLst>
      </pc:sldChg>
      <pc:sldChg chg="del">
        <pc:chgData name="Ahamed, Md Maruf [E CPE]" userId="6f647de5-aeca-43cd-b76c-e84c6089bcf4" providerId="ADAL" clId="{020DC819-8E3D-4D6B-8DFF-E904F7C1ABE8}" dt="2022-02-23T17:27:52.071" v="9" actId="2696"/>
        <pc:sldMkLst>
          <pc:docMk/>
          <pc:sldMk cId="0" sldId="1125"/>
        </pc:sldMkLst>
      </pc:sldChg>
      <pc:sldChg chg="del">
        <pc:chgData name="Ahamed, Md Maruf [E CPE]" userId="6f647de5-aeca-43cd-b76c-e84c6089bcf4" providerId="ADAL" clId="{020DC819-8E3D-4D6B-8DFF-E904F7C1ABE8}" dt="2022-02-23T17:27:55.946" v="11" actId="2696"/>
        <pc:sldMkLst>
          <pc:docMk/>
          <pc:sldMk cId="0" sldId="1126"/>
        </pc:sldMkLst>
      </pc:sldChg>
      <pc:sldChg chg="del">
        <pc:chgData name="Ahamed, Md Maruf [E CPE]" userId="6f647de5-aeca-43cd-b76c-e84c6089bcf4" providerId="ADAL" clId="{020DC819-8E3D-4D6B-8DFF-E904F7C1ABE8}" dt="2022-02-23T17:27:49.842" v="6" actId="2696"/>
        <pc:sldMkLst>
          <pc:docMk/>
          <pc:sldMk cId="0" sldId="1133"/>
        </pc:sldMkLst>
      </pc:sldChg>
      <pc:sldChg chg="del">
        <pc:chgData name="Ahamed, Md Maruf [E CPE]" userId="6f647de5-aeca-43cd-b76c-e84c6089bcf4" providerId="ADAL" clId="{020DC819-8E3D-4D6B-8DFF-E904F7C1ABE8}" dt="2022-02-23T17:27:51.242" v="8" actId="2696"/>
        <pc:sldMkLst>
          <pc:docMk/>
          <pc:sldMk cId="0" sldId="1138"/>
        </pc:sldMkLst>
      </pc:sldChg>
      <pc:sldChg chg="addSp del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168"/>
        </pc:sldMkLst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168"/>
            <ac:inkMk id="2" creationId="{109D1F12-6306-4DC1-87DE-61A84FDD23D2}"/>
          </ac:inkMkLst>
        </pc:inkChg>
        <pc:inkChg chg="del">
          <ac:chgData name="Ahamed, Md Maruf [E CPE]" userId="6f647de5-aeca-43cd-b76c-e84c6089bcf4" providerId="ADAL" clId="{020DC819-8E3D-4D6B-8DFF-E904F7C1ABE8}" dt="2022-02-23T17:28:57.345" v="17" actId="478"/>
          <ac:inkMkLst>
            <pc:docMk/>
            <pc:sldMk cId="0" sldId="1168"/>
            <ac:inkMk id="2" creationId="{AF7B69FA-D894-4216-A15B-7A6C2EF55AC1}"/>
          </ac:inkMkLst>
        </pc:inkChg>
      </pc:sldChg>
      <pc:sldChg chg="del">
        <pc:chgData name="Ahamed, Md Maruf [E CPE]" userId="6f647de5-aeca-43cd-b76c-e84c6089bcf4" providerId="ADAL" clId="{020DC819-8E3D-4D6B-8DFF-E904F7C1ABE8}" dt="2022-02-23T17:27:53.475" v="10" actId="2696"/>
        <pc:sldMkLst>
          <pc:docMk/>
          <pc:sldMk cId="0" sldId="1170"/>
        </pc:sldMkLst>
      </pc:sldChg>
      <pc:sldChg chg="del">
        <pc:chgData name="Ahamed, Md Maruf [E CPE]" userId="6f647de5-aeca-43cd-b76c-e84c6089bcf4" providerId="ADAL" clId="{020DC819-8E3D-4D6B-8DFF-E904F7C1ABE8}" dt="2022-02-23T17:27:56.803" v="12" actId="2696"/>
        <pc:sldMkLst>
          <pc:docMk/>
          <pc:sldMk cId="0" sldId="1172"/>
        </pc:sldMkLst>
      </pc:sldChg>
      <pc:sldChg chg="add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176"/>
        </pc:sldMkLst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176"/>
            <ac:inkMk id="2" creationId="{B148F7A2-B69B-48BD-828A-D9E55AE67171}"/>
          </ac:inkMkLst>
        </pc:inkChg>
      </pc:sldChg>
      <pc:sldChg chg="addSp del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181"/>
        </pc:sldMkLst>
        <pc:inkChg chg="del">
          <ac:chgData name="Ahamed, Md Maruf [E CPE]" userId="6f647de5-aeca-43cd-b76c-e84c6089bcf4" providerId="ADAL" clId="{020DC819-8E3D-4D6B-8DFF-E904F7C1ABE8}" dt="2022-02-23T17:31:04.225" v="34" actId="478"/>
          <ac:inkMkLst>
            <pc:docMk/>
            <pc:sldMk cId="0" sldId="1181"/>
            <ac:inkMk id="3" creationId="{43EB4F36-3E90-4728-A809-ACAD5852CB1A}"/>
          </ac:inkMkLst>
        </pc:inkChg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181"/>
            <ac:inkMk id="3" creationId="{793F3F24-8817-419F-8C0D-F7C3E25F9D11}"/>
          </ac:inkMkLst>
        </pc:inkChg>
      </pc:sldChg>
      <pc:sldChg chg="addSp del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182"/>
        </pc:sldMkLst>
        <pc:inkChg chg="del">
          <ac:chgData name="Ahamed, Md Maruf [E CPE]" userId="6f647de5-aeca-43cd-b76c-e84c6089bcf4" providerId="ADAL" clId="{020DC819-8E3D-4D6B-8DFF-E904F7C1ABE8}" dt="2022-02-23T17:31:16.826" v="36" actId="478"/>
          <ac:inkMkLst>
            <pc:docMk/>
            <pc:sldMk cId="0" sldId="1182"/>
            <ac:inkMk id="2" creationId="{498F8F15-2EB3-4239-8B96-D45F99A64316}"/>
          </ac:inkMkLst>
        </pc:inkChg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182"/>
            <ac:inkMk id="2" creationId="{D8946012-F73F-44C3-A726-EBC8FECCD553}"/>
          </ac:inkMkLst>
        </pc:inkChg>
      </pc:sldChg>
      <pc:sldChg chg="addSp del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187"/>
        </pc:sldMkLst>
        <pc:inkChg chg="del">
          <ac:chgData name="Ahamed, Md Maruf [E CPE]" userId="6f647de5-aeca-43cd-b76c-e84c6089bcf4" providerId="ADAL" clId="{020DC819-8E3D-4D6B-8DFF-E904F7C1ABE8}" dt="2022-02-23T17:30:55.127" v="32" actId="478"/>
          <ac:inkMkLst>
            <pc:docMk/>
            <pc:sldMk cId="0" sldId="1187"/>
            <ac:inkMk id="3" creationId="{7D13C0AD-21AB-4BF7-BCB5-671A1BEF3CA9}"/>
          </ac:inkMkLst>
        </pc:inkChg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187"/>
            <ac:inkMk id="3" creationId="{857E83D2-1412-4511-B402-5905A39F780F}"/>
          </ac:inkMkLst>
        </pc:inkChg>
      </pc:sldChg>
      <pc:sldChg chg="delSp">
        <pc:chgData name="Ahamed, Md Maruf [E CPE]" userId="6f647de5-aeca-43cd-b76c-e84c6089bcf4" providerId="ADAL" clId="{020DC819-8E3D-4D6B-8DFF-E904F7C1ABE8}" dt="2022-02-23T17:30:57.854" v="33" actId="478"/>
        <pc:sldMkLst>
          <pc:docMk/>
          <pc:sldMk cId="0" sldId="1188"/>
        </pc:sldMkLst>
        <pc:inkChg chg="del">
          <ac:chgData name="Ahamed, Md Maruf [E CPE]" userId="6f647de5-aeca-43cd-b76c-e84c6089bcf4" providerId="ADAL" clId="{020DC819-8E3D-4D6B-8DFF-E904F7C1ABE8}" dt="2022-02-23T17:30:57.854" v="33" actId="478"/>
          <ac:inkMkLst>
            <pc:docMk/>
            <pc:sldMk cId="0" sldId="1188"/>
            <ac:inkMk id="3" creationId="{65598431-15AD-446F-99BD-9EA952A2D558}"/>
          </ac:inkMkLst>
        </pc:inkChg>
      </pc:sldChg>
      <pc:sldChg chg="addSp del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191"/>
        </pc:sldMkLst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191"/>
            <ac:inkMk id="2" creationId="{B3BCC2E8-005A-41E5-8B6E-942CF6977BFB}"/>
          </ac:inkMkLst>
        </pc:inkChg>
        <pc:inkChg chg="del">
          <ac:chgData name="Ahamed, Md Maruf [E CPE]" userId="6f647de5-aeca-43cd-b76c-e84c6089bcf4" providerId="ADAL" clId="{020DC819-8E3D-4D6B-8DFF-E904F7C1ABE8}" dt="2022-02-23T17:29:08.351" v="19" actId="478"/>
          <ac:inkMkLst>
            <pc:docMk/>
            <pc:sldMk cId="0" sldId="1191"/>
            <ac:inkMk id="2" creationId="{E65CFA63-3F79-4ABD-899B-05F4618AB075}"/>
          </ac:inkMkLst>
        </pc:inkChg>
      </pc:sldChg>
      <pc:sldChg chg="del">
        <pc:chgData name="Ahamed, Md Maruf [E CPE]" userId="6f647de5-aeca-43cd-b76c-e84c6089bcf4" providerId="ADAL" clId="{020DC819-8E3D-4D6B-8DFF-E904F7C1ABE8}" dt="2022-02-23T17:27:57.659" v="13" actId="2696"/>
        <pc:sldMkLst>
          <pc:docMk/>
          <pc:sldMk cId="0" sldId="1201"/>
        </pc:sldMkLst>
      </pc:sldChg>
      <pc:sldChg chg="addSp del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219"/>
        </pc:sldMkLst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219"/>
            <ac:inkMk id="2" creationId="{50EC4560-08EF-4A10-8D0F-9753DBDC836E}"/>
          </ac:inkMkLst>
        </pc:inkChg>
        <pc:inkChg chg="del">
          <ac:chgData name="Ahamed, Md Maruf [E CPE]" userId="6f647de5-aeca-43cd-b76c-e84c6089bcf4" providerId="ADAL" clId="{020DC819-8E3D-4D6B-8DFF-E904F7C1ABE8}" dt="2022-02-23T17:30:21.075" v="26" actId="478"/>
          <ac:inkMkLst>
            <pc:docMk/>
            <pc:sldMk cId="0" sldId="1219"/>
            <ac:inkMk id="2" creationId="{8711FDF4-FE9C-4288-B9FE-3BA513D03B8A}"/>
          </ac:inkMkLst>
        </pc:inkChg>
      </pc:sldChg>
      <pc:sldChg chg="addSp del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245"/>
        </pc:sldMkLst>
        <pc:inkChg chg="del">
          <ac:chgData name="Ahamed, Md Maruf [E CPE]" userId="6f647de5-aeca-43cd-b76c-e84c6089bcf4" providerId="ADAL" clId="{020DC819-8E3D-4D6B-8DFF-E904F7C1ABE8}" dt="2022-02-23T17:32:01.574" v="40" actId="478"/>
          <ac:inkMkLst>
            <pc:docMk/>
            <pc:sldMk cId="0" sldId="1245"/>
            <ac:inkMk id="2" creationId="{13DFE94C-99C7-4A64-A9B9-1DDC46924D09}"/>
          </ac:inkMkLst>
        </pc:inkChg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245"/>
            <ac:inkMk id="2" creationId="{2C4F47B3-4E4D-44C0-B143-460F5706BA77}"/>
          </ac:inkMkLst>
        </pc:inkChg>
      </pc:sldChg>
      <pc:sldChg chg="delSp">
        <pc:chgData name="Ahamed, Md Maruf [E CPE]" userId="6f647de5-aeca-43cd-b76c-e84c6089bcf4" providerId="ADAL" clId="{020DC819-8E3D-4D6B-8DFF-E904F7C1ABE8}" dt="2022-02-23T17:30:09.968" v="25" actId="478"/>
        <pc:sldMkLst>
          <pc:docMk/>
          <pc:sldMk cId="0" sldId="1287"/>
        </pc:sldMkLst>
        <pc:inkChg chg="del">
          <ac:chgData name="Ahamed, Md Maruf [E CPE]" userId="6f647de5-aeca-43cd-b76c-e84c6089bcf4" providerId="ADAL" clId="{020DC819-8E3D-4D6B-8DFF-E904F7C1ABE8}" dt="2022-02-23T17:30:09.968" v="25" actId="478"/>
          <ac:inkMkLst>
            <pc:docMk/>
            <pc:sldMk cId="0" sldId="1287"/>
            <ac:inkMk id="2" creationId="{D79FF114-4891-4465-8BF9-C592E5F61CA4}"/>
          </ac:inkMkLst>
        </pc:inkChg>
      </pc:sldChg>
      <pc:sldChg chg="add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298"/>
        </pc:sldMkLst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298"/>
            <ac:inkMk id="3" creationId="{0B6701EE-0790-4E3E-876E-BCC810FB2AAC}"/>
          </ac:inkMkLst>
        </pc:inkChg>
      </pc:sldChg>
      <pc:sldChg chg="addSp del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300"/>
        </pc:sldMkLst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300"/>
            <ac:inkMk id="2" creationId="{52D573DB-9A1C-40F8-9E91-D2CE23AF110A}"/>
          </ac:inkMkLst>
        </pc:inkChg>
        <pc:inkChg chg="del">
          <ac:chgData name="Ahamed, Md Maruf [E CPE]" userId="6f647de5-aeca-43cd-b76c-e84c6089bcf4" providerId="ADAL" clId="{020DC819-8E3D-4D6B-8DFF-E904F7C1ABE8}" dt="2022-02-23T17:29:19.640" v="21" actId="478"/>
          <ac:inkMkLst>
            <pc:docMk/>
            <pc:sldMk cId="0" sldId="1300"/>
            <ac:inkMk id="2" creationId="{B7E816E4-272C-44D1-9B4E-49DD2DFAE29E}"/>
          </ac:inkMkLst>
        </pc:inkChg>
      </pc:sldChg>
      <pc:sldChg chg="addSp del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306"/>
        </pc:sldMkLst>
        <pc:inkChg chg="del">
          <ac:chgData name="Ahamed, Md Maruf [E CPE]" userId="6f647de5-aeca-43cd-b76c-e84c6089bcf4" providerId="ADAL" clId="{020DC819-8E3D-4D6B-8DFF-E904F7C1ABE8}" dt="2022-02-23T17:29:42.895" v="23" actId="478"/>
          <ac:inkMkLst>
            <pc:docMk/>
            <pc:sldMk cId="0" sldId="1306"/>
            <ac:inkMk id="4" creationId="{AB03C5BC-314C-4CA7-9D7D-29BA35F08C14}"/>
          </ac:inkMkLst>
        </pc:inkChg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306"/>
            <ac:inkMk id="4" creationId="{BFB678F8-DF1D-4B4B-8B6E-B8F8E91B63B6}"/>
          </ac:inkMkLst>
        </pc:inkChg>
      </pc:sldChg>
      <pc:sldChg chg="add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307"/>
        </pc:sldMkLst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307"/>
            <ac:inkMk id="3" creationId="{B45D7619-69DC-4F5D-9A34-369D1DD2B034}"/>
          </ac:inkMkLst>
        </pc:inkChg>
      </pc:sldChg>
      <pc:sldChg chg="add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310"/>
        </pc:sldMkLst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310"/>
            <ac:inkMk id="4" creationId="{061DF7C6-A1FA-4CB8-AC7E-468150973E49}"/>
          </ac:inkMkLst>
        </pc:inkChg>
      </pc:sldChg>
      <pc:sldChg chg="delSp">
        <pc:chgData name="Ahamed, Md Maruf [E CPE]" userId="6f647de5-aeca-43cd-b76c-e84c6089bcf4" providerId="ADAL" clId="{020DC819-8E3D-4D6B-8DFF-E904F7C1ABE8}" dt="2022-02-23T17:30:26.554" v="27" actId="478"/>
        <pc:sldMkLst>
          <pc:docMk/>
          <pc:sldMk cId="0" sldId="1316"/>
        </pc:sldMkLst>
        <pc:inkChg chg="del">
          <ac:chgData name="Ahamed, Md Maruf [E CPE]" userId="6f647de5-aeca-43cd-b76c-e84c6089bcf4" providerId="ADAL" clId="{020DC819-8E3D-4D6B-8DFF-E904F7C1ABE8}" dt="2022-02-23T17:30:26.554" v="27" actId="478"/>
          <ac:inkMkLst>
            <pc:docMk/>
            <pc:sldMk cId="0" sldId="1316"/>
            <ac:inkMk id="2" creationId="{E89B7E37-23F7-423D-BFDA-D14D5D0E0343}"/>
          </ac:inkMkLst>
        </pc:inkChg>
      </pc:sldChg>
      <pc:sldChg chg="addSp del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321"/>
        </pc:sldMkLst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321"/>
            <ac:inkMk id="2" creationId="{DB8A107D-E19B-47E6-BA43-E6C2C2F70FF4}"/>
          </ac:inkMkLst>
        </pc:inkChg>
        <pc:inkChg chg="del">
          <ac:chgData name="Ahamed, Md Maruf [E CPE]" userId="6f647de5-aeca-43cd-b76c-e84c6089bcf4" providerId="ADAL" clId="{020DC819-8E3D-4D6B-8DFF-E904F7C1ABE8}" dt="2022-02-23T17:30:33.319" v="28" actId="478"/>
          <ac:inkMkLst>
            <pc:docMk/>
            <pc:sldMk cId="0" sldId="1321"/>
            <ac:inkMk id="2" creationId="{E9D1B48C-363A-4788-BF9E-47DA94A18B57}"/>
          </ac:inkMkLst>
        </pc:inkChg>
      </pc:sldChg>
      <pc:sldChg chg="delSp">
        <pc:chgData name="Ahamed, Md Maruf [E CPE]" userId="6f647de5-aeca-43cd-b76c-e84c6089bcf4" providerId="ADAL" clId="{020DC819-8E3D-4D6B-8DFF-E904F7C1ABE8}" dt="2022-02-23T17:30:42.952" v="29" actId="478"/>
        <pc:sldMkLst>
          <pc:docMk/>
          <pc:sldMk cId="0" sldId="1324"/>
        </pc:sldMkLst>
        <pc:inkChg chg="del">
          <ac:chgData name="Ahamed, Md Maruf [E CPE]" userId="6f647de5-aeca-43cd-b76c-e84c6089bcf4" providerId="ADAL" clId="{020DC819-8E3D-4D6B-8DFF-E904F7C1ABE8}" dt="2022-02-23T17:30:42.952" v="29" actId="478"/>
          <ac:inkMkLst>
            <pc:docMk/>
            <pc:sldMk cId="0" sldId="1324"/>
            <ac:inkMk id="2" creationId="{D21AAAC6-53AB-4071-A337-A9926DC7CCD6}"/>
          </ac:inkMkLst>
        </pc:inkChg>
      </pc:sldChg>
      <pc:sldChg chg="add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325"/>
        </pc:sldMkLst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325"/>
            <ac:inkMk id="2" creationId="{BCFA6BE7-A546-4B4E-9412-F17BB9BF0C76}"/>
          </ac:inkMkLst>
        </pc:inkChg>
      </pc:sldChg>
      <pc:sldChg chg="add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328"/>
        </pc:sldMkLst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328"/>
            <ac:inkMk id="2" creationId="{EF17C779-DF0C-4E08-BF36-77D38D4ED83F}"/>
          </ac:inkMkLst>
        </pc:inkChg>
      </pc:sldChg>
      <pc:sldChg chg="delSp">
        <pc:chgData name="Ahamed, Md Maruf [E CPE]" userId="6f647de5-aeca-43cd-b76c-e84c6089bcf4" providerId="ADAL" clId="{020DC819-8E3D-4D6B-8DFF-E904F7C1ABE8}" dt="2022-02-23T17:32:48.665" v="42" actId="478"/>
        <pc:sldMkLst>
          <pc:docMk/>
          <pc:sldMk cId="0" sldId="1331"/>
        </pc:sldMkLst>
        <pc:inkChg chg="del">
          <ac:chgData name="Ahamed, Md Maruf [E CPE]" userId="6f647de5-aeca-43cd-b76c-e84c6089bcf4" providerId="ADAL" clId="{020DC819-8E3D-4D6B-8DFF-E904F7C1ABE8}" dt="2022-02-23T17:32:48.665" v="42" actId="478"/>
          <ac:inkMkLst>
            <pc:docMk/>
            <pc:sldMk cId="0" sldId="1331"/>
            <ac:inkMk id="2" creationId="{470F6EB2-7C89-4F68-B1F9-9C02C1EA088A}"/>
          </ac:inkMkLst>
        </pc:inkChg>
      </pc:sldChg>
      <pc:sldChg chg="delSp">
        <pc:chgData name="Ahamed, Md Maruf [E CPE]" userId="6f647de5-aeca-43cd-b76c-e84c6089bcf4" providerId="ADAL" clId="{020DC819-8E3D-4D6B-8DFF-E904F7C1ABE8}" dt="2022-02-23T17:32:50.726" v="43" actId="478"/>
        <pc:sldMkLst>
          <pc:docMk/>
          <pc:sldMk cId="0" sldId="1332"/>
        </pc:sldMkLst>
        <pc:inkChg chg="del">
          <ac:chgData name="Ahamed, Md Maruf [E CPE]" userId="6f647de5-aeca-43cd-b76c-e84c6089bcf4" providerId="ADAL" clId="{020DC819-8E3D-4D6B-8DFF-E904F7C1ABE8}" dt="2022-02-23T17:32:50.726" v="43" actId="478"/>
          <ac:inkMkLst>
            <pc:docMk/>
            <pc:sldMk cId="0" sldId="1332"/>
            <ac:inkMk id="2" creationId="{5C28205E-FCDB-4BDF-A17E-710C2A3DB1D0}"/>
          </ac:inkMkLst>
        </pc:inkChg>
      </pc:sldChg>
      <pc:sldChg chg="addSp del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334"/>
        </pc:sldMkLst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334"/>
            <ac:inkMk id="3" creationId="{A379D09D-1BF9-46D1-89E4-72F597B69E09}"/>
          </ac:inkMkLst>
        </pc:inkChg>
        <pc:inkChg chg="del">
          <ac:chgData name="Ahamed, Md Maruf [E CPE]" userId="6f647de5-aeca-43cd-b76c-e84c6089bcf4" providerId="ADAL" clId="{020DC819-8E3D-4D6B-8DFF-E904F7C1ABE8}" dt="2022-02-23T17:30:46.713" v="30" actId="478"/>
          <ac:inkMkLst>
            <pc:docMk/>
            <pc:sldMk cId="0" sldId="1334"/>
            <ac:inkMk id="3" creationId="{C7F44999-C128-42A7-8956-6E12E8435895}"/>
          </ac:inkMkLst>
        </pc:inkChg>
      </pc:sldChg>
      <pc:sldChg chg="add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338"/>
        </pc:sldMkLst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338"/>
            <ac:inkMk id="2" creationId="{3DF2740B-85D5-4F8E-A50F-C4E25FF69CDD}"/>
          </ac:inkMkLst>
        </pc:inkChg>
      </pc:sldChg>
      <pc:sldChg chg="delSp">
        <pc:chgData name="Ahamed, Md Maruf [E CPE]" userId="6f647de5-aeca-43cd-b76c-e84c6089bcf4" providerId="ADAL" clId="{020DC819-8E3D-4D6B-8DFF-E904F7C1ABE8}" dt="2022-02-23T17:32:56.472" v="44" actId="478"/>
        <pc:sldMkLst>
          <pc:docMk/>
          <pc:sldMk cId="0" sldId="1340"/>
        </pc:sldMkLst>
        <pc:inkChg chg="del">
          <ac:chgData name="Ahamed, Md Maruf [E CPE]" userId="6f647de5-aeca-43cd-b76c-e84c6089bcf4" providerId="ADAL" clId="{020DC819-8E3D-4D6B-8DFF-E904F7C1ABE8}" dt="2022-02-23T17:32:56.472" v="44" actId="478"/>
          <ac:inkMkLst>
            <pc:docMk/>
            <pc:sldMk cId="0" sldId="1340"/>
            <ac:inkMk id="2" creationId="{4E45CFB9-0578-4BC2-821B-923D28469D4A}"/>
          </ac:inkMkLst>
        </pc:inkChg>
      </pc:sldChg>
      <pc:sldChg chg="addSp del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354"/>
        </pc:sldMkLst>
        <pc:inkChg chg="del">
          <ac:chgData name="Ahamed, Md Maruf [E CPE]" userId="6f647de5-aeca-43cd-b76c-e84c6089bcf4" providerId="ADAL" clId="{020DC819-8E3D-4D6B-8DFF-E904F7C1ABE8}" dt="2022-02-23T17:31:10.786" v="35" actId="478"/>
          <ac:inkMkLst>
            <pc:docMk/>
            <pc:sldMk cId="0" sldId="1354"/>
            <ac:inkMk id="2" creationId="{4A197517-E0CE-4CDC-A7D7-BB0D57283E8D}"/>
          </ac:inkMkLst>
        </pc:inkChg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354"/>
            <ac:inkMk id="2" creationId="{520559E1-A5C9-4A5A-B2B1-5CF3E4EA0DAD}"/>
          </ac:inkMkLst>
        </pc:inkChg>
      </pc:sldChg>
      <pc:sldChg chg="add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355"/>
        </pc:sldMkLst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355"/>
            <ac:inkMk id="3" creationId="{E11036C8-A160-44CC-B0A3-0161EAB2D4B9}"/>
          </ac:inkMkLst>
        </pc:inkChg>
      </pc:sldChg>
      <pc:sldChg chg="delSp">
        <pc:chgData name="Ahamed, Md Maruf [E CPE]" userId="6f647de5-aeca-43cd-b76c-e84c6089bcf4" providerId="ADAL" clId="{020DC819-8E3D-4D6B-8DFF-E904F7C1ABE8}" dt="2022-02-23T17:31:29.339" v="37" actId="478"/>
        <pc:sldMkLst>
          <pc:docMk/>
          <pc:sldMk cId="0" sldId="1356"/>
        </pc:sldMkLst>
        <pc:inkChg chg="del">
          <ac:chgData name="Ahamed, Md Maruf [E CPE]" userId="6f647de5-aeca-43cd-b76c-e84c6089bcf4" providerId="ADAL" clId="{020DC819-8E3D-4D6B-8DFF-E904F7C1ABE8}" dt="2022-02-23T17:31:29.339" v="37" actId="478"/>
          <ac:inkMkLst>
            <pc:docMk/>
            <pc:sldMk cId="0" sldId="1356"/>
            <ac:inkMk id="3" creationId="{06F241D4-920E-4096-91E8-35908BB1927E}"/>
          </ac:inkMkLst>
        </pc:inkChg>
      </pc:sldChg>
      <pc:sldChg chg="delSp modSp">
        <pc:chgData name="Ahamed, Md Maruf [E CPE]" userId="6f647de5-aeca-43cd-b76c-e84c6089bcf4" providerId="ADAL" clId="{020DC819-8E3D-4D6B-8DFF-E904F7C1ABE8}" dt="2022-02-23T17:28:34.205" v="15" actId="478"/>
        <pc:sldMkLst>
          <pc:docMk/>
          <pc:sldMk cId="0" sldId="1374"/>
        </pc:sldMkLst>
        <pc:inkChg chg="del mod">
          <ac:chgData name="Ahamed, Md Maruf [E CPE]" userId="6f647de5-aeca-43cd-b76c-e84c6089bcf4" providerId="ADAL" clId="{020DC819-8E3D-4D6B-8DFF-E904F7C1ABE8}" dt="2022-02-23T17:28:34.205" v="15" actId="478"/>
          <ac:inkMkLst>
            <pc:docMk/>
            <pc:sldMk cId="0" sldId="1374"/>
            <ac:inkMk id="4" creationId="{DF926A7D-064C-4928-8F3F-E7B5F81916A1}"/>
          </ac:inkMkLst>
        </pc:inkChg>
      </pc:sldChg>
      <pc:sldChg chg="delSp">
        <pc:chgData name="Ahamed, Md Maruf [E CPE]" userId="6f647de5-aeca-43cd-b76c-e84c6089bcf4" providerId="ADAL" clId="{020DC819-8E3D-4D6B-8DFF-E904F7C1ABE8}" dt="2022-02-23T17:33:11.367" v="45" actId="478"/>
        <pc:sldMkLst>
          <pc:docMk/>
          <pc:sldMk cId="0" sldId="1375"/>
        </pc:sldMkLst>
        <pc:inkChg chg="del">
          <ac:chgData name="Ahamed, Md Maruf [E CPE]" userId="6f647de5-aeca-43cd-b76c-e84c6089bcf4" providerId="ADAL" clId="{020DC819-8E3D-4D6B-8DFF-E904F7C1ABE8}" dt="2022-02-23T17:33:11.367" v="45" actId="478"/>
          <ac:inkMkLst>
            <pc:docMk/>
            <pc:sldMk cId="0" sldId="1375"/>
            <ac:inkMk id="2" creationId="{3CE77304-54DC-4E9C-9474-E5012E739176}"/>
          </ac:inkMkLst>
        </pc:inkChg>
      </pc:sldChg>
      <pc:sldChg chg="add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376"/>
        </pc:sldMkLst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376"/>
            <ac:inkMk id="2" creationId="{945B2684-690A-4CE6-901C-64E22A589774}"/>
          </ac:inkMkLst>
        </pc:inkChg>
      </pc:sldChg>
      <pc:sldChg chg="addSp delSp">
        <pc:chgData name="Ahamed, Md Maruf [E CPE]" userId="6f647de5-aeca-43cd-b76c-e84c6089bcf4" providerId="ADAL" clId="{020DC819-8E3D-4D6B-8DFF-E904F7C1ABE8}" dt="2022-02-23T23:17:40.076" v="83"/>
        <pc:sldMkLst>
          <pc:docMk/>
          <pc:sldMk cId="2566928486" sldId="1378"/>
        </pc:sldMkLst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2566928486" sldId="1378"/>
            <ac:inkMk id="2" creationId="{334F886B-297F-47B1-801F-CC5B0B9B741C}"/>
          </ac:inkMkLst>
        </pc:inkChg>
        <pc:inkChg chg="del">
          <ac:chgData name="Ahamed, Md Maruf [E CPE]" userId="6f647de5-aeca-43cd-b76c-e84c6089bcf4" providerId="ADAL" clId="{020DC819-8E3D-4D6B-8DFF-E904F7C1ABE8}" dt="2022-02-23T17:28:43.192" v="16" actId="478"/>
          <ac:inkMkLst>
            <pc:docMk/>
            <pc:sldMk cId="2566928486" sldId="1378"/>
            <ac:inkMk id="2" creationId="{CE13FF1E-09A7-4202-8F40-77C071938EF6}"/>
          </ac:inkMkLst>
        </pc:inkChg>
      </pc:sldChg>
      <pc:sldChg chg="delSp">
        <pc:chgData name="Ahamed, Md Maruf [E CPE]" userId="6f647de5-aeca-43cd-b76c-e84c6089bcf4" providerId="ADAL" clId="{020DC819-8E3D-4D6B-8DFF-E904F7C1ABE8}" dt="2022-02-23T17:29:31.424" v="22" actId="478"/>
        <pc:sldMkLst>
          <pc:docMk/>
          <pc:sldMk cId="2166165230" sldId="1380"/>
        </pc:sldMkLst>
        <pc:inkChg chg="del">
          <ac:chgData name="Ahamed, Md Maruf [E CPE]" userId="6f647de5-aeca-43cd-b76c-e84c6089bcf4" providerId="ADAL" clId="{020DC819-8E3D-4D6B-8DFF-E904F7C1ABE8}" dt="2022-02-23T17:29:31.424" v="22" actId="478"/>
          <ac:inkMkLst>
            <pc:docMk/>
            <pc:sldMk cId="2166165230" sldId="1380"/>
            <ac:inkMk id="2" creationId="{C77438AC-E0BE-43E3-B262-C5F77E5E477A}"/>
          </ac:inkMkLst>
        </pc:inkChg>
      </pc:sldChg>
      <pc:sldChg chg="addSp del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383"/>
        </pc:sldMkLst>
        <pc:inkChg chg="del">
          <ac:chgData name="Ahamed, Md Maruf [E CPE]" userId="6f647de5-aeca-43cd-b76c-e84c6089bcf4" providerId="ADAL" clId="{020DC819-8E3D-4D6B-8DFF-E904F7C1ABE8}" dt="2022-02-23T17:30:04.783" v="24" actId="478"/>
          <ac:inkMkLst>
            <pc:docMk/>
            <pc:sldMk cId="0" sldId="1383"/>
            <ac:inkMk id="2" creationId="{1FB1E9CC-03B2-4847-8C37-1971BC3EE654}"/>
          </ac:inkMkLst>
        </pc:inkChg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383"/>
            <ac:inkMk id="2" creationId="{B53CE000-C653-4D68-B55E-E8ED2B6E6EDA}"/>
          </ac:inkMkLst>
        </pc:inkChg>
      </pc:sldChg>
      <pc:sldChg chg="addSp delSp">
        <pc:chgData name="Ahamed, Md Maruf [E CPE]" userId="6f647de5-aeca-43cd-b76c-e84c6089bcf4" providerId="ADAL" clId="{020DC819-8E3D-4D6B-8DFF-E904F7C1ABE8}" dt="2022-02-23T23:17:40.076" v="83"/>
        <pc:sldMkLst>
          <pc:docMk/>
          <pc:sldMk cId="0" sldId="1385"/>
        </pc:sldMkLst>
        <pc:inkChg chg="del">
          <ac:chgData name="Ahamed, Md Maruf [E CPE]" userId="6f647de5-aeca-43cd-b76c-e84c6089bcf4" providerId="ADAL" clId="{020DC819-8E3D-4D6B-8DFF-E904F7C1ABE8}" dt="2022-02-23T17:30:49.345" v="31" actId="478"/>
          <ac:inkMkLst>
            <pc:docMk/>
            <pc:sldMk cId="0" sldId="1385"/>
            <ac:inkMk id="3" creationId="{081422FC-4D93-4094-9EBE-BB314DB885BC}"/>
          </ac:inkMkLst>
        </pc:inkChg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0" sldId="1385"/>
            <ac:inkMk id="3" creationId="{17C282B6-CAAA-4C75-A047-BD26C3ED17B5}"/>
          </ac:inkMkLst>
        </pc:inkChg>
      </pc:sldChg>
      <pc:sldChg chg="delSp">
        <pc:chgData name="Ahamed, Md Maruf [E CPE]" userId="6f647de5-aeca-43cd-b76c-e84c6089bcf4" providerId="ADAL" clId="{020DC819-8E3D-4D6B-8DFF-E904F7C1ABE8}" dt="2022-02-23T17:32:18.034" v="41" actId="478"/>
        <pc:sldMkLst>
          <pc:docMk/>
          <pc:sldMk cId="523875173" sldId="1390"/>
        </pc:sldMkLst>
        <pc:inkChg chg="del">
          <ac:chgData name="Ahamed, Md Maruf [E CPE]" userId="6f647de5-aeca-43cd-b76c-e84c6089bcf4" providerId="ADAL" clId="{020DC819-8E3D-4D6B-8DFF-E904F7C1ABE8}" dt="2022-02-23T17:32:18.034" v="41" actId="478"/>
          <ac:inkMkLst>
            <pc:docMk/>
            <pc:sldMk cId="523875173" sldId="1390"/>
            <ac:inkMk id="4" creationId="{F67E52C0-EAA7-4E4D-A818-DA8B23F5EC6A}"/>
          </ac:inkMkLst>
        </pc:inkChg>
      </pc:sldChg>
      <pc:sldChg chg="addSp delSp">
        <pc:chgData name="Ahamed, Md Maruf [E CPE]" userId="6f647de5-aeca-43cd-b76c-e84c6089bcf4" providerId="ADAL" clId="{020DC819-8E3D-4D6B-8DFF-E904F7C1ABE8}" dt="2022-02-23T23:17:40.076" v="83"/>
        <pc:sldMkLst>
          <pc:docMk/>
          <pc:sldMk cId="1287723550" sldId="1412"/>
        </pc:sldMkLst>
        <pc:inkChg chg="del">
          <ac:chgData name="Ahamed, Md Maruf [E CPE]" userId="6f647de5-aeca-43cd-b76c-e84c6089bcf4" providerId="ADAL" clId="{020DC819-8E3D-4D6B-8DFF-E904F7C1ABE8}" dt="2022-02-23T17:29:03.606" v="18" actId="478"/>
          <ac:inkMkLst>
            <pc:docMk/>
            <pc:sldMk cId="1287723550" sldId="1412"/>
            <ac:inkMk id="2" creationId="{538EA8C3-5F0D-4B90-A19D-72BA60C66E2E}"/>
          </ac:inkMkLst>
        </pc:inkChg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1287723550" sldId="1412"/>
            <ac:inkMk id="2" creationId="{D5F470FD-9672-418A-B89A-5D076F11BB69}"/>
          </ac:inkMkLst>
        </pc:inkChg>
      </pc:sldChg>
      <pc:sldChg chg="addSp delSp">
        <pc:chgData name="Ahamed, Md Maruf [E CPE]" userId="6f647de5-aeca-43cd-b76c-e84c6089bcf4" providerId="ADAL" clId="{020DC819-8E3D-4D6B-8DFF-E904F7C1ABE8}" dt="2022-02-23T23:17:40.076" v="83"/>
        <pc:sldMkLst>
          <pc:docMk/>
          <pc:sldMk cId="1206559926" sldId="1413"/>
        </pc:sldMkLst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1206559926" sldId="1413"/>
            <ac:inkMk id="2" creationId="{002CD62F-2639-43BB-AA49-00BAAD9139F0}"/>
          </ac:inkMkLst>
        </pc:inkChg>
        <pc:inkChg chg="del">
          <ac:chgData name="Ahamed, Md Maruf [E CPE]" userId="6f647de5-aeca-43cd-b76c-e84c6089bcf4" providerId="ADAL" clId="{020DC819-8E3D-4D6B-8DFF-E904F7C1ABE8}" dt="2022-02-23T17:31:54.479" v="39" actId="478"/>
          <ac:inkMkLst>
            <pc:docMk/>
            <pc:sldMk cId="1206559926" sldId="1413"/>
            <ac:inkMk id="2" creationId="{CB84EBD7-5800-4F4A-AC5A-5C12771663B9}"/>
          </ac:inkMkLst>
        </pc:inkChg>
      </pc:sldChg>
      <pc:sldChg chg="addSp delSp">
        <pc:chgData name="Ahamed, Md Maruf [E CPE]" userId="6f647de5-aeca-43cd-b76c-e84c6089bcf4" providerId="ADAL" clId="{020DC819-8E3D-4D6B-8DFF-E904F7C1ABE8}" dt="2022-02-23T23:17:40.076" v="83"/>
        <pc:sldMkLst>
          <pc:docMk/>
          <pc:sldMk cId="2466492218" sldId="1414"/>
        </pc:sldMkLst>
        <pc:inkChg chg="del">
          <ac:chgData name="Ahamed, Md Maruf [E CPE]" userId="6f647de5-aeca-43cd-b76c-e84c6089bcf4" providerId="ADAL" clId="{020DC819-8E3D-4D6B-8DFF-E904F7C1ABE8}" dt="2022-02-23T17:29:10.257" v="20" actId="478"/>
          <ac:inkMkLst>
            <pc:docMk/>
            <pc:sldMk cId="2466492218" sldId="1414"/>
            <ac:inkMk id="4" creationId="{56AACE51-CEFA-4C80-A2FE-CD99136108B9}"/>
          </ac:inkMkLst>
        </pc:inkChg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2466492218" sldId="1414"/>
            <ac:inkMk id="4" creationId="{87DCB1C9-63DB-4F49-8D3A-55E60C35671A}"/>
          </ac:inkMkLst>
        </pc:inkChg>
      </pc:sldChg>
      <pc:sldChg chg="addSp delSp">
        <pc:chgData name="Ahamed, Md Maruf [E CPE]" userId="6f647de5-aeca-43cd-b76c-e84c6089bcf4" providerId="ADAL" clId="{020DC819-8E3D-4D6B-8DFF-E904F7C1ABE8}" dt="2022-02-23T23:17:40.076" v="83"/>
        <pc:sldMkLst>
          <pc:docMk/>
          <pc:sldMk cId="2958403712" sldId="1415"/>
        </pc:sldMkLst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2958403712" sldId="1415"/>
            <ac:inkMk id="2" creationId="{448D7AD3-5E7B-4B42-8040-23B654DFEDAC}"/>
          </ac:inkMkLst>
        </pc:inkChg>
        <pc:inkChg chg="del">
          <ac:chgData name="Ahamed, Md Maruf [E CPE]" userId="6f647de5-aeca-43cd-b76c-e84c6089bcf4" providerId="ADAL" clId="{020DC819-8E3D-4D6B-8DFF-E904F7C1ABE8}" dt="2022-02-23T17:31:36.999" v="38" actId="478"/>
          <ac:inkMkLst>
            <pc:docMk/>
            <pc:sldMk cId="2958403712" sldId="1415"/>
            <ac:inkMk id="2" creationId="{F18CC865-F3F5-4678-B6F2-7355CFBC2376}"/>
          </ac:inkMkLst>
        </pc:inkChg>
      </pc:sldChg>
      <pc:sldChg chg="modSp">
        <pc:chgData name="Ahamed, Md Maruf [E CPE]" userId="6f647de5-aeca-43cd-b76c-e84c6089bcf4" providerId="ADAL" clId="{020DC819-8E3D-4D6B-8DFF-E904F7C1ABE8}" dt="2022-02-23T18:28:23.898" v="79" actId="20577"/>
        <pc:sldMkLst>
          <pc:docMk/>
          <pc:sldMk cId="3235202344" sldId="1475"/>
        </pc:sldMkLst>
        <pc:spChg chg="mod">
          <ac:chgData name="Ahamed, Md Maruf [E CPE]" userId="6f647de5-aeca-43cd-b76c-e84c6089bcf4" providerId="ADAL" clId="{020DC819-8E3D-4D6B-8DFF-E904F7C1ABE8}" dt="2022-02-23T18:28:23.898" v="79" actId="20577"/>
          <ac:spMkLst>
            <pc:docMk/>
            <pc:sldMk cId="3235202344" sldId="1475"/>
            <ac:spMk id="2" creationId="{C3A2D45C-BCCF-4B6C-9DE9-6B85D2647FF4}"/>
          </ac:spMkLst>
        </pc:spChg>
      </pc:sldChg>
      <pc:sldChg chg="addSp modSp">
        <pc:chgData name="Ahamed, Md Maruf [E CPE]" userId="6f647de5-aeca-43cd-b76c-e84c6089bcf4" providerId="ADAL" clId="{020DC819-8E3D-4D6B-8DFF-E904F7C1ABE8}" dt="2022-02-23T23:17:40.076" v="83"/>
        <pc:sldMkLst>
          <pc:docMk/>
          <pc:sldMk cId="3398332337" sldId="1538"/>
        </pc:sldMkLst>
        <pc:spChg chg="mod">
          <ac:chgData name="Ahamed, Md Maruf [E CPE]" userId="6f647de5-aeca-43cd-b76c-e84c6089bcf4" providerId="ADAL" clId="{020DC819-8E3D-4D6B-8DFF-E904F7C1ABE8}" dt="2022-02-23T18:28:12.652" v="76" actId="6549"/>
          <ac:spMkLst>
            <pc:docMk/>
            <pc:sldMk cId="3398332337" sldId="1538"/>
            <ac:spMk id="2" creationId="{C3A2D45C-BCCF-4B6C-9DE9-6B85D2647FF4}"/>
          </ac:spMkLst>
        </pc:spChg>
        <pc:inkChg chg="add">
          <ac:chgData name="Ahamed, Md Maruf [E CPE]" userId="6f647de5-aeca-43cd-b76c-e84c6089bcf4" providerId="ADAL" clId="{020DC819-8E3D-4D6B-8DFF-E904F7C1ABE8}" dt="2022-02-23T23:17:40.076" v="83"/>
          <ac:inkMkLst>
            <pc:docMk/>
            <pc:sldMk cId="3398332337" sldId="1538"/>
            <ac:inkMk id="5" creationId="{4D159A58-18E4-4488-B35C-912AB25E5783}"/>
          </ac:inkMkLst>
        </pc:inkChg>
      </pc:sldChg>
      <pc:sldChg chg="modSp">
        <pc:chgData name="Ahamed, Md Maruf [E CPE]" userId="6f647de5-aeca-43cd-b76c-e84c6089bcf4" providerId="ADAL" clId="{020DC819-8E3D-4D6B-8DFF-E904F7C1ABE8}" dt="2022-02-23T18:28:29.559" v="82" actId="20577"/>
        <pc:sldMkLst>
          <pc:docMk/>
          <pc:sldMk cId="2370690475" sldId="1539"/>
        </pc:sldMkLst>
        <pc:spChg chg="mod">
          <ac:chgData name="Ahamed, Md Maruf [E CPE]" userId="6f647de5-aeca-43cd-b76c-e84c6089bcf4" providerId="ADAL" clId="{020DC819-8E3D-4D6B-8DFF-E904F7C1ABE8}" dt="2022-02-23T18:28:29.559" v="82" actId="20577"/>
          <ac:spMkLst>
            <pc:docMk/>
            <pc:sldMk cId="2370690475" sldId="1539"/>
            <ac:spMk id="2" creationId="{C3A2D45C-BCCF-4B6C-9DE9-6B85D2647FF4}"/>
          </ac:spMkLst>
        </pc:spChg>
      </pc:sld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>
            <a:extLst>
              <a:ext uri="{FF2B5EF4-FFF2-40B4-BE49-F238E27FC236}">
                <a16:creationId xmlns:a16="http://schemas.microsoft.com/office/drawing/2014/main" id="{F16A246E-1165-E245-A7EB-0772963E03C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3" name="Rectangle 3">
            <a:extLst>
              <a:ext uri="{FF2B5EF4-FFF2-40B4-BE49-F238E27FC236}">
                <a16:creationId xmlns:a16="http://schemas.microsoft.com/office/drawing/2014/main" id="{2440F699-AA4E-4A4F-915B-4E190BCFD039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4" name="Rectangle 4">
            <a:extLst>
              <a:ext uri="{FF2B5EF4-FFF2-40B4-BE49-F238E27FC236}">
                <a16:creationId xmlns:a16="http://schemas.microsoft.com/office/drawing/2014/main" id="{EA62CF11-F0EA-0848-BA90-DDCC4F4E76E9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5" name="Rectangle 5">
            <a:extLst>
              <a:ext uri="{FF2B5EF4-FFF2-40B4-BE49-F238E27FC236}">
                <a16:creationId xmlns:a16="http://schemas.microsoft.com/office/drawing/2014/main" id="{ABB4707E-3172-FE4D-BE44-CD82F8236D0E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-128"/>
              </a:defRPr>
            </a:lvl1pPr>
          </a:lstStyle>
          <a:p>
            <a:pPr>
              <a:defRPr/>
            </a:pPr>
            <a:fld id="{F85064E9-D108-4958-BC0A-32345D0A6B4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2:27:35.349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20005 5636 1792 0,'0'0'40'0,"0"0"8"0,0 0 1 0,-3-5 1 0,3-1-40 0,0 1-10 0,0 0 0 0,0 5 0 15,0-5 120-15,0 5 21 0,0-6 5 0,0 6 1 16,0 0-42-16,0 0-8 0,0-2-1 0,0 2-1 0,0 0-35 0,0 0-8 16,0 0 0-16,0 0-1 0,0 0-19 0,0 0-3 15,3 2-1-15,0 6 0 0,0 0-9 0,-3 0-3 16,3 3 0-16,0-1 0 0,-3 1-8 0,3 2-8 16,0 0 12-16,-3 0-12 0,3 3 8 0,0-2-8 15,0 1 0-15,0 4 0 0,0 0 24 0,-3-1-3 16,3 3 0-16,0-2 0 0,0-1-21 15,0 3 0-15,0-2 0 0,0-3 0 16,0 2-47-16,0-4-13 0,-3 1-4 0,3-4 0 0,0 2 52 0,-3 0 12 16,3-2 0-16,-3 0 0 15,3-1-54-15,-3-2-8 0,3 0-2 0,-3 0 0 16,0-3-153-16,0 1-31 0,0-6-7 0,3 2-1 0</inkml:trace>
  <inkml:trace contextRef="#ctx0" brushRef="#br0" timeOffset="445.017">20371 5639 1728 0,'0'0'38'0,"-3"-6"8"0,0 4 2 0,0-4 0 16,3 6-39-16,0 0-9 0,-3-2 0 0,3 2 0 16,0 0 104-16,0 0 20 0,0 0 3 0,0 0 1 15,-6 2 0-15,1 4 0 0,2-1 0 0,-3 3 0 16,3 0-103-16,0 0-25 0,0 0 0 0,0 0 0 0,0 0 56 0,3 2 7 15,-3 1 1-15,0 2 0 0,0 3-54 16,3 0-10-16,-3 0 0 0,0 5 0 0,3 0 0 0,0 3 0 16,0 0 0-16,3-1 0 0,0-1 0 15,3-1 0-15,-3 0 0 0,3-3 0 0,3 1 0 0,0-3 0 16,-1-3 0-16,4 0-12 16,3-5 12-16,-3 3 0 0,3-3 0 0,0-3 0 0,0 0 0 0,3-2 0 15,-3-3 0-15,5 0 0 0,-2-3 0 0,0 1 0 16,0-4 0-16,-3-2 0 0,3 1 0 0,-3-1 0 15,-1-3 8-15,1-2-8 0,-3 0 0 0,3-3 0 16,-3-3 0-16,3-2 8 0,-6-3 21 0,3 0 5 0,0 1 1 16,-6-4 0-16,3 3-19 0,-6 3-4 0,0 0-1 0,-3 5 0 15,-3-2 5-15,0 2 2 0,-3 0 0 16,-3 3 0-16,0 2-18 0,-3 0 0 0,-3 1 0 0,0 2 0 16,0 0 0-16,0 0 0 0,-3 3 0 0,-2-1 0 15,-1 4 0-15,0-1 0 0,0 0 0 16,0 3 0-1,-3 3-48-15,4-3-12 0,-1 3-4 0,6-1 0 16,0 1-51-16,6 0-10 0,0 2-3 0,6 0-1024 0</inkml:trace>
  <inkml:trace contextRef="#ctx0" brushRef="#br0" timeOffset="833.591">21181 5586 1958 0,'0'0'43'0,"0"0"9"0,-6-6 1 0,0 1 3 0,3 0-45 0,0 0-11 15,0-1 0-15,-3 1 0 0,6 5 104 0,0 0 20 16,-3-5 3-16,3 5 1 0,0 0 0 0,0 0 0 0,0 0 0 15,0 0 0-15,0 0-103 0,0 0-25 0,0 0 0 0,-6 8 0 16,6 0 56-16,-3 2 7 0,3-2 1 0,-3 3 0 16,3 5-40-16,0-3-7 0,3 3-1 0,-3-1-1 15,0 1 2-15,3 3 1 16,-3 2 0-16,3 6 0 0,0-1-4 0,-3 3-1 16,3 3 0-16,0 2 0 0,0-5-4 0,0 0-1 15,0-2 0-15,3-1 0 0,-6-4 2 0,3-4 0 0,0 1 0 0,-3-1 0 16,3-5-10-16,-3 3 0 0,3-3 0 0,-3 1 0 15,0-4 0-15,3 1 0 0,0-1 0 0,0 1 0 16,0 0-100 0,0-1-23-16,3-2-4 0,-3 0-785 0,3 0-158 0</inkml:trace>
  <inkml:trace contextRef="#ctx0" brushRef="#br0" timeOffset="1763.567">21440 6279 1458 0,'0'0'32'0,"0"0"6"0,0 0 2 0,0 0 1 0,-6 0-33 0,6 0-8 16,-6-5 0-16,0 2 0 0,3 0 108 0,3 3 19 15,-6-2 4-15,3-4 1 0,0 1-32 0,0 0-5 16,0-3-2-16,0 3 0 0,3-1-24 0,0-2-5 15,0 3 0-15,0 0-1 0,3 0-14 0,-3-3-2 16,6 2-1-16,-3-2 0 0,3 3-10 0,0 0-1 16,0-1-1-16,3 1 0 0,3 0-6 0,-3 0-2 15,6-1 0-15,-3 4 0 0,2-1-10 0,-2 0-1 16,3 1-1-16,3 2 0 0,-3 0-14 0,0 0 9 0,0 2-9 16,-3 4 8-16,3-4-8 0,-4 6 0 15,-2 0 0-15,3 5 0 0,-6-2 0 0,0 5 0 0,0 0 0 16,-3 5 0-16,-3-3-11 0,-3 6-1 15,0-3 0-15,-3 3 0 0,-3-3 0 0,-3 1 0 0,0 1 0 0,-2-1 0 16,-1-1 4-16,0-3 0 0,3-2 0 0,-6 3 0 16,3-1 8-16,0 1 0 0,0-1 0 0,1 1 0 15,2-1 0-15,0-2 0 0,0 0 0 0,3 0 0 16,3 0 0-16,0-3 0 0,0 0 0 0,3 0 0 16,0-5 0-16,3 0 0 0,3 0 0 0,0-2 0 15,0-1 0-15,6 0 9 0,0 0 0 0,0-2 0 16,3-3 6-16,3 0 1 0,-1 0 0 0,4-3 0 15,0 3-4-15,6-5 0 0,-3 2 0 0,0 1 0 16,0-1-4-16,-1 1-8 0,1-1 11 0,0 0-11 16,-3 1 8-16,0 2-8 0,0-3 0 0,-1 0 0 15,-2 3 0-15,0 0 0 0,-3-2 0 0,3 4 0 0,-3-2-25 16,0 0 1-16,0 0 0 0,0 0 0 16,0 0-186-16,-1 0-37 0,1 0-7 15,-3 6-2-15</inkml:trace>
  <inkml:trace contextRef="#ctx0" brushRef="#br0" timeOffset="6483.271">22205 5760 1958 0,'0'0'43'0,"0"0"9"16,0 0 1-16,0 0 3 0,0 0-45 0,0 0-11 0,0 0 0 0,0 0 0 15,0-5 83-15,3 2 14 0,3 1 3 0,0-1 1 0,3 0-33 0,0 1-8 16,3-1 0-16,-1 1-1 0,4 2-16 0,6-3-3 16,-3 3-1-16,6 0 0 0,-3 0-16 0,3 3-3 15,2-3-1-15,1 5 0 0,0-3-19 0,3 1 0 16,-4 0 0-16,4 2 0 0,-6-5 0 0,6 3 0 15,-3-1 0-15,-1 1 0 16,4-3-15-16,-3 3-9 0,3-1-3 0,-4 1 0 16,-2 0 27-16,0-3 0 0,-3 2 0 0,0-2 0 15,-3 0-156-15,0 0-30 0,-4-2-6 0,1-1-794 0</inkml:trace>
  <inkml:trace contextRef="#ctx0" brushRef="#br0" timeOffset="6776.666">22860 5620 1314 0,'-18'-10'37'0,"6"7"8"0,0-2-36 0,0-1-9 0,0 1 0 0,0 0 0 16,0-1 147-16,4 4 27 0,2-1 6 0,-3 3 0 16,9 0-84-16,0 0-16 0,0 0-4 0,0 0-1 15,0 0-9-15,0 0-2 0,6 3 0 0,3-1 0 16,2 4 5-16,1-1 1 0,0 0 0 0,6 3 0 16,-3 3-29-16,3-3-5 0,-3 2-2 0,0 1 0 15,0-1-21-15,-1 4-4 0,1-4-1 0,0 1 0 16,-3 2 7-16,-3 0 1 0,0 1 0 0,0-1 0 15,-3 3-16-15,0-3 0 0,0 3 0 0,-3 0 0 16,0-3 0-16,-3 3 0 0,-3-3-12 0,0 0 12 0,0 3 0 16,-3-5 0-16,0 2 0 0,0 0 0 15,-3-5 0-15,0 3 0 0,0-1 0 0,-3-2 0 16,0-3-18-16,0 3-3 0,3-2-1 0,-2-1 0 16,2-5-83-16,0 3-17 15,-3-1-3-15,3-2-625 0,3-2-125 0</inkml:trace>
  <inkml:trace contextRef="#ctx0" brushRef="#br0" timeOffset="7394.52">23628 5379 1958 0,'0'0'43'0,"3"-5"9"0,0 0 1 0,0-1 3 0,3 1-45 0,-3 0-11 0,3-3 0 0,-3 3 0 15,2-1 53-15,-2 1 9 0,0-3 2 0,0 3 0 16,0 2 0-16,0-2 0 0,0 0 0 0,0-1 0 0,-3 4 0 0,0 2 0 16,3-8 0-16,-3 8 0 0,0-3-52 0,0 3-12 15,0-5 0-15,0 5 0 0,0 0 54 0,0 0 8 16,0 0 2-16,0 0 0 0,0 0-52 0,0 0-12 16,0 0 0-16,-6 0 0 0,0 2 0 0,-3 4 0 15,-2 2 0-15,-1-3 0 0,0 6 0 0,0 2 0 16,0 0 0-16,-3 8 0 0,6-2 0 0,-3 2 0 15,3 0 0-15,-3 0 0 0,6 0 0 0,0 1 0 16,1-1 0-16,2-3 0 0,3-2 0 0,0 0 0 16,3 0 0-16,2 0 0 0,1-3 0 0,3 0 0 15,0-2 0-15,0-1 0 0,3 1 0 0,3-3 0 16,0 0 0-16,0 0 0 0,0-3 0 0,0 3 0 0,2-3 0 16,-2 1 0-16,0-1 0 0,0 0 0 0,0 0 0 15,0-2 0-15,-3 2 0 0,0-2 0 16,0 2 0-16,-4-2 0 0,-2 2 0 0,3-2 0 15,-3 2 0-15,-3 0 0 0,0-2 0 0,3 2 0 0,-6 1 0 0,0 2 0 16,0 0 0-16,-3 2 0 0,0 1 0 0,-3-1 0 16,0 1 0-16,-3-1 0 0,0 4 0 0,-5-4 0 31,2 4-48-31,-3-4-13 0,-3 3-3 0,0-2 0 0,0 0 52 0,0-4 12 0,-2 4 0 0,-1-6 0 31,0 1-156-31,0-1-29 0,3-5-6 0,-6 3-794 0</inkml:trace>
  <inkml:trace contextRef="#ctx0" brushRef="#br0" timeOffset="7666.243">23610 5316 2160 0,'0'0'48'0,"0"-5"9"0,0-1 3 0,0 1 0 0,0 0-48 0,3-3-12 15,0 5 0-15,0-2 0 16,3 2 78-16,0-2 14 0,3 2 2 0,3 1 1 0,-1-1-28 0,1 3-6 15,3-3-1-15,3 3 0 0,0 0-21 0,3 0-5 16,0-2-1-16,-3 2 0 0,2 0-17 0,1 0-3 16,0-6-1-16,3 4 0 0,3 2-12 0,-1-3 0 15,1 3 0-15,0 0 0 0,0 0 8 0,0 0 0 16,-4 3-8-16,4-3 12 16,-6 2-36-16,0 4-7 0,0-6-1 0,-3 2-1 15,-1 1-107-15,-2 2-20 0,-3-2-5 0,-6 2-907 16</inkml:trace>
  <inkml:trace contextRef="#ctx0" brushRef="#br0" timeOffset="7949.081">23988 5647 1997 0,'0'0'56'0,"0"0"13"0,0 0-55 0,0 0-14 0,0 0 0 0,0 0 0 15,6 0 112-15,0 0 20 0,-3 0 4 0,-3 0 1 16,6 0-32-16,0 0-6 0,-3 0-2 0,3 5 0 16,0-3-48-16,-3 4-9 0,0-4-3 0,0 6 0 0,0-2-25 15,-1 2-4-15,-2 0-8 0,0 2 11 0,0 3-11 0,0-2 0 16,0 2 9-16,0 3-9 0,-2 3 0 16,-1-1 8-16,0 3-8 0,0 3 0 0,0-3-9 0,0 3-7 15,0-3 0-15,-3 0-1 0,3 1 17 16,0-4 0-16,0 1 0 0,0-1 0 0,0-5 0 15,0 3 0-15,0-3 0 0,0-2 0 16,3 0-127-16,0-1-21 0,0-2-5 0,3-3-973 16</inkml:trace>
  <inkml:trace contextRef="#ctx0" brushRef="#br0" timeOffset="8342.502">24253 5874 1792 0,'0'-16'51'0,"0"8"10"0,0-2-49 0,3 2-12 0,-3-3 0 0,0 3 0 15,0 0 156-15,0 0 29 0,-3 3 6 0,3 5 1 16,0 0-103-16,0 0-20 0,0 0-4 0,0 0-1 16,0 0 0-16,-6 3 0 0,3 2 0 0,-3 3 0 15,3 3-51-15,-3-1-13 0,3 1 0 0,-3 2 0 16,3 0 0-16,-3 3 0 0,3-3 0 0,0 3 0 16,0 0 0-16,-3 3 0 0,6-4 0 0,-3 4 0 15,3-1 0-15,0 1 0 0,0-3 0 16,3 2 0-16,-3-4 0 0,3 2 0 0,0-6 0 15,3 3 0-15,-3 1 0 0,3-4 0 0,3 1 0 0,0-3 0 16,0 0 0-16,0-3 0 0,3 0 0 0,0-2 0 16,3-3 0-16,-1 0 0 0,4 0 0 0,0-3 0 15,-3 1 0-15,3-4-10 0,-3 4 2 0,3-4 0 16,-3 1 8-16,-1-3 11 0,1 0-3 0,-3 0 0 0,3-2 21 16,-3-4 4-16,-3 1 1 0,3-3 0 0,-6-2 2 15,3-1 1-15,-3-2 0 0,-3-3 0 0,0 3-16 16,0 0-3-16,-3-3-1 0,-3 3 0 0,0 2-8 15,-3 1-1-15,0-1-8 0,-3 1 12 0,-3 5-12 0,-3-3-8 16,3 3 8-16,-6 2-13 16,0 0-79-16,-2 3-15 0,-4 0-3 0,0 6-770 15,0-3-155-15</inkml:trace>
  <inkml:trace contextRef="#ctx0" brushRef="#br0" timeOffset="12576.428">19496 5758 921 0,'0'0'20'0,"0"0"4"0,0 0 0 0,0 0 4 0,0 0-28 0,0-6 0 15,0 6 0-15,0-2 0 0,0-4 77 0,0 6 11 16,0-5 1-16,0 5 1 0,0-5-12 0,0 5-2 16,-3-5-1-16,3 5 0 0,0 0-11 0,-3-3-3 15,3 3 0-15,0 0 0 0,-3-5-9 0,3 5-3 16,-3-3 0-16,3 3 0 0,-6-3-9 0,0 3-3 15,6 0 0-15,-6-5 0 0,3 5-14 0,3 0-3 16,-5-3-1-16,5 3 0 0,-6 0 0 0,0 0 0 0,6 0 0 0,-6-2 0 16,6 2-4-16,-6 0-1 0,6 0 0 0,-6 0 0 15,0-3-4-15,6 3-1 0,-6 0 0 0,6 0 0 16,-9 0-9-16,3 0 12 0,6 0-12 0,-6 3 12 16,0-3-12-16,0 0 8 0,6 0-8 0,-6 0 8 15,0 2-8-15,0-2 0 0,0 0 0 16,0 0 0-16,0 0 0 0,0 0 0 0,-2 3 0 0,2-3 0 15,0 5 0-15,0-5 8 0,-3 0-8 0,3 0 0 16,3 3 0-16,-3-3 0 0,6 0 0 0,-6 3 0 16,0-1 0-16,0 1 0 0,0 0 0 0,0-1 0 15,0 1 0-15,0 0 0 0,3-1 0 0,-3 1 0 16,0-1 0-16,0 4 0 0,3-4 0 0,-3 4 0 16,3-1 0-16,-3-2 0 0,6-3 0 0,-3 5 0 15,-2 3 0-15,2-3 0 0,0 0 0 0,3 3 0 16,-3-2 0-16,0 2 0 0,3-3-9 0,0 3 9 15,-3 0 0-15,3 2 0 0,0-2 0 0,0 0 0 0,0 0 0 16,0 3 0-16,0-3 0 0,0 2 0 0,3-2 0 0,0 0 0 16,-3 0-8-16,3 0 8 15,0 0 0-15,0-3 0 0,0 3 0 0,2 0 0 16,1-3 0-16,-3 1 0 0,3-1 0 0,0 3 0 0,-3-3 0 16,3 1 0-16,0-4 0 0,0 3 0 0,3 1 0 15,-3-4 0-15,3 4 0 0,-3-4 0 0,3 1 0 16,-3 2 0-16,3-2 0 0,0 0 0 0,0-1 0 0,0 1 0 15,-4-3 0-15,4 3 0 0,-3-3 0 0,0 0 0 16,3 2 0-16,-3-2 0 0,3 3 0 0,-3-3 0 16,0 0 0-16,0 0 0 0,0 0 0 0,0 2 0 0,0-2 0 15,3 0 0-15,-3 0 0 0,3 0 0 0,-3 0 0 0,0 0 0 16,2 0 0-16,-2 0 0 0,0 0 0 0,3 0 0 16,-3 0 0-16,0 0 0 0,0 0 0 0,0-2 0 15,0 2 0-15,0-3 0 0,0 3 8 0,0 0-8 16,0-2 12-16,0 2-3 0,0 0-1 0,0-3 0 15,0 0 4-15,0 1 0 0,0-1 0 16,0 3 0-16,0-3-1 0,-1 1 0 0,1-1 0 0,0 0 0 16,-3-2 4-16,3 2 1 0,0-2 0 0,-3 2 0 15,3-2 2-15,0 0 1 0,0 2 0 0,-3-2 0 16,3-3-5-16,-3 3-1 0,0-1 0 0,0 1 0 16,0-3-1-16,0 0 0 0,0 0 0 0,0-2 0 15,0 2 0-15,0-3 0 0,-3 1 0 0,3-1 0 16,0-2-1-16,-3 5-1 0,3-5 0 0,-3 5 0 15,3-3 0-15,-3 1 0 0,0-1 0 0,-3 3 0 16,3-3 1-16,0 4 0 0,-3-1 0 0,3 0 0 0,-3 0-1 16,0 0 0-16,0 0 0 0,0 3 0 0,-3-3-2 15,0 2 0-15,3 1 0 0,-3 2 0 16,0-5-8-16,-3 6 12 0,3-4-12 0,-3 4 12 0,0-3-12 0,0 2 0 16,0-2 0-16,-2 5 8 0,2-3-8 0,-3 3 0 15,3-3 9-15,-3 3-9 0,0-2 0 0,0 2 0 16,0 0 0-16,3 0 0 0,-3 0-11 0,3 2-3 15,0-2-1-15,1 3 0 16,2-3-78-16,0 3-16 0,0-1-3 0,6-2-660 16,-6 6-131-16</inkml:trace>
  <inkml:trace contextRef="#ctx0" brushRef="#br0" timeOffset="13797.2">19193 6245 1074 0,'0'0'30'0,"0"0"8"0,0 0-30 0,0 0-8 16,0 0 0-16,0 0 0 0,0 0 90 0,0 0 17 16,0 0 3-16,0 0 1 0,0 0-31 0,0 0-7 15,0 0-1-15,0 0 0 0,0 0 1 0,0 0 0 0,0 0 0 0,3-3 0 16,3 0-58-16,-1 3-15 0,4 0 0 0,-3-2 0 16,3 2 0-16,0 0 0 0,0 0 0 0,0 0 0 15,0 0 54-15,3 0 8 0,0 0 2 0,0 0 0 16,3 0-52-16,0 0-12 0,-1 0 0 15,-2 0 0-15,3-3 0 0,0 0 0 16,0 1 0-16,0-1 0 0,3 0 0 0,0 1 0 0,-1-1 0 0,1 0 0 16,0 1 11-16,0-1-1 0,0 1 0 15,0-1 0-15,-3 3-10 0,-1-3 0 0,1 3 0 0,-3 0 0 16,0 0 0-16,-3 0 10 0,0 0-10 0,-3 0 10 16,0 0-20-16,-6 0-4 0,0 0-1 0,0 0 0 15,3 6 15-15,-3-6 0 0,0 0 0 0,0 0 0 31,0 0-54-31,0 0-8 0,0 0-2 0,-3 5 0 0,-3-3 52 0,0 1 12 0,0 0 0 0,-3-1 0 16,0 1 0-16,0 0 0 0,-3-3 0 0,0 0 0 0,1 2 22 16,-4-2 7-16,0 0 2 0,-3 0 0 15,3 0-50-15,-3 3-9 0,3-3-3 0,-3 3 0 0,4-3 31 16,-1 0 0-16,0 2 0 0,0-2 0 0,0 3 0 0,3-3 0 16,-3 3 0-16,0-3 0 0,0 0 38 0,4 2 14 15,-4-2 2-15,3 0 1 0,3 3-33 0,-3-3-6 16,3 0-2-16,0 0 0 0,0 2 2 0,3-2 1 15,0 0 0-15,6 0 0 16,0 0-2-16,0 0-1 0,0 0 0 0,0 0 0 0,0 0-5 0,0 0-1 16,0 0 0-16,0 0 0 0,0 0-8 0,6 0 12 15,0 0-12-15,0 3 12 0,3-3-12 0,0 0 8 16,3 3-8-16,0-3 8 0,0 0-8 0,3 2 0 16,-1-2 0-16,-2 0 0 0,3-2 0 0,0 2 8 15,3-3-8-15,-3 0 0 0,6 1 0 0,0-1 0 16,-1 1 8-16,4-4-8 0,-3 4 0 0,3-4 0 0,0 4 0 0,-1-4 8 15,1 4-8-15,0-1 0 0,-6 0 0 0,3 1 8 16,-3-1-8-16,-3 1 0 0,-1-1 0 0,-2 0 0 16,-3 1 0-16,0-1 0 0,0 0 0 0,-6 3 8 15,3-2-8-15,-6 2 0 0,0 0 0 0,0 0 0 16,0 0 0-16,0 0 0 0,0 0 0 0,0 0 0 16,0 0 0-16,0 0 0 0,0 0 0 0,0 0 0 15,-6 2 0-15,-3-2 0 0,3 0 0 0,-3 3 0 16,-3 0 0-16,0-3 0 0,1 0 0 0,-4 0 0 15,0 2 0-15,-3-2 0 0,0 0 0 0,-3 3 0 16,3 0 0-16,-2-3 0 0,-4 2 0 0,3 1 0 16,3-1 0-16,-3 4 0 0,3-4 0 0,0 1 0 15,4 0 0-15,-1-1 0 0,3 4 0 0,0-4 0 16,0 1 9-16,3 0 0 0,-3-3 0 0,3 2 0 16,3 1-9-16,-3-1 10 0,9-2-10 0,0 0 10 15,0 0-10-15,0 0 12 0,0 0-12 0,0 0 12 0,0 0-4 0,0 0 0 16,0 0 0-16,0 0 0 0,0 0 0 0,6 0-8 15,0 0 12-15,0 3-4 0,0-3-8 0,3 0 12 16,0-3-12-16,0 3 12 0,0 0-12 0,0-2 10 16,3 2-10-16,0 0 10 0,0-3-10 0,-1 3 0 15,1-2 0-15,0 2 0 0,0-3 0 0,0 3 8 16,3-3-8-16,-6 3 0 0,3 0 0 0,-3-2 0 0,-3 2 8 16,3 0-8-16,0 0 0 0,-4 2 0 0,1-2-12 0,-6 0 12 31,6 0-59-31,0 3-4 0,-6-3-1 0,6 3-1017 15</inkml:trace>
  <inkml:trace contextRef="#ctx0" brushRef="#br0" timeOffset="24450.217">20142 8859 1497 0,'0'0'32'0,"0"0"8"0,0-5 0 0,3-1 4 0,0 1-36 0,-3 0-8 0,3 2 0 0,-3 3 0 16,0-5 104-16,0 5 20 0,3-6 3 0,-3 6 1 15,0 0-52-15,0 0-9 0,0 0-3 0,0 0 0 16,0 0 0-16,0 0 0 0,0 0 0 0,0 0 0 15,0 0 0-15,-6 6 0 0,3-1 0 0,0 0 0 16,0 1-51-16,0 4-13 0,0 1 0 0,0-1 0 16,0 4 0-16,0-1 0 0,0 3 0 0,3-3 0 0,0 3 0 15,3 0 0-15,-3 0-9 0,3 2 9 16,0 1 0-16,0-1 0 0,0-2 0 0,3 2 10 0,-3 1-10 16,3 0 0-16,-3-4 0 0,3 4 0 0,-3-3 0 15,3 0 0-15,0-3 0 0,-3 0 0 16,0 0 0-16,3-2 0 0,-3 0 0 0,0 2 0 0,0-5 0 0,0 2 0 15,0-2 0-15,0 3 0 16,0-6-152-16,0 3-32 0,0-3-6 0,-3-5-795 0</inkml:trace>
  <inkml:trace contextRef="#ctx0" brushRef="#br0" timeOffset="24949.903">20660 8914 1918 0,'0'0'42'0,"0"0"9"0,0 0 1 0,0 0 3 0,0 0-44 0,-3-2-11 0,3 2 0 0,0 0 0 16,0 0 62-16,-6-3 10 0,6 3 3 0,0 0 0 16,0 0 42-16,-6 3 9 0,3 2 2 0,-3 0 0 15,3 1-112-15,0 2-16 0,0 2-14 0,0 1 2 16,0-1 12-16,0 4 14 0,0-1-3 0,0 3-1 15,3 0-10-15,-3-1 0 0,3 4 0 0,0 2 0 16,-3-5 0-16,3 2 0 0,3 1 0 0,-3 0 0 16,3 2 0-16,0-5 0 0,3-1 0 0,0 1 0 15,0-2 0-15,0-1 0 0,3-3 0 0,0 4 0 0,0-4 0 16,3-2 0-16,0 0 0 0,3-3 0 0,3-2 0 16,-4 0 0-16,4-3 0 0,0-3 0 15,3 0-19-15,0 1-9 16,-3-4-1-16,3-2-1 0,-1 3 30 0,1-3 0 0,0-2 0 0,-3-1 0 0,-3 0 18 0,0 1 0 15,-3-3 0-15,0-3 0 0,-4 0-7 16,1-3-2-16,0 1 0 0,0-1 0 0,-3-2 40 0,-3 0 8 16,3 0 2-16,-3 0 0 0,-3 2-35 0,0 1-8 15,0 2 0-15,-3 0-1 0,0 3-7 0,-3-1 0 16,0 1-8-16,0 0 12 0,-3 0-4 0,-3 5-8 16,1-3 11-16,-1 3-11 0,-3 0 8 0,0 3-8 15,-3 0 0-15,-3 2 0 0,0-2 0 0,3 2-14 16,-2 3 2-16,-1 0 1 0,3 0-1 0,-3 3-1 15,6-1 0-15,-3 4 0 16,6-1-143-16,-2 3-29 0,5 3-6 0,0-1-547 0,0 1-110 0</inkml:trace>
  <inkml:trace contextRef="#ctx0" brushRef="#br0" timeOffset="25363.295">21369 8851 2005 0,'0'0'44'15,"2"-5"8"-15,1-3 3 0,0 5 2 0,0-2-45 0,0-1-12 0,0 4 0 0,-3 2 0 16,0 0 88-16,3-6 16 0,-3 6 4 0,0 0 0 0,0 0-36 0,0 0-8 15,0 0 0-15,0 0-1 0,0 0 7 0,0 0 2 16,0 0 0-16,0 6 0 0,3-1-58 0,-3 3-14 16,0 3 0-16,-3-1 0 0,3 3 0 0,0 1 0 15,-3 1 0-15,0 1 0 0,0 0 0 0,3 3 0 16,-3-1 0-16,0 6 0 0,0-3 0 0,3 3 0 0,-2 3 0 16,-1-1 0-16,3-2 33 0,-3 2 4 15,3-2 1-15,0-3 0 0,-3 3-10 16,3-3-1-16,-3-2-1 0,3-1 0 0,-3 1-26 0,3-3 0 15,0 0 0-15,-3-3 0 0,0 0 0 0,3 0 0 16,0-2 0-16,-3-1 0 16,3 1-46-16,0-3-14 0,0 0-4 0,3 0 0 15,0 0 31-15,0 0 5 0,0-3 2 0,0 3 0 16,3-5-225-16,-6-3-45 0</inkml:trace>
  <inkml:trace contextRef="#ctx0" brushRef="#br0" timeOffset="26162.826">19443 8928 1861 0,'0'0'40'0,"0"0"9"0,0 0 2 0,0 0 2 0,0 0-42 0,0 0-11 16,0 0 0-16,0 0 0 0,0 0 75 0,0 0 13 15,0 0 2-15,0 0 1 0,0 0-19 0,0 0-3 0,0 0-1 0,0 5 0 16,3 3-29-16,-3 2-7 16,0 1 0-16,0 0-1 0,3 2-15 0,-3 5-4 15,3-2 0-15,0 3 0 0,-3 2-12 0,3-3 11 16,0 6-11-16,-1-3 10 0,1 1-10 0,0-1 0 15,0-3 0-15,0 3 0 0,-3-2 0 0,3-3 0 0,-3 2 0 0,3-2 0 16,-3 0 0-16,0 0 8 0,0 0-8 0,0-3 0 16,-3 0 12-16,3 1-2 0,0-1-1 0,-3 0 0 15,3-2-9-15,0 2 0 0,-3-3 0 0,3 1 0 16,0-3 0-16,-3 0 0 0,3-3 0 0,0 3 0 31,0-8-152-31,0 0-32 0,0 0-6 0,0 0-2 16,0 0-51-16,3-5-10 0,0-11-3 0,3 0 0 0</inkml:trace>
  <inkml:trace contextRef="#ctx0" brushRef="#br0" timeOffset="26490.361">19472 8946 1497 0,'0'0'32'0,"0"0"8"0,0 0 0 0,0 0 4 0,0 0-36 0,-6-3-8 15,3 1 0-15,3 2 0 0,-2-3 104 0,2 3 20 16,0 0 3-16,0 0 1 0,-6-2-52 0,6 2-9 16,-6-3-3-16,6 3 0 0,0 0 0 0,0 0 0 15,-6 3 0-15,6-3 0 0,-6 2-51 0,3 1-13 0,-3 2 0 0,0-2 0 16,0 2 0-16,0 3 0 0,0-3 0 0,0 3 0 15,0-2 0-15,-3 1 0 16,3 1 0-16,-3 0-10 0,3 0 10 0,-3-2 0 0,0 2 0 0,3-1-8 16,-2-1-13-16,2 2-3 0,0-3 0 0,0 0 0 31,3 3-107-31,0-3-21 0,0 1-5 0</inkml:trace>
  <inkml:trace contextRef="#ctx0" brushRef="#br0" timeOffset="26823.732">19362 9425 1368 0,'0'0'30'0,"0"0"6"0,0 0 2 0,0 0 0 0,0 0-30 0,0 0-8 15,0 0 0-15,0 0 0 0,0 0 96 0,0 0 17 16,6-3 4-16,0 1 1 0,0 2-42 0,0-3-8 16,3 0-1-16,-3 1-1 0,3-1-31 0,0 1-7 15,0-1 0-15,0 0-1 0,3 1-27 0,-3-1 0 16,2 0 0-16,-2 1 0 15,3 2-48-15,0-3-9 0,-3 0-2 0,3 1-825 0</inkml:trace>
  <inkml:trace contextRef="#ctx0" brushRef="#br0" timeOffset="27412.652">19205 9653 1695 0,'0'0'37'0,"0"0"8"0,0 0 2 0,0 0 1 0,5 0-39 0,4 0-9 16,-3 0 0-16,0 0 0 0,3 0 84 0,0 0 14 15,0 0 3-15,0 0 1 0,3 0-36 0,3 0-7 16,-3 0-2-16,3-3 0 0,-3 3-9 0,2 0-1 16,-2-3-1-16,3 3 0 0,-3 0-19 0,0-2-4 15,0 2-1-15,0-3 0 0,3 3 13 0,0-3 2 16,-4 1 1-16,1-1 0 0,3 3-30 0,-3-3-8 16,0 1 0-16,0-1 0 15,3 3-23-15,-6-3-5 0,3 1-2 0,-3-1 0 16,-3 3 22-16,3 0 8 0,-4-2 0 0,-5 2-9 15,0 0-8-15,0 0-2 0,0 0 0 0,0 0 0 0,0 0 3 0,0 0 0 16,0 0 0-16,0 0 0 0,-8 2 2 0,2-2 1 16,-3 3 0-16,-3-3 0 0,3 2 24 0,-3 1 5 15,0-3 0-15,0 3 1 0,-3-1-17 0,3-2 0 16,-3 3 0-16,1-3 0 0,2 3 0 0,0-1 0 0,-3-2 0 0,0 3 0 16,0-3 0-16,0 5 0 0,0-5 0 0,0 3 0 15,4 0 0-15,-1-1 10 16,3 1-10-16,0 2 8 0,3-2 14 0,0-1 2 0,6-2 1 0,0 0 0 15,0 0 2-15,0 0 0 0,0 0 0 0,0 0 0 16,6 3 3-16,0 0 1 0,0-1 0 0,3 1 0 16,3-3-5-16,-4 0-1 0,4 0 0 0,-3 0 0 15,0 0-7-15,3 0-2 0,-3 0 0 0,0 0 0 16,3 0-16-16,-3-3 10 0,3 3-10 0,0-2 8 16,0-1-8-16,-1 0-14 0,1 3 3 0,3-5 1 15,-3 3-90-15,3-1-17 16,3-2-4-16,-3-1-1027 0</inkml:trace>
  <inkml:trace contextRef="#ctx0" brushRef="#br0" timeOffset="29134.53">22181 9187 1695 0,'0'0'37'0,"0"0"8"0,0 0 2 0,0 0 1 0,6 0-39 0,0 0-9 0,0 0 0 0,0 0 0 16,0 0 55-16,3 0 9 0,-3 0 1 0,3 3 1 0,-3-3-16 0,6 0-3 15,-1 0-1-15,4 0 0 0,0 0-17 0,6 0-3 16,0 0-1-16,3 0 0 0,5 0 18 0,1-3 3 15,3 3 1-15,0-3 0 0,-1 3-30 0,1-2-5 16,-3 2-2-16,3 0 0 0,-1-3-2 0,1 3-8 0,3-3 12 16,0 1-4-16,2-1-8 0,-2 0 0 0,0 1-12 15,0-1 12 1,-4 0-54-16,-2 1-3 0,-3-1-1 0,-3 3 0 16,-1-2-12-16,-2-1-2 0,-3 0-1 0,0 1-827 0</inkml:trace>
  <inkml:trace contextRef="#ctx0" brushRef="#br0" timeOffset="29463.183">23053 8843 1608 0,'-15'-5'45'0,"6"5"11"0,1 0-44 0,-1 0-12 0,0-3 0 0,0 3 0 15,0 0 81-15,3 0 15 0,6 0 2 0,0 0 1 16,0 0-19-16,0 0-3 0,3 8-1 0,0-3 0 15,6 1-15-15,0-1-3 0,0 3-1 0,3 0 0 16,-1 0 13-16,4 0 2 0,3-1 1 0,0 1 0 16,0 0-58-16,0 0-15 0,3 3 0 0,-1-3 0 0,1 2-8 0,-3 1-5 15,3 2-1-15,-3 0 0 0,-3 3 22 16,0 0 5-16,-4 0 1 0,1 0 0 0,-6 2-14 0,0-2-15 16,-3 3 3-16,-3-3 1 0,0 0 11 0,-6 0 0 15,-6-1 0-15,0 1 0 16,1-3 0-16,-7 1-13 0,0-1 1 0,0 0 1 0,-3-2 25 15,3-1 5-15,0 1 1 0,1 0 0 16,-1-4-69-16,0 1-14 0,6-2-2 0,-3 2-1 16,6-6-150-16,-3 1-31 0</inkml:trace>
  <inkml:trace contextRef="#ctx0" brushRef="#br0" timeOffset="29809.232">23690 9219 1900 0,'0'0'54'0,"0"0"11"0,0 0-52 0,0 0-13 0,6 0 0 0,0 0 0 0,3 0 80 0,0 0 12 16,0 0 4-16,0 0 0 15,3 0-20-15,0 0-4 0,3 0-1 0,-4 0 0 0,-2 0-9 16,3 0-2-16,0 0 0 0,0 2 0 16,3-2-48-16,-3 0-12 0,3 0 0 0,-3 0 0 0,3 0 0 0,-1 0 0 15,1 0 0-15,0-2 0 16,0-1-48-16,3-2-13 0,0-1-3 0,-3 1 0 15,3 0-153-15,-1 0-31 0,22-3-7 0,-15 0-1 16</inkml:trace>
  <inkml:trace contextRef="#ctx0" brushRef="#br0" timeOffset="30196.603">24324 8975 1958 0,'0'0'43'0,"0"0"9"0,-6-5 1 0,3 2 3 0,0-2-45 0,3 5-11 0,-6-3 0 0,0 1 0 16,3-1 53-16,-2 0 9 0,-1 1 2 0,0 2 0 15,0-3 0-15,6 3 0 0,-3 0 0 0,3 0 0 16,0 0-52-16,-6 5-12 0,3-2 0 0,-3 2 0 16,6-5 0-16,0 8 0 0,0 0 0 0,3 0 0 15,0 0 54-15,3 3 8 0,0-3 2 0,3 2 0 16,0 3-52-16,2-2-12 0,1 2 0 0,0 0 0 15,0-2 0-15,0 2 0 0,0 1 0 0,0-1 0 16,0 0 0-16,-3 0 0 0,3 0-9 0,-3 3 9 16,-3-2 0-16,-1-4 0 0,1 3 0 0,-3-2 0 0,0 2 0 15,0-2 0-15,-3-1 0 0,-3 1 0 0,0 0 0 0,-3 2 0 16,0-5 0-16,-2 2 0 0,-1 1 0 0,-3-3 0 16,3 0 0-16,-3 0 0 15,-3 0 0-15,3-3 0 0,-3 0 8 0,3 0-8 0,-3 1 0 0,4-4 0 16,-1 1 0-16,0 0 0 15,0-3-48-15,3 0-12 0,0-3-4 0,3 0-682 16,-3-2-137-16</inkml:trace>
  <inkml:trace contextRef="#ctx0" brushRef="#br0" timeOffset="30403.524">24363 8922 1630 0,'0'0'36'0,"0"0"7"0,3-5 1 0,0 2 3 0,3-2-38 0,-3 2-9 0,3-2 0 0,3 2 0 16,0 1 74-16,3-1 13 0,-3 1 2 0,2-1 1 16,1 0-14-16,3 1-4 0,3 2 0 0,-3 0 0 15,3 0-25-15,-3 0-6 0,3 0-1 0,-1 0 0 16,-2 0-28-16,0 0-12 0,0 0 11 0,0 2-11 31,-3 1-34-31,0 0-13 0,0-1-2 0,-3 3-957 0</inkml:trace>
  <inkml:trace contextRef="#ctx0" brushRef="#br0" timeOffset="30726.772">24619 9197 2012 0,'0'0'44'0,"0"0"10"0,0 0 2 0,0 0 0 0,0 0-45 0,0 0-11 16,0 0 0-16,3 6 0 0,0 2 77 0,-3-3 14 16,3 0 2-16,-3 3 1 0,0 0-39 0,0 3-8 0,0-1-2 0,0 4 0 15,0-4-14-15,0 3-3 0,0 1-1 16,0 1 0-16,-3-1-8 0,3-1-2 0,0 3 0 0,-3 0 0 16,3 2-17-16,-3 1 0 15,0-1-11-15,3 3 11 0,-3 1 0 0,3-1 0 16,-3 0 0-16,3 0 0 0,0-2 0 0,0-1 0 15,0 1 0-15,0-3 0 0,3-1 0 0,-3 1 0 16,0-5 0-16,3 2 0 0,-3-2 0 0,3-3 0 0,0 0 0 16,0-3 0-1,0 0-263-15,-3-5-45 0,0 0-10 0,0 0-2 0</inkml:trace>
  <inkml:trace contextRef="#ctx0" brushRef="#br0" timeOffset="31157.181">24815 9433 1652 0,'0'0'36'0,"0"-5"8"0,0 2 2 16,0-2 0-16,0 5-37 0,0 0-9 0,0-6 0 0,0 6 0 0,0 0 84 15,0 0 14-15,0 0 3 0,0 0 1 0,0 0-17 0,0 0-3 16,0 0-1-16,-3 8 0 0,-3-2-20 0,4 4-4 16,-1 1-1-16,-3-1 0 15,3 1-19-15,-3 0-4 0,3 2-1 0,0 3 0 0,0-3-20 0,-3 0-12 16,3 3 12-16,0 0-12 0,-3-3 0 0,3-2 0 15,0 2 0-15,0 0 0 0,3-2 0 0,-3-1 0 16,3 1 0-16,0-3 0 0,0 0 0 16,3 0 0-16,-3 0 0 0,3 0 0 0,3-3 0 0,-3 0 0 15,3 1 0-15,3-4 0 0,0 1 0 0,-3-1-11 16,6-2 0-16,-4 0 0 0,4 0 11 0,0-5 0 16,3 3-9-16,-3-4 9 0,3 1 0 0,-3 0 0 15,3-1 0-15,-3 1 0 0,3-3 0 16,-4-2 0-16,1 2 0 0,-3-3 0 0,0 0 19 0,0-2 1 0,-3 0 1 0,0 0 0 15,0-3 18-15,0 0 3 0,0 0 1 0,-3 0 0 16,0 0-8-16,-3 0-2 0,3 1 0 0,-3 4 0 16,0-2-13-16,0 2-2 0,0 1-1 0,-3-1 0 15,0 3-9-15,-3 0-8 0,0 3 12 0,-3-3-12 16,0 3 0-16,-3-1 0 0,0 1 0 0,-3 2 0 31,3-2-25-31,-5 2-12 0,2 1-3 0,0 2 0 16,0-3-186-16,0 1-38 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2:28:52.180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context xml:id="ctx1">
      <inkml:inkSource xml:id="inkSrc48">
        <inkml:traceFormat>
          <inkml:channel name="X" type="integer" max="9600" units="cm"/>
          <inkml:channel name="Y" type="integer" max="7200" units="cm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T" name="resolution" value="1" units="1/dev"/>
        </inkml:channelProperties>
      </inkml:inkSource>
      <inkml:timestamp xml:id="ts1" timeString="2022-02-23T22:31:03.374"/>
    </inkml:context>
  </inkml:definitions>
  <inkml:trace contextRef="#ctx0" brushRef="#br0">22247 3908 1267 0,'0'0'28'0,"0"0"5"0,0 0 38 0,-3-3-71 0,3 3 0 16,-6-2 0-16,6 2 0 0,-3-3 109 0,3 3 15 15,-6-2 4-15,6 2 0 0,0 0-52 0,0 0-11 16,0 0-1-16,0 0-1 0,0 0 1 0,0 0 1 16,0 0 0-16,0 0 0 0,0 0-52 0,0 0-13 0,0 0 0 0,0 0 0 15,0 0 0-15,0 0 0 0,0 0 0 0,3 2 0 16,6 1 54-16,-3-1 8 0,6-2 2 0,-1 6 0 15,4-6-52-15,0 2-12 16,6-2 0-16,0 3 0 0,0-3 0 0,5-3-8 0,-2 3 8 0,3-2-13 16,0-1 13-16,0 0 0 0,-1 3 9 15,1-2-9-15,0 2 0 0,0 0 8 0,-3-3-8 0,2 3 0 16,1-2 0-16,0 2 0 0,-3-3 0 0,3 3 0 16,-4 0 0-16,-2-3 0 0,0 3 0 0,0 0 0 15,-3 0 0-15,-3 0 0 0,0 0 8 0,-1 0-8 16,1 3 0-16,-3-3-10 0,0 0 2 0,0 0 0 31,-3 0-19-31,3 0-3 0,-3 0-1 0,3 0 0 0,-3 0-33 16,0 0-6-16,0 0-2 0,-9 0-870 0</inkml:trace>
  <inkml:trace contextRef="#ctx0" brushRef="#br0" timeOffset="25575.915">9060 8613 1231 0,'0'0'27'0,"0"0"5"0,3-3 2 0,-3 3 1 0,3-5-35 0,-3 2 0 0,3 0 0 0,-3 3 0 16,0-5 81-16,0 5 10 0,3-2 1 0,-3-4 1 16,0 6-30-16,0-2-7 0,0 2 0 0,-3-6-1 0,3 6-1 0,-3-2 0 15,3 2 0-15,-3-6 0 0,-3 4-2 0,3-1 0 16,-3 3 0-16,0-3 0 16,-3 1-11-16,1 2-2 0,-1-3-1 0,0 3 0 0,-3 0-15 0,-3 3-3 15,3-3-1-15,-3 0 0 0,-3 0-6 16,0 2-1-16,-5-2 0 0,-1 0 0 0,0-2-2 0,0 2-1 15,-3 0 0-15,1 0 0 0,2 0 3 0,0 0 1 16,0 0 0-16,3 0 0 0,0 2-22 0,1-2-5 16,2 0-1-16,0 3 0 0,3-3 24 0,0 3 5 15,3-1 1-15,3-2 0 0,-3 0-24 0,6 0-5 16,-3 0-1-16,4 0 0 0,5 0 15 16,0 0 0-16,0 0 0 0,0 0 0 15,-6-2-54-15,6 2-8 0,0 0-2 0,0 0-614 0,3-3-123 0</inkml:trace>
  <inkml:trace contextRef="#ctx0" brushRef="#br0" timeOffset="26063.177">9001 8674 1153 0,'0'0'32'0,"0"0"8"0,0 0-32 0,0 0-8 16,0 0 0-16,0 0 0 0,-3 5 36 0,-3-2 6 0,6-3 1 15,-6 2 0-15,0 3 46 0,0-2 10 0,0 2 1 0,0-2 1 16,-3 2-59-16,3-2-12 0,-3 2-2 0,0-2-1 16,0 0 29-16,0 2 7 0,-3-2 1 0,-2 2 0 15,-1-3 0-15,-3 1 0 0,0 0 0 0,-3 2 0 16,3-2-52-16,-3 2-12 0,1-2 0 0,-4 2 0 15,3-2 49-15,0 2 7 16,0-5 2-16,3 2 0 0,1 1-42 0,-1 0-8 0,6-3-8 0,-3 2 12 16,6-2-12-16,-3 0 0 0,6 0 0 15,-3 0 0-15,9 0 0 0,0 0 0 0,0 0 0 0,0 0 0 32,0 0-49-32,0 0-12 0,0 0-3 0,0 0 0 15,0 0-51-15,3-2-10 0,0-4-3 0,-3 6-716 0</inkml:trace>
  <inkml:trace contextRef="#ctx0" brushRef="#br0" timeOffset="26826.449">7239 8705 1267 0,'0'0'28'0,"0"0"5"0,6 0 2 0,-1-2 1 0,1-1-36 0,-6 3 0 16,3 0 0-16,-3 0 0 0,6-3 96 0,-6 3 12 0,6 0 2 0,-6 0 1 16,0 0-38-16,3 0-7 0,3 0-2 0,0 0 0 15,-6 0-37-15,3 0-8 0,3 0-2 0,0 0 0 16,3 0 38-16,-3 0 7 0,0 0 2 0,3 0 0 15,0 0 0-15,3 0 0 0,0 0 0 0,-1 0 0 16,1 0-53-16,3 0-11 0,0 0 0 0,0 0 0 16,3 0 0-16,0 0 0 15,0-2 0-15,-1 2 0 0,-2 0 0 0,3-3 0 0,0 0 0 0,-3 3 0 16,3-2 0-16,0 2-16 16,-3-5 4-16,-4 2 0 15,4 0-135-15,-3 1-26 0,3-4-6 0,-6-2-1 0</inkml:trace>
  <inkml:trace contextRef="#ctx0" brushRef="#br0" timeOffset="27163.471">8096 8430 1728 0,'0'0'38'0,"0"0"8"0,0 0 2 0,0 0 0 0,0 0-39 0,0 0-9 16,0 0 0-16,-3 5 0 0,0 1 88 0,-3-1 15 15,3 0 3-15,0 3 1 0,0 0-52 0,0 3-11 16,0-3-1-16,0 2-1 0,0 1-21 0,3 2-4 16,-3-2-1-16,0 2 0 0,3 0-6 0,-3 3-2 15,0-3 0-15,3 6 0 0,-3-3-8 0,3 2 0 16,0 1 0-16,-3 2 8 0,3 0-8 0,0 0 0 0,0 0 0 15,0 1 8-15,0-1-8 0,0-3 0 0,-3 1 0 0,3 2 0 16,-3-3 0-16,3 1 0 0,0-3 0 0,0 0 0 16,-3 0 0-16,0-3 0 0,0 0 0 0,3 3-11 31,-3-5-33-31,0-1-6 0,3 1-2 0,-3-3-613 0,0-3-123 0</inkml:trace>
  <inkml:trace contextRef="#ctx0" brushRef="#br0" timeOffset="27580.526">8072 8393 1486 0,'0'0'32'0,"0"-5"8"0,0-3 0 0,0 3 3 0,0-3-35 0,3 2-8 16,-3-2 0-16,0 3 0 0,3 0 104 0,0 0 20 15,-3 2 3-15,3 0 1 0,0-2-51 0,3 2-9 16,-3 1-3-16,6 2 0 0,-3-3-50 0,0 3-15 16,3 0 0-16,0 0 8 0,-1 0 35 0,4 3 7 15,0-3 2-15,0 5 0 0,3-2-32 0,0-1-7 16,0 4-1-16,-3-1 0 0,3 3-12 0,-3 0 0 16,-1 0 0-16,1 2 0 0,-3-2 0 15,0 0 0-15,-3 3 0 0,0-1 0 0,-3-2 0 16,0 3 0-16,-3-1 0 0,0 4 0 0,-3-4 0 0,-3 3 0 15,0-2 0-15,-3 0 0 0,0-1 0 0,0 1 0 16,-3-1 0-16,-2-2 0 0,2 3 0 0,-3-3 0 0,0 0 0 16,0 0 0-16,0 0 0 0,3-3 0 0,0 0 0 15,-3 3 0-15,4-3 0 0,2 1 0 0,0-4 0 0,-3 1 0 16,3-3 8-16,3 0-8 0,-3 0 0 0,3-3 9 16,0 1-9-16,3-1 0 0,-3 0 0 0,3-2-11 15,3 5-93 1,-3-5-20-16,3 0-3 0,0-3-1 0</inkml:trace>
  <inkml:trace contextRef="#ctx0" brushRef="#br0" timeOffset="49211.246">20285 6903 1728 0,'0'0'38'0,"0"0"8"0,-3-5 2 0,3 5 0 0,0 0-39 0,0 0-9 0,0-5 0 0,0 5 0 16,0 0 104-16,0 0 20 0,0-5 3 0,0 5 1 15,3-3 0-15,-3 3 0 0,0 0 0 0,0 0 0 16,6-3-103-16,-6 3-25 0,6 3 0 0,0 0 0 16,0-1 56-16,-3 3 7 0,0 3 1 0,3 0 0 15,-3 3-52-15,-3 2-12 0,3 3 0 0,-3 3 0 16,0 2 0-16,0 3 0 0,0 2 0 0,0 3 0 15,0 0 0-15,0 0 0 0,0-2 0 0,-3-1 0 16,3 1 0-16,0-3 0 0,0-1 0 0,-3-2 0 16,3-2 0-16,-3 2 0 0,3 0 0 0,0 3 0 15,-3-3 0-15,3 3 0 0,0-3 0 0,0 6 0 16,0-3 0-16,0-3 0 0,0 0 0 0,0-3 0 31,0 1-56-31,3-6-4 0,0 0 0 0,0-2-1 0,0-3-105 16,3-3-21-16,0 1-4 0,3-6-1 0</inkml:trace>
  <inkml:trace contextRef="#ctx0" brushRef="#br0" timeOffset="49709.925">20943 6988 1792 0,'0'0'51'0,"0"0"10"0,-3-5-49 0,0-1-12 0,3 1 0 0,0 5 0 16,0 0 105-16,-6-2 19 0,3-4 3 0,0 4 1 16,3 2-19-16,-6-3-3 0,6 3-1 0,-6 0 0 15,0 3-54-15,0-3-11 0,-3 5-3 16,3-2 0-16,0 4-20 0,0 4-4 0,-3 0-1 0,1 5 0 16,2 2-12-16,-3 1 11 0,0 2-11 0,3 5 10 15,-3-5-10-15,3 3 0 0,0-3 0 0,0 1 0 16,3-1 0-16,0-3 0 0,3 1 0 0,0-1 0 15,0-2 0-15,3-3 0 0,3 3 0 0,0 0 0 16,3-3 0-16,0 1 0 0,3-4 0 0,0 3 0 16,-1-2-10-16,4-3 10 0,0 0-13 0,3-3 5 15,0-2 8-15,0-3-12 0,0 0 12 0,0-3-12 16,-1-2 12-16,1 0 0 0,0-3 0 0,0 0-8 16,0-3-5-16,0 3-1 0,0-2 0 0,-1-1 0 0,-2-2 46 0,0 0 8 15,0-1 3-15,0-4 0 0,-6 2-5 0,3-5-1 16,-3 0 0-16,0-6 0 0,0 1-12 0,-6-1-2 15,3-2-1-15,-6 0 0 0,0 5-9 0,0-2-1 16,-3 2-1-16,-3 3 0 0,-6 2-3 0,3 1-8 16,-6 4 12-16,0-1-4 0,0 4 0 0,0-2-8 15,-3 0 12-15,1 5-4 0,-1-3-8 0,0 3 0 16,3 0 0-16,-3 3 0 16,3 0-16-16,0-1-8 0,-3 4-1 0,4 2-1 15,-1 0-22-15,0 2-4 0,-3 4 0 0,6-1-1 16,0 3-186-16,3 0-37 0</inkml:trace>
  <inkml:trace contextRef="#ctx0" brushRef="#br0" timeOffset="50174.932">21803 6803 2023 0,'0'0'44'0,"0"0"10"0,0 0 2 0,0 0 0 0,0 0-44 0,0 0-12 16,0 0 0-16,0 0 0 0,0 0 100 0,0 0 17 15,0 0 4-15,0 0 1 0,0 5-49 0,-3 3-9 16,3 3-3-16,-3-1 0 0,3 3-21 0,0 1-4 16,-3-1 0-16,3 3-1 0,0 0-7 0,-3 0 0 15,3 5-1-15,0 0 0 0,-3 5-7 0,3 1-2 0,0 2 0 16,-3 3 0-16,3-1-2 0,0 1 0 15,-3 0 0-15,3 0 0 0,-3-3 4 0,3-3 0 0,-3 3 0 0,3-2 0 16,-3-1-9-16,3 3-2 0,0-5 0 0,-3 5 0 16,3-5-9-16,0 3 0 0,0-6 0 0,-3 0 8 15,3-3-8-15,3 1-11 16,-3-6 3-16,0 0 0 16,3-2-176-16,0 0-34 0</inkml:trace>
  <inkml:trace contextRef="#ctx0" brushRef="#br0" timeOffset="54088.093">19803 7081 1515 0,'0'0'33'0,"0"0"7"0,0-6 2 0,-3 1 1 0,0 0-35 0,0 2-8 0,0-2 0 0,3 5 0 16,-3-5 89-16,-3 2 16 0,0 0 3 0,-3 1 1 15,3 2-26-15,-3-3-6 0,-3 3-1 0,0 0 0 16,0 0-17-16,1 3-4 0,-1-1-1 0,-3 4 0 15,-3-1-15-15,3 3-3 0,-3 0-1 0,3 2 0 16,-3 1-14-16,4 2-2 0,-1 3-1 0,0 0 0 16,0 0 4-16,0 0 1 0,3 2 0 0,0 1 0 15,3-1-23-15,0 1 0 0,0-1 0 0,3 3 0 16,-2-2 0-16,2 2 0 0,0-2 0 0,0 4 0 16,3-1 0-16,0 1 0 0,3 1 0 0,-3 0 0 15,6 0 0-15,-3-3 0 0,3 0 0 0,3 0 0 16,-3-2-17-1,3-3-8-15,3 0-2 0,-4 0 0 0,7-3 43 0,-3-3 9 0,3 1 2 0,3 0 0 0,0-4-27 16,0-1 0-16,3-1 0 0,0 0 0 0,2-2 0 0,1-3 0 16,0 0 0-16,3-3 0 0,-3-2 0 0,0 0 0 15,2-1 0-15,-2 1 0 16,0-3-16-16,-3 0-9 0,3-2-2 0,0-1 0 0,-4 1 43 0,1-1 9 16,3-5 2-16,-6 0 0 0,3-2-27 0,-3-1 0 15,0-2 0-15,-3 0 0 0,-1 0 0 0,1-3 0 0,-3 3 0 0,-3 0 0 16,0 2 56-16,-3 0 7 0,0-2 1 0,0 3 0 15,-3-3-52-15,-3 2-12 0,3-2 0 0,-6 0 0 16,3 0 54-16,-3-1 8 0,-3 1 2 0,0 0 0 16,1 0-52-16,-4 0-12 0,3 2 0 0,-6 1 0 15,3 2 0-15,0 0 0 0,-3 3-12 0,0 2 12 16,3 1 0-16,0 2 0 0,0 0 8 0,-2 2-8 16,2 1 0-16,0 0-8 0,0-1-1 0,0 4 0 31,0-3-88-31,0 5-18 0,0 0-3 0,0 0-722 0,3 0-145 0</inkml:trace>
  <inkml:trace contextRef="#ctx0" brushRef="#br0" timeOffset="54912.604">22166 7483 1162 0,'-9'10'25'0,"3"-4"6"0,0 2 1 0,3 0 1 0,-3 0-33 0,1 0 0 16,2-1 0-16,-3 1 0 0,0-2 98 16,3 2 13-16,-3-3 2 0,0 0 1 0,3-2-6 0,3-3 0 15,-6 5-1-15,6-5 0 0,0 0-15 0,0 0-4 16,0 0 0-16,0 0 0 0,0 0-21 0,0 0-5 0,0 0-1 16,0-5 0-16,3 0-21 0,3-3-5 0,0 2-1 15,0-2 0-15,3 0-2 0,0 1 0 0,-1-1 0 0,1 0 0 16,3 0-8-16,-3 2-3 0,3-2 0 0,0 3 0 15,0 0-5-15,-3 0-2 0,3-1 0 16,-3 4 0-16,3 2-14 0,-3-3 0 0,-4 6 8 0,4-1-8 16,-3 4 0-16,-3-1 9 0,0 5-9 15,0 1 8-15,-3 5-8 0,-3 0 0 0,0 0 0 0,-3 2 0 32,0 1-49-32,0 2-12 0,-2 0-3 0,-1 0 0 0,-3 0 52 0,3 1 12 0,-3-1 0 0,-3-3 0 31,3 1-54-31,-3 2-8 0,3-3-2 0,3 4 0 0,-3-4 52 0,4 1 12 0,2-1 0 0,0-2 0 15,3 0 0-15,3-3 0 0,0 0 0 0,3-2 0 16,0 0 0-16,3-3 0 0,3-3 0 0,-1 0 0 16,4-5-28-16,0 0-4 15,3-3 0-15,0-2 0 16,3 0-109-16,0-6-23 0,14-10-4 0,4-3 0 0</inkml:trace>
  <inkml:trace contextRef="#ctx0" brushRef="#br0" timeOffset="55196.088">22619 7382 1713 0,'0'0'48'0,"0"0"12"0,0 0-48 0,0 0-12 0,0 0 0 0,0 0 0 16,0 0 70-16,0 0 12 0,3-2 2 0,3-4 1 15,0 4 19-15,2-1 3 0,4-2 1 0,3 2 0 16,0 1-20-16,6-1-3 0,3 0-1 15,0 1 0-15,2-1-64 0,1 0-12 0,3 3-8 16,0 0 8-16,-3 0-8 0,2 0 0 0,-2 0-8 16,0-2 8-16,-3 2 8 0,2-3 8 15,-2 0 0-15,0 3 1 0,0 0-27 0,-3-2-6 16,0 2 0-16,-1 0-1 16,-2 0-38-16,-3 0-7 0,-3 0-2 0,0 0 0 15,0 0-153-15,-3-3-31 0,15-5-7 0,-15 5-564 0</inkml:trace>
  <inkml:trace contextRef="#ctx0" brushRef="#br0" timeOffset="55476.498">23029 7192 1792 0,'-11'-5'51'0,"5"2"10"0,0 0-49 0,3 1-12 0,3 2 0 0,-6-3 0 0,6 3 84 0,0 0 15 16,0 0 2-16,0 0 1 0,0 0-17 0,0 0-3 15,6-3-1-15,3 6 0 0,0-3-16 0,-1 5-3 16,4-2-1-16,3 2 0 15,0 3-15-15,0 0-3 0,3 0-1 0,0 0 0 0,0 3-6 0,-1-1-2 16,1 3 0-16,0-2 0 0,0-1-34 16,-3 4 0-16,0-4 0 0,-3 4 0 0,0-1 0 0,0 0 0 15,-7 0-15-15,1 0 5 16,0 1 10-16,-3 2 0 0,-3-3 0 0,0 0 0 0,-3 3 0 0,-3-3 11 16,0 0-1-16,-2 3 0 0,-1-3-10 0,-3-2 0 15,0 2 0-15,0-2 0 16,0-1-49-16,0-2-12 0,0 0-3 0,3-2 0 15,-3-1-102-15,3-2-21 0,0-1-4 0,-2-2-1 0</inkml:trace>
  <inkml:trace contextRef="#ctx0" brushRef="#br0" timeOffset="56048.043">23958 7030 1497 0,'0'0'32'0,"0"0"8"0,0-2 0 0,0-4 4 0,0 4-36 0,0 2-8 16,0-5 0-16,0 5 0 0,-3-3 104 0,0 0 20 0,-3 1 3 0,-3 2 1 15,3 0-65-15,-3 0-13 0,1 2-2 0,-1 1-1 16,-3 0-24-16,3 2-5 15,-3 0-1-15,3 0 0 0,0 1-17 0,0 2 0 0,0 0 0 16,0 0 0-16,6 2 0 0,0 1 0 16,0-1 0-16,3 1 0 0,3 2 0 0,0 0 0 0,3 1 0 15,0-1 0-15,0 0 0 0,3 0 0 16,3 0 0-16,0 1 0 0,0-4 0 0,0 4 0 0,3-4 0 0,-1 3 0 16,-2-2 17-16,3-1 0 0,-3 1 0 0,0 2 0 15,0-2-8-15,-3 2-1 0,3-2-8 0,-6 2 12 16,0 0-12-16,0 0 11 0,-3 3-11 0,-3 0 10 15,0 0-2-15,-6 0 0 0,0 0 0 0,0 2 0 16,-3-2 2-16,-3-3 0 0,0 3 0 0,-3-2 0 16,-3-1 6-16,3 0 0 0,0-5 1 0,-2 2 0 15,2-4-65 1,0-1-12-16,-3 0-4 0,3-2 0 0,0-3 52 0,0 0 12 0,0 0 0 0,1-5-652 16,-1-1-127-16</inkml:trace>
  <inkml:trace contextRef="#ctx0" brushRef="#br0" timeOffset="56285.771">23905 7012 1688 0,'3'-5'37'0,"0"2"8"0,0-2 2 0,-1-3 0 0,4 2-38 0,0 1-9 16,0 0 0-16,3 0 0 0,0-1 106 0,3 1 19 15,0 0 4-15,0 2 1 0,3-2-46 0,3 2-8 0,-3 0-3 0,2 1 0 16,1 2-7-16,0-3-2 0,0 1 0 0,0 2 0 15,0-3-51-15,3 0-13 0,-4 1 0 0,1-1 0 16,0 0 0-16,-3 1 8 0,3-1-8 0,0 3 0 31,-3-3-17-31,2 1-10 0,1 2-1 0,-3 0-1 16,3 0-156-16,-3 0-31 0,0 2-7 0</inkml:trace>
  <inkml:trace contextRef="#ctx0" brushRef="#br0" timeOffset="56819.838">24315 7359 1900 0,'0'0'42'0,"0"0"9"0,0 0 1 0,0 0 1 0,0 0-42 0,0 0-11 0,0 0 0 0,0 0 0 16,0 0 95-16,0 0 17 0,0 0 3 0,0 0 1 16,0 0-39-16,0 0-7 0,0 0-2 0,0 0 0 15,-3 5-28-15,3 3-5 0,-3 2-2 0,3 1 0 16,-3 2-15-16,3 3-3 0,-3 3-1 0,3-1 0 15,-3 1-6-15,3 2 0 0,-3 0-8 0,3 3 12 16,-2-3-12-16,2 0 0 0,-3 3 0 0,0-3 0 16,0-2 8-16,0-1-8 0,0-2 0 0,0 0 9 15,0 0-9-15,0-3-9 0,0 0 9 16,0 0-13 0,0-2-11-16,3-3-3 0,0 3 0 0,-3-4 0 0,3-1-183 15,0-6-37-15,0 0-7 0,0 0-2 0</inkml:trace>
  <inkml:trace contextRef="#ctx0" brushRef="#br0" timeOffset="57245.857">24607 7435 1854 0,'0'0'40'0,"0"0"9"0,-6 0 2 0,6 0 1 0,-6 0-41 0,6 0-11 15,-6 3 0-15,0 2 0 0,0 0 86 0,3 1 15 16,-3 2 3-16,3 2 1 0,0-2-28 0,0 3-5 0,0 2-2 0,0 0 0 15,1 1-21-15,-1-1-4 0,0 0-1 0,0 0 0 16,0 0-17-16,3 3-4 0,-3-2-1 0,0 4 0 16,3-2-22-16,0 0 8 0,-3 0-8 0,3-3 0 15,0 3 0 1,3-3 0-16,-3 0 0 0,3 3 0 0,0-3 0 0,0-2 0 0,0 2 0 16,0-2 0-16,2-1-18 0,1 1-2 0,3-3 0 15,-3 0 0-15,3 0 20 0,0-6 0 0,0 1 0 16,0 0 0-16,0-3 0 0,0-3 0 0,0 0 0 0,3-2 0 15,-3 0 0-15,3-3 0 0,-4 0 0 0,4 0 0 16,0-3 0-16,-3 1 0 0,3-1 0 0,-3 1 0 16,0-4 48-16,0 4 12 0,0-3 4 0,0-3 0 15,-3 0-36-15,0 0-8 0,0 0 0 0,0 0-1 16,-3-2 1-16,0 2 0 0,0-5 0 0,-3 5 0 16,0-3-8-16,-3 1-2 0,3 2 0 0,-6 0 0 15,0 3-10-15,0 0 12 0,-3-1-12 0,0 4 12 16,0-1-12-16,-3 3 0 0,0 0 0 0,-3 3 0 15,0 0-30-15,0 2-8 0,1 0-2 0,-4 1 0 16,-3 2-187-16,3 0-37 0</inkml:trace>
  <inkml:trace contextRef="#ctx0" brushRef="#br0" timeOffset="75639.917">19803 8880 1556 0,'0'0'44'0,"0"0"10"0,0 0-43 0,0 0-11 16,0 0 0-16,0 0 0 0,0 0 114 0,0 0 21 16,0 0 4-16,0 0 1 0,0 0-38 0,0 0-7 15,0 0-2-15,0 0 0 0,0 0-26 0,0 0-6 0,0 0-1 0,0 0 0 16,0 0-19-16,0 0-4 0,0 0-1 0,0 5 0 16,0 3-4-16,0 0-2 0,0 0 0 0,0 3 0 15,3-1-12-15,-3 1-2 16,3 5-1-16,-3 0 0 0,3 2-6 0,-3 3-1 0,3 0 0 0,0 6 0 15,0-1 0-15,0 3-8 0,0-2 12 0,-3-1-4 16,3 1-8-16,-3-3 0 0,3-1-12 0,-3-1 12 16,3-1 0-16,-3-3 0 0,0 1 0 0,0-1 0 15,0-2 0-15,0 3 0 0,0-3 0 0,0 0 0 16,0 2 44-16,0-5 16 0,0 3 3 0,0-5 1 16,0 2-75-1,0-2-14-15,0-1-3 0,0-2-1 0,0 0-5 0,0-3-1 0,3 1 0 0,-3-6 0 16,0 0 35-16,0 0 0 0,5 2 0 0,1-4 0 15,0-1-60-15,-3-2-4 0,3-1-2 16,0 1 0 0,0-3-164-16,0-5-33 0,9-14-6 0,-3 6-2 0</inkml:trace>
  <inkml:trace contextRef="#ctx0" brushRef="#br0" timeOffset="76434.254">20621 9134 1681 0,'0'0'36'0,"0"0"8"0,0 0 2 16,0 0 2-16,0 0-38 0,-3-3-10 0,3 3 0 0,-3-5 0 0,0 2 98 0,3 3 18 16,0 0 3-16,-3-2 1 0,-2-1-36 0,5 3-8 15,-6 0 0-15,0 0-1 0,6 0-22 0,-6 5-4 16,0-2-1-16,0 2 0 0,0 1-16 0,0-1-4 15,0 3-1-15,0 2 0 0,0 4-18 0,0-4-9 16,3 6 10-16,-6-3-10 0,6 3 0 0,-3 0 8 16,3-3-8-16,-3 3 0 0,6 3 0 0,-3-3 0 15,3-3 0-15,-3 3 0 0,3 0 0 0,0-3 0 16,0 3 0-16,3-3 0 0,0 3 0 0,3-3 0 16,-3 0 0-16,3 3 0 0,0-3 0 0,3 1-10 15,-3-4 10-15,3 3-12 0,0-2 12 0,-3-3 0 0,3 0 0 0,0 0 0 16,0-3 0-16,0-2 0 0,-1-1 0 0,1 1 0 15,3-3 0-15,0-3 0 0,0 1 0 0,0-1 0 16,0-5 0-16,3 3 0 0,0-3 0 0,0-3 0 16,-1 1 0-16,1-3 0 0,0-1 0 0,0 1 0 15,0 0 49-15,0-3 12 0,0 3 3 0,-3-3 0 16,0 0-52-16,-4 0-12 0,4-2 0 0,-3-1 0 16,0 1 54-16,-3-1 8 0,0 1 2 0,0-4 0 15,-3-1-52-15,-3 1-12 0,0-1 0 0,0 1 0 16,-3 1 20-16,-6 0 2 0,3 3 0 0,-3-4 0 15,-3 4-10-15,-2 2-3 0,-1 3 0 0,-3 0 0 16,0 2-9-16,-3 0 8 0,0 3-8 0,0 3 8 16,1-3-8-16,-1 3 0 0,0 2 0 0,3-2 0 15,0 5-19-15,3-3 1 0,0 3 0 0,1 0 0 16,2 3-22-16,-3-3-5 0,3 3-1 0,0-1 0 16,0 1-131-16,0 2-27 0,0-2-4 0</inkml:trace>
  <inkml:trace contextRef="#ctx0" brushRef="#br0" timeOffset="77141.853">21419 8909 1291 0,'0'0'36'0,"0"0"9"0,-3-5-36 0,3-1-9 16,0 1 0-16,-3 0 0 0,3 5 136 0,0-5 24 16,0-1 6-16,0 6 1 0,0 0-37 0,0 0-7 15,0-5-2-15,0 5 0 0,0 0-33 0,0 0-8 16,0 0 0-16,0 0-1 0,0 0-21 0,0 0-4 16,0 0-1-16,0 0 0 0,0 0-16 0,0 0-3 15,0 0-1-15,0 5 0 0,3 1-10 0,-3 2-3 0,3-1 0 0,0 4 0 16,-3 0-4-16,3 2-2 0,-3 0 0 0,0 3 0 15,3 0-5-15,-3 5-1 0,0 0 0 16,0 3 0-16,3 2-8 0,-3-2 8 0,0 3-8 0,3-1 8 16,0 1-8-16,-3-6 0 0,3 3 0 0,-3-3 0 15,0-3 17-15,3 4 2 0,-3-7 0 0,3 4 0 16,-3-3-19-16,0-3-16 0,3 3 4 0,-3-3 0 16,0 0 12-16,0 1 0 0,3-4-10 0,-3 1 10 15,3-1 0-15,0-2 0 0,-3 0 0 0,3 0 0 16,0 0 0-16,0-3-9 0,0 1 9 15,0-1-10-15,0-2-19 0,-3-3-4 0,6 2-1 16,-3 4 0 0,-3-6-33-16,0 0-6 0,6 0-2 0,-6 0 0 15,6 0-145-15,-1-3-28 0,7-5-7 0,-12 8-666 0</inkml:trace>
  <inkml:trace contextRef="#ctx0" brushRef="#br0" timeOffset="77907.033">22006 8999 1587 0,'0'0'35'0,"0"0"7"0,0 0 2 0,0 0 0 16,0 0-35-16,0 0-9 0,-6 0 0 0,6 0 0 0,-6 0 99 0,0 0 17 15,3 0 4-15,-3 3 1 0,0-1-46 0,0 4-10 16,0-1-1-16,3 3-1 0,-3 2-23 0,3 1-4 15,-3 2 0-15,3 3-1 0,-3 0-13 0,3 3-2 16,0 2-1-16,0 0 0 0,3 0-19 0,-3-2 0 16,3-1-13-16,0 1 5 0,3-1 8 0,-3 1 0 15,3-3 0-15,0-1 0 0,0-1 0 0,0-1 0 16,3 0 0-16,0-2 0 0,0 2 0 0,3-3 12 16,0-2-2-16,0 3-1 0,3 0-9 0,0-3 0 15,-1-3 0-15,4 3 0 0,0 0 0 0,0-3 0 16,3-2 0-16,0-1 0 0,0-2 0 0,-3-2 0 0,-1 2 0 0,4-3 0 15,-3-2 18-15,0-3 8 0,0 2 2 0,0-1 0 16,0-4 0-16,0 0 1 0,-4 1 0 0,4-1 0 16,0 1 28-16,-3-4 6 0,0 1 1 15,-3 0 0-15,3-3-25 0,-3-2-5 0,0-4-1 16,0 1 0-16,-3-5-2 0,-3-3-1 0,3 0 0 16,-3-1 0-16,-3 1-10 0,-3 3-3 0,0-1 0 0,-3 6 0 15,0 0-4-15,-3 0-1 0,0 5 0 0,-3 0 0 16,0 0-32-16,-3 3-6 15,3 0-2-15,-6 0 0 0,6-1 52 0,-2 4 11 0,-1 2 1 0,0 0 1 16,0 0-37-16,0 0 0 0,-3 3 0 0,-3 2 0 31,3 0-28-31,1 1 0 0,-1 2 0 0,0 0 0 0,0 0-78 16,0 5-16-16,3-2-3 0,0 2-727 0,4 0-144 0</inkml:trace>
  <inkml:trace contextRef="#ctx0" brushRef="#br0" timeOffset="78549.687">22452 9362 1724 0,'0'0'38'0,"0"0"8"0,0 0 2 0,0 0 0 0,0 0-39 0,0 0-9 0,0 0 0 0,0 0 0 15,0 0 103-15,0 0 18 0,0 0 4 0,3 0 1 16,3-3-39-16,0 3-8 0,3-3-2 0,-3 3 0 16,3-2-21-16,3 2-4 0,-3 0 0 0,2 0-1 15,-2-3-15-15,3 3-2 0,-3 0-1 0,0 0 0 0,0 0-12 0,-3 0-2 16,3 3-1-16,-3-3 0 0,3 0-9 15,-3 2-1-15,0 1-8 0,-3 2 12 0,3 0-12 0,-3 1 8 16,0 2-8-16,0 0 0 0,-3 2 10 0,0 3-10 16,-3 1 10-16,0-1-10 0,0 3 0 15,-3 2 0-15,0 1-13 0,-3-1 4 0,0 4 9 16,-3-1 12-16,0-3-2 0,-3 1-1 16,0-1-58-16,0 1-12 0,1-3-3 0,-1 0 0 0,3-1 45 0,0-1 9 15,0-1 2-15,0 0 0 0,6-2-7 0,0-1-1 16,3-2 0-16,0 0 0 0,3 0 16 0,0-3-12 0,3 3 12 15,0-2-12-15,6-4 12 0,0 4-12 0,0-4 12 0,3 1-12 16,0-1 12-16,3-2-9 0,0 0 9 0,2 0-8 16,-2 0 8-16,3 0 0 15,-3-5 0-15,0 3 0 0,3-1 0 0,0-2-8 0,-1-1 8 0,1-2 0 32,3 3-116-32,0-3-17 0,0-2-4 0</inkml:trace>
  <inkml:trace contextRef="#ctx0" brushRef="#br0" timeOffset="79043.158">23047 9332 1426 0,'0'0'40'0,"0"0"9"0,0 0-39 0,0 0-10 0,0 0 0 0,-6 0 0 15,6 0 132-15,0 0 24 0,0 0 4 0,0 0 2 16,0 0-78-16,0 0-16 16,0 0-4-16,0 0 0 0,0 0-32 0,0 0-6 15,0 0-2-15,6 3 0 0,3 0 18 0,0-3 3 16,3 0 1-16,0 2 0 0,6-2 10 0,0 0 1 0,0 3 1 0,5-3 0 16,1 3-46-16,3-3-12 0,3 0 0 0,0 2 0 15,-4 1 0-15,1 0 12 0,-3-3-12 0,0 2 12 16,0-2-12-16,-1 0 0 0,1 0 9 0,0 3-9 15,-3-3 0-15,0-3 0 0,-1 3 0 0,4 0 8 16,-6 0-8-16,0 0-8 0,0 0 8 0,-3-2-12 16,-3 2-26-1,-3 0-6-15,2 0 0 0,-2-3-1 0,-3 3-39 16,0-3-8-16,-6 3-2 0,0 0 0 0,0 0-120 16,0 0-24-16,0 0-5 0</inkml:trace>
  <inkml:trace contextRef="#ctx0" brushRef="#br0" timeOffset="79390.237">23485 9184 1314 0,'-12'-8'37'0,"6"3"8"0,0-3-36 0,0 0-9 16,0 0 0-16,-3 0 0 15,6 0 104-15,-3 0 20 0,3 0 3 0,0 1 1 16,0 1-20-16,0 1-4 0,3 0-1 0,0 5 0 0,0-6-63 0,0 6-12 16,0 0-2-16,3-2-1 0,3 2 31 0,0 0 7 15,0 0 1-15,0 2 0 0,3 1 0 0,0 2 0 16,3 1 0-16,0 2 0 0,0-1-52 0,3 1-12 0,-3 0 0 15,5 3 0-15,1 0 19 0,-3-1 1 16,3 3 0-16,-3 1 0 0,0-4-20 0,0 3 10 16,0-2-10-16,-1 2 8 0,-5 0-8 0,3-2 0 15,-6 2 9-15,0 0-9 0,0 1 9 0,-3-4-9 16,0 1 12-16,-3-1-12 0,-3 1 10 0,0 0-10 16,-3-1 8-16,-3 1-8 0,0-1 8 0,0 1-8 0,-3 0 8 0,1-1-8 15,-4 1 0-15,0-3 0 0,0 2 0 0,0 1 0 16,0-3 21-16,3 0 3 0,0 0 0 0,-3 0 0 31,7-3-71-31,-4 0-13 0,3-2-4 0,3 2 0 0,-3-2 52 0,3-3 12 0,6 0 0 0,0 0 0 31,0 0-208-31,0 0-40 0</inkml:trace>
  <inkml:trace contextRef="#ctx0" brushRef="#br0" timeOffset="80022.194">23842 9338 1564 0,'0'0'44'0,"0"0"10"0,0 0-43 0,0 0-11 16,0 0 0-16,0 0 0 16,0 0 112-16,0 0 21 0,0 0 4 0,0 0 1 15,3-6-46-15,0 4-10 0,3-1-2 0,0 0 0 0,3 1-36 0,0 2-7 16,0-3-1-16,3 1-1 0,0-1 14 0,2 3 3 16,1 0 1-16,3-3 0 0,0 3-35 0,0-2-7 15,0-1-2-15,0 0 0 0,2 3-9 0,-2 0 0 16,3-2 9-16,-3 2-9 0,0-3 0 0,0 3 0 15,-3-3 0-15,-1 1 0 16,1 2-38-16,-3-3-2 0,3 0-1 0,-3 1 0 16,-3-1-128-16,3 1-26 15,-3-1-5-15</inkml:trace>
  <inkml:trace contextRef="#ctx0" brushRef="#br0" timeOffset="80471.568">24440 9026 2030 0,'0'0'44'0,"0"0"10"15,3-6 2-15,-3 4 1 0,3-4-45 0,-3 6-12 0,0 0 0 0,0-5 0 16,0 5 71-16,0 0 12 0,-3-3 2 0,-3 1 1 15,3-1-46-15,-3 0-10 0,1 3-2 0,-4 0 0 0,3 0-19 0,-3 3-9 16,3 2 8-16,-3-2-8 0,3 2 0 0,0 3 0 16,3 0 0-16,-3 0 0 15,6 0 0-15,0 3 0 0,0-1 0 0,3 3 0 0,3 1 0 0,0-1 0 16,3 0-10-16,3 0 10 0,0 1-8 0,2-1 8 16,1 0 0-16,3-2-9 0,-3-1 9 15,0 1 0-15,0-1 0 0,0-2 0 0,0 0 0 0,-3 0 0 16,-1 0 0-16,1 3 0 0,-3-3 0 0,0 2 0 15,-3-2 0-15,0 3 8 0,-3-3-8 0,0 0 0 16,0 2 8-16,-3 1-8 0,0-3 10 0,-3 2-2 16,0 1-8-16,0-3 12 0,-3 2-12 0,-3 1 9 15,0 0-9-15,-3-1 8 0,3 1-8 0,-2-3 0 0,-4 2 9 16,3-2-9-16,-3 3 0 0,0-3 8 16,-3 0-8-16,3 0 0 0,0 0 0 0,1-3 0 0,-1 0 0 0,0-2-12 15,3-1-4-15,0-2-2 0,0 0 0 0,0-2 0 31,3-1-122-31,0-5-24 0,0 3-4 0</inkml:trace>
  <inkml:trace contextRef="#ctx0" brushRef="#br0" timeOffset="80668.151">24387 9002 1426 0,'0'-11'40'0,"3"6"9"0,-3-3-39 0,3 0-10 0,6 0 0 0,-3 0 0 16,0 0 102-16,3 0 18 0,-1 3 4 0,4-3 1 0,0 3-33 0,3-1-6 15,0 1-2-15,0 0 0 0,3 2-26 0,0-2-6 16,-1 2 0-16,1 1-1 16,-3-1-23-16,3 3-4 0,0-3 0 0,0 1-1 15,0-1-23-15,0 3 0 0,2 0 0 0,1 0 8 16,0 0-36-16,0 3-8 0,0-3 0 0,-3 5-652 16,-1 0-131-16</inkml:trace>
  <inkml:trace contextRef="#ctx0" brushRef="#br0" timeOffset="81029.385">24815 9258 1980 0,'0'0'44'0,"0"0"8"0,0 0 3 0,0 0 0 0,0 0-44 0,0 0-11 0,0 0 0 0,0 0 0 16,0 0 80-16,0 0 13 0,3 6 3 0,3-4 1 15,-6-2-30-15,3 6-7 0,0 2 0 0,-3-3-1 16,3 3-21-16,-3 0-4 0,0 0-1 0,-3 2 0 16,3 1-13-16,-3-1-4 0,-3 4 0 0,0-1 0 15,3 0-6-15,-3 3-2 0,1 0 0 0,-1 0 0 16,0 2-8-16,0 1 0 0,0-1 0 0,0 1 8 15,0-1-29-15,3 1-7 0,-3-3 0 0,0 0-1 16,3-3 29-16,0-3 0 0,3 4 0 0,-3-6 0 16,0-1-57-1,3 1-6-15,0-5-1 0,0-3 0 0,0 0-153 0,0 5-31 16,6 3-7-16,6-10-1 0</inkml:trace>
  <inkml:trace contextRef="#ctx0" brushRef="#br0" timeOffset="81464.566">25030 9330 1631 0,'0'0'46'0,"0"0"10"0,0 0-44 0,0 0-12 0,-3-6 0 0,3 6 0 0,0 0 105 0,0 0 19 16,0 0 4-16,0 0 1 0,0 0-44 0,0 0-9 0,-6 6-1 0,3-4-1 16,0 6-33-16,0-2-6 15,0 2-2-15,0 0 0 0,0-1-10 0,0 4-3 0,0-3 0 0,0 3 0 16,-3 2-7-16,0-3-1 0,3 4-1 0,-3-1 0 15,3 0-11-15,0 3 0 0,0-3 9 0,0 3-9 16,0 0 0-16,3-3 0 0,-3 3 0 0,3-3 0 16,3 1-9-16,-3-1-7 0,3-3 0 15,3-2-1 1,0 0-23-16,0 0-4 0,0-3 0 0,0 3-1 16,3-5 6-16,0 2 2 0,0-2 0 0,0 0 0 0,0-3 18 0,0 0 4 0,0 0 1 0,-1-3 0 15,1 0 14-15,3 1 0 0,-3-1 0 0,0-2 0 16,0 2 10-16,0-5 5 0,0 0 1 0,0 0 0 15,3-2 29-15,-3-1 7 0,-3-2 0 0,3-3 1 16,0 0 10-16,-3 0 1 0,2-2 1 0,-2-1 0 16,0 3-9-16,0 0-3 0,-3 1 0 0,0 1 0 15,-3 1-11-15,0 3-2 0,0-1-1 0,-3 0 0 0,-3 1-17 16,0 2-3-16,-3 0-1 0,1 0 0 0,-7 3-8 0,3-3-2 16,-3 2 0-16,0 4 0 0,0-4-8 0,0 4-9 15,3-1 9-15,-3 1-13 16,1-1-67-16,2 3-14 0,-6 3-2 0,3-3-741 15,-3 5-148-15</inkml:trace>
  <inkml:trace contextRef="#ctx0" brushRef="#br0" timeOffset="119943.638">14275 12754 1388 0,'0'0'39'0,"0"0"9"0,0 0-38 0,0 0-10 0,0 0 0 0,0 0 0 15,0 0 88-15,6 2 16 0,0-2 4 0,0 3 0 0,0-3-27 0,0 0-5 16,3 0 0-16,3 0-1 0,-3 0-18 0,6 0-3 16,-3 0-1-16,5 0 0 0,-2 0-6 0,3 0-2 15,0-3 0-15,0 3 0 0,3-2-16 0,-3-1-3 16,-1 3-1-16,1-3 0 0,0-2-13 0,3 2-4 15,-3 1 0-15,3-3 0 0,3 2-8 0,-4 0 0 16,4-2 0-16,0 2 0 0,0 1 0 16,-3-1 8-16,2 0-8 0,1 1 0 0,0-1 0 0,-3 3 0 15,-3 0 0-15,3-3 0 0,-7 3 0 0,1 0-19 16,-3-2 3-16,0-1 1 16,0 3-41-16,-3-2-8 0,0-1-1 0,0 3-1 15,-3-3-157-15,-3-2-31 0,-3-8-6 0,3 2-2 0</inkml:trace>
  <inkml:trace contextRef="#ctx0" brushRef="#br0" timeOffset="120350.392">14656 12545 1594 0,'0'0'45'0,"0"0"10"0,0-3-44 0,0 3-11 0,-3-5 0 0,3-1 0 0,0 1 108 15,0 5 19-15,0 0 4 0,0 0 1 0,-3-5-37 0,3 5-7 16,0 0-2-16,0 0 0 0,0 0-22 0,0 0-5 16,0 0-1-16,0 0 0 0,0 0-20 0,0 0-4 15,0 0-1-15,0 0 0 0,0 0 3 0,0 0 1 16,0 0 0-16,0 0 0 0,0 0-17 0,-3 0-3 15,3 0-1-15,-6 5 0 0,6-5-6 0,-3 3-2 16,-3 5 0-16,3-3 0 0,3 3-8 0,-3 3 0 16,1-1 9-16,2 1-9 0,0 2 0 0,0 0 0 15,0 3 0-15,0 0 0 0,0 5 0 0,0 0 0 16,0 0 0-16,2 3 0 0,-2 0 0 0,0 0 0 16,3 0 0-16,-3 0 0 0,0-6 0 0,3 1 0 0,-3-4 0 15,0 1 0 1,3-2-47-16,-3-4-13 0,0 1-4 0,0-3 0 15,0 0-44-15,0 0-8 0,0-3-3 0,0 0-940 0</inkml:trace>
  <inkml:trace contextRef="#ctx0" brushRef="#br0" timeOffset="121600.016">15880 12730 1426 0,'0'0'40'0,"0"0"9"0,0 0-39 0,0 0-10 0,0 0 0 0,0 0 0 15,0 0 80-15,-3-5 15 0,3-1 2 0,0-2 1 16,0 0-2-16,3-2-1 0,3-1 0 0,0 1 0 16,0-1-35-16,2 3-6 0,1-2-2 0,0-1 0 15,3 0-8-15,0-2-3 0,0 5 0 0,3-2 0 16,0-1-5-16,0 3 0 0,0 0-1 0,-1 0 0 16,4 0-2-16,-3 0 0 0,0 3 0 0,0-3 0 0,0 3-33 15,-3 2 0-15,0 1-15 0,0-1 5 16,-1 0 10-16,-2 3 12 0,0 0-2 0,0 0-1 0,0 3-9 0,0-3 0 15,-3 3 0-15,0 2 0 0,0-2 0 0,-3 2 0 16,3 0 0-16,-3 3 0 16,-3 0 0-16,0 0 0 0,-3 2 0 0,0 4 0 15,0-4-49 1,-3 4-12-16,3-1-3 0,-6 3 0 0,3-3 44 0,0 5 8 0,-3-2 1 0,0 5 1 16,0-5-14-16,0 3-2 0,1-1-1 0,-4 1 0 15,0-1 10-15,0-2 1 0,-3 3 1 0,0-3 0 0,0 0 7 0,3-3 8 16,-3 3-13-16,0-6 5 0,4 3 8 0,2-5 0 15,0 3 0-15,0-3 0 0,3 0 0 0,3 0-8 0,0-3 8 16,0 0 0-16,3-5 0 0,3 6 0 16,-3-1 0-16,6 0 0 0,-3 1 0 0,3-4 0 0,3 1 0 0,0-3 0 15,0 2 0-15,2-2 0 0,4 0 0 0,0 0 0 16,0-2 0-16,0 2 8 0,0-5-8 0,0 2 0 16,0 0 0-16,0 1 9 0,-1-4-9 0,1 4 0 15,0-4 0-15,0 4-9 0,0-4-1 0,-3 1 0 16,3 0-9-16,0 0-1 0,-3-3-1 0</inkml:trace>
  <inkml:trace contextRef="#ctx0" brushRef="#br0" timeOffset="122396.293">16276 12299 1254 0,'0'0'36'0,"0"0"7"0,0 0-35 0,0 0-8 0,0 0 0 0,0 0 0 16,0 0 117-16,0 0 22 0,0 0 4 0,0-6 1 16,0 4-64-16,0 2-13 0,3-6-3 0,-1 4 0 15,1-1-51-15,0 0-13 0,3 3 0 0,0-2 0 16,-3 2 68-16,3 0 10 0,0 0 2 0,0 0 1 15,3 2-42-15,-3-2-9 0,0 6-2 0,3-4 0 16,0 4-8-16,-3-1-1 0,0 3-1 0,3 2 0 16,0 1-6-16,-3 2-2 0,0 1 0 0,2 1 0 15,-2 1-10-15,0 0 0 0,0 0 0 0,0 3 0 16,-3-4 0-16,3-1 8 0,-3 2-8 0,0-3 0 16,0 0 0-16,-3 0 0 0,3-2 0 0,-3 2 0 15,0-5 0-15,0 3 0 0,-3-4 0 0,3 1 0 0,0-2 0 16,0-6 8-16,0 0-8 0,0 0 0 0,0 0 0 0,0 0 0 15,0 0 8-15,0 0-8 0,0 0 0 0,0-6 0 16,0-2 0-16,0 1 0 0,0-4 0 0,0 0 13 16,3-2-3-16,-3 0-1 0,6 0 16 0,-3-3 3 15,0-3 1-15,0 1 0 0,0-3 3 0,3-1 0 16,0 1 0-16,0-3 0 0,0 1-6 0,0 1-1 16,0 4 0-16,0-1 0 0,0 4-9 15,0 1-3-15,2-2 0 0,-2 6 0 0,0-1-5 0,0 3-8 16,0-2 11-16,0 4-11 0,3-1 9 0,0 1-9 0,-3 4 0 15,3-4 9-15,-3 6-9 0,3-2 0 16,-3 2 0-16,3 0 0 0,0 2 0 0,-3-2 0 16,3 3 0-16,-3 2 0 0,2-2 0 0,1 2 8 0,-6 0 2 0,3 3 0 15,0 0-10-15,0 0 0 0,-3 3 9 0,0 2-9 16,0 0 0-16,-3 1 9 0,0 1-9 0,0 4 0 16,0-1 9-16,-3 4-9 0,3-4 0 0,-6 3 9 15,3-2-9-15,0-1 0 0,-3 1 0 0,3-3 0 16,-3 0-11-16,3-3-7 0,-3 0-2 0,3-2 0 15,1-3 20-15,-1 2 0 0,0 1 0 0,3-3 0 16,-3-3 0-16,3 3 0 0,0 0 0 0,0-8 0 16,0 0-157-16,0 0-28 0,6 3-6 0,-1-3-897 15</inkml:trace>
  <inkml:trace contextRef="#ctx0" brushRef="#br0" timeOffset="123113.591">16936 12452 1162 0,'0'0'25'0,"0"0"6"0,0 0 1 0,0 0 1 0,0 0-33 0,0 0 0 0,0 0 0 15,0 0 0-15,-3 0 71 0,3 0 7 16,0 0 2-16,0 0 0 0,0 0-7 0,-6-3-1 0,6 3 0 0,0 0 0 15,0 0-15-15,0 0-3 16,0 0-1-16,0 0 0 0,0 0-9 0,0 0-1 16,0 0-1-16,0 0 0 0,0 0-3 0,3-2-1 15,3 2 0-15,0-3 0 0,0 0-5 0,0 3-1 0,0 0 0 0,0 0 0 16,0 0-8-16,3 0-1 0,0 0-1 0,-3 0 0 16,3 0-10-16,3 0-1 0,-3-2-1 0,3 2 0 15,-1 0-10-15,1-3 0 0,0 1 0 0,3 2 0 16,0-3 0-16,3 0 0 0,-3 1 0 0,3-1 0 15,-3-2-63 1,2-1-14-16,1 1-3 0,0 0-915 0</inkml:trace>
  <inkml:trace contextRef="#ctx0" brushRef="#br0" timeOffset="123442.338">17383 12201 1681 0,'0'0'36'0,"0"0"8"0,0 0 2 0,0 0 2 0,-3-6-38 0,3 6-10 16,-3-5 0-16,3 5 0 15,0-3 92-15,0 3 16 0,0 0 3 0,0 0 1 0,0 0-16 0,0 0-2 16,0 0-1-16,0 0 0 0,0 0-74 0,0 0-19 16,0 0 0-16,0 0 0 0,0 0 55 0,0 0 7 15,3 3 2-15,-3 5 0 0,3-3-52 0,-3 3-12 0,3 0 0 16,-3 3 0-16,0-1 54 0,3 4 8 0,-3-1 2 0,0 3 0 15,-3 0-52-15,3 2-12 16,0 1 0-16,-3-1 0 0,3 1 0 0,0 2 0 16,0-3 0-16,-3 1 0 0,3-3 0 0,0 0-18 15,-3 0 4-15,3-3 1 0,-3 0 21 0,3 3 4 16,-3-3 0-16,3-2 1 16,0-1-61-16,0 1-13 0,0-1-3 0,0 1 0 15,0-3-148-15,0 0-31 0,-9 0-5 0,9-8-2 0</inkml:trace>
  <inkml:trace contextRef="#ctx0" brushRef="#br0" timeOffset="124049.595">17954 12857 1256 0,'0'0'28'0,"0"0"5"0,0 0 2 0,0 0 0 0,-6 0-35 0,6 0 0 0,-9-3 0 0,9 3 0 15,0 0 79-15,-3-2 9 0,3 2 1 0,0 0 1 16,-5 0-39-16,5 0-8 0,0 0-2 0,0 0 0 16,0 0 25-16,0 0 5 0,0 0 1 0,0 0 0 15,0 0-30-15,0 0-6 0,5 0 0 0,4 0-1 16,0 0 4-16,0 0 1 0,3 0 0 0,0 2 0 16,3-2-12-16,0 3-1 0,0-3-1 0,3-3 0 15,-1 3-9-15,1 0-1 0,0-2-1 0,-3 2 0 16,0-3-7-16,0 3-8 0,0-3 11 0,0 1-11 15,-1 2 0-15,-2 0 0 0,3-3 0 0,0 3 0 16,-3-3 0-16,0 3 0 0,3-5 0 0,-3 5 0 16,0 0 8-16,-3-3 2 0,2 3 0 0,-2 0 0 0,0-2-10 15,-3 2 0-15,3-3-10 0,-3 3 10 16,0-2-56-16,3-1-4 0,-6 0-2 0,3 3-623 16,-3-2-125-16</inkml:trace>
  <inkml:trace contextRef="#ctx0" brushRef="#br0" timeOffset="124425.572">18672 12463 1552 0,'0'0'44'0,"0"0"10"0,-3-3-43 0,3 3-11 0,-3-5 0 0,3 5 0 16,0 0 104-16,0 0 20 0,0 0 3 0,0 0 1 15,0 0-52-15,0 0-9 0,0 0-3 0,0 0 0 16,0 0 0-16,0 0 0 0,0 0 0 0,0 0 0 16,3 5 0-16,-3 3 0 0,3 0 0 0,-3 0 0 15,0 2-51-15,0 1-13 0,0 2 0 0,0 0 0 16,-3 1 54-16,0-1 8 0,3 3 2 0,-3 0 0 16,0 2-64-16,0-2 0 0,0 5-9 0,0 0 0 15,0 1 9-15,3 1 12 0,-3 1-2 0,0 0-1 16,3-3-9-16,-3 0 0 0,3 1 0 0,0-1 0 15,-3-5 0-15,3-1 0 0,0 1-10 0,0-2 10 16,0-4 0-16,0 1 0 0,0-3 0 0,3 0 10 16,-3 0-10-16,0-8-12 0,0 5 2 0,0-5 1 15,0 0-52-15,0 0-11 16,6 0-1-16,0-3-1 0,-3 1-144 0,6-1-29 16,9-8-5-16,-1 1-2 0</inkml:trace>
  <inkml:trace contextRef="#ctx0" brushRef="#br0" timeOffset="124779.934">18960 12304 1666 0,'0'0'36'0,"0"0"8"0,0-5 2 0,0 5 2 0,-3-6-39 0,3 4-9 0,0-4 0 0,0 6 0 16,0 0 67-16,0 0 11 0,0 0 2 0,0 0 1 15,0 0 38-15,0 0 7 0,0 0 2 0,0 0 0 16,3 8-52-16,0 0-9 0,3 3-3 0,-3-1 0 15,3 4-51-15,0 2-13 0,0 2 0 0,3 1 0 16,0 2 54-16,0-3 8 0,-3 1 2 0,3-1 0 16,0-2-52-16,-3 3-12 0,3-1 0 0,-3 1 0 15,-3-3 0-15,0 5 0 0,0-3 0 0,0 6 0 16,-6 0 0-16,3 2 0 0,-3 4 0 0,0 1 0 16,-3 1 0-16,0-3 0 0,0 0 0 0,0-2 0 15,0-4 0-15,-3 1 0 0,3 3 0 0,-3-6 0 16,0 0 0-16,0 0 0 0,0-2 0 0,-3 2 0 15,3-3 0-15,-2 1 0 0,-4-3 0 0,-3 2 0 16,0-2 0-16,0 0 0 0,0 0 0 0,-3 0 0 16,1-3-100-16,-1 0-22 0,0 1-5 0,-3-4-1 15,3 1-102-15,-3-1-21 0,-26 12-4 0,17-12-1 16</inkml:trace>
  <inkml:trace contextRef="#ctx0" brushRef="#br0" timeOffset="125408.545">15707 12322 1497 0,'0'0'32'0,"0"0"8"0,0 0 0 0,0 0 4 0,0 0-36 0,0 0-8 15,0 0 0-15,0 0 0 0,-3 0 108 0,3 0 19 16,-6 0 4-16,0 0 1 0,0 6-54 0,0-1-10 15,0 0-3-15,0 6 0 0,-3-1-21 0,3 4-4 16,-3 2 0-16,1-1-1 16,-1 7-14-16,-3-1-2 0,0 0-1 0,0 5 0 0,-3-2-14 0,0 5-8 15,0 6 10-15,0 4-10 0,3 6 0 0,-2 0 0 16,2 3-11-16,3 2 11 0,0-7 0 0,3-1 0 0,0-2 14 16,3 5-4-16,3 0-10 0,0 0-12 0,3 0 2 0,3 0 1 15,0-6 9-15,3-2 9 0,6-5-1 0,0-3-8 16,-1-5 16-16,1 0-4 0,3-3-1 0,0-3 0 15,0-2-11-15,0 0 12 0,3-3-12 0,-4-2 12 16,-2 0-12-16,3-6 10 0,-3 0-10 16,0 0 10-16,0-5-10 0,0 0 0 0,0-2 0 15,-1-3 8-15,4-1-99 16,-3 1-20-16,0 0-4 0,6-6-893 0</inkml:trace>
  <inkml:trace contextRef="#ctx0" brushRef="#br0" timeOffset="126510.38">14558 15574 1422 0,'0'0'31'0,"-6"6"6"0,3-1 2 0,0-2 1 0,3-3-32 0,0 0-8 0,0 0 0 0,0 0 0 0,0 0 70 0,0 0 12 16,-3 5 2-16,3-5 1 16,0 0-27-16,0 0-6 0,0 0 0 0,0 0-1 0,3 5 1 0,0 0 0 15,3-2 0-15,3 0 0 16,0-3-22-16,3 0-4 0,3 0-1 0,0 0 0 0,2 0 31 0,4-3 7 15,6 0 1-15,-3 1 0 0,3-1-52 0,2-2-12 16,1 5 0-16,-3-5 0 0,-3 2 0 0,0 0-12 16,-1 1 3-16,-2-1 0 0,-3 0 9 15,0 1 9-15,0-1-1 0,3 3-8 0,-3-3 8 0,-4 3-8 16,4 0 0-16,-3 0 0 0,0 0 0 0,-3 3 0 0,3-3 0 16,-3 3 0-16,-3-3 0 0,0 2 0 0,0 1 0 15,-4 0 0-15,1-1 0 0,0 1 0 0,-6-3 0 16,3 3 0-16,0 2 0 0,-3-5 0 0,3 5 0 15,-3-5 0-15,3 5 0 0,-3-5 0 16,0 0 0-16,0 0 0 16,0 6-96-16,0-6-25 0,0 0-6 0,0 0-1 0</inkml:trace>
  <inkml:trace contextRef="#ctx0" brushRef="#br0" timeOffset="127411.901">16228 15413 1497 0,'0'0'32'0,"0"0"8"0,0 0 0 0,-6 3 4 16,6-3-36-16,0 0-8 0,0 0 0 0,-6 0 0 0,6 0 53 16,0 0 9-16,0 0 2 0,0 0 0 15,0 0 0-15,-6-3 0 0,6 3 0 0,-3-5 0 0,3-1-8 0,0 4 0 16,3-4-1-16,0 1 0 15,0 0-19-15,0 0-3 0,3-1-1 0,3 1 0 0,0 0-16 0,3-3-4 16,3 2-1-16,-4-2 0 0,7 1-3 16,-3 1 0-16,6-2 0 0,-3 0 0 0,3 3 12 0,0-3 1 15,-1 3 1-15,-2 0 0 0,0-1-22 0,0 4 0 16,-3-4 0-16,-3 6 0 0,0 0 0 0,-3 3 0 16,0 0 0-16,-3 2 0 0,-1 0 0 0,1 3 0 0,-3 0 0 0,-3 3 0 15,0-1 0-15,0 1 0 0,0-1 0 0,-3 4 0 16,-3 2-10-16,3-3-6 0,-5 5-2 0,-4 1 0 31,0-3-22-31,-3 5-5 0,0-3-1 0,-6 4 0 0,6 1 37 0,-3 1 9 0,1 0 0 16,-4 2 0-16,3-2 0 0,0 0 0 15,3-3 0-15,0 0 0 0,0-2 0 0,3-3 0 0,1 0 0 0,2-3 0 16,0 0 0-16,3-5 0 0,0 3 0 0,3-3 0 16,0 0 0-16,3-3 0 0,3 0 0 0,0 0 0 15,3-2 0-15,0 2 0 0,0-5 0 0,6 3 0 16,-1-3 0-16,4 0 0 0,3 0 0 0,0 0 0 15,3-3 0-15,0-2 0 0,3 2 0 0,-1-2 0 16,-2-3 0-16,3 3 0 0,-6-3 0 0,0 0 0 16,0 3 0-16,-1-3 0 0,-2 0 0 0,3 0 0 15,-3 0-53-15,-3 0-9 16,3-3-2-16,0 1 0 0</inkml:trace>
  <inkml:trace contextRef="#ctx0" brushRef="#br0" timeOffset="128177.269">16582 14982 1497 0,'0'0'32'0,"0"0"8"0,0 0 0 0,0 0 4 0,0 0-36 0,0 0-8 0,0 0 0 0,0 0 0 16,0 0 44-16,0 0 8 0,0 0 0 0,0 0 1 0,0 0 3 0,6 2 0 16,0-2 0-16,0 3 0 15,0 0-30-15,-3-1-6 0,3 1 0 0,-3 5-1 16,3-3 17-16,0 6 3 0,0-1 1 0,0 1 0 0,-3 2-28 0,3 0-12 15,-3 3 10-15,0 3-10 0,0-1 9 0,-1 1-9 16,1-1 8-16,-3 3-8 16,3-2 0-16,-3-3 0 0,0 0 0 0,0 0 0 0,0-3 0 0,0-3 0 15,-3 4 0-15,3-6 0 0,-3 0 0 0,3-6 0 16,0-2 0-16,0 0 0 0,0 0 0 0,0 0 0 16,-2-5 0-16,2-3 0 0,0-3 0 0,0-2 0 15,0-3 0-15,2 0 0 0,1-5 16 0,0 3-3 16,0-1 0-16,3-2 0 0,-3 5 3 0,3-2 0 0,-3-1 0 0,3 1 0 15,0 2 3-15,0 0 1 16,3 0 0-16,0 3 0 0,0-3 8 0,3 3 1 0,-3 2 1 16,3-2 0-16,0 0-30 0,-1 2 0 15,4 3 0-15,-3-3-10 0,-3 1 10 0,3 5 0 16,-3-3 10-16,3 5-10 0,-3 0 0 0,0 1 0 0,0 2 0 0,0 0 0 16,0 5 0-16,-3-2 0 0,0 2 0 0,-1 3 0 15,-2 2 0-15,3-2 0 0,-3 3 0 0,0 0 0 16,0-1 33-16,-3 3 1 0,0 1 0 0,0 1 0 15,0 1-25-15,-3 0-9 0,3 3 0 0,-3-1 9 16,0-2-9-16,0 3 0 0,-3-1 0 0,3 1 0 16,1-1-32-16,-4 1-3 0,3-3 0 15,-3-1 0-15,3-1 20 0,0-1 4 0,0-2 1 0,0-1 0 16,0-2-138 0,0-3-28-16,6 6-6 0,-3-11-1 0</inkml:trace>
  <inkml:trace contextRef="#ctx0" brushRef="#br0" timeOffset="128506.978">17058 15095 1497 0,'0'0'32'0,"0"0"8"0,0 0 0 0,0 0 4 0,3-2-36 0,3 2-8 16,3-3 0-16,-3 3 0 0,3 0 83 0,0-3 14 0,0 1 3 0,0-1 1 16,3 3-30-16,0-2-7 0,0-1 0 0,3 3-1 15,-1-3-11-15,-2 3-1 0,3 0-1 0,0-2 0 16,3-1-26-16,-3 3-4 0,-3-3-2 0,3 3 0 16,-3-5-10-16,2 5-8 0,-2-3 9 0,-3 1-9 15,0-1 8-15,0 3-8 0,0-3 0 0,0 1 0 16,-3-1 0-16,3 3 0 0,-3-2 0 0,0 2 0 31,0-3-55-31,0 0-4 0,3 3-1 0,-3-2 0 16,-1 2-143-16,-5 0-29 0,0 0-5 0,9-8-2 0</inkml:trace>
  <inkml:trace contextRef="#ctx0" brushRef="#br0" timeOffset="128846.52">17541 14857 1489 0,'0'0'42'0,"0"-5"10"0,0 0-42 0,0-3-10 15,0 2 0-15,0 1 0 0,0 0 107 0,3 0 19 16,-3 5 4-16,0-6 1 0,0 6-39 0,0 0-7 16,0 0-1-16,0 0-1 0,0 0-19 0,0 0-3 15,0 0-1-15,0 0 0 0,3 6-13 0,2 2-3 16,-2-3-1-16,0 3 0 0,0 2-18 0,0 1-3 0,-3 2-1 0,3 3 0 15,-3-3-9-15,0 0-1 16,0 1-1-16,0 2 0 0,-3-3-10 0,0 0 12 16,0 0-12-16,0 3 12 0,0-3-12 0,-2 1 0 15,2-1 0-15,-3 3 8 0,3 0-8 0,0 2 0 16,-3-2 9-16,3 3-9 0,0-4 0 0,0 4 0 0,0-3 0 0,0 2 8 16,0-2-8-16,0-3-8 0,3-2 8 0,0 2-12 31,-3-5-29-31,3 0-7 0,0 0 0 0,0-3-1 15,0-5-183-15,0 0-36 0</inkml:trace>
  <inkml:trace contextRef="#ctx0" brushRef="#br0" timeOffset="129427.89">17844 15535 1267 0,'0'0'28'0,"0"0"5"0,0 0 2 0,0 0 1 0,0 0-36 0,0 0 0 0,0 0 0 0,0 0 0 15,0 0 102-15,0 0 14 0,0 0 2 0,0 0 1 16,3 5-38-16,0 0-7 0,0-2-2 0,3 2 0 16,3-2-8-16,-3-1-1 0,6 1-1 0,0 0 0 15,3-1-18-15,3-2-3 0,2 3-1 0,1-3 0 16,3 0-15-16,-3 0-3 0,6 0-1 0,-4-3 0 15,-2 1-12-15,0-1-9 0,-3 0 12 0,0 1-12 0,3-3 0 16,-3-1 0-16,-1 1 0 0,1 0 0 16,3-1 10-16,-3 1-10 0,6 0 8 0,-3-1-8 0,-4 4 0 15,4-3-16-15,-3 2 3 0,0 0 0 16,0 1-34-16,-3-1-6 0,0-2-2 16,-3 2 0-16,-1-2-153 0,1-1-32 0</inkml:trace>
  <inkml:trace contextRef="#ctx0" brushRef="#br0" timeOffset="129761.5">18603 15201 1908 0,'0'0'42'0,"0"0"9"0,0 0 1 0,0 0 1 0,0-5-42 0,0 5-11 0,0 0 0 0,0 0 0 15,0 0 64-15,0 0 12 0,0 0 1 0,0 0 1 16,0 0-11-16,0 5-3 0,0 3 0 0,3 0 0 16,-3 5 0-16,0 1 0 0,3-1 0 0,-3 3 0 15,3 0-51-15,-3 2-13 0,3-2 0 0,-3 2 0 16,0-2 0-16,-3 0 0 0,3 3 0 0,-3-1 0 16,3 1 0-16,0-3 0 0,0 2 0 0,-3 1 0 15,3-3 0-15,-3-1 0 0,3 4 0 0,0-3 0 16,0 0 0-16,0 0 0 0,0 0 0 0,0-3 0 15,3-3-48-15,-3 1-13 16,3-1-3-16,-3-2 0 0,0-2 0 0,3-4 0 16,-3-2 0-16,0 0-614 0,0 0-123 0</inkml:trace>
  <inkml:trace contextRef="#ctx0" brushRef="#br0" timeOffset="130115.703">18966 14955 1886 0,'0'0'41'0,"0"0"9"0,0 0 2 0,0 0 1 0,-3 3-42 0,3-3-11 0,0 0 0 0,-6 0 0 16,6 0 69-16,-5 5 12 0,5-5 3 0,-3 5 0 16,0 1-24-16,0 2-4 0,3 0 0 0,0 2-1 15,0 1-10-15,3 2-1 0,0 0-1 0,0 3 0 16,-1 0-6-16,1 5-1 0,3-2 0 0,-3 4 0 15,3 4-36-15,0-1 0 0,0 1 0 0,0 2-12 16,0 0 48-16,0-2 8 0,0-1 3 16,0 3 0-16,0-2-25 0,-3-1-5 0,3 0-1 0,-3 4 0 15,0 1-16-15,-3 1 0 0,0 5 0 0,-3 0 0 16,0-5 0-16,0 0 0 0,-3-3 0 0,0 0 0 16,0-5 0-16,0 0 0 0,-3-1 0 0,0-2 0 15,0 1 19-15,0-4-3 0,-5 1-1 0,-1-1 0 16,-3-2-31-16,-3 0-7 0,-3 0-1 0,0 0 0 15,0-3-79-15,-2 0-16 16,-1-2-3-16,-3-1-648 0,3-2-130 0</inkml:trace>
  <inkml:trace contextRef="#ctx0" brushRef="#br0" timeOffset="130655.855">16109 14937 1515 0,'0'0'33'0,"0"0"7"0,0 0 2 0,-6 0 1 0,0-3-35 0,0 3-8 0,0 3 0 0,-3-3 0 15,3 2 74-15,-3 1 13 0,0 2 2 0,-3 1 1 16,-3-1-21-16,1 3-4 0,-4 0-1 0,0 5 0 16,0 0-17-16,0 0-4 0,-6 6-1 0,7 5 0 15,-4 2-42-15,3 6 0 0,0 5-13 0,0 5 3 16,3 1 35-16,3-1 7 0,0 0 2 0,0 9 0 16,4-4-34-16,-1 4 0 0,0 4 0 0,3 1 0 0,3-3 0 0,3-3 0 15,0 0 0-15,0 3 0 0,3 3 24 16,0-3-3-16,3-1 0 0,3 1 0 0,0-8 14 0,2-2 2 15,1-6 1-15,6-3 0 0,0-2-2 0,3-3-1 16,0-5 0-16,3 0 0 16,-1-3-51-16,4-3-11 0,3-2-1 15,-3-3-1-15,-1-2 16 0,4-6 3 0,-3-5 1 0,0-8-740 16,3 0-148-16</inkml:trace>
  <inkml:trace contextRef="#ctx1" brushRef="#br0">24247 15987 0,'0'0'16,"0"0"-1</inkml:trace>
  <inkml:trace contextRef="#ctx0" brushRef="#br0" timeOffset="131764.451">21148 12082 1825 0,'0'0'40'0,"0"0"8"0,0 0 1 0,6 0 3 0,3 0-41 0,-3 0-11 16,3 2 0-16,-3 1 0 0,3-3 46 0,-3 5 7 16,0 1 2-16,3 1 0 0,-3 1-13 0,3 0-2 0,-3 6-1 0,-3-1 0 15,2 3-20-15,-2 2-4 0,0 1-1 0,-3 2 0 16,3 3-14-16,-3-1 0 0,0 1 8 0,0 3-8 15,-3-3 0-15,3-1 0 0,0-1 0 0,-3-1 0 16,0-5 0-16,3-1 0 0,0 1 0 0,-2-5-10 16,2 0 10-16,-3-1 0 0,0-2 0 15,3-5 0-15,0-3 0 0,0 0 0 0,0 0-9 0,0 0 9 16,0 0 0-16,0-3-11 0,3-5 11 0,0 0-8 16,-1-2 8-16,1-1 0 0,0-5 0 0,3 0 0 15,0 0 21-15,0-2 0 0,0-3 0 0,0 2 0 16,3-2 7-16,-3 2 0 0,3-2 1 0,3 0 0 15,-3 5-12-15,3-2-2 0,-3-1-1 0,3 3 0 16,-3 0 33-16,-1 1 6 0,4 1 2 0,-3 1 0 16,0 3-37-16,3-1-7 0,-3 3-2 0,3 0 0 15,-3 3-9-15,3 0 0 0,-3 2 0 0,3 3 0 16,-3 0 0-16,0 0 0 0,2 3 0 0,-2 2 0 16,0 0 0-16,3 3 0 0,-3 0 0 0,0 3 0 0,0-1 0 15,0 3 0-15,-3 1 0 0,0-4 0 0,0 6 53 0,-3 0 9 16,0 2 2-16,0 1 0 0,-3-1-52 0,0 4-12 15,0-4 0-15,0 3 0 16,0-2-48-16,-3-1-13 0,3-2-3 0,-3 0 0 16,0-3-79-16,3 1-16 0,-3-6-3 0</inkml:trace>
  <inkml:trace contextRef="#ctx0" brushRef="#br0" timeOffset="132006.508">21916 12211 1728 0,'0'0'38'0,"0"0"8"0,0 0 2 0,3-2 0 0,0-4-39 0,0 4-9 0,3-4 0 0,0 4 0 16,3-4 84-16,0 4 16 0,3-1 2 0,3 1 1 16,0-4-63-16,-1 4-12 0,4-4-2 0,3 4-1 15,-3-1 31-15,3 0 7 0,0 1 1 0,-3-1 0 16,-1 0-52-16,-2 1-12 0,3-1 0 0,-6 3 0 15,3-3 0-15,-3 3 0 0,-3 0 0 0,3 0 0 16,-3 3-48-16,-3 0-13 0,0-1-3 0,-4 4-614 16,1-1-123-16</inkml:trace>
  <inkml:trace contextRef="#ctx0" brushRef="#br0" timeOffset="132224.647">22008 12397 1792 0,'0'0'51'0,"0"0"10"0,0 0-49 0,0 0-12 16,3-6 0-16,3 1 0 0,0 0 54 0,0-1 8 0,3 4 2 15,3-4 0-15,-3-2 0 0,3 3 0 16,0 0 0-16,3 0 0 0,-3-1 0 0,3 1 0 16,-1 0 0-16,-2-1 0 0,3 1-52 0,-3 0-12 15,0-3 0-15,0 3 0 0,3-3 0 0,-3 2 0 0,3-2 0 0,0-2 0 31,-1 5-151-31,4-6-33 0</inkml:trace>
  <inkml:trace contextRef="#ctx0" brushRef="#br0" timeOffset="132754.749">23050 11881 1433 0,'0'0'40'0,"0"0"10"0,3-8-40 0,0 5-10 16,0-2 0-16,0-1 0 15,0 1 97-15,-3 5 18 0,3-3 3 0,-3 3 1 0,0 0-18 0,0 0-3 16,0 0-1-16,0 0 0 0,0 0-25 0,0 0-4 15,0 0-2-15,0 0 0 0,0 0-21 0,0 0-4 16,0 0-1-16,-6 0 0 0,0 3-24 0,0 2-4 16,0 1-2-16,-3-1 0 0,3 3-10 0,-5 0 0 15,-4 0 9-15,0 0-9 0,-3 5 0 0,-3-2 0 16,0-1 0-16,-6 6-8 0,4-3-5 0,-1 0-1 16,0 3 0-16,0-2 0 15,3-1-12-15,4 0-2 0,-1-2-1 0,3-1 0 0,3-2 29 0,0 0 0 0,0 0 0 16,3 0 0-16,3-3 0 0,0 3 0 0,3-3 0 0,0-2 0 15,3 2 0-15,0-5 0 0,0 8 0 0,6-5 0 16,-3 2 0-16,6 1 0 16,-3-4 0-16,6 1 0 0,3-1 0 0,0 1 0 0,0 0 0 0,5-1 0 31,1-2-28-31,0 3 0 0,3-3 0 0,0 3 0 0,0-3 28 0,-1 0 0 0,1 0 0 0,-3 0 0 16,-3 0 0-16,0 0 0 0,0-3 0 0,-1 3 0 15,-2 0 0-15,0-3 0 0,0 3 0 0,-3-2 0 16,0-1 0-16,0 0 0 0,-3 1 0 0,0-1 0 15,0 1-54-15,-3-1-5 16,0-2-1-16,-3 2-591 0,-3 3-118 0</inkml:trace>
  <inkml:trace contextRef="#ctx0" brushRef="#br0" timeOffset="133062.102">23059 11862 1482 0,'0'0'42'0,"0"0"9"0,0 0-41 0,0 0-10 16,0 0 0-16,0 0 0 0,0 0 100 0,0 0 19 16,0 0 3-16,0 0 1 0,0 0-39 0,0 0-8 15,0 0-2-15,3 5 0 0,-3 3-14 0,0 5-4 16,3 1 0-16,0-1 0 0,-3 5-11 0,3 1-2 16,0-1-1-16,0 1 0 0,0 2-10 0,0-2-1 15,-3-1-1-15,3 1 0 0,-3-3-2 0,3 0 0 0,-3-1 0 16,0 1 0-16,3-3-6 0,-3 3-2 0,0-2 0 0,-3 1 0 15,3-4-5-15,0 2-2 0,-3 1 0 0,3-1 0 16,-3-3-13-16,3 4 9 16,0-1-9-16,-3 0 8 0,3 0-8 0,0-2 0 0,0-1 0 15,0 1 0-15,0-3 0 0,3 0 8 0,-3 0-8 0,0-3 0 16,3 0 0-16,-3 1-16 0,0-6 3 0,3 2 0 31,-3-2-96-31,0 0-19 0,0 0-4 0,0 0-979 0</inkml:trace>
  <inkml:trace contextRef="#ctx0" brushRef="#br0" timeOffset="137424.143">21580 13365 1497 0,'0'0'32'0,"0"0"8"0,0 0 44 0,0 0-76 0,0 0-8 0,0 0 0 0,0 0 0 15,0 0 84-15,0 0 14 0,0 0 3 0,0 0 1 16,9 3-26-16,-3-3-6 0,3 2-1 0,0-2 0 16,2 0-7-16,4 0-2 0,0 0 0 0,3 0 0 15,0-2-16-15,0 2-4 0,3-3-1 0,0 3 0 16,-4 0 9-16,4 0 1 0,-3-3 1 0,3 3 0 15,0 0-40-15,0 0-10 0,-1 0 0 0,1 0 0 16,0-2-24-16,0 2-6 0,0-3-2 16,0 3 0-16,-1 0 19 0,-2-3 3 0,0 3 1 0,0 0 0 15,0-2-63-15,0-1-12 0,-3 3-2 0,-3 0-1 16,-1-3-33-16,-2 3-6 0,0 0-2 0,0-2-444 16,-6 2-88-16</inkml:trace>
  <inkml:trace contextRef="#ctx0" brushRef="#br0" timeOffset="137722.356">21886 13198 1497 0,'0'0'32'0,"-3"-5"8"0,-5-8 44 0,5 5-76 0,3 0-8 0,-3 0 0 0,3 0 0 15,0 3 104-15,3-3 20 0,-3 5 3 0,0 3 1 16,0 0-54-16,0 0-10 0,3-5-3 0,-3 5 0 15,0 0 5-15,0 0 1 0,0 0 0 0,5 2 0 16,-2 1-54-16,3 2-13 16,0 1 0-16,-3 4 0 0,3 1 54 0,-3 2 8 0,3 3 2 0,-3 0 0 15,0 2-52-15,0 1-12 16,0-1 0-16,0 1 0 0,0-1 0 0,-3 1 0 0,3-1 0 16,-3 1 0-16,3 0 0 0,0-1-16 0,0 1 3 15,0-4 1-15,0 1 12 0,0 0 0 0,0 3 0 0,0-6-9 31,0 3-32-31,3-3-7 0,-3-2 0 0,0-1-693 0,0-2-139 0</inkml:trace>
  <inkml:trace contextRef="#ctx0" brushRef="#br0" timeOffset="138203.172">22491 13098 1458 0,'0'0'32'0,"-6"-3"6"0,-3-2 43 0,3 2-73 0,0 0-8 0,6 3 0 0,-3-2 0 15,0-3 85-15,3 5 15 0,-3-6 4 0,3 1 0 16,0 5-16-16,0-5-2 0,0-1-1 0,3 1 0 15,0 0-21-15,3 2-4 0,0 0 0 16,3-2-1-16,3 0-14 0,0 2-2 16,-1 1-1-16,4-4 0 0,0 4-1 0,-3-4 0 0,3 4 0 0,0-1 0 15,0 0-41-15,0 1-12 0,0 2-1 0,-1 0 0 16,1 0 13-16,-3 0 0 0,3 0 0 0,-3 2 10 16,3 1-1-16,-3 2 0 0,-3 1 0 0,3-1 0 15,-3-2-9-15,0 5 0 0,-4-3 0 0,1 5 0 16,-3 1 0-16,0 2 0 0,0 3 0 0,-3 3 0 15,-3 2 0-15,0 3 0 0,-3 2 0 0,0 3 0 16,1-5 0-16,-4 0 0 0,0 2 0 0,0-2 0 16,0 0 0-16,0-3 0 0,0 3 0 0,-3 0 0 15,6 0-12-15,0-3 3 0,-3 0 0 0,3 3 0 16,0-6 9-16,3 3 16 0,-3-2-4 0,0-1-1 16,3-4-66-1,0 1-13-15,0-1-2 0,3-4-1 0,0 1 4 16,-2-3 1-16,2 0 0 0,0-6-604 0,0-2-121 0</inkml:trace>
  <inkml:trace contextRef="#ctx0" brushRef="#br0" timeOffset="138480.035">22607 13323 1497 0,'-15'0'32'0,"9"0"8"0,-6-3 44 0,6 3-76 0,0-3-8 0,0 3 0 0,6 0 0 16,0 0 72-16,0 0 12 0,0 0 2 0,0 0 1 16,0 0-21-16,0 0-4 0,9 0-1 0,-3-2 0 15,3 2-13-15,0-3-4 0,3 3 0 0,-3 0 0 16,3 0 15-16,3 0 2 0,-4 0 1 0,4 0 0 16,3-3-48-16,-3 3-14 0,3 0 0 0,3-2 8 15,-3-1 3-15,2 3 1 0,1-3 0 0,3 1 0 31,-6-1-122-31,3-2-24 0,-3 2-5 0</inkml:trace>
  <inkml:trace contextRef="#ctx0" brushRef="#br0" timeOffset="139962.361">21693 15439 1450 0,'0'0'32'0,"0"0"6"0,0 0 2 0,6 3 1 0,0-3-33 0,3 3-8 0,3-3 0 16,-3 0 0-16,6 2 64 0,-1-2 10 0,-2 0 2 0,6 0 1 15,-3 0 21-15,3 0 4 0,3-2 1 0,0 2 0 16,2-3-63-16,1 0-12 0,3 1-2 0,0-1-1 16,0 0-25-16,-1-2 0 0,1 3 0 0,3-1 0 15,-6-2 24-15,3 2-1 0,-4 0 0 0,-2 1 0 16,-3 2-37-16,0-3-7 0,-3 3-2 0,0 0 0 16,0 0 31-16,-4-3 5 0,1 3 2 0,-3 0 0 31,0 0-121-31,0 0-24 0,-3-2-5 0,0 2-725 0</inkml:trace>
  <inkml:trace contextRef="#ctx0" brushRef="#br0" timeOffset="140467.052">22708 15048 1728 0,'0'0'38'0,"0"0"8"0,0 0 2 0,0 0 0 0,-6-3-39 0,6 3-9 0,-3-2 0 0,3 2 0 15,0 0 53-15,0 0 9 16,0 0 2-16,0 0 0 0,0 0 0 0,0-6 0 0,3 4 0 0,0-4 0 16,3 4-16-16,0-1-4 0,3 3 0 15,0-3 0-15,3 1-20 0,0-1-5 0,2 0-1 0,1 1 0 16,3-1-18-16,0 3 0 0,0 0 8 0,0-3-8 16,0 3 0-16,0 0 0 0,-1 3 0 0,-2 0 0 15,0-1 0-15,0 4 0 0,-3-1 0 0,-3 3 0 16,0 0 0-16,0 2 0 0,-3 1 0 0,-3 2 0 15,0 3 0-15,0 0 0 0,-3 3 0 0,0 4 0 16,0 1 0-16,-3 0 0 0,0 2 0 0,-3 4 0 16,0-7-24-16,0 4 2 0,-3-3 0 0,0-1 0 15,-3 1 11-15,3 0 3 0,-3 0 0 0,0 0 0 16,3-3-4-16,-3 0 0 0,4 0 0 0,-4 3 0 31,3-5-11-31,0 2-2 0,0-3-1 0,0 1 0 0,0-3-4 0,3-1-1 16,0-1 0-16,3-1 0 0,0-5-24 0,0 2-5 0,0-4 0 15,3-1-512-15,0-5-101 0</inkml:trace>
  <inkml:trace contextRef="#ctx0" brushRef="#br0" timeOffset="140751.868">22714 15376 1918 0,'0'0'42'0,"0"0"9"0,0 0 1 0,0 0 3 0,0 0-44 0,0 0-11 15,0 0 0-15,0 0 0 0,0 0 62 0,0 0 10 0,6-3 3 0,3 3 0 16,3 0-15-16,0 0-2 0,5 0-1 0,4 0 0 16,3 0 2-16,0-2 0 0,3 2 0 0,0-3 0 15,2 0-24-15,-2 1-5 0,-3 2-1 0,3 0 0 16,-3-3-29-16,-1 3-21 0,1 0 3 0,3-3 1 15,-3 3 7-15,0 0 2 0,-1 0 0 0,1 0-772 32,3-2-155-32</inkml:trace>
  <inkml:trace contextRef="#ctx0" brushRef="#br0" timeOffset="142546.816">22803 13857 1422 0,'0'0'31'0,"0"0"6"0,0 0 2 0,-6 0 1 0,6 0-32 0,0 0-8 0,0 0 0 0,-6 0 0 16,6 0 69-16,0 0 12 0,0 0 3 0,0 0 0 15,0 0-16-15,0 0-2 0,-3-3-1 0,3 3 0 16,0 0-1-16,0 0 0 0,0 0 0 0,0 0 0 16,0 0-17-16,0 0-4 0,0 0-1 0,0 8 0 15,0 0-17-15,0 0-3 0,0 0-1 0,0 0 0 16,3 5-2-16,-3-2-1 0,0 2 0 0,3 3 0 15,0 3-18-15,0-1 10 0,0 1-10 0,0 2 8 16,0 0-8-16,0 0 0 0,0 0 0 0,-3 0 8 16,3 1-8-16,-3 1 0 0,0-1 0 0,3 1 0 15,-3-1 0-15,0 1 0 0,0 1 0 0,0 3 0 16,0-4 0-16,0 7 8 0,0-4-8 0,0 3 0 16,0-5 0-16,0 0 0 0,0-3 0 0,0 0 0 0,0 0 0 15,0-2 8-15,-3-3-8 0,3 0 0 0,-3-1 0 0,3 1 0 16,0-2 0-16,-3-1 0 0,3-3 0 0,0 4 0 15,0-4 0-15,0 3 0 0,0-5 0 0,0 3 0 16,0-3 8-16,0 0-8 0,0 0 0 0,0-3 0 16,3 0 0-16,-3-5 0 15,0 0-24-15,0 0-3 0,3 6-1 0,-3-6 0 16,0 0-25-16,0 0-6 0,0 0-1 0,3-6 0 16,0 4-160-16,0-4-32 0</inkml:trace>
  <inkml:trace contextRef="#ctx0" brushRef="#br0" timeOffset="143248.936">22818 13828 1497 0,'0'0'32'0,"0"0"8"0,0 0 0 0,-3-5 4 0,0 2-36 0,3 3-8 0,0-5 0 0,0 5 0 15,-3-6 53-15,3 6 9 16,0 0 2-16,-6-2 0 0,6 2 0 0,-6-3 0 0,3 3 0 0,-3 0 0 16,0 0-52-16,-3 3-12 0,4 2 0 0,-4-2 0 15,0 5 0-15,0 0 0 0,0 0 0 0,0 2 0 16,-3 1 0-16,3 2 0 0,0 0 0 0,0 0 0 15,0 3 34-15,0 0 4 0,0-3 1 16,3 3 0 0,-3-2-63-16,7-1-12 0,-4 0-2 0,0-2-1 0,0-1 39 15,3-2 0-15,0 0 0 0,0 0 0 0,3-3 0 0,0-5 0 0,0 0 0 0,0 0 0 16,0 0-18-16,0 0 4 0,0 0 1 0,0 0 0 16,3-5-4-16,0-3-1 0,3-3 0 0,0 1 0 31,0-6-12-31,2 3-2 0,1-3-1 0,0-3 0 0,3 3 33 0,0-2 0 0,0 2 0 0,3 0 0 15,-3 0 30-15,3 0 13 0,-3 3 2 0,0-3 1 16,-1 6-8-16,4-1-2 0,-3 1 0 0,0-1 0 16,-3 6-4-16,3-3 0 0,-3 2-1 0,-3 4 0 15,0-1-5-15,0 1-1 0,0-1 0 0,-6 3 0 16,6 0 3-16,-6 0 1 0,3 5 0 0,3-2 0 0,-3 2-9 0,3 0-1 16,-1 3-1-16,-2 3 0 0,3 0-18 15,0-1 0-15,3 1 0 0,-3 2 0 0,0 0 8 0,0 0-8 16,3 1 0-16,-3-1 0 0,0 3 0 0,0-3 0 15,0 3 0-15,0 0-9 16,0 0-37 0,0-3-7-16,0 0-2 0,-3 3-619 0,3-3-124 0</inkml:trace>
  <inkml:trace contextRef="#ctx0" brushRef="#br0" timeOffset="143847.228">22672 14619 1497 0,'0'0'32'0,"0"0"8"0,0 0 0 15,0 0 4-15,0 0-36 0,0 0-8 0,-6 0 0 0,6 0 0 16,-6-3 104-16,6 3 20 0,0 0 3 0,0 0 1 0,0 0-56 0,0 0-10 16,0 0-2-16,0 0-1 0,0 0-12 0,0 0-3 15,0 0 0-15,0 0 0 0,0 0-15 0,0 0-3 16,0 0-1-16,0 0 0 0,0 0-25 0,3 6 0 0,-3-1 0 16,3 3 0-16,0 0 0 0,0-3 0 0,0 3 0 15,0 3 0-15,0-3 22 0,3 2-1 0,-3 1 0 0,0-1 0 16,0 4-33-16,3-4-8 15,0 1 0-15,-3 2-1 0,3-2 21 0,-3-1 0 0,0 1 0 16,3-1 0-16,-3-2 0 0,3 0 0 16,-3-2 0-16,3 2 0 0,-3-6 12 0,3 1 8 15,0-1 0-15,-3 1 1 0,2-3-21 0,1 0 8 0,3-3-8 0,-3 1 0 16,3-3 0-16,0-1 0 0,3-2 0 0,-3 0 0 16,3 0 0-16,0-2 9 0,0-1-9 0,0 1 0 15,0-4 8-15,2 4-8 0,1-3 0 0,0-1 0 16,-3-1 0-16,3-1 0 0,-3-3 0 0,3 3-748 15,-3-2-144-15</inkml:trace>
  <inkml:trace contextRef="#ctx0" brushRef="#br0" timeOffset="169620.848">13742 12391 1482 0,'-11'-2'42'0,"5"-1"9"0,-3 3-41 0,0-3-10 0,3 1 0 0,-3 2 0 16,0-3 16-16,3 0 2 0,-3 1 0 0,3-1 0 15,-3 0 11-15,0 1 3 0,0 2 0 0,-3-3 0 16,3 0-10-16,-2 3-2 0,-1 0 0 0,-3 0 0 15,0 6-5-15,0-1-2 0,-6 3 0 16,0 3 0-16,0 2-13 0,-2 3 0 0,-4 5 0 0,0 3 0 16,-3 2 19-16,1 6 1 0,-7 2 0 0,0 9 0 15,0-1-20-15,4 3 0 0,-4 5 0 0,3 3 0 16,3-3-17-16,4 3-1 0,2-2 0 0,6 4 0 16,3-2 18-16,3 0 0 0,9 0 0 0,0 0 0 15,6-6 0-15,6-2 0 0,3 0 0 0,3-2 0 16,3-1-10-16,6-2 10 0,2 2-8 0,7 0 8 0,-3-5 0 15,6 1 0-15,-1 1 0 0,1 4 8 16,0-6-8-16,-3 0 0 0,2 0 0 0,4 8 0 0,-6-3 32 16,-4 3 3-16,4-5 0 0,-6 5 0 15,0-3-5-15,-6 0-1 0,-1-2 0 0,-5 5 0 0,-3 0-17 0,-6-3-3 16,-6 3-1-16,-6 6 0 0,-3-4 9 16,-6-2 2-16,-8 5 0 0,-7 3 0 0,0 0-9 0,-6 0-2 15,-2 0 0-15,-7 5 0 0,0-7-8 0,-2-1 0 16,-7-5 9-16,1 5-9 0,-1-7 0 0,6-1 0 15,1-2 0-15,2-1 8 0,3-7-8 0,4 0 0 16,5-3 0-16,0-3 0 0,3-5 0 0,7-5 9 16,5 0-9-16,-3-3 0 0,9 1 14 0,0-6-4 15,3 0-1-15,3-1 0 0,0-1-1 0,6-4-8 16,-3 4 12-16,6 2-4 0,-3-3 1 0,3 3 0 0,3 0 0 16,0 0 0-16,3 0 8 0,0 2 2 0,3 1 0 0,0-1 0 15,3 4-5-15,0-1-1 0,2 3 0 0,4 0 0 16,-3 2-4-16,0 1-1 0,3 2 0 0,-3 5 0 15,3-2 10-15,-1 3 2 0,1-1 0 0,0 3 0 16,-3-2-30-16,3 2-6 0,-3 2 0 0,-1 4-1 16,-2-1 17-16,0 9 9 0,0-1-1 0,-3 6 0 15,-3-3 2-15,0 0 0 0,0 2 0 0,-3 6 0 16,-3 0 1-16,0 5 0 0,-3 0 0 0,-3 6 0 16,3-3 4-16,-6 0 1 0,3 5 0 0,-6 3 0 15,3-1 2-15,0-1 1 0,0-4 0 0,-3 6 0 0,3-6-8 16,0 4-2-16,0-4 0 0,3 3 0 15,0-10-9-15,3-3 0 0,0-3 0 0,6 0 0 16,0-7-75-16,6-4-17 16,3-2-3-16,3-8-973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2:32:02.55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21145 3027 1515 0,'0'0'33'0,"0"0"7"0,0 0 2 0,0 0 1 0,0 0-35 0,0 0-8 0,0-5 0 0,0-1 0 16,0 6 102-16,-3-2 18 0,3 2 4 0,-6-8 1 16,3 8-35-16,-3-8-7 0,0 5-2 0,1 1 0 15,-1-1-21-15,0 3-5 0,-3-3-1 0,3 3 0 16,-3 0-10-16,-3 0-3 0,0 0 0 0,0 0 0 16,0 3-9-16,0 0-3 0,-6-1 0 0,1 1 0 15,-1 0-17-15,-3 2-3 0,-3-5-1 0,-3 8 0 16,0-6-8-16,-2 4 0 0,-7-4-12 0,0 4 12 15,1-1 0-15,2 3 0 0,0-5 0 16,-3 2 0-16,4-3 0 0,-4 4 0 0,3-4 9 0,-3 9-9 16,1-8 0-16,2 2 0 0,0-2 0 0,0 2 0 15,4-2 0-15,2 2 0 0,3-3 0 0,0 4-8 16,3-1 8-16,4-2 0 0,-1 2-9 0,3-5 9 16,0 3-12-16,3-3 1 0,0 5 1 0,0-2 0 15,3-3-15-15,3 2-3 0,0-2-1 16,0 3 0-16,6-3-31 0,0 0-7 0,0 0-1 0,0 0 0 15,0 0-136-15,0 0-27 0,0 0-5 0</inkml:trace>
  <inkml:trace contextRef="#ctx0" brushRef="#br0" timeOffset="556.908">20496 2919 1404 0,'0'0'31'0,"0"0"6"0,0 0 2 0,0 0 0 0,-3-6-31 0,3 6-8 0,-3-2 0 0,0-6 0 16,0 2 101-16,3 6 19 0,-3-2 4 0,3 2 1 16,-2-6-33-16,2 6-6 0,0 0-2 0,0 0 0 15,-6-2-18-15,6 2-4 0,0 0-1 0,0 0 0 16,-6 0-17-16,0-3-3 0,0 3-1 0,0 3 0 16,0-3-15-16,0 2-3 0,-3 4-1 0,0-4 0 15,0 4-11-15,-3 2-2 0,0-6-8 0,0 6 12 16,-3 3-12-16,1-3 0 0,-1 0 8 0,0 2-8 15,0 1 0-15,-3-1 0 0,3 1 0 0,-3 5 0 16,3-8 0-16,4 2 0 0,-4 1 0 0,3 0 0 16,0-4 9-16,0 1-9 0,0 3 8 0,0-3-8 0,3 0 0 0,0-3 0 15,0 3 0-15,3 0 0 0,0 0 0 0,0 0 12 16,3-3-12-16,0 6 12 0,1-6-12 0,2 3 0 16,0 3 9-16,0-1-9 0,0-2 10 0,2 0-2 15,1-3-8-15,0 3 12 0,3 0-2 0,-3 0-1 16,3 0 0-16,0 0 0 0,3 0-1 0,-3 0-8 15,3 0 12-15,0-3-4 0,3 0 0 0,-3 3-8 16,3 0 12-16,-3-5-4 0,3 2 0 0,0-2-8 16,-1 2 12-16,4-2-4 0,0-1-8 0,0 4 0 0,0-4 9 15,3 1-9-15,-3 2-12 0,3-5-6 0,-1 3-2 0,1 2 0 32,0-5-188-32,3 3-39 0</inkml:trace>
  <inkml:trace contextRef="#ctx0" brushRef="#br0" timeOffset="4452.268">18895 3053 1724 0,'0'0'38'0,"0"0"8"0,-6 6 2 0,0-4 0 0,0 1-39 0,0 0-9 0,0 2 0 0,0-5 0 15,0 0 79-15,0 0 13 0,3 0 4 0,-3-5 0 16,6 5-41-16,-3-6-8 0,0 4-2 0,0-6 0 15,3 0-14-15,0 0-3 0,0-3-1 0,3 1 0 16,3 2-3-16,-3-5 0 0,6 5 0 0,-3-6 0 16,3 4 4-16,3-1 1 0,-3 1 0 0,6 2 0 15,-3-5-1-15,0 5 0 0,0-6 0 0,0 4 0 16,-1 4-8-16,4-1-3 0,-3-1 0 0,3 0 0 0,0 0-9 16,0 2-8-16,0-1 9 0,0 7-9 15,0-6 8-15,-4 4-8 0,1 2 0 0,3 0 0 0,-3 0 0 0,0 0 0 16,-6 2 0-16,3 4 0 0,-3-4 8 0,0 6-8 15,-3-3 0-15,0 9 9 16,-6-6-26-16,0 5-6 0,-3 3-1 0,-3 2 0 16,-3 1-20-16,0 2-5 15,0 3-1-15,-6 0 0 0,3-3 33 0,-2 2 6 0,2-1 2 0,-3-1 0 16,3 0-39-16,-6 0-7 16,3-2-1-16,-3-1-1 0,4 1 33 0,-4-1 8 0,0-7 0 0,0 5 1 0,3-3 15 15,0 0-12-15,3 0 12 0,4 3-12 0,-1-5 12 0,3-1 0 16,0 1 0-16,3 0 0 0,3-1-11 0,3-2 11 15,3 0-12-15,0 0 12 0,3 0-9 0,3-3 9 16,0 1 0-16,3 1-9 0,-1-7 9 0,4 3 0 16,0 2 10-16,0-5-10 0,3 3 21 0,0-3-1 0,-3 0-1 15,0 0 0-15,-1 0 0 0,-2 0 0 0,3-3 0 0,0 3 0 16,0-5-6-16,0 2-1 0,0 3 0 0,0-5 0 16,0 3-12-16,-1-4 0 0,1 4 0 0,0-1 0 31,-3-2-64-31,3 2-20 0,0 0-3 0</inkml:trace>
  <inkml:trace contextRef="#ctx0" brushRef="#br0" timeOffset="4754.782">19324 3191 1892 0,'-12'0'53'0,"12"0"13"0,0 0-53 0,-6 0-13 16,0 0 0-16,6 0 0 0,0 0 105 15,-6 0 19-15,6 0 3 0,-6 3 1 0,3-1-44 16,3-2-8-16,-3 6-1 0,0 4-1 0,0-7-30 0,3 5-5 16,-3-3-2-16,3 3 0 0,0 5-14 0,3-5-3 15,-3 3-1-15,0 2 0 0,3 0-9 0,-3 3-2 16,0 5 0-16,3 0 0 0,0-5-8 0,-3 6 0 16,3 1 0-16,0-1 0 0,-3-1 26 0,3 0 0 15,0-3 0-15,0-2 0 0,0 3-39 0,-3-3-8 0,3 0-2 16,-3-1 0-16,3 1 13 0,-3-5 10 15,0-1-13-15,3 1 5 16,-3 0-106-16,0-3-21 0,3-1-4 0,-3-7-953 16</inkml:trace>
  <inkml:trace contextRef="#ctx0" brushRef="#br0" timeOffset="5137.199">19496 3307 1720 0,'0'0'48'0,"0"0"12"0,0 0-48 0,0 0-12 0,-6 3 0 0,0 0 0 16,6-3 107-16,-3 10 18 0,-3-7 4 0,3 5 1 15,-3 0-39-15,3 2-8 0,1-2-2 0,-1 3 0 16,0 0-13-16,3 4-4 0,-3-4 0 0,0 2 0 0,3 1-51 0,0-1-13 16,-3 3 0-16,3-3 0 15,3 3 0-15,-3-8 0 0,3 5 0 0,0-3 0 0,3 4 0 16,-4-4 0-16,4-2 0 0,3 3 0 0,-3-3 0 0,3 0 0 15,3-3 0-15,0 0 0 16,3 1 0-16,0-1 0 0,0-5 0 0,3 0 0 0,-4 0 0 0,4 0 0 16,-3-5 0-16,3-1 0 0,-3 1 0 0,0 2 0 15,-3-5 0-15,0 6 0 0,0-6 51 0,-4-3 7 16,1 3 2-16,-3-2 0 0,0-6 6 0,0 3 2 16,-3-3 0-16,0-3 0 0,-3 1-55 0,3-1-13 15,-3 1 0-15,-3-1 0 0,3-2 0 0,-3 5 0 16,0-2 0-16,-3 4 0 0,0 1 0 0,-3 2 0 15,0 1 0-15,-2 2 0 0,-4 5 19 0,3-7 1 0,-6 4 0 0,0 6 0 32,0-2-102-32,-3 4-20 0,1 1-4 0,-4 0-1202 0</inkml:trace>
  <inkml:trace contextRef="#ctx0" brushRef="#br0" timeOffset="9540.462">21101 10023 1354 0,'0'0'38'0,"0"0"10"0,0 0-39 0,0 0-9 0,0 0 0 0,0 0 0 16,0 0 124-16,0 0 22 0,0 0 5 0,0 0 1 15,0 0-38-15,-3-5-7 16,3 5-2-16,-3-6 0 0,3 6-37 0,-6-2-7 0,0-1-1 0,0 1-1 15,0-1-20-15,0 0-4 0,-3 3-1 0,3-2 0 16,-3 2-10-16,0 0-3 0,0-3 0 0,-3 3 0 16,0 0-6-16,-2 3-2 0,-4-3 0 0,-6 0 0 15,0 2-5-15,-6-2-8 0,-5 3 11 16,-4-3-11-16,0 3 16 0,0-3-3 0,1 0-1 0,-7 0 0 16,0 2-3-16,-2 1-1 0,-4-1 0 0,-5 1 0 15,8 0 16-15,0-1 2 0,4-2 1 0,-4 3 0 16,4 0-27-16,-1-1 0 0,0 1 0 0,1 0 0 15,2-1 0-15,6 1 0 0,0 0 0 0,4-1 0 16,2-2 0-16,6 3 0 0,3-3 0 0,3 0 0 16,4 3 0-16,2-3 0 0,3 0 0 0,3 0 0 15,6 0-51-15,0 0-15 16,0 0-3-16,0 0-1 0,0 0-126 0,3-3-24 0,6-2-6 16</inkml:trace>
  <inkml:trace contextRef="#ctx0" brushRef="#br0" timeOffset="10144.986">20199 9798 1497 0,'0'0'32'0,"0"0"8"0,0 0 0 0,-3-5 4 0,3 5-36 0,0-5-8 0,0 5 0 0,0-6 0 16,0 6 104-16,-3-2 20 0,3 2 3 0,0 0 1 15,0 0 0-15,0 0 0 0,-3-6 0 0,3 6 0 16,0 0-52-16,0 0-9 0,0 0-3 0,-6 0 0 16,6 0-51-16,-6 0-13 0,0 6 0 0,-3-4 0 15,3 4 0-15,-3-1 0 0,-3 3 0 0,0 0 0 16,-3 2 0-16,3 1 0 0,-2-1 0 0,-4 4 0 16,0-1 0-16,0 0 0 0,0 3 0 0,0 0 0 15,0 0 0-15,-2 0 0 0,2-3 0 0,3 3 0 0,0-3 0 16,0-2 0-16,3 2 0 0,0-3 0 15,3 1 8-15,-3-3 0 0,4 3-8 0,2-1 12 16,-3-2-12-16,3 0-8 0,3 0 8 0,-3 2-13 16,3-2 13-16,0-2 0 0,0 2 0 0,3-3 0 0,-3 3 0 0,3-3 0 15,0 0 0-15,0 1 0 0,3-1 0 0,-3 0 0 16,6 1 0-16,-3-1 0 0,3 0 48 0,0-2 13 16,0 2 3-16,3-2 0 0,-1 2-52 0,4-2-12 15,0-1 0-15,0 1 0 0,3 2 0 0,0-2 0 0,0 0 0 16,3-1 0-16,0 4 0 0,2-4 0 0,-2 3 0 0,0 1 0 15,0-1 0-15,0 0 0 16,0-2 0-16,0 2 0 16,-4 3-48-16,4-2-13 0,-3-1-3 0,-3 0 0 15,3 0-102-15,-3 3-21 0,0-2-4 0,-3-1-1 0</inkml:trace>
  <inkml:trace contextRef="#ctx0" brushRef="#br0" timeOffset="12866.093">18392 9878 1074 0,'-15'10'30'0,"6"-5"8"0,-3 1-30 0,3-1-8 0,-3 3 0 0,0 0 0 16,1 0 104-16,-1 0 19 0,0 0 4 0,0 0 1 15,0-3-4-15,0 3-1 0,3-3 0 0,0 0 0 16,0 1-43-16,3-1-9 0,0 0-2 0,6-5 0 15,-6 3-4-15,6-3-1 0,0 0 0 0,0 0 0 16,0 0 0-16,0 0 0 0,0 0 0 0,0 0 0 16,0 0-51-16,0 0-13 0,0 0 0 0,3 3 0 15,6-1 0-15,0 1 0 0,3-3 0 0,6 0 0 16,0 0 32-16,3 0 4 0,2-3 1 0,1 3 0 0,6-2-8 0,0 2-1 16,-3-3-1-16,2 3 0 0,-2-3-27 0,0 3 0 15,-3 3 0-15,0-3 0 0,-1 3 0 0,1-1 0 16,-3 1 0-16,0 2 0 0,0-2 0 0,-3 2 0 15,-1 3 0-15,-2 0 0 0,-3 0 0 16,-3 0 0-16,-3 2 0 0,0 1 0 0,-3 2 0 0,-3 3 0 16,-3 0 0-16,-6 5 0 0,3-5 0 0,-3 8 0 15,-3 2 0-15,-3 1 0 0,4 5 0 0,-4-1 0 0,0 4 0 16,0-1 0-16,3-2 8 0,0 0-8 0,0-3 0 16,0 0 8-16,3 0-8 0,0-3 0 0,-3-2 0 0,4 3 0 31,-1-4-40-31,0-1-1 0,0-1 0 0,3 0 0 15,0-3-99-15,0 1-20 0,0-3-4 0,0-3-886 0</inkml:trace>
  <inkml:trace contextRef="#ctx0" brushRef="#br0" timeOffset="13087.163">18386 10499 1958 0,'0'0'43'0,"0"0"9"0,0 0 1 0,3-5 3 16,0 0-45-16,0-1-11 0,3 4 0 0,0-3 0 16,3-1 53-16,0 4 9 0,0-1 2 0,2 0 0 15,1 1 16-15,3-1 4 0,3 0 1 0,-3 3 0 16,0-2-45-16,0-4-8 0,0 4-3 0,0-1 0 0,2 0-18 0,-2 1-11 16,6-3 12-16,-3 2-12 0,3-2 13 0,0 2-4 15,-1 0-1-15,1-2 0 16,0 2-152-16,0-2-32 0,0 2-5 0</inkml:trace>
  <inkml:trace contextRef="#ctx0" brushRef="#br0" timeOffset="13379.006">18925 10322 1854 0,'0'0'40'0,"0"0"9"0,0 0 2 0,0 0 1 0,0 0-41 0,0 0-11 0,0 0 0 0,0 0 0 15,0 0 102-15,-6 3 18 16,6-3 4-16,-6 5 1 0,3 0-41 0,0 3-9 0,0 0-2 0,0 3 0 16,3-1-26-16,-3 1-6 0,3-1-1 0,-3 6 0 15,3-2-11-15,-3 1-2 0,3-1-1 0,-3 4 0 16,0-2-6-16,0 0 0 0,0 2-1 0,0-2 0 16,0 3-11-16,0-3-8 0,0 0 9 0,-3 0-9 15,3 2 0-15,0-2 8 0,0 0-8 0,0 0 0 16,0 0 0-16,0-1 0 0,0-1 0 0,0-1 0 15,0 0-21 1,0-5-4-16,0 0-1 0,3 0 0 0,0-8-130 0,0 0-25 16,0 0-6-16,6-3-868 0</inkml:trace>
  <inkml:trace contextRef="#ctx0" brushRef="#br0" timeOffset="13769.427">19097 10465 1897 0,'0'0'41'0,"0"0"9"0,0 0 2 0,0 0 2 15,0 0-43-15,0 0-11 0,0 0 0 0,-6 0 0 16,6 0 118-16,-6 0 22 0,6 0 4 0,-8 3 0 0,2 2-64 0,0 3-12 16,0-3-4-16,3 6 0 0,-3-3-51 0,0 2-13 15,3 1 0-15,0-3 0 0,0 2 54 0,0 1 8 0,0-1 2 0,0 1 0 16,0 0-52-16,3-1-12 0,-3 1 0 0,3-1 0 16,0 1 0-16,0 0 0 0,0 2 0 0,0-3 0 15,0 1 0-15,3 0 0 0,3-4 0 16,-3 1 0-16,3 0 0 0,0-2 0 0,0-1 0 0,3 0 0 31,3-2-48-31,-4-3-13 0,4 0-3 0,0-3 0 0,3 1 52 0,0-4 12 16,0 1 0-16,0-3 0 0,0 0 15 0,0 0 5 15,-1-2 2-15,1 2 0 0,0-3-14 0,-3 0-8 0,0 4 8 0,-3-4-8 16,0 0 24-16,0 1 1 0,0-3 0 16,-3 2 0-16,0-2 11 0,-3-3 1 0,0 3 1 0,-3-3 0 15,0 3-5-15,0-3-1 0,-3 2 0 0,-3-1 0 16,3 1-12-16,-3 1-2 0,0 0-1 0,-3 2 0 15,0 1-9-15,0-1-8 0,-3 1 9 0,0 4-9 16,-3 1 0-16,-3 2 0 0,4 1 0 0,-7 4 0 16,3-2-62-16,-3 6-12 0,0 2-2 0,-6 2-1251 15</inkml:trace>
  <inkml:trace contextRef="#ctx0" brushRef="#br0" timeOffset="29828.055">21735 4091 1832 0,'0'0'40'0,"0"0"9"0,0 0 2 0,0 0 0 0,0 0-41 0,-3-3-10 16,3 3 0-16,-6-3 0 0,6 3 106 0,0 0 19 16,0 0 4-16,0 0 1 0,0 0-36 0,0 0-7 0,0 0-2 0,0 0 0 15,0 0-25-15,0 0-6 0,0 0-1 0,0 0 0 16,0 6-8-16,0 2-1 0,0 0-1 0,0 2 0 16,0 3-15-16,0 1-4 0,0 7 0 0,0-5 0 15,0 5-8-15,0 3-3 0,0-1 0 0,0 4 0 16,0 2-2-16,0-5-1 0,0 2 0 0,0-2 0 15,0 0-10-15,0 0 0 0,0-3 0 16,0 0 8-16,0 3-8 0,0-3 0 0,0 0 0 0,0 0 8 16,-3-2-8-16,3 2 0 0,0-2 9 0,-3-1-9 15,3-2 0-15,0-3 0 0,-3 0 0 0,3 1 8 16,0-6-23-16,0 2-4 0,0-4-1 0,0-1 0 31,3-3-91-31,-3-2-18 0,0 0-4 0,6 0-1 0,3 0-76 0,-3-2-15 16</inkml:trace>
  <inkml:trace contextRef="#ctx0" brushRef="#br0" timeOffset="30292.116">22607 4157 1958 0,'0'0'43'0,"0"0"9"0,0 0 1 0,0 0 3 0,0 0-45 0,0 0-11 0,0 0 0 0,0 0 0 15,0 0 96-15,0 0 18 16,0 0 3-16,0 0 1 0,0 0-37 0,0 0-7 0,0 0-2 0,0 0 0 16,0 0-23-16,0 8-5 0,0 2 0 0,0 1-1 15,0 5-8-15,-3 0-2 0,3 5 0 0,0-5 0 16,0 5-3-16,0 0-1 0,0 0 0 0,0 3 0 16,3-5-4-16,-3 2-1 0,0 0 0 0,0 0 0 15,3 0-12-15,-3-5-2 0,0 5-1 0,0-5 0 16,3 5-9-16,-3-5-11 0,0 5 3 0,3-7 0 15,-3 4 17-15,0-2 4 0,3-3 1 0,-3 3 0 16,3-5-14-16,-3 5 0 0,3-6 8 0,-3-2-8 16,0 3 0-16,0-3 0 0,0-6 8 0,0 4-8 15,0-6-20-15,0 0-6 0,0 0-2 16,0 0 0-16,0 0-148 16,0 0-31-16,0 0-5 0,0 0-940 0</inkml:trace>
  <inkml:trace contextRef="#ctx0" brushRef="#br0" timeOffset="31141.772">23524 4215 1810 0,'0'0'40'0,"0"0"8"0,-9 0 1 0,3-3 3 0,3 3-42 0,-3 0-10 16,0 0 0-16,0 0 0 0,0 0 90 0,0 3 16 0,-3-3 3 0,3 5 1 15,0 1-42-15,0-1-8 0,0 3-1 0,0 0-1 16,0 2-22-16,0 4-5 0,0-4-1 0,0 6 0 15,0 0-10-15,1-3-3 0,2 3 0 0,-3 3 0 16,0-1-4-16,3-2-1 0,-3 5 0 0,3-8 0 16,0 6-4-16,0-3 0 15,3 2-8-15,-3 1 12 0,3 2-4 0,3-2-8 0,0-1 11 0,0 1-11 16,3 2 12-16,-3-3-12 0,6 1 12 0,-3-3-12 16,2 0 9-16,1-1-9 0,0-1 0 0,3-4 9 15,0-2-9-15,3 0 12 0,0-3-12 0,3 1 12 16,0-6-12-16,0 0 0 0,2-6 0 0,1 1 8 15,0-3-8-15,0 0 10 0,0-2-10 0,-3-4 10 16,2 1 2-16,-2-3 0 0,0 0 0 0,-3 1 0 16,0-4 12-16,-3-2 2 0,0 2 1 0,0 1 0 15,-3-1-7-15,-1-5 0 0,-2 6-1 0,-3-3 0 16,0-3-3-16,0 3-1 0,-3-3 0 0,-3 0 0 0,3 3-3 16,-6-5-1-16,0 2 0 0,-2 3 0 0,-1-1-3 0,-3 4-8 15,-3-1 12-15,0 1-4 0,0 2-8 0,-6 3 0 16,3 5 0-16,-5-5 8 0,-1 5-8 0,0 2-12 15,0 4 2-15,0 2 1 16,0 0-20-16,4 0-4 16,2 0-1-16,-3 5 0 0,6 0-62 0,0 3-13 0,0 3-3 0,3-3-690 15,3 0-138-15</inkml:trace>
  <inkml:trace contextRef="#ctx0" brushRef="#br0" timeOffset="31644.235">24670 4035 2181 0,'0'0'48'0,"0"0"9"0,0 0 3 0,0 0 2 15,0 0-50-15,0 0-12 0,-3-2 0 0,3 2 0 0,0 0 97 0,0 0 17 16,0 0 3-16,-6-6 1 0,6 6-52 0,0 0-10 15,0 0-3-15,0 0 0 0,-3 6-22 0,3-1-5 16,-3 3-1-16,0 2 0 0,3 4-2 0,-3-4-1 16,3 9 0-16,-3 2 0 0,0 3-1 0,0 5 0 15,0 0 0-15,3 3 0 0,-3-1-6 0,3 1-2 16,-3 2 0-16,0-2 0 0,3-5-5 0,-3 2-8 16,3-3 11-16,-3 1-11 0,0-3 0 0,3 2 0 0,-3 3 0 15,3-5 0-15,-3 0 0 0,3 0 0 0,-3-3 0 0,0 0 0 16,0 0 0-16,0-5 0 15,3 0 0-15,-3 0 0 0,0-6 0 0,0 1 0 16,3-1 0-16,-3 1 0 16,3-3-96-16,0-3-25 0,0 1-6 0,0-1-1 15,0-5-71-15,0 0-14 0,0 0-3 0,0 0-1 0</inkml:trace>
  <inkml:trace contextRef="#ctx0" brushRef="#br0" timeOffset="32369.782">21291 4485 1771 0,'0'0'39'0,"0"0"8"0,0 0 1 0,0 0 2 0,0 0-40 0,-3-3-10 0,3-2 0 0,0 5 0 0,-6-5 104 0,3-1 20 15,-3 4 3-15,-3-3 1 0,3 2-50 0,-6 0-10 16,4 3-1-16,-7-5-1 15,0 2-26-15,-3 3-6 0,-3-5-1 0,-3 2 0 0,0 3-17 0,1 0-3 16,-1 0-1-16,-3 0 0 0,-3 0-12 0,1 0 9 16,-1 0-9-16,-3 3 8 0,0-3-8 0,1 5 0 15,-4-5 0-15,0 0 0 0,3 3 0 0,1 2 0 16,5-5 8-16,-3 6-8 0,6-4 0 0,0 1 0 16,4-3 0-16,-4 2 0 0,6 1 0 0,3-3 0 15,0 3 0-15,3-3 0 0,3 0-11 0,0 2-1 0,3-2 0 16,0 0 0-1,6 0-31-15,0 0-6 0,0 0-2 0,0 0 0 16,0 0-116-16,0 0-23 0,0 0-5 0</inkml:trace>
  <inkml:trace contextRef="#ctx0" brushRef="#br0" timeOffset="32771.608">20645 4223 1489 0,'0'0'42'0,"0"0"10"0,0 0-42 0,0 0-10 0,0 0 0 0,0 0 0 16,-3-5 107-16,3-1 19 0,0 6 4 0,-3-2 1 0,3 2-31 0,-6-6-7 15,6 6-1-15,0 0 0 0,-6 0-40 0,0 6-9 16,-3-6-2-16,3 2 0 0,1 1-24 0,-4 2-5 15,0 1 0-15,0 2-1 0,3 0-11 0,-3-1 8 16,0 1-8-16,-3 3 8 0,3 0-8 16,0-1 0-16,0 6 0 0,0-8 0 0,3 3 0 0,-3-1 0 15,1 1 0-15,2-1 0 0,3 1 0 0,-3 2 0 16,3-5 0-16,3 0 0 0,0 3 8 16,0-1-8-16,0-5 0 0,3 3 8 0,0-2 3 15,3 4 0-15,-3-2 0 0,5-5 0 0,-2 5 1 0,3-3 1 16,-3 0 0-16,3 3 0 0,0-5-5 0,0 2-8 15,3 1 11-15,0-1-11 0,-3 0 8 0,3-2-8 16,0-1 0-16,0 6 0 0,-4-8-13 0,4 3-7 0,0 2 0 0,-3-5-1 31,3 3-160-31,0 0-32 0</inkml:trace>
  <inkml:trace contextRef="#ctx0" brushRef="#br0" timeOffset="33536.992">18454 4527 1504 0,'0'0'43'0,"0"0"9"0,0 0-42 0,0 0-10 16,0 0 0-16,0 0 0 0,-6 0 111 0,6 0 20 15,0 0 4-15,0 0 1 0,0 0-32 0,0 0-7 16,0 0-1-16,0 0 0 0,0 0-28 0,0 0-7 16,0 0-1-16,0 0 0 0,6 3-9 0,0 0-3 15,3-1 0-15,3 1 0 0,0 0-8 0,0-1-1 16,0 1-1-16,3-1 0 0,-3 1-15 0,3-3-3 15,-1 0-1-15,1 0 0 0,3 0-11 0,0 0-8 16,-3 5 12-16,3-5-12 0,0 0 8 0,0 0-8 16,-4 3 0-16,1-3 0 15,0 3-63-15,0-1-16 0,-3 1-3 0,0-3-729 0,3 3-145 0</inkml:trace>
  <inkml:trace contextRef="#ctx0" brushRef="#br0" timeOffset="34078.675">19121 4416 1987 0,'0'0'44'15,"0"0"8"-15,-6 0 3 0,0-5 1 0,0 5-45 0,0-3-11 0,3 1 0 0,-3-4 0 16,3 4 87-16,-3-4 15 0,4 4 3 0,-1-1 1 15,-3-5-46-15,6 3-10 0,-3-3-2 0,3 3 0 0,3-3-20 0,-3 5-5 16,3-5-1-16,0-3 0 0,2 6-4 0,1-3-1 16,0 3 0-16,3-3 0 0,0 0-2 0,0 0-1 15,3 3 0-15,0 0 0 0,3-3-2 0,-3 2-1 16,3 1 0-16,0 2 0 0,2-2-11 0,-2 2 8 16,0 1-8-16,-3 2 8 0,3 0-8 0,-3 0 0 15,0 0 0-15,0 2 8 0,0 1-8 0,0 0 0 16,-4 2 0-16,1 0 0 0,-3 6 0 0,0-6 0 15,0 3 0-15,-3 3 0 0,-3 2-16 0,3-2-6 16,-3 2-1-16,-3 3 0 16,0 0-9-16,-3 2-3 0,0-5 0 0,-3 6 0 0,0-6 8 0,-2 3 2 15,-1-3 0-15,-3 0 0 0,3 3 11 0,0-5 2 0,-3 2 1 0,0 0 0 16,0 1 11-16,3 1 0 0,-2-1 0 0,-1-1 0 16,3 0 0-16,0 3 0 0,3-3 0 0,0-2 0 15,0 2 0-15,6 0 0 0,-3-2-9 0,3-1 9 16,3-2 0-16,0 0-9 0,3 3 9 0,0-6 0 15,3 3 0-15,0-3 0 0,3 1 0 0,0-1 0 16,3-2 0-16,0-1 0 0,0 1 12 0,2 2-3 16,1-5-9-16,-3 3 0 0,3 0 9 0,-3 2-9 15,3-5 9-15,0 2-9 0,0-2 12 0,0 0-12 16,-4 6 13-16,1-6-4 0,0 0-1 0,0 0 0 16,0 0 22-16,-3 0 4 0,0-6 1 0,0 6 0 15,3-2-131-15,-3 2-27 0,3-5-5 16,-6 2-920-16</inkml:trace>
  <inkml:trace contextRef="#ctx0" brushRef="#br0" timeOffset="34369.799">19550 4506 1908 0,'0'0'42'0,"0"0"9"0,-3-5 1 0,3 5 1 0,-3-3-42 0,3 3-11 16,-6-5 0-16,6 5 0 0,0 0 111 0,0 0 20 15,0 0 4-15,0 0 1 0,0 0-46 0,0 0-9 0,0 0-1 0,0 0-1 16,0 0-30-16,0 0-5 0,0 0-2 0,0 0 0 16,0 8-14-16,0 2-2 0,0 1-1 0,0 0 0 15,0 4-9-15,0 4-3 0,0-3 0 0,0 5 0 16,0 0-13-16,3 3 9 0,-3-3-9 0,0 0 8 31,0 1-29-31,3-1-7 0,-3-8 0 0,3 5-1 0,-3-2 29 0,3-5 0 16,-3 2 0-16,3 0 0 15,-3-5-57-15,3 3-6 0,0-3-1 0,0 0 0 16,0-3-173-16,3-5-35 0</inkml:trace>
  <inkml:trace contextRef="#ctx0" brushRef="#br0" timeOffset="34739.691">19797 4572 1958 0,'0'0'43'0,"-3"-2"9"0,0-4 1 0,0 1 3 0,0 2-45 0,-3-5-11 0,3 3 0 0,-3 3 0 15,0 2 82-15,0 0 14 0,0 0 4 0,0 5 0 16,-3-3-21-16,3 6-4 0,0-2-1 0,0 4 0 0,1 1-23 0,-1 2-5 16,0 0-1-16,0 3 0 0,3 0-17 0,0 3-3 15,0-4-1-15,0 1 0 0,3 0-13 0,0 0-3 16,3 0-8-16,0 0 12 0,0 0-4 0,3-6-8 16,3 4 11-16,-3-4-11 0,2 1 0 0,4-1 0 15,0 1 0-15,0-8-12 0,0 2 12 0,0 0 0 16,0-5 12-16,0 3-12 0,3-6 0 15,-3 3 0-15,-1-3 0 0,4-2 0 0,0 3 0 16,-3-1 0-16,0-5 0 0,0 3 0 0,-3-1 0 0,0-2 0 16,-3-2 0-16,0 2 0 0,-3-3 0 0,0 1 0 15,0-3 0-15,-6-3 0 0,3 0 58 0,-6-3 5 0,0 1 1 16,0-1 0-16,-3 1-52 0,0-1-12 0,-3 3 0 0,0 0 0 31,-3 3-48-31,0 3-13 0,1-1-3 0,-1 3 0 16,0 5 0-16,-3-5 0 0,3 3 0 0,-3 3 0 15,0-1-165-15,3 0-34 0</inkml:trace>
  <inkml:trace contextRef="#ctx0" brushRef="#br0" timeOffset="35420.741">20473 4466 1512 0,'0'0'43'0,"0"0"9"0,0 0-42 0,0 0-10 0,3 0 0 0,2 0 0 15,-2-2 129-15,3 2 24 0,-3 0 5 0,3 0 1 16,0 0-47-16,0 2-8 0,0-2-3 0,0 3 0 16,3-3-33-16,-3 3-6 0,0-1-2 0,0 6 0 0,0-8-14 0,0 8-3 15,0-5-1-15,0 5 0 0,0-3-8 0,-3 3-2 16,6 0 0-16,-3 0 0 0,0 3-11 0,-1-4-2 16,4 4-1-16,-3 0 0 0,3-1-7 0,0 3-2 15,0-2 0-15,0 0 0 16,0 4-9-16,0-7 0 0,0 3 9 0,0 0-9 0,0-3 0 15,0-1 0-15,0-1 0 0,-3 2 8 16,-1 0-8-16,1-6 0 0,0 4 8 0,0-4-8 0,-3 1 0 0,-3-3 0 16,0 0 0-16,0 0 0 15,0 0-95-15,0 0-13 0,6 0-4 0,-6 0 0 16,3-3-128-16,-3 3-27 0,12 3-5 0,-12-3-604 0</inkml:trace>
  <inkml:trace contextRef="#ctx0" brushRef="#br0" timeOffset="38025.666">21616 11447 1724 0,'0'0'38'0,"0"0"8"0,0 0 50 0,0 0-87 0,0 0-9 0,0 0 0 0,0 0 0 15,0 0 105-15,0 0 19 0,0 0 4 0,0 0 1 16,0 0-52-16,0 0-10 0,0 0-3 0,0 0 0 16,3-3 0-16,-3 3 0 0,0 0 0 0,0 0 0 15,5 3 0-15,-5-3 0 0,0 0 0 0,6 5 0 16,-3 0-51-16,3 3-13 0,-3 3 0 0,-3 2 0 15,3 3 48-15,-3 2 8 0,0 3 0 0,3 1 1 16,-3 1-40-16,0 1-8 0,0 0-1 0,0-3-8 16,0 3 0-16,0-3 0 0,0 3 0 0,3 0 0 15,-3-6 9-15,0 6-9 0,0-3 0 0,0 1 9 16,0-1-9-16,3 3 0 0,-3-3 0 0,0 0 0 16,0 0 0-16,-3 0 0 0,3-2 0 0,3-1 0 15,-3-2 0-15,0-3 0 0,0 1 0 0,0-1 0 16,0-3 0-16,0 1 0 0,0-3 0 0,3 0 0 15,-3-3 0-15,0 3 0 0,0-3 0 0,3 1 0 16,-3-6-28-16,0 0 3 0,0 5 0 0,0-5 0 16,3 5-32-16,-3-5-7 0,0 0 0 0,0 0-1 15,3 0-136-15,3 3-27 0</inkml:trace>
  <inkml:trace contextRef="#ctx0" brushRef="#br0" timeOffset="38768.178">22625 11642 1778 0,'0'0'39'0,"0"0"8"0,0 0 1 0,-6-2 3 0,3-1-41 16,-3 0-10-16,6 3 0 0,-6-2 0 0,0-1 101 0,0 3 19 16,0-2 3-16,0 2 1 0,0 0-32 0,0 2-5 15,0-2-2-15,-3 3 0 0,3-1-25 0,-3 1-6 16,3 0-1-16,0 2 0 0,-3 0-19 0,4 3-4 15,-1 0-1-15,-3 3 0 0,0-1-14 0,0 4-3 16,3-1-1-16,-3 3 0 0,3 0-11 0,0-1 0 0,0 4 0 16,0 0 0-16,3-1 0 0,0 1 0 0,0 2 0 15,3 0 0-15,3 0 0 0,0-2 0 0,3 2-8 0,0 0 8 16,3-3 0-16,0-2 0 0,0 0 0 0,6-3 0 16,0-2-8-16,-1 0 8 0,4-1 0 0,0-5 0 15,-3 1 0-15,3-1 0 0,3-2 0 0,-3-3 0 16,2 0 0-16,1-3 0 0,0 0 0 0,6-2 0 15,-3-3 0-15,0 0 13 0,-1-2-3 0,1-1-1 16,-6-2-9-16,3 0 0 0,-3-1-10 0,0 1 10 16,-4-3 0-16,1 3 0 0,0-3 13 0,-3-2-4 15,0 2 13-15,-3 0 2 0,-3 0 1 0,0-3 0 16,-3 4-1-16,0-4 0 0,0 1 0 0,-3-1 0 16,3 3-6-16,-6-2-2 0,0 2 0 0,-3 0 0 15,0 3-5-15,-3-3-2 0,0 3 0 0,-3-3 0 16,0 2-9-16,-6 4 12 0,1-1-12 0,-1 1 12 15,-6-1-12-15,0 3 0 0,0 3 0 0,-3 0 0 16,4-1 0-16,-1 4-14 0,-3-1 2 0,3 3 0 16,3 0-28-16,-2 3-6 0,2-1-1 0,-3 1 0 15,3 2-105-15,-3 1-20 0,6 1-5 0</inkml:trace>
  <inkml:trace contextRef="#ctx0" brushRef="#br0" timeOffset="39544.525">23625 11560 1497 0,'0'0'32'0,"0"0"8"16,0 0 0-16,-6 0 4 0,6 0-36 0,-6 0-8 0,0 0 0 0,0 0 0 0,6 0 139 0,-6 3 25 15,-3 0 6-15,3-1 1 0,0-2-69 0,0 6-14 16,-3-4-2-16,3 4-1 0,-3-1-17 0,3 0-3 15,1 3-1-15,-1 0 0 0,0 0-51 0,0 0-13 0,0 2 0 0,0 1 0 16,3 2 54-16,-3-2 8 0,3 2 2 0,0 0 0 16,0 1-52-16,3-1-12 0,-3 3 0 0,3 0 0 15,0-3 0-15,0 0 0 0,3 0 0 16,0 0 0-16,0 1 0 0,0 2 0 0,3-3 0 0,0 0 0 31,3 3-48-31,0-3-13 0,0 0-3 0,2-2 0 0,1 2 52 0,3-5 12 0,0 3 0 16,3-3 0-16,0-3 0 0,0 0 0 0,0-2 0 0,2-3 0 15,1 2 0-15,-3-4 0 0,3-1 0 0,0 1 0 16,-3-1 0-16,-4-2 0 0,1-3 0 0,0 0 0 16,-3 0 0-16,3-3 0 0,-3 1 0 0,0 2 0 15,-3-3 44-15,3-2 12 0,-3 2 3 0,0-2 0 16,-1 2-16-16,-2-2-3 0,0 0-1 0,0 0 0 16,-3 0-4-16,0-1-1 0,0-2 0 0,-3 3 0 15,0-3-10-15,-3 0-3 0,3 1 0 0,-6-1 0 16,3 0-8-16,-6-3-1 0,3 3-1 0,-2 1 0 15,-4-4-11-15,3 3 10 0,-3 3-10 0,-3 0 10 16,3-1-10-16,-3 4 0 0,-3-1 0 0,-3 1 0 0,1 2 0 16,-1 0 0-16,-3 3 0 0,0 2 0 15,0-2-37-15,0 5-3 0,-2 0-1 0,2 2 0 16,0 1-72-16,3 5-15 0,0-3-2 0,4 6-710 16,-1-1-143-16</inkml:trace>
  <inkml:trace contextRef="#ctx0" brushRef="#br0" timeOffset="40245.746">24613 11515 1728 0,'0'0'49'0,"0"0"11"0,0 0-48 0,0 0-12 16,0 0 0-16,0 0 0 0,0 0 125 15,0 0 23-15,-3-5 5 0,3 5 1 0,-6-3-47 0,6 3-10 16,-6 0-1-16,0 3-1 0,0 0-39 0,-3-1-8 16,0 6-2-16,0 0 0 0,1 3-27 0,-1 2-6 15,0 0-1-15,-3 3 0 0,3 0-12 0,-3 3 8 16,3-4-8-16,-3 4 0 0,3-3 0 0,0 2 0 15,3-2 0-15,0 3 0 0,0-3 0 0,3 0 0 16,0-1 0-16,0-1 0 0,3 2 0 0,3-3 0 16,0 3 0-16,0-3 0 0,3 0-9 0,0 3 9 0,3-5 0 0,0 2-9 15,0 0 9-15,3-2-13 0,0-1 5 16,3 1 8-16,0-6-12 0,2 3 12 0,-2-5-12 0,3 2 12 16,-3-5-8-16,3 3 8 0,0-6 0 15,0 3 0-15,0-5-17 0,-1-1 1 0,1 1 0 0,3-3 0 16,-3 0 28-16,0-2 7 0,0-1 1 15,0 3 0-15,-4-5-3 0,1 2 0 0,-3 1 0 0,0-4 0 16,0 1 12-16,-3 0 3 0,-3-3 0 16,3 3 0-16,-6-6 1 0,0 3 1 0,0 1 0 0,-3-1 0 15,0 0-4-15,-3-3-1 0,-3 3 0 0,0-2 0 16,-3-1-12-16,0 1-2 0,-3-1-1 0,-3 3 0 16,0-2-14-16,0 2 11 0,-2 0-11 0,-4 3 10 15,0 2-10-15,3 3 0 0,-6-2 0 0,3 5 0 16,1-1-32-16,-4 4-3 0,0-4 0 0,-3 4 0 15,3-1-77-15,-2 3-16 0,2 0-4 0,-6 3-695 16,6-1-139-16</inkml:trace>
  <inkml:trace contextRef="#ctx0" brushRef="#br0" timeOffset="41190.449">21252 11928 1954 0,'0'0'43'0,"0"0"9"0,0 0 1 0,0 0 3 0,0 0-45 0,0 0-11 0,-3-5 0 0,3 5 0 15,-3-5 89-15,-2 2 16 0,2-2 3 0,0 2 1 16,-3-2-29-16,3 2-7 0,-3-2-1 0,0 2 0 16,0-2-19-16,0 2-4 0,0-2-1 0,-3 2 0 15,3 1-11-15,-3-1-2 0,-3 0-1 0,3 1 0 16,-3-1-13-16,-3 3-2 0,4-3-1 0,-4 1 0 15,0 2-7-15,-3 0-2 0,3 0 0 0,-3 0 0 16,3 0-9-16,-9 0 0 0,1-3 9 0,-7-2-9 16,-3-1 0-16,-3 4 9 0,1-3-9 0,-7 2 0 0,3 3 10 15,1 0-10-15,2-3 8 0,-6 3-8 0,4-2 0 16,-4-1 0-16,3 3 0 0,-2-3 0 16,5 1-29-16,0 2-11 15,3-3-3-15,1 3 0 0,5 0 86 0,3 0 17 0,0 0 3 0,3-3 1 0,6 3-64 0,-2 0-28 16,5-2 3-16,-3 2 0 0,3 0 25 15,0 0 0-15,3-3 0 0,0 3-8 16,0-3 8-16,3 3-8 0,0 0 8 0,6 0-8 0,0 0 8 0,-6-2-10 16,0 2 10-16,6 0-10 0,-6 0-9 0,3-3-1 15,3 3-1-15,-6 0 0 16,6 0-17-16,-5-2-3 0,-1 2-1 0,3 0 0 16,3 0-34-16,-6-3-6 0,6 3-2 0,-6-3 0 15,6 3-159-15,0 0-32 0</inkml:trace>
  <inkml:trace contextRef="#ctx0" brushRef="#br0" timeOffset="41763.583">20348 11582 1728 0,'0'0'38'0,"0"0"8"0,0 0 2 0,-3-6 0 0,6 4-39 0,-3-4-9 15,0 4 0-15,0 2 0 0,3-6 95 0,-3 6 17 16,0-2 3-16,0 2 1 0,0 0-32 0,0 0-7 16,0 0-1-16,-6-3 0 0,3 0-9 0,3 3-3 15,-6 0 0-15,-3 3 0 0,3 0-51 0,-3-1-13 0,0 4 0 16,-3 2 0-16,3 0 26 0,-6-1 2 0,6 4 1 0,-3 0 0 16,0-1-29-16,1 3 0 0,-1 1 0 0,0-4 0 15,-3 6 0 1,3-3 0-16,-6 1-8 0,3 1 8 0,0-1 0 0,0-1 0 0,3 0 0 15,1 0 0-15,-1-2 0 0,3 0 0 16,0 2 0-16,0-3 0 0,3 1 0 0,0-3-8 0,3 0 8 16,0 2 0-16,0-2 0 0,3 0-8 0,0 0 8 0,0 0 0 15,3 0-8-15,0 0 8 0,0 0 0 0,3 0 0 16,-3 0 0-16,3 0 0 0,3 2 0 0,0-2 0 16,0 3 0-16,0-3 0 0,0 0 0 0,2 2 0 15,1 1 0-15,0-3 0 0,0 0 0 0,0 2 0 16,-3-2 0-16,3 0 0 0,0 0 0 0,0 0 0 15,0 0 0-15,0 0 0 0,2-3 0 0,-2 3 0 16,3 0-28-16,0-2 0 16,-3-1 1-16,3 0 0 0,0 3-140 0,-3-3-28 0,0 1-5 15</inkml:trace>
  <inkml:trace contextRef="#ctx0" brushRef="#br0" timeOffset="42696.053">17716 11997 981 0,'-27'0'28'0,"16"3"6"0,-4-3-34 0,0 2 0 0,0-2 0 0,0 3 0 16,0-3 120-16,3 0 18 0,0 3 3 0,0-1 1 0,3-2-24 0,3 0-5 16,1 3-1-16,5-3 0 0,0 0-24 0,0 0-6 15,0 0-1-15,0 0 0 0,0 0-28 0,5 2-5 16,1 4-2-16,3-4 0 0,0 1 2 0,3 0 0 15,3-1 0-15,-3-2 0 0,6 3-10 0,-3-3-2 16,3 3 0-16,-1-3 0 16,1 2-12-16,-3 1-2 0,3-3-1 0,0 3 0 0,0-1-21 15,-3 1-16-15,3-3 2 0,2 3 1 0,-2-1 13 0,0 1 0 16,3-3 0-16,0 2 0 0,-3-2 0 0,2 0 0 16,1 0 0-16,0-2 0 15,-3-1-128-15,3 1-33 0,0-6-7 0</inkml:trace>
  <inkml:trace contextRef="#ctx0" brushRef="#br0" timeOffset="43043.589">18249 11698 1958 0,'0'0'43'0,"0"0"9"0,0-5 1 0,6-1 3 0,-3 1-45 0,6 0-11 0,-3-1 0 0,3 1 0 16,3 0 53-16,0 0 9 0,-1-1 2 0,4 4 0 16,3-4-4-16,0 1 0 0,3 2 0 0,-3 1 0 15,0-1-24-15,2 3-4 0,-2 0-2 0,0 3 0 16,0-1-14-16,-3 1-4 0,0 2 0 0,0 1 0 16,-3 2-4-16,-3 0-8 0,2-1 11 0,-2 4-11 15,0 0 12-15,-3-1-12 0,3 6 12 0,-3 0-12 0,-3 3 12 0,3-1-12 16,-3 3 12-16,-3 6-12 0,0-1 9 15,0 6-9-15,-3 2 0 0,0 1 9 0,0-1-9 16,-3 0 10-16,0 1-10 0,0-1 10 0,0-2-22 0,-3 2-5 16,0-4-1-16,1 1 0 15,-4-2-22-15,3-2-4 0,0-3 0 0,-3 2-1 16,3-5-99-16,-3 0-19 0,3-5-4 0</inkml:trace>
  <inkml:trace contextRef="#ctx0" brushRef="#br0" timeOffset="43253.419">18413 12153 2012 0,'0'0'44'0,"0"-5"10"0,0-1 2 0,3-1 0 0,0 1-45 0,0-2-11 0,3 0 0 0,0 0 0 16,0 1 51-16,2-1 8 0,1 0 1 0,3 2 1 15,0 1-13-15,0 0-2 0,3-1-1 0,-3 1 0 16,0 3-17-16,3-1-3 0,0 0-1 0,-4 1 0 15,4-1-13-15,0 3-3 0,0-3-8 0,3 3 12 16,0-2-28-16,0-1-7 0,0 3-1 0,-1 0-704 16,4-3-140-16</inkml:trace>
  <inkml:trace contextRef="#ctx0" brushRef="#br0" timeOffset="43678.483">18952 11952 1972 0,'0'0'44'0,"0"0"8"0,0 0 3 0,0 0 0 0,0 0-44 0,0 0-11 0,0 0 0 0,0 0 0 15,0 0 82-15,0 0 14 0,0 0 4 0,0 0 0 16,0 0-26-16,0 5-5 0,0 1-1 0,2-1 0 16,-2 3-23-16,0 0-5 0,0 2 0 0,0 1-1 15,0 2-16-15,0 0-3 0,0 1-1 0,0 1 0 16,0 1-7-16,-2 0-2 0,2 3 0 0,0 2 0 15,-3-3-10-15,3 4 0 0,0-4 0 16,-3 3 0-16,3-2 0 0,-3 2 8 0,3 0-8 0,-3 0 0 16,0 0 0-16,0 1 0 0,0-4 0 0,3 1 0 31,-3-3-40-31,3-1 0 0,0-1 0 0,-3-1 0 0,3-3-96 16,-3 1-20-16,3-3-4 0</inkml:trace>
  <inkml:trace contextRef="#ctx0" brushRef="#br0" timeOffset="44114.146">19169 12169 2038 0,'0'0'58'0,"-6"-5"12"0,3-1-56 0,0 1-14 16,0 2 0-16,3 3 0 0,-6-5 88 0,3 2 16 16,3 3 2-16,0 0 1 0,0 0-24 0,0 0-5 15,-6-2-1-15,6 2 0 0,0 0-25 0,-6 5-6 0,0 0-1 0,3 1 0 16,0 2-29-16,0 2-7 15,0-2-1-15,0 3 0 0,0-1 8 0,3 1 0 16,-3 2 1-16,0 0 0 0,3 1-17 0,-3 1 0 16,3-1 0-16,0 4 0 0,0-2 0 0,0 0 0 15,3 0 0-15,-3 0 0 16,6 0-48-16,-3-3-12 0,0 0-4 0,3-2 0 0,0 2 33 0,0-5 7 0,3 0 0 0,0-6 1 31,3 4-14-31,-3-1-3 0,3-5-1 0,3 0 0 0,-4 0 33 0,4-5 8 0,-3 2 0 0,0-2 0 16,3-1 0-16,0 1 0 0,-3-3 0 0,3 0 0 15,-3 0 8-15,-3 0-8 0,2 1 8 0,-2-4-8 16,-3 3 30-16,0-3 2 0,0 1 0 0,0-1 0 16,-3-2-5-16,3 2-1 0,-3-2 0 0,0 3 0 15,-3-4 33-15,3 1 6 0,-3 3 2 0,0-4 0 16,0 4-26-16,-3-1-5 0,3 1 0 0,-6 2-1 16,3-3-11-16,0 0-1 0,-3 4-1 0,0-1 0 15,-3 2-10-15,-3 1-3 0,1 2 0 0,-7 3 0 0,3-2-9 0,-3 2 0 16,0 0 0-16,-3 2 0 31,0 1-82-31,-2 2-15 0,2 1-3 0,0 2-765 0,0-1-153 0</inkml:trace>
  <inkml:trace contextRef="#ctx0" brushRef="#br0" timeOffset="55149.452">11662 4432 2214 0,'0'0'48'0,"0"0"11"0,0 0 1 0,0 0 3 0,0 0-51 0,0 0-12 0,0 0 0 0,0 0 0 15,0 0 100-15,0 0 16 0,0 0 4 0,0 0 1 16,0 0-97-16,0 0-24 0,0 0 0 0,0 5 0 15,3 3 56-15,0 0 7 16,0-2 1-16,-3 7 0 0,3-3-52 0,0 6-12 16,0 5 0-16,-3-2 0 0,3 5 0 0,-3 2 0 0,3 1 0 15,-3 2 0-15,3 2 19 0,0-4 1 16,0-1 0-16,0 1 0 0,-1-1-20 0,1-2 10 0,0 0-10 0,-3-3 8 16,3 3-8-16,-3-6 8 0,3 1-8 0,-3 2 8 15,0-2-8-15,0-1 0 0,0 1 9 0,0 2-9 16,0-5 0-16,0-3 9 0,0 3-9 0,0-3 0 15,-3 0 8-15,3-5-8 0,0 3 0 0,0-3 0 16,0 2-19-16,0-7-7 16,0 5-2-16,0-8 0 0,3 3-40 0,-3-3-9 0,0 0-2 15,0 0-734-15,0 0-147 0</inkml:trace>
  <inkml:trace contextRef="#ctx0" brushRef="#br0" timeOffset="55953.889">12516 4501 1497 0,'0'0'32'16,"0"0"8"-16,0 0 0 0,0 0 4 0,0 0-36 0,0 0-8 0,0 0 0 0,0 0 0 0,0 0 104 0,0 0 20 16,-3-3 3-16,3 3 1 0,-9 3 0 0,3-3 0 15,3 2 0-15,-3 6 0 0,0 0-75 0,0 0-14 16,-3 3-3-16,3 2-1 0,-2 3-7 0,-1 3 0 16,0 2-1-16,3 2 0 0,-3 1-27 0,3 0 8 15,0 0-8-15,0 0 0 0,0 0 0 0,0-1 0 16,3-1 0-16,0-1 0 0,3 0 0 0,3 0 0 15,-3 0 0-15,6 3 0 0,0-3 24 16,0 3 0-16,6 0 0 0,0 0 0 0,3-3-24 16,-3-3 0-16,-1-2 0 0,4 0 0 0,0 0 8 0,-3-5-8 15,3-4 8-15,3-1-8 16,0-4-17-16,3 1-9 0,-1-3-2 0,4-5 0 0,3-1 42 0,-3-1 8 16,3-4 2-16,-1-2 0 0,1 0-9 0,-3-3-2 0,-3 0 0 0,0 0 0 15,-3-3 11-15,-4 6 3 0,-2-8 0 0,0 5 0 16,0-8 6-16,-3 6 2 0,-3-3 0 0,-3-6 0 15,3 3-7-15,-3 0-2 0,-3-5 0 0,0 0 0 16,0-2-12-16,-3-1-2 0,0 3-1 0,-3 0 0 16,0 2-3-16,-6 3-8 0,0 3 12 0,-6 0-4 15,1 2-8-15,-4 6 12 0,-3 0-12 0,-3 2 12 16,0 1-27-16,-2 5-5 0,2-1 0 0,-3 6-1 16,3-5 21-16,3 5 0 0,4 5 0 0,-1-5 0 15,0 3-111-15,0 2-17 0,3 0-4 0,0 1-710 16,3 4-142-16</inkml:trace>
  <inkml:trace contextRef="#ctx0" brushRef="#br0" timeOffset="56513.065">13564 4432 1836 0,'0'0'52'0,"0"0"12"0,0 0-52 0,0 0-12 0,0 0 0 0,0 0 0 16,-6-3 120-16,6 3 22 0,0 0 4 0,0 0 1 15,0 0-51-15,0 0-11 0,0 0-1 0,0 0-1 16,0 0-31-16,0 0-7 0,-3 6-1 0,0-4 0 15,0 6-18-15,3 0-4 0,0-2-1 0,0 4 0 16,0 3-1-16,3-2-1 0,-3 7 0 0,3 1 0 16,0 7-19-16,-3-4 0 0,3 4-11 0,0 3 11 15,0 0 24-15,0 0 11 0,0-5 2 0,0 0 1 0,0 0-17 0,0 0-3 16,0-6-1-16,-3 3 0 0,3-2-3 0,-3-1-1 16,3 1 0-16,-3-1 0 0,0 4-5 0,-3-4 0 15,3 1-8-15,-3-1 12 0,3 1-12 0,-3-1 9 16,3-5-9-16,-3 3 8 0,3-2-8 0,0-4 0 15,0 3 9-15,0-2-9 0,3-3-12 0,0-3-8 16,0 0 0-16,3 3-1 16,-3-8-83-16,3 0-17 0,-1 0-3 0,1 0-1129 15</inkml:trace>
  <inkml:trace contextRef="#ctx0" brushRef="#br0" timeOffset="57250.03">14397 4466 1792 0,'0'0'51'0,"0"0"10"0,0 0-49 0,-3 0-12 0,3 0 0 0,-9 3 0 16,3 0 82-16,0-1 14 0,1 6 2 0,-4 0 1 15,3 3-45-15,-6 2-9 0,3 3-1 0,-3 5-1 16,0 3 5-16,0 2 2 0,0 6 0 0,0 0 0 15,0 0-40-15,0-6-10 0,4 3 0 16,-4 0 0-16,6 0 0 0,0-2 0 0,0-1 0 0,0 6 0 16,3-3 18-16,0 3 2 0,3-3 0 0,3 3 0 15,0-3-32-15,3-3-7 0,3 1-1 0,0-6 0 16,6-2 20-16,-4-1 0 0,7-2 0 0,0-3 0 16,0-2 10-16,3-3 6 0,0 0 0 0,2-6 1 15,-2 1-17-15,0-3 0 0,3-3 0 0,0-2 0 16,-6 0 24-16,-1-3-1 0,1-3-1 0,-3 1 0 15,0-4 2-15,0 1 0 0,0-3 0 0,-3 0 0 16,-3-7 32-16,3-1 6 0,0 0 2 0,-4-5 0 0,4 2-52 16,-3 1-12-16,0 2 0 0,-3-2 0 0,0 2 0 15,0-3 0-15,-3 4 0 0,-3-4 0 0,0 1 54 0,0-3 8 16,-6-1 2-16,0-1 0 0,0-1-52 0,-3 5-12 16,-3 1 0-16,0 2 0 0,1 3 0 0,-4 5 0 15,0 0 0-15,0 0 0 0,0 6 0 0,-6-1 11 16,0 3-11-16,-2 0 10 15,-1 0-35-15,-3 3-7 0,0 0-2 0,0 2 0 16,1 3-105-16,-1 0-21 0,0 3-4 16</inkml:trace>
  <inkml:trace contextRef="#ctx0" brushRef="#br0" timeOffset="59570.662">14999 4877 1710 0,'0'0'37'0,"-6"0"8"0,6 0 2 0,-6 0 1 0,6 0-38 0,0 0-10 16,0 0 0-16,0 0 0 0,0 0 71 0,0 0 12 15,0 0 2-15,0 0 1 16,0 0-39-16,0 0-8 0,0 0-2 0,6 2 0 0,3-2-4 0,2 3-1 16,1-3 0-16,6 3 0 0,0-3-8 0,3 0-1 15,3 2-1-15,0-2 0 0,2 3-3 0,4-1-1 16,0 1 0-16,0 0 0 0,-4-1-1 0,1 1 0 16,0-3 0-16,3 3 0 0,0-3-3 0,2 0-1 15,1 0 0-15,3 5 0 0,-4-5-13 0,-2 0 9 0,0 3-9 0,0-1 8 16,-3-2-8-16,-4 0 0 0,-2 0 9 0,-3 0-9 15,-3 0 8-15,0 0-8 16,-3-2 10-16,-3 2-10 16,0-3-26-16,0 3-11 0,-4-5-3 0,1 2 0 15,-3-2-19-15,3 2-4 0,-3-2-1 0,0 0 0 16,0-1-51-16,0 1-10 0,-3 0-3 0,0-3 0 16,0 0 0-16,-3-3-1 0,3 6 0 0,-3-8 0 0,-3 2 57 15,0 0 11-15,0 1 2 0,1-1 1 0,-4 1 58 0,0-3 8 0,-3 2 3 0,0-2 1 16,0 2 28-16,-3-2 5 0,0 2 2 0,3-2 0 15,-3 2 51-15,0 1 10 0,4 5 3 0,-4-6 0 16,3 3-31-16,3 3-7 0,0-1-1 0,0 1 0 16,3 3-17-16,6 2-4 0,0 0-1 0,0 0 0 15,0 0-16-15,0 0-3 0,3 7-1 0,3-1 0 16,0 2-9-16,3 0-1 0,0 0-1 0,6 2 0 16,-3 1 1-16,2-1 1 0,1-2 0 0,0 3 0 0,0 2 3 15,-3-2 0-15,0-1 0 0,3 4 0 0,-3-1-8 16,-3-3-2-16,3 1 0 0,-4 2 0 15,4 0-28-15,-3-2-6 0,-3 2 0 0,3-2-1 0,-3-1 42 16,-3 1 9-16,0 0 2 0,-3 2 0 0,-3 0-16 0,3-2-4 16,-3 7 0-16,-3-7 0 0,-3 5-12 0,0-3 0 15,0 0 0-15,-2 3 0 0,-1-6 0 0,-3 6-10 16,-3-5 10-16,0 2-12 16,0-2-12-16,-3-1-4 0,3 1 0 0,-2-3 0 15,2 0-80-15,0 2-17 0,3-7-3 0,6 2-833 0</inkml:trace>
  <inkml:trace contextRef="#ctx0" brushRef="#br0" timeOffset="59873.448">16174 4990 1496 0,'0'0'42'0,"0"0"10"0,0 0-41 0,0 0-11 0,0 0 0 0,0 0 0 15,0 0 99-15,0 0 17 0,0 0 4 0,0 0 1 16,0 0-37-16,0 0-7 0,0 0-1 0,6-2-1 0,-3-1-19 0,6 0-4 16,-3 1-1-16,3 2 0 0,0-3-22 15,0 3-4-15,3-5-1 0,0 2 0 0,0 3-24 0,0-2 0 16,2 2 0-16,1 0 0 0,0 0 28 0,-3-3 0 15,3 3 0-15,3-3 0 16,-6 3-87-16,3 0-17 0,0-2-3 16,-1 2-961-16</inkml:trace>
  <inkml:trace contextRef="#ctx0" brushRef="#br0" timeOffset="60247.29">16752 4773 1947 0,'0'0'43'0,"0"0"9"0,-3-2 1 0,0-4 2 0,0 4-44 0,0 2-11 0,0-5 0 0,-3 2 0 16,0 0 96-16,0 1 16 0,0 2 4 0,-3 0 1 15,0 0-31-15,3 0-6 0,-3 2-2 0,3 1 0 16,-3 0-62-16,4 2-16 0,-1-3 0 0,0 4 0 16,0-1 0-16,3 0 0 0,3-5 0 0,-3 6 0 15,0 2 0-15,3-1 0 0,3-1 0 0,0 2 0 16,3-3 0-16,0 3 0 0,3 0 0 0,-1 0 0 15,1-3 0-15,3 0 0 0,-3 3 0 0,3-2 0 16,0 2 0-16,0 0 0 0,0-3 0 0,0 3 0 16,-3 0 0-16,0 0 0 0,0 2 0 0,-4-2 0 15,1 3 0-15,-3-3 0 0,0 2 0 0,0 6 0 16,-3-8 0-16,-3 3 0 0,0 2 0 0,-3-3 0 16,-2 4 0-16,-1-1 0 0,0-2 0 0,-3-1 0 15,0 3 0-15,0-2 0 0,0-3 0 0,0 2 0 16,-3-2 0-16,3-2 0 0,0 2 0 0,1-6 0 15,-1 4 0-15,3-6 0 0,0 2 0 0,0-4 0 16,0 2-168-16,3-6-37 0,3 1-7 16,-3 0-752-16</inkml:trace>
  <inkml:trace contextRef="#ctx0" brushRef="#br0" timeOffset="60437.361">16594 4855 1728 0,'0'-8'38'0,"0"1"8"0,-3-7 2 0,3 1 0 0,0 0-39 0,0-3-9 0,3 3 0 0,0 0 0 16,0-1 92-16,0 4 17 0,3-6 3 0,0 3 1 15,0 5-27-15,3-8-6 0,3 5 0 0,0 3-1 16,-1-2-12-16,7 2-3 0,-3 0 0 0,0 2 0 16,3 1-51-16,0 3-13 0,0-4 0 0,0 4 0 15,-1-1 0-15,-2 3 0 0,0 0 0 0,0 0 0 16,0 0 0-16,0 3 0 0,0-1 0 0,-3 4 0 31,0-4-52-31,-4 3-12 0,4-2-4 0,-6 5-1041 0</inkml:trace>
  <inkml:trace contextRef="#ctx0" brushRef="#br0" timeOffset="60748.078">16936 4885 1552 0,'0'0'44'0,"0"0"10"0,0 0-43 0,0 0-11 16,0 0 0-16,0 0 0 0,3 5 104 0,-3 0 20 15,3 3 3-15,-3 0 1 16,3-3 0-16,-3 1 0 0,0 1 0 0,3 4 0 0,-3-6-52 0,0 6-9 16,0 0-3-16,0 2 0 0,0-3-51 0,0 4-13 15,0-1 0-15,-3 0 0 0,3 3 32 0,0-3 3 16,0 3 1-16,0 0 0 0,0 0-20 0,-3-3-4 16,3 3-1-16,0-3 0 0,0 0-11 0,0 1 0 15,-3 1 0-15,3-4 8 0,0 0-8 0,0 2 0 16,-3-5 0-16,3 0 8 0,0 0-8 0,0 0 0 15,0-3-12-15,0 3 12 16,0-8-116-16,0 5-16 0,0-5-4 0,6 3-615 0,-3-1-123 16</inkml:trace>
  <inkml:trace contextRef="#ctx0" brushRef="#br0" timeOffset="61145.34">17061 5062 1552 0,'0'-11'44'0,"0"3"10"0,0 3-43 0,0-3-11 0,0 3 0 0,-3-3 0 15,3 5 104-15,0-5 20 0,0 8 3 0,0 0 1 16,0 0 0-16,0 0 0 0,0 0 0 0,0 0 0 16,0 0-52-16,-6 8-9 0,0-5-3 0,3 5 0 15,1 0-51-15,-1 0-13 0,0 2 0 0,0 1 0 16,3 2 0-16,-3 0 0 0,3-2 0 0,0 2 0 16,3 0 0-16,-3-2 0 0,3 2 0 0,0-2 0 15,0-1 0-15,-1 1 0 0,4-1 0 0,0 1 0 16,0-3 0-16,0 3 0 0,0-4 0 0,3-1 0 15,0 2 0-15,0-3 0 0,3-2 0 0,-3 5 0 16,3-8 0-16,0 2 0 0,0-2 0 0,0 0 0 0,-1 0 0 16,1 0 0-16,3-2 0 0,-6 2 0 0,3-8 0 0,0 2 0 15,-3 4 0-15,3-6 0 0,-3 0 0 0,-3 0 0 16,3 0 0-16,-3 0 0 0,2-3 54 0,-2-2 8 16,0 0 2-16,-3 2 0 0,0-7-52 0,0 2-12 15,0-3 0-15,-3 4 0 0,3-4 54 0,-3 3 8 16,0-2 2-16,-3 2 0 0,0 3-52 0,0-3-12 0,0 5 0 15,-6 1 0-15,3-1 0 0,-2 0 0 16,-1 6 0-16,-3-6 0 0,0 6 0 0,-3 0 0 0,-3 2 0 16,0 1 0-1,-3 2-100-15,4 2-22 0,-4 1-5 0,-3 0-1127 0</inkml:trace>
  <inkml:trace contextRef="#ctx0" brushRef="#br0" timeOffset="63257.102">11712 11021 1580 0,'0'0'35'0,"0"0"7"0,0 0 2 0,0 0 0 0,0 0-36 0,0 0-8 0,0 0 0 0,0 0 0 15,0 0 101-15,0 0 19 0,0 0 3 0,0 0 1 16,0 0-26-16,0 0-5 0,0 0-1 0,0 0 0 15,0 0-22-15,0 0-5 0,-3 8-1 0,0-1 0 16,3 1-22-16,0 6-5 0,-3 2-1 0,3 5 0 16,0 2-13-16,0 1-3 0,0 5-1 0,3 1 0 15,-3-4-7-15,0 3-2 0,3 0 0 0,-3 3 0 16,3-6 1-16,-3 1 0 0,3 2 0 0,-3 3 0 16,3-3-11-16,0 3 8 0,-3-1-8 0,3 1 8 15,0-3-8-15,-3-2 0 0,3-4 0 0,0-1 0 16,-3-1 0-16,3-3 0 0,0 1 0 0,-3-3-11 15,3 0-38 1,-3-3-8-16,0 0-2 0,3-2 0 0,0-3-64 0,0 0-13 16,0-3-2-16,0-3-563 0,3 4-113 0</inkml:trace>
  <inkml:trace contextRef="#ctx0" brushRef="#br0" timeOffset="63777.175">12552 11150 1497 0,'0'0'32'0,"0"0"8"0,0 0 0 0,-3-5 4 0,0 0-36 0,0-1-8 0,3 6 0 0,0-2 0 15,0-4 125-15,0 6 23 0,0-5 5 0,0 5 1 16,0 0-42-16,0 0-8 0,0 0-1 0,0 0-1 15,0 0-30-15,0 0-7 0,0 0-1 0,0 0 0 16,0 0 0-16,0 0 0 0,-3 8 0 0,3 5 0 16,0 3 0-16,-3 3 0 0,3-1 0 0,0 6 0 0,0-3-64 15,0 3 0-15,0-3 0 0,0 3-12 16,3 0 12-16,-3-3 10 0,0 0-2 0,0 3 0 16,0 2-8-16,0 1 0 0,0-1 9 0,0 3-9 0,0 1 0 15,3-4 0-15,-3 3 0 0,0-2 0 16,3-6 0-16,-3 0 0 0,3-3 0 0,-3 1 11 0,3-3-11 0,-3-3 0 15,3 0 0-15,-3-2 0 0,3-1-12 0,0-2-2 16,0 0 0-16,0-2 0 16,0-1-33-16,0-2-6 0,3-1-2 0,0 1 0 15,-1-6-109-15,4 1-21 0,0-1-5 0,0-5-547 0,0 3-110 16</inkml:trace>
  <inkml:trace contextRef="#ctx0" brushRef="#br0" timeOffset="64412.346">13418 11301 1940 0,'0'0'43'0,"0"0"9"0,0 0 1 0,0 0 1 0,0 0-43 0,-6 0-11 15,0 0 0-15,6 0 0 0,-9 0 57 0,0 0 10 16,3 3 1-16,-3-1 1 0,3 4 47 0,-3 2 10 15,4 0 2-15,-1 2 0 16,0 1-103-16,0 2-25 0,0 3 0 0,0 2 0 0,0-2 0 16,0 3 0-16,0 2 0 0,3 0-11 0,0 3 11 0,0-3 0 15,0 3 0-15,3 0 0 16,3-3 0-16,0 0 0 0,3 0 0 0,0-2 0 0,0-3 0 0,3-1-10 16,3-1 10-16,0-4 0 0,2 1-12 0,1-1 12 0,6-4-12 15,0-1 12-15,3-2-13 0,0-1 4 0,2-4 1 16,1 2 0-16,-3-6 8 0,3 4 0 0,0-6 0 0,-4 2 0 15,1-1 0-15,-6-1 0 0,0-3 0 0,-3 3 8 16,0-3 10-16,0-2 2 0,-7 0 1 16,4-3 0-16,-3 0 22 0,-3 0 4 0,3-2 1 0,-3-1 0 15,-3 1-8-15,3-3-2 0,-3 2 0 0,-3-2 0 16,3 5-17-16,-3-2-3 0,-3-1-1 0,0 3 0 16,0 0-5-16,0-2 0 0,-3 2-1 0,-3-3 0 15,3 4-3-15,-3-1-8 0,0 0 12 0,1 0-4 16,-4 3-8-16,-3-1 12 0,0 1-12 0,-3 3 12 15,0-1-12-15,0 0 0 0,-6 6 9 0,1 3-9 16,-1-1 0-16,0 3 0 0,-3 0 0 0,0 3 0 31,4 2-56-31,-1 3-7 0,3-3-1 0,0 3 0 0,3 0-119 0,3 2-24 16,1-2-5-16</inkml:trace>
  <inkml:trace contextRef="#ctx0" brushRef="#br0" timeOffset="65118.026">14314 11267 1728 0,'0'0'38'0,"-6"0"8"0,0 0 2 0,0 0 0 0,0 0-39 0,0 2-9 0,0 1 0 0,0-3 0 16,0 3 98-16,0-1 18 0,0 1 3 0,0 2 1 0,1 0-39 0,-4 3-7 16,3-2-2-16,-3 4 0 0,3 1-6 0,0-1-2 15,0 1 0-15,0 2 0 16,0 1-75-16,3-1-15 0,-3 3-3 0,3-1-1 15,0 4 48-15,3 0 10 0,-3-1 1 0,3 3 1 0,3-2-30 0,0-1 0 16,0 3 0-16,3-2 0 0,0-1 0 16,3-2 0-16,3-2 0 0,0-1 0 15,3 0-45-15,-1-2-15 0,4-3-4 0,0-3 0 16,0 0 52-16,3-2 12 0,0-1 0 0,0-2 0 0,-1 0 0 0,1-2 0 16,0-4 0-16,0 1-9 0,0 0 9 0,-3-3 0 15,-4 0 0-15,4-3 0 0,-6 1 15 0,3-3 5 0,0 2 0 16,-3-5 1-16,-3 3 19 0,3-3 4 0,-3 3 1 0,-3-3 0 15,0 0 15-15,-1 0 4 0,1 0 0 0,-3 0 0 16,0 1 0-16,-3-1 0 0,0 0 0 16,0 3 0-16,-3-3-52 0,0 0-12 15,0 0 0-15,-2 0 0 0,-1-2 0 0,-3 2 0 0,0-3 0 0,0 3 0 16,-3-2 0-16,3 2 0 0,-3 0 0 0,-3-2 0 16,0 4 0-16,0 1 0 0,-2 0 0 0,-1 5 0 15,0-3 9-15,-3 3-1 0,0 0 0 0,-3 6 0 31,3-1-40-31,1 0-8 0,-4 6-1 0,6 0-1 16,-3-1-113-16,3 4-22 0,3-4-5 0,1 6-1 0</inkml:trace>
  <inkml:trace contextRef="#ctx0" brushRef="#br0" timeOffset="66097.698">14829 9576 1522 0,'0'0'33'0,"0"0"7"0,0 0 2 0,0 0 2 0,-6 3-36 0,6-3-8 0,0 0 0 0,0 0 0 16,0 0 83-16,0 0 14 0,0 0 3 0,0 0 1 0,0 0-25 0,0 0-6 15,3 5-1-15,3 0 0 16,3-2-11-16,0 2-2 0,0-5-1 0,3 3 0 15,2-1-11-15,1-2-1 0,-3 0-1 0,3 3 0 0,3-3-18 0,0 0-3 16,3 0-1-16,2 0 0 0,1 0 5 16,0-3 1-16,3 3 0 0,0-2 0 0,-1 2-34 0,1-3-8 15,0 0 0-15,0 1-1 0,-3 2 17 0,-1-3 0 16,-2 3 0-16,-3-3 0 0,0 1-13 0,0 2-6 16,-3-3-1-16,0 1 0 15,-3-1-37-15,-1 0-8 0,1 1-2 0,-3-1 0 16,0 0-121-16,-3 1-24 0,0-1-4 0,-3 0-329 0,0-2-66 15</inkml:trace>
  <inkml:trace contextRef="#ctx0" brushRef="#br0" timeOffset="66394.736">15380 9401 1299 0,'-12'-5'28'0,"6"5"7"0,0-5 1 0,-3 2 0 0,0-2-28 0,-3 2-8 0,0 0 0 0,0 1 0 15,0-4 91-15,3 6 17 0,0-2 3 0,0 2 1 16,4 0-26-16,5 0-5 0,0 0-1 0,0 0 0 15,0 0-14-15,0 0-3 0,0 0-1 0,0 0 0 16,3 5-16-16,2 0-3 0,4 3-1 0,0-2 0 16,0 2-7-16,3 0-2 0,-3-3 0 0,3 3 0 15,-3 0-8-15,3 2-1 0,3-2-1 0,-3 3 0 16,3-3 0-16,-4 2 0 0,4 1 0 0,-3 2 0 16,0-2-23-16,0 2 0 0,0 0 0 0,-3 0 0 15,-3 1 0-15,0-1 0 0,0-3 0 0,-3 4 0 0,-3-4 0 16,-3 3 0-16,0-2 0 0,-3 0 0 15,-3-1-47-15,0 3-13 16,-3-2-4-16,0 2 0 0,-3-2 0 0,3-1 0 16,-3 1 0-16,4-3 0 0,-4 3 0 0,3-3 0 0,0-1 0 15,0-1-844-15</inkml:trace>
  <inkml:trace contextRef="#ctx0" brushRef="#br0" timeOffset="67226.39">15814 9264 1465 0,'0'0'32'0,"0"0"6"0,0 0 2 0,0 0 2 0,0 0-34 0,0 0-8 16,3-6 0-16,0 4 0 0,0-4 60 0,6 4 11 15,-3-4 1-15,3 1 1 0,0 0-7 0,3 2-2 16,3-2 0-16,-3 2 0 0,5-2 0 0,-2 2 0 15,3-2 0-15,0 2 0 0,0-2-8 0,0 2-1 16,0-2-1-16,-4 3 0 0,4-1-35 0,-3 0-7 16,3 3-2-16,-6 0 0 0,0 0-10 0,0 3 0 0,0 0 0 15,-3-1 0-15,3 1 0 0,-7 2 0 0,1 0 0 16,0 1 0-16,-3 2 53 0,0 0 9 0,0 0 2 16,-3 2 0-1,-3 1-103-15,0-1-20 0,0 1-4 0,-3 2-1 0,0-2 64 0,-2 2 12 0,-1-3 2 16,0 1 1-16,-3 0-24 0,0-3-5 0,0 2-1 0,0-2 0 15,0 3 5-15,3-3 1 0,-3 0 0 0,3 0 0 16,-3-1 9-16,7-1 0 0,-1 2-9 0,0 0 9 16,3-3-8-16,3-2 8 0,0 5-10 0,3-3 10 15,0-3 0-15,3 1 0 0,2 0 8 0,4 2-8 16,-3-5 15-16,6 3-4 0,-3-3-1 0,3 0 0 16,0 0-10-16,0 0 0 0,0 0 0 0,0 0 0 15,-1 0 0-15,1 0 0 0,0 0 0 0,0 0 0 16,0 5 56-16,0-5 7 0,-3 3 1 0,0 2 0 15,-3 0-52-15,-1 0-12 0,-2 3 0 0,0 0 0 16,-3 0 0-16,0 3 0 0,-6-1 0 0,0 1 0 16,0 2 0-16,-3 1 0 0,-2-1 0 0,-1 0 0 0,-3 0 0 15,-3-2 0-15,3 2 0 0,-3-2 0 0,0 2 0 0,-3-3 0 16,3 4 0-16,-2-4 0 16,-4 1 0-16,3-1 0 0,-3-2 0 0,0 0 0 15,0 0-8-15,3-2-2 0,1-1 0 0,-1 0 0 16,0-2-22-16,6-1-5 0,-3 1-1 0,6 0 0 15,-3-3-135-15,6-3-27 0,3-2-6 0</inkml:trace>
  <inkml:trace contextRef="#ctx0" brushRef="#br0" timeOffset="67513.775">16427 9523 1638 0,'0'0'46'0,"0"0"11"0,0 0-45 0,0 0-12 0,0 0 0 0,0 0 0 15,0 0 86-15,0 0 15 0,0 0 3 0,0 0 1 16,0 0 19-16,0 0 3 0,0 0 1 0,0 0 0 16,0 0-52-16,0 0-9 0,0 0-3 0,3 5 0 15,0 3-51-15,0-3-13 0,0 3 0 0,0 3 0 16,0-3 54-16,0 5 8 0,-3-2 2 0,3 2 0 16,-3 0-52-16,0 3-12 0,0-3 0 0,0 1 0 15,0 1 0-15,-3-1 0 0,3-1 0 0,-3 0 0 16,0 3 0-16,-3-3 0 0,3 0 0 0,-3 1 0 15,3-4 0-15,0 3 0 0,-3-2 0 0,3 0 0 16,0-1-48-16,1-2-13 0,-1-3-3 16,3 3 0-16,0-2-153 0,0-6-31 0,5 2-7 0,1-2-1 0</inkml:trace>
  <inkml:trace contextRef="#ctx0" brushRef="#br0" timeOffset="67912.922">16660 9687 1958 0,'0'0'43'0,"0"-5"9"0,-3-1 1 0,0 1 3 0,3-3-45 0,0 0-11 0,-3 3 0 0,3-3 0 16,-3 3 104-16,3-1 20 0,-3 4 3 0,3 2 1 16,0 0-52-16,0 0-9 0,0 0-3 0,0 0 0 15,0 0-13-15,-6 2-3 0,0 4-1 0,3-1 0 16,0 3-31-16,-3 0-7 0,3 2-1 0,0 1 0 16,0 0 1-16,0-1 0 0,3 3 0 0,-3-2 0 15,3-3-9-15,0 3-11 0,0-3 3 0,0 2 0 16,3-2 8-16,0 0 11 0,3-3-3 15,0 3 0 1,3-3-57-16,0 3-12 0,0-5-3 0,2 2 0 16,4-5 52-16,-3 3 12 0,6-3 0 0,-3 0 0 0,3-3 0 0,0 3 0 0,3-2 0 0,-4 2 0 15,1-6 0-15,-3 4 0 0,0-1 0 0,0 0 0 16,-3-2 8-16,0 3 4 0,0-4 0 0,-6 1 1 16,3 0 17-16,-3-3 3 0,-1 0 1 0,-2 0 0 15,0 0 2-15,-3-3 1 0,3 1 0 0,-3-1 0 16,-3-2-7-16,0 2-2 0,0-2 0 0,-2 0 0 15,-1 2-12-15,-3-2-2 0,0 2-1 0,-3 1 0 16,0-1-13-16,0 1 9 0,-6 2-9 0,0 0 8 16,0 0-8-16,-2 0 0 0,-4 5 0 0,-3 1 0 15,3 2-52-15,-3 0-10 0,4 5-2 0,-4 3 0 16,3 0-174-16,-3 5-35 0</inkml:trace>
  <inkml:trace contextRef="#ctx0" brushRef="#br0" timeOffset="68549.675">14945 11529 1497 0,'0'0'32'0,"0"0"8"0,0 0 0 0,0 0 4 0,0 0-36 0,0 0-8 0,0 0 0 0,3 2 0 16,3 1 94-16,0 0 17 0,3-1 3 0,3-2 1 16,0 3-31-16,0-3-5 0,2 0-2 0,4 2 0 15,3-2-18-15,3 0-4 0,0 3-1 0,3-3 0 16,-1 3-23-16,-2-1-5 0,3 1-1 0,3-3 0 15,-7 3-15-15,1-1-10 0,0-2 12 0,0 0-12 16,0 0-10-16,-3 0-9 16,2 0-1-16,1-2-1 0,-3 2 21 0,0-3 0 0,-3 0 0 0,0 3 0 15,-1-2-10-15,-2-1 10 0,-3 0-13 0,0 3 5 32,-3-2-73-32,0-1-15 0,-3 1-2 0,-3-1-552 0,0-2-110 0</inkml:trace>
  <inkml:trace contextRef="#ctx0" brushRef="#br0" timeOffset="68893.822">15472 11370 1314 0,'-12'-8'37'0,"6"3"8"0,-3-1-36 0,3 1-9 15,-3 0 0-15,3-3 0 0,-3 0 132 0,3 3 25 16,0-3 5-16,0 2 1 0,0 1-63 0,1 0-13 16,5 5-3-16,0 0 0 0,0 0-8 0,0 0-3 15,0 0 0-15,0 0 0 0,0 0-7 0,0 0-2 16,0 0 0-16,0 0 0 0,5 2-51 0,4 1-13 15,0 5 0-15,0-3 0 0,3 3 54 0,0 0 8 16,-3 3 2-16,3-3 0 0,0 2-52 0,3-2-12 16,-3 3 0-16,2 2 0 0,-2-2 0 0,0-1-12 15,0 3 3-15,-3 1 0 0,3-1 9 0,-3 3 0 0,0-3 0 0,-3 3 8 16,0 2-8-16,0-2 0 0,0-3 0 16,0 3 0-16,-3 0 0 0,0 0 0 0,-3-3 0 0,0 3 8 15,-3-5-8-15,0 2 0 0,-3 0 0 0,-3-2 0 16,3-1-14-16,-6-2-4 0,3 3-1 0,-6 0 0 31,3-4-14-31,0 1-3 0,-3 0-1 0,4 0 0 16,-1 0-76-16,0-2-15 0,0-1-4 0,0-3-578 15,3 4-116-15</inkml:trace>
  <inkml:trace contextRef="#ctx0" brushRef="#br0" timeOffset="69159.873">15787 11621 1956 0,'0'0'56'0,"0"0"11"0,0 0-54 16,0 0-13-16,0 0 0 0,0 0 0 0,0 0 93 0,0 0 16 16,0 0 3-16,3-2 1 0,3-1-11 0,0 0-2 15,3 3-1-15,-3-2 0 0,3-1-79 0,3 0-20 16,-3-2 0-16,3 2 0 0,0 1 55 0,3-1 7 15,-3-2 2-15,2 2 0 0,1 1-52 0,0-4-12 16,0 1 0-16,0 2 0 0,0-2-10 0,0 2-5 16,-3-2-1-16,2 2 0 15,1-2-56-15,-3 2-11 0,3-2-2 0,-3 0-699 16,3 0-140-16</inkml:trace>
  <inkml:trace contextRef="#ctx0" brushRef="#br0" timeOffset="69891.898">16267 11283 1882 0,'0'0'41'0,"0"0"9"0,-6-3 2 0,3-2 1 16,3-1-42-16,0 1-11 0,0-3 0 0,3 0 0 0,0 0 70 0,0 0 12 16,3-2 2-16,0 2 1 0,2-5 35 0,4 2 6 15,0 0 2-15,3-2 0 0,0 3-103 0,3-1-25 16,-3 3 0-16,3 0 0 0,-1 0 52 0,1 3 6 0,-3 2 1 16,3 1 0-16,-3-1-38 0,0 3-7 0,-3 0-2 0,0 3 0 15,-3-1-12-15,0 3-8 0,-1 1 8 0,-2 2-13 16,-3 2 13-16,0 1 0 15,0 2 0-15,-3 0 0 0,0 1-18 0,-3 1-1 16,3 1 0-16,-6 0 0 16,0 0-29-16,0 0-7 0,-2 0-1 0,-4 0 0 15,0-3 3-15,0 0 0 0,0 0 0 0,0-2 0 0,-3 0 33 0,3-1 8 0,-3-2 0 16,3 0 1-16,1 0 11 0,-1 0-13 0,3 0 5 0,0-3 8 16,3 0 0-16,0 1 0 0,0-4 0 0,6-2 0 15,0 0 0-15,0 0 0 0,0 0 0 0,6 6 0 16,3-1 9-16,0-2 7 0,3-1 0 0,0-2 1 15,-1 3-17-15,4-3 0 0,-3 3 0 0,3-1 0 16,3-2 31-16,-6 3 2 0,3-1 1 0,-3 1 0 16,-3 2-3-16,3-2-1 0,-4 2 0 0,-2 1 0 15,3-1-30-15,-3 0 0 0,0 3 0 0,0 0 0 0,-3 0 0 16,0 0 0-16,0 5 0 0,-3-2 0 0,0 2 57 0,0 0 6 16,-3 0 1-16,0 1 0 0,0 2-64 0,-3-6-18 15,0 3-1-15,-3 1 0 0,0-1 9 0,0 0 2 16,-5 0 0-16,-1 1 0 15,-3-1-24 1,3 0-4-16,-6-2 0 0,3 2-1 0,-3-5 14 0,4 2 3 0,-1-2 1 0,-3 0 0 16,3 0-85-16,3-3-18 0,0 1-3 15,0-4-1-15</inkml:trace>
  <inkml:trace contextRef="#ctx0" brushRef="#br0" timeOffset="70224.07">16770 11481 2188 0,'0'0'48'0,"0"0"11"0,0 0 1 0,6 0 1 0,0-3-49 0,-3 1-12 0,-3 2 0 0,0 0 0 16,5 0 105-16,-5 0 19 0,3 0 3 0,3 2 1 15,-3-2-52-15,-3 0-9 0,3 3-3 0,0 5 0 16,-3-3-51-16,3 3-13 0,-3 3 0 0,0-1 0 15,0 1 54-15,0 2 8 0,0 0 2 0,-3 3 0 16,0 0-52-16,0 0-12 0,0 0 0 0,0 0 0 16,0 0 0-16,0-1 0 0,1 1 0 0,-4 0 0 15,0 3 0-15,0-3 0 0,0 0 0 0,0-3 0 16,0 3 0-16,3-3 0 0,-3 0 0 0,0 3 0 16,3-5-48-16,0 2-13 0,0 0-3 0,0 0 0 15,3-2 0-15,0-3 0 0,0 0 0 0,3 0 0 16,0-3-153-16,0-2-31 0,3-3-7 0,6 0-1 0</inkml:trace>
  <inkml:trace contextRef="#ctx0" brushRef="#br0" timeOffset="70623.844">16996 11730 1958 0,'0'0'43'0,"-3"-6"9"0,3-2 1 0,0 1 3 0,-3-1-45 0,3 2-11 0,0-2 0 0,0 3 0 15,0 0 104-15,-3-1 18 0,3 6 4 0,0 0 1 16,0 0-50-16,0 0-9 0,0 0-3 0,0 0 0 15,0 0-52-15,0 0-13 0,0 0 0 0,-3 8 0 16,0-2 54-16,-3 4 8 0,3-2 2 0,0 3 0 16,0-1-52-16,0 1-12 0,0 0 0 0,0 2 0 15,0-3 0-15,3 1 0 0,-3 0 0 0,3-1 0 16,0 1 0-16,0-3 0 0,0 0 0 0,3 2 0 31,0-2-48-31,0 0-13 0,3-3-3 0,-3 1 0 16,3-1 26-16,3-2 5 0,0-3 1 0,0 0 0 15,0 0 0-15,3-3 0 0,3 0 0 0,-4-2 0 0,4 2 32 0,0-2 0 0,0 0 0 0,3-3 0 16,-3 3 0-16,0-1 0 0,0-2 0 0,-3 3 0 16,2-3 44-16,-2 0 16 0,0 3 4 0,-3-3 0 15,0-3-52-15,-3 3-12 0,0 0 0 0,0-2 0 16,-3-1 54-16,0 3 8 0,0-2 2 0,-3-1 0 16,0 1 0-16,0 2 0 0,-3 0 0 0,0 0 0 15,0-3-52-15,-3 6-12 0,0 0 0 0,-3 2 0 16,-3 0 0-16,0 3 0 0,-6 0 0 0,1 0 0 15,-4 3-48-15,0 0-13 16,-3 2-3-16,-3 0 0 0,3 0-111 0,-2 1-22 0,2-1-5 0,-6 3-1 16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2:34:05.04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13025 4726 1267 0,'-3'-3'28'0,"0"-2"5"0,0 2 2 0,0-2 1 0,3 5-36 0,-3-5 0 16,0 2 0-16,0-2 0 0,0 5 58 0,3 0 5 0,-3-8 1 15,3 8 0-15,0 0-1 0,0 0 0 0,0 0 0 0,0 0 0 16,0 0-50-16,-6 8-13 0,3-6 0 0,0 6 0 16,0 0 0-16,0 3 0 0,3 2 0 0,-3 0 0 15,0 6 0-15,3-3 0 16,-3 2 0-16,1 6 0 0,-1-3 0 0,0 3 0 0,3 0 0 16,-3 2 0-16,0 3 0 0,0 0 0 0,3 3 0 0,-3-5 0 15,0-4 0-15,3 4 0 0,-3-1 0 0,3-7 0 16,-3-1-8-16,3 1-8 0,0-1 0 0,-3-2-1 15,3 0 17-15,0-3 0 0,3-2-8 16,-3 0 8-16,3-3 0 0,0-1 0 0,0 1 0 16,0-2 0-16,3 2 16 0,0-8 1 0,2 2 0 0,1-2 0 15,3 0-17-15,0 0 0 0,3-2 0 0,3 2 0 16,-3 0-48-16,6-8-12 0,2 5-4 16,1 0 0-16,3 1 80 0,-3-1 15 0,6-2 3 0,-4 2 1 15,-2 1-35-15,0-4 0 0,3 4 0 0,-3-6 0 0,0 5 0 16,-1-2 0-16,4-1 0 0,0 4 0 15,3-4 0-15,-4 4 0 0,7-1 10 0,-3 1-10 16,3-1 0-16,-4 3 0 0,1 0 0 0,-3-3 0 16,0 3 0-16,-3 0 0 0,-4 0 0 0,4 0 0 0,-3 0 0 15,0 0 0-15,3 0 0 0,-3 0 0 0,-1 0 0 0,1 0 0 16,0 0 0-16,0 0 0 0,0 0 0 0,-3 0 0 16,-3 0 0-16,-1 0 0 0,1 0 0 0,0-2 0 15,-3 2 0-15,-3 0 0 0,0-3 22 0,0 3 6 16,-3-5 0-16,0 2 1 0,0 0-43 0,0 1-9 15,0-1-1-15,-3 0-1 0,0-4 25 0,0 1 8 0,0 1 0 16,-3 0 0-16,3-3 6 0,-3 2 2 0,0-4 0 0,0 2 0 16,0 0 8-16,0-3 1 0,-3-2 1 0,3 0 0 15,0 2-2-15,-3-7-1 0,3 2 0 0,-3-3 0 16,3 1-7-16,-3-1 0 0,0 1-1 0,3-1 0 16,-3 1 3-16,0-1 1 0,3 1 0 0,-3-1 0 15,0-2 5-15,3 3 0 0,-3-4 1 0,3 4 0 16,-3-6-3-16,3 3-1 0,0 0 0 0,-3 0 0 15,3 5 1-15,-3-6 0 0,0 7 0 16,3-4 0-16,-3 3-4 0,0 3-1 0,0 0 0 0,0 2 0 16,0-2 1-16,-3 5 0 0,0-3 0 0,0 3 0 15,0 1-9-15,0 1-1 0,-3-2-8 0,-3 3 12 16,3 2-12-16,0-5 0 0,-2 3 0 0,-1 0 0 16,0 2 0-16,0 1 0 0,-6-1 0 0,3 0 0 15,-3 3 0-15,3 0 0 0,-2-5 0 0,-4 5 0 16,3 5 0-16,-3-5 0 0,3 0 0 0,0 0 0 15,-6 3 0-15,1 0 0 0,-4-1 0 0,-6 1 0 0,3-1 0 16,-2 4 0-16,-4-4 0 0,-3 6 0 0,3 0 0 0,4-5 0 16,2 5 0-16,-3 0 0 15,3-3 0-15,1 0 0 0,-4 1 0 0,0-1 0 0,0 0 22 0,4 1 2 16,-1-1 0-16,3 0 0 0,3 0-39 0,3-2-7 16,1 0-2-16,2 2 0 0,3-2 24 0,3-1 0 15,0 1 0-15,3 0 0 0,0 5 12 0,3-8 6 16,-3 2 2-16,3 3 0 0,3-2-32 0,-3 0-5 15,1 2-2-15,-1-2 0 16,3 2-49-16,0 0-9 0,3-5-3 0,-3 8-589 16,0-2-119-16</inkml:trace>
  <inkml:trace contextRef="#ctx0" brushRef="#br0" timeOffset="3792.43">14201 4929 1074 0,'0'0'30'0,"0"0"8"0,6 0-30 0,0 0-8 0,0 0 0 0,0 0 0 16,3 0 52-16,-3-2 10 0,2 2 2 0,1-3 0 15,0 1-3-15,3 2 0 0,0-3 0 0,0 0 0 16,3 3-18-16,0-2-4 0,0 2-1 0,0-3 0 16,2 3-7-16,1 0-2 0,0 0 0 0,0 0 0 15,3 0-9-15,0 0-1 0,-3 0-1 0,-1 0 0 16,4 0-29-16,0 0-5 0,0 0-2 0,0 3 0 16,3-3 18-16,-1 2 0 0,1 4 0 0,3-4 0 15,-3 3 12-15,3 6 7 0,2-6 1 0,1 6 0 16,-3 0-20-16,0-1 0 0,2 1 0 0,-2 5 0 15,3-3 0-15,0 3 0 0,3 2 0 0,5 3 0 16,-2-2 0-16,6-1 0 0,-1 4 0 0,4 1 0 16,-6-1 0-16,2-1 0 0,4 3 0 0,0-1-9 15,2-1 9-15,-2 7 0 0,5-6 0 0,1 9 0 0,-3-3 0 16,-1 6 0-16,1-1 0 0,6 3-8 0,-7-2 8 0,7 2 0 16,-1-3 0-16,4 6-8 0,-7-3 8 0,1 0 0 15,0 5 0-15,5 6 0 0,-2-3 0 0,-1 2 0 16,1 1 8-16,3 0-8 0,-10-6 9 0,1 6-9 15,-1-3 12-15,1 7-12 16,-3 1 17-16,-1-2-3 0,1-1-1 0,0 3 0 0,-4-6 9 16,-2 4 2-16,-3-1 0 0,-1 8 0 0,-5-5-4 0,3 0 0 0,0-3 0 15,-4 3 0 1,-2-5-3-16,3 2-1 0,-6 6 0 0,3 2 0 0,-4-5-1 0,-2 0-1 16,0-3 0-16,-3 6 0 0,0-6-2 0,-3 0 0 0,-3 3 0 15,2 3 0-15,-2-3 0 0,-6-3-1 16,3 0 0-16,-3 6 0 0,-3-9-11 0,-3 6 12 0,3-2-12 0,-3 4 12 15,-3-5-3-15,0 3 0 0,-3 0 0 16,-3 0 0-16,0-3 7 0,-2 3 2 0,2 0 0 0,-6 5 0 16,3-5 0-16,0-2 0 0,-3-1 0 0,-3 0 0 15,0 0-7-15,0 3-2 0,1 0 0 0,-1 3 0 16,-3-6-9-16,0 0 0 0,0 1 0 0,0-1 0 16,1 0 9-16,-1 3 0 0,3-3 0 0,-6 6 0 15,3-3 0-15,0-5 0 0,-2-1 0 0,-4 3 0 16,3-5-1-16,0 0 0 0,-3 6 0 0,1 2 0 15,-1-6 24-15,0-2 5 0,3-2 1 0,-3 4 0 16,1-4-56 0,2-4-11-16,0 4-3 0,0 2 0 0,-3-3 32 0,1-2 0 0,-1 2 0 0,0-2 0 15,-3-3 0-15,0-3 0 0,4-2 8 0,-7 2-8 0,3-2 25 16,0 2 2-16,4 1 0 0,-4-1 0 16,6 1-41-16,0-6-8 0,-3 2-2 0,-2-2 0 0,2 1 24 15,0-7 0-15,0 1 0 0,-5 0 0 16,2-3 0-16,0 0 0 0,0-2 0 0,0-1 8 15,1 4 10-15,-1-4 2 0,0 3 0 0,0-2 0 0,1-1-31 0,-4 1-5 16,0-1-2-16,0 1 0 0,-2-3 18 0,2 2 0 16,0-2 0-16,-3 0 0 0,4-3 0 0,2 0 0 15,3 1 0-15,-6-4 0 0,7 1 0 0,-4-1 0 16,-3 1 0-16,-3-3 0 0,4 3 0 0,-1-3 0 16,0-1 0-16,-3 1 0 0,7-2 0 0,-4 2 0 0,6 0 0 15,-3-3 0-15,4 0 11 0,-1 0 5 16,0-2 2-16,0 0 0 0,0-1-18 0,1-2 0 15,2 0 0-15,0 0 0 0,-3 0-10 0,3 0-6 0,4 0 0 0,-4 0-1 16,6 0 27-16,-3 3 6 16,0-3 0-16,3 0 1 0,1 3-17 0,2-3 0 0,0 0 0 15,3 2 0-15,0-2 0 0,-3 0 0 0,6 3 0 16,-3-3 0-16,0 3-16 0,0-3-6 0,1 0-2 0,-1 2 0 16,0-2 15-16,3 0 9 0,0 0-12 0,-3 3 12 15,3-3-12-15,0 0 12 0,0 0-12 0,0 3 12 16,0-3 0-16,0 0 0 0,-3 0 0 0,4 0 0 15,-1 0-8-15,-3 0 8 0,0 0 0 0,3 0 0 16,-3 0-8-16,0 0 8 0,3 0 0 0,-3 2 0 16,3-2-26-16,-3 0 2 0,0 0 0 0,1 3 0 15,-1-3 24-15,3 0 0 0,-3 0 0 0,0 2 0 0,3-2 0 16,0 0 0-16,-3 0 0 0,3 3 0 0,-3-3 0 16,-3 0 0-16,4 3 0 0,-4-3 0 0,0 2 0 0,3-2 0 15,-3 0 0-15,3 3 0 0,0-3 46 0,0 3 14 16,3-1 4-16,0 1 0 15,0 0-103-15,1-3-20 16,2 2-4-16,0 1-1 0,0 0 52 0,0-1 12 0,0-2 0 0,0 3 0 0,6-3 0 16,-3 3 0-16,3-3 0 0,-6 2 0 0,6-2 0 0,0 0 0 15,-3 3 0-15,3-3 0 16,0 0-125-16,0 0-23 0,0 0-4 0,0 0 0 0</inkml:trace>
  <inkml:trace contextRef="#ctx0" brushRef="#br0" timeOffset="4318.432">14195 10790 1220 0,'0'0'34'0,"0"0"9"0,0 0-35 0,0 0-8 0,0 0 0 0,0 0 0 16,0 0 73-16,0 0 13 0,0 0 2 0,0 0 1 16,-3-5-20-16,3 5-4 0,0 0-1 0,0 0 0 15,0 0 0-15,-6 0 0 0,6 0 0 0,0 0 0 16,-6 3-20-16,6-3-4 0,-6 2 0 0,0 4-1 16,0-1-19-16,0 0-3 0,3 1-1 0,-3-1 0 0,0 3-16 15,0 0 10-15,0 0-10 0,0 0 8 16,0 0-8-16,-2-1 0 0,-1 4 9 0,0-3-9 15,0 0 0-15,-3 0 8 0,3 0-8 0,-3 0 0 0,3 0 0 16,0 0 0-16,-3 0 0 0,3-1 0 0,0-1 0 0,3-1 0 16,-2 0 0-16,2 1 0 0,0-4 0 0,0 4 0 15,3-4 0-15,-3 4 0 0,3-4 0 0,3-2 0 16,-3 8 0-16,3-8 0 0,0 0 0 0,-3 5 0 16,3-5 0-16,3 6 0 0,-3 2 0 0,3-6 0 15,3 4 0-15,-3-1 0 0,0 0 0 0,3 0 0 0,0 3 0 0,2-2 0 16,-2 2 0-16,3-3 0 15,3 3 0-15,-3 0 0 0,0 0 0 0,3 0 0 16,-3-3 0-16,0 3 0 0,3 0 0 0,-6-3 0 0,3 3 0 16,0-3 0-16,-3 1 0 0,3-1 0 0,-4 0 0 0,1-2 0 15,3 2 0-15,0-2 0 0,0-1 0 16,0 1 0-16,-3 0-9 0,6-3-7 0,-3 0 0 0,3 0-1 31,0 0-127-31,3-3-24 0</inkml:trace>
  <inkml:trace contextRef="#ctx0" brushRef="#br0" timeOffset="8482.546">8036 10655 946 0,'-3'-2'20'0,"-3"-1"5"0,-9-5 29 0,10 3-54 0,-1 2 0 0,0-2 0 0,-3 2 0 16,3 1 76-16,-3-1 9 0,3 0 3 0,0 1 0 16,0-1-13-16,0 0-3 0,0 1 0 0,0 2 0 15,6 0-12-15,-3 0-4 0,3 0 0 0,0 0 0 16,0 0-10-16,0 0-2 0,0 0-1 0,0 0 0 15,0 0-33-15,0 0-10 0,0 0 0 16,3 2 0-16,3 1 0 0,0 0 0 0,3 2 0 0,0-2 0 16,0 2 0-16,3-2-9 0,0 2 9 0,-1 0 0 15,1 0 0-15,0 1 0 0,0-1 0 0,3 0 0 16,-3-2 16-16,3 2 8 0,0-2 1 0,0 2 1 16,3 1-42-1,-1-4-9-15,1 3-2 0,3 1 0 0,0-4 27 0,0 4 0 0,3-1 0 0,2-2 0 16,-2 2 0-16,3 0 0 0,0 1 0 0,0-1 0 15,-1-3 0-15,-2 4 0 0,0-4 0 0,3 4 0 16,-3-4 0-16,5 1 0 0,-2 2 0 0,3-2 0 16,3 0 0-16,-4-1 0 0,1 1 0 0,3-3 0 15,0 3 0-15,-4-1 0 0,-2-2 0 0,3 3 0 16,-6-3 0-16,3 2 0 0,-1 1 0 0,4 0 0 0,0-3 0 0,0 2 0 16,2-2 0-16,1 3 0 0,3-3 0 0,-3 0 0 15,-1 0 0-15,1 3 0 0,-3-3 0 0,0 2 0 16,-4-2 0-16,4 3 0 0,0-3 8 0,3 3-8 15,-4-3 8-15,4 0-8 0,-3 0 13 0,3 0-1 16,-4 0-1-16,4 2 0 0,-3-2 0 0,-3 0 0 16,0 3 0-16,2-3 0 0,1 3-11 0,0-1 0 15,0 1 0-15,5-1 0 0,-2 1 0 0,0-3 0 16,0 0 0-16,2 3 0 0,-2-1 0 0,0 1 0 0,-3 0 0 0,2 2 0 16,-2-2 0-16,3 2 0 0,0-2 0 0,2 2 0 15,1-2 0-15,0-1 0 0,-4 1 0 16,7-1 0-16,-6 1 0 0,3 0 0 15,-1-1 0-15,-2 1 0 0,3 0 0 0,-1-1 0 0,1-2 0 0,3 3 0 16,0-3 24-16,-1 0 8 0,4 3 3 16,-3-3 0-16,-4 0-56 15,1 0-11-15,0 0-3 0,0 0 0 0,-1 0 79 0,4 0 16 0,-3 0 4 0,5 0 0 16,-5-3-64-16,3 3-15 0,-4 0-1 0,4-3-1 16,-3 3 27-16,0 0 6 0,-4-2 0 0,7-1 1 15,-3 3-17-15,2 0-12 0,-2 0 1 0,3-3 1 16,-3 3 10-16,-1 0 0 0,-2-2 0 0,0 2 0 15,-3 0 10-15,-1 0-2 0,1 0-8 0,-1444 0 12 16,2894 0-12-16,-1451-3 0 0,4 3 0 0,0 0 0 16,0 0 0-16,-4-3 0 0,4 3 0 0,-3-2 0 15,0 2 0-15,-4 0 0 0,4-3 0 0,0 3 0 0,0 0 0 16,-1-2 0-16,4 2 0 0,0-3 0 0,-3 3 0 0,2-3 0 16,1 1 0-16,0-1 0 0,0 3 0 0,-4-3 0 15,1 3 0-15,0-2 0 0,3 2 0 0,-1-3 0 16,1 3 0-16,3-3 0 0,-3 3 0 0,-1-2 0 15,4-1 0-15,0 0 0 0,-3 1 0 0,-4-1 0 16,4 0 0-16,-3 1 0 0,0 2 0 0,2 0 0 16,-2-3 0-16,3 1 0 0,0-1 0 0,-4 3 0 15,4-3 0-15,0 1 0 0,0-1 0 0,-4 3 0 0,-2-3 0 0,3 3 0 16,0 0 0-16,-1-2 0 0,1 2 0 0,3-3 0 16,-3 3 0-16,2 0 0 0,1-3 0 15,3 1 0-15,-3 2 8 0,-1-3-8 16,1 3 0-16,0-3 9 0,-3 1-9 0,2 2 0 15,-2 0 0-15,6-3 0 0,-3 1 0 0,2-1 0 0,1 0 0 16,3 3 0-16,-3 0 0 0,-4-2 0 0,1-1 0 0,0 0 0 16,-3 1 0-16,2-1 0 0,1 0 14 0,0 1-4 15,2 2-10-15,-2-3 12 0,0 0-12 0,3 1 12 16,-4 2-12-16,-2-3 8 0,3 0-8 0,0 1 8 16,-4-1-8-16,1 1 0 0,3-1 9 0,0 0-9 15,-4-2 10-15,4 2-2 0,-3 1-8 0,3-1 12 16,-4-2-4-16,1 2 0 0,0 0-8 0,0 1 12 15,0-1-12-15,-4-2 9 0,1 0-9 0,3-1 8 16,0 1-8-16,-4 0 0 0,1 2 0 0,3-2 8 16,0 2-8-16,-3-2 0 0,-1 5 0 0,4-3 8 0,0 0-8 15,-3 1 0-15,-1-1 0 0,-2 1 0 0,3-1 0 16,-3 0 0-16,3-2 0 0,-4 2 0 0,4-2 0 16,-3 2 0-16,0 1 0 0,0 2 0 0,-1-3 0 15,-2 3 0-15,3-3 0 0,-3 3 0 0,0 0 0 0,0 0 0 16,-3-2 0-16,2 2 0 0,-5 0 0 0,3-3 8 15,-3 3-8-15,0 0 0 0,-3-2 8 16,0 2-8-16,0 0 0 0,-1-3 8 0,1 3-8 0,-3 0 0 16,0 0 0-16,3 0 8 0,-3 0-8 0,0 0 0 15,0 0 0-15,3 0 0 0,-3 3 0 0,0-3 0 16,3 0 0-16,-3 2 8 0,2-2-8 0,4 3 0 0,0-3 0 0,0 0 0 31,0 2-29-31,3-2-2 0,0 3 0 0,3 0 0 16,2-3-116-16,1 0-23 0,0 0-5 0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2:35:12.939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19047 6477 1116 0,'0'0'32'0,"0"0"6"0,-3-5-30 0,0 0-8 16,0 0 0-16,0-1 0 0,3 1 91 0,-3 0 17 16,0-1 3-16,-3 1 1 0,3 2-19 0,0-2-3 15,-3 2-1-15,3-2 0 0,-3 0-27 0,0 2-6 0,0 1 0 0,0-1-1 16,3 0-13-16,-3 1-2 15,0-4-1-15,-3 4 0 0,1-1-8 0,-1 0-2 0,-3 1 0 0,0-3 0 16,0 5-6-16,-3-3-2 0,3 0 0 0,-3 1 0 16,0-1-5-16,-3 0-2 0,4 1 0 15,-4-1 0-15,-3 0-2 0,3 1 0 16,-3-1 0-16,0 0 0 0,0 1 2 0,1-1 0 0,-1 0 0 16,-3 3 0-16,6-2-5 0,-3-1-1 15,-3 1 0-15,4 2 0 0,-1-3-8 0,-3 3 12 0,0 0-12 16,-3 0 12-16,1 0-12 0,2 0 0 0,-3 0 9 0,0 0-9 15,3 0 0-15,1 0 0 0,-1 0 0 0,-3 0 0 16,6 0 0-16,0 3 0 0,0-3 0 0,-2 2 0 16,-1 1 0-16,0-1 0 0,0-2 0 0,-3 3 0 15,1 0 0-15,-1-1 9 0,-3 1-9 0,0-3 0 16,1 3 32-16,2-1 0 0,0 1 0 0,0-3 0 16,3 3-32-16,1 2 0 0,-4-2 0 0,3 2 0 15,0 0 0-15,0 0 0 0,-2 1 0 0,2-1 0 16,3 3 0-16,-3-3 0 0,3 3 0 0,3 0 0 15,-2 0 0-15,5 0 0 0,-3 0 0 0,3 3 0 16,0-4-44-16,0 4-16 0,3-3-4 0,3 3 0 16,0-1 52-16,0 1 12 0,1 2 0 0,2 0 0 0,0 0 0 0,0 1 0 15,3-1 0-15,-3 3 0 0,3-3 11 16,0 3 5-16,3-3 0 0,-3 3 1 0,3-3-27 0,0 3-6 16,0-3 0-16,3 3-1 15,-3-3 17-15,3-2 0 0,0 2 0 0,0-2 0 0,0-1 0 0,3 4 0 16,-3-6 0-16,3 2 0 0,0 1 0 0,0-1 0 15,-1-2 0-15,4 0 0 0,0 0 0 0,0-3 0 16,3 3 0-16,0 0 0 0,0-2 0 0,3-1 0 0,3 3 0 16,0-3 0-16,-1 3 0 0,1-3 0 0,6 1 0 0,0 2 0 15,-3-3 0-15,3-2 0 0,-1 2 0 0,1 0 0 16,0-2-11-16,3-1 2 0,0 1 0 0,5 0 0 16,-2-3 9-16,3 5 12 0,3-2-2 0,-1 2-1 15,1 0-9-15,0 0 0 0,-4 1 0 16,1-1 0-16,0 0 0 0,0-2-14 15,2 2 3-15,1 1 1 0,3-4 10 0,0 4 14 0,-4 1-3 0,7-1-1 16,-6-1-10-16,-1-2 0 0,4 2 0 0,-3-2 0 16,-1-3 0-16,1 0 0 0,0 0 0 0,6-3 0 15,-7 3 0-15,1-3 0 0,3 1 0 0,-4-1 0 16,-2-2 0-16,-3-1-9 0,0 1 9 0,-3-3-13 16,-1 0 13-16,1 0 8 0,-3-2 0 0,0 2-8 15,-3-3 0-15,2 1 0 0,-2-1 0 0,0 1 0 16,-3-1 58-16,-3 0 5 0,0 1 1 0,0-6 0 15,-4 3-49-15,1-3-15 0,-3-3 8 0,0 1-8 16,0-1 28-16,-3-2 3 0,0 0 0 0,-3-3 0 16,0 3-4-16,0 0-1 0,-3 0 0 0,0-3 0 0,-3 3-6 15,0 2 0-15,0-2-1 0,-3 2 0 0,-3 1-7 0,0 2-2 16,0-3 0-16,-6 4 0 0,1-4-2 0,-1 3 0 16,-3-2 0-16,-3 2 0 0,-3 0 19 0,0-3 3 15,1 1 1-15,-4 2 0 16,3-3-48-16,-6 6-10 15,3-3-1-15,-8 0-1 0,2 6 8 0,-6-3 1 0,3-1 1 0,-5 6 0 16,2 3-25-16,0 0-6 0,1 2-1 0,-1 3 0 16,3 3-96-16,-2 2-19 0,2 0-4 0,-6 3-883 0</inkml:trace>
  <inkml:trace contextRef="#ctx0" brushRef="#br0" timeOffset="969.607">17701 6779 1284 0,'0'0'36'0,"0"0"8"0,0 0-35 0,0 0-9 0,0 0 0 0,0 0 0 16,-3-3 116-16,3 3 20 0,-6-2 5 0,0-4 1 15,3 4-34-15,-2-1-6 0,-1 1-2 0,0-4 0 16,0 4-35-16,-3-4-7 0,0 4-2 0,0-4 0 15,-3 1-19-15,0 2-4 0,0-2-1 0,-3 2 0 16,0-2-8-16,0 0-3 0,-2 0 0 0,-4-1 0 16,0 1-8-16,0 0-1 0,0-1-1 0,-3 1 0 15,4-3-11-15,-4 3 12 0,-3 0-12 0,-3-3 12 16,-2 0-12-16,-1-3 0 0,-3 3 9 0,-6 0-9 16,1 0 21-16,2 0 0 0,-3 0 0 0,1 1 0 15,-1-1-21-15,0 0 0 0,-2 0 0 0,-7-3 0 16,3 3 0-16,4 3 0 0,-1-3 0 0,-2 3 0 15,5-1 0-15,0-2-18 0,-5 1 3 0,-1-1 1 16,0 2 14-16,4-2 0 0,-1 3 0 0,0-3 0 16,4 0 0-16,-1 0 0 0,0 0 0 0,-2-2 0 15,2 2 0-15,3 0 0 0,-5 3 0 0,2-3 0 0,3 0 13 0,4 0-1 16,-1 0 0-16,0 0 0 0,3 0-12 0,1 3 0 16,-1-1 0-16,0 1 0 0,0 0 0 15,1-1-10-15,-1 1 2 0,0 0 0 16,0 0 8-16,1 2 11 0,2-2-3 0,0 2 0 0,0 0-8 0,4 1-11 15,-4-4 3-15,-3 6 0 0,0-2 8 0,-2-1 0 16,-1 0 0-16,-3 3 0 0,4 0 9 0,-4 0-9 16,3 3 12-16,0-3-12 0,1 3 0 0,-1-3 0 0,0 2 0 15,-2 1 0-15,2 2 0 0,-3-2 0 0,0 2-12 16,1 1 3-16,-1-1 9 0,3 3 11 16,4-3-3-16,-4 3 0 0,3 0-8 0,0 0-16 15,-2 3 4-15,-1-1 1 0,3 1 11 0,-3 2 0 16,4-3-9-16,-1 4 9 0,3 2 0 0,0-3 18 0,4 5-3 0,-1-2-1 15,3 0-14-15,-3 0 0 0,3 0 0 0,-2 2 0 16,-1 1-12-16,3-1-4 0,-3 4-2 0,3-1 0 16,-2-3 18-16,2 3 0 0,0-2 0 0,0 2 0 15,6-2 11-15,-2-3 5 0,2-1 2 0,3 1 0 16,-3-2-18-16,3 1 0 0,0-1 0 0,3-1 0 16,0 0-12-16,-3-2-7 0,4-1-1 0,-1 1 0 15,-3-3 32-15,3 0 7 0,0 0 1 0,-3 0 0 16,3-3-88-16,3-2-16 0,-3-1-4 0,0 1-644 15,4-1-128-15</inkml:trace>
  <inkml:trace contextRef="#ctx0" brushRef="#br0" timeOffset="1387.033">13704 6517 1728 0,'0'0'38'0,"0"0"8"0,0 0 2 0,0 0 0 0,0 0-39 0,0 0-9 15,0 0 0-15,0 0 0 0,0 0 53 0,0 0 9 16,0 0 2-16,0 0 0 0,0 0 0 0,0 0 0 0,0 0 0 0,0 0 0 16,-3 3-52-16,0 5-12 0,0-3 0 0,0 6 0 15,0-1 0-15,0 3 0 0,3 1 0 0,-3 4 0 16,0 1 0-16,-3 2 0 0,3 3 0 0,-3-1 0 15,-3 1 0-15,3 0 0 0,0 3 0 0,0-4 0 16,0-1 32-16,-3 1 4 0,3-2 1 0,0-2 0 16,3 0-29-16,-2-4-8 0,-1 4 0 0,0-3 0 15,3 0 14-15,3 0 2 0,-3 2 0 0,0-2 0 16,3 0-4-16,0 0-1 0,0 0 0 16,3-1 0-16,0-1 14 0,0-1 3 0,3 0 1 0,0-2 0 15,2-1-18-15,-2-2-11 0,6 3 12 0,-3-3-12 16,3-3 13-16,0 0-4 0,3 1-1 0,-3-1 0 15,3 0-8-15,3-2 0 0,2 0 0 0,1-3 0 16,3 0 21-16,3 0-1 0,6-3 0 0,2 0 0 16,1 1-67-16,6-4-13 0,-1 1-4 0,4 2 0 15,3-2-153-15,2 0-31 0</inkml:trace>
  <inkml:trace contextRef="#ctx0" brushRef="#br0" timeOffset="3871.627">19014 8740 1638 0,'0'0'36'0,"0"0"7"0,0 0 1 0,0 0 3 0,-6-3-38 0,6-2-9 0,-3 0 0 0,0-1 0 16,0 1 73-16,-3 0 13 0,3-3 2 0,0 2 1 15,-3-2-20-15,0 3-4 0,0-3-1 0,0 0 0 16,3 3 0-16,-5-3 0 0,-1 0 0 0,0 0 0 16,-3 3-45-16,0-3-10 0,0 3-1 0,-3-3-8 15,3 0 0-15,-3 2 0 0,-3 1-10 0,4-3 10 16,-4 6 44-16,-3-4 16 0,0 4 3 0,0-1 1 15,0 0-52-15,-3 3-12 0,1 0 0 0,-4-2 0 16,3 2 0-16,0 0 0 0,-6 0 0 0,1-3 0 16,2 3 0-16,-3 0 0 0,0-3 8 0,1 3-8 15,-1 0 0-15,0 0 0 0,0 0 0 0,1 0 0 16,5 3 0-16,-3-3 0 0,3 3 0 0,0-1 9 16,1-2-9-16,2 0 0 0,-6 0 0 0,3 0 0 15,3 0 0-15,-6 0 0 0,4 0 0 0,-4 0 0 0,3 0 0 16,0 0 0-16,-3 0 0 0,1 3 0 15,5-3 0-15,-3 3 0 0,0-1 0 0,0-2-11 0,4 3 11 16,-1 0 0-16,0-3 8 0,-3 2-8 0,0-2 0 0,0 0 0 16,1 3 0-16,-1 0-8 0,0-1 8 0,0 1 0 15,3 2 0-15,-2 0 0 0,-1 1 0 0,3-1 0 16,0 0 0-16,0 3 0 0,0 0 0 0,4 3 0 16,-1-1 0-16,3 1 0 0,0 0 0 0,0-1 0 15,0 3-9-15,0 1 9 0,3-1 0 0,-3-3-9 16,4 6 9-16,-1-3 0 0,0 3-9 0,3-2 9 15,0 4 0-15,0-2-9 0,3 0 9 0,0 0 0 0,0 0-9 16,3-1 9-16,0-1 0 0,3 2-9 0,-3-1 9 16,6 4 0-16,0-3-11 0,0 2 11 0,3 1-10 0,0-1 10 15,0 1-13-15,3-1 3 0,0 1 1 0,3 0 0 16,3-4 9-16,-3 4-13 0,2-3 5 16,-2 0 8-1,3 0-30-15,0-6 2 0,0 3 0 0,3 1 0 0,0-4 28 0,3 1 0 0,2-1 0 0,4 1 0 16,0-3 0-16,3 0 16 0,-1 0-1 0,4 0-1 15,3 0-14-15,0-3 0 0,-7 3 0 0,7-6-10 16,0 4 0-16,0-1 0 0,5 0 0 0,4 1 0 16,0-1 10-16,2 0 0 0,1 1 8 0,-1-1-8 15,-2-3 0-15,3 1 0 0,-1 0 0 0,7 2-8 16,-4-2 8-16,1 2 0 0,-3-2 0 0,-1-3 0 16,-2 0 0-16,0 0 0 0,-1-3 0 0,4 0 0 15,-3 1 0-15,-4-1 0 0,1 0 0 0,-3 1 0 16,-1-4 0-16,-5-1 8 0,-3-1-8 0,-3 0 0 0,-4-6 0 15,-2 4 0-15,0-3 0 0,0-6-8 0,-6 3 57 0,0-5 12 16,0 0 3-16,-4-6 0 16,-2 1-52-16,0-3-12 0,0 0 0 0,-6-3 0 0,3 0 0 15,-3 6 0-15,0-1 0 0,0 1 0 0,-3-1 38 0,0 1 5 16,-3 2 1-16,0-2 0 0,0-1-24 16,-3 1-4-16,-3-3 0 0,0 2-1 0,-3 1-15 0,1-1 11 15,-1 3-11-15,-3 1 10 0,-3 1 0 0,3 4 0 16,-6 2 0-16,0 0 0 0,-2 3-10 0,-7 2-11 15,0-2 3-15,-6 5 0 16,1 0-29-16,-4 3-6 0,3 2-1 0,-6 3 0 16,7 0-102-16,-7 0-21 0,-3 0-4 0,-5 6-869 0</inkml:trace>
  <inkml:trace contextRef="#ctx0" brushRef="#br0" timeOffset="4718.389">17377 8991 1631 0,'0'0'46'0,"0"0"10"0,0 0-44 0,-3-5-12 0,0 2 0 0,0-2 0 16,0 2 102-16,-3-2 18 0,3 2 4 0,-3-2 1 15,3 0-31-15,0 2-6 0,-3-5-2 0,0 3 0 16,0-3-38-16,0 0-8 0,-3 0-2 0,-3 0 0 16,4-3-12-16,-4 1-2 0,-3-1-1 0,0 1 0 15,0-1-7-15,-3-2 0 0,-3 2-1 0,0 1 0 16,-2-3-7-16,-4-1 0 0,0 1-8 0,-3 0 12 15,4 0-12-15,-4-1 0 0,-3-1 8 0,-3 1-8 16,-2-2 0-16,-4 1 8 0,-3-1-8 0,-5 2 0 16,2 1 0-16,-3 0 0 0,4 0 0 0,-10-1 0 15,4 1 0-15,-1 0 0 0,-2 2 0 0,-4-2 0 16,6 3 0-16,1-1-21 0,-1-2 3 0,-8 0 1 16,8-1 17-16,-5 4-8 0,5-3 8 0,1-1 0 15,5 4 9-15,-3-1 9 0,4 1 2 0,-7-1 0 16,6 3-20-16,1-3 0 0,2 4 0 0,-2-4 0 15,5 3-13-15,3-3-7 0,3 1 0 0,-2 2-1 0,-1 0 21 0,0 0 0 16,1 0 0-16,-4-3 0 16,3 4 12-16,4-1 8 0,-4 0 0 0,0 2 1 0,3 1-33 0,4-3-8 15,-4 0 0-15,-3 0-1 0,1 0 21 16,2 0 0-16,-6 0 0 0,1 1 0 0,5 1 12 16,-3 4 8-16,3-1 0 0,-2-2 1 0,2 2-35 0,-3-2-7 15,4 2-2-15,-7-2 0 0,3-1 23 0,1 6 0 16,-1-2 0-16,3 4 0 0,0-2 14 0,4 3 7 15,2 2 2-15,-3 1 0 16,0-4-39-16,1 1-8 0,2 0-2 0,-3 2 0 0,0 0 26 0,4 1 0 0,-1-1 0 0,0 3 0 16,6 0 16-16,0 0 8 0,4 2 1 0,2 1 1 31,0-1-44-31,3 1-9 0,0 2-1 0,3-2-1 0,3 2 21 0,-3 0 8 0,6 0 0 0,-2 1-9 16,2-4 9-16,0 4 0 0,3-4-9 0,-3 1 9 15,0-1-12-15,3 1 3 0,0-1 0 0,0-2 0 31,0 0-35-31,0 0-6 0,0-2-2 0,3-6-655 0,0 0-131 0</inkml:trace>
  <inkml:trace contextRef="#ctx0" brushRef="#br0" timeOffset="5184.859">13894 8057 1486 0,'0'0'32'0,"0"0"8"0,0 0 0 0,0 0 3 0,0 0-35 0,0 0-8 16,0 0 0-16,0 0 0 0,0 0 84 0,0 0 14 0,0 0 3 0,0 0 1 15,0 0-37-15,0 0-7 0,0 0-2 0,0 0 0 16,-3 5-26-16,-3 1-6 0,3-1 0 0,-3 3-1 16,0-3-9-16,0 0-2 0,1 3 0 15,-4-2 0-15,3 2-12 0,0 0 9 0,-3 0-9 0,0-1 8 16,3 4-8-16,-3-3 0 0,3 3 0 16,-3-4 0-16,3 7 0 0,-3-4 0 15,3 1 0-15,0-1 0 0,0 1 0 0,0 0 0 0,0-1 8 16,3 1-8-16,0-1 0 0,0 1 0 0,1-3 0 0,-1 0-11 15,3 0 35-15,3 0 6 0,-3 0 2 0,2-3 0 16,1 3-16-16,0-3-4 0,3 0 0 0,0 1 0 16,3-1-1-16,0 0-1 0,3 1 0 0,0-4 0 15,3 1-10-15,3-3 0 0,3 3 9 0,-1-3-9 16,4 2 0-16,0-2 0 0,3-2 0 0,3-1 0 16,-1 0-156-16,-2 3-27 15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2:35:40.36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10519 10724 1130 0,'0'0'24'0,"0"0"6"16,0 0 33-16,0 0-63 0,0 0 0 0,0 0 0 0,0 0 0 0,0 0 68 0,0 0 6 15,0 0 2-15,0 0 0 0,0 0-9 0,0 0-2 16,0 0 0-16,0 0 0 0,-6-2-32 0,6 2-6 16,0 0-2-16,0 0 0 0,0 0 17 0,0 0 3 0,0 0 1 15,0 0 0-15,0 0-25 0,0 0-5 0,0 0 0 0,0 0-1 16,0 0-15-16,0 0 8 0,0 0-8 0,0 0 0 15,0 0 0-15,3 2 0 16,0 1 0-16,3 2 0 0,0-5 0 0,0 3 0 16,0-1 0-16,0 1 0 0,-1-3 0 0,4 0 0 15,0 3 0-15,3-3 0 0,-3 0 0 0,6 0 0 0,-3 0 0 16,3 0 0-16,3 2 27 0,0-2-1 0,2 0 0 0,1 3 0 16,0-3-26-16,0 0 0 0,0 0 8 15,3 3-8 1,-4-3-20-16,1 2-5 0,3 1-2 0,-6-3 0 0,3 3 52 0,-3-3 11 0,2 2 1 0,4-2 1 15,3 3-23-15,-3-3-5 0,6 0-1 0,-1 3 0 16,1-1-9-16,0-2 0 0,0 3 0 0,-1-3 0 16,-2 3 0-16,0-3 0 0,0 2 0 0,-3-2 8 15,2 0-8-15,-2 3 0 0,3-3 0 0,3 0 8 16,-3 0-8-16,2 2 0 0,1-2 0 0,0 3 0 16,0-3 11-16,-1 0-3 0,4 3-8 15,-6-3 12-15,0 0-12 0,-3 0 11 0,2 2-11 0,1-2 10 16,3 0-10-16,-3 3 0 0,5-3 0 0,-2 0 0 15,0 0 0-15,3 3 0 0,-4-3 0 0,4 0 0 16,-3 0 19-16,-3 0 1 0,-3 0 1 0,2 2 0 16,-5-2-33-16,3 0-8 0,0 3 0 0,3-3-1 15,-4 0 21-15,4 3 0 0,-3-3 0 0,3 2 0 0,-3-2 0 16,2 0 0-16,-2 3 0 0,0-3 0 0,0 0 0 16,-3 0 0-16,0 0 0 0,-1 0 0 0,-2 0 0 15,0 0 0-15,-3 0 0 0,3 0 0 0,0 0 47 0,-1447-3 13 16,2893 3 4-16,-1446 0 0 15,0-2-74-15,3 2-14 0,3-3-4 0,-3 3 0 0,-1 0 28 16,1-3 0-16,0 3 0 0,0 0 0 0,0 0 0 0,0-2 0 16,-3 2 0-16,2 0 0 0,-5 0 0 0,3 0 0 0,-3 0 0 0,0 0 0 15,-3 0 0-15,3 0 0 0,0 0 0 16,-1 2 0-16,4-2 20 0,-3 0 5 16,0 0 2-16,0 3 0 0,3-3-42 0,-3 0-8 0,3 0-1 0,-4 0-1 15,1 0 25-15,0 0 0 16,0 0 0-16,0 0 0 0,0 0 0 0,-3 3 0 0,0-3 0 15,3 0 0-15,-4 0 8 0,1-3-8 0,0 3 10 0,0 0-10 16,0 0 8-16,0 0-8 0,-3-3 0 0,0 3 9 16,0-2-9-16,0-1 0 0,0 0 0 0,-3 1 8 15,2-1-8-15,1-2 0 0,0 0 0 0,-3-1 8 32,3 1-41-32,0 2-9 0,0-2-2 0,0 0-636 0,0 2-127 0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2:36:10.401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brush xml:id="br1">
      <inkml:brushProperty name="width" value="0.05292" units="cm"/>
      <inkml:brushProperty name="height" value="0.05292" units="cm"/>
      <inkml:brushProperty name="color" value="#0070C0"/>
    </inkml:brush>
  </inkml:definitions>
  <inkml:trace contextRef="#ctx0" brushRef="#br0">23086 12936 1267 0,'0'0'28'0,"0"0"5"0,-6 0 38 0,6 0-71 0,0 0 0 0,-6-2 0 0,6 2 0 0,-6-3 109 0,6 3 15 16,-6-3 4-16,0 1 0 0,6 2-52 0,-6-6-9 15,0 4-3-15,0-1 0 0,6 3 0 0,-6-3 0 16,0 1 0-16,-2-1 0 0,8 3-51 0,-6-2-13 0,-3 2 0 0,0-3 0 15,-3 0 0-15,3 3 0 0,-3 0 0 0,0 0 0 16,0 0 0-16,-3 0 0 0,3 0 0 0,-2 6 0 16,-1-6 54-16,0 2 8 15,0-2 2-15,0 3 0 0,-3-1-52 0,0 1-12 0,0 0 0 16,1-3 0-16,2 2 0 0,-3 1 0 0,0 0 0 16,0-1 0-16,0 1 0 0,0 0 0 0,0-3 0 0,1 2 0 15,-4 1 0-15,0 0 0 0,-3-1 0 0,0 1 0 16,4 0 0-16,-7-3 0 0,3 0 0 0,0 2 0 15,0 1 0-15,-3-3 0 0,4-3 0 0,-4 3 0 16,3 0 0-16,0 0 0 0,0-2 0 0,1 2 0 16,-1-3 21-16,-3 3 2 0,0-3 0 0,-3 1 0 15,1-1-12-15,-1 0-3 0,0 3 0 0,0-2 0 16,1-1 20-16,-1 0 4 0,0 3 1 0,0-2 0 16,4-1-77-16,-1 0-16 15,-3 3-4-15,-3-2 0 0,3 2 52 0,-2 0 12 0,-1-3 0 0,0 3 0 16,1-3 48-16,-1 3 13 0,3-2 3 0,-3-1 0 15,6 1-78-15,1-1-15 0,-4 0-3 16,0 1-1-16,-3-1 33 0,4 0 0 0,-4 1 0 0,-3 2 0 0,3-3 0 0,1 0 0 16,-1 1 0-16,0-1 0 0,3 0 20 0,-2 1 10 15,5-4 2-15,-3 4 1 16,-3-1-53-16,4 3-10 0,-4 0-2 0,0 0-1 16,0 0 25-16,4 0 8 0,-4 0 0 0,0-2 0 0,3 2 21 15,1 0 11-15,2-3 3 0,-3 0 0 0,3 3-35 0,0 0 0 16,-2 3 0-16,-4-3 0 15,3 3-21-15,0-3-11 0,-2 0-3 0,-1 2 0 0,3-2 56 16,0 0 11-16,1 0 3 0,-1 0 0 0,3 0-35 0,-3 0 0 16,7 0 0-16,-7 0 0 15,3 0-20-15,-3 0-10 0,3 0-2 0,-5 0-1 0,2 0 53 0,3 0 10 16,0 0 2-16,-2 0 1 0,2 0-33 0,3-2 0 16,0-1 0-16,0 0 0 0,1 3 0 0,2-2 0 15,-3-1 0-15,0 3 0 0,0-3 0 0,-3 3 0 0,1 0 0 0,-1-2 0 31,0 2-15-31,0 0-9 0,3-3-3 0,-2 0 0 0,2 3 43 0,0-2 9 0,0-1 2 0,0 0 0 16,4 3-27-16,-1-2 0 0,3-1 0 0,-3 3 0 16,-3-2 0-16,3 2-19 0,-2 0 3 0,-4 0 1 15,6 0 15-15,-3 0 0 0,0 0 0 0,-2 2 0 16,2-2 0-16,3 0 0 0,-3 3 8 0,-3-3-8 16,6 2 12-16,1-2 0 0,-1 3-1 0,3 0 0 15,-3-1-11-15,0-2 0 0,0 6 0 0,1-4 0 16,-1-2 0-16,-3 3-16 0,3 0 4 0,-3-1 1 15,3 1 11-15,1 0 16 0,-1-3-4 0,0 2-1 16,0-2-11-16,3 0 0 0,0 3 0 0,1-3 0 16,-1 0 0-16,3 0 0 0,0 0 0 0,0 0 0 15,3 0 0-15,0 2 0 0,0-2 0 0,0 0 0 16,1 3 0-16,-1-3 0 0,0 5 0 0,0-2 0 0,-3 0 0 16,3-1 12-16,-3 4-12 0,3-4 12 0,-3 1-12 0,0 0 0 15,1 2 0-15,-1-2 0 0,0 2 0 0,0-3 0 16,0 4 0-16,0-4 0 0,0 4 0 0,0-4 0 15,1 1 0-15,-1 0 0 0,0-1 0 0,3 1 0 16,-3 0-12-16,0-1 12 0,3 1 0 0,0 0 0 0,0 2 0 16,-3-3 12-16,4 4-12 0,-1-4 0 0,-3 4 0 0,0-1 0 15,0 0 0-15,-3 1 0 0,3-4 0 16,0 3 0-16,0-2 0 0,-2 0 0 16,2 2 0-16,0-2 0 0,0-1 0 0,0 1 0 0,0 2 0 15,0-2 0-15,3 0 0 0,1-1 0 0,-1 1 0 0,0 0 0 16,0 2 0-16,0-3 0 0,3 4-12 0,0-4 12 15,0 1 0-15,0 0 0 0,0 2 0 0,-3-2 0 16,3 2 0-16,3-2 0 0,-2 2 0 0,-1-2 0 16,3 2 0-16,-3-3 0 0,3 4 0 0,-3-1 0 15,3 0 0-15,-3 1 0 0,3-1 0 0,-3 0 0 16,0 3 0-16,0-3 0 0,0 3 0 0,0 0 0 16,0-2 0-16,0 2 0 0,4-1 0 0,-1 1 0 15,0 0 0-15,0 0 0 0,3 0 0 0,-3 0 0 16,3 0 0-16,-3 0 0 0,3 0 0 0,0 3 0 15,3-3-8-15,0-1 8 0,0 1 0 0,0 0 0 16,0 0 0-16,3-2 0 0,0 1 0 0,0 1 0 16,3-2-12-16,-3-1 1 0,3 0 1 0,0 3 0 0,3-2 10 15,-3 1 0-15,5-4 0 0,-2 5 0 0,3-3 0 0,-3 1-10 16,0-1 10-16,0 3 0 16,3 0 0-16,-3-3 0 0,0 3 0 0,0-3 0 15,3 1-8-15,0-1 8 0,-1 0 0 0,1 1 0 0,3-4 0 0,0 3 20 16,-3-2-2-16,6 2-1 0,-3 1-29 15,3-1-7-15,0 0-1 0,-1 1 0 0,1-4 20 16,3 6-8-16,-3-3 8 0,3 1 0 0,0-4 0 0,-1 4-8 16,-2-1 8-16,3 0 0 0,-3 1 0 0,0-4 0 15,0 3 0-15,0-2 0 0,-1 0 0 0,1-1 0 0,3 1-8 16,0 0 8-16,0-1 0 0,3-2 0 16,-4 3 0-16,4 0 0 0,3-1 0 0,-3-2 0 0,0 0 0 0,-1 3 0 15,1-3 0-15,0 3 0 0,0-3 0 0,-3 0 0 16,0 0 0-16,2 0 0 0,-2 0 0 0,0 0 0 15,3 0 15-15,0 0 9 0,0 0 3 0,2 0 0 16,1 2-43 0,-3-2-9-16,3 3-2 0,-1 0 0 0,1-3 27 0,-3 2 0 0,0 1 0 0,0-3 0 15,-3 2 0-15,-1-2 0 0,1 0 0 0,0 3 0 16,-3-3 16-16,3 0 9 0,0 0 2 0,-1 3 0 16,1-3-43-1,0 0-8-15,0 2-1 0,3-2-1 0,-3 0 42 0,-1 0 8 0,1 0 1 0,0 0 1 16,0 0-26-16,0 0 0 0,3 0 0 0,-7 0 0 15,1 0-14-15,0 0-8 0,3 0-2 0,-3 0 0 16,6-2 39-16,-3 2 7 0,2 2 2 0,1-2 0 16,3 0-39-16,0 0-7 0,-1 0-2 0,4-2 0 15,0 2 24-15,-3 0 0 0,0-3 0 0,-1 3 0 0,-2-3 0 16,3 1 0-16,-3 2 0 0,3-3 0 0,-4 1 17 0,4-4 5 16,3 4 1-16,-3 2 0 0,3-3-37 0,-1 0-7 15,1 1-2-15,0 2 0 0,0-3 23 0,-4 0 0 16,1 1 0-16,3-4 0 0,-3 4 0 0,0-4 0 15,2 1 0-15,1 3 0 0,0 2 0 0,0-3 0 16,2 0 0-16,1 3 0 0,-3-2 0 0,0 2 0 0,2 0 0 16,-2 0 0-16,-6-3 0 0,3 3 0 15,-1-3 0-15,1 3 0 0,0 0 0 0,0-2 8 0,0 2-8 0,-1 2 8 16,4-2-8-16,-3 3 0 16,0 0 0-16,0-1-11 0,-1-2 11 0,1 3 0 0,0 0 0 15,-3-1 0-15,-3-2 0 0,2 3 0 0,1-3 0 16,0 2 0-16,0-2 15 0,0 0 5 0,2 3 0 0,1 0 1 15,0-3-21-15,-3 2 0 0,3-2 0 0,-1 3 0 16,1 0 0-16,0-3 0 0,-6 2 0 0,6-2 0 16,-7 0-12-16,1 0-6 0,3 0-2 0,0 0 0 15,0 0 32-15,0 0 7 0,2 0 1 0,4 3 0 16,-3-3-20-16,3 3 0 0,-4-3 0 0,4 0 0 16,0 2 0-16,-3-2 0 0,0 0 0 0,-4 0 0 15,1-2 0-15,0 2 0 0,0 0 0 0,3-3 0 16,-4 0 0-16,4 3 0 0,-3-2 0 0,3 2 0 15,-3 0-12-15,-1 2-7 0,4-2-1 0,-3 0 0 16,0 0 32-16,0 0 7 0,-3 3 1 0,-1-3 0 0,-2 0-20 16,3 0 0-16,-3 0 0 0,0 0 0 0,0-3 0 15,-4 3 0-15,4 0 0 0,0 0 0 0,-3 0 0 0,3 0 0 16,0 0 0-16,0 0 0 16,0 0-11-16,-1 3-5 0,1-3-2 0,0 3 0 0,-3-3 18 15,3 2 0-15,0-2 0 0,0 3 0 0,-1-3 0 0,1 3 0 16,-3-3 0-16,0 0 0 0,0 0 0 0,0 0 0 15,0 0 0-15,0 0 0 0,-1 0 11 0,1 0 5 16,0 0 2-16,0 0 0 0,3-3-18 0,-3 3 0 16,3-3 0-16,-3 3 0 0,2 0-11 0,-2-2-5 15,3 2-2-15,0-3 0 0,0 0 18 0,-3 3 0 16,0 0 0-16,3-2 0 0,-4 2 0 0,4 0 0 16,-3-3 0-16,0 3 0 0,0-3 0 0,-3 1 0 0,0 2 0 15,0-3 0-15,0-2 0 0,-3 2 0 0,2 1 0 0,-2-1 0 16,0-2 9-16,0 2-9 0,0-2 8 0,0-1-8 15,-3 4 12-15,3-4-2 0,0 1-1 0,-3 0 0 16,3 0 5-16,-3-3 1 0,3 0 0 0,0 2 0 16,-3-2 2-16,2 1 1 0,-2-1 0 0,0-3 0 15,0 3-3-15,3-3-1 0,-3 4 0 0,0-4 0 16,0 3-3-16,0-3-1 0,0 3 0 0,0-2 0 16,0-1-2-16,-3 1-8 0,3-1 12 0,-3-2-4 15,3 2-8-15,-3 1 8 0,0-1-8 0,-3-2 8 16,3 5-8-16,0-5 10 0,-3 2-10 0,0 1 10 15,0-1-10-15,0 0 12 0,0-2-12 0,-3 3 12 16,3 2-2-16,-3-3 0 0,3 1 0 0,-6 2 0 16,3-3-10-16,-3 3 12 0,0-3-12 0,0 1 12 15,0 2-12-15,-3 0 0 0,0-3 0 0,0 3 8 16,0-2-8-16,0 2 0 0,0 0 9 0,0 0-9 0,1-3 0 16,-4 4 0-16,3-4 0 0,-3 0 0 0,0 3 0 0,0-2 0 15,0-1 0-15,0 1-8 16,-3-4-69-16,-3 1-14 0,-2 0-2 0,-4-6-1141 0</inkml:trace>
  <inkml:trace contextRef="#ctx0" brushRef="#br0" timeOffset="6447.584">23003 9383 1018 0,'0'0'22'0,"0"0"5"0,-6 2 1 0,0 1 1 0,0-3-29 0,0 3 0 0,0-3 0 0,0 0 0 16,0 0 70-16,0-3 8 0,0 3 2 0,0-3 0 0,0 1-4 0,3 2 0 15,-3-6 0-15,0 4 0 0,3-1-15 0,-3-2-3 16,3 2-1-16,-6-2 0 0,6 0-7 0,-2-1-2 16,-1 1 0-16,0 0 0 0,0-1 0 0,-3 1-1 15,0 0 0-15,3-3 0 0,-3 3-20 0,0-1-4 16,0-2-1-16,-3 0 0 0,0 1-4 0,0-1-1 15,-3 2 0-15,4-2 0 0,-4 0 7 0,0 3 0 16,0-3 1-16,-3 0 0 0,0 0-11 0,3 0-2 16,-3 3-1-16,1 0 0 0,-1-3-3 0,0 3 0 15,-3-1 0-15,-3-2 0 0,3 3-8 0,-2-3 8 16,-1 3-8-16,-3 0 8 0,0-1-8 0,0 1 0 16,-2 0 9-16,-1-1-9 0,3 1 0 0,-3 2 0 0,4-2 0 15,-4 0 8-15,0 0-8 0,-3-1 8 0,3 1-8 16,-5 0 8-16,-1 2-8 0,0 0 0 0,1 1 8 0,-4-1-8 15,3 3 0-15,0 0 0 0,1 0 0 0,-4 0 0 16,0-3 0-16,-2 3 0 0,-1-2 0 0,-3 2 8 16,4 2-8-16,2-2 0 0,-3 3 8 0,-2-3-8 15,5 0 8-15,-3 0-8 0,1 0 10 0,-4 0-10 16,0 0 8-16,1 0-8 0,-1 3 0 0,0-1 0 16,4-2 0-16,-1 3 0 0,0-3 0 0,-2 0 0 15,-1 0 0-15,0 0 8 0,1 0-8 0,-1 3 0 16,3-1 0-16,1 1 8 0,2 0-8 0,0-1 0 15,1-2 8-15,-4 0-8 0,3 3 0 0,-5 0 9 0,5-1-9 16,0-2 0-16,1 5 0 0,-1-2 0 0,6-3 0 16,0 3 0-16,1-1 0 0,-1 1 0 0,0-3 0 15,0 3 0-15,1-1 0 0,-1-2 0 16,0 3 0-16,0 0 0 0,4-3 0 0,-4 2 0 0,6 1 0 0,-3 0 0 16,4-3 0-16,-1 2 0 15,0-2 0-15,0 3 0 0,-3 0 0 0,1-3 0 0,-1 2 0 0,0 3 0 16,-3-2 0-16,4 2 0 0,-1 1 0 0,3-4 0 15,0 4 0-15,1-4 0 0,2 4 0 0,0-4 0 16,0 3 0-16,0-2 0 0,0 2 0 0,1 1 0 16,-1-4 0-16,0 4 0 0,-3-4 0 0,3 1 0 15,1 0 0-15,-1-1 0 0,3 1 23 0,-3 0 5 0,3-3 2 16,0 2 0-16,1-2-30 0,2 0 0 16,0 0 0-16,0-2 0 15,0 2-16-15,3 0-8 0,-3-3-3 0,-2 3 0 0,5-3 27 0,-6 3 0 0,3-2 0 0,-3 2 0 16,3-3 0-16,-2 0 0 0,-1 1 0 0,0 2 0 15,-3-3 24-15,3 0 0 0,0 1 0 0,1 2 0 16,-1 0-24-16,3 0 0 0,0 0 0 0,0 2 0 16,0-2 0-16,0 0 0 0,1 3 0 0,-1 0 0 31,-3-1-16-31,3 1-8 0,-3 0-2 0,-3-1 0 0,3 4 26 0,-2-4 0 0,-1 3 0 0,0-2 0 16,0 0 16-16,3-1 8 0,-2 4 1 0,2-1 1 15,0-2-26-15,3-1 0 0,0 4 0 0,0-1 0 16,0 0 0-16,4 0 0 0,-1 1 0 0,-3-1 0 15,0 0 0-15,3 1 0 0,0-1 0 0,3 0 0 16,-3 0 0-16,4 1 0 0,-1 2 0 0,0-3 0 0,0 0 0 16,0 1 0-16,3 2 0 0,0-3 0 15,0 3 0-15,0 0 0 0,3 0 0 0,-3 0 0 16,3 0 0-16,0 2 0 0,0 1 0 0,0-1 0 16,1 4-46-16,2-4-14 15,-3 3-4-15,0 1 0 0,3-1 52 0,-3 0 12 0,3 0 0 0,-3 0 0 0,3-2 0 0,0 2 0 16,-3-2 0-16,3 2 0 0,0-2 0 15,0-1 8-15,0 1 0 0,3-1-8 0,-3-2 0 0,3 3 0 16,0-3-10-16,0 0 10 0,0-3 0 0,0 3 0 16,3 0 0-16,-3 0 0 0,3 0 0 0,3-3 0 0,-3 3 0 15,3-3 0-15,0 3-9 16,0-2 9-16,3-1 0 0,0 0 0 0,0-2-8 0,2 2 8 16,1 0 0-16,3 1 0 0,-3 2 0 0,3-3 0 15,0 0 0-15,0 1 0 0,3 1 0 0,-3-1 0 0,2-1 0 0,-2 0 0 16,3 3 0-16,-3-2 0 0,0-4 0 0,3 4 0 15,-3-1 0-15,2-3 0 0,1 4 0 0,3-4 0 16,0 4 0-16,3-4 0 0,-3 1 0 0,2 0 0 16,4 2 0-16,0-2-13 0,0 2 1 0,0-2 0 15,-4 2 12-15,4-3 16 0,0 1-3 0,-3 0-1 16,0-1-12-16,-1 1 0 0,4 0 0 0,3-3 0 16,-3 2 0-16,3 1-15 0,-1 0 3 0,4-1 1 15,-3 1 11-15,0 0 0 0,2-1 0 0,-2 1 0 16,-3-1 9-16,0 4 1 0,0-6 0 0,2 2 0 15,1 1-10-15,0 0 0 0,0-1 0 0,2-2 0 16,4 0 0-16,-3 3-17 0,0-3 4 0,-1 3 1 16,1-3 12-16,0 0 0 0,-3 2 0 0,2-2 0 0,-2 3 0 15,3-3 0-15,0 0 0 0,-1 3 0 16,4-3 0-16,-3 0 0 0,-1 2 0 0,1 1 0 16,0-3 0-16,-3 3 0 0,-1-1 0 0,1 1 0 15,-3-3 0-15,0 0 0 0,3 2 0 0,-1-2 0 16,1 0 0-16,0 0 0 0,3 3 0 0,-4 0 0 0,1-3 0 0,0 0 0 15,0 2 0-15,-1-2 0 0,-2 3 0 0,0-3 0 16,3 3 0-16,-3-3 0 0,2 0 0 0,4-3 0 16,0 3 0-16,0-3 0 0,-1 3 0 0,1-2 0 15,-3 2 0-15,3 0 0 0,-1-3 0 0,-2 3 0 16,0-3 0-16,3 3 0 0,-1 0 0 0,1-2 0 16,0 2 0-16,3-3 0 0,-4 1 0 0,4 2 0 0,-3-3 0 15,2 3 0-15,-2-3 0 0,-3 3 0 0,0-2 0 0,2 2 0 16,-2-3 0-16,3-2 0 0,0 2 0 0,2 0 0 15,-2 3 8-15,-3-2-8 0,3 2 0 0,2-3 0 16,-5 3 0-16,3-3 0 0,-3 3 0 0,-1 0 0 16,-2-2 0-16,3 2 0 0,0-3 0 0,3 0 0 15,-4 3 0-15,4 0 0 0,-3 0 0 0,0 3 0 16,-1-3 0-16,1 0 0 0,-3 0 0 0,0 0 0 16,2 0 0-16,-5 0 0 0,0 0 0 0,3 0 0 15,-3 0 0-15,2 0 0 0,1 0 0 0,-3 0 0 16,0 0 0-16,0 0 0 0,0 0 0 0,-1 0 0 15,1 3 8-15,0-3-8 0,0 0 0 0,-3 2 0 16,-1-2 0-16,-2 0 0 0,3 0 0 0,0 0 0 16,-3 0 0-16,3 0 0 0,-3-2 8 0,2 2-8 15,4 0 0-15,-3-3 0 0,0 0 0 0,3 3 0 16,-4 0 0-16,4 0 0 0,-3 0 8 0,0 0-8 16,0 0 0-16,3 0 0 0,-4 0 0 0,-2 0 0 0,3-2 8 0,-3 2-8 15,0 0 0-15,3-3 0 0,-3 3 0 0,-1-2 0 16,4 2 0-16,0 0 0 0,-3 0 0 15,3 0 0-15,-3 0 0 0,2 0 0 0,-2 0 8 16,0 0-8-16,0 0 0 0,0 0 0 0,-3 0 0 0,3 0 0 16,-3 0 0-16,-4 0 0 0,4 0 0 0,0 0 0 15,-3 0 8-15,0 0-8 0,-3-3 10 16,3 3-2-16,-3-3 0 0,0 3 0 0,-3-2 0 0,3-1 0 16,-3 0 0-16,3 1 0 0,-4-4 0 0,1 4 0 15,0-4 0-15,0 1 0 0,0-3 4 0,0 3 0 16,0-3 0-16,0 3 0 0,0-3 2 0,-3 0 1 15,3 0 0-15,0 0 0 0,-3 0-2 0,3 3 0 0,-3-3 0 0,0 0 0 16,3 0-1-16,-3 0 0 0,0 0 0 0,0 0 0 16,0 0 2-16,-3 3 0 0,3-3 0 0,0-3 0 15,-3 3 0-15,0 0 0 0,0-2 0 0,0-1 0 16,0 3 0-16,-3 0 0 0,0-2 0 0,0-1 0 16,0 1 0-16,0-4 0 0,0 4 0 0,0-3 0 15,-3 2-2-15,3-2 0 0,-3 0 0 0,0 2 0 16,0 0-12-16,0 1 11 0,-3-3-11 0,3 2 10 15,-3 3-10-15,0 0 0 0,3 0 9 0,-3 0-9 16,-2 3 0-16,2-3 0 0,0 3 0 0,0-3 0 16,-3 3 0-16,0-1-13 0,0 1 1 0,-3-3 1 31,0 3-35-31,-3-1-7 0,1-2-2 0,-7 3-783 0,3-3-157 0</inkml:trace>
  <inkml:trace contextRef="#ctx0" brushRef="#br0" timeOffset="16206.267">17433 1802 1728 0,'3'-13'38'0,"-3"7"8"0,3 4 2 0,-3-6 0 0,3 3-39 0,-3-3-9 0,3 2 0 0,-3 4 0 16,0-6 104-16,-3 0 20 0,0 2 3 0,0 6 1 16,-3-7-52-16,1 7-9 0,-1-6-3 0,-3 6 0 15,0 0 0-15,0 6 0 0,0-6 0 0,0 2 0 16,0 3-51-16,-3 1-13 0,3 2 0 0,-3-6 0 15,3 6 0-15,0 3 0 0,0-3 0 0,1 2 0 16,5 4 0-16,-3-6 0 0,6 5 0 0,0-3 0 16,0 1-20-16,6 0-8 15,-1 2 0-15,7-5-1 0,-3 5 20 0,3-5 9 0,0 5-8 0,3-5 8 16,-3 3 0-16,3-3-8 0,3 2 8 0,-3-2 0 0,2 3 0 16,-2-3 0-16,0 2 0 0,3-2 0 0,-3 0 0 0,-3-5 0 15,3 5 0-15,-6 2 0 0,3-7 0 0,-7 5 0 16,1 0 8-16,0 0-8 0,-3 2 9 0,-3-2-9 15,-6 0 12-15,3 0-12 0,-5 0 12 0,-1 0-12 16,0 5 12-16,-3-5-12 0,-3 0 12 0,0 5-12 16,0-5 12-16,0 0-12 0,0 0 8 0,0-3-8 0,1 3 0 15,-1-5 0-15,3 2 0 0,0-2 0 16,-3-3-11-16,3 3 11 16,-3-6-46-16,3 0-2 0,0-2-1 0,-2-3-689 0,5-3-138 15</inkml:trace>
  <inkml:trace contextRef="#ctx0" brushRef="#br0" timeOffset="16418.456">17362 1744 1911 0,'0'0'42'0,"0"0"9"0,0-6 1 0,3-2 2 0,0 3-43 0,0-3-11 0,3 0 0 0,0 6 0 16,0-6 85-16,0-3 15 0,3 9 4 0,0-6 0 15,0 0-38-15,2 2-7 0,1 4-2 0,0-4 0 16,3-2-22-16,0 3-5 0,0 3-1 0,3 2 0 15,0-6-20-15,-1 4-9 0,1 2 8 0,0 0-8 16,3 0 0-16,-3 2-11 0,3 4 1 0,-3-4 0 16,-4 3-187-16,1 3-38 0</inkml:trace>
  <inkml:trace contextRef="#ctx0" brushRef="#br0" timeOffset="16710.283">17666 1990 2088 0,'0'0'46'0,"0"0"10"0,0 0 1 0,0 0 1 0,0 0-46 0,6 0-12 0,-3 0 0 0,2 0 0 16,1 0 88-16,-3 0 15 0,3 0 3 16,-3 0 1-16,3 5-39 0,-3-5-7 0,-3 0-1 15,6 0-1-15,-3 8-23 0,3-8-4 0,-3 5 0 0,0 3-1 16,0 0-14-16,0 0-2 0,0 0-1 0,0 5 0 15,-3-5-4-15,3 8-1 0,-3-3 0 0,-3 6 0 16,3-1-9-16,-3-2 0 0,3 5 0 16,-3-2 0-16,3-1 0 0,-6 4 0 0,3-6 0 0,0 5 0 15,3-5-16-15,-3-6-3 0,0 3 0 16,3 1 0 0,-3-1-124-16,3-3-25 0,3-2-4 0,-3-2-902 0</inkml:trace>
  <inkml:trace contextRef="#ctx0" brushRef="#br0" timeOffset="17076.699">17939 2156 1728 0,'3'-13'38'15,"-3"5"8"-15,0 0 2 0,0 0 0 0,0-2-39 0,-3 2-9 0,3-3 0 0,-3 3 0 16,3 3 104-16,-2-3 20 0,-4 0 3 0,3 3 1 16,0 2 0-16,3 3 0 0,-6 0 0 0,6 0 0 0,0 0-103 0,-6 0-25 15,-3 3 0-15,3 5 0 0,0-3 56 0,0 8 7 16,0-5 1-16,0 8 0 0,3-3-52 0,-3 3-12 15,3-2 0-15,0 4 0 0,3-2 0 0,0 2 0 16,3-2 0-16,-3 6 0 0,6-12 0 0,-3 9 0 16,6-9 0-16,-3 3 0 0,3 1 0 0,0-6-16 15,3 0 3-15,0-1 1 0,2-1 12 16,1 2 16-16,0-6-3 0,3-2-1 0,0 6-12 0,-3-6 0 16,3-6 0-16,-3 4 0 0,2-4 0 0,-2 4 0 15,-3-6 0-15,0 3 0 0,-3-1 0 0,3-2 0 0,-6 0 0 16,3-2 0-16,-3-1 0 0,-3 1 0 15,3-4 0-15,-6-1 0 0,3-1 54 0,-3 2 8 0,0-1 2 0,0-4 0 16,-3 3-52-16,0 0-12 0,-3 3 0 0,-3 2 0 16,3-2 0-16,-6 0 0 0,0 5 0 0,0 0 0 15,-3 0 0-15,-3 0 0 0,4 0 0 0,-7 3 0 16,0 0-48 0,0 2-13-16,3 3-3 0,0 0-819 0,0 0-164 0</inkml:trace>
  <inkml:trace contextRef="#ctx0" brushRef="#br0" timeOffset="17632.179">18657 2109 1433 0,'0'0'40'0,"0"0"10"0,0 0-40 0,0 0-10 0,-3 0 0 0,3 0 0 16,0 0 117-16,0 0 22 0,-6-3 4 0,6 3 1 15,0 0-40-15,0 0-8 0,0 0-2 0,0 0 0 16,0 0-40-16,0 0-8 0,3-5-2 0,0 2 0 15,3 3-13-15,0-5-3 0,3 5-1 0,3-3 0 16,2 3-6-16,4 0-1 0,0 0 0 0,3 0 0 16,0 0-6-16,6 0-2 0,-1 0 0 0,1 3 0 15,0-3-4-15,0 0-8 0,-3 0 11 0,2-3-11 16,1 3 9-16,3-5-9 0,-3 2 0 0,5 3 9 16,1 0-9-16,0-5 0 0,-3 5 9 0,2 0-9 0,-2 0 0 15,-3 0 0-15,-3-5 0 0,-3 5 0 16,0 0-23-16,-7-3-9 0,1 3-1 0,-3-5-1 15,0 2-125-15,-3-2-25 0,0 2-4 0</inkml:trace>
  <inkml:trace contextRef="#ctx0" brushRef="#br0" timeOffset="17949.371">19190 1921 1549 0,'-18'-5'44'0,"9"5"9"0,3-3-42 0,-3 3-11 0,3-5 0 0,-3 5 0 16,6-3 94-16,3 3 17 0,0 0 3 0,0 0 1 15,0 0-34-15,0 0-6 0,0 0-2 0,6 3 0 16,6 2-18-16,0-5-4 0,6 0-1 0,-3 3 0 16,2 2-2-16,4 3 0 0,0-5 0 0,0 7 0 15,0-7-10-15,-3 5-2 16,3 0-1-16,-7 5 0 0,4-8-12 0,-6 3-3 0,3 3 0 0,-3-3 0 16,0 2-8-16,0 1-3 0,0 2 0 0,-3 0 0 15,-3-2 21-15,0 2 4 0,-4 0 1 0,1 3 0 16,-3-3-35-16,0 3 0 0,-3-5 0 0,-2 2 0 15,-1 0 0-15,-3-2 0 0,3 2 0 0,-3 0 0 16,-3-5-44-16,3 6-16 16,0-6-4-16,0-1 0 0,0-4 38 0,0 2 7 0,-3 1 2 0,3-4-758 15,0 4-151-15</inkml:trace>
  <inkml:trace contextRef="#ctx0" brushRef="#br0" timeOffset="18772.012">20315 1857 1486 0,'0'0'32'0,"0"0"8"0,-6 0 0 0,0-2 3 0,-3 2-35 0,0 0-8 0,3 0 0 16,-6 0 0-16,3 0 94 0,0 2 17 15,-3-2 3-15,0 6 1 0,4-6-51 0,-4 5-9 0,0-2-3 16,-3 5 0-16,0-3-23 0,0 6-5 15,0-1 0-15,-3-2-1 0,3 8-13 0,1-3-2 0,-1-2-8 0,-3 2 12 16,6 0-3-16,0 3-1 0,3-5 0 16,0 2 0-16,0 0 1 0,6 0 0 0,0 3 0 0,3 0 0 15,0 0-9-15,6 5 10 0,0-8-10 0,3 6 10 16,3-1-10-16,3-7 0 0,3 8 0 16,0-9 8-16,2 3-8 0,1-5 0 0,0-2 0 15,0 2 0-15,3-8 8 0,-3 0-8 0,5 0 8 0,1-6-8 16,0 4 20-16,3-6-2 0,0-3 0 0,-4 0 0 15,1-2 16-15,-3 0 3 0,0 2 1 0,-6-7 0 16,-1 2 2-16,-2 0 1 0,-3 0 0 0,0 0 0 16,-6-5 19-16,-3 3 3 0,0-1 1 0,-3-2 0 15,-3-3-52-15,-3 3-12 0,-3 0 0 0,-3-3 0 16,3 3 0-16,-6-6 0 0,1 9 0 0,-4-3 0 16,0 0 0-16,0 5 0 0,-3-5 0 0,0 7 0 15,1 4 0-15,-1 2 0 0,3-3 0 0,0 3 0 16,0 6-48-16,0 2-13 0,3 0-3 15,0 0 0-15,4 2-63 0,2 4-13 0,0-4-2 0,0 9-893 16</inkml:trace>
  <inkml:trace contextRef="#ctx0" brushRef="#br0" timeOffset="19095.785">21044 1736 1958 0,'0'0'43'0,"0"0"9"0,0 0 1 0,-3-6 3 0,0 1-45 0,0 3-11 0,3-6 0 0,0 8 0 16,0 0 104-16,-3 0 20 0,3 0 3 0,0 0 1 15,0 0-52-15,0 0-9 16,0 0-3-16,0 0 0 0,0 0-51 0,0 0-13 0,0 0 0 0,0 0 0 16,-3 2 0-16,3 6 0 0,0 5 0 0,0 1 0 15,0-1 54-15,0 5 8 0,0 1 2 0,0-1 0 16,0 1-52-16,0-1-12 0,0 1 0 0,0 0 0 15,0 2 0-15,0 0 0 0,0-5 0 0,0 5 0 16,0-5 0-16,0 0 0 0,0 2 0 0,0-2 0 16,0 5 0-16,0-5 0 0,3-3 0 0,-3 6 0 15,0-1-8-15,3-7-5 0,-3 7-1 0,0-7 0 16,3 2-10 0,0-5-3-16,0 0 0 0,0 0 0 15,3-3-150-15,3-2-31 0,-3 2-5 0,3-5-2 0</inkml:trace>
  <inkml:trace contextRef="#ctx0" brushRef="#br0" timeOffset="19507.01">21538 1789 1958 0,'0'0'43'0,"0"0"9"0,0 0 1 0,0 0 3 0,0 0-45 0,-6-6-11 15,0 4 0-15,0 2 0 0,0 0 104 0,0 2 20 16,-3 4 3-16,1-4 1 0,2 4-52 0,-3 7-9 0,3-5-3 15,-3 0 0-15,3 5-51 0,-3-2-13 16,3 2 0-16,-3 3 0 0,3-3 0 0,0 3 0 0,0 0 0 0,0 2 0 16,3-2 0-16,0 0 0 0,0 0 0 0,0 0 0 15,3 2 0-15,0-2 0 0,0 0 0 16,3 0 0-16,3-3 0 0,-3 3 0 0,6-3 0 16,-3 0 0-16,3-2 0 0,3-3 0 0,3 2 0 0,-3-7 0 15,3 2 0-15,2-5 0 0,-2 0 0 0,3 0 0 16,3 0 8-16,-3-8 0 0,3 3-8 0,-3 0 12 15,-1-3-12-15,1 0 9 0,0 0-9 0,-3-5 8 16,0 2 10-16,-3-2 2 0,0 0 0 0,0 2 0 16,-3-5 9-16,-3 3 3 0,2-3 0 0,-2-2 0 15,0-1-12-15,-3 1-3 0,0-1 0 0,-3 1 0 16,-3-1-7-16,0 1-2 0,0 2 0 0,-6 0 0 16,1 0-8-16,-1-3 0 0,-3 4 0 0,0 1 0 15,0 4 0-15,0-3-19 0,-3 5 3 0,3 0 1 16,-3-6-37-16,0 12-7 0,4-4-1 0,-1 1-1 15,0 3-126-15,6 2-25 0,0 0-4 0</inkml:trace>
  <inkml:trace contextRef="#ctx0" brushRef="#br0" timeOffset="20008.375">22247 1672 1814 0,'0'0'52'0,"0"0"10"0,0 0-50 0,-3-2-12 0,3 2 0 0,0 0 0 16,-3-8 114-16,3 8 20 0,0 0 4 0,0 0 1 15,0 0-41-15,0 0-8 0,0 0-2 0,0 0 0 0,0 0-33 0,0 0-7 16,0 0-2-16,-3 8 0 0,0 0-17 15,0 2-3-15,0 9-1 0,0-3 0 0,0 5-8 0,3 0-1 16,-3 3-1-16,3 0 0 0,-3 2-2 0,3-2 0 16,0 0 0-16,-3 2 0 0,3-2-13 15,0 0 11-15,-3-3-11 0,3 0 10 0,-3 0-10 16,3 3 0-16,0-3 0 0,-3 3 8 0,3-3-8 16,0 3 0-16,-3-3 0 0,3 0 0 0,-3 0 0 0,3-5 0 15,0 0 0-15,-3-3 0 16,3 1-25-16,0 2-7 0,0-6-2 0,0 1 0 15,0-1-99-15,0-2-20 0,3 0-4 0,-6 3-941 0</inkml:trace>
  <inkml:trace contextRef="#ctx0" brushRef="#br0" timeOffset="21243.8">16698 2964 1933 0,'-15'-6'42'0,"6"6"9"0,0-2 1 0,1 2 4 0,2-3-45 0,-3 3-11 15,3-3 0-15,0 3 0 0,3-2 94 0,3 2 17 16,0 0 3-16,0 0 1 0,0 0-51 0,0 0-9 15,0 0-3-15,0-6 0 0,3 4-18 0,0-6-4 16,3 8-1-16,3-8 0 0,0 5-5 0,2 3 0 0,4-2-1 0,3 2 0 16,-3-6-8-16,6 6-2 15,-3 0 0-15,3 0 0 0,-1 0-13 0,1 6 9 16,0-6-9-16,3 0 8 0,-3 0-8 0,0 0 0 16,-4 0 0-16,1 0 0 0,0 0 0 0,0 0 0 0,3-6-12 15,-3 6 12 1,3-2-84-16,-4-4-8 0,7 4-3 0,-3 2-666 0,0-8-134 0</inkml:trace>
  <inkml:trace contextRef="#ctx0" brushRef="#br0" timeOffset="21623.759">17436 2678 1728 0,'0'0'38'0,"0"0"8"0,0 0 2 0,0 0 0 0,-3-3-39 0,0 0-9 0,-2 1 0 0,2-1 0 16,-3 3 104-16,6 0 20 0,-9-5 3 0,3 5 1 0,-3 5-103 0,0-5-25 16,3 3 0-16,-3 2 0 15,0 0 0-15,-3 3 0 0,3 0 0 0,0-5 0 16,-3 5 0-16,3 2 0 0,0-2 0 0,7 0 0 0,-4 0 0 16,6 0 0-16,0 0 0 0,0 5 0 0,6-5 0 0,-1 0 0 15,4 0 0-15,-3 5 0 0,3-5 0 0,3 0 0 16,-3 6 0-16,0-7 0 0,3-1 0 0,-3 4 0 15,0-2 0-15,3 5 0 0,-3-5 0 0,0 0 0 16,0 6 0-16,-4-6 0 0,1 5 0 0,0-3 0 16,-3 1 0-16,0 0 0 0,-3 2 56 0,-3-3 7 15,0 1 1-15,0 5 0 0,-6-8-52 0,4 5-12 16,-1-5 0-16,-3 0 0 0,0 0 0 0,-3 0 0 16,3 0 0-16,0-3 0 0,-3 3-8 15,3-8-5-15,-3 3-1 0,3-1 0 16,-3-2-14-16,0 0-2 0,1-2-1 0,5-1 0 15,0-5-195-15,0 3-39 0</inkml:trace>
  <inkml:trace contextRef="#ctx0" brushRef="#br0" timeOffset="21810.004">17362 2654 1728 0,'0'0'38'0,"0"0"8"0,0 0 2 0,3-3 0 0,3-2-39 0,-3 2-9 0,6 1 0 0,-3-1 0 15,3 3 92-15,0-5 17 0,3 2 3 0,-1 3 1 16,4-5-78-16,0 2-16 0,0 3-3 0,3 0-1 0,-3-5 23 16,3 5 5-16,0 0 1 0,-1 0 0 15,1 5-97-15,0-5-19 0,0 3-4 0,0 2-891 16</inkml:trace>
  <inkml:trace contextRef="#ctx0" brushRef="#br0" timeOffset="22085.677">17651 2868 1893 0,'0'0'41'0,"0"0"9"0,-6 0 2 0,6 0 2 16,0 0-43-16,0 0-11 0,0 0 0 0,0 0 0 0,0 0 96 0,0 0 18 16,0 0 3-16,-3 6 1 0,3-6-21 0,0 0-4 0,0 7-1 0,0-4 0 15,3 8-73-15,-3-9-19 0,3 6 0 16,0 0 0-16,-3 3 0 0,3-3 0 0,0 2 0 0,-3 1 0 15,3 5 28-15,-3-6 3 0,0 4 0 0,0-1 0 16,0 3-23-16,0-3-8 0,0 3 0 0,-3-6 9 16,0 9-9-16,3-8 0 0,-3-1 0 0,0 6 0 31,0-8-40-31,3 3 0 0,0-1 0 0,0 1 0 16,0-3-133-16,0 2-27 0,3-2-6 0</inkml:trace>
  <inkml:trace contextRef="#ctx0" brushRef="#br0" timeOffset="22454.721">17841 3051 1652 0,'-3'-16'36'0,"3"8"8"0,0 3 2 0,0-8 0 15,0 2-37-15,0 0-9 0,0 1 0 0,0 2 0 16,0-3 111-16,0 3 20 0,0 0 4 0,0 6 1 16,0-6-48-16,0 8-8 0,0 0-3 0,0 0 0 0,0 0-10 0,0 0-3 15,0 0 0-15,0 0 0 0,-6 8-51 0,3 0-13 16,0 2 0-16,0 1 0 0,0-1 19 0,3 4 1 15,-3 2 0-15,0-3 0 0,3 0-32 0,0 3-7 16,0-3-1-16,3 3 0 0,-3-5 20 0,3 2 0 16,3 0 0-16,-3-5 0 0,3 3 0 0,3-1 0 15,-3-2 0-15,3 0 0 0,3-3 0 0,0 3 0 16,0-8 0-16,0 3 0 0,3-3 0 0,-3 0 0 16,2 0 0-16,4-3 0 0,-3-2 0 15,0 0 0-15,0 2 0 0,0-5 0 0,-3 0 0 0,0 0 0 0,-1-2 0 16,-2-1 0-16,0 3 43 0,0-8 12 15,-3 3 2-15,0-6 1 0,-3 4-28 0,0-4-6 0,-3 6 0 0,0-8-1 16,0 5-32-16,-3-3-7 0,-3 3 0 0,0 0-1 16,0 3 17-16,-3 3 0 0,0-6 0 15,1 10 0-15,-4-1 0 0,0-1 0 0,0 0 0 16,-3 8 0 0,3-8-157-16,0 8-28 0,0 0-6 0,6-3-897 0</inkml:trace>
  <inkml:trace contextRef="#ctx0" brushRef="#br0" timeOffset="23098.316">18636 3027 1908 0,'0'0'42'0,"0"0"9"0,-6 0 1 0,0-3 1 0,6 3-42 0,0 0-11 16,0 0 0-16,0 0 0 0,0 0 64 0,0 0 12 15,0 0 1-15,0 0 1 0,0 0-14 0,0 0-4 16,0 0 0-16,6 0 0 0,0 0 7 0,3 3 1 16,6-3 0-16,0 3 0 0,3-3-55 0,2 5-13 15,4-5 0-15,3 0 0 0,3 0 0 0,0 3 0 0,-1-3 0 0,1 5 0 16,-3-5 0-16,0 0 0 0,-1 0 0 0,1 0 0 15,3 3 0-15,0-3 0 0,-1 0 0 0,1-3 0 16,0 3 16-16,-3 0 1 0,0 0 0 0,-1-5 0 16,-5 2-17-16,0 3 10 0,-3-8-10 0,-3 5 8 31,-3 1-47-31,3-4-9 0,-6 4-3 0,-1 2 0 16,-2-5-45-16,-3 2-10 0,0-2-2 0,-3 5 0 15,0 0-6-15,0-6-2 0,-3 1 0 0,-3 2 0 16,0 1 18-16,1-6 3 0,-4 2 1 0,-3 4 0 0,0-9 59 0,0 3 12 0,0 0 3 0,0 0 0 15,-3 0 45-15,0 1 10 0,3-1 1 0,-2 0 1 16,2 0 49-16,3 0 10 0,-3 2 1 0,3-1 1 16,0 1-17-16,3 4-3 0,0-6-1 0,0 8 0 15,6 0-39-15,0 0-8 0,0 0-2 0,0 0 0 16,0 0 21-16,0 0 4 0,0 0 1 0,6-6 0 16,0 4-23-16,3 2-5 0,0 2-1 0,0 4 0 0,3-4 7 0,0 4 2 15,-1 2 0-15,4-6 0 0,-3 6-5 0,0 3-1 16,-3-1 0-16,3 4 0 0,-3-1-3 0,0-3-1 15,0 6 0-15,-3-3 0 0,0 3-8 0,0-2-1 16,0 1-1-16,-3-1 0 0,0-1-5 0,-3 3-1 16,3-3 0-16,-6-2 0 0,3-1-8 0,-3 6 8 15,-3-8-8-15,0 3 8 0,3-1-8 0,-3-2 8 16,0 3-8-16,-3-3 8 0,3 2-8 16,0-2-9-16,0 0 9 0,-3-5-13 15,3 5-23-15,-3-3-4 0,3 0 0 0,0 3-784 0,0-8-157 16</inkml:trace>
  <inkml:trace contextRef="#ctx0" brushRef="#br0" timeOffset="25667.583">20252 2638 1587 0,'0'0'35'0,"0"0"7"0,0 0 2 0,0 0 0 0,0 0-35 0,0 0-9 0,0 0 0 0,0 0 0 16,-3 3 76-16,0 7 12 0,3-7 4 0,-3 5 0 16,0 0-6-16,3 2-1 0,-3 1 0 0,0 2 0 15,0 0-41-15,0 3-8 0,0 0-1 0,1 5-1 16,-1-5-16-16,0 0-3 0,0 3-1 0,0 4 0 16,0-7 1-16,0 8 0 0,0 3 0 0,0-4 0 15,0 4 1-15,0-1 1 0,3 3 0 0,-3-2 0 16,0-3 17-16,3 0 3 0,0-3 1 0,-3 3 0 0,3-3-46 0,-3-3-10 15,3 1-2-15,0-1 0 16,0-7 20-16,0 2 0 0,0 0 0 0,3-5 0 16,-3 0-39-16,3 0-4 0,0-3-1 15,-3-5-1057-15</inkml:trace>
  <inkml:trace contextRef="#ctx0" brushRef="#br0" timeOffset="26205.665">20982 2799 2188 0,'0'0'48'0,"0"0"11"0,0 0 1 0,0 0 1 0,0 0-49 0,-6 0-12 0,0-5 0 0,0 10 0 15,0-5 54-15,0 0 8 0,-3 3 2 0,0 2 0 16,3 1 0-16,-3-1 0 0,0 6 0 0,0-3 0 16,0-1-52-16,0-1-12 0,0 10 0 0,0-6 0 15,-2 1 0-15,2 5 0 0,3 0 0 0,-3 5 0 16,6-5 0-16,0 5 0 0,0-3 0 0,6 1 0 15,0 2 0-15,0-5 0 0,3 0 0 0,3 0 0 16,3-3 0-16,-1 0 0 0,4-5 0 0,3 0 0 0,0 0 0 16,-3-3 0-16,3-2 0 0,3 2 0 0,-4-5-8 15,1-5 8-15,0 0 0 0,3-1 0 0,0 1 0 16,3-3 0-16,-3-5 0 0,2 0 9 16,-2 2-1-16,-3-8-8 0,0 4 12 0,-3-4-4 15,0 1 23-15,-3-1 4 0,-1 0 1 0,-5-2 0 0,0 3-7 16,-3-1-1-16,-3 1 0 0,-3-1 0 0,0 3-15 0,0 0-3 15,-6 1-1-15,1-1 0 0,-1 2-20 0,-6-1-4 16,0 1-1-16,-3 6 0 0,0-7 16 0,0 9 0 16,-3-7 0-16,4 5 0 15,-1 5-24-15,0-4-1 0,0 4-1 0,3 3 0 16,0 0-61-16,0 0-12 0,6 0-2 0,-2 3-1 16,5 4-162-16</inkml:trace>
  <inkml:trace contextRef="#ctx0" brushRef="#br0" timeOffset="26508.873">21669 2678 1792 0,'0'0'51'0,"0"0"10"0,0 0-49 0,-3-6-12 0,0 1 0 0,0 5 0 16,0-8 119-16,0 8 21 0,0-5 4 0,3 5 0 15,-3-3-26-15,-3 3-6 0,6 0 0 0,0 0-1 16,0 0-89-16,0 0-22 0,-6 0 0 0,3 8 0 15,0-5 56-15,0 7 6 0,0 1 2 0,3 2 0 16,-2-2-52-16,2 7-12 0,-3-7 0 0,3 7 0 16,-3-2 0-16,3-2 0 0,0 4 0 0,-3-2 0 15,3 3 0-15,0-6 0 0,-3 3 0 0,3 5 0 16,-3-3 0-16,3 3 0 0,0 1 0 0,-3 1 0 0,3-1 0 16,0-1 0-16,0 0 0 0,0-3 0 0,0 1 0 0,0-3 0 15,0-6 0-15,0 4-10 16,3-6-40-16,-3 0-8 0,3 0-2 0,3-3 0 15,-3 0-88-15,2-2-17 0,4-3-4 0,0 0-839 0</inkml:trace>
  <inkml:trace contextRef="#ctx0" brushRef="#br0" timeOffset="26905.132">22089 2778 1552 0,'0'-13'44'0,"-3"10"10"0,3-5-43 0,0 3-11 0,-3 0 0 0,3 2 0 16,-3-5 104-16,0 3 20 0,3 5 3 0,-6-3 1 15,6 3 0-15,-9 0 0 0,3 0 0 0,0 0 0 16,0 3-52-16,-3 2-9 0,3 3-3 0,0-2 0 16,0 4-51-16,-3-2-13 0,4 5 0 0,-1 1 0 15,0-4 0-15,0 1 0 0,0 5 0 0,3-1 0 16,0-1 0-16,0 2 0 0,0 5 0 0,3-3 0 16,3 3 0-16,0 1 0 0,0-1 0 0,3 3 0 15,3-3 0-15,3 0 0 0,-4-5 0 0,7 0 0 16,-3-3 0-16,3-3 0 0,3 1 0 0,0-3 0 15,-3 0 0-15,3-5 0 0,-1-3 0 0,1 2 0 16,-3-4 0-16,3-1 0 0,-3-2 0 0,3 2 0 0,-3-5 54 16,0-5 8-16,2 5 2 0,-2-5 0 0,0-3-52 0,0 0-12 15,-3-5 0-15,0 0 0 16,0-1 35-16,-3 1 4 0,0 3 1 0,-3-3 0 0,0-1-16 16,0 6-2-16,-4-5-1 0,-2 5 0 0,0 1-11 15,-2-4-2-15,-4 3-8 0,0 0 12 0,-3 0-12 16,0 1 0-16,-3 1 0 0,-3 1-10 0,3 0 10 15,-3 2-13-15,0 3 5 0,-3-2 8 16,1 4-104-16,-1 4-14 0,-3-1-2 0,0 6-1131 0</inkml:trace>
  <inkml:trace contextRef="#ctx0" brushRef="#br0" timeOffset="41676.556">18166 14892 922 0,'0'0'26'0,"-6"0"6"0,-3 0-32 0,3 0 0 0,-3 0 0 0,3-3 0 16,0 3 40-16,-3 0 3 0,3-3 0 0,-3 3 0 15,3-2-3-15,-3 2-1 0,3 0 0 0,-3-3 0 16,3 3 9-16,-2-3 3 0,-1 3 0 0,0 0 0 16,3 0 13-16,0 3 2 0,0-3 1 0,0 3 0 15,0-3-1-15,0 2 0 16,3 1 0-16,3-3 0 0,0 0-23 0,-6 3-5 0,6-3-1 0,0 0 0 16,-3 5-18-16,3-5-4 0,0 0-1 0,0 5 0 15,0-5-6-15,3 6 0 0,0-4-8 0,3 3 12 16,0-2-2-16,3 0-1 0,-3 2 0 0,3-2 0 15,3-1 2-15,0 1 0 0,-1 0 0 0,4 2 0 16,-3-2-11-16,3-1 0 0,3 1 9 0,-3 0-9 16,3-1 16-16,0 1-2 0,-1 2 0 0,1-2 0 15,6 2-14-15,-3-2-18 0,3-1 4 0,3 1 1 16,-1 0 13-16,1-3 0 0,3 2 0 0,3 1-9 16,-4-3 19-16,4 0 4 0,0 3 1 0,-3-1 0 15,5 1-24-15,-2-3-5 0,0 3-1 0,3-3 0 16,2 2 15-16,-2-2 0 0,6 0 0 0,-4 0-9 15,1 0 9-15,0 0 0 0,-4 3 0 0,4-3 0 16,0 0 0-16,0 2 0 0,2-2 0 0,-2 3 0 0,3-3 0 16,-4 0 0-16,4 0 0 0,-3 3-8 0,-1-1 21 0,1 1 5 15,0-3 1-15,2 3 0 0,-2-1-29 0,3 1-6 16,2 0 0-16,1-1-1 0,-3 1 17 0,-4 0 0 16,1-1 0-16,3 1 0 0,-3 0 0 0,-1-1 0 15,1 3 0-15,6-2 0 0,-7 2 0 0,1-2 0 16,3 0 0-16,-1-1 0 0,-5 1 0 0,3 0 0 0,-1-1 0 15,4 1 0-15,-3-3 0 0,2 3 0 0,1-1 0 0,0 1 0 16,-1-3 0-16,-2 0 0 0,0 0-8 0,0 0 8 16,-4 0 0-16,4 0 0 0,0-3 0 0,-1 3 0 15,-2 0 0-15,3 0 0 16,-1 0 0-16,1-2-10 0,-3-1 10 0,0 0 0 0,-4 3 0 16,7-2 0-16,-6-1 0 0,3 0 0 0,-1 1 8 0,1-1-8 15,0 0 0-15,2 1 0 0,-2 2 0 16,0-3-8-16,-3 0 8 0,-1 1 0 0,1 2 0 0,3-3 0 15,-3 1 0-15,-1-1 0 0,4 0 0 0,0 3 0 16,-4-5 0-16,4 5 0 0,-3-3 0 0,0 1 0 16,-1-1 0-16,-2 3 0 0,0-3 0 0,0 3 0 31,2-2-32-31,-5 2-10 0,3 0-2 0,0-3-1 0,-3 3 72 0,-1 0 14 0,1 0 3 0,0 0 1 16,-3 0-34-16,0 0-11 0,-4 0 0 0,4 0 0 0,-3 0 0 0,0 0 0 15,-3 0 0-15,3 0 0 0,-1 0 0 16,1 0 0-16,0 0 0 0,0 0 0 0,0 0 0 0,0 0 0 15,-1-3 0-15,1 3 0 0,0-2 0 0,0 2 0 16,-3-3 0-16,3 3 0 0,2-3 13 0,-5 1-4 16,3 2-1-16,-3-3 0 0,0 3-8 0,0 0 0 15,-3-2 0-15,2 2 0 0,4-3 0 0,-3 3 0 16,0 0 0-16,0-3 0 0,3 3 0 16,-3-2 12-16,2 2-2 0,-2-3 0 0,3-2-10 0,0 2 0 15,-3-2 0-15,3 2 0 0,-4-2 0 0,4 2 0 16,-3-2 0-16,-3 0 0 0,3-1 0 0,-6 1 8 15,3-3-8-15,-3 3 12 0,0-1 0 0,-4-2 1 16,4 1 0-16,-3-1 0 0,0 0 3 0,0 0 1 16,-3-5 0-16,3 2 0 0,0 0-5 0,-3 1 0 0,3-6-1 0,0 3 0 15,0-3 5-15,0 0 0 16,-3 0 1-16,3 0 0 0,-1 0-17 0,-2 0 0 0,3 1 8 0,0-1-8 16,-3 0 0-16,3 0 0 0,0 0 0 0,-3 0 0 15,0 3 0-15,0-3 0 0,-3 3 0 0,3-3 0 16,-3 3 20-16,-3-1 1 0,3-1 0 0,-6-1 0 15,3 0-13-15,-6 0-8 0,3 0 10 0,0-2-10 16,-3 2 36-16,-3 0 2 0,0 0 0 0,0 0 0 16,-3 0-30-16,0 3-8 0,-3 0 0 0,1-1 0 15,-4 1 0-15,3 3 0 0,-6-1 0 0,0 1 0 32,0-1-20-32,-2 3-4 0,-4-3-2 0,-3 1 0 0,3-1 26 0,-6 3 0 0,4 0 0 0,-4 0 0 15,0 0 23-15,0 3 0 0,1-3 0 0,-4 3 0 16,3 0-35-16,-2-1-6 0,-4 1-2 0,-3 2 0 15,3-2 32-15,-2 3 7 0,2-1 1 0,-6 0 0 0,4 1-20 16,-1-4 0-16,-3 4 0 0,-2 2 0 0,2 0-11 0,-2 0-5 16,-1 0-2-16,-3 0 0 0,4 0 18 0,-1 0 0 15,-3 0 0-15,-2 2 0 0,2 1 0 0,-2 0 0 16,2-3 0-16,-5 2 0 0,5 1 0 0,0 0 8 16,1-1-8-16,-7 1 0 0,4-1 0 0,-1 4 11 15,3-4-11-15,-2 1 10 0,5 0-1 0,-2-1 0 16,-1 4 0-16,-3-1 0 0,7-2-9 0,-4 2 0 15,4-3 0-15,-1 4 0 0,0-4 0 0,4 4 0 0,-4-4 0 16,0 1 0-16,4 0 0 0,-4 2 12 0,4-2-12 0,-4-1 12 16,6 1-12-16,-2 0 0 15,5-1-12-15,-6 1 12 0,7-3 0 0,-4 0 0 0,0 0 0 16,-2-3 0-16,2 3 0 0,3-2 0 16,0 2 0-16,-2 0 0 0,5-3 0 0,0 3 0 0,1-3 0 0,-4 3 0 15,3-2 0-15,-2 2 0 0,-1-3 0 0,0 0 0 16,0 1 0-16,4 2 0 0,-1-3 0 0,3 0 0 15,1 1 0-15,-1 2 0 0,-3-3 0 0,3 3 0 16,1-3 0-16,-4 3 0 0,3 0 0 0,-3-2 0 16,7 2 0-16,-4-3 0 0,3 0 0 0,-3 1 0 15,7 2 0-15,-1-3 0 0,0 1 0 0,-3 2 0 16,3-3 0-16,-2 3 0 0,2-3 0 0,-6 3 0 16,3 0 0-16,4-2 0 0,-4 2 0 0,0 0 0 0,3-3 0 0,3 3 0 15,-2-3 0-15,-1 3 0 0,3-2 16 16,-3 2 12-16,0 0 1 0,-2 0 1 0,5 0-30 0,-3 0 0 15,-3 0 0-15,4 0 0 16,-1-3-28-16,0 3 2 0,0-3 0 0,0 3 0 0,4-2 26 0,-1 2 0 16,0-3 0-16,3 0 0 0,0 1 24 15,0 2 9-15,-2 0 3 0,-1-3 0 0,3 3-25 0,-3-2-11 16,3 2 10-16,0 0-10 0,-2 0 24 16,2 2 0-16,3-2-1 0,-3 3 0 0,3-3-23 0,0 0 0 15,1 0 0-15,2 2 0 0,0-2 0 0,3 0 0 16,-3 0 0-16,3 3 0 0,3 0 0 0,-3-3 0 15,3 2 0-15,0 4 0 0,0-4 0 0,4 1 0 0,-1 2 0 16,0 1 0-16,0-1-9 0,0 3-7 16,0-3 0-16,3 3-1 0,-3 0 17 0,3 3 0 0,0-4-8 15,-3 7 8-15,3-4 0 0,-3 1 0 0,3 2 0 16,0 3 0-16,0 0 0 0,0 0 0 0,0 2 0 0,3 3 0 16,0-2 0-16,0 2 0 0,3 0 0 0,0 3 0 15,3-3 0-15,-3 0 0 0,3 1 0 0,3 1 0 16,-3-1 8-16,3 1-8 0,0-1 11 0,0 1-11 15,0 1 0-15,2 0 0 0,1 2 0 0,3 1 0 16,-3-1 0-16,0 1 0 0,3-1-12 0,-3 1 3 31,3-3-29-31,0-3-6 0,0 0 0 0,2 0-1161 0</inkml:trace>
  <inkml:trace contextRef="#ctx0" brushRef="#br0" timeOffset="48852.32">10034 2866 1564 0,'0'0'44'0,"0"0"10"16,0 0-43-16,0 0-11 0,0 0 0 0,0-6 0 16,0 4 108-16,0 2 20 0,0 0 4 0,0-8 1 0,0 8-34 0,3-3-7 15,0 0-2-15,2 3 0 0,1-5-36 0,3 3-7 16,-3 2-2-16,3-6 0 0,3 6-6 0,-3-2-2 15,3 2 0-15,3 0 0 0,0-6-5 0,3 4 0 16,-1-1-1-16,4 3 0 0,3-3-11 0,0 1-1 16,0 2-1-16,0 0 0 0,2 0-10 0,-2 0-8 0,0 0 12 15,3 0-12-15,-3 0 8 0,-4 0-8 16,1 0 0-16,-3 0 0 0,-3-3 0 0,0 3 0 0,0-3-11 0,-3 3 11 31,0 0-124-31,-3-5-19 0,-1 2-3 0,-5 3-591 0,3-5-119 16</inkml:trace>
  <inkml:trace contextRef="#ctx0" brushRef="#br0" timeOffset="49116.757">10293 2667 1551 0,'-3'-5'34'0,"0"2"7"0,-3-5 2 0,3 3 1 0,0 2-36 0,3-2-8 0,-3 5 0 0,0-8 0 15,3 8 97-15,0 0 18 0,0 0 3 0,0 0 1 16,0 0-47-16,0 0-10 0,0 0-2 0,0 0 0 15,0 0-22-15,0 0-5 0,6 8-1 0,0-5 0 16,-3 7 4-16,3-2 0 0,0 3 0 0,-3 2 0 0,2 0-7 16,1 1-1-16,-3 1 0 0,3 4 0 0,-3-1-8 0,3 1-1 15,-3-1-1-15,0 4 0 0,0-4-9 0,-3 3-1 16,3 3-8-16,-3 3 12 0,3-6-12 0,-3 3 0 16,0-1 8-16,3 4-8 0,-3-6 0 0,0-2 0 15,0-1-9-15,3-2 9 16,-3 0-111-16,3-3-16 0,0-2-3 0,0-3-904 15</inkml:trace>
  <inkml:trace contextRef="#ctx0" brushRef="#br0" timeOffset="49526.486">10983 2617 1958 0,'0'0'43'0,"0"0"9"0,0-3 1 0,0 3 3 0,-3-8-45 0,0 3-11 0,-3 0 0 0,0 2 0 16,0 3 127-16,0 0 23 0,0-5 5 0,-3 5 1 15,4 5-93-15,-4-5-19 0,0 3-3 0,-3 2-1 16,3 0-24-16,0 3-6 0,-3 0-1 0,3 0 0 16,3 0-9-16,-3-3 0 0,3 3 0 0,0 3 0 15,3-3 0-15,3 2 0 0,0 1 0 0,3-3 0 16,3 3-11-16,0-1 11 0,0 3-8 0,3-5 8 15,3 5 0-15,-3-5-8 0,3 3 8 0,0 2 0 16,0-5 0-16,2 5 0 0,-2-5 0 0,3 0-8 16,-3 6 8-16,0-7 0 0,0-1 0 0,0 4 0 15,-3-2 0-15,0 0 0 0,-3 3 0 0,0-1 0 16,-3 4 0-16,-3-6 0 0,0-1 0 0,-3 7 8 0,0-6-8 16,-3 2-8-16,-3 1 8 0,0-3-12 0,-3 2 12 0,0-2 0 15,0 3 0-15,0-3 0 0,-3 0 0 0,0-6 0 16,1 4 0-16,-1-1 0 0,0-2 0 0,0 2 0 15,3-2 0-15,-3-3 0 16,0 0-53-16,3-3-9 0,0 3-2 0,1-8-682 16,2 0-137-16</inkml:trace>
  <inkml:trace contextRef="#ctx0" brushRef="#br0" timeOffset="49747.797">10915 2609 1832 0,'0'0'40'0,"0"0"9"0,0 0 2 0,0 0 0 0,0 0-41 0,0 0-10 0,3-3 0 0,0-2 0 15,0 5 104-15,3-5 20 0,2 2 3 0,1-2 1 16,3 2-43-16,3-5-8 0,0 0-1 0,0 3-1 16,3 0-33-16,0 2-6 0,0-5-2 0,2 3 0 15,1 2-22-15,-3-2-4 0,3 2 0 0,-3 1-8 16,3-1-56-16,-4 3-19 0,4-5-3 0,-3 2-678 15,0 3-135-15</inkml:trace>
  <inkml:trace contextRef="#ctx0" brushRef="#br0" timeOffset="50064.755">11349 2461 1728 0,'0'0'38'0,"-6"0"8"0,0 0 2 0,6 0 0 0,0 0-39 0,0 0-9 16,0 0 0-16,0 0 0 0,0 0 104 0,0 0 20 16,0 0 3-16,0 0 1 0,0 0-29 0,6 2-6 15,0 4-1-15,0 2 0 0,3 5-32 0,3-5-6 0,0 5-2 16,3 3 0-16,-3-3-3 0,0 6-1 0,3 2 0 0,-4 3 0 16,1 2-48-16,0-5-16 0,0 3 0 0,-6 5 0 15,3-8 16-15,-6 3 0 0,0 0 0 0,-3 2 10 16,-3-7 2-16,0 7 0 0,-3-2 0 0,-6 5 0 15,0-2-12-15,0-1 0 0,-6 1 0 0,1 2 0 32,-1-8-49-32,-3 3-12 0,-3-3-3 0,-3 3 0 15,-2-3-102-15,-1-2-21 0,-6-1-4 0,-3-5-1 0</inkml:trace>
  <inkml:trace contextRef="#ctx0" brushRef="#br0" timeOffset="50451.877">10209 2485 1522 0,'-3'-11'33'0,"3"11"7"0,-6-5 2 0,3-1 2 0,0-2-36 0,-3 6-8 16,3-3 0-16,-3 2 0 0,-2-2 96 0,2 5 18 16,0-3 3-16,-3 3 1 0,0 0-41 0,0 3-8 0,0 2-1 0,0 3-1 15,-6 0-3-15,3 0 0 0,-3 5 0 0,-3 3 0 16,1 5-51-16,-1 3-13 0,-3 2 0 0,0 6 0 16,0 0 0-16,3 2 0 0,-3-2 0 0,1 2 0 15,2-2 28-15,3 2 4 0,0-4 0 0,0 7 0 16,3 2 0-16,6-2 0 0,0 0 0 15,3 6 0-15,3-12-32 0,3-1 0 0,3-1 0 16,3 0 0-16,0-5 0 0,6-3 0 0,0 0 0 16,0 0 0-16,3-5 0 0,2 0 0 15,1 0 0-15,3-3-10 0,0 0-2 0,0-2-1 0,0-1 0 0,-1-7-1144 16</inkml:trace>
  <inkml:trace contextRef="#ctx0" brushRef="#br0" timeOffset="51503.726">10001 3937 1119 0,'-12'0'24'0,"6"0"6"0,0 3 1 0,-3-3 1 0,0 0-32 0,0 3 0 0,0-3 0 0,0 2 0 15,3 1 80-15,-3-3 9 0,1 2 3 0,2 1 0 0,0-3-8 0,6 0 0 16,-9 5-1-16,3-5 0 0,6 0-7 0,-6 0 0 16,6 0-1-16,0 0 0 0,-6 3-15 0,6-3-4 15,0 0 0-15,-6 5 0 0,6-5-14 0,0 0-3 16,0 0-1-16,0 0 0 0,-3 3-17 0,3-3-3 15,0 0-1-15,0 0 0 0,0 0 16 0,0 0 3 16,0 0 1-16,3 5 0 0,3-2-10 0,3 0-3 16,0-1 0-16,3 4 0 15,0-6 0-15,2 0-1 0,1 0 0 0,0 0 0 0,3 0-11 0,-3 0-1 16,6 0-1-16,-3 0 0 0,-1 0-10 0,1 0 0 16,0 0 0-16,0 0 0 0,0 0 0 0,0-6 0 15,0 6 0-15,0 0 0 16,2-2-24-16,-2 2-4 0,0-3-1 0,0 3 0 15,0-3-127-15,0 1-26 0,0-1-5 0,2 3-802 0</inkml:trace>
  <inkml:trace contextRef="#ctx0" brushRef="#br0" timeOffset="52238.091">10617 3874 1724 0,'0'0'38'0,"0"0"8"0,0 0 2 0,0 0 0 0,0 0-39 0,0 0-9 0,-3-6 0 0,3 4 0 15,3-6 105-15,-3 5 19 0,3-5 4 0,0 0 1 16,0 3-103-16,3 0-26 0,0-3 0 0,0 0 0 15,3 5 60-15,0-5 6 0,0 0 2 0,0 3 0 16,-1 0-33-16,4 2-7 0,0-5 0 0,0 6-1 16,0-4-9-16,0 4-2 0,0-4 0 0,-3 4 0 15,3-1-8-15,-3 3-8 0,0 0 12 0,-3 0-12 16,2 3 16-16,-2-3-4 0,0 2-1 0,0 4 0 16,-3-1-11-16,0 3 0 0,0-3 0 0,-3 6 0 15,-3-3 0-15,0 2 0 0,0 6 0 0,-3-5 0 0,0 2 0 16,-3 0 0-16,1 0 0 0,-1 3 0 15,0 0-49-15,-3 0-12 16,3-3-3-16,-3 3 0 0,0 0 52 0,3-3 12 0,3 0 0 0,0-2 0 16,0 0-12-16,3-1 0 0,0-2 0 0,3 3 0 15,0-3 0-15,3 0 0 0,0 0 0 0,3-3 0 0,0 0 2 0,3 0 1 16,0 1 0-16,0-4 0 0,3 4 9 0,3-6-10 16,0 0 10-16,2 0-10 15,1 0-13-15,0 0-2 0,0-8-1 0,0 2 0 0,3 1 7 0,-3 0 2 16,-1 0 0-16,-2-3-939 0</inkml:trace>
  <inkml:trace contextRef="#ctx0" brushRef="#br0" timeOffset="52522.78">11090 3644 1728 0,'0'0'38'0,"0"0"8"0,3 0 2 0,3 0 0 0,-3 0-39 0,3 0-9 0,3 0 0 0,0 0 0 16,0 5 104-16,3-5 20 0,0 2 3 0,0 6 1 16,0-2-52-16,-1 2-9 0,1 5-3 0,0-5 0 15,0 5 0-15,0 3 0 0,-3 0 0 0,3 2 0 16,-3 6-51-16,0-5-13 0,-3 7 0 0,0-2 0 16,0 0 0-16,-3 2 0 0,-3 3 0 0,0-5 0 15,-3 3 16-15,-3-1 1 0,-3 1 0 0,-6-4 0 16,0 1-27-16,-3 3-6 0,-3-4 0 0,-5 4-1 0,-1-1 17 15,-3 1 0-15,-3 2 0 0,0-8 0 16,-2 3-136-16,2-3-23 0,-3-5-5 16</inkml:trace>
  <inkml:trace contextRef="#ctx0" brushRef="#br0" timeOffset="52969.362">9920 3662 1267 0,'-5'-11'28'0,"2"9"5"0,-3-3 2 0,0 2 1 0,0-5-36 0,0 3 0 0,0-1 0 0,-3 1 0 15,0 2 109-15,-3 1 15 0,0 2 4 0,0 0 0 16,-3 2-52-16,3 1-9 0,-5 5-3 0,-1 0 0 16,3 3 0-16,0 4 0 0,3 4 0 0,-3-1 0 15,0 4 0-15,3 4 0 0,-3 1 0 0,4 4 0 16,2-2-51-16,0 6-13 0,3-3 0 0,0-1 0 15,0 1 0-15,6 2 0 0,0-2 0 0,0 3 0 16,6 2 0-16,0-6 0 0,0 6 0 0,6 0 0 0,-3-2 0 16,5-3 0-16,-2-3 0 0,6 0 0 0,-3-3 0 0,3-2 0 15,0-8 0-15,0 5 0 0,5-10 0 16,-2 2 0-16,3 0 0 0,0-2 0 0,-3-3 10 0,6 2-1 16,-4-2 0-16,1-5 0 15,0 0-152-15,3-1-30 0,-6-2-7 0</inkml:trace>
  <inkml:trace contextRef="#ctx0" brushRef="#br0" timeOffset="53512.976">8751 3699 1414 0,'6'0'31'0,"0"0"6"0,3 3 2 0,2 2 1 0,1-5-32 0,3 0-8 16,0 3 0-16,3-3 0 0,-3 0 72 0,3 0 12 15,0-3 2-15,2 3 1 0,4-5-19 0,0 2-3 0,3 0-1 0,3-2 0 16,-4 3-2-16,4 2-1 0,0-3 0 0,0 3 0 16,-1 0-46-16,1-5-15 0,-6 5 8 0,0-3-8 15,0-2 12-15,-4 2-2 0,1-2 0 0,-3-1 0 31,-3 4-170-31,-3-6-33 0,0-11-7 0,-6 9-2 0</inkml:trace>
  <inkml:trace contextRef="#ctx0" brushRef="#br0" timeOffset="53793.89">8992 3411 1728 0,'0'0'38'0,"0"0"8"0,0-6 2 0,0 6 0 0,3-5-39 0,-3 2-9 0,3-2 0 0,0 3 0 0,-3 2 84 0,0 0 16 16,6 0 2-16,-6 0 1 15,3 0-11-15,3 0-3 0,0 7 0 0,-3-4 0 0,2 5-45 0,-2 3-10 16,0 5-2-16,3-3 0 16,-3 5 4-16,0 1 0 0,0-1 0 0,0 3 0 0,-3 1-13 0,3-1-3 15,-3-3 0-15,3 3 0 0,0 1-35 0,-3-1-7 16,3 0-2-16,-3 3 0 0,3 0 24 0,0 2 0 15,0 1 0-15,0 2 0 16,0-3-56-16,3 3-6 0,-3-5-2 0,3 2 0 16,0 1-153-16,3-6-31 0,9 21-7 0,-6-12-1 0</inkml:trace>
  <inkml:trace contextRef="#ctx0" brushRef="#br0" timeOffset="54454.74">8414 4691 1728 0,'0'0'38'0,"0"0"8"0,0 0 2 0,-6 0 0 0,6 0-39 0,0 0-9 16,0 0 0-16,0 0 0 0,0 0 53 0,0-5 9 15,0 5 2-15,0-5 0 0,3-1 0 0,3 1 0 0,0 0 0 16,0 0 0-16,3-1-52 0,3 1-12 0,0 2 0 0,0-2 0 16,3 0 54-16,3 2 8 0,2-5 2 0,4 6 0 15,3-6-52-15,3 2-12 0,3 1 0 0,-1 2 0 16,4 1-11-16,3-1-5 0,-1 0 0 0,7-2-1 15,0-3 27-15,2 3 6 0,7 0 0 0,2 2 1 16,4 0-9-16,-3-2-8 0,2 2 12 0,10-2-12 16,-4 0 12-16,3 0-12 0,4 2 12 0,8-2-12 15,-5-1 9-15,2 6-9 0,6-5 0 0,7 2 9 16,-10-5-9-16,3 6 0 0,4-1 9 0,8 0-9 16,-12 1 9-16,4-1-9 0,2 1 12 0,12-1-12 15,-14 3 20-15,-1 0-4 0,3-3 0 0,9 3 0 16,-11 3 0-16,-4-3-1 0,3-3 0 0,4 3 0 15,-10 3-4-15,0-3-1 0,-5 3 0 0,5-1 0 16,-11-2-10-16,-1 3 10 0,-2-1-10 0,-4 1 10 16,-8 2-10-16,-7-2 0 0,-2 2 0 0,-3-2 0 0,-10-3 0 15,-2 5 0-15,-3-5 0 0,-3 3 0 0,-3 0 0 16,-7-1-9-16,4 1 0 0,-9 2 0 16,0-2-155-16,-9-3-32 0</inkml:trace>
  <inkml:trace contextRef="#ctx0" brushRef="#br0" timeOffset="55572.995">9870 4969 1190 0,'0'0'33'0,"0"0"9"0,0 0-34 0,0 0-8 0,0 0 0 0,0 0 0 15,0 0 117-15,0 0 22 0,0 0 4 0,0 0 1 16,0 0-51-16,0 0-9 0,0 0-3 0,0 0 0 16,0 0-13-16,0 0-4 0,0 0 0 0,6 0 0 15,0 0 0-15,3 0 0 0,3 0 0 0,0 0 0 16,-1 0 0-16,4 0 0 0,0 0 0 0,3-2 0 15,0 2-64-15,0 0-11 0,3-3-3 0,-4 0-1 16,1 1 15-16,3-1 0 0,-3 0 12 0,3-2-12 16,0 2 8-16,0-2-8 0,-1 5 0 0,-2-8 0 15,3 5 10-15,0 1-2 0,-3-1 0 0,-3 1 0 16,3-4-211-16,-7 4-42 0,4-1-9 0</inkml:trace>
  <inkml:trace contextRef="#ctx0" brushRef="#br0" timeOffset="55852.371">10206 4765 1549 0,'-12'-2'44'0,"9"-3"9"0,-3 2-42 0,0 3-11 0,0-3 0 0,4-2 0 16,2 5 105-16,-6-3 19 0,6 3 4 0,0 0 1 16,0 0-52-16,0 0-10 0,0 0-3 0,0 0 0 15,0 0 0-15,0 0 0 0,0 0 0 0,0 0 0 16,0 0 0-16,3 6 0 0,0-1 0 0,2 3 0 15,-2 0-51-15,0 0-13 0,3 2 0 0,-3 3 0 16,3-2 0-16,-3 2 0 0,3 1 0 16,-3-1 0-16,3 3 0 0,-3 0 0 15,0-1 0-15,0 1 0 0,0 3 0 0,0-1 0 0,0 6 0 0,-3-8 0 16,3 5 0-16,-3-2 0 0,3 2 0 0,-3-3 0 31,0 1-48-31,3-3-13 0,-3-3-3 0,0 3-682 0,0-6-137 0</inkml:trace>
  <inkml:trace contextRef="#ctx0" brushRef="#br0" timeOffset="56375.227">10549 4829 1918 0,'0'-3'42'0,"0"-2"9"0,3-3 1 0,-1 3 3 0,1-1-44 0,3-1-11 15,0-1 0-15,0 2 0 0,0-2 113 0,3 6 21 16,0-6 4-16,0 0 1 16,0 3-60-16,3-1-12 0,0 1-3 0,0 0 0 0,-3-1-51 0,3 4-13 15,-1-4 0-15,1 4 0 0,0 2 0 0,0 0 0 16,0 0 0-16,0 5 0 0,0-2 0 0,-3 5 0 16,0-6 0-16,-3 6 0 0,0 0 0 0,0 3 0 0,-3-3 0 0,0 2 0 15,-3 1 0-15,0-1 0 0,0 1 0 0,-3 2 0 31,3-2-48-31,-3-3-13 0,-3 2-3 0,3-2 0 0,-3 3 52 0,0-6 12 16,0 3 0-16,0 0 0 16,0-3-54-16,0 6-8 0,0-8-2 0,0-1 0 0,6-2 52 0,-3 6 12 0,3-6 0 15,0 0 0-15,0 0 0 0,0 0 0 0,0 0 0 0,0 0 0 16,6 2 0-16,3 1 0 0,0-3 0 0,3 0 0 16,0 0 48-16,0 0 13 0,3-3 3 0,-1 3 0 15,1-2-53-15,3 2-11 0,-6 0 0 0,3-3 0 16,-3 3 17-16,0 0 7 0,3 0 0 0,-6 0 1 15,2 3 4-15,-2-1 1 0,3 1 0 0,-6 2 0 16,3 3-15-16,-3-3-3 0,-3 3-1 0,0 0 0 16,-3 3-11-16,0-1 0 0,0 4 0 0,-6-1 0 15,0-3 33-15,-3 6 5 0,0 0 1 0,-3-5 0 16,0 2-11-16,1 0-3 0,-4 0 0 0,-3 3 0 16,0-5-48-16,-3 0-9 0,0 4-3 0,-2-7 0 15,-1 3-5-15,0-3 0 0,-3 2-1 0,3-2 0 16,0 0-112-16,1 0-23 0,-1-2-4 0,-3-4 0 0</inkml:trace>
  <inkml:trace contextRef="#ctx0" brushRef="#br0" timeOffset="56914.271">9766 4715 1267 0,'-15'3'28'0,"6"-3"5"0,0 0 2 0,-3 5 1 0,0-2-36 0,-3 5 0 16,0-6 0-16,-5 6 0 0,5 0 86 0,-3 3 10 15,0 2 3-15,-3 0 0 0,3 3-56 0,0 0-11 16,3 3-3-16,1-1 0 0,2 1 28 0,0 2 6 16,6 3 1-16,0 2 0 0,3 3 0 0,3-2 0 15,3 2 0-15,0 0 0 0,3-3-64 0,3-2 0 0,0 0-16 0,6 0 3 16,-4 0 13-16,7-3 0 15,0-3 9-15,3 1-9 0,-3-3 9 0,3-1-9 0,3-1 8 16,-4-1-8-16,7 0 0 0,-3-5 0 0,6 0-12 0,0 0-630 16,-1 0-126-16</inkml:trace>
  <inkml:trace contextRef="#ctx0" brushRef="#br0" timeOffset="57419.978">11007 4623 1792 0,'0'0'51'0,"-6"0"10"0,0 0-49 0,6 0-12 0,0 0 0 0,0 0 0 16,0 0 54-16,0 0 8 0,0 0 2 0,0 0 0 15,0 0 11-15,3 2 2 0,3 6 1 0,0-3 0 16,3 3-22-16,3 6-5 0,0-6-1 0,0 5 0 16,2 3-40-16,-2-3-10 0,3 3 0 0,0 0 0 15,-3 5 53-15,0-3 9 0,0 1 2 0,-3 2 0 16,0 0-52-16,0 0-12 0,-3 1 0 0,0 4 0 16,-1 3 0-16,-2-5 0 0,0 2 0 0,-3 3 0 15,-3 3 0-15,0-8 0 0,-2 2 0 0,-4 1 0 16,0-1 0-16,-3-2 0 0,0 0 0 0,-3 0 0 15,-3-3 0-15,3 3 0 0,-3 0 0 0,-2-3 0 16,-1 3-222-16,-3 2-47 16,-27 22-10-16,13-11-1 0</inkml:trace>
  <inkml:trace contextRef="#ctx0" brushRef="#br1" timeOffset="70042.355">18088 7692 698 0,'0'0'15'0,"0"0"3"0,-6 0 1 0,-3 0 1 0,3-3-20 0,0 3 0 16,1-2 0-16,-4 2 0 0,3 0 54 0,0 0 6 16,0-3 2-16,3 3 0 0,3 0 14 0,-9 0 4 15,9 0 0-15,-6-3 0 0,0 6-4 0,0-3-1 16,0 0 0-16,-3 0 0 0,3 0-12 0,-3 0-3 16,3 0 0-16,-3 0 0 0,3 0-10 0,-3 0-2 0,1 0-1 15,-1 3 0-15,0-3-17 0,3 0-3 0,-3 0-1 0,0 0 0 16,3 0 30-16,0 0 7 0,0 0 1 0,6 0 0 15,0 0-52-15,0 0-12 0,0 0 0 0,0 0 0 16,0 0 47-16,0 0 6 16,0 0 2-16,0 0 0 0,0 0-37 0,0 0-7 15,0 0-2-15,0 0 0 0,0 0-9 0,0 0 0 16,6 0 0-16,0 0 0 0,3 0 53 0,-3 0 9 0,3 0 2 16,0 2 0-16,3-2-52 0,-1 0-12 0,4 3 0 0,0-3 0 15,0 3 0-15,0-1 0 0,0-2 0 0,0 3 0 16,3 0 0-16,-1-1 0 0,1-2 0 0,0 3 0 15,-3-1 0-15,3-2 0 0,-3 3 0 0,3-3 0 16,-3 0 0-16,2 0 0 0,-2-3 0 0,3 3 0 16,0 0 0-16,3 0 0 0,-3 0 0 0,0 0 0 15,2 3 0-15,-2-3 0 0,0 0-12 0,3 3 12 16,-3-3 0-16,0 0 0 0,0 2 8 0,-1 1-8 16,-2-3 0-16,0 3 0 0,0-1 0 0,0-2 0 15,0 0 0-15,-3 0 0 0,3 0 0 0,-3 0 0 16,2 0 0-16,-2 0 0 0,3 0 0 0,-3 0 0 0,3 0 0 0,0 0 0 15,-3 0 0-15,3 0 0 0,3-2 0 16,-4 2 0-16,1 0 0 0,3 0 0 0,-3 0 0 16,3 0 0-16,0 0 0 0,-3 0 9 15,2 0-9-15,-2 0 12 0,3 0-12 0,-3-3 12 16,0 3 0-16,3 0 0 0,-3-3 0 0,-3 3 0 0,0-2-1 0,-1 2 0 16,1-3 0-16,0 0 0 0,0 1 0 15,3 2 0-15,-3-3 0 0,0 1 0 0,0-1 9 0,0 0 3 16,0 3 0-16,-1-2 0 0,1-1-23 0,-3 3 0 15,3-3 0-15,0 3 0 0,0-2 0 0,0 2 0 16,-3 0 0-16,3-3-8 0,0 3 8 0,-3 0 0 0,3 0 0 0,-1 0 8 16,1-3-8-16,-3 1 9 0,0 4-9 0,0-2 10 15,0 0-10-15,0-2 8 0,-3 2-8 0,3 0 8 16,-3 0-8-16,0-3 0 0,3 3 9 0,-3 0-9 16,3 0 0-16,-6 0 8 0,3 0-8 0,-1 0 0 15,-2 0 0-15,0 0 0 0,3 0 0 0,-3 0 0 16,-3 0 0-16,0 0 0 0,6 0 0 0,0 0 0 15,-6 0-12-15,3-3-8 0,-3 3 0 0,3 0-1 32,3-2-135-32,-3-1-26 0,-3 3-6 0</inkml:trace>
  <inkml:trace contextRef="#ctx0" brushRef="#br1" timeOffset="71736.226">10489 6676 1497 0,'0'0'32'0,"0"0"8"0,0 0 0 0,0 0 4 0,0-5-36 0,0 5-8 15,0 0 0-15,0 0 0 0,0-6 104 0,0 6 20 16,0 0 3-16,0 0 1 0,0 0-52 0,0 0-9 16,-6 3-3-16,-3 0 0 0,3-1-51 0,0 3-13 0,3 3 0 0,-3 0 0 15,0 3 0-15,0 2 0 16,3 0 0-16,0 1 0 0,0-1 0 0,-3 3 0 0,6-3 0 0,-2 6 0 16,2-4 0-16,0 1 0 0,2-3 0 0,1 3 0 15,3-2 0-15,0-1 0 0,0 0 0 16,0 0 0-16,3-2 0 0,3-1 0 0,-3 1 0 0,3 0 0 15,0-6 0-15,3 3 0 0,3-6 0 0,-1 4 0 16,1-6 0-16,0 2 0 0,6-4 0 0,0 2 0 16,0-3 30-16,-1 0 3 0,4-2 1 0,-3 3 0 15,3-1-3-15,-6-2-1 0,2-3 0 16,-2 2 0-16,-3-2 27 0,0 1 6 0,-3-1 1 0,3 0 0 16,-6 0 0-16,0-3 0 0,-1 1 0 0,-2-1 0 15,0-2-52-15,-3-1-12 0,3 1 0 0,-6-3 0 16,3 1 44-16,-6-4 5 0,3-2 2 0,-3 0 0 15,-3-3-31-15,0 3-5 0,0-3-2 0,-6 3 0 16,0 2-5-16,0 1-8 0,0 2 11 0,-2 0-11 16,-1 3 0-16,-3 2 0 0,0 0 0 0,-3 4-12 15,-3-1 12-15,0 2 0 0,-2 4 0 0,-4-1 0 16,-3 3-17-16,3 0-1 0,0 5 0 0,1 1 0 16,-1 2-38-16,6 2-7 0,0 3-1 0,0 3-1 15,6 3-189-15,-2 2-38 0,-16 24-7 0,12-11-1 0</inkml:trace>
  <inkml:trace contextRef="#ctx0" brushRef="#br1" timeOffset="72475.729">11760 6504 1292 0,'0'0'28'0,"0"0"7"0,0 0 1 0,3-3 0 0,3 1-36 0,-6 2 0 0,3-3 0 0,0-2 0 16,3 2 100-16,-6 3 12 16,0 0 4-16,3-5 0 0,-3 5-4 0,0 0-1 0,0-6 0 0,0 6 0 15,0 0-12-15,0-5-3 0,0 0 0 0,0 5 0 16,0 0-15-16,0 0-3 0,0-3-1 0,0 3 0 15,0 0-13-15,0 0-4 0,0 0 0 0,0 0 0 16,0 0-15-16,0 0-3 0,0 0-1 0,0 0 0 16,0 0-20-16,0 0-4 15,0 0-1-15,0 0 0 0,0 0-6 0,0 0-2 0,0 0 0 0,3 8 0 16,-3 0 1-16,3 0 0 0,0 3 0 0,0-1 0 16,-3 3-1-16,3 3-8 0,0 3 12 0,-3 2-4 15,3 3-8-15,0 2 0 0,0 1 9 0,-3-1-9 16,3 1 0-16,-3-4 8 0,0 1-8 0,3-3 0 15,0-2 0-15,-3-1 0 0,3-2 0 0,0 0 0 16,-3-3 0-16,2-2 0 0,1 0 0 0,-3-1 8 16,3 1-8-16,0-3 0 0,0 2 0 0,0-2 0 15,-3 0 0-15,3 0 0 0,0 0 0 0,0 0 0 16,0-3-15-16,0 1-4 0,-3-6-1 0,6 2 0 16,0 1-39-16,0-1-8 0,0-2-1 0,3 0-1 15,-3 0-163-15,3-2-33 0,18-6-7 0,-12 3 0 0</inkml:trace>
  <inkml:trace contextRef="#ctx0" brushRef="#br1" timeOffset="75831.311">12942 6636 1474 0,'0'0'41'0,"-3"-2"11"0,3-6-42 0,-3 2-10 0,3-2 0 0,-3 3 0 16,0-3 116-16,3 0 20 0,-3 0 5 0,0 0 1 15,0 0-31-15,0 3-7 0,0-3 0 0,-3 0-1 16,0 3-27-16,0 0-6 0,0-1-1 0,0 1 0 0,0 2-17 0,-3 1-4 16,3 2-1-16,-3-3 0 0,0 3-18 0,1 3-3 15,-1-3-1-15,-3 2 0 0,3 1-5 0,-3 2 0 16,0 3-1-16,0 3 0 0,3-1-19 0,-3 6 0 16,3 0 0-16,0 3 0 0,0 2 0 0,3 0 0 15,1 3 0-15,2 0 0 0,0-3 0 0,3 0 0 16,0-2 0-16,6 2 0 0,-1-3 0 0,1 1 0 15,6-3 0-15,0-3 0 0,3 3 0 0,0-6 0 0,3 1 0 0,3-3 0 16,3 0 0 0,-1-6 0-16,-2 1 0 0,6-3 0 0,-3-3 0 0,3 1 0 15,-1-4 0-15,1 1 0 0,0-3 0 0,0 0 0 16,2-2 0-16,-5-1 0 0,0 1 0 0,-6-4 0 16,0 4 0-16,-3-3 0 0,-3-1 0 0,0-2 0 0,-7 1 0 0,1-4 0 15,-6 0 55-15,0 1 7 0,0-3 2 0,-6 2 0 16,1-2-52-16,-4 0-12 0,0 2 0 0,-6 4 0 15,0-1 0-15,0 0 0 0,-3 3 0 0,0 2 0 16,-3 0 0-16,4 3 0 0,-4 3 0 0,3 0 0 16,-3 2 0-16,3 3 0 0,0 0 0 0,0 3 0 15,1 0-48 1,2 2-13-16,-3-3-3 0,3 4 0 0,3 2-116 0,-3 0-23 0,6 0-5 0,-3-1 0 16</inkml:trace>
  <inkml:trace contextRef="#ctx0" brushRef="#br1" timeOffset="76396.23">14067 6345 1965 0,'0'0'43'0,"0"0"9"0,0 0 1 0,0 0 3 0,0-5-44 0,0 5-12 0,0-5 0 0,0 5 0 16,-3-6 106-16,3 6 19 0,0 0 4 0,0 0 1 16,0 0-40-16,0 0-8 0,0 0-2 0,0 0 0 15,0 0-36-15,0 0-7 0,0 0-1 0,3 8-1 16,-3 3-23-16,3 2-4 0,0 0 0 0,0 6-8 15,0-3 8-15,0 5-8 0,0-3 0 0,0 3 0 16,0 1 12-16,-3 4-4 0,3 1 0 0,0 4-8 16,-3 4 14-16,3-1-4 0,0 3-1 0,-3 0 0 0,3-2 3 15,0-1 0-15,-3-2 0 0,3-1 0 0,-3-4 19 0,0 2 4 16,0-2 1-16,-3-1 0 0,3 0-44 0,0-2-9 16,0 3-2-16,-3-3 0 0,3-3 31 0,0 0 5 15,0 0 2-15,0-5 0 0,0 0-19 16,3-3 0-16,-3 0 0 0,3 0 0 15,0-2-48-15,-1 0-12 0,1-3-4 0,3 0 0 16,0-3-102-16,0 0-21 0,0-2-4 0,-6-3-1 0</inkml:trace>
  <inkml:trace contextRef="#ctx0" brushRef="#br1" timeOffset="80351.981">19222 15339 1368 0,'0'0'30'0,"0"0"6"0,0 0 2 0,3-5 0 0,-3 2-30 0,3-2-8 0,0-1 0 0,-3 4 0 16,0-4 30-16,3 1 5 0,-3 2 1 0,0-2 0 15,0-3 20-15,0 3 4 0,0 0 0 0,-3-1 1 16,0-2-6-16,3 3-2 0,-3-3 0 0,0 3 0 15,0 0-15-15,0-3-3 0,0 2-1 0,-3-2 0 16,1 0-10-16,-1 3-3 0,0-3 0 0,0 3 0 16,0-3-9-16,-3 3-3 0,3-1 0 0,-3 1 0 15,0 0 4-15,0 0 1 0,-3-1 0 0,3 4 0 16,-3-4-14-16,3 4 0 0,-3-1 0 0,4 0 0 16,-1 1 32-16,-3-1 3 0,3 0 1 0,-3 1 0 0,3-1-26 15,-3 1-10-15,0-1 8 0,0 0-8 0,0-2 0 16,-3 2 8-16,-2-2-8 0,-1 0 0 15,0-1 9-15,-3 1-9 0,0 2 10 0,0-2-10 0,-2 3 17 16,2-4-2-16,-3 4-1 0,0-1 0 16,3 0-14-16,0 3 8 0,-2-2-8 0,2 2 0 0,0-3 0 0,0 3 0 15,0 0 0-15,-3 0 0 0,1 0 33 0,-1-3 1 16,-3 3 0-16,3 0 0 0,-3 0-20 0,1 0-4 16,-1 0-1-16,3 3 0 0,-3-3 10 0,3 3 1 15,4-1 1-15,-4 4 0 0,3-4-21 0,3 4-20 16,-3-4 4-16,0 3 1 0,4-2 15 0,-4 2 0 15,-3 1 0-15,0-1 0 0,0 0 0 0,-3 1 0 0,4-1 0 16,-4 5 0-16,3-2 0 0,-3 3 0 16,3 0 0-16,1 2 0 0,-1 0 12 0,3 0 1 15,3 0 1-15,0 1 0 0,3-1-23 0,1 0-5 0,-1 0-1 0,3 3 0 16,0-2 15-16,3 1 0 0,-3-1 0 0,3-1-9 16,0 3 21-16,3-3 4 0,3 0 0 0,-3 3 1 15,6 0-37 1,-3 0-7-16,3-3-1 0,3 3-1 0,3 0-5 0,0 0-1 15,0 0 0-15,3-1 0 0,0 1 35 0,0 0 0 0,0 0 0 0,3 0 0 16,0 0 0-16,0 0-8 0,2-3 8 0,4 3 0 16,0-3 0-16,3 0 0 0,3-2 0 0,3 2 0 15,-1-5 0-15,4 3-12 0,-3-3 12 0,6-3-13 16,-4 0 13-16,1-2 0 0,0 2 0 0,0-2-9 16,-3-1 9-16,2 1 0 0,4 0 0 0,0-3 0 0,2 0 0 15,1-3 0-15,3 0 0 0,-3-2 0 0,-1 2 0 16,1-2-8-16,-3 2 8 0,0-2 0 0,-1 3 0 0,1-4 0 15,3 1 0-15,-1-3 0 0,4 0 0 0,-3 0 0 16,3-2 0-16,-1-1 0 0,-2 0 0 0,0 1 0 16,-4-1 0-16,1-2 0 0,3 0 0 0,-3 0 14 15,2-3-2-15,4 2 0 0,-3 1-12 0,0 0-12 16,-1 2 3-16,1-5 0 0,-6 6 9 0,-1-3 0 16,-5-1 0-16,0 1 0 0,-3 0 0 0,3 0 11 15,-3 2-3-15,-4 1 0 0,-2-4-8 0,0 6 0 16,-3-2 0-16,-3-1 0 0,0 3 40 0,-3-2 2 15,-3 2 1-15,-3-5 0 0,0 2-18 0,-3 0-3 16,-3-2-1-16,-3 0 0 0,0 0 19 0,-3-1 4 16,-3 1 1-16,0-3 0 0,1 3-29 0,-4 3-7 15,-3-4-1-15,-6 4 0 0,0-1-8 0,-5 1 0 0,-4 2 0 0,-6-3 8 16,-2 6 1-16,2 2 0 0,0 0 0 0,-8 1 0 31,2 2-58-31,-9 0-12 0,-2 2-3 0,-7 1-751 0,7 2-150 0</inkml:trace>
  <inkml:trace contextRef="#ctx0" brushRef="#br1" timeOffset="82473.31">10980 8036 1638 0,'0'0'36'0,"0"-3"7"0,-3-2 1 0,0 0 3 0,0-1-38 0,3 1-9 0,0 0 0 0,-3-1 0 15,3 1 117-15,0 5 22 0,-3-2 4 0,3 2 1 16,0 0-57-16,0 0-11 0,0 0-3 0,0 0 0 16,0 0-7-16,0 0-2 0,0 0 0 0,0 0 0 15,0 0 0-15,0 0 0 0,0 0 0 0,0 5 0 16,0 3-51-16,0 2-13 0,3 1 0 0,-3 5 0 16,0 0 0-16,0 2 0 0,0 1 0 0,0 2 0 15,0 3 54-15,0 0 8 0,0 7 2 0,0 4 0 16,3 2-52-16,-3 0-12 0,3 0 0 0,0 0 0 15,0-5-14-15,0-1-6 0,0-2 0 0,0 1-1 16,0-7 21-16,0 4 0 0,0-1 0 0,0 3 0 16,0-2 0-16,0-1 0 0,-3 1 0 0,0-3 0 15,3-1 17-15,-3-4 2 0,0-1 0 0,0-2 0 16,0-2-46-16,0-4-9 0,3-2-1 16,-3 0-1-16,0-3-93 0,0-5-18 15,0 0-4-15,0 0-635 0,6 0-128 0</inkml:trace>
  <inkml:trace contextRef="#ctx0" brushRef="#br1" timeOffset="83085.518">12090 8105 1846 0,'0'0'40'16,"0"0"9"-16,0 0 2 0,0 0 1 0,0 0-41 0,3 0-11 0,3 0 0 0,-6 0 0 0,0 0 129 0,6 2 24 0,-6-2 5 0,3 3 1 15,3 0-76-15,-3 2-15 0,3 0-4 0,0 1 0 16,-3 1 0-16,0 1 0 0,0 0 0 0,0 3 0 16,0 2-51-16,0 3-13 0,0 3 0 0,0 2 0 15,0 0 54-15,0 5 8 0,0 1 2 16,0 2 0-16,0-3-48 0,0 1-8 0,0-1-8 15,0-2 9-15,0 3-1 0,0-4-8 16,-3-1 12-16,3-1-4 0,-3 3-8 0,3-3-17 0,-3 0 4 0,0 3 1 16,3-1 22-16,-3-1 5 0,3 1 1 15,-3-1 0-15,3-1-16 0,0-5 0 0,-3 0 0 0,3-1 0 32,0-1-35-32,-1-4-6 0,4 1-2 0,0-3-869 0,0-3-173 0</inkml:trace>
  <inkml:trace contextRef="#ctx0" brushRef="#br1" timeOffset="84735.156">13132 8340 1958 0,'0'0'43'0,"0"0"9"16,0 0 1-16,0 0 3 0,0 0-45 0,-6-5-11 0,6 5 0 0,-9 0 0 0,9 0 91 0,-6 0 16 16,0 3 3-16,-2-1 1 0,2 1-48 0,0 5-10 15,0-3-1-15,-3 6-1 0,0-1-17 0,3 1-3 16,0 2-1-16,-3 0 0 0,3 3-30 0,-3 0 0 16,3 3 0-16,0-1 0 0,3 1 0 0,-3-1 0 15,6 1 0-15,-3 2 0 0,0 0 0 0,6 3 0 0,-3 0 0 16,3-1 0-16,3 1 0 0,0 0 0 0,3 0 0 0,3-3 0 15,-3-2 0-15,6-1 0 0,0-2 0 16,0-5 0-16,2 2 0 0,1-5 0 0,0 0 0 0,3-3 0 16,0-2 0-16,0-3 0 0,-1-3 0 0,4 0 0 15,-3-2 0-15,0-3 0 0,-3 0 0 16,3-2 9-16,-3-4-9 0,-1-2 0 0,4 1 0 0,-3-4 0 16,0-2 50-16,-3 2 11 0,0-2 3 0,0 0 0 15,-4 2-52-15,-2-2-12 0,-3 5 0 0,3-2 0 16,-6-1 54-16,-3 1 8 0,0-1 2 0,-3 1 0 15,0-3-52-15,-3-1-12 0,-3 1 0 0,-2 0 0 16,-1-3 0-16,-3 1 0 0,0 1 0 0,0-1 0 16,-3 1 17-16,0 4 1 0,3 2 0 0,-5 0 0 15,2 3-18-15,-3 2 0 0,0 1 0 0,0 2 0 16,-3 0-20-16,4 3-2 0,-4 2 0 0,3 0 0 16,0 3-29-16,3 3-5 15,0 0-2-15,0 2 0 0,4 3-107 0,2 0-22 0,3 5-4 0,0 0-1 0</inkml:trace>
  <inkml:trace contextRef="#ctx0" brushRef="#br1" timeOffset="85291.145">14299 8039 1874 0,'0'0'53'0,"0"0"11"0,0 0-51 0,0 0-13 15,0 0 0-15,0 0 0 0,0 0 123 0,0 0 21 16,0 0 5-16,0 0 1 0,0 0-42 0,0 0-8 15,0 0-1-15,0 0-1 0,3 7-34 16,0 1-6-16,0 0-2 0,0 3 0 16,0 2-21-16,-3 0-5 0,0 1-1 0,3 2 0 0,-3-1-6 0,0 7-2 15,0 1 0-15,0 6 0 0,3 1-6 0,-3 1-2 16,0 1 0-16,0 0 0 0,0 0-2 0,3-3-1 16,-3 0 0-16,3-3 0 0,0 1-2 0,0-3-8 15,0-3 12-15,3 3-4 0,0-1-8 0,-3 1 0 0,3 3 0 16,-3-6 8-16,3 0-8 0,-3 0 0 0,2-2 0 0,-2-3 0 15,0-1 0-15,0-4-9 0,0 0 0 0,0-1 0 32,-3-2-99-32,6-3-20 0,-3 1-4 0,0-4-727 0,-3-2-145 15</inkml:trace>
  <inkml:trace contextRef="#ctx0" brushRef="#br1" timeOffset="86508.403">9920 9295 1465 0,'-5'3'32'0,"-4"-3"6"0,-3 0 2 0,3 0 2 0,0 3-34 0,0-3-8 16,0 0 0-16,0 0 0 0,3 0 60 0,0 0 11 15,-3 0 1-15,3 0 1 0,6 0-7 0,-6 0-2 0,6 0 0 0,0 0 0 16,0 0-51-16,0 0-13 15,0 0 0-15,0 0 0 0,0 0 54 0,0 0 8 16,0 0 2-16,0 0 0 0,0 0-52 0,0 0-12 16,6 0 0-16,3 0 0 0,-3 0 0 0,6 0 0 0,0 0 0 0,0 2 0 15,6-2 22-15,0 0 2 16,-1 0 0-16,4 3 0 0,3-3-24 0,0 3 0 0,0-3 0 0,2 0 0 16,1 0 10-16,0 0-2 0,3-3-8 0,3 3 12 15,-1 0-12-15,4 0 0 0,3-3 0 0,2 3 0 16,1 0 0-16,0-2 11 0,2 2-11 0,1 0 10 15,3 0-10-15,2-3 8 0,4 0-8 0,2 3 8 16,1-2-8-16,-3 2 8 0,-1-3-8 0,7 0 8 16,-1 3-8-16,1-2 0 0,-1 2 9 0,4 0-9 15,-4 0 11-15,1-3-3 0,2 3 0 0,4-2 0 16,-4 2-8-16,-2 0 10 0,2 0-10 0,4 2 10 16,-4-2-10-16,1 3 10 0,-1-3-10 0,7 0 10 15,-10 2-10-15,4-2 12 0,-4 0-12 0,7 0 12 0,-4 0-1 16,1 3 0-16,-1-6 0 0,1 3 0 0,-4 0 4 0,1 0 1 15,3 0 0-15,5 0 0 0,-8 0-5 16,-1 3-1-16,1-3 0 0,5 0 0 16,-8 0 1-16,5 0 0 0,-2 0 0 0,2 0 0 15,-2 0 3-15,-7-3 1 0,4 3 0 0,2 0 0 0,-2-2 2 16,-1 2 1-16,1 0 0 0,0 0 0 0,-7 0-4 0,1 0-1 16,2 0 0-16,4-3 0 0,-3 3-4 0,-4-2-1 15,4 2 0-15,-4 0 0 0,-2-3 2 0,-3 3 0 16,2-3 0-16,1 3 0 0,-1-2-1 0,1 2 0 15,-3-3 0-15,-1 0 0 0,-2 1-1 0,0-1-8 0,-1 0 12 16,1 3-4-16,0-2-8 0,-1-1 8 16,1 0-8-16,-3 3 8 0,-4-2 0 0,1-1 0 0,0 0 0 15,-3 3 0-15,-4-2-8 0,-2 2 8 0,-3-3-8 0,3 3 8 16,-3 0-8-16,-1 0 0 0,-5 0 0 0,3 0 0 16,-6-2 0-16,0 2 0 0,0 0 8 0,-3-3-8 15,0 3-9-15,-6-3-4 0,2 3-1 0,-8 0 0 31,0 0-98-31,-2-5-20 0,-1 0-4 0,-6-1-1025 0</inkml:trace>
  <inkml:trace contextRef="#ctx0" brushRef="#br1" timeOffset="87161.887">9742 8388 2026 0,'0'0'44'0,"0"0"10"0,0 0 2 0,0 0 1 0,0 0-45 0,0 0-12 0,0 0 0 0,0 0 0 0,6 2 89 0,0 1 16 15,3-3 3-15,0 3 1 0,3-3-36 0,2 2-7 16,1-2-2-16,3 0 0 0,3 0-48 0,3-2-16 16,3 2 10-16,-1-3-10 0,1 3 25 0,3 0 0 15,-3 0 0-15,3 0 0 0,-4 0-11 0,-2 3-2 16,6-1-1-16,-3-2 0 16,-1 0 10-16,4 3 3 0,0-3 0 0,-3 0 0 0,0 0-36 15,-1 0-6-15,1 0-2 0,-6 0 0 0,0 0 32 0,0 0 7 16,-3 0 1-16,-4 0 0 15,1 0-68-15,-3 0-12 0,0 0-4 0,0 0 0 16,-6 0-51-16,3-3-10 0,-3 1-3 0,-3-1-580 16,0-2-116-16</inkml:trace>
  <inkml:trace contextRef="#ctx0" brushRef="#br1" timeOffset="87474.908">10171 8173 1958 0,'0'0'43'0,"0"0"9"0,0-5 1 0,0 3 3 0,0-4-45 0,2 1-11 0,1 2 0 0,-3-2 0 15,3 2 104-15,0-2 20 0,-3 5 3 0,0 0 1 16,0 0-52-16,0-3-9 0,0 3-3 0,0 0 0 16,0 0 0-16,0 0 0 0,0 0 0 0,0 0 0 15,0 0 0-15,0 0 0 0,0 0 0 0,0 0 0 16,3 6-51-16,0 2-13 0,0 0 0 0,-3 5 0 15,0 3 0-15,0 2 0 0,3 3 0 0,-3 6 0 16,3-1 0-16,0 3 0 0,3 1 0 0,-3-1 0 16,0-3 0-16,3-2 0 0,-3 2 0 0,0-4 0 0,0 1 54 15,0-4 8-15,0 2 2 0,-3 0 0 0,3-2-52 0,0 2-12 16,-3 0 0-16,0 0 0 16,3 0-48-16,-3 3-13 0,3-5-3 0,-3-1 0 15,3-2-51-15,3 0-10 0,0-3-3 0,0 0 0 0</inkml:trace>
  <inkml:trace contextRef="#ctx0" brushRef="#br1" timeOffset="93953.331">14522 9732 1074 0,'0'0'30'0,"0"0"8"0,0 0-30 0,0 0-8 0,0 0 0 0,0 0 0 0,0 0 104 0,0-5 19 16,0 5 4-16,0-6 1 15,0 6-52-15,0 0-9 0,0 0-3 0,0 0 0 16,0 0 52-16,0-5 9 0,0 5 3 0,-6-3 0 0,3 1-52 0,3 2-9 16,-6-3-3-16,0 3 0 0,-2 0-51 0,2 3-13 15,-3-1 0-15,0 1 0 0,0 0 54 0,0 2 8 16,0 0 2-16,-3 1 0 0,3-1-52 0,0 0-12 15,-3 3 0-15,3 3 0 0,-3-1 0 16,4 4 0-16,-1 1 0 0,0 4 0 0,-3-1 0 16,3 6 0-16,0-3 0 0,3 6 0 0,0-3 0 15,0 0 0-15,0-3 0 0,0 0 0 0,3-3 0 16,0 1 0-16,3-3 0 0,-3 0 0 0,6-3 0 0,-3 0 0 16,3-2 0-16,3 2 0 0,0-2 0 0,0-4 0 15,3 4 0-15,0-3 0 0,0-3 0 0,6 3 0 0,-3-2 0 16,-1-1 0-16,4 0 0 0,0-2 0 15,-3-3 0-15,3 2 0 0,3-2 0 0,-3 0 0 0,0-2 0 0,0-1 0 16,-1-2 0-16,1 2 0 0,-3-2 0 16,3 0 0-1,0-3-18-15,0 0-6 0,-3 0-2 0,3 0 0 0,0 0 42 0,-4-3 8 0,1 3 1 16,0-2 1-16,3-1-26 0,-6 1 0 0,3-1 0 0,-6-2 0 16,3-3 56-16,-3 0 7 0,0-2 1 0,-3-4 0 15,0-1-52-15,-3 1-12 0,0-1 0 0,-3-1 0 16,0 3 40-16,0-1 4 0,-3 1 2 0,0 5 0 15,0 0-22-15,-3 1-5 0,3 1-1 0,-3 1 0 16,-3 0-18-16,3 0 0 0,-3 2 0 0,0 1 0 16,1 2 0-16,-1 2 0 0,0-2 0 0,0 3 0 0,0 0 0 15,0 2 0-15,0 0 0 0,0 1 0 16,-3 2-150-16,3 0-34 16,-2 0-6-16,2 2-1000 0</inkml:trace>
  <inkml:trace contextRef="#ctx0" brushRef="#br1" timeOffset="96544.573">13400 9695 1630 0,'0'0'36'0,"0"0"7"0,0 0 1 0,0 0 3 0,0 0-38 0,0 0-9 0,0 0 0 16,0 0 0-16,0 0 106 0,0 0 19 15,0 0 4-15,0 0 1 0,0 0-36 0,0 0-7 0,0 0-2 0,0 0 0 16,0 0-13-16,0 8-4 0,3 0 0 0,-3 0 0 15,0 2-54-15,3 1-14 16,-3 0 0-16,0 2 0 0,0 3 47 0,0-1 6 16,0 4 2-16,0 2 0 0,-3 6-37 0,3-4-7 0,0 7-2 0,0-4 0 15,0 3-9-15,-3-2 0 0,3-4 0 16,0 1 0-16,-3-3 11 0,3 1 0 0,0-4 0 0,-3 3 0 16,3-5-11-16,-3 3-16 0,0-3 4 0,3-1 1 15,-3 1 21-15,3 0 4 0,0 0 1 0,-3 0 0 16,3 0-24-16,0-3-5 0,0 0-1 15,0 0 0-15,0-2 15 0,3 0 0 0,-3-1 0 0,0-2 0 16,3-3 0-16,-3 1 0 0,3-4 0 16,0 1 0-16,3 2-212 0,-6-5-37 15</inkml:trace>
  <inkml:trace contextRef="#ctx0" brushRef="#br1" timeOffset="99293.058">12269 9732 1450 0,'0'0'32'0,"0"0"6"0,0 0 2 16,-3-5 1-16,3 5-33 0,-3-6-8 0,0 1 0 0,0 2 0 0,3 3 108 0,-6-5 19 15,3 3 4-15,-3-1 1 0,0 0-48 0,0 1-8 16,-3-1-3-16,3 3 0 0,-2 0-7 0,2 0-2 16,-3 0 0-16,0 0 0 0,0 3 0 0,0-1 0 15,0 4 0-15,-3 1 0 0,3 1-51 0,-3 0-13 16,0 3 0-16,-3 0 0 0,3-1 0 15,-2 3 0-15,-1 1 0 0,0 1 0 0,0 1 0 0,0 5 0 16,0 1 0-16,0 1 0 0,3 1 0 16,0 3 0-16,1-1 0 0,-1 1 0 0,3-4 0 0,0 4 0 15,3-6 0-15,0 3 0 0,3-3 0 0,3 0 0 16,0-2 0-16,3-1 0 0,3 1 0 0,0-1 0 0,3-2 0 16,0 3 0-16,3-3 0 0,-1 2 0 0,1-2 0 0,3-3 0 15,0 0 0-15,0 1 0 0,3-4 0 0,0 1 0 16,0-3 0-16,-4-3-15 0,4 0 3 0,-3-2 1 15,3-3 11-15,-3 0 0 0,3-3-9 0,0-2 9 16,0-3 0-16,-1 0 18 0,1 0-3 0,3-2-1 16,-3-1-14-16,0-2 0 0,0 0 0 0,0-1 0 15,-1-1 16-15,-5-1 1 0,3 0 0 0,-6 0 0 16,3-3 8-16,-3 1 2 0,-3-3 0 0,0 2 0 16,0-2-4-16,-3-3-1 0,0 0 0 0,-3-2 0 15,0-1-6-15,-3 1-2 0,0 0 0 0,-3-4 0 16,0 4-5-16,-3 2-1 0,-3 0 0 0,0 6 0 15,0-1-8-15,-3 3 0 0,-2 1 0 0,-1 1 8 16,0 1-27 0,-3 0-5-16,3 2-2 0,-3-2 0 0,3 2-30 0,1 4-7 0,-1-4-1 15,3 0-751-15,0 1-150 0</inkml:trace>
  <inkml:trace contextRef="#ctx0" brushRef="#br1" timeOffset="103784.317">11052 9721 1792 0,'0'0'51'0,"0"0"10"0,0 0-49 0,0 0-12 0,-3-5 0 0,3 2 0 16,0 3 156-16,0 0 29 0,-6-2 6 0,6 2 1 16,-3-3-103-16,-3 3-20 0,6 0-4 0,-6 0-1 15,-3 5 0-15,0-2 0 0,3 2 0 0,-3 1 0 16,0-1-51-16,0 6-13 0,0-3 0 0,0 2 0 0,-3 6 0 0,3 0 0 15,1 2 0-15,-1 6 0 16,0 0 0-16,3 2 0 0,-3 1 0 0,0 5 0 16,0-3 0-16,0 0 0 0,3 0 0 0,0 0 0 15,0-2 54-15,0-1 8 0,3 0 2 0,0-2 0 16,3 0-103-16,0 0-20 0,3 0-4 16,0-3-1-16,3 0 52 0,0-2 12 0,0-1 0 0,3-2 0 0,0-3 0 0,-3 0 0 15,6-2 0-15,-3-3 0 0,3 0 0 0,0-5 0 16,-1-1 0-16,7-2 0 0,-3 0 0 0,3-5 0 15,0-3 0-15,3-3 0 0,3 1 28 0,-4-3 9 16,4-6 2-16,0 3 0 0,-3-2-11 0,0-1-3 0,0 1 0 16,-4-4 0-16,1 4-25 0,0-3 0 0,-6-3 0 15,3 0 0-15,-3 0 0 0,-3 0 0 0,-3 1 0 0,0-4 0 16,-3 1 56-16,0-1 7 0,-3 1 1 0,-3 2 0 16,-3 0-52-16,-3 3-12 0,0 0 0 0,-6 2 0 15,0 3 0-15,-6 3 0 0,-3-3 0 0,1 6 0 16,-7-1 0-16,0 3 0 0,-3 0-12 0,1 6 12 31,2-1-53-31,0 3-4 0,0 0-1 0,-3 0 0 16,7 0-56-16,-7 0-11 0,3 0-3 0,-3 0-1126 0</inkml:trace>
  <inkml:trace contextRef="#ctx0" brushRef="#br1" timeOffset="104364.839">9614 9666 1267 0,'0'0'28'0,"0"0"5"0,0 0 2 0,3-3 1 0,3-2-36 0,-3 2 0 0,0-2 0 0,3 2 0 15,-3 1 160-15,0-1 26 0,3 3 5 0,-6 0 1 16,0 0-103-16,0 0-20 0,0 0-4 0,0 0-1 16,3-3 52-16,-3 3 9 0,0 0 3 0,0 0 0 15,0 0-52-15,3 6-9 0,-3-1-3 0,3 3 0 16,-3 2-51-16,-3 4-13 0,3-1 0 0,-3 5 0 15,0 1 0-15,-3 2 0 0,3 0 0 0,-3 6 0 16,3-1 0-16,-3 6 0 0,0 0 0 0,3 2 0 16,-3-2 0-16,3 0 0 0,-3 2 0 0,3-2 0 15,-3-3 31-15,3 0 3 0,-3-3 1 0,0 1 0 16,3 2-27-16,-3-3-8 0,3 1 0 0,-3-1 0 16,3-2 0-16,-3-3 0 0,3 1-11 0,-3-4 11 15,3 1-87-15,1-9-10 0,-1 3-3 0,0-5-725 16,0-2-146-16</inkml:trace>
  <inkml:trace contextRef="#ctx0" brushRef="#br1" timeOffset="105603.015">9304 9555 1267 0,'0'0'28'0,"-3"-6"5"0,0 1 2 0,3 0 1 0,-3 2-36 0,3 3 0 0,-3-5 0 0,0 0 0 0,3-1 97 0,-3 1 13 16,3 5 2-16,-3-3 1 0,3 3-36 0,0 0-7 15,0 0-2-15,0 0 0 0,0 0-17 0,0 0-4 16,0 0-1-16,0 0 0 0,0 0-20 0,0 0-4 16,0 0-1-16,0 0 0 0,0 0-10 0,0 0-3 15,6 0 0-15,-3 0 0 0,3 0 5 0,3 0 1 16,0 0 0-16,0 0 0 0,6 0 0 0,0 0 0 15,3 0 0-15,0 0 0 0,2 0-14 16,1 0 8-16,6 0-8 0,0 0 0 0,0 3 0 16,-1-3 8-16,1 0-8 0,0 3 0 0,-3-3 0 0,0 0 0 15,-1 0 8-15,-2 0-8 0,0 0 0 0,0 0 0 16,0 0 0-16,-3 0 0 0,0 0 8 0,-1 0-8 16,1 0 11-16,-3 0-11 0,0 0 31 0,-3 0-1 15,0 0 0-15,0 0 0 0,0 0 3 0,-3 0 1 0,0 0 0 0,-1 2 0 16,-2-2-3-16,0 3-1 0,3-3 0 0,-3 0 0 15,-3 0 0-15,3 3 0 0,0-3 0 0,-3 2 0 16,0-2-6-16,3 3 0 0,-6-3-1 0,3 0 0 16,0 5-6-16,3-2-1 0,-3-1 0 0,0 1 0 15,0 0-2-15,0 2-1 0,3-2 0 0,-3 2 0 16,0 0-2-16,0 1-1 0,0-1 0 0,0 3 0 16,0 0-10-16,-3 0 8 0,3 2-8 0,0-2 8 15,0 3-8-15,-3-1 0 0,3 1 0 0,0 2 0 16,-3 0 0-16,3 1 0 0,-1 2 0 0,-2-1 0 15,3 1 0-15,-3 0 0 0,3 5 0 0,-3 0 0 16,0 1 0-16,0-1 0 0,0 3 8 0,0 5-8 16,0-3 0-16,0 1 0 0,0-1 0 0,0 1 0 15,0-4 0-15,0 1 0 0,0 3 0 0,-3-4 0 16,3 1 0-16,0-3 0 0,-3 1 0 0,3-1 0 16,-2 0 0-16,2 0 0 0,0 0 0 0,0 3 0 0,0-3 0 15,0 0 0-15,0-2 0 0,0 2 0 0,0-2 0 0,0-3 0 16,0-1 0-16,0 1 0 0,0-2 0 0,0-4 0 15,0 3 0-15,0-2 0 0,0-3 0 0,0 2 0 16,0-2 0-16,-3-2 0 0,0 2 0 0,3-3 0 16,-3 0 0-16,0 0 0 0,0 1 8 0,0-4-8 15,-3 1 0-15,0 2 8 0,0-2-8 0,-3 0 8 0,0-3-8 0,-3 2 8 16,0-2-8-16,0 0 12 0,-6 0-12 16,0 3 12-16,-2-3-2 0,-1 3 0 0,0-3 0 0,-6 2 0 15,3 1-10-15,-2 0 0 0,2-3 0 0,-3 5-11 16,0-3 11-16,-3 1 0 0,1 0 0 0,-1-1 0 15,-3-2 0-15,6 6 0 16,-2-4 0-16,2 1 0 0,0 0 0 0,3 2 8 16,0-2-8-16,4 2 0 0,2 0 0 0,0-2 0 0,3 2 0 15,0 0 0-15,3 1 0 0,3-4 0 0,0 4 0 0,0-4 8 16,3 4-8-16,0-4 0 0,1 3 0 0,-1-2 0 16,6-3 0-16,-3 5-8 0,0 1 8 0,0-1 0 15,3-5 0-15,-3 5 0 0,3-5 0 0,-3 6-8 16,3-6 8-16,0 0 0 0,0 0-9 0,0 0 9 15,0 0 0-15,0 0 0 0,0 0-9 0,0 0 9 16,0 0 0-16,0 0 0 0,0 0 0 0,0 0 0 16,0 0 0-16,0 0 0 0,0-6 9 0,0-2-9 0,0-2 0 15,0-1 8-15,0-2-8 0,0 0 0 0,0-6 0 16,0 1 0-16,3-6 0 0,-3-3 0 0,0-2 0 16,3-5 0-16,0-3 0 0,-3-3 0 0,3 0 0 0,0-2 0 15,3 2 0-15,-3-2 0 0,-1 2 0 0,1-2 0 16,3 0 0-16,-3-3 0 0,0 2 8 0,3 4 0 15,-3-4 0-15,3 6 0 0,-3 6 0 16,3 2-8-16,0-1 12 0,-3 4-4 0,3 2-8 0,-3 0 8 16,3 3-8-16,0 3 8 0,-3-1-8 0,3 3 0 15,-3 0 9-15,3 0-9 0,-3 1 0 0,0 1 0 16,3 1 0-16,-3 3 0 0,-3-1 0 0,3 3 0 16,0 0 0-16,-3 0 0 0,3 0-15 0,0 3-4 15,-3 0-1-15,0-1 0 16,3 1-187-16,-3 0-37 0</inkml:trace>
  <inkml:trace contextRef="#ctx0" brushRef="#br1" timeOffset="108531.982">10983 10632 1267 0,'0'0'28'0,"0"0"5"0,0 0 38 0,-6 2-71 0,3 1 0 15,3-3 0-15,-9 3 0 0,3-3 58 0,0 2 5 0,0 1 1 0,0-1 0 16,0 1 0-16,1 0 0 0,-1-1 0 0,0 1 0 16,0 0 0-16,3 2 0 0,-3-5 0 0,0 3 0 15,6-3-52-15,-6 5-12 0,6-5 0 0,-6 3 0 16,6-3 54-16,-6 2 8 0,6-2 2 0,0 0 0 16,-3 3-52-16,3-3-12 0,0 0 0 0,0 0 0 15,0 0 54-15,0 0 8 0,0 0 2 0,0 0 0 16,0 0-44-16,0 0-9 0,3 3-2 0,-3-3 0 15,3 2 4-15,3 1 1 0,-3-3 0 0,3 2 0 16,0-2-5-16,3 0-1 0,-3-2 0 0,3 2 0 16,-3-3-8-16,2 1 10 0,1 2-10 0,3-3 10 15,-3 0-10-15,3 1 0 0,0 2 0 0,0-3 0 16,0 0 20-16,0 1 8 0,3 2 1 0,-3-3 1 16,2 3-30-16,1 0 0 0,0 0 0 0,0 0 0 15,3 0-17-15,-3 0-10 0,3 0-1 16,0 0-1-16,-4 0 29 0,4 3 0 0,0-3 0 0,0 0 0 0,0 2 0 15,-3-2 0-15,3 3 0 0,-1-3 0 0,1 0 0 0,0-3 0 16,0 3 0-16,6 0 0 0,-3 0 0 0,0-2 0 16,-1 2 0-16,4 0 0 0,0 0 0 0,0 0 0 15,-3 0 0-15,5 0 0 0,-2 0 22 0,0 0 4 16,0 0 1-16,3-3 0 0,-4 3-27 0,-2-3 0 16,6 1 0-16,-3-1 0 0,3 0 0 0,-1 1 0 15,4-1 0-15,-3 0 0 0,6 1-9 0,-3 2-7 0,-1 0-2 0,1 0 0 16,0-3 18-16,-3 3 0 0,-1-2 11 15,1-1-11-15,0 3 10 0,0-3-10 16,3 1 8-16,-1 2-8 0,-2-3 0 0,3 3 8 0,-3 0-8 16,2 0 0-16,-2 0 0 0,0 0 0 0,3 0 8 0,-3 0-8 15,-4 0 0-15,1-3 0 0,0 1 0 16,0 2 0-16,0-3 0 0,-1 3 0 0,1 0 0 16,0-3 0-16,3 1 0 0,-3 2 0 0,2 0 0 0,1-3 8 15,0 3-8-15,0 0 8 0,0 0-8 0,-1 0 8 16,-2-3 1-16,3 3 0 0,-3-2 0 0,3-1 0 15,-1 1-9-15,1-1 12 0,0 0-12 0,3 1 12 16,-3-1-12-16,2 3 0 0,-2-3 0 0,3 1 0 16,0 2 9-16,-4 0-9 0,-2-3 10 0,0 3-10 15,0-3 13-15,-3 1-3 0,0-1-1 0,2 0 0 16,1 3-9-16,-3-2 12 0,3 2-12 0,0 0 12 16,-1-3-12-16,1 3 0 0,0 0 0 0,0 0 0 0,0 0 0 15,-1 0 0-15,1 0 0 0,0 0 0 0,-3 0 0 0,-3 0 0 16,3 0 0-16,-3 0 0 0,-1 0 0 0,1 0 8 15,3-3-8-15,-3 3 0 0,3 0 0 16,0 0 0-16,-1 0 0 0,4 0 0 16,-3 0 0-16,3 0 0 0,0 0 0 0,-3 0 0 0,2 0 0 15,1 0 0-15,0 3 0 0,0-3 0 0,-3 0 0 16,-4 0 0-16,7 0 0 0,-6 0 0 0,3 0 0 0,0 0 0 16,0 0 0-16,0-3 0 0,-1 3 0 0,-2 0 0 15,3 0 0-15,0 0 0 0,-3 0 0 0,3 0 0 16,-4 0 8-16,1 0-8 0,0 0 0 0,-3 0 0 15,3 0 0-15,3 0 0 0,-6 0 0 0,2 0 0 16,-2 0 0-16,-3 0 0 0,3-2 0 0,0 2 0 0,-3-3 0 16,0 1 0-16,3 2 0 0,-3-3 0 15,0 0 0-15,2 1 8 0,-2 2-8 0,0-3 12 0,0 0-12 0,0 3 12 16,0-2-12-16,0-1 12 0,0 0-12 0,0 3 12 16,-3-2-12-16,0 2 0 0,-1-3 9 0,4 0-9 15,-6 3 8-15,3-2-8 0,-3-1 8 0,3 0-8 16,-3 3 12-16,0-2-1 0,-3-1-1 0,3 1 0 15,-6 2 5-15,3-3 1 0,0 0 0 0,0 1 0 16,0-4 6-16,0 1 2 0,0 0 0 0,0-1 0 16,-3-1-4-16,3 1 0 0,0-2 0 0,-3-2 0 15,3-1-6-15,0 1-2 0,-3-4 0 0,3 1 0 16,0 0-4-16,-3 0 0 0,3-3-8 0,0 2 12 16,0-1-12-16,0 1 9 0,0 1-9 0,0 3 8 15,2-1-8-15,-2 3 0 0,0-3 0 0,3 4 0 16,-3-1 0-16,0 2 0 0,0 1 0 0,-3-3 0 15,3 3-16-15,-3 2 2 0,0 3 0 0,0 0 0 16,0 0-30-16,0 0-7 0,0 0-1 0,0 0 0 16,0 0-122-16,0 0-25 0,0 0-5 0</inkml:trace>
  <inkml:trace contextRef="#ctx0" brushRef="#br1" timeOffset="109454.764">10638 10423 1450 0,'0'0'32'0,"0"0"6"0,0 0 2 0,0 0 1 0,0-3-33 0,0 3-8 0,-3-5 0 0,3 5 0 16,0 0 87-16,0 0 15 0,0-6 3 0,0 6 1 15,0 0-29-15,0 0-5 0,0 0-2 0,0 0 0 16,0 0-19-16,0 0-4 0,0 0-1 0,0 0 0 16,0 0-13-16,0 0-2 0,0 0-1 0,0 0 0 15,0 6-10-15,0 2-1 0,0-3-1 0,3 3 0 16,-3 0-7-16,3-3-2 0,0 3 0 0,-3 0 0 15,3 0-9-15,-3 0 0 0,3 0 0 0,0 2 8 16,0-2-8-16,0 3 0 0,0-1 0 0,0-2 0 0,-3 3 0 16,3 0 0-16,0-4 0 0,0 4 0 0,0-3 0 15,2 0 0-15,-2 0 0 0,0 2 0 0,3-2 0 0,-3 0-9 16,3-2 9-16,0 2 0 0,-3-1-12 0,3-1 12 16,0 2-12-16,-3-3 12 0,3 0 0 0,0 1 0 15,0-4 0-15,0 1 0 0,0 0-8 0,3-1 8 16,-3 1 0-16,3-1 0 0,-3-2 0 0,3 0 0 0,0 0 0 15,-4-2 0-15,7 2 0 0,-3 0 0 16,0-3 0-16,3 1 0 0,-3-1 48 0,3 0 12 16,-3 1 4-16,3-1 0 0,-3-2-52 0,0 2-12 15,3-2 0-15,-3 2 0 0,-1 0 0 0,1 1 0 16,3-1 0-16,-3 0 0 16,0 1-48-16,3 2-13 0,-3-3-3 0,0 1-1049 0</inkml:trace>
  <inkml:trace contextRef="#ctx0" brushRef="#br1" timeOffset="115310.444">15391 10203 1609 0,'0'0'35'0,"0"0"7"0,0 0 2 0,0 0 2 0,0 0-37 0,0 0-9 0,0 0 0 0,0 0 0 16,0 0 62-16,0 0 10 0,0 0 3 0,0 0 0 15,0 0-34-15,0 0-6 0,0 0-2 0,6-3 0 16,0 3-1-16,3-2 0 0,0-1 0 0,3 3 0 16,0 0-8-16,3 0-3 0,0 0 0 15,0-3 0-15,6 3-21 0,-4-2 0 0,1 2 0 0,0 0 0 16,3 0 0-16,-3 0 0 0,3 0 0 0,-3 0 0 15,2-3 18-15,-2 3-1 0,0-3 0 0,0 1 0 16,0-1-27-16,-3 3-6 0,-3-5 0 0,2 5-1 16,-2-3-38-1,0-2-7-15,0 2-2 0,-3 1 0 0,0-1-102 0,0 0-21 16,-3 1-4-16,0-1-1 0</inkml:trace>
  <inkml:trace contextRef="#ctx0" brushRef="#br1" timeOffset="115622.609">15778 10005 1396 0,'0'0'31'0,"-6"-3"6"0,4-2 2 0,-4-1 0 0,3 1-31 0,0 2-8 0,3 3 0 0,0 0 0 0,0-5 75 0,0 5 13 16,0 0 4-16,0 0 0 0,0 0-4 0,0 0 0 16,0 0 0-16,0 0 0 0,0 0-38 0,6 3-8 15,0-3-2-15,-1 5 0 0,4-2-32 0,-3 2-8 16,3 0 0-16,0 1 0 0,0 1 46 0,0 1 7 15,0 0 2-15,0 0 0 0,0 0-37 0,-3 3-7 16,3-3-2-16,-3 2 0 0,-3 1-9 0,3-3 0 16,-3 5 0-16,0-2 0 0,-3 2 0 0,0-3 0 0,0 4 0 15,-3-1 0-15,-3-2 53 0,3 2 9 0,-6 0 2 0,3 0 0 16,-3 0-52-16,-3 1-12 0,3 2 0 0,-3-1 0 31,3-4-48-31,0 2-13 0,0 0-3 0,0-2 0 0,0-3 32 0,4 0 7 0,-1-3 1 0,3 3 0 31,-3-3-126-31,6-5-25 0,0 0-5 0</inkml:trace>
  <inkml:trace contextRef="#ctx0" brushRef="#br1" timeOffset="121640.967">16207 10182 1090 0,'0'0'24'0,"0"0"4"0,0 0 2 0,0 0 2 0,0 0-32 0,0 0 0 16,0 0 0-16,0 0 0 0,0 0 102 0,0 0 14 15,0 0 4-15,0 0 0 0,0 0-26 0,0 0-5 0,0 0-1 0,0 0 0 16,0 0-26-16,0 0-6 0,3-5 0 0,0-1-1 16,3 1-11-16,0 2-1 0,0-5-1 0,3 3 0 15,0 0 18-15,0-3 3 0,3 5 1 0,-3-2 0 16,2 0-52-16,1 2-12 15,3-2 0-15,-3 2 0 0,0 0 0 0,-3 1 0 0,6 2 0 0,-6-3 0 16,3 3 0-16,-3 3 0 0,0-3 0 0,-4 2 0 16,1 1 0-16,0 0 0 0,-3 2 0 0,3 0 0 15,-3 1 0-15,-3-1 0 0,0 3 0 0,0 0 0 16,-3 2 0-16,0 1 0 0,-3-3 0 0,0 5 0 31,-2-2-48-31,-1 2-13 0,0 0-3 0,-3 3 0 0,0-3 0 0,-3 3 0 0,3 3 0 16,-3-4 0-16,0 4 0 0,0-3 0 0,3-3 0 0,1 3 0 15,-1-3 30 1,0 0 6-16,0-2 0 0,3 0 1 0,3-1-8 16,-3-2-1-16,3 0-1 0,3 0 0 0,-3-3 37 0,3 1 0 0,3-1 0 0,0-5 0 15,0 5 0-15,0 0 0 0,6 1 0 0,-3-4 0 0,3 1 25 16,0 0 13-16,0-1 2 0,3-2 1 16,0 3-15-16,3-3-3 0,3 3-1 0,-3-3 0 0,2 0-22 15,4 0 0-15,-3 0 0 0,3 0 8 0,0-3-8 0,0 3 0 16,3-3 0-16,-4 3 0 0,1-2 0 15,0 2 0-15,0-6 0 0,-3 4 0 0</inkml:trace>
  <inkml:trace contextRef="#ctx0" brushRef="#br1" timeOffset="121918.579">16612 10354 1552 0,'0'0'44'0,"0"-6"10"0,-3 1-43 0,3 3-11 0,0-4 0 0,0 6 0 16,0-5 104-16,0 5 20 0,-3-5 3 0,3 5 1 16,0-6-52-16,0 6-9 0,0 0-3 0,0 0 0 15,0 0 0-15,0 0 0 0,0 0 0 0,0 0 0 16,0 8 0-16,3 0 0 0,-3 0 0 0,0 5 0 16,0 1-51-16,0 2-13 0,0-1 0 0,0 1 0 15,-3 0 0-15,3 0 0 0,0 0 0 0,-3 2 0 16,3-2 0-16,-3 3 0 0,0-3 0 0,3-3 0 15,-3 3-18-15,0 0-6 0,3-3-2 16,-3-2 0-16,3 2-19 0,0 0-4 16,-3-2-1-16,3-1 0 0,0 1-170 0,-3-6-35 0</inkml:trace>
  <inkml:trace contextRef="#ctx0" brushRef="#br1" timeOffset="122306.141">16749 10550 1552 0,'0'0'44'0,"3"-6"10"0,-3-2-43 0,0 0-11 15,0 0 0-15,0 1 0 0,3-1 104 0,-3 2 20 16,0 1 3-16,0 5 1 0,0-3-52 0,0 3-9 16,0 0-3-16,0 0 0 0,0 0 0 0,0 0 0 0,0 0 0 0,0 0 0 15,0 6-51-15,-3 2-13 0,3 0 0 0,-3-1 0 16,3 4 0-16,-3 0 0 0,3-3 0 0,0 2 0 16,0-2 0-16,0 3 0 15,0-1 0-15,3 1 0 0,0-3 0 0,0 2 0 0,3 1 0 0,-3-3 0 16,3 0 0-16,3 0 0 15,0 0 0-15,-1 0 0 16,1-3-48-16,3-2-13 0,-3 2-3 0,3-5 0 16,0 3 52-16,0-6 12 0,0 3 0 0,0-5 0 0,0 2 0 0,0-2 0 0,-1 2 0 0,1-5 0 15,-3 3 48-15,-3-3 13 0,3 0 3 0,-3 3 0 16,0-3 0-16,0 0 0 0,-3 0 0 0,0-3 0 16,0 3-52-16,-3-2-12 0,0-1 0 0,0-2 0 15,0 2 54-15,-3 1 8 0,0-4 2 0,0 4 0 16,-3-1-52-16,0 1-12 0,0 2 0 0,-3 0 0 15,-3 0 0-15,0 0 0 0,-2 3 0 0,-1 2 0 16,-3 0 0-16,0 1 0 0,0 2 0 0,-3 0 0 16,0 0 0-16,1 0 0 0,-1 0 0 0,-3 2 0 15,3 4-156-15,3-4-35 0,-3 1-6 16,1 2-2-16</inkml:trace>
  <inkml:trace contextRef="#ctx0" brushRef="#br1" timeOffset="136703.516">11811 12661 1497 0,'0'0'32'0,"0"0"8"0,-3-3 44 0,3 3-76 0,-6-2-8 0,6 2 0 0,-6-3 0 16,0 1 104-16,6 2 20 0,-6-3 3 0,6 3 1 15,-6 0-52-15,0 0-9 0,0 0-3 0,-3 3 0 16,3-3 0-16,0 2 0 0,0 1 0 0,-3 2 0 15,3 0-4-15,-3 1 0 0,0 2-1 0,3 2 0 16,-5 1-43-16,2 2-16 0,-3 3 11 0,3 2-11 16,-3 4 21-16,3 1-1 0,0 1-1 0,0 5 0 15,3-5-31-15,0 3-5 0,0-1-2 0,0 1 0 16,3-1 19-16,0-2 0 0,3 0 0 0,0-1 0 16,3 1 0-16,3 0 17 0,-3-3-3 0,6 0-1 15,0-2-13-15,3-3-8 0,0 0 8 0,0-3-13 16,0 0-1-16,3-5 0 0,0 0 0 0,-1-3 0 15,4 1 2-15,-3-4 0 0,3-2 0 0,3-5 0 16,-3 2 12-16,6-5-9 0,-7-2 9 0,7-1-8 16,-3 1 8-16,3-4 0 0,-3 1 0 0,-1 0 0 15,1-3 0-15,-3 3 0 0,0-3 0 0,0 0 0 0,-3 3 13 16,-3-3 2-16,0 0 0 0,-3 0 0 0,-1 0 10 0,-2-2 3 16,0 2 0-16,-3 0 0 0,0 0 2 0,0 0 1 15,-3-2 0-15,0-1 0 0,-3 3-9 0,0-2-2 16,0-1 0-16,-3 3 0 0,0-2-8 0,-2 2-1 0,-4 0-1 15,0 0 0-15,-3 0-2 0,0 6-8 0,-6-3 12 16,0 2-4-16,0 3-8 16,1 3 0-16,-4 0 0 0,0 2 8 0,0 0-8 15,0 1-16-15,4 4 4 0,-4-2 1 16,6 3-19-16,0 0-4 0,3 2-1 0,-3 0 0 16,3 0-100-16,0 1-20 0,4-1-4 0,-1 3-929 0</inkml:trace>
  <inkml:trace contextRef="#ctx0" brushRef="#br1" timeOffset="137515.305">12629 12682 1404 0,'0'0'31'0,"0"0"6"0,0 0 2 0,0 0 0 0,0 0-31 0,0 0-8 0,0 0 0 0,0 0 0 15,0 0 100-15,0 0 18 0,0 0 4 0,0 0 1 16,-6-2-23-16,6 2-5 0,-9 0-1 0,3 2 0 16,0 1-23-16,-3 2-5 0,4-2-1 0,-1 2 0 15,0 3-22-15,-3 0-5 0,3 3-1 0,-3 2 0 16,3 0-15-16,-3 3-3 0,3 0-1 0,0 2 0 16,0 1-10-16,0-1-8 0,0 1 12 0,3 2-12 15,0-2 0-15,0 2 0 0,3 0 0 0,-3 0 0 16,6 0 0-16,-3-2 0 0,6-1 0 0,-3 1 0 15,3-3 0-15,0 0-11 0,3-1 11 0,0-1-10 16,0-1-7-16,3 0-2 0,3-2 0 0,0-3 0 16,2 0-12-16,1-3-2 0,3 0-1 0,-3-5 0 15,3 0 10-15,0 0 1 0,-1-5 1 0,4 0 0 0,-3-1 14 16,0-2 8-16,0 0-10 0,0-2 10 0,-4-1 0 16,1 1 0-16,0-1 0 0,-3 1 0 0,0-1 19 0,-3-2 3 15,0 2 1-15,-3-2 0 0,0 0 15 0,0-1 3 16,-1 4 1-16,-5-6 0 0,3 3-14 0,-3 0-4 15,0-3 0-15,0 0 0 0,-3 0 38 0,0-3 7 16,0 1 2-16,-3-3 0 0,3 0-63 0,-3 2-8 16,-3-2-9-16,0 0 9 0,1 2 44 0,-1 1 16 15,-3 2 3-15,3 0 1 0,-3 0-64 0,0 5-24 0,-3-4 0 0,0 4 1 16,-3 0 23-16,0 3 0 0,-3 0 8 16,1 1-8-16,-4 1 0 0,0 4 0 0,3-1 0 0,-3 0 0 31,0 3-34-31,0 3-9 0,4-3-1 0,-1 5-1 15,3 1-67-15,0-1-12 0,0 3-4 0,3 2-648 16,3-2-131-16</inkml:trace>
  <inkml:trace contextRef="#ctx0" brushRef="#br1" timeOffset="138069.786">13540 12545 1558 0,'0'0'34'0,"0"0"7"0,0 0 2 0,0 0 1 0,0 0-35 0,0 0-9 0,0-6 0 0,0 6 0 15,0 0 91-15,0 0 16 0,0 0 3 0,0 0 1 16,0-5-13-16,0 5-2 0,0 0-1 0,0 0 0 15,0 0-18-15,0 0-3 0,0 0-1 0,0 0 0 16,0 0-23-16,0 0-5 0,0 0-1 0,0 8 0 16,-3-3-9-16,3 3-3 0,-3 3 0 0,3-3 0 15,-3 5-10-15,3-2-2 0,0 2-1 0,-3 3 0 16,3 0-7-16,-3 2-2 0,3 3 0 0,-3 0 0 16,3 3-10-16,0 3 12 15,0-3-12-15,0 2 12 0,0 0-12 0,0 1 0 0,0-3 0 0,0-3 8 16,0 0-8-16,3-2 0 0,0 2 0 0,-3-3 0 15,3 1 0-15,0-3 0 0,0 0 0 0,0-1 0 16,0-1 0-16,-3-1 0 0,3 0 0 0,0 0 0 16,-3-2 0-16,3-3-11 0,0 0 1 0,-3 0 0 15,3-3-78-15,-3-5-15 0,3 0-3 0,3 0-1 16,0 0-91-16,3-8-18 0</inkml:trace>
  <inkml:trace contextRef="#ctx0" brushRef="#br1" timeOffset="138895.418">14028 12616 1630 0,'0'0'36'16,"0"0"7"-16,0 0 1 0,-6-3 3 0,6 3-38 0,0 0-9 0,0 0 0 0,-3-2 0 0,0-3 81 0,3 5 15 15,0 0 2-15,0 0 1 0,-9-3-25 0,6 3-5 16,-3-3-1-16,0 3 0 0,6 0-12 0,-5 3-4 15,2 2 0-15,-3 0 0 0,0 1-41 0,0 2-11 16,0 0 0-16,-3 2 0 0,3 1 24 0,3 2 4 16,-3 0 0-16,0 6 0 0,3-1-28 0,-3 3 0 15,0 3 0-15,3 0 0 0,0-3 0 0,0 3 0 16,0-3 0-16,3 0 0 0,0-5-10 0,0 3 10 0,3-1 0 0,0 1-9 16,0-6-3-16,3 0 0 0,0 1 0 0,3 1 0 15,-3-4-7-15,6 0-1 0,-3 2-1 0,3-5 0 16,0 0 0-16,2 0 0 0,-2-3 0 0,6 3 0 15,-3-5 5-15,0-1 2 0,0 1 0 16,0-3 0-16,0-3-2 0,-3 1-1 0,2-1 0 0,-2 0 0 16,3-2 17-16,-3 0 0 0,3-1 0 0,-3-2 0 15,0 3 0-15,0-3 0 0,-3 3 0 0,3-3 0 16,-1-3 30-16,-2 3 10 0,0-2 1 0,0 2 1 16,-3-3-2-16,3 1 0 0,-3 2 0 0,0-5 0 15,3 2 5-15,-3-2 1 0,0-3 0 0,-3 0 0 16,3-3 5-16,-3 1 1 0,0-1 0 0,0-2 0 15,0 0-14-15,-3 0-2 0,0 2-1 0,0-2 0 16,0 5 5-16,-3-2 0 0,0 2 1 0,0 3 0 16,-3 0-41-16,0-1 0 0,0 4 0 0,0-1 0 15,-3 3 0-15,0 0 0 0,0 0 0 0,-6 3 8 16,3 0 4-16,-3-1 1 0,-2 1 0 0,2 2 0 0,0 1-13 16,0 2 0-16,-3 0 0 0,0 0 0 0,0 2 0 0,1 1-12 15,-4 0 1-15,3 2 0 16,-3 0-31-16,0 1-6 0,3 2-2 0,-3 0 0 15,4 2-150-15,-4-2-31 0</inkml:trace>
  <inkml:trace contextRef="#ctx0" brushRef="#br1" timeOffset="140366.908">13079 14108 1479 0,'0'0'32'0,"0"0"8"0,0 0 0 0,0 0 2 0,0 0-34 0,0 0-8 0,0 0 0 0,0 0 0 16,6 6 77-16,-3-4 14 0,3-2 2 0,-1 3 1 16,1 0-18-16,3-3-3 0,0 2-1 0,0 1 0 15,3-3-16-15,0 3-3 0,3-3-1 0,0 0 0 16,0 0-12-16,3 0-4 0,-1 0 0 0,1 0 0 15,0 0-13-15,0 0-3 0,0-3-1 0,0 3 0 16,0 0-19-16,-1-3-16 0,4 3 4 0,0 0 0 16,0-2 12-16,0 2 0 0,0-6 0 0,2 4 0 15,1-1 13-15,-3 0 6 0,-3-2 1 0,3 3 0 16,-3-4-20-16,-1 4-9 0,1-1 1 0,-3 0 0 16,-3 1-25-16,0 2-5 0,-3-3-1 0,0 0 0 15,0 1-21-15,-3 2-5 0,0-3-1 0,0 0 0 16,0 1-147-16,-6 2-30 0</inkml:trace>
  <inkml:trace contextRef="#ctx0" brushRef="#br1" timeOffset="140731.305">13367 13907 1749 0,'0'0'38'0,"0"0"8"0,0 0 2 0,0 0 2 0,0 0-40 0,-3-2-10 0,3 2 0 0,0 0 0 16,0 0 76-16,0-6 14 0,0 6 2 0,0 0 1 15,3-5-22-15,-3 5-5 0,0 0-1 0,0 0 0 16,0 0-29-16,0 0-7 0,0 0-1 0,0 0 0 16,0 0 18-16,6 5 3 0,-3-2 1 0,0 5 0 15,0-3-29-15,0 6-5 0,0-1-2 0,0 1 0 16,0 2-14-16,0 3 0 0,3 0 0 0,-3 3 0 15,0-1 0-15,0 3 0 0,0-2 0 16,3-1 0-16,-3 3 25 0,0-2 3 0,3 0 0 0,-3 2 0 31,0-3-45-31,3 1-9 0,-3 2-2 0,3-3 0 0,-3 4 41 0,3-4 8 0,-3 3 2 0,3 0 0 16,-3-2-37-16,2-1-7 0,1 1-2 0,0-3 0 16,0-3-8-16,0 0-1 15,0-2-1-15,-3 0 0 0,3-6-147 0,3 0-30 0</inkml:trace>
  <inkml:trace contextRef="#ctx0" brushRef="#br1" timeOffset="141221.647">14293 13677 1728 0,'0'0'38'0,"0"0"8"0,0 0 2 0,0 0 0 0,0 0-39 0,0 0-9 0,0 0 0 0,0 0 0 16,0 0 104-16,-3-2 18 0,3 2 4 0,0 0 1 16,0 0-50-16,0 0-9 0,0 0-3 0,-6 0 0 15,6 0 7-15,-6 5 0 0,0-3 1 0,3 4 0 16,0 2-14-16,0 0-3 0,0 0-1 0,0 2 0 16,0 1-44-16,0 2-11 0,0 0 0 0,0 3 0 15,1 0 0-15,-1 0 0 0,3 2 0 0,-3 4 0 0,0-1 0 16,3 0 0-16,0 5 0 0,-3-2 0 15,3 0 0-15,3 2 0 0,-3-2 0 0,0 0 0 16,0 0 0-16,3-6 0 0,-3 1 0 0,0-1 0 16,3-4 0-16,-3 2 0 0,3-3 0 0,-3-3 0 15,2 4 0-15,-2-4 0 0,0 1 0 0,0-3 0 16,0 0-49-16,3 0-12 0,-3-3-3 0,0 3 0 16,0-6 0-16,3 6 0 0,-3-8 0 0,0 6-682 15,0-6-137-15</inkml:trace>
  <inkml:trace contextRef="#ctx0" brushRef="#br1" timeOffset="142199.655">11248 14958 1710 0,'0'0'37'0,"0"0"8"0,-6 0 2 0,0 0 1 0,6 0-38 0,0 0-10 0,0 0 0 0,0 0 0 16,0 0 17-16,0 0 2 0,0 0 0 0,0 0 0 16,0 0-19-16,0 0-19 0,0 0 4 0,6 0 1 15,0 0 62-15,3 0 13 0,3 0 3 0,-3 0 0 16,3 0-52-16,0 2-12 0,0-2 0 0,-1 3 0 15,4-3 0-15,0 0 0 0,3 3 0 0,0-3 0 16,3 2 40-16,0 1 6 0,-1-3 1 0,4 0 0 16,3 0-31-16,-3 0-5 0,3 0-2 0,2-3 0 15,1 3 5-15,0-2 1 0,0 2 0 0,-1 0 0 16,4 0 1-16,0 0 1 0,0 0 0 0,5-3 0 16,-2 0-3-16,0 1-1 0,3-1 0 0,-1-2 0 15,1 2 11-15,0 1 3 0,-1-1 0 0,1 0 0 0,3 1-27 16,-4 2 0-16,7-3 0 0,0-2 0 0,-1 2 17 0,-2-2-1 15,0 2-1-15,2 0 0 16,-5 3-24-16,6-2-5 0,-1-1-1 0,1 1 0 16,-3-1 63-16,2 0 13 0,1 1 3 0,-3-1 0 15,-1 0-52-15,1 1-12 0,3-1 0 0,-1 3 0 0,4-3 0 16,-3 1 0-16,2-4 0 0,1 4 0 0,-4-3 8 0,1 2 0 16,0 3-8-16,-1-3 12 0,4 1-12 0,0-1-8 15,-1-2 8-15,1 2-13 0,-1 0 25 0,-2 1 6 16,-3 2 1-16,5-3 0 0,1 0-31 0,0 3-5 15,-1-2-2-15,1-1 0 0,-3 0 19 0,-1 3 0 16,-2-2 0-16,0-1 0 0,-4 1 0 0,4 2 0 0,0-3 0 16,-1 3 0-16,-2-3 48 0,0 3 12 0,-4-2 4 0,4 2 0 15,-3-3-64-15,-3 3-21 0,-4-3 0 0,1 3 0 16,3 0 33-16,-3-2 8 0,-1 2 0 0,1 0 1 16,-3-3-21-16,-3 3 0 0,0 0 0 0,-1 0 0 15,-2 0 0-15,0-3 0 0,-3 3 0 0,0 3-8 16,0 0 8-16,-3-3 0 0,-1 0 8 0,-2 0-8 15,0 2 0-15,0-2 0 0,-3 0 0 0,0 3 0 16,0-3 0-16,0 3 0 0,-3-3 0 0,3 0 0 16,-3 0 0-16,0 0 0 0,0 0 0 0,0 0 0 15,-1 0 0-15,-5 0 0 0,0 0 0 0,0 0 0 32,3-6-47-32,-3 4-13 0,0-6-4 0,-6 0 0 0</inkml:trace>
  <inkml:trace contextRef="#ctx0" brushRef="#br1" timeOffset="145965.516">12013 15402 1284 0,'0'0'36'0,"-6"0"8"0,0 0-35 0,0 3-9 0,0-3 0 0,0 3 0 15,6-3 60-15,-6 0 9 0,0 0 3 0,0 2 0 16,0-2 15-16,0 3 3 0,1 0 1 0,-1-3 0 15,0 5-39-15,-3-2-7 0,3-1-1 0,-3 3-1 16,0 1-15-16,0 2-2 0,3 0-1 0,0 2 0 16,-3 1-7-16,3 2-2 0,0 3 0 0,0 2 0 15,0 4-8-15,3 1-8 0,0 4 9 0,0 2-9 16,0 0 8-16,3 0-8 0,3-5 0 0,-3 2 0 16,3-2 0-16,0-3 0 0,0-2 0 0,3 2 0 15,0-2 0-15,3-3 0 0,3-1 0 0,0-1 0 16,0-1 0-16,6-3-8 0,-3 1 8 0,-1-3 0 0,4-3 0 15,3 1-10-15,-3-6 10 0,3 0-8 16,-3 0 8-16,0-6-10 0,-4 1 10 0,4-3-10 16,-3-3-24-16,3 1-5 0,-3-3-1 0,3-1 0 15,-3 1 59-15,3 3 11 0,-4-4 2 0,4-2 1 0,0 3-21 0,-3-3-4 16,0 1 0-16,-3-1-8 0,0-3 40 0,-3 1 0 16,0-4 1-16,-3 1 0 0,0-3 13 0,-6 1 2 0,0 1 1 15,0-1 0-15,-3 4-9 0,-3-2-3 0,-3 2 0 0,0 1 0 16,0 2-17-16,-3-2-4 0,0 4-1 15,-3 1 0-15,0 2-23 0,0 1-18 16,0-1 3-16,-2 1 1 0,2 2 41 0,0 0 8 16,0 0 1-16,0 3 1 0,0-1-37 0,0 4 0 0,0-1 0 0,-2 3 0 15,2 0-13-15,-3 3-7 0,3-3-2 16,0 2 0 0,0 1-90-16,3 0-19 0,3-1-3 0,0 4-1 0,3-4-149 15</inkml:trace>
  <inkml:trace contextRef="#ctx0" brushRef="#br1" timeOffset="146556.095">12793 15469 2044 0,'0'0'45'0,"0"0"10"0,0 0 1 0,-6 2 1 0,6-2-45 0,-6 3-12 0,0-3 0 0,0 2 0 16,3 4 64-16,-3-4 10 0,-3 4 2 0,3-1 1 15,-3 0-28-15,3 1-5 0,0 1-2 0,-2 4 0 16,2 2-16-16,-3 1-3 0,6 1-1 0,-3 4 0 16,3 2-14-16,0 0-8 0,0 0 8 0,3 1-8 15,0-1 0-15,3 0 0 0,3-3 0 0,0 1 0 16,3-3 0-16,0 0 0 0,2-3-12 0,1 0 4 31,3 0-24-31,0-2-5 0,3 0-1 0,3-3 0 16,0-1-18-16,-4-1-3 0,1-1-1 0,0-2 0 0,0-1 48 0,0-4 12 0,0-1 0 15,0 0 0-15,-1-2-10 0,1-3 0 0,3 0 0 0,0 0 0 16,0 0 10-16,-3 0-8 0,3 0 8 16,-1-2-8-16,-5-1 8 0,3 3 16 0,-3-5-4 0,-3 5-1 15,0-5 27-15,-3 2 6 0,-3-2 0 0,-3 0 1 16,0-3 5-16,-3 0 1 0,-3-2 0 0,-3-1 0 16,0 1-15-16,-3-1-4 0,-3-2 0 0,0 5 0 15,-3-2-12-15,0 2-2 0,-3 2-1 0,1-1 0 16,-1 4-17-16,0-2-19 0,0 2 4 0,-3 1 1 0,3 2 14 15,0 0 0-15,1 0 0 0,-1 2 0 16,0 4 0-16,0-3 0 0,-3 5 0 0,0 0 0 0,0 0-19 0,4 0-1 16,-1 2 0-16,0 1 0 15,3-1-124-15,3 4-24 0,0-4-6 0,6 4-1 16</inkml:trace>
  <inkml:trace contextRef="#ctx0" brushRef="#br1" timeOffset="147108.907">13716 15331 1314 0,'0'0'37'0,"0"0"8"0,0 0-36 0,0 0-9 0,0 0 0 0,0 0 0 15,0 0 119-15,0 0 21 0,0 0 5 0,0 0 1 0,0 0-24 0,0 0-5 16,0 0-1-16,0 0 0 0,0 0-29 0,0 0-7 16,0 0 0-16,0 0-1 0,0 0-17 0,0 0-3 15,0 0-1-15,0 0 0 0,0 0-22 0,0 0-5 16,-3 5-1-16,0 0 0 0,0 3-5 0,3 0-1 16,0 0 0-16,0 0 0 0,0 3-13 0,3 2-3 15,-3 0-8-15,3 1 12 0,-3 1-12 0,0 4-16 16,3-3 3-16,-3 5 1 0,0 0 12 0,3 3 0 15,-3 0 0-15,3 2 0 0,0 1 0 0,-3-4 0 16,3 1 0-16,0 0 0 0,0-3 0 0,-1-2 0 0,1-1 0 16,0 1 0-16,0-6 0 0,0 3 0 15,0-3 0-15,0 3 0 0,0-3 0 0,0 1 0 0,0-4 0 16,0 1 0-16,0-3 0 0,-3 0 0 0,3 0 0 0,0-1 0 31,3-4-105-31,-6-3-19 0,3 5-3 0,-3-5-1 16,6 0-51-16,0 0-10 0,0 0-3 0,3-5 0 0</inkml:trace>
  <inkml:trace contextRef="#ctx0" brushRef="#br1" timeOffset="147651.757">14388 15191 1130 0,'0'0'32'0,"0"0"8"0,0 0-32 0,0 0-8 0,0 0 0 0,0 0 0 16,0 0 92-16,0 0 16 0,0 0 4 0,0 0 1 16,0 0 11-16,0 0 3 0,0 0 0 0,0 0 0 15,0 0-24-15,0 0-5 0,0 0-1 0,0 0 0 16,0 0-25-16,0 0-4 0,6 5-2 0,-3 0 0 15,0 1-14-15,0 1-2 0,-3 1-1 0,3 0 0 16,0 3-16-16,-3 2-3 0,3 0-1 0,0 1 0 16,0 2-13-16,-3-1-4 0,3 1 0 0,0 3 0 15,-3-3-4-15,3 0-8 0,-3 2 11 0,3 1-11 16,-3-1 8-16,3 1-8 0,-3 2 0 0,0 0 0 16,3 0 0-16,-3 3 0 0,0 0 0 0,3 0 0 15,-3-1 0-15,0-1 0 0,3-1 0 0,-3 0 0 16,0-5 0-16,3 0 0 0,-3-3 0 0,0 0 0 15,3-5-12-15,-3 0-8 0,3 0-3 0,0-3 0 16,0-2-125-16,0 0-26 0,-3-3-5 16,0 0-1-16</inkml:trace>
  <inkml:trace contextRef="#ctx0" brushRef="#br1" timeOffset="159575.896">23071 8607 1429 0,'0'0'31'0,"0"0"6"0,0 0 43 0,0 0-72 0,0 0-8 0,0 0 0 0,0 0 0 16,0 0 66-16,0 0 11 0,-3-5 3 0,3 5 0 16,-3-3-8-16,3 3 0 0,-3-5-1 0,0 3 0 0,3 2-11 0,-6-3-1 15,3 0-1-15,-3 1 0 0,6 2-15 0,-6-3-3 16,0 0-1-16,0 1 0 0,1 2-19 0,-4-3-4 15,3 0-1-15,-3 3 0 0,0-2 1 0,0-1 0 16,-3 0 0-16,0 3 0 0,0 0 0 0,-3-2 1 16,0-1 0-16,0 1 0 0,1 2-1 15,-4-3 0-15,0 0 0 0,-3 3 0 0,0-2-2 0,3 2-1 16,-2-3 0-16,-1 3 0 0,0-3-1 0,0 3 0 16,0 0 0-16,0 0 0 0,0-2-4 0,-2 2-8 15,-1-3 11-15,-6 0-11 0,3 1 12 0,-2-4-12 0,-4 4 12 16,0-1-12-16,0 0 16 0,1-2-3 0,-1 3-1 15,0-1 0-15,0 0 0 0,1-2-1 0,-4 2 0 16,0-2 0-16,0 2-11 0,1-2 8 16,-4 2-8-16,-3-2 8 0,4 2-8 0,-1-2 0 0,3 0 9 15,-5 2-9-15,2-2 0 0,0 2 0 16,0 1 0-16,-2-1 8 0,-1 0-8 0,0-2 0 0,1 2 0 0,-1 1 8 16,0-1-8-16,1-2 0 0,-1 5 0 0,0-3 0 15,1 1 0-15,-4 2 0 0,0-3 0 0,-2 3 0 16,5 0 0-16,1-3 0 0,-1 3 0 0,0 0 0 15,0 3 0-15,1 0 0 0,-1-1 0 0,-3 1 0 16,4 0 0-16,-1-1 0 0,0 1 0 0,1-1 0 16,2 1 0-16,3 2 0 0,-2-2 0 0,-4 2 0 15,3 1 0-15,-5-1 0 0,5 0 0 0,-3 0-8 16,4 1 8-16,2-1 0 0,0 0 0 0,-3 1-8 16,4-1 8-16,-1 0 0 0,0 1 0 0,-2 1 0 0,2-4 0 0,0 2 0 15,0 1 0-15,1 2-8 0,5-3 8 16,-3 0 0-16,6 1 0 0,-5 1-8 0,2-4 8 15,0 2 0-15,-3 1 0 0,4-4 0 0,-1 1 0 16,0 0 0-16,0-1 0 0,1 1 0 16,2 0 0-16,-3-1 0 0,6 3 0 0,-3-2 0 0,4 2 0 15,-1-5 0-15,0 3 0 0,0 0 0 0,3-3 0 16,-2-3 0-16,-1 0 0 0,-3 3 0 0,3-2 0 0,0-1 0 16,-2 0 0-16,-1 1 8 0,3-1-8 0,0 1 0 15,0 2 0-15,0-3 0 0,1 3 0 0,2-3 0 16,0 3 0-16,-3-2 0 0,0-1 0 0,1 0 0 0,-1 1 0 15,0-1 0-15,-3 0 0 0,3 1 0 16,-2-1 0-16,-1 0 0 0,3 1 0 0,-3-1 0 0,3 3 0 0,1 0 0 16,-1-2 0-16,3 2 0 0,0 0 0 0,0-3 0 15,3 0 0-15,-5 3 0 0,2-2 0 0,0-1 0 16,0 0 0-16,-3 1 8 0,0-1-8 0,1 0 0 16,-1 1 0-16,3-1 0 0,-3 3 0 0,0-3 8 15,3 3-8-15,1 0 0 0,-1 0 8 0,0 0-8 16,3 0 0-16,0 3 0 0,0 0 0 0,1-1 0 15,2 1 20-15,-6 0 0 0,3-1 0 16,0 1 0-16,3 0-20 0,-3 2 0 0,0-2 0 0,1 2 0 16,-1 0 0-16,0 0 0 0,-3 3 0 0,3 0 0 15,3 3 0-15,-3-1 0 0,4 4 0 0,-4-1 0 16,3 0 0-16,3 3 0 0,-3 0 0 0,3 2 0 16,3 1-47-16,-3-1-13 0,3 4-4 15,0-4 0-15,1 1 52 0,2-1 12 0,0 1 0 0,0-1 0 16,0 1 0-16,3 2 0 0,0-5 0 0,0 2 0 15,0-2 0-15,3 0 0 0,-3 0 0 0,3 2 0 0,0-2 0 16,3 0 0-16,-3 0 0 0,3 0 0 0,0 0 0 16,0-3 0-16,0 3 0 0,0 0 0 0,3-3 0 15,0 3 0-15,0-3 0 0,2-2 0 0,1-1 0 16,0 4 0-16,3-7 0 0,0 1 0 0,3 0 0 0,0-2 0 16,3-1 0-16,3 0 0 0,-4-2 0 0,7 0 0 15,0-1 0-15,0 1 0 0,0-1 0 0,2-2 13 0,1 3-2 16,3 0-1-16,-3-3-10 0,3 0-14 15,-1 0 3-15,4 0 1 0,6 0 10 0,-3-3 0 16,2 0 0-16,4 3 0 0,-3-2 0 0,-1 2 0 0,1 0 0 16,0 0 0-16,2 0 0 0,1 0 0 0,0-3 0 15,5 3 0-15,1 0 0 0,-3 0 0 16,-4 0 0-16,4 0 0 0,-3 0 0 0,2 3 0 0,4-3 0 0,-1 2 0 16,1-2 0-16,0 0 0 0,2 0 0 0,-2-2 0 15,-6 4 0-15,5-2 0 0,-2 0 0 0,9 0 0 16,-7 0 0-16,4 0 0 0,-1-2 0 0,1 2 0 15,-3 0 0-15,-4 2 0 0,4-2 0 0,2 0 0 16,1 0 0-16,0 0 0 0,2 0 0 0,-2 0 0 16,-7 0 0-16,4 0 9 0,0 3-1 0,2-3-8 15,1 0 0-15,0 0 0 0,-1 3 0 0,1-3 0 16,-4 0 0-16,-2 2 0 0,3 1 0 0,-1 0 0 16,1-3 0-16,0 0 0 0,-7 2 0 0,7 1 0 15,-7-3 0-15,1 3 0 0,0-1 0 0,0-2 0 16,-1 3 0-16,-2 0 0 0,3-3 0 0,-1 2 0 0,-2-2 0 15,0 3 0-15,-1-3 0 0,1 3 0 16,-3-3 0-16,-4 2 0 0,4 1 0 0,0-3 0 16,-3 2 0-16,2-2 0 0,1 0 0 0,-3 0 0 0,0 0 0 15,-1 0 0-15,1 0 0 0,0 0 0 16,-3 0 8-16,-1 0-8 0,1 0 0 0,0 0 0 0,3 0 0 0,-4 0 0 16,4-2 0-16,0 2 0 0,0-3 8 0,-4 3-8 15,4-2 0-15,0 2 0 0,-3-3 0 0,-1 0 0 16,1 3 0-16,0-2 0 0,-3-1 0 0,2 0 0 0,4 1 0 15,0 2 0-15,0-3 0 0,-1 0 0 16,1-2 0-16,3 2 0 0,-3-2 0 0,-4 2 0 0,4-2 0 16,-3 0 0-16,3 2 0 0,-4-2 0 0,4 0 0 0,3-1 0 15,-3 1 0-15,-4 0 0 0,4-3 0 0,0 3 0 16,0-3 8-16,-4 0-8 0,1-3 9 0,-3 3-9 16,0-2 0-16,0 2 0 0,-1-3 0 0,-2 0 0 15,3 1 0-15,-3-1 0 0,0-2 0 0,-1 2 0 16,1 1 0-16,-3-1 0 0,0 3 0 0,-3-2 9 15,0 2-1-15,-1 0-8 0,-2 0 12 0,-3 0-4 16,3 0-8-16,-3 0 0 0,0-2 0 0,0 2 0 16,-3 0 0-16,-3 0 10 0,0 0-2 0,-3 0-8 15,3-3 19-15,-3 3-3 0,-3-2-1 0,3-1 0 16,-3 1 2-16,0-1 1 0,0-2 0 0,-3 2 0 16,3 1-1-16,-3-4 0 0,-3 4 0 0,3-3 0 15,-3-3 1-15,0 2 0 0,-3 1 0 0,0-3 0 16,0 1-2-16,-3 1-1 0,0-2 0 0,-3 1 0 15,0 1-7-15,0 1 0 0,-5-3-8 0,-1 6 12 16,0-1-12-16,-3 0 0 0,0 3 8 0,-2 1-8 0,-1-1 0 16,0 2 0-16,0 1 0 0,-3 0 0 0,-2-1-17 0,-1-1-3 15,-3 1-1-15,-5 1 0 16,2 0-75-16,-6-1-14 0,4 4-3 0,-7-4-709 16,0 1-142-16</inkml:trace>
  <inkml:trace contextRef="#ctx0" brushRef="#br1" timeOffset="186652.922">14799 15783 1433 0,'0'0'40'0,"0"0"10"0,0 0-40 0,0 0-10 0,0 0 0 0,0 0 0 16,0 0 93-16,0 0 17 0,0 0 3 0,0 0 1 15,0 0-41-15,-9 3-8 0,9-3-1 0,-6 3-1 16,-3-3-15-16,3 2-4 0,0-2 0 15,0 0 0-15,6 0 4 0,-5 0 0 0,-4 3 0 0,3-3 0 16,0 0-24-16,0 0-4 0,0 0 0 0,0 0-1 16,6 0 29-16,-6 0 5 0,6 0 2 0,-6 0 0 15,0-3-37-15,6 3-7 0,-3-2-2 0,3 2 0 16,0 0-9-16,-3-6 0 0,3 1 0 0,0 5 0 16,3-5 0-16,3 0 0 0,-3-1 0 0,3 1 0 15,3 2 0-15,-3-2 0 0,3 0 0 0,0 2 0 16,0 0 26-16,2-2 3 0,-2 2 1 0,3 1 0 15,0-1-30-15,-3 1 0 0,3 2 0 0,-3-3 0 16,0 3 0-16,0 3 0 0,0-1 0 0,0 1 0 0,0-1 0 16,0 4 0-16,-4-1 0 0,1 3 0 15,-3-3 0-15,0 3-12 0,0 0 3 0,-3 3 0 16,0-1-3-16,-3 1-1 0,0-1 0 0,0 4 0 0,-3-1 3 16,-2 3 1-16,2-3 0 0,-3 6 0 0,0-6 9 0,0 3-8 15,0 0 8-15,0 2-8 0,0-2 8 0,0 0 0 16,3 0 0-16,-3 0 0 0,0-3 0 0,3 0 0 15,-3 0 0-15,3-2 0 0,0 2 0 16,1-2 0-16,2-3 0 0,-3 0 0 0,3-3 0 0,3 3 0 16,-3-3 0-16,3-5 8 0,3 3 1 0,-3-3 1 0,3 5 0 0,0-2 0 15,3-1 4-15,-3-2 1 0,5 0 0 0,-2 0 0 16,3 3 3-16,-3-6 1 0,6 3 0 0,-3-2 0 16,3-1-2-16,-3 3 0 0,3-5 0 0,-3 2 0 15,3 0-17-15,0 1 10 0,0-4-10 0,-1 4 8 16,1-1-8-16,0 1 0 0,0-1 0 0,-3-2 8 15,3 2-8-15,0-2 0 0,0-1-10 0,3 4 10 16,0-6-156 0,-4 0-24-16,7 0-6 0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2:39:40.810"/>
    </inkml:context>
    <inkml:brush xml:id="br0">
      <inkml:brushProperty name="width" value="0.05292" units="cm"/>
      <inkml:brushProperty name="height" value="0.05292" units="cm"/>
      <inkml:brushProperty name="color" value="#0070C0"/>
    </inkml:brush>
  </inkml:definitions>
  <inkml:trace contextRef="#ctx0" brushRef="#br0">23044 12902 1407 0,'0'0'31'0,"0"0"6"0,0 0 2 0,0 0 1 0,-6 0-32 0,0 0-8 0,6 0 0 0,-8 0 0 16,2-3 59-16,0 3 10 0,0 3 3 0,6-3 0 0,-6-3 7 0,-3 3 1 16,6-2 1-16,-6-1 0 0,3 3-33 0,0-3-8 15,0 3 0-15,-3-2-1 0,3 2-11 16,0 0-3-16,0 0 0 0,-3 0 0 15,3 0 31-15,-3 0 7 0,0 0 1 0,1 0 0 0,-1 0-64 16,-3 0 0-16,0 0-9 0,0 0 0 0,0 0 9 0,-3 0 9 16,0 0-1-16,0 0-8 0,-3 0 8 0,1 0-8 15,-1 0 0-15,0 0 0 0,-3 0 0 0,0 0 0 16,3 0 0-16,-5 0 0 0,-1 0 0 0,0 0 0 16,-3 0 0-16,-3 0 0 0,1 0 26 0,-4 0-2 15,3 0 0-15,-6 0 0 0,4-3 13 0,-1 0 3 16,0 1 0-16,-3 2 0 0,1-3-52 0,-4 0-9 15,0 3-3-15,-5 0 0 0,2 0 24 0,-3 0 0 16,4-2 0-16,-4-1 8 0,6 3 0 0,-2-3 0 16,-4 1 0-16,0-1 0 0,1 3-8 0,-1-2 8 0,0-1-8 0,-2-2 8 15,8-1-8-15,-6 4 0 0,7-4 9 16,-10 1-9-16,6 0 8 0,-2 0-8 0,-1-1 10 0,0 1-10 16,1 0 0-16,2-3 0 0,3 2 0 0,-2 1 0 15,-1 0 0-15,0 0 0 0,1-1 0 0,-4 1 0 16,3 0 0-16,-2 2 0 0,2 0 0 0,-3 1 0 15,7-1 0-15,-4 0 0 0,0 3 0 16,-2 0 0-16,-1-2 0 0,1-1 0 0,-1 3 0 0,0 3 0 16,4-1 0-16,-1-2 0 0,3 3 0 0,0 0 0 15,-2-3 0-15,2 2 0 0,-3-2 0 0,1 0 0 16,-1 0 0-16,3 0 0 0,1 0 0 0,-1 3 0 16,3-3 0-16,1 0 0 0,-1 0 0 0,-6 0 0 15,3 0 0-15,1 0 0 0,-1 0 0 0,-3 0 0 0,7 0 0 16,-1 0 0-16,0 3 0 0,4-3 0 15,-1 0 0-15,-3 0 0 0,0 0 0 0,1 0 0 0,-1 0 0 0,0 0-16 16,0 2 1-16,1-2 1 0,-1 0 14 16,3 3 0-16,1 0 0 0,-1-1 10 0,3 1 0 0,-3 0 0 15,4-1 0-15,-7 3 0 0,3-2-20 16,0 2-4-16,1-2-1 0,-4 2 0 0,6 1 24 0,-3-1 5 16,7 0 1-16,-4 3 0 0,3-3-15 0,0 1 0 15,0 2 0-15,-2 0 0 0,2 0 0 0,0-1 0 16,0 1 0-16,0-2 0 15,4 2 0-15,-1 0 0 0,-3 0 0 0,3-3 0 0,3 3 0 0,1-3 0 16,-1 0 0-16,0 3 0 0,3 0 0 0,3-2 0 16,-3 1 0-16,0 1 0 0,4-2-14 0,-4-1-6 15,0 3 0-15,0-3-1 0,0 0 21 0,0 1 0 0,0-1 0 0,1-2 0 16,-4-1 0-16,3 4 0 0,-3-4 0 0,3 1 0 16,0 0 0-16,0 2 0 0,1-2 0 0,-1-1 0 15,0 1 15-15,0-1 4 0,0-2 1 0,3 6 0 16,0-6-32-16,0 2-7 0,4 4-1 0,-4-4 0 15,3-2 20-15,-3 3 0 0,0 2 0 16,0-2 0-16,0 2 10 0,0 1 9 0,0-1 1 0,1 3 1 16,2-3-21-16,-3 3 0 0,0 0 0 0,0 3 0 15,3-1 0-15,0 1 0 0,0-1 0 0,0 3 0 16,1 1-16-16,2-1-8 16,0 0-2-16,-3 0 0 0,6 1 42 0,-3-1 8 0,3 0 1 0,3 0 1 15,-3-2-26-15,3 2 0 0,3-2 0 0,0-1 0 16,0 1 0-16,0 2 0 0,0-2 0 0,3-1 0 15,0 1 0-15,0-1 0 0,3 1 0 0,-3 0 0 16,6-1 0-16,0-2 0 0,0 3 0 0,0-3 0 16,0 0-46-16,-1 0-14 0,4-1-4 15,0 1 0-15,0 0 52 0,0 0 12 0,0 0 0 0,3 0 0 0,0-3 0 0,-3 3 0 16,3-2 0-16,-1 2 0 0,1-6 0 0,-3 4 0 16,0-4 0-16,3 4 0 0,0-4 0 0,-3 1 0 15,3-3 0-15,-3 2 0 0,2-2 0 0,1 3 0 16,3 0 0-16,0-3 0 0,0 2 11 0,0-2 5 15,0 3 0-15,2 0 1 0,1-3-27 16,0 0-6-16,0 2 0 0,3-2-1 0,-3 3 17 0,2-3 0 0,-2 3 0 0,3-3 0 16,-3 0 0-16,0 2 0 0,0-2 0 0,-1 0 0 15,1 0 0-15,0 0 0 0,3 3 0 0,0-3 0 16,0 0 8-16,-1 3 6 0,1-3 1 0,3 2 0 16,-3-2-15-16,0 3 0 0,-1-3 0 0,1 2 0 15,0-2-9-15,-3 0-5 0,-3 3-1 0,3-3 0 16,-1 0 15-16,1 0 0 0,0 3 0 15,0-3 0-15,0 0 0 0,3 0 0 16,-4 0 0-16,4 0 0 0,0-3 8 0,0 3 5 0,3-3 1 0,-1 3 0 16,-2-2-22-16,3 2-5 0,-3-3-1 0,0 1 0 15,-4-1 14-15,1 3 0 0,0-3 0 0,3 1 0 16,-3-1 0-16,3 0 0 0,-4 1 0 0,4 2 0 16,0-3 0-16,-3 0 0 0,3 1 0 0,-3 2 0 15,2 0 9-15,-2-3 5 0,3 3 1 0,-3-3 0 16,3 3-15-16,-3-2 0 0,-4 2 0 0,4-3 0 15,-3 1-9-15,0-1-5 0,3 0-1 0,0 1 0 0,-1 2 15 16,1-3 0-16,0 0 0 0,3 1 0 16,-3 2 9-16,3-3 5 0,-4 0 1 0,4 3 0 0,0-2-15 0,-3 2 0 15,0 0 0-15,3-3 0 0,-4 0 0 16,1 3 0-16,0-2 0 0,0-1 0 0,-3 0-9 0,3-2-5 16,2 3-1-16,-2-1 0 0,3 0 24 0,-3 3 5 15,0-2 1-15,5 2 0 0,-5-3-15 0,3 3 0 16,0 0 0-16,0 0 0 0,0 0 0 15,-1 0 0-15,-2 0 0 0,0 0 0 16,3-3 0-16,-3 3 0 0,0 0 0 0,2-2 0 0,-2 2 0 0,3 0 0 16,0-3 0-16,3 3 0 0,-4 0 0 0,1 0 0 15,3 0 0-15,-3 0 0 0,3 0 0 0,-4 0 0 0,1 0 0 16,0 0 0-16,0-3 0 0,-3 3 0 0,3-2 0 0,-1 2 0 16,-2 0 0-16,3-3 0 0,0 0 0 0,0 1 0 15,-1-1 0-15,1 3 0 0,0-3 0 0,3 3 0 16,-3 0 0-16,-1 0 0 0,1-2 0 0,3 2 0 15,-6 0 0-15,0-3 0 0,0 3 0 0,-1-2 0 16,4-1 0 0,-3 0 0-16,0 3 0 0,0 0 0 0,0-2 0 0,-1 2 0 0,1 0 0 0,0 0 0 15,0 0 0-15,0 0 0 0,0 0 8 0,-4 0-8 16,4 2 0-16,0-2 0 0,0 0 0 0,0 3 0 16,-3-3 0-16,0 0 0 0,-4 0 0 0,4 0 0 15,0 0 0-15,0 0 0 0,0 0 0 0,-3 0 0 16,3 0 0-16,-4 0 0 0,4 0 0 0,0 0 0 15,0 0 0-15,-3 3 0 0,3-3 0 0,0 2 0 16,-1-2 0-16,-2 3 0 0,6-3 0 0,-3 2 0 16,0 1-8-16,0 0 8 0,0-1 0 0,0-2 0 15,-1 3-8-15,-2 0 8 0,0-3 0 0,3 2 0 0,-3 1-13 0,3 0 4 16,0-3 1-16,2 2 0 0,-2 1-3 0,3 0 0 16,-3-1 0-16,6 1 0 0,-6 0 11 0,3-1-12 15,2 3 12-15,-2 1-12 0,3-4 12 0,-3 4 0 16,0-4 0-16,-1 4-8 0,1-4 8 0,0 4 0 15,0-4 0-15,-3 4-8 0,3-4 8 0,0 1 0 16,-1-1 0-16,1 4 0 0,3-4 0 16,-3 1 0-16,3 0 0 0,-1-1 0 0,1 4 0 0,0-1 0 0,0-2 0 15,3-1 0-15,-1 1 0 0,1-3 0 16,-3 2 0-16,0 1 0 0,3 0 0 0,-4-3-8 0,4 2 8 16,3-2 0-16,-3 0 0 0,3 3 0 0,-4-3 0 0,7 0 0 15,-6-3 0-15,3 3 0 0,-1 0 0 0,4-2 0 16,-6 2 0-16,0-3 0 15,0-2 0-15,2 2 0 0,-2-2 0 0,3 0 0 16,-3-1 0-16,2 4 0 0,1-6 0 0,0 2 0 0,-3-1 0 16,3 1 0-16,-4-2 0 0,-2 3 0 0,3-3 0 0,-3 0 0 15,-3 0 0-15,-4 0 8 0,4 0-8 0,-3 0 0 16,0-2 8-16,-3 2-8 0,0 0 10 0,0 3-10 16,-3-3 8-16,-1 0-8 0,-2 2 0 0,0-1 9 15,0-1-9-15,-3 0 10 0,-3 0-10 0,3 0 10 16,-6 0-10-16,3 0 12 0,-3 0-12 0,0 0 12 15,-3 0-4-15,3 3 0 0,-3-3 0 0,-3 0 0 16,3 0-8-16,0 0 8 0,-3-3-8 0,0 3 8 0,0-2-8 16,0 2 0-16,0-3 0 0,1 1 0 0,-1 2 0 0,-3 0 8 15,3-3-8-15,0 3 0 0,0 0 0 0,0 1 0 16,0-4 0-16,-3 3 0 0,3 0 0 0,0 3 0 16,0-3 0-16,0 0 0 0,-3 0 0 0,3 3 0 15,0-3 0-15,0 0 0 0,0 3 0 0,0-3 0 16,0 2 0-16,1 1 0 15,-1-3 0-15,-3 3 0 0,0-3 0 0,0 3 0 0,3-3 8 16,-3 2-8-16,0-2 0 0,-3 3 8 0,3 0-8 0,-3-3 0 16,0 0 0-16,0 3 0 0,1-3 9 0,-1 2-9 15,0-2 10-15,0 3-10 0,-3-3 15 0,3 0-3 0,0 0-1 0,-3-2 0 16,3 2-1-16,0 3 0 0,-2-3 0 16,-1 0 0-16,0 0-2 0,0 0 0 0,0-3 0 0,0 3 0 15,0-2 0-15,-6-1-8 0,1 0 12 0,-4 1-4 16,3 2 6-16,-3 0 1 0,0 0 0 0,0 3 0 15,1 0-15-15,2-1 0 16,-3 4 0-16,3 2 0 0,-3 0 0 0,1 2-18 0,-1-2 4 16,0 6-778-16,0-4-155 0</inkml:trace>
  <inkml:trace contextRef="#ctx0" brushRef="#br0" timeOffset="2958.402">22982 15003 1314 0,'-9'-8'37'0,"3"5"8"0,3 1-36 0,-3-4-9 15,0 1 0-15,0-3 0 0,0 3 0 0,0 2 0 16,-3-5 0-16,-3 3 0 0,0 0 0 0,1 2 0 16,-4-2 0-16,-3 2 0 0,0-2 53 0,0 2 9 15,-3 3 2-15,0-3 0 0,1 1-52 0,-1-4-12 16,-3 4 0-16,0 2 0 0,3-3 52 0,-3 1 7 0,1 2 1 0,-1-3 1 16,-3 0-37-16,3 1-7 0,-3-1-1 0,1 3-1 15,-1-3-15-15,-3 1-16 16,0-1 3-16,1-2 1 0,-1 2 50 0,0 0 10 15,0 1 3-15,-5-1 0 0,2 1-20 0,0 2-4 16,-6 2-1-16,1-2 0 0,2 3-6 0,-6-3-2 0,1 2 0 0,-4-2 0 16,6 3-7-16,-2 0-2 0,-4-1 0 0,-3 1 0 15,4 2 1-15,-1-2 0 0,0 0 0 0,-2 2 0 16,2-5 2-16,0 3 0 0,4-1 0 0,-4 1 0 16,0-3-12-16,4 2 12 0,-1-2-12 0,-3 3 12 15,4-3-12-15,2 0 0 0,-3-3 0 0,1 3-11 16,-1 0 11-16,3-2 12 0,-2 2-2 0,-1 0-1 15,3 0-9-15,-2 0-12 0,2-3 2 0,-3 3 1 16,4-2 37-16,-1 2 7 0,-3 0 1 0,4 0 1 16,-1 2-21-16,0-2-5 0,0 3-1 0,1-3 0 0,-1 0 6 15,0 0 0-15,4 0 1 0,-1 0 0 0,0-3-17 16,1 1 0-16,2-1 0 0,-3 3 0 0,3-3 0 0,1 1 0 16,-4-1 0-16,3 0 0 0,0-2 0 0,1 2 0 15,-1-2 0-15,3 2 0 0,0-2 0 16,-2 3 10-16,-1-1-10 0,0 0 8 15,-3 3-8-15,4-2 0 0,-1 2 9 0,-6 0-9 0,6 0 8 0,1 0-8 16,-4 0 10-16,3 0-10 0,1 2 8 0,2-2-8 16,-6 3 0-16,0 0 0 0,4-3 0 0,-1 2 0 15,0 1 0-15,-3-1 0 0,4-2 0 0,-1 0-16 16,0 3 1-16,-3-3 1 0,10 0 14 0,-4 0 0 16,-3 0 0-16,0 3 0 0,4-3 12 0,-1 0 4 0,-3 0 2 15,0 0 0-15,4 0-29 0,-1 0-5 0,0 0-2 16,0 0 0-16,4 0 35 0,-4 0 7 0,3 0 2 15,-3 2 0-15,3-2-26 0,-2 3 0 0,2 0 0 16,0 2 0-16,-3-2 31 0,1 2 7 0,2 0 2 16,-3 3 0-16,3 0-32 0,0-3-8 0,1 3 0 0,-1 0 0 31,3 0-50-31,0 0-11 0,3 3-3 0,-2-3 0 0,-1 2 64 0,0 1 26 0,3-3-2 0,0 0 0 16,0 2-24-16,1-2 0 0,-1 0 0 0,0 0 0 15,0 0-16-15,0 0-6 0,3 0-1 0,-2 2 0 16,-1 1 23-16,3 0 0 0,0 2 0 0,-3 0 0 15,6 0 0-15,-3 3 15 0,1-3-3 0,-1 3 0 16,3-2-12-16,-3 1 0 0,0 1 0 0,0 0 0 16,0-3-8-16,3 3 8 0,1 0 0 0,2 0 0 15,-3-3 0-15,3 3 0 0,-3-3 0 0,3 3 0 0,3 0-9 16,-3-3 9-16,3 1 0 0,0-1-9 0,3 0 9 0,-2 0 0 16,2 1 0-16,0-1-8 0,3-3 8 0,0 4 0 15,0-1 0-15,0 0-8 0,3 3 8 0,0-3 0 16,0 0 0-16,3 3 0 0,0 0-9 0,0 0 9 15,3-3-10-15,0 3 10 0,-1-3-11 0,4 3 11 16,0-3-12-16,0 1 12 0,3-4-13 0,0 1 4 16,0 2 1-16,0-2 0 0,3-1 0 0,0 1 0 15,3-1 0-15,-4-2 0 0,4 3 8 0,0-1-10 16,0-2 10-16,0 0-10 16,0-2-17-16,3-1-3 0,-1 0-1 0,4 1 0 0,0-4 31 0,0 3 0 15,3-2 0-15,-1 0 0 0,1-1 11 0,0 1 8 16,3 2 1-16,0-5 1 0,-4 3-21 0,4-3 0 15,-3 3 0-15,0-3 0 0,2-3-12 0,-2 3-8 0,3 0 0 16,3 0-1-16,-4 0 32 0,4 0 6 0,0 0 2 16,0 0 0-16,-1 0-31 0,1 0-5 0,0-3-2 0,0 3 0 15,-1-2 19-15,1-1 0 0,0 3 0 0,3-3 0 16,-1 3 12-16,1-2 5 0,3-1 2 0,-1 0 0 16,1-2-19-16,-3 3 0 0,3-4 0 0,-1 4 0 15,1-4-12-15,0 1-5 0,-1 2-2 0,4-2 0 16,-3 2 31-16,2 1 5 0,-2-4 2 0,3 4 0 15,-4-1-31-15,1 1-5 0,0-4-2 0,3 6 0 16,-4-5 19-16,4 2 0 0,0 1 0 0,2-1 0 16,-5 0 0-16,0 3 0 0,-1-2 0 0,4-1 0 15,-3 0 0-15,-1 3 0 0,1-2 0 0,3-1 0 0,-1-2 0 16,1 2 0-16,3-2 0 0,-4 2 0 16,1 1 0-16,0-1 0 0,-1 0 0 0,7-2 0 15,-3 2 14-15,-4-2 6 0,4 0 2 0,0 2 0 0,-1-2-35 0,-2 2-7 16,0 3-2-16,-1-2 0 15,1-1 22-15,0 0 0 0,-1 1 0 0,4-1 0 0,-3 0 13 0,-4 1 7 16,1 2 2-16,0-3 0 0,-1 3-35 0,1 0-7 16,0 0-2-16,0 0 0 0,-1 0 37 0,1 0 7 15,0 0 2-15,-1-3 0 0,-2 3-14 0,3 0-2 16,-4 0-8-16,4 3 12 16,-3-3-34-16,3 0-7 0,-4 0-2 0,1-3 0 0,0 3 48 0,-1-2 10 15,1 2 1-15,0 0 1 0,-3 0-21 0,-1 0-8 16,1 0 0-16,0 0 0 0,0 0 0 0,-1 0 8 0,1 0-8 15,0 0 0-15,0 0 0 0,-1 0 0 0,-2 0 0 16,3 0 0 0,-3 0-23-16,-1 0-7 0,1 0-2 0,-3 0 0 0,3 0 32 0,-4 0 0 0,7 0 0 0,-3-3 0 15,0 3 24-15,0 0 10 0,-1-3 2 16,1 1 1-16,0-1-29 0,0 3-8 0,-4-2 0 0,1-1 0 16,0 3 0-16,3-3 0 0,-4 1 0 0,1-1 8 15,0 0-8-15,0 1 0 0,0-1 0 16,2 0 0-16,-2 1 0 0,0-1 0 0,0-2 0 0,3 2 0 15,-4-2 0-15,1 0 0 0,-3-1 0 0,0 1 0 16,0 0 0-16,-1-1 0 0,1 1 0 0,-3 0 0 16,-3-3 24-16,3 3 0 0,-3-3 0 0,-4 2 0 15,1 1-35-15,0 0-6 0,-3-3-2 0,0 3 0 16,-3-3 31-16,3 2 5 0,-3-2 2 0,-3 3 0 0,3-3-10 16,-3 0-1-16,0-2-8 0,-3 2 12 0,3 0-12 0,-3-3-8 15,-1 1 8-15,1-1-13 0,0-2 38 0,-3 2 8 16,0-2 2-16,0 2 0 0,0-2-19 0,0 0-3 15,0 0-1-15,-3-1 0 0,0 1-2 0,3 3-1 16,-2-4 0-16,-1 1 0 16,-3 3-1-16,3-4 0 0,-3 1 0 0,0 0 0 0,0 2-8 0,0-2 0 15,-3 2 0-15,3-2 0 0,-3 3 0 0,0-1 0 16,0 3 0-16,-3-2 0 0,-3 2 0 0,3 0 0 16,-2 0 0-16,-4 0 0 15,0 0-19-15,-3 3-5 0,0-1-2 0,-3 1 0 16,-5-3-113-16,-4 0-22 0,-33-16-5 0,-2 6-1 0</inkml:trace>
  <inkml:trace contextRef="#ctx0" brushRef="#br0" timeOffset="19958.332">12061 7745 1652 0,'0'0'36'0,"0"0"8"16,0 0 2-16,0 0 0 0,0 0-37 0,0 0-9 0,0 0 0 0,0 0 0 0,0 0 70 0,0 0 12 0,0 0 2 0,0 0 1 16,0 0-22-16,0 0-5 15,0 0-1-15,0 0 0 0,-3 5-40 0,3 3-8 16,0 0-1-16,-3 5-8 0,3 0 58 0,0 3 5 15,-3 6 1-15,3 1 0 0,-3 4-52 0,3 2-12 0,-3 0 0 0,0 3 0 16,0-3 0-16,0 3-12 0,-3-3 3 0,0 2 0 16,3-1 9-16,-6 1 0 0,3 4 0 0,0-1 8 15,0-2-8-15,-3 0 0 0,3-1 0 0,0-2 8 16,-3-5-8-16,3-3 0 0,0 1 8 0,-2-4-8 16,2-2 0-16,0 0 0 0,0-6 0 0,3 4 0 15,-3-6-38 1,3 0-2-16,0 0-1 0,3-8-647 0,0 0-130 0</inkml:trace>
  <inkml:trace contextRef="#ctx0" brushRef="#br0" timeOffset="20609.554">12721 7732 1728 0,'-8'2'38'0,"2"1"8"0,0-3 2 0,-3 5 0 0,0-2-39 0,0-1-9 0,0 4 0 0,0-1 0 15,-3 0 53-15,3 6 9 0,-3 0 2 0,0 2 0 16,0 3-4-16,3 2-1 0,-2 3 0 0,-1 3 0 15,3 3-43-15,0-4-16 0,0 1 11 0,3 3-11 16,0-4 12-16,3 1-4 0,-3 3-8 0,3-3 12 16,3-3-12-16,0 0-8 0,0-3 8 0,0 4-13 15,3-1 13-15,0-3 0 0,3 1 0 0,-3 2 0 16,3-5 0-16,3 0 0 0,0-3 0 0,3 0 0 16,0-2 0-16,-1-1 0 0,4-4 0 0,0-1 0 15,3-5 0-15,3 0 0 0,-3-5-10 0,6 2 10 16,-4-5 0-16,1-3 8 0,3-2 0 0,0 0 0 15,-3-3 41-15,-3 3 8 0,-1-3 2 0,1-2 0 16,-3 2-15-16,-3-3-4 0,0 1 0 0,-3-1 0 0,0-2 14 16,0 0 2-16,-3 0 1 0,0-3 0 0,0-3-16 0,-3-2-3 15,0 0-1-15,-3-3 0 0,0 3-16 0,0 3-3 16,-3-1-1-16,-3 4 0 0,0 4-5 0,0 3-2 16,-6 0 0-16,0 6 0 0,0-1-10 0,-6 0 12 15,-6 6-12-15,-2 0 12 0,-1 0-26 0,0 2-5 16,-6 3-1-16,4 0 0 15,2 3-85-15,3 2-18 0,0 0-3 0,3 0-671 16,3 1-135-16</inkml:trace>
  <inkml:trace contextRef="#ctx0" brushRef="#br0" timeOffset="21165.595">13722 7647 1270 0,'0'0'28'0,"0"0"5"0,0 0 2 0,-6-3 1 0,-3 1-28 0,6 2-8 16,3 0 0-16,-9 0 0 0,3-3 84 0,0 3 16 0,-3 0 4 0,3 3 0 16,-3-3-14-16,3 2-2 0,-3 1-1 0,3 0 0 15,-3 2-42-15,3-2-8 0,0 2-1 0,-3 0-1 16,4 3-5-16,-4 0-1 0,3 0 0 0,-3 3 0 16,3 2-29-16,0 0 0 0,-3 3 0 0,0 8 0 15,3-1 57-15,0 7 6 0,0 1 1 16,-3 4 0-16,3-4-52 0,3 1-12 0,-3 0 0 0,3-3 0 15,-3-2 0-15,3-1 0 0,0-2 0 0,0 0 0 16,3-3 0-16,0 3 0 0,-3-1 0 0,3 1 0 16,0 0 0-16,0-3 0 0,3 0 0 0,-3 1 0 15,0-4 0-15,0-2-12 0,3-3 1 0,-3-2 0 16,3 2-100 0,0-8-20-16,0 1-4 0</inkml:trace>
  <inkml:trace contextRef="#ctx0" brushRef="#br0" timeOffset="21751.187">14260 7673 1728 0,'0'0'38'0,"0"0"8"0,0 0 2 0,0 0 0 0,0 0-39 0,-3 3-9 0,-3 2 0 0,3 1 0 15,-2 2 46-15,-4 0 7 0,3 2 2 0,-3 3 0 16,3 1-37-16,-3 1-7 0,0 7-2 0,0 1 0 15,0 4 18-15,0-1 3 0,0 3 1 0,0 1 0 16,6-4-31-16,-3 3 0 0,0-2 0 0,0-4 0 16,3 4 0-16,0-3 0 0,0-3 0 0,3 3 0 15,0-6 0-15,3 3 0 0,0-2 0 0,0 2 0 16,3-2 0-16,-3-1 0 0,3 1 0 0,0-4 0 16,3-1 0-16,0 2 0 0,0-6 0 0,3 1 0 15,0-3-10-15,0-3 10 0,3 0-8 0,0-2 8 16,2-3 0-16,-2-3-10 0,3 1 10 0,0-4 0 15,3-2 20-15,-3-2 12 0,0-3 1 0,-1-1 1 16,1-2 24-16,-3 1 5 0,0-1 1 0,0-5 0 16,-3 2 16-16,0 0 3 0,0-4 1 0,-6 2 0 15,2-3-24-15,-5-3-5 0,3 1-1 0,-3-9 0 16,0 4 11-16,0-4 3 0,-3-2 0 0,0 0 0 16,0 5-33-16,0 3-7 0,-3 3 0 0,0 2-1 0,-3 0-14 0,-2 6-2 15,-4-1-1-15,-3 3 0 0,-3 3-10 0,-3 0 12 16,-3 5-12-16,-6 0 12 0,1 5-12 0,-4 1 0 15,0 2-10-15,0 5 10 16,4 3-40-16,-4 0-1 0,0 5-1 0,-5 3 0 16,-1 0-194-16,3 0-40 0</inkml:trace>
  <inkml:trace contextRef="#ctx0" brushRef="#br0" timeOffset="24186.428">12117 9280 1155 0,'0'0'25'0,"0"0"6"0,0 0 33 0,0 0-64 0,0 0 0 16,0 0 0-16,0 0 0 0,-3-3 88 0,3 3 12 15,-6-3 1-15,6 3 1 0,0 0-36 0,0 0-7 0,0 0-2 16,0 0 0-16,-6 0 6 0,6 0 1 0,-6 3 0 0,0 2 0 16,6-5-3-16,-3 5 0 0,-3 6 0 0,4 0 0 15,-4 2-46-15,3 0-15 0,0 3 8 0,-3 2-8 16,0 4 32-16,0 4 4 15,0 3 0-15,0 3 0 0,0 2-27 0,-3 1-9 0,3-3 0 16,-3-1 9-16,0 1 13 0,0 0 2 0,3-3 1 16,-3 0 0-16,3 3-39 0,-3-1-8 0,1 1-2 0,-1 3 0 15,0-6 12-15,0 2 3 0,3-4 0 0,0-3 0 32,-3 0-19-32,3-6-4 0,3 1-1 0,0-3 0 15,0-3-95-15,0-3-18 0,0 1-4 0</inkml:trace>
  <inkml:trace contextRef="#ctx0" brushRef="#br0" timeOffset="24647.74">12811 9295 1284 0,'0'0'36'0,"0"0"8"0,0 0-35 0,0 0-9 0,-6-2 0 0,6 2 0 16,0-6 111-16,0 6 20 0,0 0 4 0,0 0 1 15,0 0-52-15,0 0-9 0,0 0-3 0,0 0 0 16,0 0-3-16,0 0-1 0,0 0 0 0,0 0 0 16,0 0-14-16,-6 6-3 0,0 2-1 0,0 0 0 15,3 5-14-15,-3 0-2 0,0 3-1 0,0 5 0 16,0 6-9-16,-3 2-1 0,3 5-1 0,-3 3 0 16,3 0-6-16,0-5-2 0,0 0 0 0,1-3 0 15,2 0-6-15,-3-3 0 0,3-2-8 0,-3 0 12 16,3 0-12-16,0 2 9 0,0-2-9 0,0 5 8 15,0-2-17-15,3-4-4 0,-3 1-1 0,3-3 0 16,0 1 25-16,0-7 5 0,0 1 0 0,0-5 1 16,3 0-32-16,0-4-6 0,0-1-2 0,3-1-766 15,3-5-154-15</inkml:trace>
  <inkml:trace contextRef="#ctx0" brushRef="#br0" timeOffset="26330.759">13617 9375 1130 0,'0'0'32'0,"0"0"8"0,0 0-32 0,0-6-8 0,3 1 0 0,-3 5 0 15,0-5 88-15,0 5 16 0,3-5 3 0,-3 5 1 16,3-3-14-16,-3 3-2 0,0 0-1 0,0 0 0 16,0 0-16-16,0 0-3 0,0 0-1 0,0 0 0 15,0 0-23-15,0 0-5 0,-9 3-1 0,3 2 0 16,-2 5-42-16,-1 4 0 0,0 2-8 0,0 5 8 16,0 3 0-16,0 5 0 0,0 0 0 15,3 3 0-15,0-3 10 0,0-3 10 0,3 1 1 16,0-1 1-1,3-2-39-15,3-3-8 0,0 0-2 0,3 0 0 0,0-2-25 16,3-3-6-16,0 0-1 0,3-1 0 0,0 1 47 0,0-2 12 0,5-4 0 16,-2-2 0-16,0 0-53 0,0-3-9 15,-3-2-2-15,3-3 0 0,0-3 52 0,0 1 12 0,-3-6 0 0,2-3 0 16,1 3 40-16,0-2 10 0,0-4 2 0,0 1 1 16,3 0-9-16,-3-3-1 0,-3 0-1 0,3 0 0 15,-1-2-7-15,-2-1-2 0,0 1 0 0,-3-6 0 16,0 0 36-16,0-5 7 0,-3 3 2 0,-3-6 0 15,0 3-34-15,-3 0-8 0,-3 2 0 0,0 1-1 16,-3 5-15-16,-6-1-4 0,3 4 0 0,-6 2 0 16,0-3-4-16,1 6-2 0,-4 3 0 0,0-4 0 15,-3 6-10-15,3 1-16 0,0 1 4 0,-3 4 1 0,7-4 11 0,-7 6 9 16,0 3-1-16,0 0-8 16,-3-1-36-16,6 4-15 0,-3 1-2 0,4 1-1 15,-1 0-108-15,6 0-22 0,0 3-4 0</inkml:trace>
  <inkml:trace contextRef="#ctx0" brushRef="#br0" timeOffset="26888.507">14641 9060 1736 0,'0'0'49'0,"0"0"11"0,-3-3-48 0,0-2-12 0,0 2 0 0,0-2 0 16,3 5 90-16,0-3 16 0,0 3 3 0,0 0 1 15,0 0-18-15,0 0-4 0,0 0-1 0,0 0 0 16,-8 3-31-16,2 2-7 0,0 6-1 0,0 2 0 16,0 8-17-16,-3 0-4 0,3 9-1 0,0-1 0 15,3-3-26-15,-3 3 0 0,0 0 0 0,-3 0 0 16,6 1 22-16,-3 1-1 0,0 1 0 0,3 2 0 16,0 4-33-16,3-4-8 0,-3-2 0 0,3 2-1 15,3-2 35-15,-3-6 7 0,3-2 2 0,-3 0 0 16,3-3-23-16,-3-2 0 15,3-4 0-15,0 1-8 0,-3-2-9 0,3-4-2 0,0-2 0 0,-3 0 0 16,3-3 19-16,0 1 0 0,-3-6 0 0,0 0 0 16,0 0-208-16,0 0-39 0,6 0-7 15,-6 0-667-15</inkml:trace>
  <inkml:trace contextRef="#ctx0" brushRef="#br0" timeOffset="27722.812">10191 10645 1267 0,'-12'2'28'0,"1"-2"5"0,-1 0 2 0,-3 0 1 0,3 0-36 0,3-2 0 0,-6-1 0 0,6 1 0 15,0-1 32-15,0 0 0 0,3 1 0 0,6 2 0 0,0 0 11 0,-3-3 1 16,3 3 1-16,-3-8 0 0,6 3-45 0,0-1-12 16,3 1 0-16,3 0-1 0,0 0 13 0,0-1 0 15,6 1 0-15,0-3 0 0,3 3 48 0,2-1 13 16,4-1 3-16,3 1 0 0,6 1-64 0,3 0 0 16,2-1 0-16,1 4-10 0,0-1 10 15,-1 0 9-15,1 1-1 0,3-1-8 0,5 3 16 0,4-3-3 16,3 3-1-16,2-2 0 0,-5 2 0 0,2 0-1 15,4-3 0-15,8 3 0 0,-2-2 1 0,2 2 0 16,1 0 0-16,5-3 0 0,-2 3 0 16,2-3 1-16,9 3 0 0,4 0 0 0,-10 0 3 0,4-2 1 15,8 2 0-15,6 0 0 0,-11 0 4 0,5 0 1 16,3 0 0-16,12-3 0 0,-11 3 2 0,2-3 0 16,3 3 0-16,12 0 0 0,-14 0-4 0,2 0-1 0,3 0 0 15,12 0 0-15,-14 0-3 0,-1 3-1 16,3-3 0-16,9 3 0 0,-15-3 3 0,4 0 1 0,2 0 0 15,6 2 0-15,-12-2 1 0,1 3 1 0,-4-3 0 0,9 3 0 16,-9-1-5-16,-2 1-2 0,-7-3 0 0,9 0 0 16,-5 2-5-16,-4 1-1 0,-5 0 0 0,5-1 0 15,-12 1-18-15,4 0-4 0,-1-1-1 0,4 1 0 16,-13 0 33-16,-2-1 6 0,-4 1 2 0,1 0 0 16,-1-3-16-16,-2 2-10 0,0 1 12 0,-4 0-12 15,-2-1 9-15,-7 1-9 0,-2-3 0 0,0 0 9 16,-6 0-35-16,-4 0-7 15,1-3-2-15,0 1-698 0,-3-4-140 0</inkml:trace>
  <inkml:trace contextRef="#ctx0" brushRef="#br0" timeOffset="32891.839">10456 9510 1549 0,'0'0'44'0,"0"0"9"0,0 0-42 0,0 0-11 0,0 0 0 0,0 0 0 16,0 0 92-16,0 0 16 0,0 0 3 0,0 0 1 16,0 0-32-16,0 0-7 0,0 0-1 0,0 0 0 0,3 0-50 0,3 2-10 15,3-2-3-15,-3 3 0 0,6-3 44 0,-3 0 9 16,6 0 2-16,0-3 0 0,3 1 0 0,2-1 0 16,1-2 0-16,6 2 0 0,3-2-64 0,0 0-24 15,-1-1 0-15,1 1 1 0,3 0 23 0,-3 2 0 16,-4-2 0-16,1-3 0 0,0 3 19 15,-3-3 1-15,-3 2 1 0,-1 1 0 0,1-3-21 0,-3 3 0 16,-3 2 0-16,0-2 0 16,-3 2-47-16,0 1-13 0,-3-4-4 0,-3 4 0 15,0-1-153-15,-1 0-31 0,-5 3-7 0,3-2-1 0</inkml:trace>
  <inkml:trace contextRef="#ctx0" brushRef="#br0" timeOffset="33243.93">10799 9338 1958 0,'0'0'43'0,"-3"-3"9"0,3-2 1 0,-3-1 3 16,0 1-45-16,3 0-11 0,0 0 0 0,-3-1 0 15,3 6 104-15,0-2 20 0,0 2 3 0,0 0 1 16,0 0-59-16,0 0-11 0,0 0-2 0,0 0-1 15,0 0 14-15,0 0 3 0,0 0 1 0,0 0 0 16,0 0-58-16,0 0-15 0,3 5 0 0,-3 3 0 0,3 0 0 0,-3 2 0 16,3 4 0-16,-3-1 0 0,3 3 0 0,-3 0 0 15,0 2 0-15,3 3 0 0,-3 1 31 16,0 1 3-16,3 4 1 0,-3-1 0 0,0-2-27 16,0 0-8-16,3-3 0 0,-3 3 0 15,0-3 0-15,2-2 0 0,-2-4 8 0,0 4-8 0,3-6 0 0,-3 0 0 16,0-2-8-16,3 2 8 15,-3-2-31-15,0-3 0 0,3 0 0 0,-3 0 0 16,3-3-149-16,0 0-31 0,3 0-5 16,-3-2-2-16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3-01T22:44:48.81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5917 9139 1234 0,'0'0'25'0,"0"0"7"0,0-2-32 0,-3-4 0 0,3 6 0 0,-3-5 0 31,3 5 13-31,0-5-4 0,0 5-1 0,0 0 0 0,0 0-8 0,0 0-11 0,0 0 3 0,0 0 0 16,3-3-31-16,0 0-5 0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2:40:41.901"/>
    </inkml:context>
    <inkml:brush xml:id="br0">
      <inkml:brushProperty name="width" value="0.05292" units="cm"/>
      <inkml:brushProperty name="height" value="0.05292" units="cm"/>
      <inkml:brushProperty name="color" value="#0070C0"/>
    </inkml:brush>
  </inkml:definitions>
  <inkml:trace contextRef="#ctx0" brushRef="#br0">12766 12275 1824 0,'0'0'84'0,"-3"-3"-75"0,3 3-9 0,0 0 0 0,-6-3 0 16,0-2 53-16,6 5 9 0,-6 0 2 0,0-2 0 16,0 2 0-16,-3 0 0 0,1 0 0 0,-1 2 0 15,0 3-4-15,-3 1 0 0,0 2 0 0,0 0 0 16,0 2-44-16,0 3-16 0,0 1 9 0,0 2-9 15,3 2 0-15,-3 1 0 0,4 2 0 0,2 0 0 16,0 3 0-16,0 0 0 0,0-3 0 0,3 5 0 16,0-2 0-16,3 2 0 0,0 1 0 0,3 2 0 0,0-5 0 0,0 2 0 15,6-2 0-15,0 0 0 16,-1-3-19-16,7 0-9 0,-3-2-1 0,6-3-1 16,0-3 0-16,3-2 0 0,0-4 0 0,0-1 0 0,2-4 18 15,1-4 12-15,3-1-13 0,0-5 5 0,-3 0 8 16,2-2 0-16,-2-4 0 0,0-1 0 0,0-4 0 0,0 0 0 15,-1-2 0-15,1 0 8 0,-3 0 36 0,0 2 8 16,-3 1 2-16,0-1 0 0,-4 1 2 0,-2 2 0 0,-3-3 0 16,0 1 0-16,-3 2-8 0,-3-2 0 0,-3-1-1 0,0 3 0 15,-6-2-22-15,0-1-4 0,-3 1-1 0,-3-4 0 16,-2 7-11-16,-1-1-9 0,0 0 12 0,-3 3-12 16,0-1 0-16,-3 6 0 0,3 0 0 0,-2 3 0 31,-1 3-37-31,0-1-15 0,0 0-2 0,0 3-1 0,3 0-33 0,-3 3-6 0,7 0-2 15</inkml:trace>
  <inkml:trace contextRef="#ctx0" brushRef="#br0" timeOffset="512.996">13841 12251 1930 0,'0'0'55'0,"0"0"11"0,0 0-53 0,0 0-13 0,0 0 0 0,0 0 0 15,0 0 76 1,0 0 12-16,0 0 2 0,-6 3 1 0,0-1-22 0,3 4-4 0,0-4-1 0,-3 3 0 15,3 3-8-15,-3 3-3 0,3 0 0 0,0 2 0 16,-3 3-33-16,3 0-8 0,0-1 0 0,0 7-1 16,0-4-11-16,3 1 0 0,-3 2 0 0,3 3 0 15,-3-3 0-15,3 3 0 0,0-1 0 0,-3 1 0 16,3 3 0-16,0-3 0 0,3 2 0 0,-3 0 0 16,3 1 0-16,-3-1 0 0,3-2 0 0,0 3 0 15,0-4 0-15,0 1 0 0,3-5 0 0,-3-1 0 16,0-2 0-16,3 0 0 0,-3-3 0 0,3-2 0 15,-3-3-100-15,3 0-23 0,-3-3-4 0</inkml:trace>
  <inkml:trace contextRef="#ctx0" brushRef="#br0" timeOffset="900.669">14362 12301 2124 0,'0'-5'44'0,"3"0"10"0,-3-1-43 0,0 6-11 0,3-5 0 0,-3 5 0 16,0-5 79-16,0 5 13 0,0 0 4 0,0 0 0 16,0 0-27-16,0 0-5 0,0 0 0 0,0 0-1 15,0 0-23-15,0 0-5 0,0 0-1 0,0 0 0 16,0 0-14-16,0 0-2 0,0 0-1 0,3 8 0 15,-3 0-7-15,0 0-2 0,-3 5 0 0,3 3 0 16,0-3-8-16,-3 5 8 0,3 1-8 0,0 0 8 16,0 2 9-16,0 0 2 0,0 0 0 0,0 3 0 15,0-3-29-15,0 0-6 0,0 0 0 0,0 3-1 16,0-3 17-16,0 3 0 0,0 0-8 0,0 0 8 16,0 0 0-16,0-1-10 0,0 1 10 0,0 0-8 15,0-3-12-15,0-2-1 0,0-3-1 0,3 2 0 16,-3-5-17-16,0-2-3 0,3-1-1 0,-3-2 0 15,2-2-29-15,4-1-7 0,-3 0-1 0,3-2 0 16,3-3-151-16,-3 0-30 0</inkml:trace>
  <inkml:trace contextRef="#ctx0" brushRef="#br0" timeOffset="1331.983">15189 12238 1436 0,'0'0'30'0,"0"0"6"0,0 0-28 0,0 0-8 0,0 0 0 0,0 0 0 16,-6-3 89-16,6 3 17 0,0 0 3 0,0 0 1 15,0 0-13-15,0 0-2 0,0 0-1 0,0 0 0 16,0 0-14-16,0 0-4 0,0 0 0 0,0 0 0 16,0 0 2-16,0 0 0 0,0 0 0 0,0 0 0 15,0 0-62-15,0 0-16 0,0 0 0 0,0 0 0 16,-3 5 54-16,0 1 8 0,3 2 2 0,-3 2 0 16,0 1-52-16,3 5-12 0,-3 0 0 0,0 5 0 15,0 0 0-15,0 3 0 0,0 0 0 0,0 2 0 16,0-2 0-16,0-3 0 0,0 3 0 0,0-3 0 15,0 0 20-15,0 0 0 0,1 0 1 0,-1 3 0 16,0 0-21-16,0 0 9 0,0 2-9 0,0 1 0 16,-3-1-12-16,3 1-10 0,0-3-2 0,0 2 0 15,0-5 24-15,0-2 0 0,0-1 0 0,0 1 0 0,3-6 0 16,0-2 0-16,-3-1 0 0,3 1 0 16,0-3-101-16,0 0-16 0,3-3-3 0</inkml:trace>
  <inkml:trace contextRef="#ctx0" brushRef="#br0" timeOffset="2624.853">13972 13733 1668 0,'0'0'47'0,"0"0"11"16,0 0-46-16,0 0-12 0,0 0 0 0,0 0 0 0,0 0 28 0,0 0 4 0,0 0 1 0,0 0 0 15,6 5 28-15,0-2 6 0,2-1 1 0,1 1 0 16,3 0-20-16,3-1-4 0,0 1-1 0,3-3 0 16,0 3-6-16,-3-3-1 0,6 0 0 0,-4 0 0 15,4-3-14-15,0 3-3 0,3 0-1 16,0-3 0-16,2 1-18 0,-2-1 8 0,3 0-8 16,0 1 0-16,0-1 0 0,-1-2 0 0,-2 2 0 15,3-2 0 1,-3 0-25-16,-3 2-12 0,-3-2-3 0,-1-1 0 15,1 1 2-15,-6 0 0 0,3 2 0 0</inkml:trace>
  <inkml:trace contextRef="#ctx0" brushRef="#br0" timeOffset="2983.418">14287 13479 1713 0,'3'-6'72'15,"-3"1"-57"1,0 5 65-16,0-3 14 0,0 3 2 0,0 0 1 0,0 0-25 16,3-5-6-16,-3 5-1 0,0 0 0 0,0 0-17 0,0 0-3 0,6 5-1 0,-3 1 0 31,3 2-16-31,-3 2-3 0,0 1-1 0,0 5 0 15,0 0-12-15,0 5-4 0,0 0 0 0,0 3 0 16,0 0-8-16,0-1 0 0,0 4 9 0,0-3-9 0,-3 2 0 0,3-2 0 16,0 2 0-16,-3 1 0 0,3-3 0 0,-3 2 0 0,0 3 0 0,0-2 0 15,0-1 0-15,0-2-12 0,0 2 2 16,-3 1 0-16,3-6-11 0,0 0-3 0,-3-2 0 0,3-3 0 16,3 0-32-1,-3-6-6-15,0 1-2 0</inkml:trace>
  <inkml:trace contextRef="#ctx0" brushRef="#br0" timeOffset="3402.382">15031 13508 1337 0,'0'-5'56'16,"0"-1"-44"-16,0 1 92 0,0 0 20 0,0-1 3 0,0 6 1 15,0 0 0-15,0 0 0 0,0-2 0 0,0 2 0 16,0 0-52-16,0 0-9 0,0 0-3 0,0 0 0 16,0 0 0-16,0 0 0 0,-3 8 0 0,0 2 0 15,0 3-51-15,3 6-13 0,-3 2 0 0,0 0 0 16,3 6 0-16,-3-1 0 0,0 1 0 16,0 2 0-16,3-3 0 15,-2 1 0-15,-1 2 0 0,0-3 0 0,0 1 0 16,-3 2 0-16,3-3 0 0,0 3 0 0,0-2-16 0,0-1-5 0,3-2-2 15,-3 0 0 1,3 0-17-16,0-6-3 0,0 1-1 0,0-1 0 16,0-2-116-16,3-3-23 0,-3-2-5 0</inkml:trace>
  <inkml:trace contextRef="#ctx0" brushRef="#br0" timeOffset="4078.417">11715 14746 1766 0,'0'0'36'0,"0"0"10"0,0 0-37 0,0 0-9 0,3 3 0 0,3 2 0 15,0-2 10-15,3-1 0 0,3 1 0 0,0 0 0 16,6-3 47-16,0 2 10 0,3-2 1 0,2 0 1 16,1 0-55-16,3 0-14 0,6 0 0 0,-4 0 0 15,4-2 56-15,3-1 8 0,0 0 1 0,5 1 1 16,1-1-31-16,0-2-7 0,5 0 0 0,1-1-1 15,0 4-7-15,2-4-2 0,4-2 0 0,2 3 0 16,1 0-1-16,2-1 0 0,1 1 0 0,8 3 0 16,-5-4-8-16,2 1-1 0,1 0-8 0,8-3 12 15,-5 2-1-15,2 1-1 0,4 0 0 0,5 0 0 16,-6-3 30-16,4 2 5 0,2-2 2 0,6 0 0 16,-5 3-59-16,-1-3-11 0,7 3-2 0,2-3-1 15,-9 3 42-15,1-1 8 0,-4 1 1 0,9 0 1 16,-8 0-34-16,-1 2-8 0,-3 0 0 0,10 1-1 15,-13-1 17-15,4 0 14 0,-1-2-2 0,3 2-1 16,-8 1-11-16,-1-1 12 0,1 0-12 0,2 1 12 0,-8 2-12 16,-7-3 0-16,1 3 9 0,-1 0-9 0,-2 0 0 15,-6 0 0-15,2-3 0 0,-2 3 0 0,-9 0-10 0,-1-2 10 16,-5 4-12-16,0-4 12 16,-9 2-207-16,-1-3-34 0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2:40:53.729"/>
    </inkml:context>
    <inkml:brush xml:id="br0">
      <inkml:brushProperty name="width" value="0.05292" units="cm"/>
      <inkml:brushProperty name="height" value="0.05292" units="cm"/>
      <inkml:brushProperty name="color" value="#0070C0"/>
    </inkml:brush>
  </inkml:definitions>
  <inkml:trace contextRef="#ctx0" brushRef="#br0">15335 11791 604 0,'6'-8'25'0,"0"2"-25"16,-3-2 94-1,0 0 14-15,-3 3 2 0,0-3 1 0,-3 0 5 0,0 3 2 0,-3-3 0 0,0 3 0 16,-3-3-21-16,0 3-4 0,-3-3-1 0,0 2 0 16,0-2-32-16,0 0-8 0,1 0 0 0,-4 1-1 15,3-1-20-15,0 0-4 0,-3-3-1 0,0 1 0 16,0-1-26-16,3 0-16 0,-6-2 3 15,4 0 0-15,-1-3 13 0,-3 5 0 16,0-2 0-16,-3 0 0 16,0 2 0-16,0 1 0 0,1-1 0 0,-4 1 0 0,0 2 48 0,-3-3 13 0,0 3 3 15,-2-2 0-15,-1 2-64 0,-3 2-21 0,0-2 0 16,-2 3 0-16,2-3 21 0,-3 3 0 0,0 2 0 0,-2-5 8 16,2 3-8-16,-3-3 0 0,4 0 0 0,-7 0 0 15,3 0 0-15,1 3 10 0,-4-3-10 0,0 0 10 16,1 3 0-16,2-3 0 0,0 0 0 0,-5 3 0 15,2-3-2-15,-3 5-8 0,-2-2 12 0,-1-1-4 16,3 4-8-16,-2-1 0 0,-1 1-10 0,-3 2 10 16,1 0 0-16,-1 0 0 0,-5 2 0 0,-1 3 0 15,4-2 0-15,-1 2 0 0,-3 1 0 0,-2 2 0 16,2 0 0-16,1 0 13 0,-4-1-1 0,1 1 0 16,2-2-12-16,4 2-16 0,-1-3 3 0,-3 0 1 15,4-2 42-15,2 2 9 0,1 0 1 0,-4 1 1 16,6-1-19-16,1-2-4 0,-1-1-1 0,-2 1 0 15,2 2-9-15,0 1-8 0,4-1 12 0,-4 3-12 16,0-3 0-16,7 3 0 0,-4 3 0 0,0-1 0 16,1 3 29-16,-1 3-1 0,3 0 0 0,-5 3 0 15,5-1 7-15,4 3 1 0,-4 3 0 0,0 0 0 16,3 0-60-16,1 2-11 0,-1 1-2 0,0-1-1 16,4 1 10-16,2-4 1 0,-3 4 1 0,3-1 0 15,7 1 39-15,-1 2 8 0,0 0 2 0,3 3 0 0,3-6-23 0,4 3 0 16,-1-2 0-16,0 2-12 0,6-3-4 0,0 1-2 0,0-3 0 15,6 2 0-15,-3-2 18 0,6 0 0 0,3-3 0 0,0 3 0 16,3 0 0-16,3-1 0 0,0 1 0 0,3 3 0 16,0-4 0-16,3 1 0 0,3 0-8 0,0 3 8 15,3-6 0-15,-1 3 0 0,4-1-8 0,0 1 8 16,6-5 0-16,0 2 0 0,-1 0-8 0,7 0 8 16,3 0 0-16,0 1 0 0,-1-1 0 0,7 0 0 15,-3 0 0-15,5-2 0 0,1 2 0 16,3-3 0-16,2-2 0 0,1 0 0 0,2-3 0 0,7 3 0 15,-6-3 0-15,5 1 0 0,-2-1 0 0,5 0 0 16,-2-2 0-16,2-3-8 0,4 2 8 0,-1 1-10 16,1-6 10-16,2 3 14 0,1-3-3 0,5 1-1 15,-6-1-23-15,1-3-5 0,2 1-1 0,4 0 0 16,-4-3 11-16,1-3 8 0,-4 0-12 0,9-2 12 16,-8 3-9-16,-1-6 9 0,1 2 0 0,5-2-9 15,-5 0 9-15,-1-2 0 0,1-1 0 0,2-2 0 16,-5 0 0-16,-4-3 0 0,1 3 0 0,2-6 0 15,-8 1 0-15,2-1 0 0,-5-2 0 0,5 0 0 16,-8 0 0-16,-3-1 0 0,2-1 0 0,-2-1 0 16,-7 0 23-16,-2-2 3 0,0-1 1 0,-3 1 0 15,-4-1-16-15,-2-2-3 0,0-3-8 0,-6 1 12 0,-1-1 11 16,-2-3 1-16,0 4 1 0,-3-6 0 0,-3 2 6 16,0 3 1-16,-3-2 0 0,0-3 0 0,-7 0-16 0,1-3-2 15,0 1-1-15,-3-1 0 16,0 3-13-16,-6 0-18 0,3 5 4 0,-6-5 1 0,0 3 43 15,1 2 9-15,-4 0 1 0,-3 0 1 16,-3 1-27-16,0-4-6 0,0 3 0 0,-6 1-8 0,0 2 9 0,-2-1-9 16,-1 4 0-16,-6-3 9 0,0 8 3 0,-3 2 1 0,1 1 0 15,-7 2 0 1,0 5-61-16,1 1-13 0,-1 2-3 0,-6 5 0 16,4 0-79-16,-1 6-16 0,3 0-3 0</inkml:trace>
  <inkml:trace contextRef="#ctx0" brushRef="#br0" timeOffset="1940.743">23494 11515 1337 0,'-42'0'28'0,"24"0"6"0,0 0-34 0,-2 3 0 0,-1-3 0 0,-3 3 0 15,-3-3 0-15,0 2 0 0,1-2 0 0,-4 0 0 16,0 0 70-16,0 0 7 0,-2 0 2 0,-4 0 0 15,3 0-24-15,0-2-5 0,-2-1-1 0,-1 0 0 32,3-2-39-32,-3-3-10 0,1 3 0 0,-1-3 0 0,0 3 52 0,4-3 9 15,-4 2 2-15,0-4 0 0,0 2-50 0,1 0-13 0,-1 0 0 16,0 0 0-16,-2 0 36 0,-1-2 3 0,3-1 0 16,-6 0 0-16,1 3-28 0,-1-2-11 0,-3 2 8 15,-2-3-8-15,2 1 10 0,-2-1-10 0,-1 1 12 0,-6 2-12 16,7-3 13-16,-4 0-4 0,0 1-1 0,-5 2 0 15,5 0 0-15,1 0-8 0,-4 0 12 0,-2 3-4 16,5-3 12-16,-3 0 1 0,1 3 1 0,-4-3 0 16,4 2-35-16,-4 1-7 0,1 0-2 0,-4 0 0 15,4 2 49-15,-1 0 9 0,0 1 3 0,-2-4 0 16,2 4-25-16,1-1-5 0,-4 0-1 0,-2 1 0 16,2-1-8-16,1 0 0 0,-1 3-10 0,-2-2 10 15,5-1 0-15,-2 3 0 0,2-2 0 0,-3 2 0 16,4 0 0-16,-1-3 0 0,1 3 0 0,-1-3 0 15,4 3 0-15,-1 0 0 0,3 0 0 0,-5 3 0 16,5-3 0-16,1 0 10 0,-4 0-10 0,1 0 8 16,2 0-8-16,3 0 12 0,1 0-12 0,-1 0 12 15,3 0-12-15,1 0 0 0,-1-3 0 0,-3 3 0 16,7 0 0-16,2 0 13 0,-3 0-3 0,1 0-1 16,2 0-9-16,0 0 0 0,1-2 0 0,-1 2 0 15,3 0 0-15,1 2 0 0,-1-2 0 0,0 3 0 16,3 0 0-16,1 2 0 0,-1-3 0 0,0 4 0 0,3 2 0 15,1-3 0-15,-1 0 0 0,0 3 0 0,0 0 0 0,1 0 0 0,-1 3 0 16,0-3 0-16,0 2 0 0,3-2 0 0,1 3 0 16,-1-1 0-16,3 1 0 0,0 2 0 0,0-2 0 15,1 2 0-15,-1-2 0 0,0-1 0 0,3 1 0 0,-3 2 0 16,3-2 0-16,1-1 0 0,-1 3 0 0,0-2 0 16,0 2 0-16,3-2 0 0,-3 2 0 0,4 0 0 15,-1 3 0-15,3-3 0 0,0 3 0 16,0 0 0-16,3 0 0 0,0 0 0 0,0 0 0 0,3 0 0 15,3-1 0-15,-2 1 0 0,2-2 0 0,0-1 0 16,3 0 0-16,-3 0 0 0,3 0 0 0,0 1 0 16,0-1 0-16,0 0 0 0,0 0 0 0,3 3 0 15,-3-3 0-15,3 1 0 0,0-4 0 0,-3 4 0 16,3-4 0-16,0 1 0 0,0-1 0 0,0 1 0 16,3-1 0-16,-3 1 0 0,3 0 0 0,0-1 0 15,0 1 0-15,0-1 0 0,3 4 0 0,-3-4 0 16,3 3 0-16,3-2 0 0,0 2 0 0,-1-2 0 15,1 2 0-15,6 0 0 0,-3-2 0 0,3-1 0 16,-3 1 0-16,3 0 0 0,0-1 0 0,3 1 0 16,2-3 0-16,1 2 0 0,-3-2 0 0,6 0 0 15,-3 0 0-15,6 0 0 0,-4 0 0 0,4 0 0 16,-3 0 0-16,3 0 0 0,0-3 0 0,2 0 0 16,1 3 0-16,3-2 0 0,0-4 0 0,2 4 0 15,-2-4 0-15,3 3 0 0,2 1 0 0,4-4 0 16,-6 1 0-16,3 0-11 0,2-3 1 0,1 2 0 15,0 1 10-15,-1 0 14 0,1-1-3 0,6 4-1 16,-7-4-10-16,4 1-14 0,-1 0 3 0,1-1 1 0,0 1 10 0,-1-1 0 16,1 1 0-16,0 2 0 15,-1-2 0-15,-2 0 0 0,3-1 0 0,-1 1 0 0,1 0 0 0,3-1 14 16,-1 1-3-16,1 0-1 0,-1-1-10 0,-2 3 0 0,3-2 0 0,-1 0 0 16,1-1 0-16,0 1-17 0,-1 0 4 0,4-1 1 15,-3 1 12-15,-4 0 0 0,4 2 0 0,2-2 0 16,-5-1 0-16,3 1 0 0,-1 0 0 0,4 2 0 15,-3-3 0-15,-1 1 0 0,-2 2 0 0,5 1 0 16,-2-4 0-16,-3 4 0 0,2-6 0 0,1 2 0 16,0 4 0-16,-4-4 16 0,4 4-3 0,-1-4-1 15,-2 1-12-15,0-1-13 0,-1 1 2 0,4 0 1 16,-3-1 10-16,-1 4 0 0,1-4 0 0,3-2 0 16,-4 3 0-16,-2-3 0 0,6 3 0 0,-1-3 0 15,-2 0 0-15,-1 0 8 0,4 0-8 0,0 0 8 16,-4-3-8-16,1 3 0 0,-3-3 0 0,5 1 0 15,-2-1 8-15,0 0-8 0,2 1 8 0,-2-4-8 16,0 4 0-16,-1-3 0 0,-2 2 0 0,3-2 0 16,-4-1 0-16,1 1 0 0,0-3 0 0,2 3 0 15,-5-3 0-15,3 3 0 0,2-1 0 0,-2-2 0 16,0 0 9-16,-1 0-9 0,1-2 12 0,3-1-12 16,-4 3 0-16,1-2 0 0,0 2 0 0,-1-3-12 15,-2 3 12-15,0 0 13 0,-4-2-2 0,4-1-1 16,-6 1-10-16,0-4-14 0,-1 1 3 0,1 0 1 15,-3 0 10-15,0-1 0 0,-1 1 0 0,-2-3 0 0,-3 3 0 0,0-3 0 16,-3-2 0-16,-4-1 0 0,1 1 31 0,-3-1 8 16,0 1 1-16,-3-1 1 0,0 1-9 0,-3-1-1 0,0-2-1 15,-3 2 0-15,0-2 1 0,-3 0 0 0,0 0 0 16,-3 0 0-16,0-3-6 0,0 0-1 0,-3 0 0 0,0 0 0 16,-3-2-8-16,0 2-1 0,0-2-1 0,-3-1 0 15,3 3-14-15,-3-2-16 0,0 0 3 16,-6-1 1-16,3 3 12 0,-3 0 0 0,0 1 0 15,-2-4 0 1,-4 3-54-16,0-2-8 0,-3-1-2 0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2:42:08.703"/>
    </inkml:context>
    <inkml:brush xml:id="br0">
      <inkml:brushProperty name="width" value="0.05292" units="cm"/>
      <inkml:brushProperty name="height" value="0.05292" units="cm"/>
      <inkml:brushProperty name="color" value="#0070C0"/>
    </inkml:brush>
  </inkml:definitions>
  <inkml:trace contextRef="#ctx0" brushRef="#br0">8289 7882 1659 0,'-3'0'34'0,"-3"-2"10"0,3-1-36 0,-3 0-8 0,3 3 0 0,-2-2 0 15,-1-1 96-15,-3 1 18 0,3 2 3 0,-3-3 1 16,-3 3-40-16,3 0-8 0,-6 0-2 0,3 0 0 16,-3 3-16-16,0-3-4 0,0 2-1 0,-2 1 0 15,2-1-14-15,-3 1-2 0,0-3-1 0,-3 3 0 16,3-3-17-16,0 2-3 0,1-2-1 0,-4 0 0 15,0 3-9-15,3-3 0 0,0 3 9 0,0-1-9 16,0-2 0-16,4 0 0 0,2 3 0 0,0-3 0 16,3 0-9-16,0 3 0 0,3-3 0 0,6 0 0 15,0 0-55-15,0 0-12 0,0 0-1 0</inkml:trace>
  <inkml:trace contextRef="#ctx0" brushRef="#br0" timeOffset="370.383">8248 8152 1773 0,'0'0'36'0,"0"0"11"0,-6-5-38 0,0 2-9 0,0 1 0 0,-3-1 0 16,0 0 87-16,0 3 15 0,0 0 3 0,-3 0 1 16,0 0-36-16,0 0-7 0,0 0-2 0,1 3 0 15,-4 0-24-15,-3-1-5 0,0-2 0 0,0 6-1 16,0-6-12-16,-3 2-3 0,1 1 0 0,-4 0 0 15,3-1-16-15,-3 1 0 0,3 0 0 0,0-1 0 16,1 1 0-16,2-1-9 0,0 1-1 0,0 0 0 16,6 2-50-16,-3-2-11 0,3-1-1 0</inkml:trace>
  <inkml:trace contextRef="#ctx0" brushRef="#br0" timeOffset="917.484">6381 8054 1398 0,'0'0'59'15,"0"0"-47"1,0 0 36-16,0 0 7 0,0 0 1 0,0 0 1 15,0 0 8-15,0 0 2 0,0 0 0 0,6 0 0 0,0 3-40 0,0 0-8 16,3-1-2-16,0 4 0 16,-3-4-3-16,3 1-1 0,3 0 0 0,-3 2 0 0,3-2-5 0,0-3-8 15,-1 2 11-15,1-2-11 0,6 3 8 0,0-3-8 16,0 0 0-16,3 0 0 0,0-3 18 0,2 1-3 0,1-1-1 16</inkml:trace>
  <inkml:trace contextRef="#ctx0" brushRef="#br0" timeOffset="1204.883">6941 7840 1579 0,'0'0'32'0,"0"0"10"0,0 0-34 0,0 0-8 0,0 0 0 0,3 5 0 15,-3 3 53-15,0 0 9 0,3 0 2 0,-3 0 0 16,0 5 0-16,3-2 0 0,-3 2 0 0,0 3 0 16,3 0-20-16,-3 0-4 0,3 2-1 0,0 1 0 15,-3-1-11-15,3 1-3 0,-3-1 0 0,3 4 0 16,-3-1-25-16,0-3 0 0,0 3 0 0,0 1 0 16,-3 1 0-16,3 1 0 0,0 3 0 0,-3-1 0 15,3-2 0-15,0 0 0 0,-3 0 0 0,3-1 0 16,0-1-46-16,-3-4-14 0,3 1-4 0,0-3 0 15,0-1-51-15,0-1-10 0,0-1-3 0</inkml:trace>
  <inkml:trace contextRef="#ctx0" brushRef="#br0" timeOffset="1592.745">6932 7930 1454 0,'-6'-24'30'0,"6"16"8"0,0-2-30 0,0-1-8 0,3 3 0 0,0-2 0 16,0 2 79-16,0-3 14 0,3 3 3 0,0 0 1 16,0 0-26-16,3 0-6 0,3 3-1 0,0-3 0 15,-1 3 0-15,4 2 0 0,0-5 0 0,3 6 0 16,0-1-51-16,3 3-13 0,-3-3 0 0,-1 3 0 15,4 3 54-15,-3 0 8 0,3-1 2 0,-6 4 0 16,3-1-64-16,-6 0-28 0,3 0 3 0,-7 3 0 16,1 0 40-16,-3 0 8 0,0 0 1 0,-3 0 1 15,-3 5-25-15,0-2 0 0,-3-1 0 0,-3 1 0 16,0 2 0-16,-3 1 0 0,-2-4 0 0,-4 3 0 16,-3 1 0-16,0-4 0 0,0 1 0 0,-3-1 0 15,-3 1 56-15,4-3 7 0,-4 0 1 0,3 0 0 16,0-3-103-16,3-2-20 0,0-1-4 0,4 1-1 15,2 0 52-15,0-3 12 0,6-3 0 0,0 3 0 16,6 0-105-16,-3-5-19 0,0-1-3 0</inkml:trace>
  <inkml:trace contextRef="#ctx0" brushRef="#br0" timeOffset="5136.249">17279 6313 2269 0,'0'0'64'0,"-3"-5"15"16,3 5-63-16,0 0-16 0,0-5 0 0,0 5 0 15,0 0 54-15,0 0 8 0,0 0 2 0,0 0 0 16,0 0 0-16,0 0 0 0,0 0 0 0,0 8 0 16,3 2-52-16,0 4-12 0,-3-1 0 0,3 5 0 15,-3 3 54-15,0 1 8 0,0-1 2 0,0 8 0 16,-3 0-52-16,3 3-12 0,-3 2 0 0,0 3 0 16,3 0 0-16,-3 3 0 0,3 2 0 0,0 1 0 15,-3-6 0-15,3 2 0 0,0-2 0 0,0 3 0 16,0-3 0-16,0 3 0 0,0-3 0 0,0 0 0 0,0-3-9 0,3-2-5 15,-3-3-1-15,0 0 0 0,3-5 15 0,-3 0-9 0,0-3 9 16,3-2-8 0,-3-4-40-16,3 1-7 0,3-5-1 0,-3-1-1 15,3-2-163-15,-1-5-33 0</inkml:trace>
  <inkml:trace contextRef="#ctx0" brushRef="#br0" timeOffset="5558.136">17621 6620 1937 0,'0'-10'55'0,"3"-1"12"15,0 1-54-15,-3-1-13 0,3 3 0 0,0 0 0 16,-3 0 125-16,3 3 23 0,-3 0 4 0,0 5 0 16,3-3-70-16,-3 3-14 0,3-3-4 0,-3 3 0 15,0 0 0-15,0 0 0 0,0 0 0 0,0 0 0 16,0 0-51-16,0 6-13 0,0-1 0 0,-3 5 0 15,0 1 0-15,-6 2 0 0,0 0 0 0,-3 3 0 16,-3 0 0-16,-3 5 0 0,0-2 0 0,-2-1 0 16,-1 4 0-16,0-7 0 0,0 1 0 0,0 0 0 15,3 0 0-15,1-3 0 0,-1 1 0 0,3-1 0 16,3-3 8-16,0-2 0 0,3 3-8 0,-3-3 12 16,6 0-12-16,0 0 0 0,0 0 0 0,3-3 0 15,3 0-10-15,0 1 10 0,3-1-8 0,-3 0 8 16,6-2 0-16,-3 2 0 0,3-2 0 0,0 2 0 15,0-2 0-15,0 2 0 0,0-2 0 0,3 2 0 16,-3-2 0-16,3 2 0 0,0-3 0 0,3 4 0 0,-3-1 0 16,3 0 0-16,-1 1 0 0,1-1 0 15,3 0 0-15,0 0 0 0,0 3 0 0,3-2-8 0,0 2 8 0,0 0 0 0,-1-3 0 16,1 3 0-16,0 0 0 16,0 0 0-16,0 0 0 0,-3 0 0 0,0 0 0 0,-1-3 0 0,-2 3 0 15,0-3 0 1,0 0-20-16,0 1-4 0,-3-1-2 0</inkml:trace>
  <inkml:trace contextRef="#ctx0" brushRef="#br0" timeOffset="5841.694">17936 6951 2218 0,'-8'-5'46'0,"8"5"11"16,0 0-45-16,0 0-12 0,0 0 0 0,0 0 0 15,0 0 124-15,0 0 22 0,0 0 5 0,0 0 1 16,0 0-71-16,0 8-13 0,0 0-4 0,0 2 0 16,0 3 0-16,-3 1 0 0,3 2 0 0,0 2 0 15,-3 1-51-15,3 2-13 0,0 3 0 0,-3-1 0 16,3 1 0-16,0-3 0 0,0-2 0 0,-3 2 0 16,3 0 34-16,0 0 4 0,0-2 1 0,0 2 0 15,0-2-31-15,0 2-8 0,0 0 0 0,0 0 0 16,0 0 0-16,0 3 0 0,0-3 0 0,0 0 0 0,3 1-12 15,-3-7-6-15,3 1-2 0,0-2 0 16,0-4-83-16,3 1-17 0,-1-6-3 0</inkml:trace>
  <inkml:trace contextRef="#ctx0" brushRef="#br0" timeOffset="6414.574">18666 6885 1577 0,'0'0'66'15,"0"0"-53"1,0 0 104-16,0 0 21 0,0 0 4 0,0 0 1 16,6 0-45-16,0 0-9 0,0 0-1 0,3 0-1 0,2 3-23 0,4-3-4 0,3 0 0 0,0 0-1 15,6 0-14-15,0 0-2 0,2 0-1 0,4 0 0 16,-3 0-15-16,0-3-3 0,-3 3-1 0,5-3 0 15,-2 1-12-15,0-1-3 0,3 0 0 0,-1 1 0 16,1-4-8-16,-3 4 0 0,3-1 0 0,-6 0 8 16,-1 3 11-16,-2-2 1 0,-6 2 1 0,0 0 0 15,0-3-21-15,-6 3 0 0,0-3 0 0,-3 3 0 16,-3 3-47-16,-3-3-13 16,0 0-4-16,0 0 0 0,-3 5-102 15,-3 1-21-15,-3 2-4 0</inkml:trace>
  <inkml:trace contextRef="#ctx0" brushRef="#br0" timeOffset="6666.644">18713 7123 2030 0,'0'0'57'0,"-3"5"14"16,3-5-57-16,0 0-14 0,0 0 0 0,0 0 0 15,3 3 92-15,0 2 15 0,6-2 3 0,-3 0 1 16,6-3-16-16,0 0-3 0,3 0-1 0,0 0 0 0,6 0-28 15,-3-3-6-15,2 3-1 0,1-3 0 0,0 3-19 0,0 0-4 16,-3 0-1-16,3-2 0 0,-1 2-12 0,-2 0-2 0,3 2-1 0,3-2 0 16,-3 0-9-16,3 3-8 15,2-3 12-15,-2 0-12 0,3 0 9 0,-3 0-9 16,0 0 0-16,2 0 9 0,-5 0-9 16,0 0-14-16,-3-3 3 0,3 3 1 15,-6 0-92-15,-1 0-18 0,1 0-4 0</inkml:trace>
  <inkml:trace contextRef="#ctx0" brushRef="#br0" timeOffset="8680.009">20282 6806 2066 0,'-12'-6'43'0,"12"6"10"0,-6-2-42 0,6 2-11 0,-3-3 0 0,0-2 0 15,3-1 104-15,-3 4 20 0,3-6 3 0,3 2 1 16,-3 1-52-16,3 0-9 0,0 0-3 0,0-3 0 16,3 2 0-16,3-2 0 0,0 0 0 0,0 1 0 15,3 1-51-15,3-2-13 0,0 3 0 0,2 0 0 16,4-1 19-16,0 1 1 0,3 2 0 0,-3-2 0 15,3 5-20-15,-4-2 0 0,1 2 0 0,3 2 0 16,-3 1 0-16,-3-1 0 0,0 4 0 0,-1-1 0 16,-2 3-10-16,-3 0-9 0,3 0-1 0,-6 2-1 15,-3 4 21-15,0-1 0 0,-6 0 0 0,0 3 0 16,-3-3 0-16,0 6 0 0,-3-3 0 0,-6 0 0 0,3-1 0 16,-3 4 0-16,-3-3 0 0,1 2 0 0,-4 1-16 0,0-3 0 15,0 0 1-15,-3 2 0 0,3 1 15 0,3-3 0 16,-5 2 0-16,5 1 0 0,3-4 0 15,0 1 20-15,3 0-4 0,3-3 0 0,0 1-16 0,3-4 0 16,3 1 0-16,3-1 0 0,3-2 0 0,0-2 0 0,3-1 0 16,3 0 0-16,0-2-13 0,3-3-7 0,2 0 0 15,-2 0-1-15,3-3 21 0,0 1 0 16,0-4 0-16,3 1 0 0,-3 0 0 0,2-3 0 16,1 0 0-16,-3-3 8 0,3 3-8 0,0-2-11 0,0-1 3 0,-1 3 0 31,-2-2-128-31,0 2-24 0,0-3-6 0</inkml:trace>
  <inkml:trace contextRef="#ctx0" brushRef="#br0" timeOffset="9234.402">20657 6469 2030 0,'0'-7'57'0,"0"-4"14"0,0 3-57 16,3 0-14-16,0 3 0 0,3-3 0 0,0 0 105 0,3 3 19 0,0-1 3 0,3 1 1 31,0 0-52-31,0-1-9 0,2 1-3 0,1 0 0 0,0 2-51 16,0 3-13-16,3-2 0 0,0 2 0 15,-3 2 54-15,0 1 8 0,-1 2 2 0,1 3 0 16,-3 0-52-16,0 0-12 0,0 5 0 0,-3 0 0 0,0 1 0 0,0 2 0 0,0-1 0 15,-3 1 0-15,-3 3 0 0,0-1 0 0,0-2 0 16,0 5 0-16,-3-5 0 0,0 3 0 0,0-1 0 0,-3-2 0 16,0 0 0-16,0-3 0 0,0 0 8 0,0 1-8 15,0-4 0-15,0-4 9 0,0-1-9 0,3-5 8 16,0 0-8-16,0 0 10 16,-6-5-10-16,0-1 10 0,3-2-10 0,3-5 0 0,-3 0 0 15,6-3 8-15,-3 0-16 0,6-2-4 0,-3-1-1 0,3 3 0 16,3-2 13-16,-3 2 0 0,3 0 0 0,0-3 0 15,2 4 0-15,1-4 0 0,3 1 0 0,-3-1 0 16,3 0 8-16,3 4 5 0,-3-4 1 0,3 3 0 16,0 3-22-16,-1 0-5 0,1 0-1 0,0 5 0 15,-3 0 14-15,0 5 0 0,-3 0 0 0,0 3 0 16,0 6 48-16,-4 2 13 0,1 2 3 0,-3 3 0 16,0 1-52-16,0 2-12 0,-3 2 0 0,0-2 0 15,0 2 0-15,-3-2 0 0,0 3 0 0,0-1 0 16,0 1 0-16,-3 2 0 0,3 0 0 0,-3 0 0 15,0 3 0-15,0-3 0 0,0 3 0 0,-3 0 0 16,3-3 0-16,0 0 0 0,0-2 0 0,0-1 0 16,0-4-100-16,3-1-22 0,0-3-5 0</inkml:trace>
  <inkml:trace contextRef="#ctx0" brushRef="#br0" timeOffset="9808.497">21529 6919 2030 0,'0'0'57'0,"0"0"14"0,0 0-57 16,0 0-14-16,0 0 0 0,0 0 0 0,0 0 75 15,0 0 12-15,6 0 2 0,0 3 1 0,6-3-19 0,0 0-4 16,3-3-1-16,0 3 0 0,3-2-16 0,-1 2-3 0,4 0-1 0,0-3 0 16,0 3-13-16,0-3-2 0,0 1-1 0,-1 2 0 15,1-6-13-15,0 4-2 0,-3-1-1 16,0 0 0-16,3-2-3 0,-3 3-1 16,2-4 0-16,-5 4 0 0,3-4-27 0,0 4-6 15,-3-4-1-15,3 1 0 16,-3 0-189-16,0-1-39 0</inkml:trace>
  <inkml:trace contextRef="#ctx0" brushRef="#br0" timeOffset="10118.055">22086 6549 2296 0,'-3'-5'65'0,"3"5"14"16,-3-6-63-16,3 6-16 0,0 0 0 0,0 0 0 15,0 0 88-15,0 0 16 0,0-2 2 0,0 2 1 16,0 0-47-16,0 0-10 0,6 2-2 0,0 1 0 16,-3 2-9-16,3 3-3 0,0 3 0 0,-3 2 0 15,3 0-8-15,-3 6-3 0,0 2 0 0,3 0 0 16,-3 3-4-16,0 2-1 0,2-2 0 0,-2 3 0 16,0-4-10-16,0 1-2 0,0-3-8 0,0 3 12 15,0-5-4-15,0-1-8 0,-3 1 11 0,3-3-11 16,-3 2 0-16,0-2 0 0,0 3 0 0,-3-4 0 15,3 1 0-15,-3 0 0 0,0 0 0 0,3-3 0 16,0-2-60-16,-3-1-20 0,3 1-3 0,0-3-1 16,0-3-151-16,0-2-30 0</inkml:trace>
  <inkml:trace contextRef="#ctx0" brushRef="#br0" timeOffset="10395.834">22395 6462 2310 0,'6'-6'48'0,"-3"1"11"0,3 2-47 0,0 1-12 0,3 2 0 0,-3 0 0 15,3 2 104-15,-3 4 20 0,3-1 3 0,0 0 1 16,0 6-52-16,0-3-9 0,0 5-3 0,0 3 0 16,0 0-20-16,-1 5-4 0,-2 0 0 0,3 5-1 15,-3 1-8-15,-3 5-2 0,3-1 0 0,-3 1 0 16,0 0-29-16,0 0 0 0,0-3 0 0,-3 3 0 15,0-3 0-15,-3 0 0 0,0 0 0 0,-3 3 0 16,-3 2 0-16,0-2 0 0,0 5 0 0,-5-3 0 16,-4-2 0-16,-3 0 0 0,0-6 0 0,-6 3 0 15,0-2-58-15,1-3-5 0,-1-1-1 0,-6 1 0 16,0-3-114-16,-2-2-23 0,-1 2-5 16</inkml:trace>
  <inkml:trace contextRef="#ctx0" brushRef="#br0" timeOffset="10829.787">20240 6292 1750 0,'-15'5'49'0,"-2"6"12"16,2 0-49-16,-6 2-12 0,0 3 0 0,-3 2 0 15,0 1 77-15,1 2 13 0,-4 3 2 0,-3 5 1 16,3 0-37-16,1 5-8 0,-1 3-2 0,3 6 0 16,3-1-37-16,3 0-9 0,0 6 0 0,6 0 0 15,1-6 38-15,2-2 6 0,6-1 0 0,0 9 1 16,6-6-21-16,0 1-4 0,6 4 0 0,5-2-1 16,1-5 36-16,6-3 7 0,6-3 2 0,0 3 0 15,5-5-73-15,1 3-15 0,3 2-2 0,3-3-1 16,-1-2 27-16,1-6 0 0,0 1 0 0,5-3 0 15,4-6-13-15,3-2-7 0,2-5-2 0</inkml:trace>
  <inkml:trace contextRef="#ctx0" brushRef="#br0" timeOffset="11371.462">22931 6919 1862 0,'0'0'39'0,"0"0"8"0,0 0-38 15,0 0-9-15,0 0 0 0,0 0 0 0,0 0 108 0,0 0 19 16,0 0 4-16,0 0 1 0,9-2-48 0,-3 2-8 0,6 0-3 0,-3-3 0 16,3 3-15-16,3 0-3 0,-3-3-1 0,6 1 0 15,-1-1-12-15,1 0-2 0,0 3-1 0,3-2 0 16,3-1-11-16,0 3-3 0,-1-3 0 0,1 3 0 15,-3 0-14-15,3 0-3 16,-3 0-8-16,-1 0 12 0,1-2-12 0,-3 2 0 0,0 0 0 0,0-3 0 31,-6 1-68-31,3 2-20 0,-3-3-4 0</inkml:trace>
  <inkml:trace contextRef="#ctx0" brushRef="#br0" timeOffset="11682.321">23720 6562 2252 0,'0'0'47'0,"-6"0"11"16,6 0-46-16,0 0-12 0,0 0 0 0,0 0 0 16,0 0 84-16,-3 5 14 0,0 1 3 0,0 2 1 15,0 2-30-15,3 3-7 0,0 1-1 0,0 2 0 0,0 2-19 0,0 6-4 0,0 0-1 0,0 2 0 16,0-2-8-16,0 0-1 0,0 0-1 15,0-1 0-15,0-1-15 0,0-1-3 16,-3 0-1-16,3 3 0 16,0-3-11-16,-3 3 8 0,3 2-8 0,-3 1 8 0,3-1-8 15,-3 1 0-15,0-1 0 0,0 0 8 16,0-2 8-16,0-5 2 0,-3 2 0 0,3-5 0 16,0 0-66-16,0-3-12 0,0 0-4 0,-2-5 0 15,5 0-51-15,-3 0-10 0,3-3-3 0,0-5 0 16,0 0-102-16,6 0-21 0</inkml:trace>
  <inkml:trace contextRef="#ctx0" brushRef="#br0" timeOffset="12015.937">23705 6631 1721 0,'-3'-19'72'0,"0"3"-57"15,3 1 112-15,0 1 22 0,0 4 5 0,3-1 1 16,0 3-71-16,0 0-15 0,3 3-2 0,0 0-1 15,3 2-5-15,0-2-1 0,3 2 0 0,0 3 0 16,0-2-4-16,0-1-2 0,2 3 0 0,-2-3 0 16,3 3-15-16,3 0-3 0,-3 0-1 0,6 0 0 15,-3 0-15-15,-1 3-2 0,4 2-1 0,0-2 0 16,-3 5-9-16,0 0-8 0,0 2 12 0,0 3-12 16,-6 3 9-16,-1 0-9 0,-2 3 0 0,-3 2 9 15,-3 0-9-15,-6 0 10 0,0 0-10 0,-3 3 10 16,-6-5-2-16,1-1-8 0,-7-2 12 0,-3 0-4 15,0-3-8-15,-3 1 0 0,0-4 9 0,1 1-9 0,-1-3 0 0,0-3 0 0,3 0 0 16,-3 0 0-16,0-2 0 0,-2-3 0 16,-1 0 0-16,0 0 0 15,3 0-47-15,-2-3-13 0,2 1-4 0,0-1 0 16,3-2-122-16,0 2-25 0</inkml:trace>
  <inkml:trace contextRef="#ctx0" brushRef="#br0" timeOffset="12732.308">17219 8547 2014 0,'0'0'42'0,"3"0"9"15,-3 0-41-15,6-3-10 0,-6 3 0 0,0 0 0 16,0 0 96-16,0 0 16 0,0 0 4 0,0 0 1 16,3 3-51-16,-3 2-10 0,3 3-3 0,-3 2 0 15,0 6-27-15,-3 5-6 0,0 3 0 0,0 5-1 16,-3 3-6-16,3 5-1 0,-3 3 0 0,0 2 0 16,0-2 16-16,-3 0 2 0,3-1 1 0,0 6 0 15,0 0 5-15,1 5 2 0,2-2 0 0,0 2 0 16,0-7-30-16,0-6-8 0,3-3 0 0,-3 1 0 15,0-1 0-15,0-2 0 0,3 2 0 0,-3 1 0 16,0-6 0-16,0 0 0 0,0-3 0 0,0-2 0 16,3-8-83-16,0 0-17 0,0-6-4 0</inkml:trace>
  <inkml:trace contextRef="#ctx0" brushRef="#br0" timeOffset="13184.589">17457 8846 2030 0,'6'-8'57'0,"0"5"14"0,0-2-57 0,0 2-14 0,0 0 0 0,0 1 0 16,-3 2 105-16,-3 0 19 0,6 0 3 0,-6 0 1 16,0 0-52-16,3 5-9 0,-3-5-3 0,0 8 0 15,-3 0-51-15,0 0-13 0,-3 2 0 0,0 1 0 16,-3 0 0-16,-3-1 0 0,0 3 0 0,0 1 0 15,-3 2 0-15,1-3 0 0,-1 3 0 0,-3 0 0 16,3-1 0-16,-3 1 0 0,0 3 0 0,0-3 0 16,1 2 0-16,2-2 0 0,0 0 0 0,0 2 0 15,3-2 0-15,0-2 0 0,0-1 0 0,3-3 0 16,0 4 0-16,6-6 0 0,0-1 0 0,0 1 0 16,3-2 0-16,0 2 0 0,3-6 0 0,0 4 0 15,3-1 0-15,0-2 0 0,0-1 0 0,3 1 0 16,0-1 0-16,0 4 0 0,3-6 0 0,0 2 0 15,0 4 54-15,0-4 8 0,0 4 2 0,-1-4 0 16,1 4-52-16,0-4-12 0,0 4 0 0,0-1 0 16,3-3 13-16,-3 4 0 0,3-4 0 0,0 4 0 0,-1-1-13 15,1 0-18-15,0 1 4 0,0-1 1 16,0 0 13-16,0 0 0 0,0 1 0 0,0 2 0 0,-3-3 10 16,-1 0 5-16,1 1 1 0,0-1 0 15,-3-3-114-15,0 6-22 0,0-2-5 0,0-1-1 16,0 0-78-16,0 1-15 0,0-1-3 0</inkml:trace>
  <inkml:trace contextRef="#ctx0" brushRef="#br0" timeOffset="13559.92">17746 9385 2064 0,'-3'-8'59'0,"3"0"12"0,0 1-57 0,0-1-14 0,0 0 0 0,0-3 0 16,0 3 95-16,3-2 16 0,-3-1 3 0,3 0 1 15,0 3-32-15,0 1-7 0,0-1 0 0,3 0-1 16,-3 0-18-16,3 2-3 0,0 1-1 0,0 0 0 15,0 0-11-15,3 2-2 0,-3 0-1 0,2 3 0 16,1 0-15-16,-3 0-2 0,3 3-1 0,0 0 0 16,0 2-11-16,-3 0-2 0,0 3-8 0,0 0 12 15,0 0-12-15,0 3 11 0,-3-4-11 0,0 7 10 16,-3-1-10-16,-3-3 0 0,3 6 0 0,-6 0 0 16,3 0-9-16,-6 3-1 0,3 2 0 0,-3 3 0 15,0-1 0-15,0 4 0 0,-3-1 0 0,3 1 0 16,3-1 22-16,-2-2 4 0,2-3 0 0,-3 0 1 15,6-5-17-15,-3 0 0 0,6 0 0 0,-3-3 0 16,3 1 0-16,0-4 0 0,3-2 0 0,0-3 0 0,3 3 0 16,0-5 0-16,0 0 0 0,2-1 0 0,1 1 0 15,3 0 0-15,0-3 0 0,3-3 0 0,0 3 0 16,0-3 0-16,3 1 0 0,3 2 0 0,-1-6 0 16,1 4 0-16,0-1 0 0,0 0 0 0,3-2 0 0,0-3 0 15,-4 3 0-15,4-3 0 16,-6 0-221-16,3 0-48 0</inkml:trace>
  <inkml:trace contextRef="#ctx0" brushRef="#br0" timeOffset="14041.027">18585 9301 2066 0,'0'0'43'0,"0"0"10"15,0 0-42-15,0 0-11 0,6 0 0 0,3 0 0 16,0 0 104-16,3 0 20 0,0 0 3 0,0-3 1 16,6 3-52-16,0-3-9 0,5 3-3 0,1-2 0 0,0-1-22 0,3 0-5 0,3 1-1 15,-1 2 0-15,-2-3-7 0,0 1-1 0,3-1-1 0,-3 0 0 16,-1 3-27-16,1-2 0 0,0-1 8 0,0 3-8 15,-4-3 12-15,1 3 0 0,3 0 0 0,-6 0 0 16,0 0-12-16,-3 0-17 0,-3 3 4 0,-1 0 1 16,-2-3 2-16,-3 2 1 0,-3 1 0 0,0 0 0 31,-3 2-54-31,-3-5-10 0,3 5-3 0,-6 0 0 0,0 3-178 16,-3 0-36-16,0-2-7 0</inkml:trace>
  <inkml:trace contextRef="#ctx0" brushRef="#br0" timeOffset="14265.577">18725 9523 2108 0,'0'0'44'0,"0"0"10"0,0 0-43 0,0 0-11 0,0 0 0 0,6-3 0 16,0 1 112-16,0-1 20 0,6 0 4 0,0 1 0 15,3-1-29-15,0 0-7 0,3 1 0 0,2-1-1 16,-2 3-36-16,3 0-7 0,3-3-2 0,-3 3 0 15,-3-2-28-15,2 2-6 0,1-3 0 0,0 3-1 16,3 0-4-16,0 0-1 0,0 0 0 0,2 3 0 16,1-3-22-16,-3 2-5 0,0 1-1 0,3-3 0 15,-4 3-49-15,1-1-9 0,-3 1-3 16</inkml:trace>
  <inkml:trace contextRef="#ctx0" brushRef="#br0" timeOffset="16982.176">20261 9269 2553 0,'-9'-8'53'0,"0"0"12"0,0-3-52 0,3 4-13 0,3-4 0 0,-2 0 0 15,5-2 54-15,-3 3 8 0,3-6 2 0,3 2 0 16,0-1 0-16,-1 1 0 0,7-2 0 0,-3 1 0 15,6 1-52-15,0 1-12 0,3 0 0 0,0 2 0 16,3 1 54-16,0-1 8 0,3 3 2 0,2 3 0 16,-2 0-52-16,0-1-12 0,0 4 0 0,3-1 0 15,-6 3 0-15,2 3 0 0,1-1 0 0,-6 1 0 16,0 2-14-16,0 1-6 0,-3-1 0 0,-3 5-1 16,-3 1 13-16,0 2 8 0,-6 0-10 0,0 6 10 15,-3 0-20-15,-6 2 3 0,0 3 0 0,-3-1 0 16,-3 1-5-16,-3 0-1 0,-3 2 0 0,-3 1 0 15,-2-3 4-15,2-3 1 0,-3-3 0 0,0 4 0 16,3-1 30-16,4 0 7 0,-1 0 1 0,3 0 0 16,3-2-20-16,3-1 0 0,3 1 0 0,3-3 0 15,3-3-48-15,3 0-12 0,0-2-4 0,6-1 0 16,3-2 52-16,3 0 12 0,3-3 0 0,3 1 0 16,3-6 0-16,2 2 0 0,4-4 0 0,0 2 0 15,0-6 0-15,0 1 0 0,2 0 0 0,1-3 0 16,-6 0 48-16,3 0 13 0,-3 0 3 0,-1-2 0 15,1-1-103-15,0 0-20 0,0 1-4 0,-3 2-1 0,-1-3 52 16,-2 3 12-16,0-2 0 0,-3 2 0 16,0 3-162-16,-6-3-30 0,0 0-5 0</inkml:trace>
  <inkml:trace contextRef="#ctx0" brushRef="#br0" timeOffset="17543.763">20717 8623 2112 0,'12'-8'60'0,"-4"-2"13"15,4 2-58-15,3 0-15 0,-3 3 0 0,0-3 0 16,3 2 80-16,-3 1 12 0,3 2 4 0,-3-2 0 15,3 5-32-15,-4 0-7 0,1 0-1 0,-3 5 0 16,3-2-22-16,0 5-5 0,-3 0-1 0,0 5 0 16,0 3-12-16,-3 3-4 0,0 4 0 0,0 1 0 15,-3 3-12-15,0-1 9 0,0 3-9 0,-3 0 8 16,0-2-27-16,-3 2-5 0,0-5-2 0,-3 2 0 16,3-2 26-16,-3-3 0 0,0-2 0 0,-3-1 0 15,3-5 20-15,0-2 8 0,0 0 3 0,-3-1 0 16,3-4 1-16,6-6 1 0,0 0 0 0,0 0 0 0,0 0-46 15,-3-6-10-15,3-2-1 0,0-2-1 0,3-1 25 0,3-2 0 16,0 0 0-16,0-3-8 0,3 0 8 0,0-5 0 16,0 2 0-16,3-2 8 0,0-3 12 15,0 3 2-15,-3-5 1 0,2 2 0 16,4 0-23-16,-3-2 0 0,3-1 0 0,0 3 0 16,-3 6 56-16,3-1 6 0,0 3 2 0,0 3 0 0,2 2-64 15,-5 4 0-15,3 1-12 0,-3 4 2 0,3 2 10 0,-3 2 0 0,0 1 0 0,-3 2 8 16,3 3-8-16,-3 5 0 0,-1 1 0 0,1 1 0 15,-3 1 0-15,0 6 0 0,0-1 0 0,0 0 0 16,-3 3 0-16,0-3 9 0,0 0-9 0,0 3 0 16,-3-3 9-16,0-2-9 0,0 2 0 0,0-3 9 15,0-2-9-15,-3 0 0 0,0 0 0 0,3 0 0 16,-3-3 0-16,0 0 0 0,3 0 0 0,-3-2 0 16,3 2-152-16,3-2-32 0,-3-3-6 0</inkml:trace>
  <inkml:trace contextRef="#ctx0" brushRef="#br0" timeOffset="18124.091">21586 9303 1824 0,'-18'3'38'0,"12"-3"8"0,0 3-37 0,0-3-9 0,0 0 0 0,6 0 0 16,-9 0 104-16,9 0 20 0,-6 0 3 0,6 0 1 16,0 0 0-16,0 0 0 0,0 0 0 0,0 0 0 15,0 0-103-15,0 0-25 0,3 0 0 0,6 0 0 16,3 0 46-16,0 2 4 0,6-2 1 0,0 0 0 16,5 0-12-16,1 0-3 0,3 0 0 0,-3-2 0 15,3 2-20-15,-3 0-5 0,2-3-1 0,-2 3 0 16,0-3 1-16,3 3 0 0,0 0 0 0,-1-2 0 15,1 2-11-15,-3 0 0 0,3-3 9 0,-6 3-9 0,-1 3 0 16,1-3 0-16,-3 0 0 0,-3 0 0 0,0 0 18 0,-3 0-1 16,0 0 0-16,-3-3 0 15,-3 0-130-15,2 3-27 0,-2-2-4 0</inkml:trace>
  <inkml:trace contextRef="#ctx0" brushRef="#br0" timeOffset="18422.486">22625 8986 2381 0,'0'0'49'0,"0"0"13"0,0 0-50 0,0 0-12 0,0 0 0 0,0 0 0 16,0 0 90-16,0 0 15 0,0 0 3 0,0 0 1 15,0 0-36-15,0 5-7 0,-3 3-2 0,3 0 0 16,0 5-51-16,0 0-13 0,0 3 0 0,0 5 0 15,0-2 0-15,0 5 0 0,0 0 0 0,0-1 0 16,0 1 0-16,0 3 0 0,3-3 0 0,-3-1 0 16,0 1 0-16,0 0 0 0,0-3 0 0,0 3 0 15,0 0 0-15,0-3 0 0,0 3 0 0,0 0 0 16,0-3 0-16,0 3 0 0,0-3 0 0,0-3 0 16,0 1 0-16,0-3 0 0,0 0 0 0,0-3 0 15,0-3-77-15,0-2-19 0,0 0-3 0</inkml:trace>
  <inkml:trace contextRef="#ctx0" brushRef="#br0" timeOffset="18782.252">22681 9055 2066 0,'-6'-16'43'0,"3"3"10"0,0-1-42 0,3 1-11 0,0 0 0 0,0 5 0 15,3-3 104-15,0 3 20 0,0 3 3 0,3-3 1 16,3 3-53-16,0 0-11 0,3-1-1 0,0 4-1 16,3-4-10-16,0 4-3 0,2-1 0 0,1 0 0 15,3 3-25-15,0 0-6 0,3 0-1 16,-3 3 0-16,-3 0-17 0,2 2 0 0,1 3 0 0,-6-3 0 16,3 3 0-16,-6 3 0 0,3-1 0 0,-3 1 0 15,-3-1 0-15,-1 6 0 0,-2-2 0 0,-3 1 0 16,0 1 0-16,-3 3 0 0,0-1 0 0,-3-2 0 15,-3 3 0-15,-2-3 0 0,-1 0 0 0,-3-3 0 16,-3 0 55-16,0 0 7 0,-3-2 2 0,0-1 0 16,-3-2-52-16,1 0-12 0,-4-2 0 0,3 1 0 15,0-4 0-15,-3 0-13 0,6-1 2 0,-2-2 1 16,2-2 10-16,0-1 0 0,3 0 0 0,-3-2 8 16,6-3-63-16,0 0-12 15,3 0-2-15</inkml:trace>
  <inkml:trace contextRef="#ctx0" brushRef="#br0" timeOffset="20261.872">16999 7052 1751 0,'-24'-8'36'0,"12"5"9"0,3-2-36 0,-3 2-9 0,0-2 0 0,-2 2 0 15,-1-5 77-15,-3 3 14 0,-3-3 2 0,-3 3 1 16,0-3-25-16,-2 5-5 0,-4-2 0 0,-3-1-1 15,3 4-7-15,-5-1-2 0,-1 1 0 0,-3 2 0 16,-3-3-46-16,-2 0-8 0,-4 1 0 0,-2-1-8 16,2 3 8-16,3 0 0 0,1 3 8 0,-1-3-8 15,3 0 0-15,4 0 0 16,-1 0 0-16,3 0 0 0,3 0 37 0,4 0 3 0,-1 0 1 16,6 0 0-16,0 0-14 0,6 0-3 0,4 0-1 15,-1 2 0-15,6-2-23 0,0 3 0 16,3-3 0-16,6 0 0 0,0 0 0 0,0 0 0 0,0 0 0 0,0 5 0 15,3 3 0-15,0 0 0 0,3 0 0 0,0 0 0 16,0 3 0-16,3-1 0 0,0 1 0 0,-4 2 0 16,4 0 0-16,0 3-13 0,-3 0 1 0,3 0 1 15,-3 2 11-15,3 1 0 0,-3 2 0 0,0 0 0 16,0 0 0-16,0 3 0 0,0-3 0 0,0 6 0 16,-3-1 0-16,3 6 0 0,-3-3 0 0,3 8 0 15,-3-2 0-15,3 2 0 0,-3 2 0 0,3 1 8 16,-1-3-8-16,-2 0 0 0,3 0 0 0,0 5 0 15,0 1 0-15,-3 2 0 0,3 2 0 0,0 4 0 16,0-4 20-16,-3 1 4 0,3 0 0 0,0 4 0 16,0 1-4-16,-3 3 0 0,3 2 0 0,0 3 0 15,-3-5-8-15,0-1-3 0,3-2 0 0,-3 8 0 0,0-6-9 16,-3 4 12-16,3-1-12 0,0 0 12 16,-3-2-3-16,-3-3 0 0,3-3 0 0,-3 5 0 0,0-4-1 15,0-1 0-15,0 0 0 0,0 1 0 0,-3-6 1 0,0-3 0 16,0-2 0-16,0-1 0 0,0-2-1 15,0-2-8-15,0 2 12 0,0-3-4 0,3-2-8 0,-3-6 10 16,3 1-10-16,0-1 10 0,0-5-10 0,0-5 8 16,0 0-8-16,0 0 8 0,3-5-8 0,-3-1 0 0,3-2 0 15,0 0 8-15,0-3-8 16,0-5 0-16,0 0 9 0,0 0-9 0,0 0 8 0,0 0-8 0,0 0 8 0,0 0-8 16,6 0 0-16,0-2 8 0,0-4-8 0,0 1 0 15,3 0 0-15,0-3 0 0,0 0 0 0,0-3 8 16,3 3-8-16,-3-2 0 0,3-1 0 0,0 1 0 15,0-1-18-15,-1 3 2 0,1 0 0 0,3 0 0 16,-3 0-21-16,0 0-4 0,3 1-1 0,0-1 0 16,0 2-2-16,0-2-1 0,-4 3 0 0,7-3 0 15,0 3-169-15,0-3-34 0</inkml:trace>
  <inkml:trace contextRef="#ctx0" brushRef="#br0" timeOffset="20945.522">16228 9568 1094 0,'-6'3'46'16,"0"-1"-37"-16,6-2 123 0,0 0 25 0,0 0 5 0,0 0 1 15,0 0-51-15,0 0-9 0,0 0-3 0,0 0 0 16,0 0-34-16,0 0-7 0,6 3-2 15,0-3 0-15,3 0 6 0,3-3 1 16,0 3 0-16,3 0 0 0,-1-2-22 0,4-1-4 16,3 0-1-16,-3 1 0 0,6-1-8 0,-3 0-1 0,-1 1-1 0,1-1 0 15,0 0-27-15,3 1 0 0,-3-1 0 0,0 0 0 16,-4 1 0-16,1-1 0 0,3 1 0 0,-3-1 0 16,-3 0 0-16,3-2 0 0,-3 2 0 0,0 1 0 31,-4-1-19-31,1 0-9 0,-3-2-1 0,0 2-1 0,-3-2-157 15,0 2-31-15,0-2-6 0</inkml:trace>
  <inkml:trace contextRef="#ctx0" brushRef="#br0" timeOffset="21261.874">16603 9332 1455 0,'0'0'61'16,"0"0"-49"-1,0 0 108-15,0 0 20 0,0 0 5 0,0 0 1 16,0 0-54-16,0 0-10 0,0 0-2 0,3 3-1 16,3 2-12-16,3-2-3 0,0 2 0 0,3 1 0 15,0-1 0-15,-1-2 0 0,4 2 0 0,0 0 0 16,0 0-48-16,0 1-16 0,0 2 10 0,-3-3-10 16,0 3 0-16,0 0 0 0,-3 2 0 0,-1 1 0 0,-2 0 0 15,-3-1 13-15,0 3 0 0,-3 1 0 0,0 1-13 0,-6 1 8 0,0 3-8 16,-2-3 0-16,-4 0 0 0,0 0-10 15,-3-1 0-15,-3 1 0 0,3 0 10 0,0-3-12 0,-3 1 12 16,0-4-12 0,4 3-56-16,-1-2-12 0,0-3-3 0,3 3 0 15,-3-6-101-15,0 0-21 0</inkml:trace>
  <inkml:trace contextRef="#ctx0" brushRef="#br0" timeOffset="21865.952">16621 6774 1447 0,'-6'8'30'0,"6"-8"7"0,0 0-29 0,-3 5-8 0,3-5 0 0,0 8 0 16,0-3 80-16,0-5 16 0,0 6 2 0,3 1 1 15,3-1 9-15,0-4 3 0,0 4 0 0,3-1 0 16,3-2-33-16,-1-1-6 0,4 4-2 0,0-4 0 16,0 1-47-16,3-1-10 0,0 1-1 0,0 2-1 15,0-2 42-15,-4 0 9 0,4 2 2 0,-3 0 0 16,0 1-64-16,0-1-12 0,0 0-2 0,0 0-1 16,-3 3 24-16,-3-2 5 0,-1 2 1 0,-2 2 0 15,0-2-15-15,-3 3 0 0,0-1-12 0,-3 1 12 16,0 2 0-16,-3 3 0 0,0-3 8 0,-3 3-8 15,0 0 8-15,-2 3-8 0,-1-1 0 0,-3 1 9 16,0-1-24-16,0 1-5 0,-3-1 0 0,3 1-1 16,-3-1-47-16,3 3-8 0,-3-2-3 0</inkml:trace>
  <inkml:trace contextRef="#ctx0" brushRef="#br0" timeOffset="22527.838">17496 11169 2269 0,'-6'-3'64'0,"0"-2"15"0,6 5-63 15,0 0-16-15,0 0 0 0,0 0 0 0,0 0 66 0,-3 8 10 0,0-3 3 0,0 6 0 16,3 2-29-16,-3 3-6 0,3 2 0 0,0 6-1 16,-3 3-30-16,3-1-5 0,0 6-8 0,-3 5 11 15,3 5 42-15,-3 3 9 0,3 5 2 0,-3 3 0 16,0-5-52-16,0 0-12 0,0-1 0 0,0 6 0 15,0-3 0-15,0 3 0 0,0 3 0 0,0-1 0 16,0-4 0-16,0-6 0 0,0-3 0 0,1 3 0 16,-4-5 0-16,3-1 0 0,-3-2 0 0,3 0 0 15,0-2 0-15,-3-9-12 0,6 3 3 16,-3-5 0-16,0-5-107 16,3-3-22-16,-3-6-4 0</inkml:trace>
  <inkml:trace contextRef="#ctx0" brushRef="#br0" timeOffset="22987.494">17826 11740 1990 0,'-3'-29'41'0,"3"19"11"16,0 2-42-16,0-3-10 0,0 0 0 0,0 1 0 15,0-1 80-15,0 3 15 0,0 0 2 0,0 1 1 16,-3-1-38-16,3 2-8 0,0 1-2 0,0 5 0 0,0 0 11 0,0 0 3 0,0 0 0 0,0 0 0 15,-6-3 0-15,0 3 0 0,1 3 0 0,-1 2 0 16,0 1-64-16,-3 2-15 0,0 2-1 0,0 3-1 16,0 1 17-16,-6 1 0 0,0 1 0 0,0 0 0 31,-3 3 0-31,1-3-8 0,-1-1 8 0,-3 4-10 0,0 0-2 16,0-1-1-16,3 1 0 0,-3-1 0 15,4 1-14-15,2-1-2 0,-3-2-1 0,3 3 0 0,3-4 30 0,3-1 0 16,0-1 0-16,0 0 0 0,3-2 0 15,0-3 0-15,3 2 0 0,3-5 0 0,-3 1 0 0,6 2 0 0,-3-3 0 0,6 0 0 16,-3-2 0-16,3 2 0 0,3-2 0 0,-3 0 0 16,3-1 0-16,3 1 0 0,-3 2 0 0,3-2 0 15,3-1 8-15,-3 1 7 0,0 2 1 0,-1-2 1 16,4 2-8-16,-3-2-1 0,0 5-8 0,0-3 12 16,0 0-12-16,0 3 8 0,0-2-8 0,0 2 0 15,0 0 8-15,-1 2-8 0,1-2 0 0,0 3 0 16,0-3 0-16,0 2 0 0,-3-2 0 0,3 0 0 15,-3 3-17-15,0-6-10 0,3 3-1 0,0-3-1 16,0 0 29-16,-1 1 0 0,1-4 0 0,0 1 0 16,0-3-196-16,3-3-34 0</inkml:trace>
  <inkml:trace contextRef="#ctx0" brushRef="#br0" timeOffset="23350.435">18157 12103 2062 0,'-6'-13'43'0,"3"7"10"0,3 1-42 0,0-3-11 16,0 3 0-16,0-3 0 0,3 0 92 0,-3 0 16 15,3 0 3-15,0 3 1 0,3-3-25 0,-3 2-5 0,3 1-1 0,0 0 0 16,0 0-13-16,-1-1-4 0,1 4 0 0,3-1 0 16,-3 0-51-16,3 1-13 0,0 2 0 0,-3 2 0 15,3 1 0-15,-3 2 0 0,3 1 0 0,-3 2 0 16,0 2 0-16,0-2 0 0,0 5 0 0,-3 1 0 15,0-1 54-15,-3 0 8 0,0 3 2 0,0 2 0 16,-6-2-78-16,3 3-15 16,-6-1-3-16,3 3-1 0,-3-2 4 0,0 2 1 0,-3 0 0 15,3 3 0-15,0-3 4 0,0 0 2 0,3 1 0 16,0-1 0-16,0-3 6 0,4 1 0 16,-4-3 1-16,6-3 0 15,0 0-12-15,0-2-2 0,3-3-1 0,2 0 0 0,1-3 30 0,0-2 0 0,3 2 0 0,0-5 0 16,3 0 0-16,0 0 0 0,3-5 0 0,3 2 0 15,0-2-8-15,0-3 8 0,2 2 0 0,1-4-9 16,3-1-110-16,0 1-21 0,3-4-5 16</inkml:trace>
  <inkml:trace contextRef="#ctx0" brushRef="#br0" timeOffset="23682.812">19109 11986 1580 0,'0'0'67'0,"0"0"-54"15,0 0 92-15,0 0 19 0,0 0 3 0,0-5 1 16,6 0 0-16,3 2 0 0,0-2 0 0,3 2 0 15,3-2-72-15,0 2-15 0,3-2-2 0,2 2-1 16,1 1-2-16,0-1-1 0,3-2 0 0,-3 2 0 16,0 0-14-16,-1 1-2 0,1-3-1 0,-3 2 0 15,3 0-18-15,-3 1 8 0,0-1-8 0,0 3 0 16,-4 0 8-16,1 0-8 0,-3 3 0 0,0-1 0 16,-3 1-21-16,0 2-8 0,-3-2-2 15,0 5 0-15,-3 0-180 0,-3 5-36 0</inkml:trace>
  <inkml:trace contextRef="#ctx0" brushRef="#br0" timeOffset="23904.911">19133 12232 2187 0,'0'0'62'0,"0"0"14"15,0 0-61-15,3-5-15 0,0 3 0 0,3-4 0 0,3 4 92 0,0-4 16 16,3 4 4-16,0-4 0 0,3 4-32 0,-1-4-7 0,4 4-1 15,-3-1 0-15,3-2-33 16,0 2-7-16,3-2-2 0,-3 2 0 16,-1-2-9-16,1 2-1 0,0-2-1 0,0 2 0 15,0-2-19-15,0 2 8 0,3-2-8 0,2 2 0 0,-2 1-11 0,0-1-9 0,3-2-1 16,0 2-1 0,-1 1-187-16,1-1-38 0</inkml:trace>
  <inkml:trace contextRef="#ctx0" brushRef="#br0" timeOffset="24617.247">20413 11661 2206 0,'-3'-5'63'0,"0"-1"13"16,0 4-61-16,3 2-15 0,-3-6 0 0,3 6 0 15,0 0 80-15,-6-2 12 0,6 2 4 0,-6 2 0 16,0 4-38-16,3-4-7 0,-3 6-2 0,0 3 0 16,3-1-39-16,-3 6-10 0,3-2 0 0,0 4 0 15,-2 1 0-15,2-1 0 0,0 3 0 0,-3 3 0 16,3 3 0-16,0-1 0 0,0 3 0 0,0 3 0 15,3-3 0-15,-3 0 0 0,3 0 0 0,-3 0 0 16,3-5 0-16,-3 0 0 0,3-3 0 0,-3 0 0 0,3-2 0 16,-3-3 0-16,3-3 0 0,-3 0 0 0,3 0 0 0,0-5 0 15,0 0 0-15,0-2 0 16,3 1 0-16,-3-7 0 0,0 0 0 0,3 3 0 0,3-3 0 16,0-3 12-16,0-2-12 0,3 3 12 0,0-6-12 15,-1 0 0-15,4-6 0 0,3 4 0 0,-3-3 0 0,3-3 0 16,0 0 0-16,0-3 0 0,0-2 0 15,0 0 0-15,2-3-12 0,-2 0 12 0,0 1 24 0,0-1 13 0,0 0 3 0,0 3 0 16,-3-3-13-16,0 5-3 0,3 1 0 0,-7-1 0 16,4 3-24-16,-3 3 0 0,-3 3 0 0,0-1 0 15,0 3 41-15,0 0 3 0,-3 3 1 0,0 0 0 16,0 2-29-16,-3 3-7 0,0 0-1 0,0 0 0 16,0 0 0-16,0 0 0 0,0 0 0 0,-6 5 0 15,0 1-8-15,0 2 0 0,-3 2 0 0,0 1 0 16,0 2 0-16,-3 3 8 0,1-3-8 0,-1 6 0 15,0-4 0-15,-3 4 0 0,3-3 0 0,-3 2 0 16,3 1 0-16,0-3 0 0,3 0 0 0,0-1 0 16,3-1 0-16,1-1 0 0,-1 0 0 0,3-2 0 15,3-1 0-15,0-2 0 0,3 0 0 0,0 0 0 16,3 0 0-16,-1 0 0 0,1 0 0 0,3-3 0 16,0 3 0-16,0 0 0 0,3-3 0 0,-3 3 0 15,3-2 0-15,0-1 0 0,0 0 0 0,0-2 0 16,0 2 0-16,-1-2 0 0,4-1 0 0,-3 1 0 15,3-3 0-15,0 3 0 0,3-3 0 0,0 2 0 16,0-2 0-16,-1 0 0 0,4-2 0 0,-3 2 0 16,3-3-148-16,3 0-36 0,-3 1-6 0</inkml:trace>
  <inkml:trace contextRef="#ctx0" brushRef="#br0" timeOffset="24896.817">21163 12053 1824 0,'-6'-3'76'0,"0"-2"-60"16,0 2 89-16,3-2 19 0,3 5 3 0,-3-3 1 16,3 3 0-16,0 0 0 0,0 0 0 0,0 0 0 15,0 0-52-15,0 0-9 0,0 0-3 16,0 0 0-16,0 0-51 0,-3 8-13 0,3 0 0 0,0 0 0 16,3 2 54-16,-3 1 8 0,0 2 2 0,0 0 0 15,3-2-52-15,-3 2-12 0,0 3 0 0,3-3 0 16,0 3 0-16,-3 0 0 0,3 0 0 0,0 0 0 15,-3 2 0-15,3 4 0 0,0-1 0 0,0 0 0 16,0 3 0-16,0-3 0 0,3 3 0 0,0-3 0 16,-3-3 0-16,3-2 0 0,0 0 0 0,0-3 0 15,0 1 0-15,0-6 0 0,0 2 0 0,0-5 0 16,3 1-107-16,-3-4-24 0,2 1-5 16</inkml:trace>
  <inkml:trace contextRef="#ctx0" brushRef="#br0" timeOffset="25357.68">21702 12111 1824 0,'0'0'38'0,"0"0"8"0,0 0-37 0,0 0-9 0,0 0 0 0,0 0 0 16,6 2 104-16,0-2 20 0,0 0 3 0,3 0 1 16,0 0-52-16,3 0-9 0,-1 0-3 0,1 0 0 15,3 0 0-15,3 0 0 0,-3 0 0 0,6 0 0 16,3 0 0-16,-1-2 0 0,4 2 0 0,3-3 0 16,3 3-64-16,-4-3-14 0,4 1-2 0,-3-1-1 15,0 3 27-15,0-5 6 0,-7 2 0 0,4 3 1 16,-3-2-17-16,-3-1 0 0,-3 0 0 0,-1 3 0 15,1-2-18-15,-3-1-7 0,-3 3-2 0,-3-3 0 16,0 1-59-16,-3-1-12 0,-3 3-2 0,-3 0-1 16,0 0-124-16,0 0-25 0</inkml:trace>
  <inkml:trace contextRef="#ctx0" brushRef="#br0" timeOffset="25690.029">21982 11902 2258 0,'-3'-6'64'0,"0"-2"14"0,0 1-62 0,3 1-16 0,0-2 0 0,0 3 0 15,0 0 108-15,-3-1 18 0,3 1 4 0,0 5 1 16,3-5-54-16,-3 5-10 0,0-5-3 0,0 5 0 16,0 0-51-16,0 0-13 0,0 0 0 0,0 0 0 15,0 0 54-15,0 0 8 0,0 0 2 0,0 7 0 16,0 4-52-16,0 0-12 0,-3 2 0 0,3 3 0 15,-3 0 0-15,0 5 0 0,0 3 0 0,0-1 0 16,0 1 0-16,0 0 0 0,3 0 0 0,-3 2 0 16,3-4 0-16,0-1 0 0,0 0 0 0,0 0 0 15,3-2 0-15,-3 2 0 0,3-3 0 0,0 3 0 16,0 1 0-16,0-1 0 0,0 3 0 0,3-3 0 16,-3-3 0-16,3 1 0 0,-3-3 0 0,3 0 0 15,0-3-48-15,0-3-13 0,-1 1-3 0,4-3 0 16,0 0-102-16,0-6-21 0,3 1-4 0</inkml:trace>
  <inkml:trace contextRef="#ctx0" brushRef="#br0" timeOffset="26013.293">22931 11761 2067 0,'-3'-2'87'0,"3"2"-70"16,0 0 116-16,0 0 23 0,0 0 5 0,0 0 1 16,0 0-46-16,0 0-8 0,0 0-3 0,0 0 0 15,-6 2-51-15,0 4-10 0,0 2-3 16,-3 5 0-16,4-2-24 0,-1 4-5 0,0 4 0 0,0 5-1 16,0 2-3-16,0 3-8 0,0 3 12 0,3 0-4 15,-3 0 1-15,3-1 0 0,-3 1 0 0,3 0 0 16,0 0-1-16,0-3-8 0,0 2 12 0,0 1-4 15,3 3-24-15,-3-1-4 0,0 3-2 0,3-3 0 16,0 1 42-16,-3-6 9 0,3-3 2 0,0 1 0 16,3-3-50-16,-3-3-9 0,0 0-3 0,3-3 0 15,3-2-117-15,0 0-24 16</inkml:trace>
  <inkml:trace contextRef="#ctx0" brushRef="#br0" timeOffset="28289.452">17064 10973 1758 0,'-9'0'36'0,"0"0"10"0,1 0-37 0,2 3-9 0,3-3 0 0,3 0 0 31,0 0 16-31,0 0 0 0,0 0 1 0,0 0 0 15,-6 5 38-15,6-5 7 0,0 5 2 0,0 3 0 16,6-3-52-16,-3 1-12 0,6 2 0 0,-1-3 0 16,4 0 0-16,6 1 0 0,0-4 0 0,6 6 0 0,3-3 34 15,-1 1 4-15,10 2 1 0,0-6 0 0,0 4-11 16,2-4-3-16,1-2 0 0,9 3 0 0,2 0-33 16,4-3-8-16,5 0 0 0,7 2-1 0,-1-4 27 15,4-1 6-15,2 0 0 0,10-2 1 0,-7 0-17 16,3-1 0-16,4 1 0 0,8 0 0 0,-6-1 17 0,1 1 0 0,5 0 0 15,9 0 0-15,-8-1-9 0,-1 4-8 0,3-4 9 16,12 1-9-16,-11 2-12 0,-1-2-8 0,3 2-1 0,9-2-1 16,-11 3 22-16,-1-1 0 0,0 0 0 15,9 3 0-15,-11-2 24 0,2 2 10 16,-3-3 2-16,9 0 0 0,-8 3-28 0,-4 3-8 0,0-3 0 16,10 3 0-16,-13-1 25 0,3-2 2 0,-2 6 0 0,5-4 0 15,-9-2-27-15,1 3-17 0,-4-1 2 0,6 1 1 16,-8 0 14-16,-1-1 0 0,1-2 0 0,5 3 10 15,-9 2-10-15,1 1 0 0,-1-4 0 0,10 6 0 16,-7-2 0-16,1-1 8 0,2 3-8 0,3-3 0 16,-8 0 0-16,-1-2 0 0,1 2 8 0,2 1-8 15,-5-4 0-15,-4 4 0 0,-2-1 0 0,5 0 0 16,-9 0 0-16,1 3 0 0,3 0 0 0,-7 0 8 16,-5-3-8-16,-4 1 0 0,-5 2 0 0,3-3 0 15,-7 0 0-15,-2 1 0 0,0-1 9 0,0 0-9 16,-4 0 20-16,-5-2-1 0,3 2 0 0,-3 1 0 15,-4-1 1-15,-2 0 0 0,0 1 0 0,0-1 0 16,-6 0-4-16,0 0-1 0,0 1 0 0,-4-1 0 0,-2 3 0 16,3-3 0-16,-3 1 0 0,0-1 0 15,0 3 1-15,-3-3 0 0,3 3 0 0,-3 0 0 16,0 0-5-16,3 0-1 0,-3 0 0 0,0 0 0 16,0 2-10-16,0 1 12 0,0-3-12 0,0 5 12 0,-1-2-12 15,4 2 8-15,-3-3-8 0,0 6 8 0,0-2-8 0,0 4 8 16,0-2-8-16,0 5 8 0,0 3-8 0,0 2 8 0,0 3-8 15,0 1 8-15,0 1-8 0,0-2 8 0,0 1-8 0,0 1 8 16,-3 1-8-16,3 0 0 0,0 0 9 0,-3 5-9 16,0 0 8-16,0 5-8 0,0 0 8 0,-3 3-8 15,3-2 0-15,-3-4 9 0,0 1-9 0,0 5 0 16,-3 0 11-16,3 0-11 0,-3 3 10 0,0 2-10 16,0-5 10-16,0-5-10 0,-3 2 10 0,3-2-10 15,-3 2 13-15,0-2-3 0,3-1-1 0,-3 4 0 16,0-4-21-16,0 1-4 0,0 0 0 0,0-3-1 15,0-3 41-15,0-2 9 0,0-3 2 0,0 0 0 16,-3-2-21-16,0-4-4 0,3 1-1 0,-2 0 0 16,-1-3-1-16,0-2 0 0,0 2 0 0,0-3 0 15,-3 1 0-15,3-3 0 0,-3-3 0 0,0 3 0 16,0-6-8-16,0 1 8 0,-3-3-8 0,1 0 8 16,-4 0 7-16,0-3 1 0,-3-2 0 0,0 2 0 15,-3-2-26-15,-2-3-5 0,-1 0-1 0,-6-3 0 16,3 0 16-16,-2 1 0 0,-4-3 0 0,-3-1 0 0,0 1 0 15,-5-3 0-15,-1 0 0 0,-5 3 0 0,-1-3 48 0,-3 0 13 16,1 0 3-16,-10 3 0 16,4-3-76-16,-7 0-14 0,-2 2-3 0,-7-1-1 0,4 1 48 0,-1 1 10 15,-2-3 1-15,-6 3 1 0,5-1-30 16,1 4 0-16,-1-3 0 0,-11 2 0 16,9 0 0-16,-1 1 0 0,1-1 0 0,-12 0 0 0,11 1 0 0,-2-1 0 0,0 0 0 15,-10 1 0-15,10-1 0 0,-1-2-10 0,-2 2 0 16,-6 0 0-16,8 1 10 0,1-1 0 15,0 1 0-15,-10-1 0 0,13 3 8 0,-3-3 1 16,-1 3 0-16,-5 0 0 0,9 0-9 0,-4 0 0 0,1 3 0 16,-6-3 0-16,5 3 0 0,1-1 0 0,-1 1 0 0,-5-1 0 15,6 4 0-15,-1-4-12 0,1 1 2 0,-9 0 1 16,11-1 9-16,1 1 0 0,0 2 0 0,-7 1 0 16,10-1 0-16,-1 0 0 0,4 0 0 0,-6 6 0 15,5-6 0-15,4 3 0 0,-4 0 0 0,-2 3 0 16,2-3 0-16,1 2 0 0,2-2 0 0,-5 3-8 15,9-1 8-15,2 1 0 0,1-3 0 0,-1 3 0 16,3-4 0-16,4 1 0 0,-1 0 0 0,1 0 0 16,8 0 0-16,1-3 0 0,2 3 0 0,0-5 0 15,7 2 0-15,-1-2 0 0,0 2 0 0,0-2 0 16,7-3 0-16,5 0 0 0,-3 0 0 0,6 0 0 16,4-3 0-16,2 1 16 0,3-1-4 0,0 0-1 15,3-2-19-15,3-3-4 0,0 3-1 0,3-3 0 16,0 0 21-16,0-3 4 0,3 1 0 0,0-1 1 15,3-2-13-15,-3-3 0 0,3 0 0 0,3-2 0 16,-3 2 0-16,3-5 0 0,0 0 0 0,0-1 0 16,0 1 0-16,0-3 0 0,0 1 0 0,0-1 0 15,0 0 0-15,0 0 0 0,0-2 0 0,0-1 0 16,0-2 0-16,-3-3 0 0,3-2 0 0,-3 0 0 16,0-1 0-16,0 1 0 0,0-1 0 0,0-2 0 0,-3 3 0 15,0-3 0-15,0 2 0 0,0-4 0 0,0-1 0 0,0 0 0 16,0 1 0-16,0-6 0 0,0 5 0 0,-3 0-16 15,3 3 3-15,0-5 1 0,-3 2 12 0,3-2 16 0,0 0-3 16,0-3-1-16,0 5-12 0,3-2 0 0,-3 2 0 0,3-2 0 16,0 5 0-16,3-3 0 0,-3 3 0 0,0 0 0 15,3 0 0-15,0-3 0 0,0 0 0 0,0 3 0 16,0 3 0-16,0 2-15 0,0 3 3 16,0-3 1-16,0 3-55 0,-3-3-11 0,3 1-3 0</inkml:trace>
  <inkml:trace contextRef="#ctx0" brushRef="#br0" timeOffset="37683.311">10611 11611 1792 0,'0'0'51'0,"0"0"10"15,0 0-49-15,0 0-12 0,0 0 0 0,0 0 0 16,0 0 90-16,0 0 15 0,0 0 3 0,3 8 1 15,-3-3-21-15,3 5-4 0,0 1 0 0,-3 2-1 16,3 0-67-16,0 3-16 0,0 0 0 0,0 3 0 16,0-3 55-16,-3 0 7 0,3-1 2 0,-3 4 0 15,3-1-64-15,0 1 0 0,0-3-16 0,-3 5 3 16,3-2 13-16,0-1 0 0,-3 1 0 0,3-1 0 16,0 1 0-16,-3-1 0 0,3-2 8 0,0 0-8 15,-3-6-14-15,0 1-6 0,3 0-2 0,-6-6 0 16,3-5-133-16,0 0-26 0,0 0-6 0</inkml:trace>
  <inkml:trace contextRef="#ctx0" brushRef="#br0" timeOffset="38152.274">10691 11402 1941 0,'-23'-6'82'0,"-1"1"-66"16,3 2 65-16,-3 3 13 0,3 0 2 0,-3 6 1 15,1-1-26-15,-1 0-6 0,0 3-1 0,-3 5 0 16,3 3-32-16,-2 0-8 0,-1 5 0 0,0 3-1 16,3 5-9-16,0 3-2 0,1 2 0 0,2 3 0 15,0 0 14-15,6-2 2 0,-3-1 1 0,3 3 0 16,6 6-29-16,0 2 0 0,1 2 0 0,5 4 0 16,0-6 0-16,3 0 0 0,3-3 0 0,3 0 0 15,2 1 0-15,1-1 0 0,6 0 0 0,3 1 0 16,3-6-18-16,6-3-10 0,0-2-1 0,5-3-1 15,-2-5 48-15,0-6 10 0,0-2 1 0,2-3 1 16,1-5-75-16,-3-2-15 0,0-4-4 0,-1-4 0 16,4-6 52-16,3-6 12 0,3-4 0 0,-1-3 0 15,1-6 0-15,-3-5 0 0,-4 1 0 0,7-6 0 16,-9 2 0-16,3-2 0 0,-4 3 0 0,4-6 0 0,-6-5 48 16,3 0 13-16,-4-5 3 0,1-6 0 0,-6 9 0 15,0-1 0-15,-3 3 0 0,-3-5 0 16,-6 2-52-16,0-2-12 0,-4 0 0 0,-5-1 0 0,-3 6 54 0,-2 6 8 15,-4-1 2-15,-6 6 0 0,-3 2-52 0,-6 8-12 0,0 0 0 16,-6 3 0-16,1 5 0 16,-1 0 0-16,-3 6 0 0,-6 2 0 15,-2 5 0-15,-7 3 0 0,1 3 0 0,-4 2 0 16,0 3-48-16,7 3-13 0,-1 2-3 0,0 0 0 16,4 3-51-16,-1 0-10 0,0 2-3 0</inkml:trace>
  <inkml:trace contextRef="#ctx0" brushRef="#br0" timeOffset="42623.789">11959 11468 1751 0,'0'-16'36'0,"0"3"9"0,3-1-36 0,0 1-9 0,0-3 0 0,0 3 0 16,0 0 68-16,-3 2 12 0,3-2 3 0,0 5 0 15,-3 0 6-15,0 0 2 0,0 3 0 0,0 0 0 16,0 5-16-16,0 0-3 0,0 0-1 0,0 0 0 15,0 0-18-15,0 0-3 0,0 0-1 0,-6 5 0 16,0 3-24-16,0 0-5 0,0 2 0 0,-2 1-1 16,2 2-11-16,0 3-8 0,0 0 9 0,0 2-9 15,0 4 0-15,3 1 0 0,3 4 0 16,-3 2 0-16,3 0 23 0,3 0-2 0,-3 3 0 0,3-3 0 16,0 3-21-16,0-3 0 0,0-3 0 0,0 6 0 15,0-3 0-15,0 0 0 0,0 0 0 0,-3 3 0 16,0-3-20-16,0 3-8 0,0-3-1 0,0 0-1 15,-3-5-1-15,0 0 0 0,0-3 0 0,-3 0 0 16,0-2-25-16,-3-3-6 0,0 0-1 0,3-1 0 16,-3-1-121-16,0-1-25 0,0-3-5 0</inkml:trace>
  <inkml:trace contextRef="#ctx0" brushRef="#br0" timeOffset="42832.566">11817 11814 2272 0,'0'-8'48'0,"0"3"9"0,0-3-45 0,3 3-12 0,0 0 0 0,0-1 0 15,-1 1 60-15,1 0 9 0,3-1 3 0,0 4 0 16,0-3-28-16,0 2-6 0,3-2-1 0,0 2 0 16,0 0-17-16,3 1-4 0,3-1-1 0,0 0 0 15,0 3-15-15,-1 0 0 0,1-2 8 0,3 2-8 16,0 0-13-16,0 0-6 0,3 0-1 0,0 0 0 15,-4 2-163 1,1 1-33-16</inkml:trace>
  <inkml:trace contextRef="#ctx0" brushRef="#br0" timeOffset="43452.245">12293 12047 1892 0,'0'0'40'0,"0"0"8"15,0 0-39-15,6-5-9 0,-3-3 0 0,3 0 0 16,0-5 82-16,0 2 14 0,0-5 4 0,3 0 0 0,-1-2-32 0,1 2-7 0,0-5-1 15,0 2 0-15,0-2 15 0,0 3 2 0,3-3 1 0,-3-1 0 16,3 1-62-16,-3-3-16 0,3 1 0 0,-3-1 0 16,-3 0 54-16,2-3 8 0,-2 1 2 0,0 0 0 15,0 2-13-15,-3 0-3 0,0 0 0 16,0 3 0-16,-3 2-20 0,0 4-4 0,0 1 0 0,0 1-1 16,-3 5-5-16,0 0-1 0,0 3 0 0,-3 2 0 15,6 3-6-15,-6 0-2 0,0 0 0 0,-2 8 0 16,2 0-9-16,-3 5 0 0,0 3 0 0,3 5 0 15,-3 1-12-15,3 4 12 0,0 1-10 0,0 4 10 16,3-4-17-16,3 2 2 0,0-3 1 0,0 3 0 31,6-2-22-31,0-1-5 0,0 1-1 0,3-3 0 0,3-1-44 0,0 1-9 16,0-3-1-16,-1 1-1 0,4-7 17 0,-3-1 3 16,0-1 1-16,3-5 0 0,-3 0 32 0,3-3 8 0,0-2 0 15,0-3 1-15,-1-3 43 0,1 0 9 0,0-2 2 0,0-3 0 16,0 0 34-16,-3 0 7 0,0-2 2 0,0-1 0 15,-3 1 5-15,0 2 1 0,-3-3 0 0,-1 3 0 16,-2-2-2-16,0 2 0 0,-3 0 0 0,3 0 0 16,-3 0-18-16,0 2-3 0,-3-1-1 0,3 4 0 15,0 3-13-15,0 0-3 0,-3-3-1 0,3 3 0 16,0 0-10-16,0 0-1 0,-6 3-1 0,1 0 0 0,2 4-15 16,0 4 0-16,-3 0 0 0,3 2 0 0,0 3 0 15,-3 0 0-15,3 2 0 0,-3 1 0 16,3-1-34-16,0-2 0 0,0 0 0 0,0 0 0 15,3-3-172-15,0-2-34 0</inkml:trace>
  <inkml:trace contextRef="#ctx0" brushRef="#br0" timeOffset="43633.178">12879 11791 2754 0,'-12'-14'57'0,"0"4"14"0,3-3-57 0,-2 2-14 0,2-2 0 0,0 5 0 16,0-5 64-16,0 2 11 0,0 0 1 0,0 1 1 15,3 2-47-15,-3-3-10 0,3 6-1 0,0-3-1 16,3 0-18-16,0 3 0 0,0 0 0 0,3 5 0 31,0 0-106-31,0 0-15 0,0 0-3 0,0 0-1 0,6 2-70 0,3 3-13 0,0 1-4 16</inkml:trace>
  <inkml:trace contextRef="#ctx0" brushRef="#br0" timeOffset="46441.297">13097 11814 1907 0,'-3'-2'40'0,"3"2"8"0,-3-6-38 0,-3 4-10 0,6 2 0 0,-3-3 0 15,3 3 96-15,-6-2 18 0,6 2 3 0,-6 0 1 16,0 0-53-16,0 2-10 0,3 1-3 0,-3 5 0 16,0 0 10-16,3 0 2 0,-3 5 0 0,3 0 0 15,-3 6-52-15,3 2-12 0,0 3 0 0,3 2 0 16,-3 0 0-16,3 1 0 0,-3-1 0 0,3 1 0 16,0-3 0-16,0-3 0 0,0 3 0 0,3-3 0 15,-3-3 0-15,0 4 0 0,3-7 0 0,0 7 0 16,-3-7-48-16,3-1-13 0,-3-1-3 0</inkml:trace>
  <inkml:trace contextRef="#ctx0" brushRef="#br0" timeOffset="46757.612">13043 11870 1990 0,'-3'-16'41'0,"0"3"11"0,0 0-42 0,3-1-10 0,0 4 0 0,0-1 0 16,3 3 81-16,0 0 15 0,0 0 2 0,0 0 1 16,3 3-11-16,0 0-1 0,3 2-1 0,0 1 0 15,3-1-36-15,-1 0-7 0,4 3-2 0,-3 0 0 16,3 0-20-16,0 3-4 0,3 0-1 0,-3 2 0 16,0 0-16-16,0 0 8 0,-4 3-8 0,1 0 0 15,0 0 9-15,-3 3-9 0,0-1 0 0,-3 1 9 16,0 0-9-16,0 2 0 0,-3 0 0 0,-3-2 0 15,0 2-32 1,-3 0-1-16,-3 0-1 0,0 1 0 0,-3-1 15 0,0 0 3 0,-3-2 1 0,0-1 0 16,-2 1-17-1,2-3-4-15,0-3-1 0,-3 3 0 0,3-5-27 0,0-1-6 0,3-2-1 16</inkml:trace>
  <inkml:trace contextRef="#ctx0" brushRef="#br0" timeOffset="47926.707">14141 11775 1728 0,'0'0'49'0,"3"-6"11"0,-3 6-48 0,0-2-12 0,0-4 0 0,3 1 0 16,-3 0 103-16,0 0 18 0,0-1 4 0,0 6 1 15,-3-5-34-15,3 0-8 0,-3-1 0 0,0 1-1 16,0 0-15-16,0-3-4 0,0 3 0 0,-3-1 0 16,-2 1 0-16,2 0 0 0,-3-1 0 0,-3 4 0 15,0-1-24-15,0 0-4 0,-6 1-2 0,0 2 0 16,0 2-19-16,-3 1-4 0,1 0-1 0,2 2 0 16,0 0 8-16,0 3 2 0,0-2 0 0,3 4 0 15,0 1-20-15,4-1 0 0,2 1 0 0,0 2 0 16,0 0-48-16,3 1-12 0,3-1-4 0,3-3 0 15,0 4 0-15,3-1 0 0,0 0 0 0,3-2 0 16,0-1 0-16,6 1 0 0,0-3 0 0,-1-3 0 16,4-2-51-16,3-1-10 0,0 1-3 0,3-3 0 15,-3-3 103-15,3 1 25 0,-1-1 0 0,-2-2 0 0,0-3 0 16,0 3 0-16,-3-6 0 0,0 3 0 0,-3 3 51 0,-3-3 9 16,-1 0 1-16,-2 0 1 0,0-3 2 0,0 3 0 15,0 1 0-15,-3-1 0 0,0 2 0 0,0-2 0 0,-3 0 0 16,3 3 0-16,-3 0 0 0,0 0 0 0,0-1 0 0,0 6 0 15,0 0-52-15,0 0-12 0,0 0 0 0,0 0 0 16,0 0 0-16,0 0 0 0,0 0 0 0,0 0 0 16,0 6 0-16,0 1 0 0,0 1 0 15,0 3 0-15,3 0 0 0,-3 2 0 16,3-3 0-16,0 4 0 0,3-1 0 0,-3 0 0 16,3 0 0-16,0 1 0 0,0-4 0 0,3 1 0 0,0-3 0 0,-3 0 0 31,3 0-48-31,0-6-13 0,3 1-3 0,-4-1 0 0,1-4 52 0,3-1 12 0,-3-2 0 0,3 0 0 15,0-6 0-15,0 0 0 0,-3-2 0 0,3 0 0 16,0 0 0-16,-3-3 0 0,0 0 0 0,-1 3 0 16,-2-3 0-16,0 0 0 0,-3 0 0 0,0 0 0 15,0 0 48-15,-3 0 13 0,3-2 3 0,-3-1 0 16,0-2 0-16,-3 0 0 0,3-3 0 0,-3 0 0 16,0-2-52-16,0 5-12 0,-3-3 0 0,3 3 0 15,-3 2 36-15,1 3 4 0,2 3 0 0,-3 0 1 16,0 5-23-16,3 3-5 0,-3-1-1 0,0 4 0 15,6 2-12-15,-6 2 0 0,6-2 8 0,-6 8-8 16,3 6 0-16,0 4 0 0,0 1 0 0,3 5 0 0,0-1 0 16,0 6-10-16,3-2 10 0,0-1-8 15,3 3-33-15,0-5-7 0,0-3 0 0,3 1-1 16,3-1 33-16,-3-3 6 0,2 3 2 0,1-5 0 16,3 0-39-16,-3-3-7 0,3-2-2 0,-3 0 0 15,3-6-6-15,-3 0-2 0,0-2 0 0,-1-1 0 0,1-4 44 16,-3-1 9-16,3-2 2 0,-3-3 0 0,3-3 9 0,-3 1 0 15,0-3 0-15,0-1 8 0,-3 4 23 16,3-3 5-16,-6-1 0 0,3-2 1 0,-3 3 15 0,-3-3 4 0,3 0 0 16,-3-5 0-16,0 0-3 0,0-3 0 0,0 0 0 15,0-2 0-15,0 0-11 0,-3-1-2 16,3 3-1-16,0 0 0 0,0 6-13 0,-3-1-2 0,3 4-1 0,0 1 0 16,-3 4-2-16,3 2 0 0,0 0 0 0,-3 5 0 15,3 3 10-15,0 0 1 0,0 0 1 0,0 0 0 16,0 0-33-16,0 0 0 0,0 8 0 0,0 3 0 15,0 5 0-15,3 2 0 0,0 1 0 0,0 4 0 16,0 4 0-16,3-1 0 0,0 6 0 0,-1-3 0 16,1-2-18-16,3-3-10 15,-3-1-3-15,0-2 0 0,3 1 50 0,-3-4 9 0,0 1 3 0,0-1 0 16,0 1-76-16,0-3-15 16,-3 0-4-16,3-1 0 0,-3-1 12 0,0-1 1 0,3 0 1 15,-3 0 0-15,3-2-133 0,-3-3-26 0,3-3-6 16</inkml:trace>
  <inkml:trace contextRef="#ctx0" brushRef="#br0" timeOffset="48272.599">15347 11203 2426 0,'0'-5'68'0,"0"5"16"0,0 0-67 0,0 0-17 0,0 0 0 0,0 0 0 15,0 0 72-15,0 0 12 0,0 0 1 0,0 0 1 16,0 0-18-16,-3 8-3 0,0 2-1 0,0 4 0 16,-3 1-51-16,3 4-13 0,-3 0 0 0,3 2 0 15,-3 3 54-15,0-1 8 0,0 4 2 0,0 2 0 16,0 0-52-16,3 5-12 0,0 1 0 0,0 2 0 15,0-3 0-15,3 1 0 0,-3-4 0 0,3 4 0 16,-3-6 0-16,3 0 0 0,0 0 0 0,-3 3 0 16,3-3-10-16,0 0-5 0,-3 0-1 0,3 0 0 15,-3-2-22-15,1-6-5 0,2 0-1 16,-3-2 0-16,0-6-139 0,0 0-28 0,0-2-5 0</inkml:trace>
  <inkml:trace contextRef="#ctx0" brushRef="#br0" timeOffset="49125.039">15189 11730 1968 0,'-3'-14'83'0,"3"1"-67"15,0 3 92 1,0-4 17-16,3 1 4 0,3 3 1 0,-3-4-34 0,6 1-6 0,-3 3-2 0,6-1 0 16,0 0-70-1,0 1-18-15,2-1 0 0,4 1 0 0,0-1 0 0,-3 0 0 0,6-2 0 0,-3 0 0 31,3 0 0-31,2-3 0 0,1 3 0 0,0-3 0 16,0 3 0-16,3-1 0 0,-1 1 0 0,1 0 0 0,-3 0 0 0,-3-1 0 16,-3 4 0-16,0-3 0 0,-4-1 0 0,1 4 0 15,-6-3 0-15,0-1 0 0,-3 1 55 0,0 0 7 16,-3 0 2-16,-3 2 0 0,3-2-52 0,-6 0-12 0,0 2 0 0,0-2 0 16,-3 2 44-16,0 3 5 0,0-2 2 0,-3 4 0 15,3 1-31-15,-3 2-5 0,1 1-2 0,-4 2 0 16,0 2 4-16,3 4 1 0,-3 2 0 0,0 0 0 15,0 5-18-15,0 0 0 0,3 3 0 0,-3 2 0 16,3 1 0-16,0 0 0 0,4 2 0 0,-4 0 0 16,6 3 0-16,-3 2 0 0,3 1-8 0,0 2 8 15,0 2-14-15,3 1 0 0,3 5 0 0,-3-5 0 16,3 0 14-16,0-6 15 0,0 1-3 0,0-4-1 16,3-4-23-16,-3 0-5 0,3-4-1 0,-4 1 0 15,1-5-3-15,3-1-1 0,-3 1 0 0,3-3 0 16,-3 0-10-16,0-5-3 0,3 2 0 0,-6-5 0 15,6 3 35-15,-3-3 0 0,-3 0 0 0,6-3 0 16,-3 0 0-16,3-2 0 0,0 0 0 0,0-1 0 16,0-2 0-16,-3 0 0 0,0 1 0 0,3-1 0 15,0 0 0-15,0 0 0 0,0 0 0 0,0-3 0 16,0 1 0-16,3-1 0 0,-4 0 0 0,4 1 0 16,-3-1 44-16,0 1 16 0,3 2 4 0,-3 0 0 15,0 0-103-15,0 3-20 0,-3-1-4 0,3 4-1 0,-3 2 52 16,-3 0 12-16,6 0 0 0,-3 5 0 0,0 0 48 0,-3 1 13 0,3 1 3 15,0 1 0 1,0 3-103-16,0 0-20 0,-3-4-4 0,3 4-1 0,0 0 52 0,-3-1 12 0,3-2 0 16,-3 3 0-16,3-3 0 0,0 0 0 15,0 0 0-15,3 0 0 16,0-3 0-16,0-3 0 0,0 1 0 0,2 0 0 0,1-3 0 16,0 0 0-16,3-3 0 0,0 0 0 0,3-2 0 0,0 0 0 0,0 0 0 15,3-3 0-15,-3 2-9 0,2-2 1 0,1 0 0 0,-3-2 0 16,0-1 41-16,-3 1 9 0,0-1 2 0,0-2 0 15,-3 0 9-15,-3-3 3 0,0 0 0 0,-1-3 0 16,-2 4-8-16,-3-1 0 0,0 2-1 0,-3-1 0 16,1 4-16-16,-4 0-3 0,0 3-1 0,-6 3 0 15,0 3-11-15,0 4-3 0,-3-2 0 0,-3 8 0 16,3 3-13-16,0 5 0 0,1-1 0 0,2 4 0 16,3-1 16-16,3-2-4 0,0 6 0 0,6-7 0 15,0 4-12-15,3-3 0 0,0-3 0 0,3 0 0 16,3 0-20-16,3-2-8 0,-1 0 0 0,1-1-1 15,3-2 1-15,0 3 0 0,0-3 0 0,3-3 0 16,-3 3-45-16,3-3-9 0,-1 1-2 0,1-1 0 16,-3 0-127-16,0-2-25 15,0-1-6-15</inkml:trace>
  <inkml:trace contextRef="#ctx0" brushRef="#br0" timeOffset="49878.688">12763 12778 2073 0,'-6'-16'43'0,"0"2"11"15,0 1-43-15,0 0-11 0,0 0 0 0,3 2 0 16,-3 1 108-16,0 2 19 0,4 2 4 0,-4 1 1 16,3 2-44-16,0 1-8 0,3 2-1 0,-6 2-1 15,0 1-32-15,0 2-6 0,0 1-2 0,0 4 0 16,3 6-22-16,-3 5-5 0,0 3-1 0,3 3 0 16,0 2-10-16,-3-3 0 0,3 3 0 0,0 0-11 15,3 0 11-15,-3 1 0 0,3-4 0 0,3 3 0 0,-3 0 0 16,3 3 0-16,0-3 0 0,0 3 0 0,3-3-15 0,0-5-1 15,0 0 0-15,0-3 0 16,0-3-10-16,0-5-2 0,0-2-1 0,0 0 0 0,0-3 6 0,0-3 2 16,0-3 0-16,-1 1 0 15,4-6 11-15,-3-2 10 0,0 0-13 0,3 0 5 0,0-6 8 0,0 0 0 16,0 1 0-16,0-6-8 0,0 3 8 16,0-3 8-16,3 0-8 0,-3-3 11 0,3 4 10 0,-4-1 3 15,4 0 0-15,0 0 0 0,0 0 16 0,-3 3 4 0,3 0 1 16,0-1 0-16,-3 4-36 0,3-1-9 0,0 1 0 0,0 2 0 15,2 0 0-15,-2 2 0 0,0 4 0 0,3-1 0 16,-3 1 0-16,-3 2 0 0,3 2 0 0,-3 1 0 16,0 2 18-16,0 0 2 0,0 3 0 0,-3 3 0 15,0-3-12-15,-3 5-8 0,-1 0 9 16,1 1-9-16,-6 1 0 0,1 1 0 0,-4 0 0 0,0 3 0 16,-3-3-16-16,-3-1-7 0,3 1-1 0,-3 0 0 15,0 0 24-15,-3-5 0 0,3 2 0 0,0 0 0 16,-3-5 0-16,4 0 0 0,-1 0 0 0,0-3 0 15,0 1 0-15,3-1 0 0,0-3 0 0,-3-2 0 16,3 0 0-16,0-2 0 0,0-3 0 0,0-3 0 16,3-3-76-16,0-2-10 15,3 0-2-15,3-6-1 0,3 3-165 0,3-5-33 0,6 0-6 0</inkml:trace>
  <inkml:trace contextRef="#ctx0" brushRef="#br0" timeOffset="50089.269">13302 12931 1824 0,'0'0'38'0,"0"0"8"0,0 0-37 0,6 5-9 0,-6-5 0 0,3 6 0 16,-3-6 156-16,3 5 28 0,0-2 7 0,-3 4 1 16,0-1-116-16,0 2-24 0,0-3-4 0,0 6 0 15,0-4-25-15,0 1-5 0,0 3-1 0,0 0 0 16,0 2 38-16,0-3 7 0,0 4 2 0,0-1 0 16,0-3-52-16,3 6-12 0,-3-2 0 0,0 1 0 15,0-1 0-15,0-1 0 0,-3 3 0 0,3-3 0 16,0 0 0-16,-3-2 0 0,3-1 0 0,0-2 0 31,-3-2-151-31,3-6-33 0,-3 5-6 0</inkml:trace>
  <inkml:trace contextRef="#ctx0" brushRef="#br0" timeOffset="50266.729">13311 12865 2495 0,'-3'-13'52'0,"0"-1"12"16,0 1-51-16,3 3-13 0,-3-4 0 0,3 1 0 16,0 0 43-16,0 0 5 0,3-1 2 0,-3 1 0 15,6 0-40-15,-3 0-10 0,3 0 0 0,3-1 0 16,0 1-92-16,3 0-21 0,-1 0-4 0</inkml:trace>
  <inkml:trace contextRef="#ctx0" brushRef="#br0" timeOffset="50522.137">13611 12566 1824 0,'0'0'38'0,"0"0"8"0,0 0-37 16,-3 5-9-16,3-5 0 0,-2 8 0 15,2-8 104-15,0 5 20 0,0-5 3 0,-3 6 1 0,0 2 0 0,3-3 0 0,0 3 0 0,0 0 0 16,0 0-52-16,0 2-9 0,0-2-3 0,0 5 0 16,3 3-51-16,0 3-13 0,-3 2 0 0,2 0 0 15,1 3 54-15,-3 0 8 16,3 0 2-16,-3-1 0 0,0 1-52 0,0-3-12 0,3 1 0 15,-3 1 0-15,-3-1 0 0,3-1-13 0,0 0 2 0,0 3 1 16,-3-3 10-16,3 3 0 0,0 0 0 0,0-1 0 16,0-1 0-16,0-1 0 0,0 0 0 0,0 0 0 15,0-5-24 1,3 0-7-16,-3-3-1 0,0-2 0 0,0-3-72 16,0-3-14-16,0 0-3 0</inkml:trace>
  <inkml:trace contextRef="#ctx0" brushRef="#br0" timeOffset="50732.927">13579 13045 2546 0,'-6'-3'53'0,"0"0"11"16,0 1-51-16,6 2-13 0,-3-5 0 0,3 5 0 16,0-6 71-16,0 6 11 0,0-5 2 0,3 2 1 0,0 1-44 0,3-4-9 0,0 6-1 15,0-2-1-15,3-1-10 0,0 0-3 0,-1 1 0 0,4-4 0 31,0 4-9-31,0-3-8 0,0 2 12 0,0-2-12 16,0-1 0-16,0 1-19 0,3 0 3 0,0-3 0 16,-1 3-186-16,4-1-37 0,0-2-7 0</inkml:trace>
  <inkml:trace contextRef="#ctx0" brushRef="#br0" timeOffset="51121.545">14144 12875 2493 0,'0'0'71'0,"-3"-5"15"0,3 0-69 0,-3 0-17 0,0-1 0 0,0 4 0 16,0-4 94-16,-3 4 15 0,3-4 3 0,-2 4 1 16,-1-1-24-16,0 0-5 0,-3 3 0 0,0 0-1 15,0 0-50-15,-3 3-9 0,0 2-3 0,-3 1 0 16,3-1-1-16,-3 0 0 0,3 3 0 0,1 0 0 16,-1 0-12-16,3 0-8 0,0 0 8 0,3 0-8 15,3 0 0-15,0 0 0 0,6 0 0 0,0 2 0 16,3-2 0-16,6 3-8 0,0-3 8 0,-1 2-8 15,7 1 8-15,0-3-8 0,0 0 8 0,-3 2-8 16,3-2-22-16,-3 0-4 0,-3 0-1 16,-1 0 0-16,1 0 55 0,0 0 12 0,-3 0 1 0,0 0 1 15,-6 2-26-15,3-2-8 0,-3 3 0 0,0-3 0 16,-3 0 8-16,-3 2-8 0,0 1 12 0,-3 0-12 16,0-1 11-16,-3 1-11 0,0-1 10 0,-3 4-10 15,-2-4 8-15,-1 3-8 0,0 1 0 0,-6-1 0 16,3-3 0-16,-3 1 0 0,0 2 0 0,1-5 0 15,-1 3-35-15,3-3-9 0,-3-3-3 0,3 3 0 16,3-3-13-16,0-2-4 0,1 0 0 0,-1-1 0 16,3 1-171-16,-3-1-34 0</inkml:trace>
  <inkml:trace contextRef="#ctx0" brushRef="#br0" timeOffset="51910.08">10480 14492 1676 0,'0'0'48'0,"0"0"9"0,0 0-45 0,0 0-12 0,0 0 0 0,0 0 0 15,0 0 78-15,0 0 14 0,0 0 2 0,0 0 1 16,0 0 26-16,0 0 6 0,0 0 1 0,0 0 0 16,0 0-52-16,3-3-9 0,3 3-3 0,3-2 0 15,-3 2 0-15,3-3 0 0,0 1 0 0,0-1 0 16,6 0-51-16,-4-2-13 0,1 2 0 0,3 1 0 15,-3-1 0-15,3 3 0 0,-3 0 0 0,3 0 0 16,0 3 0-16,-3 2 0 0,0-2 0 0,-1 5 0 16,-2-1 0-16,-3 4 9 0,0 0-9 0,0-1 8 15,-6 3-8-15,0 3 0 0,-3-2 9 0,-3 4-9 16,0 3 0-16,-6 0-20 0,1 3 4 0,-1 3 1 16,0-1-11-16,-3 6-2 0,0 0-1 0,0-1 0 15,0-1 1-15,3-4 1 0,3 0 0 0,-3-2 0 16,4-3 27-16,2-2 0 0,0-3 0 0,0 0 0 15,3-3-56-15,0-2-7 0,3-1-1 0,3 1 0 0,0-3 52 16,0-3 12-16,3 0 0 0,0-2 0 0,2 0 0 16,4-3 0-16,0-3 0 0,0 0 0 15,6 1 0-15,0-4 0 0,3-2 0 0,0 0 0 16,-1-2 0-16,4-1 0 0,0 1 0 0,0-6-9 16,0-3-115-16,-3 1-22 0,2-6-5 0</inkml:trace>
  <inkml:trace contextRef="#ctx0" brushRef="#br0" timeOffset="52417.735">10915 14328 1751 0,'-21'-16'74'0,"-3"3"-59"16,-3 0 82-16,0 0 17 0,1 2 3 0,-7 3 1 16,3 0-42-16,0 3-9 0,-2 2-2 0,-1 0 0 15,6 3-29-15,0 3-7 0,1 2-1 0,-1 1 0 16,0 2 27-16,0 0 5 0,0 0 0 0,-2 5 1 15,2 5-33-15,0 6-6 0,0 3-2 0,-3 2 0 16,10 0-20-16,-4 0 9 0,6 3-9 0,0-1 0 16,3 1 8-16,3-3-8 0,0 0 0 0,3 6 0 15,4-1 0-15,2 3 0 0,0 3 0 16,3 0 0-16,0-3-16 0,6 0-3 0,-1-3-1 0,1-2 0 16,3-3 29-16,3 0 6 0,3 0 1 0,3-2 0 15,0-1-16-15,6 3 0 0,-1-2 0 0,4-1 0 16,-3 1-12-16,6-9 12 0,-3 3-12 0,5-5 12 15,-2-3-24-15,0-2 3 0,3-1 0 0,-1-4 0 16,4-4 0-16,-3-2 0 0,6-5 0 0,-4 0 0 16,-2-6-7-16,0-2 0 0,-3-3-1 0,-1 0 0 15,1-2 29-15,-6-3 0 0,0-1 0 0,-1-1 0 0,1 1 0 16,-3 4 0-16,0-3 0 0,0 0 0 0,-3-1 36 0,0 1 14 16,-1 0 2-16,-5-5 1 0,0-4 2 0,0-1 0 0,-6-6 0 15,0 0 0-15,0 2-2 0,-6 1 0 0,3 2 0 16,-6 0 0-16,0 3-9 0,0 3-3 0,-3-1 0 0,0-2 0 15,-3-3-15-15,-3 1-3 0,3-6-1 0,-6 2 0 16,1 4-9-16,2 1-1 0,-3 4-1 0,0-1 0 16,0 9-11-16,0-1 8 15,0 4-8-15,0-1 8 0,0 5-8 0,-2 1 0 16,2 2 0-16,0 0 0 16,-3 2-38-16,-3 4-6 0,3-1-2 0,-3 3 0 0,1 3-117 15,2-1-23-15,3 4-5 0</inkml:trace>
  <inkml:trace contextRef="#ctx0" brushRef="#br0" timeOffset="53059.344">12156 14659 2238 0,'0'0'47'0,"-3"-3"9"0,-3-2-44 0,3 0-12 0,0-1 0 0,-3 1 0 16,0 0 68-1,3-1 12-15,-3-2 3 0,-3 3 0 0,3-3 9 0,-3 3 1 0,0 0 1 0,-2 2 0 16,-1 0-48-16,-3-2-10 0,0 5-1 0,0-3-1 16,-3 6-34-16,0-3 0 0,0 5 0 0,1-2 0 15,-1 5 33-15,0-3 0 0,0 6 0 0,3-1 0 16,3 4-53-16,0 2-10 0,3-1-2 15,0 4-1-15,0-1 33 0,7 6 0 0,-1-3 0 16,3 3 0-16,3-3-58 0,2 1-5 16,1-4-1-16,6-2 0 0,0-3-8 15,3-2-1-15,0-1-1 0,3-4 0 0,3-4 10 16,-3 1 1-16,2-6 1 0,1 1 0 0,0-4 37 0,0-2 7 0,0 1 2 16,-6-1 0-16,2-3 16 0,-5 0 0 0,3 1 8 0,-3-1-8 15,-3 1 72-15,0-1 9 0,-3 0 2 0,0 1 0 16,-3 2-15-16,0 0-4 0,0 0 0 0,-3 3 0 15,0 0 0-15,0-1 0 0,0 6 0 0,0 0 0 16,0 0 0-16,0 0 0 0,0 0 0 0,0 0 0 16,0 0-51-16,0 0-13 0,0 8 0 0,0 3 0 15,3 2 0-15,-3 3-18 0,3 2 4 0,0 1 1 16,3-1 21-16,-3 1 4 0,3-1 0 0,0-2 1 0,0 0-13 0,3-3 0 16,-1 1 0-16,1-4 0 15,0 1-109-15,3-6-25 0,-3 0-5 0,0-2-1 16,3-3-111-16,3 0-22 0</inkml:trace>
  <inkml:trace contextRef="#ctx0" brushRef="#br0" timeOffset="53510.469">12695 14400 2394 0,'-3'-32'50'0,"0"19"10"0,3 2-48 0,0-2-12 0,-3-1 0 0,3 1 0 15,0 3 108-15,-3 2 20 0,3 0 3 0,-3 3 1 16,0-1-59-16,3 6-11 0,0 0-2 0,0 0-1 15,0 0-26-15,-3 6-5 0,-3-1 0 0,3 5-1 16,-3 4-19-16,3 4-8 0,0 3 8 0,0 3-8 16,0 3 0-16,0-1 0 0,3 3 0 0,-3-2 0 15,3-1 0-15,0-2 0 0,-3-3 0 0,3-2 0 16,3-1 0-16,-3 3-11 0,3-5 3 0,-3 3 0 16,3-1-12-16,0-2-3 0,0 0 0 0,0-3 0 15,0 0-1-15,0-5 0 0,0 3 0 0,0-6 0 16,-3 1 24-16,0-6 0 0,0 0 0 0,0 0 8 15,0 0-8-15,0 0 0 0,0 0-12 0,-3-6 12 16,0 1 0-16,-3 0 8 0,-3-3 2 0,3 2 0 16,-3-2-10-16,0 3 0 0,0 0 0 0,-3 0-11 15,0-1 60-15,1 1 12 0,-1 0 3 0,0 2 0 16,0 0-25-16,0 3-5 0,0 0-1 0,3 3 0 16,0-3-10-16,0 5-3 0,0 1 0 0,0 2 0 0,0 0-12 15,4 2-8-15,-4 1 10 0,3 5-10 0,-3-1 0 16,3 1 8-16,3 3-8 0,0-1 0 0,3 1 0 0,0-1 0 15,0-2 0-15,3 0 0 0,3-3-9 0,3 1 9 0,-3-4-13 16,3 1 5 0,-1-3-16-16,1-3-2 0,0 0-1 0,3-2 0 0,0-3 3 0,3-3 1 0,0 1 0 15,3-6 0 1,0-8-135-16,2 0-27 0,4-8-6 0</inkml:trace>
  <inkml:trace contextRef="#ctx0" brushRef="#br0" timeOffset="53978.631">13102 14299 2124 0,'15'-26'44'0,"-12"15"10"16,3 3-43-16,-3-3-11 0,0 3 0 0,-3 1 0 16,3-1 120-16,-3 5 23 0,3-2 4 0,-3 5 1 15,0 0-60-15,0 0-11 0,0 0-2 0,0 0-1 16,0 0-28-16,0 0-6 0,0 0 0 0,0 0-1 16,-3 8-21-16,3 0-4 0,0 5-1 0,3 0 0 15,-3 6-13-15,3 2 0 0,-3 2 8 0,3 4-8 16,0-1 0-16,0 4 0 0,0-1 0 0,0 0 0 15,-3 0 0-15,3-3 0 0,0-5 0 0,0 3 0 16,-3 0 0-16,3 0 0 0,0-3 0 0,-3 6 0 16,3-6 0-16,-3 0 0 0,0 3 0 0,3-6-10 15,-3 1-5-15,0-3-1 0,3-1 0 0,-3-1 0 16,0-6 7-16,0 0 1 0,0-3 0 0,0-5 0 0,0 0 8 16,0 0 0-16,0 0 0 0,0-11 0 0,-3 3 0 0,3-2-8 0,-3-3 8 15,0-1 0-15,0 1 0 16,0-3 0-16,-3 3 0 0,0 0 0 0,-3 0 22 0,0 2 0 0,0-2 0 15,-3 2 0-15,-3 1 2 0,4-1 1 0,-7 0 0 0,3 3 0 16,0 3-12-16,0 0-2 0,0 2-1 16,0 1 0-16,3 2-10 15,0 2 0-15,1 1 0 0,-1 2 0 0,3 0 30 16,0 6 4-16,0 0 1 0,3 2 0 0,0 0-27 0,3 6-8 0,0-4 0 0,3 4 0 16,-3-3 0-16,3 2 0 0,3-2 0 15,0 0 0-15,0-3 0 0,3 3 0 0,0-3 0 0,3-2-9 31,3 0-19-31,0-6-3 0,5 3-1 0,1-8 0 0,3 0 32 0,0-8 13 0,6 0-1 0,3-3 0 16,-4-4-128-16,7-4-27 16,-3-2-5-16</inkml:trace>
  <inkml:trace contextRef="#ctx0" brushRef="#br0" timeOffset="54654.893">14189 14238 2066 0,'-12'-10'96'16,"9"7"-85"-16,0 0-11 0,3 3 0 0,0 0 0 15,0 0 104-15,0 0 20 0,0 0 3 0,0 0 1 16,0 0-52-16,0 0-9 0,0 0-3 0,0 0 0 16,-6 8-10-16,3 0-2 0,3 3-1 0,0 2 0 15,0 3-26-15,0 5-5 0,0 3 0 0,0 0-1 0,3 5-19 16,-3 0 0-16,3 0-11 0,-3 0 11 0,3 0 8 0,-3-5 8 15,3 0 1-15,0 0 1 0,-3-3-18 0,0 3 0 0,-3-3 0 0,3 3 0 16,0-3 9-16,-3 0-9 16,0 3 0-16,3-6 9 0,-3 3-25 15,0-5-4-15,0 0-2 0,0-3 0 16,0 1-12-16,0-6-2 0,0-1-1 0,0-1 0 16,3-6-95-16,0 0-18 0,0 0-4 0</inkml:trace>
  <inkml:trace contextRef="#ctx0" brushRef="#br0" timeOffset="54878.028">14198 14243 2206 0,'-6'-13'63'0,"3"3"13"16,-3-1-61-16,0 0-15 0,0 6 0 0,0 0 0 16,0 0 68-16,0 2 10 0,-3 3 2 0,3 0 1 15,-3 3-13-15,0-1-4 0,4 3 0 0,-4 3 0 16,0 0-22-16,-3 0-5 0,3 3-1 0,-3-1 0 15,3 4-6-15,0 2-2 0,0-3 0 0,0 3 0 16,3 0-41-16,0 2-9 0,3 1-2 0,3-1 0 16,-3-2-12-16,6 0-4 0,-3 0 0 15,3 0 0-15,0 0-169 0,3-1-35 0</inkml:trace>
  <inkml:trace contextRef="#ctx0" brushRef="#br0" timeOffset="55108.554">14037 14863 2146 0,'3'2'60'0,"3"1"15"0,0-3-60 0,0 0-15 0,3 0 0 0,0 0 0 15,-3 0 29-15,3 0 3 0,0 0 1 0,3 0 0 16,-4 0 25-16,4-3 5 0,0 1 1 0,0 2 0 15,3-6-52-15,0 1-12 0,3 0 0 0,0-3 0 16,3 0-16-16,-1-3-7 0,4 1-1 0</inkml:trace>
  <inkml:trace contextRef="#ctx0" brushRef="#br0" timeOffset="62414.672">20788 14410 1968 0,'-6'-5'83'16,"0"-3"-67"0,0 3 83-16,0-1 16 0,0 1 3 0,0 2 1 15,0 1-67-15,-3-1-14 0,1 3-2 0,-1 0-1 16,0 3 23-16,-3 2 5 0,0-2 1 0,0 7 0 16,0-2-48-16,3 5-16 0,-3 1 9 0,0 2-9 15,3 2 8-15,0 1-8 0,-2 2 0 0,2 0 8 16,0 5-8-16,0-2 0 0,0 5 0 0,3 0 0 0,3-2 0 15,0 2 0-15,3 0-8 0,0 3 8 16,3-6-8-16,3 1 8 0,3-1-10 0,0-2 10 0,3-3-11 16,2-2 11-16,4-3-12 0,0 2 12 0,0-7-14 15,6-3 4-15,0-3 1 0,2 0 0 16,-2-2 9-16,6-6-13 0,0-2 5 0,0 0 8 0,-4-6-9 0,4 0 9 16,-3-2 0-16,0-3 0 0,0-2 14 0,-4-1 10 0,1-5 1 15,0 3 1-15,-3-3-26 0,-3 3 0 0,0-2 0 16,-1-1 0-16,-5 3 0 0,-3-1 0 0,0-1 0 0,-3 1-11 15,-6 1 32-15,0-3 7 0,-3 3 0 0,-3-3 1 16,-3 1-5-16,-3-1 0 0,0-3-1 16,-2 4 0-16,-4 1-5 0,0 4-1 15,3 2 0-15,-6 3 0 0,0-1-17 0,0 4 0 0,1 2 0 16,-4 0 0 0,3 3-20-16,-3 2-5 0,0 0-1 0,1 3 0 15,2 0-44-15,0 3-9 0,3 0-1 0</inkml:trace>
  <inkml:trace contextRef="#ctx0" brushRef="#br0" timeOffset="62804.806">21738 14302 2747 0,'-6'-6'78'0,"3"1"17"0,0 0-76 15,3 5-19-15,0-6 0 0,0 6 0 0,0 0 45 16,0 0 6-16,0 0 1 0,0 0 0 0,0 0-2 0,0 0 0 0,0 0 0 0,0 0 0 16,-3 6-26-16,0 4-4 0,0 1-2 0,-3 7 0 15,3 4-18-15,0 1 0 0,3 7 8 0,-3 1-8 16,0-2 0-16,0 3 0 0,-3-3 8 0,3 3-8 15,0-3 0-15,3 5 0 0,-3-2 0 0,0 3 0 16,3 2 8-16,-3 0-8 0,3 0 0 0,-3 0 0 16,3 0 0-16,0-5 0 0,0-3 0 0,-3 0 0 15,3-3 0-15,0-2 0 0,0 0 0 16,3-3 0-16,-3-2 0 0,0-1-14 0,3-5 1 16,0 3 0-16,0-5-83 15,0-3-17-15,0 0-3 0,3-6-1 0,0 1-79 0,3-6-16 16,3 1-4-16</inkml:trace>
  <inkml:trace contextRef="#ctx0" brushRef="#br0" timeOffset="65609.143">22193 14534 2066 0,'-6'0'43'0,"0"-2"10"0,0-1-42 0,0 1-11 0,6 2 0 0,-6 0 0 31,0-3 96-31,0 3 18 0,0 0 3 0,0 0 1 0,-2 3-38 0,2-1-7 16,-3 1-1-16,0 2-1 15,0 0-19-15,0 1-4 0,-3 2-1 0,3 0 0 0,-3 2-19 0,0-2-4 0,3 5-1 0,-3-2 0 16,0 2-23-16,4 3 0 0,-4-3 0 0,3 6 0 31,0 2 0-31,3 0 8 0,-3 3 0 0,6 0 0 0,-3 2-8 0,6 1-12 16,-3 2 4-16,6-3 0 0,0-2 8 16,0-3 0-16,6-2 0 0,0-1 0 0,3-2 0 0,3 0 0 0,2-5 0 0,1-1 0 15,3-2 0-15,3 0 0 0,-3-5 0 0,3-1 0 16,-4-4-24-16,4-1-2 15,-3-2-1-15,0-3 0 16,0 0-8-16,0-3-1 0,-4 1-1 0,4-4 0 0,-3 1 81 0,0-3 16 0,-3-2 3 0,0-3 1 16,-3 0-52-16,0-3-12 0,-4 0 0 15,-2-3 0-15,-3 6 0 0,0-3-18 0,-3 1 4 0,-3 1 1 16,-3 1 21-16,1 0 4 0,-4 0 0 0,-3 2 1 16,-3-2 41-16,0 5 8 0,0-2 2 0,-3-1 0 15,3 3-52-15,-3 3-12 0,1 0 0 0,-1 0 0 16,0 2-20-16,0 3-8 0,-3 0 0 0,3 0-1 15,0 3-15-15,4 0-2 0,-1 2-1 0,3-2 0 16,3 2-141-16,3-2-29 0,3 2-6 0</inkml:trace>
  <inkml:trace contextRef="#ctx0" brushRef="#br0" timeOffset="65908.607">22684 14249 2067 0,'0'0'87'0,"0"0"-70"16,0 0 116-16,0 0 23 0,0 0 5 0,0 0 1 16,0 0-54-16,0 0-12 0,0 0-1 0,0 0-1 15,0 0-24-15,0 0-5 16,0 0-1-16,0 0 0 0,3 8-64 0,-3 0 0 0,0 2 0 0,0 6-12 16,0 0 12-16,0 8 8 0,0 0 0 0,-3 5-8 15,3 2 8-15,0 1-8 0,-3 3 0 0,3 2 0 16,-3-3 0-16,0 0 0 0,3 3 0 0,-3 0 0 15,0 1 0-15,0 1 0 0,3 4 0 0,-3-1 0 16,3-5 0-16,0-5 0 0,0-3 0 0,0 0 0 16,0-3 16-16,0-2-1 0,3 0 0 0,-3-3 0 15,0-5-15-15,3 0 0 0,-3-3 0 16,3-2 0-16,0-6-63 16,3 0-12-16,0-2-2 0,0-3-1 0,0-5-111 0,6-3-23 15</inkml:trace>
  <inkml:trace contextRef="#ctx0" brushRef="#br0" timeOffset="66559.662">22851 14984 2245 0,'0'0'47'0,"0"0"10"16,9 0-45-16,-3 0-12 0,3 0 0 0,0 0 0 16,0 0 67-16,2 0 11 0,1 0 2 0,0 0 1 15,0 0-13-15,-3 3-2 0,3-3-1 0,-3 3 0 16,3-3-53-16,-3 5-12 0,0-2 0 0,-3 2 0 16,0 0 20-16,0 3 3 0,0 0 1 0,-4 3 0 15,-2 2-39-15,0 0-7 0,0 6-2 0,-2-1 0 16,-4 3 24-16,0 3 0 0,-3 0 12 0,-3 5-4 15,0-3-30-15,0 4-6 0,-3-4-2 0,0 3 0 0,0-2 16 16,0-1 3-16,4 0 1 0,-1-2 0 0,3-3 10 16,0-2 0-16,3 0 0 0,3-4-8 0,0-1 8 15,3-1 0-15,3 0-9 0,3-5 9 0,0 0-8 0,3-3 8 16,3 1-10-16,-1-4 10 0,7-2-11 0,-3-2 11 16,6-1-12-16,-3-5 12 0,3 0-20 0,3-3 2 0,-4 1 1 0,4-6 0 31,0 3-139-31,3-6-27 0,0 3-5 0</inkml:trace>
  <inkml:trace contextRef="#ctx0" brushRef="#br0" timeOffset="66871.114">23324 14852 2180 0,'3'0'62'0,"6"-5"13"16,0 2-60-16,3 0-15 0,0 1 0 0,0-4 0 16,3 4 22-16,-1-3 2 0,1-1 0 0,0 1 0 15,6 0 32-15,-3-1 6 0,6 1 2 0,-3 0 0 16,2-1-44-16,4 1-8 0,0 0-1 0,3 0-1 15,-3 2-10-15,-1-2 0 0,1 2 0 0,0 0 8 16,-3 1-8-16,0-1 0 0,-7-2 0 0,4 2 0 16,-6 1-47-16,3 2-1 0,-3-3-1 0,-3 3 0 15,0-3-23-15,-3 3-4 0,0 0 0 0</inkml:trace>
  <inkml:trace contextRef="#ctx0" brushRef="#br0" timeOffset="67204.542">23717 14598 2204 0,'-21'-3'46'0,"15"3"10"0,0 0-45 0,6 0-11 0,0 0 0 0,0 0 0 16,0 0 64-16,0 0 12 0,0 0 1 0,0 0 1 16,0 0-32-16,6 0-6 0,3 3-2 0,0-3 0 15,0 5 2-15,3-2 1 0,3 0 0 0,0 2 0 16,0 0-6-16,-3 0-2 0,2 1 0 0,1-1 0 15,-3 3-10-15,3 0-3 0,0-3 0 0,-3 3 0 16,3 0-8-16,-3 3-1 0,0-1-1 0,-4 1 0 16,1-1-10-16,-3 4 0 0,0-4 0 0,0 6 0 15,-3-3 0-15,-3 3 0 0,0 0 0 0,-3 0 0 16,0 0 0-16,0-3 0 0,-3 3 0 0,0-3 0 16,-3-2 0-16,1 2 0 0,-1-2 0 0,0-4 0 15,0 4 0-15,-3-3-16 0,3 0 4 0,0-3 1 16,0 1-37-16,0-4-8 0,3 3-2 0,-3-2 0 15,0-3-182-15,3 3-37 0</inkml:trace>
  <inkml:trace contextRef="#ctx0" brushRef="#br0" timeOffset="67758.745">24411 14508 2213 0,'0'0'63'0,"0"0"13"16,-3-5-60-16,3 5-16 0,0 0 0 0,0 0 0 15,0 0 64-15,-3-3 11 0,3 3 1 0,-9 0 1 16,3 3-9-16,-3-1-1 0,3 4-1 0,-3-1 0 15,3 0-53-15,-3 1-13 0,3 1 0 0,0 1 0 16,3 0 0-16,0 0 0 0,3 3 0 0,-3-1 0 16,6-2 0-16,0 3 0 0,0 0 0 0,3 2 0 15,3-3 0-15,0 4 0 0,3-4 0 0,0 6 0 16,3-3 0-16,-3 3-15 0,2-3 3 0,1 3 1 0,-3 3 11 16,0-3 0-16,0 0 0 0,-3-1 0 0,0 1 0 15,-3 0 14-15,0 0-3 0,-3 0-1 16,-3-3-10-16,0 3 0 0,-3-5 0 0,-3 2 0 0,0 0 0 0,-3-2 0 15,0-1 0-15,0 1 0 0,-6-3 0 0,3 0 0 16,-3 2 0-16,-2-4-11 0,2 2 11 16,-3-3-8-16,3 0 8 0,0-2-8 15,0-1-38-15,0-2-7 0,3 0-2 0,-2-2 0 16,-1-4-136-16,0 1-27 0</inkml:trace>
  <inkml:trace contextRef="#ctx0" brushRef="#br0" timeOffset="67956.233">24384 14521 2112 0,'3'-10'60'0,"3"-1"13"15,0 0-58-15,3 1-15 0,0-1 0 0,-1 1 0 16,4 2 36-16,0-3 5 0,0 3 1 0,0 3 0 16,3-3 18-16,-3 5 3 0,6 1 1 0,-3-1 0 15,0 0-52-15,-1 1-12 0,1 2 0 0,3 0 0 16,0 0 0-16,-3 0 0 0,3 0 0 0,0 2 0 15,-1 1-100-15,1 0-22 0,3-1-5 0</inkml:trace>
  <inkml:trace contextRef="#ctx0" brushRef="#br0" timeOffset="68253.032">24681 14736 2310 0,'0'0'48'0,"-3"2"11"16,3-2-47-16,0 0-12 0,0 0 0 0,0 0 0 0,0 8 86 0,0 0 15 0,3-3 3 0,-3 6 1 15,3-3-14-15,-3 2-3 0,3 4-1 0,-3 2 0 16,0-3-70-16,3 5-17 0,-3 1 0 0,0-1 0 16,3 1 0-16,-3-3 0 0,0 2 0 0,0 1 0 15,0-1 35-15,0 1 3 0,0 2 1 0,0-2 0 16,0-1-11-16,0 1-3 0,0-1 0 0,0 1 0 15,0-1-25-15,0 3 0 0,0-2 0 0,0-1 0 16,0 1-46-16,0-3-14 0,0-3-4 16,3 0 0-16,-3-2-51 15,3-3-10-15,-3-3-3 0</inkml:trace>
  <inkml:trace contextRef="#ctx0" brushRef="#br0" timeOffset="68629.217">24964 14942 2310 0,'-9'-8'48'0,"9"8"11"16,0-5-47-16,0 5-12 0,-3-3 0 0,3 3 0 15,0 0 53-15,0 0 9 0,0 0 2 0,0 0 0 16,0 0 0-16,0 0 0 0,0 0 0 0,0 0 0 0,-3 5-17 16,-3 3-3-16,3 0-1 0,0 3 0 0,0 2-31 0,1-2-12 15,-1 2 8-15,0 3-8 0,0 0 0 0,3 0 8 0,-3-1-8 16,0 1 0-16,0 3 0 0,3-3 0 15,-3 2-14-15,3-2 5 16,0 0-18-16,0 0-3 0,0 0-1 0,3 0 0 16,-3-3-34-16,3-3-7 0,3-2-2 0,-3 0 0 0,5-2 51 0,1-4 11 15,0 3 1-15,0-5 1 0,0 0 1 0,0 0 0 0,0-5 0 0,3 3 0 16,-3-6 17-16,0 0 3 0,3 0 1 0,-3-3 0 16,3 1-4-16,-3-4-8 0,-1 1 12 0,1-3-4 15,-3 3 45-15,3-3 9 0,-3 3 2 0,0-3 0 16,-3 0-11-16,3 3-1 0,-3-3-1 0,0 3 0 15,-3-3-7-15,3 3-2 0,-3-1 0 0,-3-1 0 16,3 4-18-16,-3-2-3 0,-3-3-1 0,0 3 0 16,0 2-20-16,0-2 9 0,0 0-9 0,-3 2 0 15,-3 0 0-15,4 4-22 0,-4-1 3 16</inkml:trace>
  <inkml:trace contextRef="#ctx0" brushRef="#br0" timeOffset="78717.42">20916 16077 1433 0,'0'0'40'0,"0"0"10"0,0 0-40 0,0 0-10 0,0 0 0 0,0 0 0 16,0 0 79-16,0 0 13 0,0 0 4 0,0 0 0 16,0 0 10-16,0 0 2 0,0 0 1 0,0 0 0 15,0 0-34-15,0 0-7 0,0 0-2 0,0 0 0 16,0 0-21-16,0 5-4 0,0 3-1 0,3 3 0 15,-3-1 4-15,0 4 1 0,0-1 0 0,0 3 0 16,0 0-9-16,0 0-3 0,0 2 0 0,0 3 0 16,0 0-5-16,0 1 0 0,0 1-1 0,0 4 0 15,0-1-27-15,0 3 0 0,3 3 0 0,-3 3 0 16,0-9 14-16,3 3-2 0,-3-2-1 0,3-4 0 16,0 1-11-16,-3-3 0 0,3-2 0 0,0-1 0 15,-3-2 0-15,3 0 0 0,0-3 0 0,-3 1 0 0,3-1 0 16,0-3 0-16,-3 1 0 0,3 0 0 15,0-3-30-15,-3 0-5 0,3-1-1 16,0-1 0-16,0-1-109 0,0-2-23 0,0 2-4 0</inkml:trace>
  <inkml:trace contextRef="#ctx0" brushRef="#br0" timeOffset="79291.879">21526 16313 1820 0,'-9'5'76'15,"0"0"-60"1,3 0 39-16,-2 1 8 0,2-1 1 0,0 3 1 16,0 3-1-16,3-1 0 0,-3 1 0 0,3 2 0 15,0 3-51-15,0 0-13 0,3 2 0 0,0 3 0 16,0-2 0-16,3 2 0 0,0-2 0 0,0 2 0 15,3-3 0-15,0 1 0 0,3-3 0 0,0 0 0 16,-1-3 0-16,4 0 0 0,0 0 0 0,0-2 0 16,3-3 0-16,0 0 0 0,0-6 0 0,3 4 0 15,0-4-29-15,-4-2-9 0,4 0-2 0,0-2 0 0,0-1 27 16,-3-2 5-16,3-1 8 0,-3-2-13 16,2 1 13-16,-5-1 0 0,0-3 9 0,0 0-9 0,-3 1 33 0,-3-1 1 0,0 3 0 0,0-2 0 15,-3-1 6-15,-3 1 2 0,3-1 0 0,-3 0 0 16,-3-2-2-16,3 0 0 0,-3 0 0 0,-3 0 0 15,0-1 3-15,-3-2 0 0,3 1 0 0,-6-1 0 16,0 2-15-16,0-1-2 16,-2 1-1-16,-1-2 0 0,-3 6-13 0,3-1-2 0,0-2-1 0,-3 2 0 15,0 4-9-15,3-1 0 0,-2 0 9 0,2 2-9 16,0 1-16 0,0 0-8-16,3 2-2 0,0 0 0 15,3 1-137-15,0 2-27 0,0 0-6 0</inkml:trace>
  <inkml:trace contextRef="#ctx0" brushRef="#br0" timeOffset="79920.661">22232 16170 1337 0,'0'0'28'0,"0"0"6"0,0 0-34 0,0 0 0 0,0 0 0 0,0 0 0 15,0 0 84-15,0-6 11 0,0 6 1 0,0 0 1 16,0 0 0-16,0 0 0 0,3-2 0 0,-3 2 0 15,0 0-13-15,0 0-2 0,0 0-1 0,0 0 0 16,0 0-13-16,0 0-2 0,0 0-1 0,0 0 0 16,0 0-17-16,0 0-3 0,0 0-1 0,3 5 0 15,0-2-35-15,0 5-9 0,0-3 0 0,0 6 0 16,-3-1 53-16,3 1 9 0,0-1 2 0,-3 6 0 16,3 0-52-16,-3 0-12 0,0 2 0 0,0 4 0 15,0-1 0-15,0 5 0 0,0-2 0 0,0 5 0 16,0-2 0-16,-3-1 0 0,3 1 0 0,0 2 0 15,0-6 0-15,0-1 0 0,0-1 0 0,0 0 0 16,0-3 0-16,-3 4 0 0,3-7 0 0,0 7 0 0,-3-6 0 16,3-3 0-16,0 3 0 0,0-3 0 0,0-3 8 15,0 1 0-15,0 0-8 0,3-1 12 16,-3-2-12-16,0-3-8 0,3 1 8 0,-3-6-13 16,0 0 13-16,0 0 0 0,0 0 0 0,3 0 0 15,2-3-105-15,1-2-19 0,0 2-3 0</inkml:trace>
  <inkml:trace contextRef="#ctx0" brushRef="#br0" timeOffset="80504.709">22836 16265 2135 0,'-6'0'44'0,"-3"0"11"16,3-3-44-16,0 3-11 0,0-2 0 0,0 2 0 15,0 0 62-15,0 0 10 0,0 0 3 0,0 2 0 16,1 1-32-16,-4 2-7 0,3-2 0 0,0 5-1 16,-3 0 23-16,3 2 5 0,0 1 1 0,-3 5 0 15,3 0-52-15,0 2-12 0,0 3 0 0,0 3 0 16,3-3 0-16,0 3 0 0,0 3 0 0,3-1 0 0,0-5-12 0,0 0-4 16,0-2-2-16,3-1 0 15,0-2-22-15,3-2-5 0,0-1-1 0,3 0 0 0,0-2 37 0,0-1 9 16,0-2 0-16,3 0 0 15,3 0-53-15,-1-3-9 0,4-2-2 0,0 0 0 0,0-3 64 0,3-3 0 0,-3-2 0 16,3-1 10-16,-4-2-10 0,4 0 0 0,-3 1 0 16,-3-1 0-16,0-3 20 0,0 0 1 0,-3 1 1 15,0-1 0-15,-4 3 7 0,1-2 2 0,-3-3 0 0,0 2 0 16,-3-2 13-16,0-1 2 0,0-1 1 0,-3 1 0 16,0-1-21-16,-3-1-4 0,0 0-1 0,0 3 0 15,-3-3 31-15,0 2 5 0,0-1 2 0,-2 1 0 16,2 4-30-16,-6-1-5 0,0 1-2 0,0-1 0 15,-3 3-11-15,0 3-3 0,-3-3 0 0,-3 5 0 16,4-2-8-16,-4 2 0 0,0 3 9 0,0 0-9 16,0 0-18-16,0 3-8 15,3 0-2-15,-2 2 0 0,2 0-100 0,0 3-20 0,0 3-4 16</inkml:trace>
  <inkml:trace contextRef="#ctx0" brushRef="#br0" timeOffset="81169.475">21738 17453 1269 0,'0'0'36'0,"0"0"8"15,0 0-36-15,0 0-8 0,0 0 0 0,0 0 0 0,6 3 56 0,0-1 8 0,-1 1 3 0,4-3 0 16,0 3 5-16,0-3 0 0,0 0 1 0,3 2 0 16,0-2-7-16,0 0-2 0,3 0 0 0,0 0 0 15,6 0 0 1,-1 0 0-16,4 0 0 0,3-2 0 0,3-1-51 0,-1 0-13 0,1 1 0 15,0-1 0-15,0-2 0 16,0 2 0-16,-4-2 0 0,1-1 0 16,-3 4 0-16,0-1 0 0,0-2 0 0,-1 2 0 0,1 1 0 15,0-1 0-15,0 0 0 0,0 1 0 0,-4-1 0 16,-2-2 0-16,0 2 0 0,-3 0 0 0,0 1-48 16,-3 2-13-16,-3-3-3 0,0 3 0 0,0-2-51 0,0 2-10 15,-3-3-3-15</inkml:trace>
  <inkml:trace contextRef="#ctx0" brushRef="#br0" timeOffset="81539.174">22187 17294 1824 0,'0'0'76'16,"-6"-5"-60"0,3 2 77-16,3 3 16 0,-3-5 3 0,3 5 1 15,0 0-33-15,0 0-6 0,0 0-2 0,0 0 0 16,0 0-22-16,0 0-5 0,0 0-1 0,0 0 0 16,0 0-17-16,0 0-4 0,0 0-1 0,0 0 0 15,0 0-14-15,0 0-8 0,0 8 10 0,3 0-10 16,-3 2 0-16,3 1 0 0,-3 0 0 0,3 5 0 0,0-3 0 0,0 3 0 0,0 0 0 0,0-1 0 15,0 4 0-15,0-3 0 0,0 2 0 16,0 1 0 0,0 2 0-16,0-2 0 0,0-1 0 0,0 3 0 15,0-2 0-15,0-1 0 0,0 1 0 0,0-1 0 0,0-2-14 0,3 0-9 0,-3-3-1 16,0 3-1-16,3-3-11 16,-3-5-3-16,0 3 0 0,2-3 0 15,-2-3-149-15,0 3-29 0,3-5-7 0</inkml:trace>
  <inkml:trace contextRef="#ctx0" brushRef="#br0" timeOffset="81981.818">22893 17032 2038 0,'0'0'58'0,"0"0"12"16,0 0-56-16,0 0-14 0,0 0 0 0,0 0 0 15,0 0 60-15,0 0 8 0,0 0 3 0,0 0 0 16,-6 3-10-16,6-3-1 0,0 0-1 0,0 0 0 15,0 8-15-15,0-8-4 0,0 5 0 0,0 0 0 0,0 3-8 0,3-2-1 16,0 2-1-16,0 0 0 16,-3 0-9-16,2 2-1 0,1 1-1 0,0 2 0 0,-3 0-8 15,3 6-2-15,-3-1 0 0,0 3 0 0,0 1-1 16,0-1-8-16,0 0 12 0,0 3-4 0,-3-3-8 0,3-3 0 0,-3 1 9 0,0-1-9 16,3-4 0-16,-2-1 9 0,-1 0-9 0,3-2 0 15,-3-3 0-15,3 2 0 0,0-5 0 0,0 1 0 16,0-1 0-16,0-5 0 0,0 0 0 0,0 0 0 15,0 0-28-15,0 0-4 0,0 0 0 0,6 0 0 16,-4 0-106 0,4-3-22-16,-3-2-4 0</inkml:trace>
  <inkml:trace contextRef="#ctx0" brushRef="#br0" timeOffset="83361.626">20791 17887 1485 0,'-21'11'31'0,"12"-9"7"16,0 1-30-16,0-1-8 0,0 4 0 0,1-4 0 15,2-2-30-15,-3 3-7 0,0 0-2 0,3-1 0 16,-3-2 39-16,0 3 0 0,0-3 0 0,-3 3 0 16,3-3 25-16,0 2 13 0,-3 1 2 0,3 0 1 15,-3-3 19-15,1 2 3 0,-1 1 1 0,-3 0 0 16,3-1-3-16,0 1 0 0,0-1 0 0,0 4 0 16,0-4-19-16,0 1-4 0,3-3-1 0,1 3 0 15,-1-1-12-15,3-2-2 0,0 3-1 0,6-3 0 0,0 0-12 16,0 0-2-16,0 0-8 0,0 0 12 15,0 0-12-15,0 0 0 0,0 0 0 0,9 3 0 16,0-3 0-16,-1 0 0 0,4 0 0 0,0 0 0 0,3 0 0 16,0 0 8-16,3 0-8 0,3 0 12 0,-3-3-12 15,2-2 9-15,1 2-9 0,0-2 8 0,3 2-8 0,0-2 0 0,3 0 0 16,-1 2 8-16,4-2-8 0,0 2 0 0,3 0 0 0,-4 1 0 16,4-4 0-16,-3 4 0 0,0-4 0 0,2 4 0 15,-2-1 0-15,3 0 0 0,-3 1 0 0,5 2 0 16,-2-5 0-16,0 2 0 0,3 0 0 0,-1 1 8 15,-2-1-8-15,3 0 0 0,-1 1 0 0,1-4 0 16,3 4 0-16,-3-1 0 16,2-2 0-16,1-1 12 0,3 4-12 0,-4-3 0 0,7-1 0 15,-3 1 0-15,-1 2 11 0,-2-2-3 0,-3 2-8 0,5 1 12 16,-2-4-12-16,3 1 0 0,-1 0 0 0,4 0 0 16,-3-1 10-16,-1 4-1 0,1-4 0 0,0-2 0 15,-1 3-9-15,1 0 12 0,0 0-12 0,2-3 12 16,-2 2-22-16,0-2-4 0,0 0-1 0,-1 3 0 15,1-3 31-15,-3 6 7 0,2-4 1 0,1 1 0 16,-3 0-39-16,2-1-7 0,1 1-2 0,-3 2 0 16,-1-2 71-16,-2 2 13 0,-3 1 4 0,-3-1 0 15,-1 1-64-15,1-1-28 0,-3 0 3 0,-3 3 0 16,0 0 40-16,-4-2 8 0,1 2 1 0,-3 0 1 16,0 0-25-16,-3 0 0 0,-3 0 0 0,0 0 0 15,-1 0 0-15,-5 0 0 0,3 2 0 0,-3-2 0 0,-3 0 56 16,-3 0 7-16,0 0 1 0,0 0 0 0,0 0-52 15,6 3-12-15,-6-3 0 0,3 3 0 16,0-1-48-16,-3-2-13 0,6 5-3 0,-3-2 0 16,0 0 0-16,3-1 0 0,0 1 0 0</inkml:trace>
  <inkml:trace contextRef="#ctx0" brushRef="#br0" timeOffset="84247.175">21428 18067 1829 0,'-9'5'52'0,"0"-2"11"0,3 2-51 0,0-2-12 0,0 2 0 0,0 0 0 15,0 3 32 1,0-2 3-16,3 2 1 0,-2-1 0 16,-1 4 0-16,0-3 0 0,3 5 0 0,-3-2 0 15,0 2-2-15,0 0 0 0,0 0 0 0,0 3 0 0,3 0 2 0,-3 0 0 0,3 3 0 0,-3-1 0 16,3 3 2-16,0-2 1 0,-3-1 0 0,3 4 0 16,3-4-31-16,-3 3-8 0,3 0 0 0,-3 3 0 15,3-3 0-15,3 1 0 0,-3-1 0 0,0 0 0 16,3-3 16-16,-3-2 0 0,3 3-1 0,0-6 0 15,0 3-15-15,0-3-15 0,0-2 3 0,0 2 1 16,3-5-30 0,-3 0-7-16,3-3 0 0,0 3-1 0,0-5-130 0,0-1-25 15</inkml:trace>
  <inkml:trace contextRef="#ctx0" brushRef="#br0" timeOffset="84706.539">21782 18231 2413 0,'-6'8'101'16,"-3"0"-81"-1,3 0-20-15,3 2 0 0,-3-2 0 0,4 0 0 0,-1 3 0 0,3-1 0 16,0-2 0-16,0 6-12 15,0-4 12-15,3 1 0 0,-3-1-9 0,5 6 9 0,-2-3-12 16,0 6 1-16,0-1 1 0,3 1 0 16,0-1 10-16,0 1-8 0,3 0 8 0,-3-1-8 0,3 1-4 15,0-4-1-15,0 1 0 0,0-2 0 0,3-1-8 16,3-3-2-16,0-2 0 0,-1 3 0 0,4-6 11 16,3 0 1-16,0-2 1 0,3-3 0 0,0-5-10 15,-1 0-3-15,4-3 0 0,0-3 0 0,-3-2 49 16,0-3 10-16,2-3 1 0,-2-2 1 0,-3 0-27 0,0 0-11 0,-3-3 8 15,0 0-8-15,-4 3 11 0,-2-3-3 0,0 3-8 16,-3 0 12-16,-3 0 12 0,0 0 3 0,-3-3 0 16,0 3 0-16,-6-1 6 0,0 1 2 0,-3 0 0 15,-3 0 0-15,-3 0-7 0,0 2-2 0,1 1 0 0,-4 2 0 16,-3 0-9-16,-3 0-1 0,-3 3-1 0,-3 2 0 16,1 1-31-16,-4 4-7 0,-3 1-1 0,3 5 0 15,1 0 24-15,2 3 0 0,-3-1 0 0,6 6 0 16,0 0-21-16,3 3 0 0,4-3 0 0,-4 5 0 15,6 0-59-15,0 1-11 0,0-1-2 0</inkml:trace>
  <inkml:trace contextRef="#ctx0" brushRef="#br0" timeOffset="85191.688">22577 17969 1792 0,'-9'0'51'0,"3"0"10"0,3 0-49 0,3 0-12 0,0 0 0 0,0 0 0 16,0 0 0-16,0 0 0 0,0 0 0 0,0 0 0 16,0 0 54-16,0 0 8 0,0 0 2 0,0 0 0 15,0 0-7-15,0 8-1 0,0-3 0 0,0 3 0 16,0 0-3-16,3 3-1 0,-3-1 0 0,0 3 0 15,3 1-25-15,-3 2-6 0,3-1-1 0,-3 4 0 16,0 0 19-16,3 2 3 0,-3-3 1 0,0 6 0 16,0 0-18-16,0 0-3 0,0-1-1 0,0 7 0 15,0-7-21-15,0 4-13 0,0-1 1 0,3 1 1 16,-3-1 11-16,0 1 0 0,3-4 0 0,-3 4 0 16,3-3-47-16,0-3-4 0,0-3-1 0,0 4 0 15,-3-7 18-15,3 1 3 0,0-2 1 0,-3-1 0 16,6-3-63-16,-3-2-13 0,0-2-2 0</inkml:trace>
  <inkml:trace contextRef="#ctx0" brushRef="#br0" timeOffset="85516.918">22994 17831 2310 0,'0'0'97'0,"0"0"-77"15,0 0 13-15,0 0 3 0,0 0 1 0,3 6 0 16,-3-1-28-16,0 3-9 0,3 2 0 0,-3 1 0 16,0 2 21-16,0 1-2 0,0 1-1 0,0 4 0 15,0-1-1-15,0 6 0 0,-3 0 0 0,3 0 0 16,-3 2-17-16,0 3-12 0,3 1 1 0,-3 1 1 15,0-2 34-15,0 3 6 0,0 0 2 0,0-3 0 16,0 3-16-16,3-3-4 0,0-3 0 0,0 3 0 16,3-2-12-16,0-3 11 0,0 0-11 0,3-1 10 15,0-4-19-15,0-1-4 0,0-2-1 0,3-2 0 16,-3-4-128-16,5-2-26 0,-2-5-4 0</inkml:trace>
  <inkml:trace contextRef="#ctx0" brushRef="#br0" timeOffset="86089.241">23390 18281 1892 0,'0'0'40'0,"3"0"8"16,6-2-39-16,-4 2-9 0,7-6 0 0,-3 4 0 15,6-1 14-15,0 3 1 0,0-3 0 0,3 1 0 16,3-1 13-16,0 0 2 0,2-2 1 0,1 2 0 16,3 1 5-16,0-1 2 0,2-2 0 0,1 2 0 0,-3-2-25 0,0 2-5 0,3 1 0 15,-1-1-8-15,-5 0 12 0,3 1-4 16,-3 2 0-16,0-3-8 0,-1 3 12 0,-2 0-4 16,0 0 0-16,-3 0-8 0,-3 0 0 15,0 0 0-15,-3 0 0 0,0 3 0 0,-4-3-16 0,1 2 0 16,-3-2 0-16,0 0 0 15,-6 0-26-15,0 0-6 0,0 0 0 0,0 0-1 16,0 0-107-16,0 0-22 0</inkml:trace>
  <inkml:trace contextRef="#ctx0" brushRef="#br0" timeOffset="86604.689">23550 18091 1580 0,'0'0'67'16,"0"0"-54"-1,0 0 41-15,0-3 8 0,3-2 2 0,-3 5 0 16,0-6 12-16,0 6 2 0,3-5 1 0,-3 5 0 0,0-5-25 0,0 5-5 0,0 0-1 0,0 0 0 16,0 0-20-16,0 0-5 15,0 0-1-15,0 0 0 0,0 0-34 0,-6-3-8 0,0 3 0 16,0 3-1-16,1 0 33 0,-1 2 8 0,0 0 0 0,-3 0 1 15,3 3-21-15,0 3 0 0,-3-3 0 0,0 5-8 16,3-2 8-16,0-1 0 0,0 1 0 16,0 2 0-1,3-2 0-15,-3-1 0 0,3 1 0 0,0 2 0 0,0-2 0 16,0 2 0-16,0-3 0 0,3 4 0 0,-3-4 0 0,3 1 0 0,3-1 0 16,-3-2 0-16,3 0-16 0,0 0 0 0,0 0-1 15,3 0 0-15,3-3 31 0,-3 1 6 0,3-4 2 0,0 4 0 16,0-4-35-16,3 1-7 0,0 0-2 0,0-3 0 15,-1 2 1-15,4-2 0 0,0 0 0 0,-3 3 0 16,3-3-120-16,0 0-24 0,3 0-5 16</inkml:trace>
  <inkml:trace contextRef="#ctx0" brushRef="#br0" timeOffset="90240.328">24134 17937 1337 0,'-9'3'28'0,"0"0"6"15,3-1-34-15,-3 1 0 0,3-3 0 0,6 0 0 16,-6 0 58-16,6 0 5 0,0 0 1 0,0 0 0 16,0 0 0-16,0 0 0 0,0 0 0 0,0 0 0 15,0 0-20-15,0 0-3 0,6 0-1 0,0 0 0 16,0-3-2-16,0 3-1 0,0 0 0 0,0 0 0 16,3 0-8-16,0 0-1 0,0 0-1 0,0 0 0 15,0 0-9-15,-1 3-2 0,4-3 0 0,0 0 0 16,-3 2-8-16,3-2-8 0,-3 0 9 0,3 3-9 15,0 0 0-15,0-3 0 0,0 0 0 0,0 2 0 16,2 1-20-16,-2-3-3 0,0 0-1 0,0 0 0 16,-3 3-26-16,3-3-6 0,-3 0 0 0</inkml:trace>
  <inkml:trace contextRef="#ctx0" brushRef="#br0" timeOffset="90765.269">24652 17733 1949 0,'-6'0'82'16,"0"0"-66"0,0 0 12-16,0 0 3 0,3 0 0 0,-3 0 0 15,0 3-31-15,-3 0 0 0,3-1 0 0,0 4 0 16,3-1 0-16,-3 0-18 0,0 3 4 0,3 0 1 16,-3 0 1-16,3 3 0 0,0-1 0 0,3 1 0 15,0 2 12-15,3-2-11 0,0 2 11 0,0 0-10 16,3 0 10-16,0 1-12 0,3-1 12 0,3-3-12 15,0 1 12-15,-3 0 0 0,3-1 0 0,3 1-8 16,-3-1 8-16,2 1 0 0,1-3-9 0,0 2 9 16,0-2-22-16,-3 0 0 0,3 3 0 0,-3-3 0 15,0 2 22-15,-3-2 0 0,0 3 0 0,-3-3 0 0,0 0 0 16,-4 2 0-16,-2-2 0 0,-2 3 0 0,-1 0 0 0,-3-1 0 16,-3-2 0-16,0 3 0 0,-3-1 36 0,-3-2 12 15,0 0 3-15,0 0 0 0,-3 0-15 0,0-3-4 0,1 3 0 16,-1 0 0-16,0-3-3 0,0 1-1 0,-3-1 0 0,3 0 0 15,3-2-15-15,1 2-3 0,2-5-1 0,0 3 0 16,3 0-18-16,3-3-4 0,-3-3-1 0,9 3 0 31,-3-3-44-31,3 3-9 0,-3-8-1 0,6 3-1 0,0-3-128 0</inkml:trace>
  <inkml:trace contextRef="#ctx0" brushRef="#br0" timeOffset="91014.29">24607 17802 2236 0,'0'0'64'0,"0"0"12"15,0 0-60-15,0 0-16 0,0 0 0 0,6 0 0 16,0-2 0-16,3-4 0 0,0 4 0 0,0-1 0 15,0 0 0-15,3 1 0 0,-1-4 0 0,4 1 0 16,0 0 9-16,0 0-1 0,0-1 0 0,3 4 0 16,0-4-8-16,-3 1 0 0,2 0 0 0,1-1 0 15,0 4 0-15,0-1 0 0,-3 1 0 0,3-4 0 16,-3 6-44-16,3-2-7 0,-1 2-1 0</inkml:trace>
  <inkml:trace contextRef="#ctx0" brushRef="#br0" timeOffset="91421.955">24896 17995 2030 0,'0'0'57'0,"-6"3"14"16,6-3-57-16,0 0-14 0,0 0 0 0,-3 5 0 15,0 1 0-15,0-1 0 0,3 0 0 0,-3 3 0 16,3-3 52-16,0 3 8 0,0 3 2 0,-3 0 0 15,3-1-48-15,0 3-14 0,0 3 0 0,0 0 8 16,0 0 27-16,0 0 5 0,0 0 2 0,0 2 0 16,0 3-24-16,3-2-5 0,-3 2-1 0,3 0 0 15,-3-2-12-15,3 2 0 0,0 0 0 0,0-2 0 16,0-1 0-16,0 1-12 0,3-3 3 0,-3 0 0 16,3-3-27-16,-3 0-6 0,3-2-1 0,0-4 0 15,0-1-121-15,-4-4-24 0,-2-2-4 0</inkml:trace>
  <inkml:trace contextRef="#ctx0" brushRef="#br0" timeOffset="91831.787">24991 18064 2211 0,'0'0'93'15,"0"0"-74"1,0 0 25-16,0 0 4 0,0 0 2 0,0 0 0 15,0 0-8-15,0 0-2 0,-3 6 0 0,3-1 0 16,-3 3-40-16,3 0-24 0,0 0 4 0,3 2 0 16,-3-2 20-16,3 3 0 0,-3 2 10 0,3 0-10 15,0 0 8-15,0 1-8 0,3-1 0 0,-3 0 0 16,3 3 0-16,-3-3 0 0,3 0 0 0,0 3 0 16,0-5-11-16,3 2 1 0,-3-2 0 0,0-1 0 15,2-2 1-15,1-2 0 0,0-1 0 0,3 0 0 16,-3-5-17-16,3 3-3 0,-3-3-1 0,3-3 0 15,0 3 30-15,0-5 0 0,0 0 0 0,0-1 0 16,-4-2 0-16,1 0 0 0,0 0 0 0,-3 0 0 16,0-2 0-16,0-1 0 0,-3 1 0 0,0-1 0 15,0-2 25-15,-3 2 11 0,-3-2 3 0,0 0 0 0,0 2-11 16,-3-2-3-16,0 2 0 0,-3-2 0 0,3 0 31 16,-3 0 7-16,1 2 1 0,-1-2 0 0,0 2-52 15,-3 1-12-15,6 2 0 0,-6 0 0 0,3 3 0 16,3-1 0-16,-3 1 0 0,3 2 0 15,-3 3-48-15,3 0-13 0,-3 0-3 0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2:44:59.143"/>
    </inkml:context>
    <inkml:brush xml:id="br0">
      <inkml:brushProperty name="width" value="0.05292" units="cm"/>
      <inkml:brushProperty name="height" value="0.05292" units="cm"/>
      <inkml:brushProperty name="color" value="#0070C0"/>
    </inkml:brush>
    <inkml:context xml:id="ctx1">
      <inkml:inkSource xml:id="inkSrc26">
        <inkml:traceFormat>
          <inkml:channel name="X" type="integer" max="9600" units="cm"/>
          <inkml:channel name="Y" type="integer" max="7200" units="cm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T" name="resolution" value="1" units="1/dev"/>
        </inkml:channelProperties>
      </inkml:inkSource>
      <inkml:timestamp xml:id="ts1" timeString="2022-02-23T22:45:47.783"/>
    </inkml:context>
  </inkml:definitions>
  <inkml:trace contextRef="#ctx0" brushRef="#br0">13909 9301 2200 0,'-6'-3'46'0,"-3"0"10"0,3 1-45 0,0-1-11 0,0 0 0 0,-3 3 0 16,1 0 84-16,-4 0 16 0,0 0 2 0,0 3 1 16,-3 2-39-16,0 1-8 0,0 2-2 0,0 0 0 15,-3-1-27-15,1 7-6 0,2-4-1 0,-6 6 0 16,3-3-4-16,0 6-2 0,0-1 0 0,3 6 0 15,0 0 13-15,1 3 2 0,2-1 1 0,3 6 0 16,3-6-46 0,0 3-10-16,3-2-2 0,3-1 0 0,0-2 28 0,6 0-10 0,3 0 10 0,3 0 0 15,0-3-10-15,5 0 10 0,1 0-8 0,3-2 8 16,0-4-10-16,0-1 10 0,6-6-12 0,-1 0 12 16,1-6 0-16,3-2 0 0,6 0 0 0,-4-5 0 15,4 0-9-15,0-6 9 0,-3 0 0 0,2-2-9 16,-5 0 9-16,0 0 0 0,-3-6 8 0,-4 1-8 15,1-1 24-15,-3 1 1 0,-3-1 0 0,0-2 0 16,-3-3 14-16,-3 0 2 0,0-2 1 0,-4-3 0 16,-5 2-10-16,0-2-1 0,-3 0-1 0,-3 0 0 15,-3 3-14-15,-2 2-4 0,-4 0 0 0,0 5 0 0,-3 1-12 16,0 2 8-16,-3 0-8 0,0 3 0 0,-3 5 0 16,-2-3 0-16,-4 3 0 0,0 3 0 15,3 0-36-15,-3 2-1 0,1 1 0 0,-1 2 0 16,3 2-79-16,3 1-16 0,3-1-4 0</inkml:trace>
  <inkml:trace contextRef="#ctx0" brushRef="#br0" timeOffset="642.404">14707 9253 2284 0,'0'0'64'0,"0"0"16"0,3-3-64 16,-3 3-16-16,3-5 0 0,-3 5 0 0,0 0 95 0,0 0 16 0,0 0 3 0,0 0 1 16,0 0-43-16,0 0-9 0,0 0-2 0,0 0 0 15,3 3-26-15,0 2-6 0,0 0-1 0,0 6 0 16,0 0-10-16,0 2-2 0,0 0-1 0,0 5 0 15,0-2 14-15,-3 6 3 0,3-1 1 0,0 3 0 16,0 5-33-16,-3 0 0 0,3 5 0 0,-1-2 0 16,1 0 0-16,-3-3 0 0,3 0 0 0,0 0 0 15,0-3-8-15,0-2-9 0,0 0-2 0,0 0 0 16,-3-3 19-16,3 0 0 0,0 3 0 0,-3-3 0 16,0-2 0-16,0 2 0 0,0-5 0 0,0 0 0 15,3-3-83-15,-3-3-9 0,0 1-3 0,3-3 0 16,0-3-117-16,3-2-24 0</inkml:trace>
  <inkml:trace contextRef="#ctx0" brushRef="#br0" timeOffset="912.637">15189 9322 2032 0,'12'-42'42'0,"-9"28"10"0,0 1-41 0,0 0-11 0,0 2 0 0,0 1 0 15,0 2 107-15,-3 2 19 0,0 1 4 0,0 5 1 16,0 0-31-16,0 0-5 0,0 0-2 0,0 0 0 15,0 0-37-15,3 5-7 0,-3 1-1 0,3 2-1 16,-3 2-20-16,0-2-4 0,3 5-1 0,-3 1 0 16,3-1-2-16,-3 3 0 0,3 0 0 0,0-1 0 15,-3 4-9-15,3 2-3 0,-3-2 0 16,3 5 0-16,0 2-8 0,0 0 8 0,-3 6-8 16,3 0 8-16,0-3-8 0,-3-2 0 0,3 2 0 0,-3-3 0 15,3-2 0-15,-3 2 0 0,0-4 0 0,2 1 0 16,-2-1 0-16,0-1 8 0,0-3-8 0,0 3 0 15,0-5 0-15,0 0 0 0,0 0-9 0,0-3 9 16,3 0-112-16,3-5-16 16,-3 0-4-16</inkml:trace>
  <inkml:trace contextRef="#ctx0" brushRef="#br0" timeOffset="1600.518">15984 9301 1721 0,'0'-6'72'0,"0"6"-57"16,0-2 112-16,0 2 22 0,-3-6 5 0,3 6 1 15,-3-5-38-15,3 5-7 0,-6-2-2 0,-3 2 0 16,3 2-38-16,-3 1-8 0,0 2-2 0,-3 0 0 16,0 6-32-16,0 0-6 0,4 2-2 0,-7 5 0 15,3 1-12-15,0 2-8 0,-3 3 8 0,3 5-8 16,0-3 0-16,3 3 0 0,3 1 0 0,0 1 0 15,0-4 0-15,6 2 0 0,0-3 0 0,3-2 0 16,0 0 0-16,3-3 0 0,0-2 0 0,3-1 0 16,6-2 0-16,0 0 0 0,3-5 0 0,3-1 0 15,2-2 0-15,4-3 0 0,0 1 0 0,3-1-12 16,0-8 12-16,-1 1 0 0,-2-4 10 0,3-2-10 16,0 0 0-16,-1-2 0 0,1-3 0 0,0 2 0 0,-3-5 0 15,-1 3 0-15,-2-3 0 0,3-2 0 0,-6-4 57 16,-3 1 6-16,0-3 1 0,0-2 0 15,-7 0-52-15,-2-4-12 0,0-1 0 0,-3 4 0 16,-3-2 0-16,-3 3 0 0,-3 2 0 0,0 0 0 0,-6 3 54 16,0 2 8-16,-5 1 2 0,-1-1 0 0,-3 3-52 15,-6 6-12-15,0-3 0 0,-3 5 0 0,1 2 0 16,-4 1 0-16,3 2 0 0,-6 3 0 16,3 6-48-16,-2-1-13 0,-4 3-3 0,0 3 0 15,4 2-64-15,-4 3-14 0,3 2-2 0</inkml:trace>
  <inkml:trace contextRef="#ctx0" brushRef="#br0" timeOffset="2771.349">13998 10700 2284 0,'0'0'64'0,"0"0"16"16,0 0-64-16,0 0-16 0,0 0 0 0,0 0 0 16,0 0 91-16,0 0 15 0,0 0 3 0,0 0 1 15,0 0-33-15,0 0-6 0,0 6-2 0,3 2 0 16,-3 2-33-16,0 3-6 0,3 3-2 0,-3 3 0 15,0 2-5-15,3 0-2 0,0 3 0 0,-3 2 0 16,3 1-1-16,-3-1 0 0,3-2 0 0,0 8 0 0,-3-3-8 0,3 3-3 16,0 2 0-16,0 1 0 0,-3-1-9 0,3-2 0 15,0 2 9-15,0-2-9 0,0-3 8 0,0 0-8 0,0-2 8 16,0-1-8-16,0-2 0 0,-3 0 8 16,0-3-8-16,-3 3 0 0,3-6 0 0,0 1 0 0,-3-1 0 0,3-5 0 15,0 1-19 1,0-4-8-16,3-2-1 0,-3-3-1 0,6-2-164 15,-3-3-33-15,3-3-6 0</inkml:trace>
  <inkml:trace contextRef="#ctx0" brushRef="#br0" timeOffset="3286.365">14728 10936 2109 0,'-9'-3'88'0,"0"3"-70"15,0 0 70-15,0-2 13 0,-3 2 3 0,3 2 1 31,-3-2-23-31,0 3-5 0,0 0-1 0,3 2 0 0,-2 0-9 16,2 3-3-16,3 0 0 0,-3 3 0 0,3 2-51 16,0 0-13-16,0 3 0 0,3 2 0 0,0 4 0 15,0-4 0-15,3 3 0 0,-3 3 0 0,6-3 0 0,-3 0 0 0,3 3 0 16,3 0 0-16,0-5 0 16,0-1-13-16,3 1 2 0,3-3 1 0,0-1 10 0,-1-1 14 0,4-4-3 15,0 1-1 1,3-1-59-16,3-2-12 0,-3-2-3 0,3-1 0 0,-1-5 73 0,4 0 15 0,-3-3 2 0,3 1 1 15,-3-4-27-15,0-2 8 0,-1-2-8 16,-2 2 0-16,0-5 33 0,0 2 2 0,-3 0 0 16,0-2 0-16,-3-3-35 0,0-2 0 0,-1-3 0 0,-2 0 0 15,0-3 58-15,-3 0 5 0,0 0 1 0,-3-2 0 16,0 4-52-16,-3-1-12 0,-3 1 0 0,0 1 0 16,-3 3 22-16,-3-1 2 0,0 3 0 0,-2 0 0 15,-1 3-39-15,-6 0-7 0,0 2-2 0,-6 4 0 16,0 1 37-16,-5 1 7 0,-4 2 2 0,-3 1 0 31,3 2-60-31,-2 2-12 0,-1 1-2 0,-3 2-1 0,6 1-88 16,4 1-18-16,2 1-3 0</inkml:trace>
  <inkml:trace contextRef="#ctx0" brushRef="#br0" timeOffset="3753.75">15508 10880 2310 0,'-18'-5'48'0,"12"5"11"0,0 0-47 16,-3-3-12-16,0 3 0 0,0 0 0 0,0 0 104 0,-3 0 20 0,0 0 3 0,0 3 1 16,-3 0-52-16,1-1-9 0,2 4-3 0,0 2 0 15,-3 2-64-15,0 1-11 0,0 2-3 0,0 0-1 16,3 3 15-16,0 0 0 0,1 0 0 0,2 2 0 15,0 1 0-15,3-1-9 0,3 4 9 16,0 1-8-16,3-1 8 0,3 1-8 0,3 1 8 16,3-3-8-16,3 1-13 0,2-7-3 0,1 1 0 0,3-3 0 31,3 1-3-31,0-4-1 0,3 1 0 0,-1-6 0 0,4 0 28 0,0-2 12 0,3 2 0 0,3-5-1 16,-4 0-26-16,1-2-5 0,0-1 0 0,-3-2-1 15,-1-3 29-15,-5 3 7 0,3-3 1 0,-3-3 0 16,-3-2 42-16,0 0 9 0,-3-3 1 0,-1 0 1 15,1-3-55-15,-3-2-14 0,3 0 0 0,-3 0 0 16,-3-3 54-16,0 3 8 0,0 0 2 0,-6 2 0 16,0 1-52-16,-3-4-12 0,0 7 0 0,-3-4 0 15,-6 1 31-15,0 2 3 0,0 0 1 0,-6 0 0 16,0 3-23-16,-3 2-12 0,0-2 12 0,-2 5-12 16,-7 0-26-16,0 3-12 0,-3-1-2 0,-2 4-1 15,-1-1-19-15,3 6-3 0,-3-1-1 0,4 1 0 16,2 5-116-16,6-3-23 0,3 3-5 0</inkml:trace>
  <inkml:trace contextRef="#ctx0" brushRef="#br0" timeOffset="4336.909">16460 10735 2066 0,'-3'-16'43'0,"3"11"10"16,0-1-42-16,0 1-11 0,0-3 0 0,0 3 0 15,3-3 112-15,0 3 21 0,-3-1 4 0,3 1 1 0,-3 5-35 16,0 0-7-16,0-5-2 0,0 5 0 16,0 0-32-16,0 0-6 0,0 0-2 0,0 0 0 0,0 0-19 0,6 8-4 15,-3 0-1-15,-3 5 0 0,3 5-11 0,0 4-3 0,-3 1 0 0,3 4 0 16,-3-1-5-16,0 1-2 16,-3 2 0-16,3 0 0 0,0-3-9 0,-3 3 0 0,0 1 9 0,3 4-9 15,-3-2 0-15,3 5 9 0,0 0-9 16,-3 3 0-16,3-9 14 0,0 1-4 0,0-3-1 15,0 0 0-15,0-5 15 16,0 0 4-16,0-3 0 0,0 0 0 0,3-2-37 0,-3-1-7 16,0 1-2-16,3-3 0 0,-3-3 18 0,0 0 0 0,3-5 0 15,-3 3 0-15,3-6-19 0,0 0-3 0,0 1-1 0,0-4 0 32,3-2-122-32,-3 0-25 0,3-5-5 0</inkml:trace>
  <inkml:trace contextRef="#ctx0" brushRef="#br0" timeOffset="5236.157">14880 12344 1854 0,'-6'-6'78'0,"0"4"-62"16,6 2 56-16,-3-3 12 0,3 3 3 0,-3-5 0 16,3 5-18-16,0 0-3 0,0-6-1 0,0 6 0 15,3-2-29-15,0-4-7 0,6 4-1 0,-4-3 0 16,4 2-8-16,0 0-1 0,0 1-1 0,6-1 0 15,0 0 2-15,0 1 0 0,6-1 0 0,0 0 0 16,5 1-6-16,4-4-1 0,3 6 0 0,3-2 0 16,-4-1-13-16,4 0 8 0,0 1-8 0,2-1 0 15,-5 1 8-15,0-1-8 0,0 0 0 0,-1-2 0 16,-2 2 0-16,0 1 0 0,0-4-8 0,-3 4 8 16,-1-1-49-16,-5 0-3 0,0 1-1 15,-3-1 0-15,-3-2-157 0,0 0-31 0</inkml:trace>
  <inkml:trace contextRef="#ctx0" brushRef="#br0" timeOffset="5537.209">15210 12023 1949 0,'0'0'82'0,"0"0"-66"16,0 0 62-16,3-2 12 0,3-1 2 0,-6 3 1 15,3-3-17-15,3 3-3 0,0 0-1 0,0 3 0 16,0 0-15-16,0 2-3 0,0 0-1 0,2 1 0 16,-2 2-38-16,0 2-15 0,0-2 11 0,0 5-11 15,0 1 50-15,0 1 4 0,0 1 1 0,0 5 0 16,-3-2-38-16,3 2-7 0,-3 3-2 0,0 2 0 16,0 4-8-16,0-1 0 0,0 2 0 0,0 1 0 15,0 0 0-15,0-6 0 0,3 3 0 0,-3 1 0 16,0-4 0-16,3-2 0 0,0 0 0 0,0-3 0 15,0-3-8-15,0 1-8 0,-1-3 0 0,1-3-1 16,3 0-127-16,-3-2-24 0,3-3-6 16</inkml:trace>
  <inkml:trace contextRef="#ctx0" brushRef="#br0" timeOffset="5863.602">16475 11936 2269 0,'0'0'64'0,"0"0"15"0,0 0-63 16,0 0-16-16,0 0 0 0,0 0 0 0,0 0 54 0,0 0 8 0,0 0 2 0,0 0 0 15,0 0 0-15,0 0 0 16,0 8 0-16,0 0 0 0,0 5 0 15,0 0 0-15,-3 3 0 0,3 3 0 0,-3 2-52 0,0 0-12 0,3 0 0 16,-3 1 0-16,3 1 0 0,-3 1 0 0,3-3 0 16,0 6 0-16,0-1 0 0,0 1 0 0,0-1 0 0,0 3 0 15,3-2 0-15,-3 2 0 0,3-3 0 0,-3 1 0 16,3-6 0-16,0 0 0 0,0-2 0 0,0-1 0 16,3-2 21-16,-3-3 2 0,0 3 0 0,0-5 0 15,3-3-117 1,-3 2-23-16,0-2-5 0</inkml:trace>
  <inkml:trace contextRef="#ctx0" brushRef="#br0" timeOffset="6470.332">13558 13174 1579 0,'-48'8'32'0,"30"-5"10"0,4-3-34 0,-1 0-8 15,0 3 0-15,3-3 0 0,0 0 49 0,3 0 8 0,3 0 2 0,6 0 0 16,0 0 4-16,0 0 1 0,0 0 0 0,0 0 0 16,0 0-48-16,0 0-8 0,-3-6-8 0,6 1 9 15,3 2 18-15,0 1 3 0,6-1 1 0,0 0 0 16,6 1-5-16,-1 2-1 0,1-3 0 0,6 1 0 15,3 2-1-15,0-3-1 0,5 3 0 0,4 0 0 16,-3-3 3-16,3 3 1 0,-1-2 0 0,7-1 0 16,6 3-4-16,-1-3-1 0,7 1 0 0,2-1 0 15,1 3-22-15,-3-5 0 0,5 2 0 0,4-2 0 16,-1 2 27-16,1 1 1 0,2-1 0 0,7 0 0 16,-1 1 6-16,0-1 2 0,4 3 0 0,8-3 0 15,-8 1-36-15,5-1 0 0,-3 3 0 0,13-3 0 16,-13 1 0-16,3-1-20 0,1 0 2 0,5 1 1 15,-6 2 17-15,-2-3 16 0,-1 0-4 0,7 3 0 16,-7-2-12-16,-3-1 11 0,1 1-11 0,5-1 10 16,-5 3-10-16,-4-5 0 0,1 2 0 0,2 0 0 15,-12-2 17-15,-2 0 2 0,-3-1 0 0,-1-2 0 16,-5 3-31-16,-4-3-5 0,-2-2-2 0,-3 2 0 16,-4-3-45-16,-5 1-10 0,-3-4-2 0</inkml:trace>
  <inkml:trace contextRef="#ctx0" brushRef="#br0" timeOffset="7587.582">16645 13378 1824 0,'-15'0'38'0,"6"3"8"0,3-3-37 0,0 2-9 0,0-2 0 0,0 3 0 15,-3-3 81-15,0 5 15 0,3-2 2 0,-6 0 1 16,0 2-56-16,0 0-11 0,1 1-3 0,-1 2 0 16,-3-1 9-16,0 1 2 0,0 0 0 0,0 0 0 15,3 5-24-15,0 1-5 0,0-1-1 0,1 3 0 16,2 2-10-16,-3 4 0 0,3-1 0 0,3 2 0 15,0-1-8-15,0-1-1 0,3 0 0 0,0 0 0 16,6-2-8-16,0-1-2 16,0-2 0-16,3 0 0 0,0-3-3 0,3 0-1 0,0 1 0 0,3-4 0 15,-1-2 7-15,4 0 0 0,0-3 1 0,3 1 0 16,0-6 7-16,-3 0 8 0,3 0-13 0,0-3 5 16,-4-2 8-16,4-1 0 0,-3-1 0 0,3 1 8 15,-3-4 10-15,-3 2 2 0,3-3 1 0,0 3 0 16,-4-5 34-16,1 0 6 0,0 0 2 0,-3-3 0 15,0-3-8-15,-3-2-2 0,3 0 0 0,-6-3 0 16,0 0-12-16,0-2-2 0,-3-1-1 0,-3 3 0 16,0 1-21-16,-3 1-4 0,0 1-1 0,-3 3 0 15,0-1-4-15,-3 3-8 0,-3 0 11 0,-2 1-11 16,2 1 23-16,-3 1-3 0,0 0 0 0,-3 2 0 16,-3 3-169-16,-2 3-35 0,-4 0-6 0</inkml:trace>
  <inkml:trace contextRef="#ctx0" brushRef="#br0" timeOffset="7996.805">15838 13291 2268 0,'0'0'96'0,"0"0"-77"15,0 0 45-15,0 0 8 0,0 0 3 0,0 0 0 16,0 0-9-16,0 0-2 0,0 0 0 0,3 2 0 16,0 4 0-16,0-1 0 0,0 0 0 0,0 3 0 15,0 3-51-15,-3 2-13 0,3 0 0 0,-3 6 0 16,0-1 0-16,0 4 0 0,0 1 0 0,0 4 0 15,0 2 0-15,0 5 0 0,3 1 0 0,-3-1 0 16,0-2 0-16,0 0 0 0,0-3 0 0,0 0 0 16,0-3 0-16,0-2 0 0,0 0 0 0,0 0 0 15,0 0 0-15,0-3 0 0,0 0 0 0,-3 0 0 16,3-2 0-16,0-1 0 0,-3-2 0 0,3 3 0 16,-3-4 0-16,0-4 0 0,3 2 0 0,-3-2 0 15,3-3 0-15,-3 0 0 0,0-3 0 0,3-5 0 16,0 0-121-16,0 0-27 0,0 0-6 0</inkml:trace>
  <inkml:trace contextRef="#ctx0" brushRef="#br0" timeOffset="8753.269">14984 13344 2204 0,'-9'2'46'0,"0"-2"10"0,0 3-45 0,0 0-11 15,0-1 0-15,-3 1 0 16,3 0 53-16,-3 2 9 0,0 0 2 0,0 1 0 0,-2 1-21 0,-1-1-4 0,3 2-1 0,-3 2 0 15,0-2-15-15,3 3-3 0,0-1-1 0,-3 1 0 16,3 2-11-16,4 6-8 0,-4-3 12 0,3 5-12 16,0 3 0-16,3 2 0 0,3 3 0 0,-3 0 0 15,6-2-12-15,0-1 12 0,0-2-13 0,6 0 5 16,0-3-8-16,0-3-2 0,3 1 0 0,3-3 0 16,2 0-12-16,4-6-2 0,0 1-1 0,3-3 0 15,-3 0 10-15,6-6 3 0,-1-2 0 0,-2 0 0 16,3-5 10-16,0 0 10 0,0-6-13 0,0 1 5 15,-1-4 8-15,1 1 0 0,0-3 0 0,0-2 0 16,-3 2 11-16,-1-3 4 0,-2-2 1 0,0 3 0 16,-3-6 19-16,-3 3 4 0,-3-3 1 0,-3-3 0 15,0 4 11-15,-6-1 2 0,-3 0 1 0,0 0 0 16,-6 0-15-16,0 3-3 0,-3 0-1 0,-3 3 0 16,-3-1-19-16,-2 3-4 0,-1-2-1 0,0 4 0 15,-3 1 12-15,0 0 2 0,-3 2 1 0,1 3 0 16,-1 3-72-16,-3 5-14 0,-3 0-4 0</inkml:trace>
  <inkml:trace contextRef="#ctx0" brushRef="#br0" timeOffset="9170.469">14228 13275 2276 0,'-6'0'48'0,"0"-3"9"0,6 3-45 0,0 0-12 0,0 0 0 0,0 0 0 16,0 0 60-16,0 0 11 0,0 0 1 0,0 0 1 16,0 0-7-16,-3 8-2 0,0-2 0 0,3 4 0 15,0 3 0-15,0 3 0 0,3 5 0 0,0 3 0 16,-3 0-51-16,3 5-13 0,-3 6 0 0,0 2 0 16,3 0 0-16,0 0 0 0,-3 5 0 0,3 0 0 15,0-5 54-15,-3-2 8 0,3-1 2 0,0-2 0 16,-3 0-52-16,3-1-12 0,0 1 0 0,-1-3 0 15,-2-2 0-15,3-1 0 0,0 1 0 0,-3-6 0 16,3-3 0-16,-3-2 0 0,3-3 0 0,-3-5-10 16,3 0-91-16,0-2-19 0,-3-6-3 0</inkml:trace>
  <inkml:trace contextRef="#ctx0" brushRef="#br0" timeOffset="10850.235">16930 13966 2218 0,'0'0'46'0,"0"0"11"0,-6-3-45 0,6 3-12 0,-3-3 0 0,3 3 0 16,0-5 73-16,0 0 13 0,3-1 2 0,-3 1 1 15,3 0-21-15,3 0-4 0,-3-1 0 0,3 1-1 16,0 2-51-16,3-2-12 0,-3 2 0 0,3-2 0 15,0 2 27-15,0 1 2 0,3-1 1 0,0 0 0 16,0 1-48-16,0 2-10 0,-1-3-1 0,1 6-1 16,-3-3 30-16,3 5 0 0,-3-2 0 0,0 2 0 15,-3 3 0-15,0 3 20 0,-3-1-4 0,-3 3 0 0,0 3-24 0,0 0-6 16,-6 0-1-16,0 3 0 0,0-1 4 16,-3 1 1-16,-3-4 0 0,3 4 0 0,-3-3 10 0,3 0 12 15,-2-3-2-15,2 0-1 0,0 3-9 0,0-3-16 0,0-2 4 16,3 2 1-16,0-2 11 0,3-3 0 15,0 2 0-15,0-2 8 0,3-3 5 16,3 1 2-16,0-4 0 0,3 4 0 0,3-4 4 16,-3-2 1-16,6 0 0 0,0 0 0 0,2-2 13 0,4-1 3 15,0 0 1-15,6-2 0 0,-3 0-37 0,3 0 0 16,-1-3-12-16,1 2 4 0,3-2 8 0,-6 0 11 0,3 3-3 0,-3-3 0 16,-4 3-57-1,4 0-12-15,-3-3-3 0</inkml:trace>
  <inkml:trace contextRef="#ctx0" brushRef="#br0" timeOffset="14681.708">22482 8441 1592 0,'0'0'33'0,"0"0"7"0,0 0-32 0,0 0-8 0,0 0 0 0,0 0 0 16,0 0 88-16,0 0 16 0,-3-3 4 0,3 3 0 15,0 0-28-15,-6-3-6 0,6 3-1 0,0 0 0 16,-3-5-9-16,3 5-1 0,-3-5-1 0,-3 2 0 15,6 3-10-15,-3-2-1 0,3 2-1 0,-6-6 0 16,3 4-12-16,-3-1-2 0,0 0-1 0,0 1 0 16,0-1-11-16,0 3-1 0,0-3-1 0,0 1 0 15,-3-1-8-15,0 3-2 0,1-3 0 0,-1 1 0 16,0 2-2-16,0-3-1 0,0 3 0 0,0-2 0 16,0 2-9-16,-3-3 10 0,3 3-10 0,-3 0 10 15,3 0-10-15,-3-3 8 0,3 3-8 0,1 0 8 16,-4-2-8-16,3 2 8 0,0-3-8 0,-3 3 8 15,3 0-8-15,0-3 0 0,-3 3 9 0,0 0-9 16,3 0 0-16,-3 0 0 0,0 0 0 0,1 0 8 16,-1 0-8-16,0-2 0 0,0 2 0 0,0 0 0 15,-3-3 0-15,0 3 0 0,0 0 0 0,-3 0 0 16,1 0 0-16,-1-3 0 0,0 3 0 0,-3 0 0 16,3-2 0-16,-3 2 0 0,3-3 0 0,-2 3 0 15,-4 0 0-15,3-3 8 0,-3 1-8 0,0-1 0 16,-2 3 0-16,2-3 0 0,-6 1 0 0,0-1 8 15,0 3-8-15,-2-2 0 0,-1 2 0 0,0-3 0 16,0 3 0-16,4 0 0 0,2-3 0 0,-6 3 8 0,3-2-8 0,1-1 0 16,-4 0 0-16,-3 1 0 0,3 2 0 0,-2-3 0 15,2 0 0-15,-3 3 8 0,1-2-8 0,5 2 0 16,-3-3 0-16,0 3 0 0,4 0 0 0,-4-3 0 0,3 1 0 0,-3 2 0 16,3 0 0-16,-2 0 0 0,-1 0 0 0,0 0 0 15,3 0 0-15,1 2 0 0,2 1 0 0,-3-3 0 16,3 3 0-16,1-3 0 0,2 2 0 0,-3-2 0 15,0 3 0 1,0-3 0-16,1 3 0 0,-4-3 0 0,3 2 0 0,0 1 0 0,0 0 0 16,1-1 0-16,2 1 0 0,0-3 0 0,0 3 0 0,0-1 0 15,4 1 0-15,-1-3 0 0,0 2 0 0,-3-2 0 16,3 3 0-16,0-3 0 0,-2 0 0 0,-1 0 0 16,0 0 0-16,0 0 0 0,-3 0 0 0,4 0 0 15,-4 0 0-15,6 0 0 0,-3 0 0 0,0 0 0 16,4 0 0-16,-1 0 0 0,0 0 0 0,3 0 0 15,-3 0 0-15,0 0 0 0,0 0 0 0,1 3 0 16,-1-3 0-16,0 0 0 0,0 2 0 0,-3 1 0 16,3-3 0-16,1 3 0 0,-1-1 0 0,0 1 0 15,3-3 0-15,-3 0 0 0,3 3 0 0,1-1 0 16,2-2 0-16,0 0 0 0,0 3 0 0,0-3 0 16,0 3 0-16,0-1 0 0,0-2 0 0,0 3 0 15,1-3 0-15,-4 3 0 0,6-1 0 0,-3 1 0 16,0-1 0-16,0 1 0 0,-3 2 0 0,3-2-8 0,1 0 8 15,2-1 0-15,0 1 0 0,-3 0 0 16,3 2 0-16,3-2 0 0,-3-1 0 0,3 1 0 16,0 0 0-16,0-1 0 0,0-2 0 0,0 3 0 0,4-1 0 0,-1 1 0 15,0-3 0-15,0 3 0 0,6-3 0 16,-6 0 0-16,6 0 0 0,-6 2 0 0,6-2 0 16,0 0 0-16,-3 0 0 0,3 0 8 0,-6 3-8 0,6-3 0 0,0 0 0 0,-6 0 0 15,6 0 0-15,-6 0 0 0,6 0 0 0,-6 3 0 16,6-3 0-16,-3 0 0 0,3 0 0 0,-6 0 0 15,6 0 0-15,0 0 0 0,0 0 0 0,-6 0 0 16,6 0-27 0,0 0-6-16,0 0-2 0,-9-3 0 0,3 3-185 0,0 0-38 15</inkml:trace>
  <inkml:trace contextRef="#ctx0" brushRef="#br0" timeOffset="15352.747">19303 8173 1989 0,'0'0'56'0,"0"0"13"0,0 0-55 0,0 0-14 0,0 0 0 0,0 0 0 16,0 0 94-16,0 0 16 0,0 0 3 0,0 0 1 15,0 0-36-15,0 0-7 0,0 0-2 0,0 0 0 16,0 0-14-16,0 0-3 0,0 0-1 0,0 0 0 15,0 0-22-15,0 0-4 0,0 0-1 0,0 0 0 16,0 0-10-16,0 0-2 0,-6-2-1 0,6 2 0 16,-6 0-11-16,0 0 8 0,0 2-8 0,0 1 8 15,-3 2-8-15,0 1 0 0,0-1 0 0,-3 0 0 16,3 3 8-16,-6 3-8 0,4-3 0 0,-1 5 8 16,0-2-8-16,-3 2 0 0,3 0 0 0,0-2 0 15,0 2 0-15,0 0 0 0,0-2 0 0,3 2 0 16,0-3 0-16,1 1 0 0,-1 0 0 0,0-1 0 15,3-2 0-15,0 0 0 0,3 0 0 0,-3-3 0 16,3 3 0-16,-3-2 0 0,3-1 0 0,0 0 0 16,3 0 0-16,0-5 0 0,-3 6 0 0,3-1 0 15,0-5 0-15,0 5 0 0,0-5 0 0,0 6 0 16,0-1 0-16,3 0 0 0,-3 0 0 0,3-2 0 16,0 2 0-16,0-2 0 0,0 2 0 0,3-2 0 15,-3 2 15-15,3-2-3 0,-3 0 0 0,3 2 0 16,0-2-1-16,-3-1-1 0,3 1 0 0,0-1 0 15,-1 1-10-15,1 2 10 0,3-5-10 0,-3 3 10 16,0 2-10-16,0-2 0 0,0 0 0 0,3-1 0 16,-3-2 0-16,0 3 0 0,3 0 8 0,0-1-8 15,-3 1 0-15,3 0 0 0,0-1 0 0,0 1 0 16,3-1 0-16,-4 1 0 0,4 0 0 0,-3-1 0 16,0 1 0-16,0 0-17 0,-3-1 4 0,3 1 1 15,0 0-117-15,-3-1-23 0,0 1-5 0</inkml:trace>
  <inkml:trace contextRef="#ctx0" brushRef="#br0" timeOffset="37505.204">22348 10499 1637 0,'0'0'34'0,"0"0"8"16,0 0-34-16,0 0-8 0,0 0 0 0,0 0 0 15,0 0 92-15,0 0 17 0,0 0 3 0,0 0 1 0,0 0-39 0,0 0-8 0,0 0-2 0,-6-2 0 16,6 2 0-16,-6-3 0 0,6 3 0 0,-6 0 0 16,6 0 0-16,-6-3 0 15,3 3 0-15,3 0 0 0,-9 0-51 0,3 0-13 16,6 0 0-16,-6 0 0 0,0 0 54 0,6 0 8 0,-9 0 2 0,3 0 0 16,0 0-52-16,6 0-12 0,-9 0 0 15,9 0 0-15,-5 3 0 0,-4 0 0 0,9-3 0 0,-6 2 0 31,0 4 17-31,0-4 1 0,6-2 0 0,-6 6 0 0,0-1-18 0,0-3 0 0,3 4 0 0,-3 2 0 16,3-3-13-16,0 0-3 0,-3 1-1 0,3 2 0 16,-3-3 17-16,3 3 0 0,0 0 0 0,0 0 0 15,0 2 8-15,-3 1 6 0,3-1 1 0,0 1 0 16,0 2-15-16,0 3 0 0,3-3 0 0,-3 1 0 16,3 4-9-16,0-2-5 0,0 0-1 0,0 2 0 15,0-2 15-15,3 3 0 0,0-3 0 0,0 2 0 16,0-2 0-16,0-3 0 0,0 3 0 0,0-3 0 15,0 1 0-15,0-1 0 0,3 0 0 0,-3 0 0 16,3-2 0-16,-3-1 0 0,3 1 0 0,-3 0 0 16,0-3 0-16,3-1 0 0,0 1 0 0,-3 0 0 15,3 0 0-15,0 0 0 0,3-2 0 0,-3 1 0 16,0-1 0-16,2-1 0 0,-2 0 0 0,0 1 0 16,3-4 0-16,0 4 0 0,0-4 0 0,0-2 0 15,0 3 0-15,0 0 0 0,3-3 0 0,-3 0 0 16,3 0 12-16,0 0 6 0,-3-3 1 0,2 0 0 15,1 1-8-15,0-1-2 0,0 0 0 0,0 1 0 16,0-4 2-16,-3 1 0 0,3 0 0 0,0-1 0 16,0 1 1-16,-3-3 1 0,-1 3 0 0,4 0 0 15,-3-3 3-15,0 0 0 0,0 0 0 0,0 0 0 0,0 0-5 16,-3-3-1-16,0 3 0 0,0 0 0 0,0 1-19 0,0-4-4 0,0 0-1 16,-3 3 0-16,0-2 14 0,3-1 0 0,-3 1 0 0,0-1 0 15,0 1 26-15,-3-1 8 16,3 0 2-16,0-2 0 15,-3 3-25-15,0-1-11 0,3-2 10 0,-3 2-10 0,0 1 24 0,2-1 0 16,-2 0-1-16,0 1 0 0,0-1-23 0,-2 1 0 16,2-1 0-16,0 3 0 0,-3-2 0 0,3 2 0 0,0 0 0 0,-3-3 0 15,0 3 0-15,3 3 0 0,-3-3 0 0,0 0 0 16,0 3 0-16,0-3 0 0,0 2 0 0,-3-1 0 16,3 1 0-16,-3 1 0 0,0-3 0 0,0 3 0 15,0-3 0-15,0 2 0 0,0-1 0 0,0-1 0 16,0 2 10-16,-3-2-2 0,3 0-8 0,-3 3 12 15,0-3-12-15,3 0 0 0,1 0 0 0,-4 0 0 16,3 3 0-16,-3 0 0 0,0-3 0 0,0 3 0 16,3-1 0-16,0 4 0 0,-3-4 0 0,3 4 0 15,-3-1 0-15,0 0 0 0,0 1 0 0,0 2 0 16,3-3-11-16,-3 3-5 0,-2 3 0 0,2-3-1 16,-3 2-27-16,3 1-4 0,-3 2-2 0,3 1 0 15,-3-4-136-15,0 6-27 0,3-2-6 0</inkml:trace>
  <inkml:trace contextRef="#ctx0" brushRef="#br0" timeOffset="39975.361">21529 10441 1579 0,'0'0'74'0,"0"0"-66"0,0 0-8 0,0 0 0 0,0 0 0 15,0 0 104-15,0 0 18 0,0 0 4 0,0 0 1 16,0 0-50-16,0 0-9 0,0 0-3 0,0 0 0 16,0 0 51-16,0 0 9 0,0 0 3 0,0 0 0 15,0 0-103-15,3 5-25 0,0-2 0 0,-3-3 0 16,6 5 48-16,-3 1 4 0,0-4 0 0,0 4 1 15,-3-1-33-15,3 0-8 0,0 0 0 0,-3 1-1 16,3 2-11-16,-3 0 0 0,3 0 0 0,-3-1 0 16,3 1 0-16,-3 3 0 0,3 0 0 0,-3 2 0 15,0-3 0-15,3 6 0 0,-3-2 0 0,0 4 0 16,3 1 0-16,-3 2 0 0,0 0 0 0,0 3 0 0,0 0 0 16,-3-3 0-16,3 5 0 0,0-5 0 0,-3 3 0 15,3-5 0-15,0-1 0 0,-3 1 0 0,3-3 18 16,-3 2 2-16,3-2 0 0,-3 0 0 0,0-3-20 15,3 3 0-15,-3-3 0 0,0 0 0 0,0 1 8 16,0-1-8-16,3 0 0 0,-6-2 0 0,3-1 0 16,0 1 0-16,0-1 0 0,0-2 0 0,3-2-16 15,-3 2-4-15,0-3-1 0,3-5 0 16,0 0-35-16,0 0-6 0,0 0-2 0,0 0 0 16,0 0 0-16,0 0 0 0,0 0 0 0,-3-5 0 15,0-3-153-15,0-3-31 0</inkml:trace>
  <inkml:trace contextRef="#ctx0" brushRef="#br0" timeOffset="40317.986">21520 10481 1337 0,'0'0'62'15,"0"0"-62"-15,0-5 0 0,0-1 0 0,0 4 0 16,0 2 58-16,0 0 5 0,0-6 1 0,0 6 0 16,0 0 37-16,0 0 8 0,0 0 2 0,0 0 0 15,0 0-47-15,0 0-10 0,-6 0-2 0,0 0 0 16,-3 6-19-16,4-4-4 0,-1 4-1 0,-3-1 0 15,3 3-28-15,0 0 8 0,-3 0-8 0,3 0 0 0,0-1 0 0,0 4 0 16,0-3 0-16,0 3 0 0,0-3 0 0,3-1 0 0,0 1 0 0,-3 3 0 16,3-3 0-16,3 0 0 0,-3-3-9 0,3 3 9 31,0 0-110-31,0 0-16 0,0-3-3 0</inkml:trace>
  <inkml:trace contextRef="#ctx0" brushRef="#br0" timeOffset="40759.478">21416 11134 1869 0,'0'0'87'0,"0"0"-78"0,0 0-9 16,0 0 0-16,0 0 0 0,0 0 68 0,0 0 12 0,0 0 3 0,0 0 0 15,0 0-27-15,3-2-4 16,0-1-2-16,3 0 0 0,-3 1-2 0,3-1-1 0,0 0 0 0,0 1 0 15,0 2-38-15,0-3-9 0,3 1 0 16,0 2 0-16,0-3 53 16,0 3 9-16,2-3 2 0,-2 3 0 0,3 0-52 0,3 0-12 0,-3 0 0 15,3 0 0-15,-3 0 0 16,3 0 0-16,-3 0 0 0,2 0 0 0,-2 0 0 0,3 0 0 0,-3 0 0 16,0 0 0-16,0 0 0 0,0 0 0 0,0 0 0 0,-3 0 0 31,3-2-151-31,-3 2-33 0,0 0-6 0</inkml:trace>
  <inkml:trace contextRef="#ctx0" brushRef="#br0" timeOffset="45837.908">19517 10441 1579 0,'-3'-5'32'0,"3"0"10"0,-3-3-34 0,3 2-8 0,0 1 0 0,0 2 0 31,0-2 104-31,0 5 20 0,0-8 3 0,0 8 1 0,0-3 0 0,0 3 0 0,0 0 0 0,0 0 0 15,0 0-52-15,0 0-9 0,0 0-3 0,0 0 0 16,0 0-51-16,0 0-13 0,0 0 0 0,0 6 0 16,3 2 54-16,-3 0 8 0,0 2 2 0,3 3 0 15,-3 1-47-15,0 2-9 0,3 2-8 0,-3 1 12 16,0-1-2-16,3 3 0 16,-3 0 0-16,0 3 0 0,0 3-21 0,0 4-4 15,0 4-1-15,0-1 0 0,0-2 16 0,0 0 0 0,0-3 0 16,3 0 0-16,-3-3 25 0,0-2 8 0,3 0 2 0,-3-3 0 15,3-5-27-15,-3 3-8 0,0-3 0 0,3-1 0 16,-3-1 0-16,0-4 0 0,3 3 8 0,-3-2-8 16,3-3 0-16,-3 0 0 0,3-3-8 0,3 1 8 15,-3-4-32-15,6-2-1 16,-3-2 0-16,6-1 0 0,-1-2-208 0,4-3-42 16</inkml:trace>
  <inkml:trace contextRef="#ctx0" brushRef="#br0" timeOffset="46565.119">20541 10550 1792 0,'0'-8'51'0,"-3"2"10"16,3 4-49-16,-3-4-12 0,3 6 0 0,-3-2 0 15,-3 2 105-15,3-3 19 0,-3 3 3 0,-3 3 1 16,0-1-52-16,3 4-9 0,-3-1-3 0,-2 0 0 16,2 6-51-16,0-3-13 0,-3 2 0 0,0 4 0 15,3 2 19-15,-3-1 1 0,3 4 0 0,-3-1 0 16,3 4-20-16,3 1 0 0,0 1 0 0,0 0 0 16,3 0 0-16,3-3 0 0,0-2 0 0,3 2 0 15,0-3-10-15,3-2-9 0,3-3-1 0,0 3-1 0,0-3 21 16,3-2 0-16,3 0 0 0,-3-1 0 15,3-2 0-15,3-3 0 0,-1 1 0 0,1-4 0 16,0-2 0-16,0 0 0 0,0 0 0 0,0-5 0 16,3 2 25-16,-1-5 10 0,-2 1 1 0,3-4 1 0,0 3-8 0,0-3-1 15,-3-2-1-15,2 0 0 0,-2 0-27 16,-3-3 0-16,3 0 0 0,-3-3 0 0,-3 1 56 0,0-3 7 16,-3-3 1-16,-3 0 0 0,-3 3-52 15,0-3-12-15,-3 3 0 0,-3 0 0 0,-3 0 54 0,0 5 8 0,-6-3 2 0,0 1 0 16,-6 5-64-1,3-3 0-15,-6 2 0 0,0 1-10 0,1 3 10 0,-4-1 8 0,3 3-8 0,-6 3 11 16,3 0-11-16,1-1 0 0,-1 6 0 0,-3 0 0 16,0 3-56-16,0 2-3 15,1 0-1-15,-1 1 0 0,0 2-54 0,3 2-11 16,-3 3-3-16</inkml:trace>
  <inkml:trace contextRef="#ctx0" brushRef="#br0" timeOffset="48268.327">22854 11063 1425 0,'0'0'60'0,"0"0"-48"16,0 0 115-16,-3-3 23 0,3 3 5 0,0-5 1 15,0 5-30-15,0-5-6 0,0-1 0 0,0 6-1 16,3-2-38-16,3-4-7 0,0 1-2 0,3 3 0 15,0-4-22-15,3 4-5 0,-1-1-1 0,4 0 0 16,-3 1-18-16,3-1-4 0,0 0-1 0,0 1 0 16,0-1-13-16,0 3-8 0,0 0 8 0,-4 0-8 15,4 0 0-15,-3 0 0 0,0 3 0 0,-3-1 8 16,0 4-8-16,0 2 0 0,-3 0 0 0,-3 5 0 16,-3 3 0-16,0 5 0 0,-6 3 0 0,-3-1 0 15,0 7-40-15,-6-1-2 0,0 0-1 16,-6 2 0-1,1-4-24-15,-4 2-5 0,-3-2 0 0,3-1-1 0,-3 0 22 0,7-2 5 16,-4 0 1-16,3 0 0 0,6-3 26 0,3 0 6 0,0 0 1 0,6 1 0 16,3-4 12-16,3-2 0 0,3 0 0 0,6-3-9 15,0-2 9-15,6-3 11 0,3-3-3 0,3 0 0 16,2-2 14-16,1-3 2 0,3 0 1 0,0-3 0 16,0 3-1-16,2-2 0 0,1-1 0 0,3 0 0 15,3-2-8-15,-4 0-1 0,4-1-1 0,3 1 0 16,-6 2-14-16,-1-2 0 0,-2 0 0 0,0 0 0 15,-6 2-107-15,-6 0-27 0</inkml:trace>
  <inkml:trace contextRef="#ctx1" brushRef="#br0">21845 17371 0</inkml:trace>
  <inkml:trace contextRef="#ctx0" brushRef="#br0" timeOffset="49139.861">17341 13833 1526 0,'0'0'43'0,"0"0"10"0,6 0-42 0,-3 3-11 0,3-3 0 0,0 0 0 16,-6 0 55-16,3 0 9 0,3 0 1 0,0-3 1 15,0 3-14-15,0-2-2 0,3-1-1 0,-3 0 0 16,0-2-5-16,3 0 0 0,-1-1-1 0,4 1 0 16,0-3-15-16,0 0-4 0,3 0 0 0,0-2 0 15,3-1-9-15,3-2-3 0,-1 0 0 0,4 0 0 16,0-3-12-16,3-6 11 0,0 1-11 0,-1-3 10 16,1 1-10-16,0-6 0 0,3 2 9 0,0-5-9 15,2 3 0-15,7-3 0 0,0 3 0 16,2-8 0-16,1 0 0 0,-3-2 0 0,2-4 0 0,4-2 0 15,-3-2 0-15,-1 2 0 0,4-6 0 0,3-4 0 16,-4 5 0-16,4-6 0 0,-3 0 12 0,5-4-4 16,-5 4-8-16,0 3 0 0,2 0 0 0,1-2 0 15,-1 4 0-15,-2-2 0 0,6 0 0 0,-1-2 0 16,-8 5 0-16,0 5 0 0,-4 0 8 0,4-6-8 16,-6 6 0-16,2 3 8 0,-2-3-8 0,0 0 0 15,-3 8 8-15,-4 3-8 0,-2 2 10 0,0 3-10 16,-6 2 12-16,-3 4-4 0,-3-1-8 0,-1 3 12 15,-5 2 1-15,0 1 0 0,-3 2 0 0,0 2 0 16,-3 1 2-16,0 3 0 0,-3-1 0 0,0 0 0 0,0 6-3 0,0-3 0 16,0 3 0-16,-3 0 0 0,3-1-12 15,-3 4 0-15,3-1 0 0,0 3 0 0,-3-3 0 0,3 3 0 16,0 0 0-16,0 0 0 0,0 0 0 0,0 0 0 0,0 0 0 0,0 0 0 31,0 0-21-31,0 0-7 0,0 0-2 0,0 0 0 16,0 0-54-16,3-5-12 0,0 2-1 0,0-2-1 15,0 3-104-15,0-6-21 0</inkml:trace>
  <inkml:trace contextRef="#ctx0" brushRef="#br0" timeOffset="49554.144">19124 11465 1337 0,'-30'-13'62'15,"21"8"-62"-15,-2-1 0 0,2-2 0 0,3 3 0 16,0 0 109-16,0 2 15 0,6 3 4 0,0 0 0 15,0 0-52-15,0 0-9 0,0 0-3 0,0 0 0 0,3-5-16 0,3 5-4 16,3-3-1-16,3 6 0 0,2-3 0 0,1 5 0 16,6-2 0-16,-3 5 0 15,6-3-7-15,-3 6 0 0,5-1-1 0,-2 1 0 16,-3-1-23-16,3 1-4 0,-3 2 0 0,3 0-8 16,-7 1 0-16,1-1 0 0,-3 3 0 0,0 0 0 0,0-1 0 15,-3 1 0-15,-3 3 0 0,0-1 0 0,-3-2 32 0,0 3 0 16,-3-1 0-16,0 1 0 0,-3-1 0 0,-3 1 0 15,0-1 0-15,-3 4 0 0,3-4-32 0,-3 6 0 0,-3-3 0 16,3 3 0 0,-3-3-20-16,3 0-10 0,0 3-2 0,-3-3-1 15,3 0-101-15,0-2-20 0,-3-1-4 0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2:48:02.205"/>
    </inkml:context>
    <inkml:brush xml:id="br0">
      <inkml:brushProperty name="width" value="0.05292" units="cm"/>
      <inkml:brushProperty name="height" value="0.05292" units="cm"/>
      <inkml:brushProperty name="color" value="#0070C0"/>
    </inkml:brush>
  </inkml:definitions>
  <inkml:trace contextRef="#ctx0" brushRef="#br0">10590 10277 937 0,'0'0'44'0,"0"0"-44"0,0 0 0 0,0 0 0 0,0 0 0 16,0 0 38-16,0 0 2 0,0 0 1 0,0 0 0 16,0 0 19-16,0 0 3 0,0 0 1 0,0 0 0 15,0 0 0-15,0 0 0 0,0 0 0 0,0 0 0 16,0 0 0-16,0 0 0 0,0 0 0 0,0 0 0 15,0 0-18-15,0 0-3 0,-6-3-1 0,0 3 0 16,6 0-16-16,-9-2-3 0,3 2-1 0,0 0 0 16,-2 0-22-16,2 0 0 0,6 0 0 0,-9 0 0 15,0 0 38-15,3 0 3 0,-3 0 1 0,0 0 0 16,3 0-22-16,-3 0-4 0,0 0 0 0,-3 0-1 16,3 0-7-16,-3 0 0 0,0 0-8 0,-2 0 12 15,-1 2-12-15,3-2 9 0,-3 0-9 0,3 3 8 16,-3-3-8-16,0 0 0 0,0 3 0 0,0-1 0 15,4-2 0-15,-4 3 8 0,3-3-8 0,0 3 0 0,-3-1 0 16,3-2 0-16,0 0-12 0,0 3 12 16,0-3 0-16,0 0 0 0,1 0 0 0,-1 0 0 0,0-3 0 0,0 3 12 15,0-2 0-15,-3-1 0 16,3 3-12-16,-3-3 0 0,0 1 9 0,-3-1-9 0,4 3 10 16,-4 0-2-16,0-3-8 0,0 3 12 0,0-2-12 0,0-1 11 15,0 3-11-15,1-3 10 0,-4 3-2 0,3 0-8 16,0 0 12-16,0 0-4 0,0 0 0 0,0 3 0 0,4-3 0 0,-4 0 0 15,3 0-8-15,0 0 0 0,0 0 9 0,0 0-9 16,-3 0 0-16,0-3 8 0,1 3-8 0,-4-5 0 16,0 3 0-16,-6-1 8 0,-3-2-8 15,1 2 0-15,2 0 0 16,-6 3 0-16,3-2 0 0,-2 2 8 0,2-3 0 0,-3 3 0 0,3-3 0 16,-2 1 0-16,-4-1-8 0,0 0 8 0,0 1-8 0,-5-1 8 15,2 0-8-15,-3 1 0 0,4 2 0 0,-7 0 0 16,0-3 0-16,4 3 0 0,-7-2 0 0,0 2 0 15,4 0 0-15,-1 0 0 0,3 0 0 0,-5 0 0 16,2 0 0-16,1 0 0 0,2 0 0 0,-3 0 0 16,1 0 0-16,2 2 0 0,-3-2 0 0,1 0 0 15,5 3 0-15,3-3-8 0,0 2 8 0,-2-2 0 16,2 0 0-16,0 0-10 0,-2 0 10 0,-1-2 0 16,3 2 0-16,-2 0 0 0,5-3 0 0,-3 3 0 15,3 0 0-15,4 0 0 0,-1-2 0 0,-3 2 0 16,0 0 0-16,1-3 0 0,-1 0 0 0,-3 1 0 15,3-1 0-15,1 3 0 0,-1-3 0 0,0 1 0 0,3 2 0 0,1-3 8 16,2 3 0-16,-3 0 1 0,3 0-9 0,-3 0-12 0,1-3 2 16,-4 3 1-1,3-2 9-15,0 2 0 0,1 0 0 0,-1 0 0 0,0 2 0 0,6-2 0 0,-2 3 0 16,2 0 0-16,0-1 0 0,0 1 11 16,3-3-1-16,-3 0 0 0,1 3-10 0,-1-3 0 0,0 0 0 15,0 0 0-15,0 0 0 16,1 0-14-16,-1 0 3 0,-3 0 1 0,6 0 10 0,-3 0 14 0,1 0-3 0,2 0-1 15,0 2-10-15,0-2 0 0,3 0 0 0,-6 3 0 16,3-3 0-16,1 3 0 0,-1-3 0 0,-3 0 0 16,0 0 0-16,0 0 0 0,1 0 0 0,-4-3 0 15,3 3 0-15,-3 0 0 0,3 3 8 0,1-3-8 16,-1 2 0-16,0-2 0 0,3 3 0 0,0-3 0 16,0 2 0-16,4-2 0 0,-4 0 0 0,0 0 0 15,0 0 0-15,-3 0 0 0,3 0 0 0,1 0 8 16,-1 0-8-16,0 0 0 0,-3 0 0 0,3 0 0 15,3 0 0-15,1 0 0 0,-1 0 0 0,3 0-11 16,0 3 11-16,0-3 14 0,3 0-3 0,0 3-1 16,3-1-10-16,0 1 0 0,0-3 0 0,0 5 8 15,4-2-8-15,-1 0 0 0,0-1 0 0,0 1 0 16,3 0 0-16,3-3 0 0,-3 5 0 0,0 0 0 16,3-5 0-16,-3 5 0 0,3-5 0 0,-3 6 0 15,0-1 0-15,0 0 0 0,3-5 0 0,0 6 0 16,-3-1 0-16,3 3 0 0,0-8 0 0,0 8 0 15,-3-3 0-15,3 3 0 0,0-3 0 0,0 3 0 16,3 0-9-16,-3 0 9 0,0 0 0 0,0 0 0 16,0 3 0-16,0-1 0 0,3 1 0 0,-3-1 0 0,3 1 0 0,-3 0 0 15,0 2 0-15,0-3 0 0,0 4 0 16,0-1-8-16,3 3 8 0,-3-3 0 0,0 3 0 0,-3 0 0 0,3 0-8 16,3 2 8-16,-3 1 0 0,0 2 0 0,0 0-8 0,0 3 8 15,0 2 0-15,0 1 0 0,0-1 0 0,0-2 0 16,0 2 0-16,0-2 0 0,0 0 0 0,3-3 0 15,-3 0 0-15,0 1 0 0,0-1 0 0,0 0 0 16,0-3 0-16,0 4 0 0,-3-4 0 0,3 6 0 16,0-3 0-16,0 3 0 0,-3 0 0 0,3-1 0 15,0 1 0-15,0 0 0 0,0 0 0 0,0-3 0 16,0-2 0-16,0 2 0 0,0-3 0 0,3 1 0 16,-3-1 0-16,3-2 0 15,-3 3 0-15,3-3 0 0,-3 0 0 0,0-1 0 0,0 1 0 0,-3 0 0 16,3 0 0-16,0 0 0 0,0 0 0 0,0 0 0 15,0 0 0-15,0-1 0 0,0-1 0 0,0 1 0 16,0 1 0-16,0-2 0 0,0-1 0 0,0 0 0 16,0 0 0-16,0-2 0 0,3-1 0 0,-3 1 0 15,0-3 0-15,0 3 0 0,0-4 0 0,0 1 0 16,0-2 0-16,3 2 0 0,-3-3 0 0,0 0 0 16,0 1 0-16,-3-1 0 0,3-5 0 0,-3 5 0 15,3-5 0-15,0 0 0 0,3 5 0 0,-3-5 0 16,0 0 0-16,0 0 0 0,0 6 0 0,0-6 0 15,0 0 0-15,0 8 0 0,0-8 0 0,3 5 0 0,-3-5 0 16,0 5 0-16,0-5 0 0,3 6 0 0,-3-6 0 0,3 7 0 0,-3-7 0 16,0 6 0-16,3-1 0 15,-3-5 0-15,3 5 0 0,0 1 0 0,0-1 0 16,3 0 0-16,-1 1 0 0,-2-1 0 0,3-3 0 0,0 4 0 16,3-1 0-16,-3 0 0 0,0-2 0 15,3 2 0-15,0-2 0 0,-3 2 0 0,6-2 0 16,0 2 0-16,0 0 0 0,3 1 0 0,-1-4 0 0,4 4 0 0,0-4-8 15,0 1 8-15,3 0 0 0,0 2 0 0,0-2 0 0,-1-1 0 16,1 1 0-16,0-1 0 0,-3 1 0 0,6 0 0 16,-3-3 0-16,-1 0 0 0,4 2 0 0,0 1 0 15,0-3 0-15,3 3 0 0,-1-3 0 0,1 2 0 16,0-2 0-16,0 3 0 0,3-3 0 0,-4 0 0 16,1 3 0-16,0-3 0 0,-3 0 0 0,3-3 0 15,-1 3 0-15,4 0 0 0,-3-3 0 0,6 3 0 16,-4-2 0-16,1 2 0 0,3 0 0 0,0-3 0 15,-4 3 0-15,1 0 0 0,-3-3 0 0,3 3 0 16,0-2 0-16,-4 2 0 0,1-3 0 0,6 0 0 16,-3 3 8-16,-1-2 6 0,1 2 1 15,3 0 0-15,0 0-15 0,-4 0 0 0,4 2 0 0,-3-2 0 16,3 0-9-16,-4 0-5 0,1 0-1 0,3 0 0 16,-3 0 15-16,5 0 0 0,1 3 0 0,0-3 0 15,0 3 9-15,-1-1 5 0,1 1 1 0,0-3 0 16,-1 0-24-16,-2 3-5 0,0-3-1 0,3 0 0 15,-1 2 26-15,1 1 5 0,3-3 0 0,-1 3 1 16,-2-1-17-16,0 1 0 0,0 0 0 0,2-3 0 16,-2 0-15-16,3 2 0 0,-4-2 0 0,4 0 0 15,0 3 26-15,-3-3 5 0,2 0 0 0,1 3 1 16,-3-3-27-16,-4 0-6 0,1 0 0 0,0 0-1 16,0 0 17-16,-4 0 0 0,1 0 0 0,3 0 0 0,-3 0 0 15,-1 0 0-15,4 0 0 0,-3 0 0 0,3 2 0 16,-6-2 0-16,2 0 0 0,1 0 0 0,-3 0 0 15,0 0 0-15,-1-2 0 0,1 2 0 0,3-3 0 0,-3 3 0 0,0-3 0 16,2 1 0-16,-2 2 22 0,3 0 8 0,-3-3 2 0,2 3 0 31,-2 0-22-31,-3-3-10 0,3 1 10 0,0-1-10 0,-4 0 9 0,4 1-9 16,-3-1 8-16,3-2-8 16,0 5 9-16,-4-3-9 0,1 0 10 0,3 3-10 0,0-2 13 0,-3 2-3 15,-1 0-1-15,-2-3 0 0,3 3-1 0,-3-2-8 0,0 2 12 16,0-3-4-16,-4 0-8 0,4 1 0 0,-3-1 0 0,0-2 8 15,0 2-8-15,0-2 0 0,0 2 0 0,-1-2 0 16,4 2 0-16,-3 0 0 0,3 1 0 0,0-3 0 16,0 2 0-16,-1 0 8 0,1 1-8 0,0-1 8 15,-3 3-8-15,3-3 0 0,0 1 0 0,0-1 0 16,-4 0 0-16,1 1 0 0,0 2 0 0,0-3-11 16,0 0 11-16,0 1 0 0,0 2 0 0,-1-3 0 15,1 1 0-15,3 2 0 0,-3 0 0 0,0-3 0 16,3 3 0-16,-3 0 0 0,-1 0 0 0,4 0 0 15,-3 0 0-15,0 0 0 0,0 3 0 0,0-3 0 16,-1 0 0-16,1 0 0 0,-3 0 0 0,-3 0 0 16,3-3 0-16,-3 3 0 0,0 0 0 0,0 0 0 15,0 0 0-15,0-3 0 0,-1 3 0 0,1-2 0 16,-3 2 0-16,3 0 0 0,0-3 0 0,0 3 0 16,-3 0 0-16,3-3 0 0,-3 1 0 0,0-1 0 15,0 0 0-15,0 1 14 0,0-4-3 0,-1 4-1 16,1-1-10-16,0 0 0 0,0-2 0 0,0 0 0 0,0 0 8 15,0-3-8-15,3 0 0 0,-6 0 8 16,3 0-8-16,0-3 0 0,0 3 9 0,0-2-9 0,0-1 0 0,-1-2 9 16,-2 0-9-16,3-1 0 0,0 1 12 0,-3-3-12 15,3 0 12-15,0 1-12 16,-3-4 15-16,-3 1-4 0,3-1-1 0,-3 1 0 0,0-1 2 0,0-2 0 0,0 2 0 0,0 1 0 16,0-3-1-16,-3 2 0 0,0-2 0 15,3 0 0-15,-3 0-3 0,-3-1-8 0,3-1 12 0,-3 1-4 16,3-1 0-16,-3 1 0 0,0-1 0 15,0-1 0-15,0 0 0 0,0 0-8 0,0 0 12 0,0 3-4 16,0 0 3-16,0 0 0 0,3 2 0 0,-6-2 0 16,3 0-11-16,-3 2 10 15,3-2-10-15,0 0 10 0,0 0-10 0,0 0 0 0,0 0 9 16,0-3-9-16,3 3 0 0,-3-3 9 0,0 3-9 0,3 0 0 16,0-1 11-16,-3 1-11 0,3 3 10 0,0-4-10 15,0 7 8-15,3-1-8 0,-3 0 0 0,0 0 0 16,3 0 8-16,-3 0-8 0,0 0 0 0,0 3 9 15,0-3-9-15,3 6 0 0,-3-4 9 0,0 1-9 16,0 3 8-16,0-1-8 0,0 0 10 0,0 1-10 16,-3-1 9-16,3 1-9 0,0-1 8 0,-3 3-8 15,0 0 8-15,3-2-8 0,-3 2 0 0,0 0 8 16,0 0-8-16,3 0 0 0,-3 0 9 0,1 0-9 16,-1 3 0-16,0-1 8 0,0 1-8 0,0-3 0 0,-3 3 0 15,3 0 8-15,-3-3-8 0,0 2 0 16,0 1 0-16,0 0 0 0,0-3 0 0,0 5 8 0,-3-2-8 0,3 0 0 15,-3-1 0-15,0 1 0 0,0 0 0 0,-3-1-13 16,3 1 5-16,-2-3 8 0,-4 3-110 16,3-3-14-16,-3 0-4 0</inkml:trace>
  <inkml:trace contextRef="#ctx0" brushRef="#br0" timeOffset="41637.317">15383 10158 1314 0,'0'0'37'0,"0"0"8"0,0 0-36 0,0 0-9 0,0 0 0 0,-6-3 0 16,0 1 96-16,0-1 16 0,0 3 4 0,0 0 1 15,-3-3-45-15,3 3-8 0,-3-2-3 0,-3 2 0 16,0-3-13-16,0 3-2 0,-3 0-1 0,0 0 0 15,1 0-9-15,-4 0-3 0,0 0 0 0,0 0 0 16,-3 0-33-16,0 0 0 0,-2 0 0 0,-1 0 0 16,-3 0 0-16,0 0 0 0,-3-3 0 0,1 3 0 15,-4-2 28-15,0 2-2 0,-3 0 0 0,-2-3 0 16,2 3-14-16,0 0-4 0,-2 3 0 0,2-3 0 16,0 2-8-16,0 1 10 0,1 0-10 0,-1-1 10 15,0 1-10-15,-2 0 0 0,2-1-10 0,-6 4 10 16,6-4 0-16,1 4 0 0,2-1 0 0,0 3 0 15,3 0-33-15,4-3-1 0,5 3 0 0,-3 0 0 0,3 0 52 16,0 0 10-16,4-3 3 0,-4 3 0 16,6 0-31-16,-3-3 0 0,3 3 0 0,0 0 0 15,3 0-24-15,0-3-4 0,3 3 0 0,0 0-1 0,1-2 44 0,2 1 9 0,0-1 1 0,0 2 1 16,3-3-26-16,0 3 0 0,0 0 0 0,3 0 0 16,-3 2 0-16,3-2 0 0,0 0 0 0,0 3 0 15,0-1 0-15,0 1 0 0,0 0 0 0,0-1 0 16,3 1 0-16,-3 2 0 0,3-2 0 0,0 2 0 15,-3 0 0-15,3 0 0 0,0 3 0 0,-3 0 0 16,3 0 0-16,0 0 0 0,-3 0 0 0,3 5 0 16,-3 0-8-16,0 0 8 0,3 6 0 15,-3-1 0-15,0 3-9 0,0-2 9 0,0 2-12 0,0 0 12 16,0-3-19-16,0 1 3 0,0-1 1 0,-3-2 0 16,0 0-5-16,3-3 0 0,-3 0-1 0,0 0 0 15,3 1 9-15,-3-1 1 0,0-3 1 0,3 6 0 16,-3-5 10-16,3 2 0 0,0-3 0 0,-3 1-8 15,3-3 8-15,0 0 0 0,3-3 0 0,-3 0 0 16,3-2 0-16,0-1 0 0,3 1 0 0,-3-3 0 16,3-3 0-16,3 0 0 0,-4 1 0 0,7-4 0 15,-3 1 0-15,6-1 0 0,0-2 0 0,0 3 0 16,3-3-27-16,-3-3-3 0,3 3-1 0,-1-2 0 16,4-1 31-16,0 1 0 0,3-1 0 0,0 0 0 15,5-2 16-15,-2 0 8 0,6-1 3 0,0 1 0 0,0 0-27 0,-1-3 0 16,1 0 0-16,3 0 0 15,2 3-16-15,-2-3-9 0,3 0-2 0,0 0 0 0,2 0 45 0,1-3 9 0,0 3 1 16,2 0 1-16,-2 1-29 0,-3-1 0 0,-1 0 0 16,4 0 0-1,-3 0-17-15,-1 0-10 0,4 0-1 0,0 0-1 0,-4 3 48 0,-2-3 9 0,0 2 3 16,0 1 0 0,-7-3-50-16,4 3-9 0,-6 0-3 0,-3-1 0 0,-1-2 31 0,1 3 0 0,0 0 0 15,-3 0 0-15,0-1 20 0,-3 4 11 16,-1-4 1-16,1 4 1 0,-3-1-25 0,-3-2-8 0,0 2 0 15,0-2 0-15,-3 2 8 0,0-2-8 0,-3 2 0 0,0-2 0 16,0 0 8-16,-3-1-8 0,0-2 12 0,0 3-12 16,-3-3 14-16,0 0-4 0,0-2-1 0,-3-1 0 15,0 0 13-15,-3 1 2 0,3-3 1 0,-6-3 0 16,3 0 4-16,0-3 1 0,-3-2 0 0,0-3 0 16,0 1 2-16,0-4 0 0,-3-2 0 0,0 3 0 15,0-1 8-15,0 3 3 0,-2-2 0 0,-1 2 0 16,0-2-26-16,0-1-5 0,0-2 0 0,0 3-1 15,0-4 42-15,-3 4 9 0,7-3 2 0,-4 2 0 16,3 4-47-16,0-1-9 0,-3 0-8 0,3 3 12 16,0 2-12-16,-3 3 0 0,3 3 0 0,-3 0 0 15,4 2 0-15,-4 3-9 0,3 0 0 0,-3 3 0 16,3 0-102-16,-6 2-20 0,3 1-4 0</inkml:trace>
  <inkml:trace contextRef="#ctx0" brushRef="#br0" timeOffset="43306.547">14103 17011 1482 0,'-15'3'31'0,"0"-1"6"0,3-2-29 0,3 0-8 0,0 0 0 15,3 0 0 1,0-2 8-16,0-1 1 0,0 0 0 0,3 3 0 0,3 0 6 16,0 0 1-16,0 0 0 0,0 0 0 15,0 0-16-15,0 0 0 0,0 0 0 0,0 0 0 0,0 0 44 0,0-5 2 0,6 3 1 0,0-1 0 16,3 0-23-16,0 1-4 0,3-1 0 0,0 0-1 16,3 1-9-16,0-4-2 0,0 4 0 0,-1-4 0 15,7 1-8-15,0 0-14 0,3-3 3 0,0 3 1 16,5-6 10-16,1 3 0 0,3-5 0 0,3 2 0 15,-1 1 8-15,1-1 3 0,0-2 1 0,6 0 0 16,-7 2-12-16,7 0-17 0,-3 1 4 0,-1-1 1 16,4 1 12-16,-3 2 0 15,-1 3 0-15,4-3 0 0,-6 5 0 0,-1-2 0 16,-2-1 12-16,0 4-12 0,-3-1 0 0,2 3 0 0,-2-3 0 0,0 3-12 16,-3 0 12-16,0 0 0 0,-1 3 0 0,1 0 0 15,-3-1 0-15,0 1 13 0,-3 0-2 0,-1-1-1 16,1 1 14-16,-3 0 4 0,-3-3 0 0,0 2 0 15,-3-2 8-15,3 3 3 0,-3-3 0 0,0 0 0 16,-4 3 1-16,4-3 0 0,0 2 0 0,-3-2 0 16,0 3-24-16,0-3-4 0,-3 2 0 0,3 1-1 15,-3 0 42-15,-3-1 9 0,3 1 2 0,0 0 0 16,-3 2-52-16,0-2-12 0,0 2 0 0,0 3 0 16,0-3 0-16,3 6 0 0,-3-3 0 0,0 2 0 15,0 3 0-15,0 1 0 0,-1-1 0 0,1 3 0 16,0 0 0-16,0 2 0 0,0-2 0 0,0 3 0 0,0 2 0 15,0 0-12-15,0 0 12 0,0 6-10 0,-3-4-2 16,0 4 0-16,3-1 0 0,-3 6 0 16,0-3 12-16,0 0-12 0,0 0 12 0,-3 3-12 15,3-5 30-15,0-1 6 0,-3-2 0 0,0 0 1 16,0-3-45-16,3 0-10 0,-3-2-2 0,0-1 0 0,3 1 32 0,-3-6 0 16,0 3 0-16,0-3 0 15,-2 0-32-15,2-2 0 0,-3-1 0 0,3-2 0 0,-3 0 56 16,0 0 10-16,0-3 2 0,0 1 1 0,-3-1-24 15,0-2-5-15,0-1 0 0,-3-2-8 0,0 0 23 0,3 0-3 0,-3-2 0 0,-3-1 0 16,4 0-20-16,-4 1 0 0,0-4-12 0,0 1 4 16,-6 0 8-16,0-3 11 15,0 0-3-15,-2 3 0 0,-1-3-8 0,0 2 12 0,0 1-12 0,-3-3 12 16,4 3-12-16,-1 2-9 0,0-2 9 0,-3 2-13 16,3 1 13-16,1-1 0 0,-1 0 0 0,-3 1 0 15,0-1 16-15,0 0 5 0,-2 1 2 0,-1-1 0 16,3-2-23-16,-3 5 0 0,0-3 0 0,-2 3 8 15,5 0-8-15,-3 0 0 0,0 0 8 0,-2 3-8 16,2-3 0-16,-3 3 0 0,0-1 0 0,-2 1 0 16,2-1 0-16,0 1 0 0,-2 0 0 0,-1 2-8 15,6 0-12-15,0 3-3 0,0 0 0 0,1 0 0 16,2 0 37-16,0-3 7 0,3 3 2 0,-2 0 0 16,5-2-23-16,0 1 0 0,0-1 0 0,3-1 0 15,0 0 0-15,3 1 0 0,1-4 0 0,-1 4 0 16,3-4 0-16,3 1 0 0,0 0 0 0,0-3 0 15,3 0 0-15,0 0 0 0,6 0 0 0,-6 0 0 16,6 0 0-16,-3-6-8 0,0 4 8 0,0-4 0 16,3 1-20-16,0-3 2 0,-3 0 0 0,3 0 0 15,0-2 18-15,0-4 0 0,0 1 0 0,0 0 0 0,0-3 48 16,0-2 12-16,0-4 4 0,0 1 0 0,3-5-52 0,0-1-12 0,0-2 0 0,3-3 0 16,3-5 0-16,0-2 0 0,3-4 0 15,3-4 0 1,0-4-124-16,5-1-28 0</inkml:trace>
  <inkml:trace contextRef="#ctx0" brushRef="#br0" timeOffset="57163.442">20821 10245 1337 0,'0'0'56'16,"0"0"-44"0,-3-2 41-16,0-1 9 0,-3 3 2 0,0-3 0 15,0 1 0-15,3-1 0 0,-3 3 0 0,0-3 0 16,0 1 10-16,0-1 2 0,-3 0 1 0,3 1 0 15,-3-1-21-15,-3-2-4 0,4 2 0 0,-4 1-1 16,0-1-41-16,-3 0-10 0,3-2 0 0,-3 2 0 16,0 1 45-16,0-1 7 0,0-2 2 0,1 2 0 15,-7 1-40-15,0-4-14 0,0 4 9 0,-6-4-9 16,0 4 0-16,1-1 8 0,-4 0-8 0,0 1 0 0,-3-1 0 16,4 3 8-16,2-3-8 0,-3 3 0 15,-3-2 0-15,4 2 8 0,-1 0-8 0,-3 0 0 0,3 0 0 16,-2 0 0-16,2 2-9 0,-3-2 9 0,3 3-9 0,3 0 9 0,1-1 0 15,2 1-9-15,0 0 9 16,3 2 12-16,3-2-2 0,1 2-1 0,-1-2-9 0,3 2 0 16,3 0 0-16,-3-2 0 15,3 2-49-15,-3 0-12 0,3 1-3 0,-3-1 0 0,3 0 73 0,4 0 15 0,-4 1 2 0,3-1 1 16,0 0-27-16,0 3 0 0,0-2 0 0,3 2 0 16,0-1-24-16,0 1 0 0,0 0 0 0,0 0 0 15,3 0 24-15,0 0 0 0,3 0 0 0,-3 0 0 16,3 3 0-16,3-1 0 0,-3 1 0 0,3-1 0 15,0 4 0-15,3-4 0 0,0 3 0 0,-3 1 0 16,3-1 0-16,0 0 0 0,-3 0 0 0,3 1 0 16,-3 1 0-16,0 1 0 0,3-2 8 0,-3 1-8 15,-3 1 0-15,3 3 0 0,-3-3 0 0,0 0-11 16,-3 2 11-16,3 1 9 0,-3 2-1 0,-3 0-8 16,3 3 0-16,0-3 0 0,-3 0 0 0,0 3 0 15,3-3 0-15,-3 0 0 0,0-2-10 0,-3-1 10 16,6-2 0-16,-3 0 0 0,0 0 0 0,0 2 0 15,3-4 0-15,-3-1 0 0,0 0 0 0,3 0 0 16,-2 1 0-16,2-4 0 0,0-2 0 0,3 3 0 16,-3-1 0-16,3-2 0 0,-3 0 0 0,3 0 0 15,0 0 0-15,0-3 0 0,3 3 0 0,0-2 0 16,0-1 0-16,0 0 0 0,-1-2 0 0,4 2 0 16,-3 0 0-16,3-2 0 0,-3 0 0 0,3-1 0 0,0 4 0 0,0-6 0 15,3 2 0-15,0 1 0 0,3-3 0 0,-3 3 0 0,3-3 0 16,3 2 0-16,0-2 0 0,-4 0 0 0,4-2 0 0,3 2 0 15,-3 0 0-15,0-3 0 0,3 0 0 0,-3 1 0 16,3-1 0-16,-1 0 0 16,1 1 0-16,3 2 0 0,0-3 0 0,0 0 0 0,3 1 0 15,-1 2 0-15,1 0 0 0,3-3 0 0,-3 3 0 0,3-3 0 16,-7 3-10-16,4 0 10 0,-3-2 0 0,0 2-9 16,0 0-4-16,-3-3-1 0,0 1 0 15,2-1 0-15,1 0 25 0,0 1 5 0,0 2 0 16,3-3 1-16,-3 0-30 0,2 3-7 0,1 0 0 0,0 0-1 15,0 0 21-15,0 0 0 0,-1 0 0 0,-2 0 0 16,0-2 0-16,-3 2 0 0,0 0 0 0,-3-3 0 16,3 3 0-16,-4-3 0 0,4 1 0 15,-3 2 0-15,3-3 0 0,-3 3-11 0,0-3 11 0,0 3-8 16,0-2 8-16,-4 2 0 0,4 0-9 0,-3-3 9 16,0 3 0-16,0-3 0 0,0 3 0 0,0 0 0 15,-3-2 18-15,3-1 8 0,-3 3 2 0,0-2 0 16,0 2-44-16,2 0-8 0,-5-3-1 0,3 0-1 15,-3 1 26-15,3-1 0 0,-3 0 0 0,0 1 0 16,0-4 0-16,0 1 0 0,3 0 0 0,-6-1 0 16,3-1 8-16,0-1 1 0,-3 0 0 0,3 0 0 15,-3-3 11-15,0 1 1 0,3-4 1 0,-3 1 0 0,3 3 4 16,-3-6 1-16,0 2 0 0,-3-1 0 0,3-4 1 16,-1 3 1-16,1-5 0 0,-3 2 0 15,3 1 6-15,-3-3 1 0,0 0 0 0,0-1 0 0,0 4-4 16,0-3 0-16,0 2 0 0,-3 1 0 0,0-3-9 0,3 2-3 0,-2 0 0 0,-1 4 0 15,0-4-10-15,0 1-2 16,-3-1-8-16,3 1 12 0,0 2-12 0,0 0 8 0,-3-3-8 16,3 3 0-16,0 0 0 0,-3 1 0 0,3-4 0 15,0 6 0-15,-3-3 0 0,3 3 0 0,0 0-10 0,-3-1 10 32,3 1-29-32,0 2-1 0,3 1 0 0,-3 2 0 0,0 0-87 15,-3 0-18-15,3 3-3 0</inkml:trace>
  <inkml:trace contextRef="#ctx0" brushRef="#br0" timeOffset="67680.912">17972 3670 1094 0,'-15'-8'23'0,"9"5"5"0,3 1-28 0,-3-1 0 0,0 0 0 0,1 1 0 15,-1 2 88-15,0-5 12 0,3 2 2 0,-3 3 1 16,6 0-19-16,-6-5-3 0,6 5-1 0,-6-3 0 15,6 3-11-15,0 0-2 0,0 0-1 0,0 0 0 16,-6-3-19-16,6 3-4 0,0 0-1 0,0 0 0 16,0 0-10-16,0 0-3 15,0 0 0-15,0 0 0 0,0 0-29 0,0 0 0 0,0 0 0 0,0 0 0 16,0 0 0-16,3 0 0 0,3 3 0 0,0 0 0 16,0 2 25-16,3-5-1 0,0 0 0 0,-1 3 0 15,4 2-13-15,0-5-3 0,3 2-8 0,0 1 12 16,0 2-12-16,0-2 11 0,0 0-11 0,3 2 10 15,-1-5 14-15,-2 3 4 0,3 2 0 0,3-5 0 16,-3 0-28-16,0 0 0 0,3 0 0 0,-1 0 0 16,1 0 0-16,0 0 0 0,6 0 0 0,-3 0 0 15,-1 0 0-15,4 0 0 0,0 0-9 0,-3 0 9 16,3 0 0-16,-4 0 0 0,4 0 0 0,-3 0 9 16,0 0-9-16,-3 0 0 0,3-5 9 0,2 5-9 15,-2 0 0-15,0-3 0 0,0 3 0 0,6 0 0 16,-4 0 0-16,1 0 8 0,0 0-8 0,3 0 11 15,-4 0-11-15,-2 0 0 0,3 3 0 0,-3-3 0 16,0 0 0-16,-1 0 0 0,1-3 0 0,0 3 0 0,0-5 0 16,0 5 8-16,3-3-8 0,-1 3 0 0,1 0 0 15,0 0 0-15,0 0 0 0,-1 0 0 16,1 3 0-16,-3-3 0 0,3 5 0 0,-3-5 0 0,-1 0 0 0,-2 0 0 16,3 0 0-16,0 0 0 0,0 0 0 15,0 0 0-15,-1 0 8 0,1 0-8 0,0 0 0 0,3 0 0 16,0 0 0-16,2 0 0 0,-5 0 0 0,3 0 0 15,-3 3 0-15,3-3 0 0,-4 0 0 0,-2 0-14 0,3 0 3 0,-3 0 1 16,3-3 10-16,-1 3 0 0,1 0 0 0,3 0 0 16,-3 0 0-16,0 0 0 0,0 0 0 0,2 0 0 15,-5 3 0-15,3 2 0 0,0-5 0 0,0 0 0 16,-4 3 0-16,4-3 0 0,-3 0 0 0,3 5 0 16,0-5 0-16,-3 0 0 0,2 0 0 0,1 0 0 15,0 0 0-15,3 0 0 0,-3 0 0 0,2 0 0 16,-2 0 0-16,0 0 14 0,0 3-3 0,-3-3-1 15,2 0-2-15,-2 2-8 0,3-2 12 0,0 0-4 16,-3 0-8-16,3 0 0 0,-4 0 9 0,4 0-9 16,0 0 0-16,0 0 0 0,3 0 0 0,-4 0 8 15,1 3-8-15,0-3 0 0,3 2 0 0,-3 1 0 16,-3 0 0-16,2 2 0 0,-2-5 0 0,3 3 0 16,-3-3 0-16,0 0 0 0,-1 0 0 0,1 0 8 15,3 0-8-15,-3 0 0 0,3-3 0 0,0 3 0 16,-1 0 0-16,1 0 0 0,0 0 0 0,0 3 0 15,0-3 8-15,-4 5 0 0,1-5 0 0,0 0 0 16,3 3-8-16,-3-3 11 0,0 5-11 0,-1-5 12 16,1 0-12-16,-3-5 8 0,3 5-8 0,0 0 8 15,0-3-8-15,-3 3 0 0,2 0 0 0,1 0 8 0,0 0-8 16,0 0 0-16,0-5 0 0,-3 5 0 0,2 0 9 16,-2 0-9-16,0 0 10 0,0 0-10 0,-3 0 16 0,0 0-4 15,3 0 0-15,-3 0 0 0,-1-3-1 0,1 3-1 0,-3-5 0 16,3 2 0-16,0 3-1 0,0-3 0 0,0-2 0 0,0 5 0 15,-1-2-9-15,4-1 8 0,-3 3-8 0,3 0 8 16,-3-5-8-16,3 5 0 16,-3 0 9-16,3 0-9 0,-4 0 0 0,1 0 0 15,3 0 0-15,-3 0 8 0,0 0-8 0,0 5 9 0,0-5-9 16,0 0 10-16,-3 0-2 0,-1 0-8 16,4 0 12-16,-3 0-4 0,0-5 1 0,0 5 0 0,0 0 0 15,-3-3 0-15,3 3 2 0,0 0 0 0,-3 0 0 0,3 0 0 16,-4-5-3-16,1 5 0 0,3 0 0 0,-3-3 0 15,3 3 0-15,-3 0-8 0,0 0 12 0,3 0-4 16,-3 0 1-16,0 0 0 0,0 0 0 0,0 0 0 16,0 0-1-16,-1 0-8 0,1 0 12 0,0 0-4 15,0 0-8-15,-3 0 0 0,3 0 9 0,-3 0-9 16,0 0 0-16,0 0 9 0,0 0-9 0,0 0 0 16,-3 0 8-16,0 0-8 0,-3 0 0 0,6 0 0 15,-6 0-64-15,0 0-16 0,3-8-3 0</inkml:trace>
  <inkml:trace contextRef="#ctx0" brushRef="#br0" timeOffset="69312.639">21541 6292 1355 0,'0'0'28'16,"0"0"8"-16,-9 3-36 0,3-3 0 0,6 0 0 0,-6 2 0 16,6-2 112-16,0 0 15 0,0 0 3 0,0 0 1 15,0 0-35-15,0 0-8 0,0 0 0 0,0 0-1 16,0 0-32-16,0 0-7 0,0 0 0 0,3 6-1 15,3-4 1-15,3 1 1 0,3 0 0 0,0-1 0 16,0 1-4-16,6-3-1 0,0 0 0 0,-1 0 0 16,7 0-9-16,-3 0-3 0,3 0 0 0,0-3 0 15,0 3-15-15,-1-2-3 0,-2 2-1 0,3-3 0 16,0 0-13-16,3 1 8 0,-1-1-8 0,-2 0 0 0,3 1 0 16,-3-1 0-16,3-2 0 0,-4 2 0 15,-5 1 0-15,3-1-21 0,-3 0 3 0,0 1 1 16,-6-1-97-16,0 3-19 0,0-3-4 0</inkml:trace>
  <inkml:trace contextRef="#ctx0" brushRef="#br0" timeOffset="69620.506">21812 6059 1767 0,'0'0'74'16,"0"0"-59"-16,0 0 90 0,0 0 19 0,0 0 3 0,0 0 1 15,6 0-32-15,-6 0-7 0,6 0-1 0,-6 0 0 16,3 3-32-16,3 2-8 0,-3-2 0 0,3 2-1 16,-3 3-10-16,0 0-1 0,0 0-1 0,0 5 0 15,0 0-8-15,0 1-2 0,0 4 0 0,-3 1 0 16,0 2-11-16,3 0-2 0,-3 3-1 0,0 0 0 15,0 0-11-15,0-3 10 0,0 3-10 0,0-3 10 16,-3-3-10-16,3 1 0 0,0-1 0 0,-3 1 8 16,3-3-8-16,-3 0 0 0,3-3 0 0,0 0 0 15,0 0-19-15,0-5-9 0,0 0-1 0</inkml:trace>
  <inkml:trace contextRef="#ctx0" brushRef="#br0" timeOffset="70538.64">22494 5948 1824 0,'0'0'76'16,"-9"3"-60"0,3-1 76-16,-3 4 15 0,0-1 3 0,0 3 1 15,-3 0-75-15,0 5-16 0,0 3-2 0,-3 3-1 0,3-1-17 0,-2 1 0 16,2 2 0-16,-3 3 0 0,3 5 55 0,0 0 7 0,0 3 2 0,3 5 0 15,0-6-52-15,3 6-12 16,3-2 0-16,0 2 0 0,0-5 0 0,3 2 0 16,3-5 0-16,0 3 0 0,3-3 0 0,0 0 0 0,3 0 0 0,0 0 0 15,3-2 0-15,0-3 0 0,3-1 0 0,-3-1 0 32,6-4-48-32,-1-2-13 0,1-5-3 0,0 2 0 15,-3-5-4-15,3-3 0 0,0 0-1 0</inkml:trace>
  <inkml:trace contextRef="#ctx0" brushRef="#br0" timeOffset="71019.59">22604 6250 1773 0,'-15'-11'36'0,"15"11"11"16,-3-2-38-16,3 2-9 0,0-6 0 0,0 6 0 16,0-5 80-16,0 0 13 0,3 2 3 0,3-2 1 15,0 0-17-15,0-1-4 0,0 1-1 0,3 0 0 16,0-1-29-16,0 4-6 0,2-4 0 0,1 4-1 16,0-1-17-16,0 0-3 0,3 1-1 0,-3-1 0 15,3 3-9-15,-3 0-1 0,0 3-8 0,0-1 12 16,-1 4-12-16,-2-1 0 0,3 3 0 0,-6 3 0 15,0-1 8-15,-3 1-8 0,0 2 0 0,-3 3 0 16,0 0 0-16,-6 0 0 0,0 2 0 0,0 1 0 0,-3-3-19 0,-3 2 0 16,1-2 0-16,-1 0 0 0,-3 0 6 0,3 0 1 15,-3-1 0-15,0 1 0 0,3-2 12 0,0-1 0 0,3 0 0 0,0-2 0 16,3-1 0-16,0-2 0 0,4 0 0 0,-1 3 0 16,3-6 0-16,0 3 0 0,3-3 0 0,2-2-9 15,1-1 9-15,3 1 0 0,0 0 0 0,3-3 0 16,0-3 0-16,6 3 0 0,-3-3 0 0,3 1 8 15,-3-1-8-15,2 0 11 0,1 1-11 0,3-3 12 16,-6 2-12-16,3-2 0 16,-3 2 9-16,0-2-9 0,-3 2 0 0,2-2-15 15,-2 2 3-15,0-2 0 16,0 2-47-16,0-2-9 0,-3 0-1 0,0-1-1 16,-6-4-142-16,0 2-29 0</inkml:trace>
  <inkml:trace contextRef="#ctx0" brushRef="#br0" timeOffset="71612.952">22907 5946 1599 0,'-3'-6'33'0,"3"1"8"0,0 0-33 0,0-3-8 0,0 2 0 0,3 1 0 16,0 0 98-1,0 2 18-15,3-5 3 0,0 3 1 0,0 0-39 16,3 2-7-16,-3-2-2 0,0 2 0 16,3-2-17-16,-3 2-4 0,3 3-1 0,-3-2 0 0,3 2-14 15,-3 0-4-15,0 0 0 0,0 0 0 0,0 2-9 0,0 1-3 16,2 2 0-16,-2 0 0 0,0 3-8 0,0 3-3 0,0 0 0 0,0 2 0 16,-3 0-9-16,3 0 0 0,0 3 0 15,-3 0 0-15,3 2 9 0,-3-4-9 0,0 2 10 16,0-1-10-16,-3-4 0 0,0 2 8 0,0-2-8 0,0-1 0 15,0 1 0-15,-3-3 11 0,0 0-11 0,0-3 10 16,3 0-10-16,0-5 0 0,0 0 0 0,-6 6 0 16,6-6 0-16,0 0 0 0,0 0 0 0,0 0 0 15,-3-3 0-15,-3-2 0 0,3 0 0 0,3-3 0 16,-3 0-12-16,3 0-5 0,3-3-1 0,-3 1 0 16,3-1 29-16,3 0 5 0,-3-2 2 0,3 0 0 15,0 0-18-15,3-1 0 0,0-4 0 0,0 2 0 16,3 0 0-16,0 0 0 0,0-2 0 0,2 2 0 15,-2 3 0-15,0-1 0 0,3 1-11 0,-3 3 11 16,0 2 0-16,0 0 0 0,0 2 8 0,-3 4-8 16,0-1 0-16,-1 3 0 0,-2 0 0 0,3 3 0 15,-3 2 0-15,0 3 0 0,0 3 0 0,0-1 0 16,0 3 0-16,-3 3 0 0,0 3 0 0,0-1 0 16,0 1 0-16,0 2 0 0,0 0 0 0,0 0 0 15,-3-2 25-15,0-1-1 0,3 1 0 0,-3 0 0 16,0-4-24-16,0 1 0 0,0 0 0 0,-3 0 0 15,3-3-14-15,0 0-8 0,-3 1-2 0,3-4 0 16,0 4 24-16,0-7 0 0,0 4 0 0,0-3 0 16,3-3-158-16,3 1-27 0,0-1-6 0</inkml:trace>
  <inkml:trace contextRef="#ctx0" brushRef="#br0" timeOffset="72335.993">23628 6051 1094 0,'0'0'23'0,"0"0"5"0,0 0-28 0,0 0 0 0,0 0 0 0,0 0 0 15,0 0 56-15,0 0 7 0,0 0 1 0,0 0 0 16,0 0 0-16,0 0 0 0,-6 3 0 0,6-3 0 16,-6 0 0-16,6 0 0 0,-6 0 0 0,6 0 0 15,-6 3-25-15,0-1-5 0,6-2-1 0,-6 3 0 16,6-3 59-16,-6 3 11 0,6-3 2 0,0 0 1 16,-6 2-106-16,6-2-27 0,0 0-2 0,0 0-1 15,0 0 49-15,-6 3 9 0,6-3 3 0,0 0 0 16,0 0-7-16,0 0-2 0,0 0 0 0,0 0 0 15,0 0 6-15,0 0 2 0,3 3 0 0,3-1 0 16,0 1-6-16,0 0 0 0,3-3-1 0,0 0 0 16,0 0 14-16,0 0 3 0,3 0 1 0,-3 0 0 15,5-3-32-15,-2 3-9 0,0-3 0 0,0 3 0 16,3 0 11-16,-3-2-3 0,3-1 0 0,-3 0 0 16,3 3-8-16,-3-2 0 0,-1-1 0 0,-2 0 0 15,3 3 0-15,-3-2 0 0,0-1 0 0,0 0 0 16,0 1-14-16,0-1-5 0,3 0-1 0,-3 1 0 15,0-1-42-15,0 1-9 0,0-4-1 0</inkml:trace>
  <inkml:trace contextRef="#ctx0" brushRef="#br0" timeOffset="72660.085">23964 5805 1337 0,'0'0'56'16,"0"0"-44"-16,0 0 85 0,0 0 18 0,0-5 3 0,0 5 1 16,0 0-37-16,3-5-7 0,-3 5-2 0,3-3 0 15,-3 3 14-15,0 0 2 0,3-5 1 0,-3 5 0 16,0 0-34-16,6 0-8 0,-6 0 0 0,6 0-1 16,-6 0-12-16,3 2-3 0,3 4 0 0,-3-1 0 15,0 0-6-15,0 1-2 0,0 2 0 0,0-1 0 16,0 4-4-16,-3 0 0 0,3-1-1 0,0 3 0 15,0 1-7-15,-3-1-2 0,0 3 0 0,3 2 0 16,-3-4-2-16,0 1-8 0,3 1 12 0,-3 0-4 16,0 0-8-16,3-3 0 0,-3 3 0 15,0-3 0-15,0 1 0 0,0-4 8 0,0 3-8 0,0-2 0 16,3 0 0-16,-3-1 0 0,0-2 0 0,3 3 0 16,-3-3-29-16,0 0-11 0,3 0-3 0</inkml:trace>
  <inkml:trace contextRef="#ctx0" brushRef="#br0" timeOffset="73466.42">24280 6485 1421 0,'0'0'60'0,"0"0"-48"16,0 0 72-16,0 0 16 0,0 0 2 0,0 0 1 15,6 0-6-15,3 0-1 0,-4 0 0 0,4 0 0 16,0 0-31-16,0 0-6 0,3-2-2 0,0 2 0 15,3 0-9-15,0-3-1 0,0 3-1 0,3-3 0 16,-1 3-8-16,1 0-2 0,0 0 0 0,0 0 0 16,0 0-7-16,0 0-1 0,0-2-1 0,-1 2 0 15,1 0-6-15,-3 0-1 0,3-3 0 0,-3 3 0 16,0 0-8-16,0 0-1 0,-3 0-1 0,0-3 0 16,-1 3-10-16,1-2 8 0,0 2-8 0,-3 0 8 15,0-3-8-15,0 3 0 0,0 0 0 0,-3 0 0 16,0 0 0-16,0 0 0 0,0 0 0 0,-6 0 0 15,3-2-39-15,-3 2 0 0,6-3 0 0,-6 3 0 16,3 0-108-16,-3 0-21 0,3-3-5 0</inkml:trace>
  <inkml:trace contextRef="#ctx0" brushRef="#br0" timeOffset="77180.436">24926 6229 1948 0,'0'0'40'0,"0"0"11"16,0 0-41-16,0-6-10 0,0 6 0 0,0 0 0 16,3-5 90-16,-3 5 16 0,0 0 3 0,0 0 1 0,0 0-50 0,0 0-11 0,5-3-1 0,-5 3-1 15,0 0-17-15,0 0-3 0,3 6-1 0,0 2 0 16,0 0-5-16,0 2-1 0,-3 3 0 0,3 1 0 15,0 2-6-15,-3-1-2 0,3 4 0 0,0-1 0 16,0 4-4-16,-3-1-8 16,3 0 11-16,0 0-11 0,0-2 8 0,0 2-8 15,0-3 0-15,0 4 0 0,-3-4 8 16,3 3-8-16,0-5 0 0,-3 3 0 0,0-1 0 0,0-2 0 16,0-3 0-16,0 3-9 0,-3-3-19 0,0 1-3 15,0-4-1-15,0-2 0 0,0 0-105 0,3-3-22 16,0-5-4-16</inkml:trace>
  <inkml:trace contextRef="#ctx0" brushRef="#br0" timeOffset="77573.374">25074 6030 2090 0,'-9'-8'44'0,"9"8"8"16,0 0-41-16,0 0-11 0,0 0 0 0,0 0 0 15,0 0 70-15,0 0 12 0,0 0 2 0,0 0 1 0,0 0-25 0,0 0-4 0,6 6-2 0,-3 2 0 16,0 2-13-16,3-2-2 0,0 3-1 0,-3 2 0 16,3 0-15-1,0 3-3-15,0 0-1 0,0 2 0 16,3 6-8-16,-3 0-2 0,0 2 0 0,3 4 0 0,-3-1-9 15,0 0 8-15,-3 3-8 0,3-3 8 16,-3 0-8-16,-3 0 0 0,0-3 0 0,0 1 0 0,-3 2-14 0,0-3-8 0,0 1-2 16,-3-1 0-16,-3 3 24 0,0-5 0 0,0 0 0 15,0 0 0-15,0-3 0 0,0-3 0 0,0 1 0 16,-3 0 0-16,3-6 23 0,0 0 9 0,1 0 1 0,2 0 1 16,-3-5-34-16,0 3 0 0,3-3-10 0,0 0 10 15,0-6-36-15,3 4 1 0,-3-1 0 0,0-2 0 16,6-3-128-16,-3 2-25 0,3-2-6 0</inkml:trace>
  <inkml:trace contextRef="#ctx0" brushRef="#br0" timeOffset="78589.064">21791 8803 1523 0,'-12'3'64'15,"-3"2"-51"1,3-2 109-16,1 2 22 0,-1-2 4 0,0 2 0 16,0 0-40-16,3 1-9 0,0-4-2 0,0 4 0 15,3-1-29-15,0-2-7 0,6-3-1 0,0 0 0 16,0 0-24-16,0 0-6 0,0 5-1 0,0 0 0 15,6 0-29-15,0 1 0 0,0-4 0 0,6 4 0 16,0-4 54-16,0 1 5 0,6 2 1 0,-1-5 0 16,1 3-24-16,3-3-5 0,0 0-1 0,3-3 0 15,0 3-10-15,-1-2-3 0,4-1 0 0,0 0 0 0,0 1 3 16,-3 2 1-16,-1-3 0 0,1 0 0 0,0 1-21 16,-3 2-16-16,0-3 2 0,-3 0 1 0,-4 3 13 0,1-2 0 15,-3 2 0-15,0 0 0 0,-3 0-26 0,0 0 1 0,-3 0 0 16,0 0 0-1,-3 2-23-15,-3-2-4 0,6 3 0 0,-6-3-1 16,0 0-71-16,0 0-15 0,0 3-2 0</inkml:trace>
  <inkml:trace contextRef="#ctx0" brushRef="#br0" timeOffset="79174.665">22488 8420 1910 0,'-6'-6'40'0,"-3"4"9"0,3-4-39 0,0 4-10 0,3-1 0 0,-3 3 0 15,-3 0 78-15,3 5 14 0,-3-2 2 0,0 5 1 16,0 0-68-16,0 5-14 0,0 0-2 0,-2 6-1 15,2-1-10-15,3 6 0 0,-3-3 0 0,3 8 0 16,0 1 0-16,0 4 0 0,0 0 0 0,3 6 0 16,3-3 0-16,0-3 0 0,0 1 0 0,6-1 0 15,0-2 28-15,0-3 3 0,0-2 1 0,3-1 0 16,3-2-20-16,-3 2-4 0,5-2-8 0,-2-3 12 16,0 0-12-16,0-2 0 0,0-3 0 0,0-3 0 15,0-2-21-15,3-3-1 0,-3-3 0 0</inkml:trace>
  <inkml:trace contextRef="#ctx0" brushRef="#br0" timeOffset="79976.659">22741 8615 1337 0,'0'0'56'16,"0"0"-44"-1,0 0 41-15,0 0 9 0,0-5 2 0,0 0 0 16,0 5 0-16,3-6 0 0,-3 1 0 0,0 0 0 16,0 5 0-16,3-5 0 0,-3 2 0 0,0 3 0 15,3-5-14-15,-3-1-2 0,3 4-1 0,0-4 0 16,0 4-24-16,0-1-5 0,3 1-1 0,-4-1 0 16,4 0 31-16,0 1 5 0,0-4 2 0,0 4 0 15,0-1-37-15,0 0-7 0,3-2-2 0,0 2 0 16,0 1 18-16,-3-1 3 0,3 0 1 0,-3 1 0 15,3-1-18-15,-3 3-3 0,3 0-1 0,0-2 0 16,-3 2-9-16,2 0 12 0,-2 0-12 0,3 0 12 0,0 0-12 16,-3 0 0-16,3 0 0 0,-3 0 0 0,0 0 19 0,0 2-2 0,0-2 0 15,0 3 0-15,0-1-17 0,-3 1 0 0,-3-3 0 0,3 8 0 16,0-3 0-16,0 3 0 0,-3 0 0 0,0 0 0 16,-3 0 0-16,0 3 0 0,-3-1 0 0,0 3 0 31,-3 1-48-31,0-4-12 0,0 6-4 0,0-3 0 0,-3 3 52 0,0 0 12 0,0 3 0 0,1-3 0 15,-1-1 0-15,0 1 0 0,0-2 0 0,0 1 0 16,3-1 0-16,-3-4 0 0,3 1 0 0,0-1 0 16,3 1 0-16,3-3 0 0,0-3 0 0,3 3 0 15,-3 0-12-15,6-3 3 0,-3 1 1 0,3-1 0 16,3-2 8-16,0-1 0 0,3 1 0 0,0-3 0 16,0 3 0-16,3-3 0 0,0 0 0 0,0 0 0 15,0-3 10-15,3 3-2 0,-4-5-8 0,4 2 12 16,0 0-12-16,0 1 0 0,0-1 0 0,-3-2 0 15,0 2 0-15,0-2 0 0,0 2 0 0,-3-2 0 16,-1 0-100-16,1 2-22 0,-3-2-5 0</inkml:trace>
  <inkml:trace contextRef="#ctx0" brushRef="#br0" timeOffset="80524.279">22982 8197 2012 0,'6'-8'57'0,"3"3"12"0,-3 0-55 0,3-3-14 0,-3 3 0 0,5 2 0 15,-2-2 75-15,0 2 12 0,0-2 2 0,0 2 1 16,0 3-34-16,0 0-8 0,3 3 0 0,-3-1-1 15,0 4-23-15,0 2-4 0,3-1 0 0,-3 7-1 16,-3-1 17-16,2 5 4 0,-2 4 1 0,0-1 0 16,0 3-58-16,-3-3-12 0,0 3-3 15,0-1 0-15,-3-1 19 0,0-4 3 0,0 1 1 0,-3-1 0 16,0-2 9-16,3-3-10 0,-3 0 10 0,0 1-10 16,0-4-6-16,0-2-2 0,0-2 0 0,0-1 0 15,3-5 18-15,0 0 0 0,0 0 0 0,0 0 0 16,0 0 48-16,0 0 12 0,0-5 4 0,0-3 0 15,3-3-52-15,0 0-12 0,0 1 0 0,3-3 0 16,-3-3-14-16,3 0-6 0,0 0 0 0,3-3-1 16,-3 1 29-16,0-3 5 0,3 2 2 0,-3-5 0 15,6 3-7-15,-3 3-8 0,0-3 11 0,3 2-11 16,-1 6 0-16,-2 0 0 0,3 2 0 0,0 0 0 16,-3 3 58-16,3 6 5 0,0-3 1 0,0 2 0 15,-3 3-52-15,3 3-12 0,-3-1 0 0,-3 3 0 16,3 3 0-16,-4 0 0 0,1 3 0 0,0 0 0 0,0 2 0 15,-3 3 0-15,0 0 0 0,0-1 0 16,0 4 0-16,0-3 0 0,0 2 0 0,-3 1 0 0,3-1 8 0,-3-2-8 16,3 0 11-16,-3-3-11 0,0 3 8 0,3-3-8 0,-3 1 0 15,0-4 0-15,0 3-12 0,0-2-5 0,0-3-2 0,0 3 0 32,0-3-129-32,3-3-25 0,0 0-6 0</inkml:trace>
  <inkml:trace contextRef="#ctx0" brushRef="#br0" timeOffset="81219.273">23699 8335 1356 0,'0'0'57'16,"-6"-3"-45"-1,0 1 106-15,6 2 22 0,-3-3 4 0,-3 0 0 16,6 3-30-16,-3-2-6 0,3 2-2 0,0 0 0 16,-6-3-45-16,6 3-9 0,0 0-1 0,0 0-1 15,0 0-10-15,0 0-3 0,0 0 0 0,0 0 0 16,0 0 3-16,6-3 1 0,0 1 0 0,0 2 0 16,3 0-33-16,0 0-8 0,3 0 0 0,0 0 0 15,0 0 0-15,3 0 0 0,0 0 0 0,0 0 0 0,-4 0 0 16,4 0 0-16,0 0 0 0,-3 0 0 15,3-3 24-15,0 3 2 0,0-3 1 0,0 1 0 16,-3-1-95-16,2 0-18 0,1 1-4 0</inkml:trace>
  <inkml:trace contextRef="#ctx0" brushRef="#br0" timeOffset="81525.102">24101 8089 1804 0,'0'0'37'0,"0"0"10"0,0 0-38 0,0-5-9 0,0 5 0 0,0 0 0 15,0 0 112-15,3-3 21 0,-3 3 4 0,0 0 1 16,6 0-47-16,-6 0-10 0,6 3-1 0,-3-1-1 16,0 3-25-16,0 1-5 0,0 2-1 0,0 0 0 15,0 2-12-15,0 1-4 0,0-1 0 0,-3 6 0 16,3-3-10-16,0 6-2 0,-3-3-1 0,3 2 0 15,-3 1-8-15,0 2-2 0,3 0 0 0,-3 0 0 16,0-2-9-16,0 2 0 0,0-5 0 0,0 3 0 16,0-4 0-16,0 1 0 0,0-5 0 0,0 2 0 15,0 0 0-15,0-2 0 0,0-1 0 0,3-2 0 16,-3 0-152-16,3 0-32 0,-3-2-6 0</inkml:trace>
  <inkml:trace contextRef="#ctx0" brushRef="#br0" timeOffset="82026.215">24515 8054 1758 0,'-6'-13'36'0,"3"8"10"0,3 2-37 0,0 3-9 0,0-5 0 0,0 5 0 16,0 0 111-16,0 0 20 0,0 0 4 0,0 0 1 15,0 0-59-15,0 0-11 0,6-3-2 0,-3 3-1 16,3 0-17-16,0 3-3 0,0 0-1 0,0 2 0 15,0 3-7-15,0 0-2 0,2 2 0 0,1 1 0 16,-3 2-11-16,3 0-2 0,0 3-1 0,-3 3 0 16,0 2-7-16,3 0-2 0,-3 6 0 0,0 2 0 15,0 0 19-15,-3 0 4 0,0 3 1 0,0 2 0 16,-3-2-34-16,0 0 0 0,-3-1 0 0,0 6 0 16,-3-5 0-16,-3 3 0 0,3-1 0 0,-6 0 0 15,0 3 0-15,-3-2 0 0,0-1 0 0,1 1 0 16,-4-4 0-16,0-2 0 0,-3-2 0 0,3 2 0 15,-3-5 0-15,0-3 0 0,1 0 0 0,-1 0 0 16,0-2 0-16,0-1 0 0,3 1 0 0,0 2 0 16,4-5 0-16,-4-3 0 0,6 0 0 0,0-2 0 15,3 2 0-15,0-5 0 0,0 0 0 0,3-3 0 0,0 1-16 16,0-1-4-16,6-5-1 0,0 0 0 16,0 0-124-16,0 0-25 0,0 0-5 0</inkml:trace>
  <inkml:trace contextRef="#ctx0" brushRef="#br0" timeOffset="85779.725">23407 4186 1824 0,'3'-11'38'0,"-3"11"8"0,0-2-37 0,0 2-9 0,3-6 0 15,-3 6 0-15,0 0 88 16,0 0 15-16,0 0 3 0,0 6 1 0,3 2-63 0,-3 2-13 0,3 9-3 16,-3-6 0-16,-3 6-3 0,3-1-1 0,-3 3 0 0,0 3 0 15,0-3 8-15,1 3 0 0,-1-3 1 0,-3 0 0 16,0 3-45-16,0-11-10 0,0 6-2 0,0-3 0 16,0-3 24-16,-3 0 0 0,3-2 0 0,0-1 0 15,0 1-9-15,0-3 9 0,3-3 0 16,0 1 0-16,3-6 0 0,0 0 0 0,0 0 0 15,0 0 0-15,0 0-9 0,0 0 9 16,3-3 0-16,3-5-9 0,0 5 9 0,3-5 0 16,0-5 0-16,0 3 0 0,0-1 22 15,0-2 6-15,0-3 2 0,2 0 0 0,-2 0-30 0,0-2 0 0,3-1 0 0,0 1 0 16,0-1 33-16,0-5 1 0,3 6 0 0,0-3 0 16,0-1-3-16,2 6-1 0,1 1 0 0,0-1 0 15,0 8-30-15,-3-5 0 0,3 7 0 0,-3 1 0 16,0 5 0-16,-4 0 0 0,4 5 0 0,-6 1 0 15,3 7 0-15,-3-3 0 0,-3 9 0 0,0-6 0 16,0 6 32-16,0 2 1 0,-3 0 0 0,0 0 0 16,-3-2-22-16,0 2-11 0,0-3 10 0,-3 6-10 15,0-8 8-15,0 0-8 0,-3 0 0 0,0 2 0 16,0-4-23-16,0 1-10 0,-3 1-3 0,6-5 0 16,0 2-202-16,0-2-41 0</inkml:trace>
  <inkml:trace contextRef="#ctx0" brushRef="#br0" timeOffset="85993.216">23854 4429 1546 0,'0'-8'65'0,"0"-2"-52"15,0 2 126-15,3 0 25 0,-3 3 4 0,3-3 2 16,0 5-58-16,3-7-12 0,0 4-3 0,-3 4 0 16,6-4-32-16,0 1-6 0,0 0-2 0,2 2 0 15,1-5-14-15,3 3-3 0,-3 0-1 0,3-1 0 16,3 4-15-16,-3-1-2 0,0-2-1 0,0 2 0 15,-1-2-21-15,-2 2 9 0,3 3-9 0,0-3 0 16,-6 3 0-16,3 3 0 0,-3-3 0 0,-3 3 0 16,3 2-100-16,-3 3-15 15,0-5-2-15</inkml:trace>
  <inkml:trace contextRef="#ctx0" brushRef="#br0" timeOffset="86177.275">23916 4533 1622 0,'0'0'68'16,"6"-3"-54"0,0 0 82-16,3-2 17 0,0 2 3 0,0-5 1 15,3 3 9-15,0 0 2 0,3 0 0 0,0-1 0 16,0 1-89-16,0 2-18 0,2-5-3 0,-2 3-1 16,3 0-9-16,0-3-8 0,0 0 12 0,0 0-12 15,-3-3-151-15,-3 3-37 0</inkml:trace>
  <inkml:trace contextRef="#ctx0" brushRef="#br0" timeOffset="86546.227">24571 4154 1444 0,'0'0'60'0,"0"0"-48"16,0 0 115-16,0 0 22 0,0 0 5 0,0 0 1 15,0 0-48-15,0 0-10 0,0 0-1 0,0 0-1 16,0 0-33-16,0 0-6 0,0 0-2 0,0 0 0 15,-9 0-32-15,3 3-6 0,1 5-2 0,-4-6 0 16,-3 6-14-16,3 0 11 0,-3 0-11 0,-6 5 10 16,3-2-10-16,0 2 0 0,-3 6 9 0,3-6-9 15,-2 3 0-15,2-3 0 0,0 3 0 0,0-5 8 16,3 2-8-16,0 0 0 0,0-2 0 0,3-1 0 16,3 1 0-16,0-3 0 0,3 0 0 0,0 0 0 15,0 0 0-15,6-3 0 0,-3 3 0 0,3-3-8 16,3-2 8-16,-3 2-8 0,3-2 8 0,3-1-8 15,0 1 8-15,0 2-10 0,3-5 10 0,0 3-10 16,0-3 10-16,3 0 0 0,0 5 0 0,-1-5-8 16,4 0 8-16,-3 0 0 0,0 0 0 0,3 0 0 15,-3 0 0-15,3 0 0 0,-3 0 10 0,-1 0-10 16,-2 0 8-16,3 0-8 0,-3-5 0 0,0 5 9 16,-3 0 21-16,0-3 4 0,0 3 1 0,-3-5 0 15,0 2-131-15,0 1-25 0,0-1-6 0</inkml:trace>
  <inkml:trace contextRef="#ctx0" brushRef="#br0" timeOffset="86831.34">24592 4194 1968 0,'-6'-11'41'0,"3"1"9"0,0 2-40 15,3-3-10-15,0 3 0 0,0 0 0 0,0 6 106 0,0-6 19 0,3 0 4 0,-3 8 1 16,0 0-41-16,0 0-8 0,3-3-1 0,-3 3-1 15,0 0-27-15,3 3-4 0,0 5-2 0,0 0 0 16,0 0-2-16,0 5 0 0,0 3 0 0,-3 2 0 16,0 1 3-16,3 5 0 0,0-1 0 0,-3 1 0 15,3 3-38-15,-3-4-9 0,0-1 0 0,3 4 0 16,-3-7 0-16,0 2 0 0,0-3 0 0,-3 1 0 16,3-1 0-16,0 4 0 0,-3 1 0 0,0-4 0 15,0-1 16-15,3 1 2 0,0 2 0 0,-3-2 0 16,3-1-18-16,0-2 0 0,0-3 0 0,0 3 0 15,0-3-91-15,0-2-15 0,3 0-3 0</inkml:trace>
  <inkml:trace contextRef="#ctx0" brushRef="#br0" timeOffset="87811.987">21815 7425 1500 0,'0'0'31'0,"0"0"8"16,0 0-31-16,0 0-8 0,0 0 0 0,0 0 0 15,0 0 115-15,0 0 21 0,0 0 5 0,0 0 1 16,0 0-57-16,0 0-11 0,0 0-2 0,0 0-1 15,6 2-6-15,0-2-1 0,3 0 0 0,0 0 0 16,3 0 0-16,3-2 0 0,-1-1 0 0,4 0 0 16,3 3-51-16,3-2-13 0,3-1 0 0,0 0 0 0,-1 3 0 0,4-2 0 15,0 2 0-15,-3 0 0 0,-4-3 0 0,1 3 0 16,0-2 0-16,-3 2 0 0,0-3 0 0,-3 0 0 0,2 1 0 0,1-4 0 16,-6 6 0-16,0-2 0 0,0-1 0 15,-3 3 0 1,-3-3-151-16,0 3-33 0,-3 0-6 0</inkml:trace>
  <inkml:trace contextRef="#ctx0" brushRef="#br0" timeOffset="88091.108">22157 7205 1824 0,'-6'-11'38'0,"0"1"8"16,0 2-37-16,3-3-9 0,3 3 0 0,-2 0 0 15,2 3 104-15,0-3 20 0,0 3 3 0,0 5 1 16,0 0 0-16,0 0 0 0,2-3 0 0,-2 3 0 16,6 0-103-16,0 3-25 0,-3 0 0 0,3 2 0 15,-3 0 56-15,0 3 7 0,0 3 1 0,0 2 0 16,0 0-52-16,0 3-12 0,0 3 0 0,0-1 0 16,-3-2 0-16,0 2 0 0,3 1 0 0,-3 0 0 15,0 2 0-15,0-3 0 0,0 3 0 0,0 3 0 16,0-3 0-16,0 3 8 0,0-3-8 0,3 3 0 0,-3-3 0 15,0 1-8-15,3-4-1 0,0 1 0 16,-3-6-36-16,3 3-7 0,0-3-2 0</inkml:trace>
  <inkml:trace contextRef="#ctx0" brushRef="#br0" timeOffset="88484.488">22532 7205 1968 0,'-9'-3'41'0,"1"-2"9"0,2 0-40 0,0 2-10 0,3-2 0 0,3 5 0 16,0 0 96-16,0-5 16 0,3-1 4 0,0 1 1 15,3 2-49-15,2-2-11 0,1 0-1 0,3 2-1 16,0-2-7-16,0 2-2 0,3 1 0 0,0-1 0 15,3 3-37-15,-3-3-9 0,2 3 0 0,4 3 0 16,-3 0 53-16,0-1 9 0,3 1 2 0,0 2 0 16,-3 3-52-16,2-3-12 0,-2 3 0 0,0 3 0 15,-3-1 0-15,-3 1 0 0,0 2 0 0,-3 1 0 16,0-4 0-16,-3 6 0 0,0-3 0 0,-3 3 0 16,-3 3 0-16,0-4 0 0,-3 1-12 0,-3 6 12 15,0-1 0-15,0 0 0 0,-3 3 8 0,0-1-8 16,-3-1 0-16,3 1 0 0,-3 1 0 0,0-3 0 15,3-2 0-15,0-1 0 0,0-2 0 0,0 0 0 16,1 0-45-16,-1-5-15 0,3 2-4 0,0-2 0 16,0-4-154-16,0-1-31 0</inkml:trace>
  <inkml:trace contextRef="#ctx0" brushRef="#br0" timeOffset="88731.583">22669 7493 1968 0,'-6'-10'83'16,"0"2"-67"-16,3 0 111 0,0 0 21 0,0 0 5 0,3 3 1 16,0-3-76-16,3 3-15 0,0-1-3 0,3-2-1 15,0 3 8-15,3 0 1 0,3 0 1 0,0-3 0 16,3 2-55-16,3 4-14 0,0-4 0 0,2 1 0 16,1 2 54-16,0-2 8 0,3 2 2 0,-3 3 0 15,0-2-52-15,-1 2-12 0,1 0 0 0,-3 0 0 16,0 0 0-16,0 0-18 0,-3 0 4 0,3 0 1 15,-3 2-31-15,2-2-5 16,-2 0-2-16,3 3 0 0,-3-3-145 16,0 0-30-16</inkml:trace>
  <inkml:trace contextRef="#ctx0" brushRef="#br0" timeOffset="90256.888">21907 10214 1668 0,'0'0'70'0,"0"0"-56"16,0 0 73 0,0 0 14-16,0 0 3 0,0 0 1 0,0 0 19 0,0 0 3 0,0 0 1 0,9 2 0 15,0-2-52-15,3 0-9 0,3-2-3 0,0 2 0 16,3 0 0-16,0-3 0 0,2 3 0 0,4 0 0 16,-3 0-35-16,3 0-7 0,0-3-2 0,-1 3 0 15,1-2-7-15,-3-1-1 0,0 3-1 0,-3-3 0 16,3 1-11-16,-1-1 0 0,1 3 9 0,-3-3-9 15,3 1 0-15,-3 2 0 0,0 0 0 0,-3 0 0 16,2 0-23-16,-2 0-9 16,0 0-1-16,-3 0-1 0,0 0-24 15,0 2-5-15,-3 1-1 0,0-3 0 0,-3 3-120 0,0-1-24 16,0 1-4-16</inkml:trace>
  <inkml:trace contextRef="#ctx0" brushRef="#br0" timeOffset="90900.855">23217 10071 2200 0,'0'0'46'0,"-3"-3"10"0,-3 0-45 0,0 1-11 0,3-1 0 0,-3-2 0 15,-3 5 76-15,0-3 14 0,0 3 2 0,-3 0 1 16,1 3-74-16,-7 2-19 0,0-2 0 0,-3 5 0 16,0 5 0-16,0 0 0 0,-2 0 0 0,-4 3 0 15,3 0 24-15,-3 0 0 0,-3 3 1 0,4-1 0 16,-1 3-40-16,6 0-8 0,-3 1-1 0,3 4-1 16,6-2 35-16,1 2 7 0,2 1 2 0,3 2 0 15,3-3-31-15,6-2-5 0,3-3-2 0,0 0 0 16,6 1-40-1,3-7-8-15,-1 1-1 0,7 0-1 0,0-3 7 0,6-5 2 16,0 3 0-16,0-3 0 16,-1-5 24-16,4-1 4 0,-3-2 2 0,3-2 0 0,-6-1 30 0,2-2 0 0,-5 2 0 0,3-2 0 15,-6-3 15-15,0 0 2 0,-3 0 1 0,-3-3 0 16,0 3 29-16,-3-2 5 0,-3-1 2 0,0 1 0 16,-6-4 25-16,3 4 5 0,-6-3 0 0,0-3 1 15,0 2-17-15,-3-1-3 0,0-1-1 0,0 2 0 16,0-4-51-16,-3 2-13 0,0-2 0 0,0-1 0 15,0 1 29-15,-5-1 3 0,2 3 1 0,0-2 0 16,-3-1-1-16,0 3-1 0,3 0 0 0,-3-2 0 16,0-1-31-16,4 3 0 0,2-2 0 0,-3 2 0 15,6 0 0-15,-3-2 0 0,3 2 0 0,3-3 0 0,3 1 0 16,3 2 0-16,0-5 0 0,3 2 0 0,6 1 0 16,0 2 0-16,3-3 0 0,0 3 0 0,3 3 28 15,2 3 0-15,1-1 0 0,0 3 0 0,3 3-28 0,-3-1 0 16,0 1 0-16,3 2 0 15,-4 3-21-15,4 0-4 0,0 0-1 0,-3 6 0 0,3 2 26 16,0 2 0-16,0 1 0 0,-4 5 0 16,-2 2 0-16,0 3 0 0,-3 1 0 0,0 1 0 0,-3-1 0 0,0-1 0 0,-6 0 0 15,0 0 0-15,0-2 0 0,-3-1 0 0,-3-2 0 16,0 3 0 0,0-4-56-16,-3 1-7 0,0-2-1 0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2:50:54.378"/>
    </inkml:context>
    <inkml:brush xml:id="br0">
      <inkml:brushProperty name="width" value="0.05292" units="cm"/>
      <inkml:brushProperty name="height" value="0.05292" units="cm"/>
      <inkml:brushProperty name="color" value="#0070C0"/>
    </inkml:brush>
  </inkml:definitions>
  <inkml:trace contextRef="#ctx0" brushRef="#br0">20437 2781 1720 0,'0'0'36'0,"0"0"8"15,0 0-35-15,0 0-9 0,0 0 0 0,0 0 0 16,3 3 85-16,3-1 15 0,3-2 4 0,0 0 0 15,3 0-14-15,2 0-2 0,1 0-1 0,0 0 0 0,3-2-23 16,0-1-4-16,0 3 0 0,3-3-1 0,-4 3-23 0,4-5-4 16,3 2 0-16,0-2-1 15,3 2-15-15,-3-2-4 0,2 2 0 0,4-4 0 0,-3 1-12 16,0 1 8-16,-1-3-8 0,1 0 0 0,-3 5 0 16,-6-7-15-16,3 2 2 0,-3 0 0 15,-4 0-131-15,-2 0-27 0,0 0-5 16</inkml:trace>
  <inkml:trace contextRef="#ctx0" brushRef="#br0" timeOffset="214.756">20737 2514 1758 0,'-26'-8'36'0,"17"2"10"0,3 4-37 0,-3 2-9 0,3-5 0 0,6 5 0 16,-6-3 93-16,6 3 17 0,0 0 3 0,0 0 1 15,0 0-30-15,0 0-7 0,0 0-1 0,0 0 0 16,0 0-45-16,0 0-10 0,0 8-1 0,-3 0-1 15,3 5 36-15,0 0 7 0,0 6 2 0,0-1 0 16,3 6-52-16,-3 5-12 0,3-5 0 0,0 2 0 16,-3 6 0-16,3-8 0 0,0 2 0 0,0 1 0 15,0-1 0-15,0 4 0 0,0-1 0 0,0 0 0 16,3-5-48-16,-3 5-13 0,3 2-3 0</inkml:trace>
  <inkml:trace contextRef="#ctx0" brushRef="#br0" timeOffset="591.289">21098 2577 2017 0,'12'-29'42'0,"-6"21"10"0,-1-2-42 16,4 2-10-16,0 0 0 0,0 5 0 0,0-8 64 0,0 9 10 15,0-3 2-15,0 2 1 0,0 3 4 0,-3-5 1 0,3 5 0 0,-3 0 0 16,0 5-43-16,0-2-9 0,-3 2-2 0,0 3 0 16,0 5-12-16,-3-2-2 0,3 2-1 0,-6 3 0 15,3 2-13-15,-6 1 11 0,3 2-11 0,-6 3 10 16,3-3-10-16,-3 0 0 0,0 0 0 0,0 0 0 16,3-5 0-16,-3 5 0 0,3-5 0 0,0 5 0 15,0-7 0-15,3 2 0 0,0-1 0 0,3-1 0 16,0 2 0-16,3-9 0 0,3 7 0 0,0-6 0 15,3 2-12-15,3-2-4 0,0-3 0 0,6 3-1 16,0-2 4-16,2-6 1 0,1 2 0 0,0-2 0 16,3-2-4-16,0 2-1 0,0-8 0 0,-1 2 0 15,1-1-103-15,0-1-21 0,3-6-4 0</inkml:trace>
  <inkml:trace contextRef="#ctx0" brushRef="#br0" timeOffset="924.332">21550 2323 1824 0,'0'0'76'0,"0"0"-60"16,0 0 82-16,0 0 17 0,0 0 3 0,0 0 1 15,0 0-37-15,0 0-7 0,6 5-2 0,0 1 0 16,3-4-58-16,0 4-15 0,0 2 0 0,3 0 0 15,0-3 0-15,-1 3 0 0,1 0 0 0,3 2 0 16,-3 4 54-16,3-1 8 0,-3 0 2 0,3 6 0 16,-3 2-52-16,0 0-12 0,3 8 0 0,-4-5 0 15,-2 2 0-15,0 6 0 0,0-3 0 0,-3 0 0 16,-3-5 0-16,3 3-12 0,-3-1 3 0,-3 0 0 16,0-2 9-16,-3 0 11 0,0-3-3 0,-3 6 0 15,-3-9-8-15,0 3 0 0,-3 3 0 0,-2 3 0 16,-1-6 0-16,-3-3 0 0,-3 4 0 0,0-1 0 15,0 0 0-15,0-5 0 0,-2 0 0 0,2-1 0 16,-3-1-53-16,0-1-16 0,0-2-3 16</inkml:trace>
  <inkml:trace contextRef="#ctx0" brushRef="#br0" timeOffset="1288.123">20583 2498 2066 0,'-9'-5'43'0,"0"2"10"0,0 3-42 15,-3 0-11-15,0 0 0 0,0 0 0 0,-3 0 53 0,0 8 9 0,1-6 2 0,-4 12 0 16,0-1-31-16,-3 8-5 0,3 0-2 0,-6 6 0 16,6-1-42-1,1 3-8-15,-1 3-1 0,3 2-1 0,0-4 52 0,3 1 10 0,0 1 3 0,3 2 0 16,6 3-31-16,0-5-8 0,6 8 0 0,0-3 0 16,3-3 0-16,3 1 0 0,3-6 0 0,3 3 0 15,0-6 0-15,3 3 0 0,-1-8 0 0,7 6 0 16,0-1 0-16,3-7 0 0,0 2 0 0,2 0 0 15,1-5-79-15,-3 0-20 0,3-3-4 0</inkml:trace>
  <inkml:trace contextRef="#ctx0" brushRef="#br0" timeOffset="1855.483">20574 4178 1436 0,'-6'5'30'0,"-3"-2"6"0,3 0-28 0,0-1-8 0,3 1 0 0,-3 5 0 16,6-8 72-16,0 0 14 0,-3 2 2 0,3-2 1 15,0 8-29-15,0-2-5 0,3-1-2 0,0 0 0 16,0 6-23-16,3-8-5 0,0 2-1 0,3-3 0 15,0 4 32-15,0-1 7 0,3 0 1 0,-1-2 0 16,4 0 0-16,0 2 0 0,0-5 0 0,3 3 0 16,0-3-52-16,3 0-12 0,3 0 0 0,-4-3 0 15,1 3 0-15,3 0 0 0,0 0 0 0,-3-5 0 0,2 2 0 16,-5 0 0-16,3 1 0 0,-3-4 0 16,0 4-151-16,-3-4-33 0,0 4-6 0</inkml:trace>
  <inkml:trace contextRef="#ctx0" brushRef="#br0" timeOffset="2126.603">20743 3945 1824 0,'-17'-13'38'0,"11"10"8"0,0-2-37 0,6 5-9 0,0 0 0 0,0 0 0 15,0 0 90-15,0 0 16 0,0 0 3 0,0 0 1 16,0 0-74-16,0 8-14 0,3-3-3 0,0 6-1 15,0-1 37-15,0 4 7 0,3 2 2 0,-1-1 0 16,-2 7-52-16,3-7-12 0,0 7 0 0,0-1 0 16,0 5 0-16,-3 1 0 0,3 2 0 0,-3 3 0 15,3-3 54-15,0-3 8 0,-3 3 2 0,3-2 0 16,0-4-103-16,-3 1-20 0,3 0-4 0,-3-3-1 16,0 0 52-16,0-2 12 0,0-3 0 0,-3 0 0 15,3-3-105-15,0-2-19 0,-3 2-3 0</inkml:trace>
  <inkml:trace contextRef="#ctx0" brushRef="#br0" timeOffset="2623.483">21187 4033 2066 0,'-12'-24'43'0,"9"16"10"0,0 2-42 16,3-1-11-16,0 1 0 0,0 1 0 0,0 0 53 0,3-1 9 0,0 1 2 0,0 2 0 15,3 3 27-15,3-5 5 0,0 0 2 0,0 5 0 16,3-3-42-16,0 1-8 0,2-1-1 0,-2 3-1 16,3 0-18-16,-3 0-3 0,3 0-1 0,0 0 0 15,0 3-13-15,0-1-3 0,-3 1-8 0,-1 2 12 16,1 0 4-16,-3 3 1 0,3-2 0 0,-3-1 0 16,0 6-17-16,-3-4 0 0,3-1 0 0,-6 2 0 15,0 0-48-15,0 2-12 0,-3-2-4 16,-3 0 0-16,0 3-51 0,-3-3-10 0,0 2-3 15,0-2 0-15,0 3 78 16,-3-3 15-16,0 0 3 0,0-3 1 0,0 0 11 0,0 6 1 0,1-9 1 0,2 4 0 16,0-4 18-16,6-2 0 0,0 0-8 0,0 0 8 15,0 0 0-15,0 0-10 0,6 3 10 0,0 2-8 16,0-5 8-16,2 0 0 0,1 0 8 0,3 0-8 16,0 0 19-16,0-2-1 0,0 2 0 0,3 0 0 15,-3 0 10-15,3 0 1 0,0 0 1 0,-4 2 0 16,1 1 30-16,0 0 5 0,0 2 2 0,-3 3 0 15,0-6-54-15,0 6-13 0,0 0 0 0,-3 0 0 16,-3 5 0-16,3-2 0 0,-3 2 0 0,-3 1 0 16,0 1 54-16,-3-1 8 0,-3 2 2 0,0-3 0 15,0 3-52-15,-3-3-12 0,0 0 0 0,-3 0 0 16,0 1-48-16,0-1-13 0,0-3-3 0,1 4 0 16,-4-1 44-16,3-3 9 0,0-2 2 0,-3 3 0 15,0-6-159-15,-3-2-32 0</inkml:trace>
  <inkml:trace contextRef="#ctx0" brushRef="#br0" timeOffset="3423.893">20606 3903 1824 0,'-53'-11'38'0,"32"3"8"16,3 8-37-16,-3-5-9 0,1 2 0 0,-1 3 0 15,0 8 53-15,0-5 9 0,-3 2 2 0,3 6 0 16,1-1-52-16,-1 6-12 0,3 3 0 0,-3 5 0 16,3-1 54-16,0 7 8 0,3-4 2 0,1 6 0 15,2 2-52-15,3 3-12 0,0 6 0 0,0-1 0 16,6-2 0-16,3-1 0 0,0 1 0 0,3 2 0 16,3-2-14-16,3-3-6 0,3 5 0 0,3-5-1 0,2 0 33 15,4-5 8-15,3 3 0 0,3-6 1 16,0-3-33-16,5 1-8 0,4-4 0 0,0-4-1 0,0-1 21 0,2-7-11 15,-2 2 11-15,6-2-8 16,-4-11-88-16,7 3-18 0,3-3-3 0</inkml:trace>
  <inkml:trace contextRef="#ctx0" brushRef="#br0" timeOffset="3701.821">21851 3863 2090 0,'-21'-13'44'0,"-3"0"8"0,6 5-41 0,0 0-11 0,0 0 0 0,4 5 0 15,2-2 78-15,3 2 14 0,3 3 2 0,6 0 1 16,-6 3-40-16,6 5-8 0,0 0-2 0,0 2 0 16,6 6-21-16,0 3-4 0,3 2 0 0,3 3-1 15,0 0 4-15,2 2 1 0,-2 1 0 0,3 4 0 16,0-2-24-16,3 0 9 0,-3 3-9 0,3 0 0 15,-3 2 0-15,2 1 0 0,-2-3 0 0,0 2 0 16,-3-2 0-16,0-6 0 0,-3 3 0 0,-3-2 0 16,-3-1 0-16,-3-2 0 0,-3 0 0 0,-3 2 0 15,-3-2 0-15,-6 3 0 0,0-1 0 0</inkml:trace>
  <inkml:trace contextRef="#ctx0" brushRef="#br0" timeOffset="4074.392">19133 5416 2446 0,'-24'11'51'0,"3"0"12"0,7-6-51 0,5 0-12 0,9-5 0 0,0 0 0 16,6 8 13-16,2-3 0 0,4-2 0 0,9 0 0 15,3-1 53-15,6-4 10 0,3-1 3 0,11 0 0 16,1-2-61-16,5-3-18 0,4 0 8 0,15 3-8 16,-4-11 0-16,12 5 0 0,7 1 0 0,14-9 0 15,-3 6 46-15,6 0 14 0,10-3 4 0,14 0 0 16,-9 0-52-16,3 6-12 0,9-6 0 0,15 0 0 16,-18 3 0-16,0-3 0 0,3 3 0 0,14-3 0 15,-16 2 0-15,-4 1 0 0,3 3 0 0,11-4 0 16,-19 4 0-16,-7-3 0 0,0 2 0 0,6-2 0 15,-24 5 0-15,-2-3 0 0,-4 3 0 0,-3-8 0 16,-14 9-9-16,-4-4-5 0,-5 0-1 0,-4 1 0 16,-11 2-20-16,-6 0-4 0,-7 0-1 15,-2-3 0-15,-12 3-129 0,-3 3-27 0,-3-8-4 0</inkml:trace>
  <inkml:trace contextRef="#ctx0" brushRef="#br0" timeOffset="4632.121">19029 4506 2030 0,'0'0'57'0,"0"0"14"15,0 0-57-15,0 0-14 0,0 0 0 0,6 0 0 16,3 0 54-16,3-3 8 0,3 3 2 0,2-2 0 0,4 2-16 0,0-3-4 0,6 1 0 0,0-1 0 16,5 0-19-16,-2 3-4 0,6-8-1 0,0 8 0 15,-1-8 17-15,1 0 3 0,0 3 1 0,5-3 0 16,-2 3-14-16,0-3-3 0,3 3-1 16,-1-3 0-16,-5 0-23 0,0 0 0 0,-4 0 0 15,-2 0 0 1,-3 3-47-16,-3-3-13 0,0 0-4 0</inkml:trace>
  <inkml:trace contextRef="#ctx0" brushRef="#br0" timeOffset="4921.358">19437 3966 1831 0,'6'0'77'15,"0"0"-61"1,0 0 74-16,0 0 15 0,-1 0 3 0,4 6 1 16,-3-1-17-16,0 6-4 0,3-4-1 0,-3 4 0 15,0 0-25-15,0 5-5 0,0-1-1 0,0 7 0 16,0 1-19-16,-3 4-4 0,3 2-1 0,-3 5 0 16,0-2-14-16,0 2-3 0,0 1-1 0,0 2 0 15,0-3-5-15,0-2-1 0,0 0 0 0,0 2 0 16,0-2 4-16,0 2 0 0,0 3 0 0,0-5 0 0,0 3-20 15,2-6-4-15,-2 0-1 0,3 0 0 16,0-5-134-16,3 0-26 0</inkml:trace>
  <inkml:trace contextRef="#ctx0" brushRef="#br0" timeOffset="8531.013">13183 6819 1094 0,'0'0'46'0,"0"0"-37"15,0 0 44-15,0 0 9 0,0 0 2 16,0 0 0-16,0 0 29 0,0 0 7 0,0 0 0 0,0 0 1 31,0 0-59-31,0 0-12 0,6 2-2 0,0 1-1 0,0 0 29 0,3-3 7 16,0 2 1-16,-1 1 0 0,4 0-52 0,0-3-12 15,3 2 0-15,-3 1 0 16,6 0 54-16,-3-3 8 0,3 2 2 0,0 1 0 16,-1-1-52-16,4 4-12 0,3-4 0 0,3 1 0 0,0 2 15 15,-1 1 0-15,7-4 0 0,0 6 0 0,0-2-24 0,-1 1-5 16,1-1-1-16,3 4 0 0,-3-4 15 0,2 2 0 0,1 0 0 16,3-1 0-16,-1 4 16 0,1 2 7 0,0 0 1 0,2 3 0 15,-2 0-10-15,-3 3-2 0,0-1 0 0,2 3 0 16,1-2 13-16,-3 5 3 0,5-3 0 0,-2 3 0 15,-3 0-28-15,0-1-14 0,-4 1 2 0,4 0 0 16,-6-3 12-16,0 3 15 0,-4-3-3 0,4 6-1 16,-3-4-11-16,0 7 0 0,-4-1 0 0,4 2 0 15,-3-1 20-15,0 1-2 16,-3 1 0-16,0 0 0 0,-4-3-6 0,-2 0 0 0,0 0-1 0,0 3 0 16,-3-3-3-16,-3 3 0 0,0-1 0 0,-3 4 0 15,0-1 1-15,-3-2 0 0,0 2 0 0,0 3 0 16,-3-5-9-16,-3 0 12 0,3 0-12 0,-6-1 12 15,3 1-12-15,-6 0 8 0,3 0-8 0,-3 2 8 16,-3-2-8-16,0 5 0 0,0-3 9 0,-3 3-9 16,-2-5 0-16,-1 0 9 0,0-3-9 0,-3 5 0 15,3-5 8-15,-6 3-8 0,3-3 0 0,-2 6 0 16,2-4 9-16,0 1-9 0,0 0 0 0,-3 2 9 16,0-5-9-16,4 3 0 0,-4-3 0 0,-3 0 0 15,0-2 0-15,0-3 8 0,1-3-8 0,-4 5 0 16,3-2 0-16,-3 0 0 0,4 2-9 0,-4 1 9 15,3-3 0-15,0 0 0 0,-3-1 0 0,-2-1 0 16,2-1 0-16,0 0 17 0,-3-3-1 0,-2 4-1 16,2-7-24-16,0 1-5 0,1 0-1 0,-1 0 0 15,0-3 15-15,0-2 0 0,4-1 0 0,-4 1 0 0,0-3 0 16,0 0 0-16,1-3 0 0,-1 0 0 16,3 1 0-16,0-4 0 0,3 4 0 0,1 2 0 0,-1-3 0 0,6-2 0 0,0 2 0 15,3 0 0-15,3-2-54 16,4-1-8-16,-4 1-2 0,3 0 0 0,3-1-51 15,3-2-10-15,0 3-3 0</inkml:trace>
  <inkml:trace contextRef="#ctx0" brushRef="#br0" timeOffset="9171.835">13400 9129 1580 0,'0'0'67'16,"0"0"-54"-16,0 0 41 0,0 0 8 0,0 0 2 0,0 0 0 16,0 0 44-16,0 0 8 0,0 0 3 0,0 0 0 15,0 0-59-15,0 0-11 0,0 0-2 0,0 0-1 16,0 0-15-16,0 0-3 0,0 0-1 0,0 0 0 15,0 0-27-15,-3 5 0 0,0 0 0 0,-3 1 0 16,3 2 0-16,0 2 0 0,-3 1 0 0,3 2 0 16,-3-3 0-16,0 4 0 0,-2 2 0 0,2-3 0 15,-3 3 28-15,0 0 0 0,3-1 0 0,-3 1 0 16,-3 0-28-16,3-3 0 0,0 3 0 0,-3-2 0 16,3 1 0-16,-3-1 0 0,3-1 0 0,0 0-11 15,1 0 11-15,2 1 0 0,0-1-9 0,0 0 9 16,3-2 0-16,0 2 0 0,3-3-9 0,0 1 9 15,0 0 0-15,3-1 0 0,0-2 0 0,0 0 0 16,3-3-20-16,0 3 2 0,2-5 1 0,1 2 0 16,0-2 17-16,0-3 0 0,3 3 0 0,-3-3 0 15,3 0 26-15,0 0 9 0,3 0 1 0,-3-3 1 16,0 0-8-16,0 1-1 0,-1-1-1 0,1-2 0 16,3-1-27-16,0 1 0 0,-3 0 0 0,6-1 0 15,-3 1 0-15,0 0 0 0,2 0 0 0,-2 2-11 0,0-5 11 16,3 3-8-16,-3 2 8 0,0-2-8 15,3 2-32-15,-3-2-7 0,2 2-1 0,-2 1 0 16,-3-1-128-16,0-2-25 0</inkml:trace>
  <inkml:trace contextRef="#ctx0" brushRef="#br0" timeOffset="17145.223">15799 5250 1541 0,'0'0'44'0,"0"0"9"0,0 0-42 0,0 0-11 0,-6-3 0 0,6 3 0 16,0 0 65-16,0 0 11 0,-6-3 3 0,6 3 0 15,-6 0-43-15,6 0-9 0,-6 3-2 0,1 0 0 16,-1 5-16-16,0-8-9 0,0 5 10 0,3 0-10 16,-3 3 0-16,3-3 0 0,3 1 0 0,-3 2 0 15,3-6 0-15,0 6 0 0,-3-2 0 0,3-6 0 16,0 5 0-16,0-5 0 0,0 0 0 0,3 5 0 16,-3-5 0-16,3 3 0 0,0-1 0 0,3-2 0 15,-3 0 15-15,3 0 3 0,0-2 1 0,0-1 0 16,-1-2 19-16,1 2 4 0,0-2 1 0,0 0 0 15,0-1 4-15,-3-2 1 0,3 3 0 0,-3 0 0 16,0-1 2-16,-3 1 1 0,3 0 0 0,-3 0 0 16,-3-1-8-16,3 1-2 0,-3 0 0 0,0 2 0 15,0-2-14-15,-3 2-3 0,3 0-1 0,-3 1 0 16,0-1-13-16,0 3-2 0,6 0-8 0,-8 0 12 16,2 3-12-16,0-3 0 0,0 2 0 0,0 4 0 15,0-4 0-15,0 4 0 0,3-1 0 0,-3-2 0 16,3 5 0-16,3-8 0 0,-3 5 0 0,0 0 0 15,3 0 0-15,0 1-8 0,0-1 8 0,3 0 0 16,0 1-8-16,3-4 8 0,-3 1 0 0,3-3 0 16,0 3-11-16,3-3 11 0,-3-3-10 0,0 3 10 0,2-3 0 0,-2 1 0 15,3-4 0-15,-3 1 0 0,0 0 0 0,0 2 0 16,0-2 0-16,0 2 0 0,-3-2 0 0,0 0 0 0,0-1 8 16,0 1-8-16,-3 0 26 0,0-1-2 0,0 1 0 0,-3 2 0 15,0-2-2-15,0 3-1 0,-3-4 0 0,0 4 0 16,3-1-10-16,-3 0-3 0,0 1 0 0,0 2 0 15,0 0-8-15,0 0 0 0,6 0 0 16,-5 5 0-16,-4-2 0 0,3 2 8 16,0 0-8-16,0 0 0 0,3 1 0 0,-3-1 0 15,3-2 0-15,0 5 0 0,0 0 0 0,3-6 0 0,-3 4 0 0,3-6 0 16,3 5-9-16,0 0 9 0,-3-5 0 0,3 5 0 16,0-2-10-16,3 0 10 0,0-1-8 0,0-2 8 15,0 0 0-15,0 0-8 0,2-2 8 0,-2-1 0 16,3-2 0-16,-3 2-8 0,3-2 8 0,0 0 0 15,-3-1 0-15,3 4 0 0,-3-6 0 0,0 2 0 16,0 1 0-16,0-3 0 0,-3 3 0 0,0 0 8 16,-3-3 8-16,0 2 1 0,0 1 1 0,-3 0 0 15,0-1-3-15,0 6-1 0,0-7 0 0,-3 4 0 16,0 0-14-16,-3 1 11 0,3-1-11 0,0 3 10 16,0 0-10-16,-3 0 0 0,3 3 0 0,0-1 8 15,-3 1-8-15,4 2 0 0,-1 3 0 0,0-3 0 16,3 3 0-16,-3 0 0 0,3 0 0 0,0 0 0 15,3 0 0-15,-3 0-9 0,3 3 9 0,0-6 0 0,0 3-12 0,3-3 4 16,0 0 8-16,0 1-13 0,0 2 3 16,3-6 1-16,0 1 0 0,2 0 0 0,-2-1 9 0,3-2 0 15,0 0-9-15,0-2 9 0,3-1 0 0,0 3 0 0,-3-5 0 16,3 5 0-16,-3-8 0 0,0 5 0 0,3-2 0 16,-6 2 0-16,3-2 0 0,-4 0 0 0,1-1 0 15,-3 4 0-15,0-6 0 0,-3 0 0 0,0 2 8 0,0 1-8 16,-3 0 14-16,0-3-2 0,0 3-1 15,-2-3 0 1,-1 5-11-16,0-2 12 0,0-1-12 0,-3 6 12 0,0 0-12 0,3 0 0 0,-3 0 0 16,0 0 0-16,0 3 0 0,-3 5 0 0,3 0 0 0,0 0 0 15,3 0 0-15,-3 5 0 0,3-5 0 0,0 5 0 16,1-5 0-16,2 3 0 0,0-1-8 0,0 1 8 16,0 0-11-16,3-1 3 0,3 1 0 0,-3-1 0 15,6-2-1-15,-3 0 0 0,2 0 0 0,1-3 0 16,0 1 9-16,0-1 0 0,3-2 0 0,0-1-8 15,0-2 8-15,0 0 0 0,0 0 0 0,0-2-8 16,0-1 8-16,0-2 0 0,-3-1 0 0,3-2 0 16,-3 3 0-16,3-3 8 0,-6-2-8 0,2 2 11 15,1-3 0-15,-3 3 0 0,0-2 0 0,0 2 0 16,-3-3-11-16,0 0 8 0,0 1-8 0,-3-1 8 16,0 1-8-16,0 2 0 0,-3-3 0 0,1 1 0 15,-1 2-14-15,-3 0-8 0,0 2-2 0,-3-4 0 16,0 5-147-16,-6 2-29 0</inkml:trace>
  <inkml:trace contextRef="#ctx0" brushRef="#br0" timeOffset="22728.797">15844 5334 1094 0,'0'0'23'0,"0"-5"5"0,3 2-28 0,-3 3 0 0,0-5 0 0,0 5 0 15,3-5 88-15,-3 5 12 0,3-3 2 0,-3 3 1 16,0 0-12-16,0 0-3 0,3-5 0 0,-3 5 0 16,0 0-25-16,3-3-6 0,-3 3-1 0,3 0 0 15,0 0-37-15,3 0-8 0,-3 0-2 0,3 0 0 16,0 3 39-16,0-3 7 0,0 3 1 0,-1-1 1 15,1 1-29-15,0 2-5 0,3-2-2 0,0 2 0 16,0 0-5-16,0-2 0 0,0 2-1 0,0 3 0 16,3-2-4-16,-3 1-1 0,0 4 0 0,3-3 0 0,-3 3 12 0,2-1 2 15,1 3 1-15,0-2 0 0,0 2-25 0,-3 0 0 16,3-2 0-16,0 5 0 0,0-3 0 0,-3 0 0 16,3 3 0-16,-3-3 0 0,2 3 0 0,1-2 0 0,3-1 0 15,-3 3 0-15,0-3 0 0,3 3 0 0,-3-3 0 0,3 0 0 16,3 0 0-16,-3-2 0 0,-1 0 0 0,4 2 0 15,0-3 0-15,-3 4 0 16,3-1 0-16,0 3 0 0,0-3 36 16,-1 0 1-16,-2 3 1 0,3 0 0 0,0 0-19 0,-3-3-4 15,3 3-1-15,-3 0 0 0,-3-3-3 0,-1 0-1 0,4 1 0 0,-6-1 0 16,3 0-10-16,0 0 0 0,0-2 0 0,-3 2 8 16,3-2-8-16,-3-1 0 0,3 1 0 0,-3 2 0 15,0-2 0-15,-1-1 0 0,1 1 0 0,-3-1 0 16,0 4 33-16,0-4 5 0,-3 1 1 0,3-1 0 15,-3 4-11-15,0-1-3 0,0 3 0 0,0-3 0 16,-3 3-25-16,3 0 0 0,-3 2 0 0,0 1 0 16,0-3 0-16,-3-1 0 0,3 4 0 0,0-1 0 15,-3-2 0-15,3-2 0 0,0 1 0 0,-3-1 0 16,0 2 0-16,3-6 0 0,-3 1 0 0,0 2 0 16,3-5 0-16,-3 2 0 0,3 1 0 0,-3-3 0 15,3 0 0-15,0 0-12 0,-3 0 0 0,3 0 1 16,0-3 11-16,-3 3 0 0,3-3 0 0,0-5 0 15,-3 6 0-15,3-6 0 0,0 0 0 0,0 5 0 16,0-5 12-16,-3 5-3 0,3-5 0 0,0 0 0 0,-3 5-9 16,3-5 0-16,0 0 0 0,0 0 0 15,0 0 0-15,-3 6 0 0,3-6 0 0,0 0 0 0,-3 5 0 16,3-5 0-16,-3 5 0 0,-3-2 0 0,6-3 0 0,-2 5 0 16,2-5 0-16,-3 6 0 0,0-1 0 15,3-5 0-15,-3 5 0 0,0 3 0 0,0-3-12 16,3 1-4-16,-3-1 0 0,3 0-1 0,0-5 5 0,-3 6 2 0,3-1 0 15,0-5 0-15,0 5 10 0,0-5 0 16,0 0 0-16,0 5 0 16,0-5-32-16,0 0-4 0,0 0 0 0,0 0-1 0,0 0 37 0,0 0 0 0,0 0 0 0,0 0 0 31,0 0-59-31,0 0-4 0,6-2-1 0,-3-4 0 0,0 1-143 16,0-5-29-16</inkml:trace>
  <inkml:trace contextRef="#ctx0" brushRef="#br0" timeOffset="23850.893">16627 6496 1314 0,'0'0'37'0,"0"0"8"15,0 0-36-15,0 0-9 0,0 0 0 0,0 0 0 16,0 0 28-16,0 0 3 0,0 0 1 0,0 0 0 15,0 0 31-15,6 5 6 0,-3-2 2 0,0 0 0 16,-3-3-37-16,6 5-7 0,-3-3-2 0,3 1 0 0,0 0 31 16,-1 2 7-16,1-2 1 0,0-1 0 15,0 4-52-15,0-4-12 0,0 1 0 0,0 2 0 16,0 0 40-16,0 1 6 0,0-1 1 0,0 3 0 16,0 0-31-16,3 0-7 0,-3 0-1 0,0 2 0 15,0 1 0-15,3 2 0 0,-3 0 0 0,0 1 0 16,0-1-8-16,-1 3 0 0,1-3 0 0,0 0-11 0,0 3 11 0,-3-3 0 15,3 1 10-15,0 1-10 16,-3-1 0-16,0-4 0 0,3 4 0 0,-3-1 0 0,0-3 0 0,0 4 0 16,0-1 0-16,-3 0 0 0,3-2 0 0,0 2 0 0,3-3 0 0,-3 4 0 15,0-4 0-15,0 1 0 0,0 2 0 0,0-2 0 16,0 2 0-16,3 0 0 0,-3-2 0 0,3 2 0 16,-3 0 0-16,0 0 0 0,0 1 0 0,0-1 0 15,0 0 0-15,0 0 0 0,0 1 0 0,0-1 0 16,-1 0 0-16,-2 0 0 0,3-2 0 0,0 2 0 15,0 0 29-15,0-2 0 16,0 2 0-16,-3-2 0 0,3 2-17 0,0-3-4 0,-3 1-8 0,3 0 12 16,-3-1-3-16,0 3-1 0,3-2 0 0,-3 0 0 15,0-1-8-15,3-2 10 0,0 3-10 0,-3-1 10 16,3-2-10-16,-3 3 10 0,0-1-10 0,3 1 10 16,-3 0-10-16,0-1 12 0,3 1-12 0,-3-1 12 15,0 4-12-15,3-4 10 0,-3 1-10 0,0-1 10 16,0 1-10-16,3 2 0 0,-3-2 9 0,0 2-9 15,0-2 0-15,3 2 9 0,-3-3-9 0,0 1 0 16,0-1 0-16,0 4 0 0,0-4-10 0,0 1 10 16,0-1 0-16,0 1 0 0,0 0 0 0,0-3 0 0,0 2 0 15,-3-2 0-15,3 0 0 0,0 3 0 0,0-3 8 16,-3 0 10-16,0-1 2 0,3-1 0 0,-3 2-32 0,0 0-7 16,3-3-1-16,-3 3 0 0,0-3 68 0,3 0 12 0,0-5 4 15,-3 8 0 1,0-2-78-16,0-1-15 0,0 0-3 0,-3 1-1 0,3-1 33 0,0 0 0 0,-3 0 0 0,4 1 0 15,-1-1 0-15,-3 0 0 16,3 3 0-16,0-2 0 0,-3 1 0 16,3-1 0-16,0-1 0 0,-3 3 0 0,3-3 0 15,0 3 0-15,0-3 0 0,0 3 0 0,0-5-15 0,0 2 1 16,3 1 0-16,0-1 0 16,0-5-43-16,-3 5-9 0,3-5-2 0</inkml:trace>
  <inkml:trace contextRef="#ctx0" brushRef="#br0" timeOffset="24844.814">16924 7867 1458 0,'0'0'30'0,"0"0"8"0,0 0-30 0,-6-3-8 0,6 3 0 16,0 0 0-16,0 0 86 0,0 0 16 0,0 0 3 0,0 0 1 15,0 0-24-15,0 0-5 0,0 0-1 0,0 0 0 16,0 0-33-16,0 0-7 0,0 0-2 0,0 0 0 15,0 0-7-15,0 5-2 0,0-5 0 0,3 8 0 16,-3-3-6-16,3 3-2 0,0 0 0 0,0 0 0 16,0 0-5-16,0 0 0 0,0 0-1 0,0 0 0 15,0 3 6-15,0-3 2 0,3 2 0 0,-3 1 0 16,0-3-19-16,0 2 0 0,0 1-11 0,-3-1 11 16,3 1 0-16,0 0 0 0,-3 2 0 0,3-3 0 15,-3 1 8-15,0 0-8 0,3 2 0 0,-3-3 0 16,0 1 0-16,3 0 8 0,-3 2-8 0,0-3 0 15,0 4 0-15,0-1 0 0,0 0 0 0,0 3 0 16,0 0 0-16,0-3 0 0,0 3 0 0,-3 2 0 16,3-2 0-16,0 3 0 0,0-3 0 0,0 2 0 15,0-2 0-15,0 3 0 0,0-4 0 0,-3 1 0 16,3 3 0-16,0-3 0 0,0 2 0 0,-3-2 0 0,3 3 0 16,0-3 0-16,0-1 0 0,-3 4 0 0,3-3 0 0,0 2 0 15,0-2 0-15,0 0 0 0,-3 3 0 0,3-4 0 0,0 1 0 16,-3 3 0-16,3-1 0 0,0-2 0 0,-3 3 0 15,3-3 0-15,0 2 0 0,-3-2 0 16,3 0 9-16,-3 2-9 0,3-2 0 0,0 0 0 0,-3 0 0 16,3 3 0-16,0-4 0 0,-3 1 12 15,3 0 0-15,-3 0 0 0,3-3-12 0,-3 3-17 16,0 0 4-16,0 0 1 0,0 0 12 0,3 2 0 0,-3-2 0 16,0 0 0-16,0 0 14 0,0 3 6 0,-2-4 0 0,2 1 1 15,-3-2-21-15,3 1 8 0,-3-1-8 0,0-1 0 16,3 0 0-16,-3 0 0 0,0 1 0 0,0-4 8 15,0 3-8-15,0-2 0 0,0 0 0 0,0 2 8 16,-3-3-8-16,3 1 0 0,-3-1 8 0,0-2-8 16,0 3 9-16,0 0-9 0,1-3 12 0,-1-1-12 15,0 1 11-15,0 3-11 0,0-3 10 0,3 3-10 16,-3-4 0-16,3 4 8 0,0-3-8 0,0 3 0 16,3-1 21-16,-3-2 2 0,3 0 0 0,0 0 0 15,0 0-23-15,3-3 0 0,-3 3 0 0,0-3 0 16,3 1-14-16,0-1-7 0,0-5-2 0,-3 5 0 15,3-5 23-15,0 6 0 0,0-6 0 0,0 0 0 16,0 0 14-16,0 0 7 0,0 0 2 0,0 0 0 16,0 0-70-16,0 0-13 0,0 0-4 0,0 0 0 15,0 0 0-15,0 0 0 0,0 0 0 0,0 0 0 16,0 0-51-16,0 0-10 0,3-8-3 0</inkml:trace>
  <inkml:trace contextRef="#ctx0" brushRef="#br0" timeOffset="25336.07">16707 9354 1580 0,'0'0'67'0,"0"0"-54"16,0 0 143-16,-3-3 29 0,0-2 6 0,3 5 1 16,-3-3-103-16,3 3-20 0,-3-3-4 0,3 3-1 15,-6 0-51-15,0 0-13 0,0 0 0 0,-3 6 0 16,3-4 54-16,1 4 8 0,-1 2 2 0,0-1 0 15,3 1-72-15,-3 3-15 0,3 0-2 0,0-1-1 16,0 1 42-16,3 2 8 0,0-2 1 0,0-1 1 16,0 1-26-16,3-3 0 0,3 0 0 0,-3 0 0 15,3-3-46 1,0 0-14-16,0-2-4 0,-1-1 0 0,4-2 52 0,0 0 12 0,0-2 0 0,-3-4 0 16,3 1 27-16,-3 0 8 0,3-3 1 0,-3 3 1 15,0-3-8-15,0 0-1 0,-3 0-1 0,0 0 0 16,0 0 29-16,-3-3 7 0,0 3 1 0,0 1 0 15,-3-1 0-15,0 0 0 0,0 0 0 0,-3 0 0 16,0 2-52-16,3 1-12 0,-3 0 0 0,0 0 0 16,0 2 0-16,0-2 0 0,0 5 0 0,-3-3 0 15,3 6 0-15,0-3 0 0,0 5 0 0,1-2 0 16,-1 2 0-16,0-2 0 0,3 2 0 0,-3-3 0 16,6-2 9-16,-3 8-1 0,3-2 0 0,0-6 0 0,-3 8-8 0,3-8-11 15,0 5 3-15,0-5 0 0,0 0 8 0,0 0 0 16,0 0 10-16,0 0-10 0,0 0 0 0,0 0 0 0,6 3 0 15,-6-3-10-15,0 0 10 0,3 0 0 16,3-3 0-16,-3 0 0 0,0 1 0 16,3-4 0-16,-4 4 0 0,1-4 0 0,0 1 0 0,3 0 0 15,-3 0 0-15,3-3 0 16,0 0-104-16,0 0-20 0,0 0-3 0</inkml:trace>
  <inkml:trace contextRef="#ctx0" brushRef="#br0" timeOffset="25895.12">17359 9983 1552 0,'-15'0'44'0,"3"0"10"0,0 3-43 15,3-3-11-15,0 0 0 0,1 3 0 0,2-3 94 0,6 0 17 0,0 0 3 0,0 0 1 16,0 0-46-16,0 0-9 0,0 0-1 0,9 2-1 16,-1 1-2-16,7-3 0 0,-3 3 0 0,9-1 0 15,0 1-23-15,6 0-5 0,2-1 0 0,4 1-1 16,3-3 29-16,9 2 7 0,-1-2 1 0,4 0 0 15,-1 3-64-15,4 0-21 0,0-3 0 16,2 2 0-16,-2 1 21 0,5-3 0 0,-2 0 0 16,6 0 0-16,-10 0 15 0,4 3 4 0,-1-3 1 0,1 2 0 15,-7 1-31-15,4-3-5 0,-3 3-2 0,-4-1 0 16,-5 1 18-16,-3-3 0 0,-3 3-8 0,-7-3 8 16,-2 2-39-16,-6-2-4 15,0 0-1-15,-6 0 0 0,-6 0-20 0,-6 0-4 0,0 0 0 0,0 0-1 16,-6 3-146-16,-6-3-29 0</inkml:trace>
  <inkml:trace contextRef="#ctx0" brushRef="#br0" timeOffset="26192.833">17222 10216 2079 0,'-9'0'59'0,"3"0"13"0,6 0-58 0,0 0-14 0,0 0 0 0,0 0 0 16,6-2 49-16,6-1 7 0,0 3 2 0,0-3 0 16,6 1 7-16,0-1 2 0,2 0 0 0,7-2 0 15,0 2-12-15,6-2-3 0,0 0 0 16,5 0 0-16,4-1-18 16,5 1-4-16,1 2-1 0,9-2 0 0,-4 2 7 0,4-2 0 0,-1 0 1 0,7-1 0 15,-4 4-37-15,1-1-20 0,-1-2 3 16,4 5 0-16,-1-3 27 0,-2 1 6 0,3-1 0 0,-1 3 1 15,-5 0-29-15,-4 0-7 0,-2 3-1 0,-1-1 0 16,-2 1-19 0,-3 2-4-16,-1 0-1 0,-2 1 0 0,-6-4-141 15,-7 4-29-15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2:52:21.327"/>
    </inkml:context>
    <inkml:brush xml:id="br0">
      <inkml:brushProperty name="width" value="0.05292" units="cm"/>
      <inkml:brushProperty name="height" value="0.05292" units="cm"/>
      <inkml:brushProperty name="color" value="#0070C0"/>
    </inkml:brush>
  </inkml:definitions>
  <inkml:trace contextRef="#ctx0" brushRef="#br0">10858 10907 1257 0,'-15'2'58'0,"9"-2"-58"0,6 0 0 0,0 0 0 0,-6 0 0 15,6 0 75-15,0 0 8 0,0 0 1 0,0 0 1 16,0 0-45-16,0 0-8 0,0 0-3 0,0 0 0 16,0 0-13-16,0 0-4 0,0 0 0 0,0 0 0 15,0 0 8-15,0 0 2 0,6 3 0 0,-3 2 0 16,3-2-6-16,-3 2 0 0,6 1-1 0,-3-1 0 16,0 0-23-16,0 0-5 0,0-2-1 0,3 2 0 15,-3-2 14-15,0 2 0 0,3-2 0 0,-3 0 0 16,3-1 0-16,2 4 0 0,-2-6 0 0,6 2 0 15,-3 1 48-15,0-3 13 0,3 3 3 16,3-3 0-16,0 0-64 0,3 0-23 0,-1 0 1 0,4 0 0 16,0 0 22-16,3 0 0 0,0 0 0 0,-4 0 0 15,1 0 0-15,0 0 0 0,-3 0 0 0,3 0 0 16,-1 0 0-16,-2 0 0 0,3-3 0 0,3 3 0 16,-3 0 18-16,0 0 2 0,2 3 0 0,4-3 0 15,-3 0-32-15,0 2-7 0,2 1-1 0,-2-1 0 16,-3-2 20-16,0 3 0 0,0-3 0 0,-1 0 0 15,-2 0 0-15,3 0 0 0,-3 0 0 0,3 0 0 16,0-3 0-16,-1 3 0 0,1 0 0 0,3 0 0 16,0-2 0-16,0 2 0 0,-4-3 11 0,4 3-11 15,-3 0 18-15,0-2-3 0,0-1-1 0,-4 0 0 16,-2 3-14-16,3-2 0 0,-3-4 0 0,0 6 0 0,0-2 28 16,-3-1 2-16,2 0 1 0,1 1 0 0,0 2-21 15,0-3-10-15,3 0 10 0,-3 3-10 0,0 0 10 0,2-2-10 0,-2 2 10 16,3 0-10-16,-3-3 8 0,3 3-8 15,0-3 0-15,-3 1 0 16,2-1 0-16,-5 1 0 0,3-1 0 0,-3 0 0 0,0 1 0 0,3-1 0 16,-3 0 0-16,2-2 0 0,1 2 9 15,0 1-9-15,3-1 8 0,0-2-8 0,0 2 0 0,0-2 0 16,-1 2 0-16,4-2 0 0,-3 2 0 0,3-2 0 0,-3 0 0 0,0-1 0 16,-1 4 0-16,-2-4 0 0,0 4 0 0,-3-1 0 15,3-2 0-15,-3 5 0 0,0-3 0 0,2 1 0 16,-2-1 0-16,3 0 0 0,-3 3 0 0,3-2 0 15,-3 2 0-15,3-3 0 0,0 3 0 0,-4 0 0 16,4-3 0-16,-3 3 0 0,0 0 0 0,0-2 0 16,0 2 9-16,0-3-9 0,-3 3 10 0,2 0-10 15,-2-3 14-15,0 3-3 0,0-2-1 0,0 2 0 16,-3 0-1-16,3-3 0 0,-3 3 0 0,3 0 0 16,-3-3-9-16,0 3-9 0,0-2 9 0,0 2-13 15,-1 0 13-15,1 0 0 0,0 0 0 0,0 0 0 16,0 2 0-16,0-2 0 0,0 0 0 0,0 0 0 15,0 0 0-15,0 0 0 0,0 0 0 0,0-2 0 16,3 2 15-16,-4-3 5 0,1 3 2 0,3-5 0 16,0 2-22-16,0-2-12 0,0-3 2 0,3 0 0 15,0 0-114-15,3-2-24 0,3-4-4 0</inkml:trace>
  <inkml:trace contextRef="#ctx0" brushRef="#br0" timeOffset="1160.619">17204 6237 1789 0,'3'-8'83'0,"0"2"-74"0,3 1-9 0,0 0 0 0,3 0 0 15,3-1 50-15,0 1 8 0,3 0 2 0,0-1 0 16,-1-2-22-16,4 0-4 0,0 3-1 0,3-3 0 16,3 0-42-16,0 3-9 0,2-3-2 0,7 0 0 15,0 3 34-15,6 0 6 0,-1 2 2 0,4 0 0 16,-3 1-39-16,-1-4-8 0,1 4-2 0,3-1 0 16,-1-2-128-16,4 2-25 0</inkml:trace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2:52:36.686"/>
    </inkml:context>
    <inkml:brush xml:id="br0">
      <inkml:brushProperty name="width" value="0.05292" units="cm"/>
      <inkml:brushProperty name="height" value="0.05292" units="cm"/>
      <inkml:brushProperty name="color" value="#0070C0"/>
    </inkml:brush>
  </inkml:definitions>
  <inkml:trace contextRef="#ctx0" brushRef="#br0">16612 1717 1735 0,'18'-18'36'0,"-9"12"9"0,-3 1-36 0,0-3-9 0,3 6 0 0,-7-6 0 16,4 2 88-16,-3 4 15 0,-3 2 3 0,0 0 1 16,-3-6-7-16,3 6-2 0,-3-5 0 0,-2 5 0 15,-4-3-19-15,-3 3-4 0,0 3-1 0,0 2 0 16,-6-5-59-16,3 8-15 0,-6-2 0 16,0 4 0-16,4-2 0 0,-4 5 0 0,0 1 0 0,0-4 0 15,3 3 0-15,0 3 0 0,6 3 0 0,1-3 0 16,2 0 0-16,3-1 0 0,3 4 0 0,3-3 0 15,3 0 0-15,3 0 0 0,3 2 0 0,2-2 0 16,4-5 0-16,3 7-16 0,3-7 3 0,-3 2 1 16,3 0 12-16,0 3 0 0,-4-8-10 0,4 5 10 15,0-5 0-15,-3 0 0 0,-3 0 0 0,0 0 0 16,0 0 0-16,-6 0 0 0,2 2 0 0,-2-2 0 16,-6 0 0-16,0 0 0 0,-3 0 0 0,-3 5 0 15,-3-5 10-15,-3 0-10 0,1 5 12 0,-4-2-12 16,0-3 0-16,-3 3 0 0,-3-1 0 0,0 3 0 15,0-5 0-15,-3 0-11 0,1 0 0 0,-1-2 0 16,0 1-9-16,-3-7-3 0,3 3 0 0,0-3 0 16,1 0-125-16,5-3-24 0,-3-2-6 0</inkml:trace>
  <inkml:trace contextRef="#ctx0" brushRef="#br0" timeOffset="240.043">16555 1619 2269 0,'0'0'64'0,"0"0"15"0,0 0-63 0,0 0-16 0,0 0 0 0,0 0 0 15,6 0 54-15,0-5 8 0,0 5 2 0,3-3 0 16,3 3 0-16,0 0 0 0,3 0 0 0,3 0 0 16,0 0-52-16,-1 0-12 0,4 0 0 0,0 0 0 15,3 3 39-15,-3-3 5 0,3 0 0 0,-4 5 1 16,4-5-34-16,0 6-11 0,-3-4 0 0,3 4 0 15,-4-6-13-15,-2 2-10 0,0 4-1 0,0-6-1 16,-3 2-155-16,0 3-32 16,-3 3-5-16</inkml:trace>
  <inkml:trace contextRef="#ctx0" brushRef="#br0" timeOffset="527.834">16826 1953 2066 0,'0'0'43'0,"0"0"10"0,0 0-42 0,0 0-11 0,0 0 0 0,3 5 0 15,-3-5 104-15,6 0 20 0,-3 0 3 0,3 3 1 32,-3 2-52-32,-3-5-9 0,3 3-3 0,3 2 0 0,-3 0 0 0,0 3 0 0,-3 3 0 0,3-1 0 15,-3 1-51 1,3 2-13-16,-3 0 0 0,0 3 0 15,-3 5 0-15,3-5 0 0,-3 5 0 0,3 3 0 0,-3 0 0 0,0 3 0 16,0-4 0-16,0 1 0 0,0 3 0 0,0-9 0 16,0 3 0-16,-3 0 0 0,3-5 0 15,0 3 0-15,-3-3 0 0,3 0 0 16,0-3-151-16,0-3-33 0,3-2-6 0</inkml:trace>
  <inkml:trace contextRef="#ctx0" brushRef="#br0" timeOffset="899.949">17145 2085 2310 0,'-3'-3'48'0,"0"-2"11"0,3 5-47 0,-3-8-12 0,3 8 0 0,0 0 0 16,-6 0 104-16,6 0 20 0,-6 0 3 0,0 3 1 16,0 2-52-16,0 3-9 0,0 0-3 0,-3 5 0 15,3-5-51-15,0 5-13 0,0-2 0 0,0 7 0 16,3-7 25-16,-3 5 3 0,3 2 0 0,0-2 0 15,0 0-45-15,3 0-9 0,0 3-2 0,0-1 0 16,0 1 28-16,3-3 0 0,3-3 0 0,-3 3 0 16,3-3 0-16,3-3 0 0,-3 4 0 0,3-6 0 15,3 0 0-15,0 0 0 0,0-3 0 0,0-3 0 16,0 4 0-16,0-6 0 0,2 2 0 0,-2-2 0 0,3-2 0 16,-3 2 0-16,0-8 0 0,-3 3 0 15,3 2 0-15,-3-5 0 0,0-3 0 0,0 1 0 16,0 2 46-16,-3-5 14 0,0-3 4 0,-1 2 0 15,-2-1-52-15,3-1-12 0,-3-3 0 0,0 3 0 0,-3 0 36 0,0 1 4 0,-3 1 0 16,0 1 1-16,-3 3-32 0,3-4-9 0,-2 1 0 16,-4 2 0-16,0 1-12 0,0 2-8 0,-3 5 0 0,0-5-1 31,-3 3-79-31,0 2-16 0,-3 3-4 0</inkml:trace>
  <inkml:trace contextRef="#ctx0" brushRef="#br0" timeOffset="2467.837">17701 2040 1485 0,'-6'0'31'0,"-3"0"7"16,3 0-30-16,1 0-8 0,2 0 0 0,-3 0 0 16,6 0 72-16,-6 3 14 0,6-3 2 0,0 0 1 0,0 0-20 0,0 0-4 0,0 0-1 15,0 0 0 1,0 5-7-16,0-5-1 0,3 5-1 0,6 3 0 15,-1 0-37-15,4-5-7 0,3 2-2 0,0 0 0 16,6 3 44-16,-3-8 9 0,3 3 2 0,3 2 0 0,-1-5 0 0,4 3 0 16,3 2 0-16,0-5 0 0,2 0-64 0,-2 3 0 0,3 2 0 15,0-5-13-15,-1 0 13 0,-2 5 0 16,0-5 0-16,0-5 0 0,-4 5 0 0,1 0 0 0,3-5 0 16,-3 2 0-16,0 3 0 0,-4 0-9 0,1-5-1 0,-3 2 0 31,0 3-33-31,-6 0-6 0,0-5-2 0,0 2 0 15,-7 3-137-15,1-5-28 0,0 2-6 0</inkml:trace>
  <inkml:trace contextRef="#ctx0" brushRef="#br0" timeOffset="2785.038">18270 1884 1824 0,'-9'0'38'16,"0"-5"8"-16,9 5-37 0,-6 0-9 0,6 0 0 0,0 0 0 15,0 0 104-15,0 0 20 0,0 0 3 0,0 0 1 16,6 5-71-16,0-5-13 0,3 3-4 0,3 2 0 16,0-2 18-16,3 2 3 0,2 0 1 0,1 3 0 15,0-5-13-15,3 2-2 0,0 3-1 0,0-5 0 16,0 7-18-16,-1-2-3 0,-2 0-1 0,0 0 0 16,-3 5-13-16,0-5-3 0,-3 3-8 0,0 2 12 15,-3 0-12-15,-3 3 9 0,-1-3-9 0,1 3 8 16,-3-3-8-16,0 3 10 0,-3 5-10 0,-3-5 10 15,0 0-10-15,-3 5 12 0,1-5-12 0,-1 5 12 0,-3-5-12 16,-3 0 0-16,3-3 0 0,-6 3 8 16,3-3-8-16,0 1 0 0,-3-4 0 0,0 4-11 0,3-7 11 15,1 7 0-15,-4-6 0 0,3 0 0 16,0-3-156-16,0 3-28 0,3 0-7 0</inkml:trace>
  <inkml:trace contextRef="#ctx0" brushRef="#br0" timeOffset="5387.103">19434 1834 1750 0,'0'0'49'0,"0"0"12"0,-3 5-49 0,0-2-12 0,3-3 0 0,-6 5 0 16,3 3 63-16,0-6 9 0,0 4 3 0,0 2 0 15,-3-3 42-15,3 3 9 0,0 0 2 0,-3 5 0 16,3-5-100-16,-3 3-19 0,3 2-9 0,-3-5 8 16,3 5-8-16,-3-2 0 0,3 2 0 0,0 0-11 15,-3 0 11-15,3 3 0 0,3-5 0 0,-3 2 0 16,3 0 49-16,3 3 12 0,-3-3 3 0,3 3 0 16,3-3-52-16,-3 3-12 0,3-5 0 0,3 2 0 15,-3 0 0-15,3-2 0 0,3 0 0 0,0-1 0 16,3-5 0-16,0 3 0 0,0-8 0 0,5 6 0 15,1-12-12-15,0 6-4 0,3-8-2 0,3 3 0 16,-4 2 32-16,-2-4 6 0,3-7 2 0,0 6 0 16,-6-5 30-16,3 0 7 0,-7 2 1 0,1-2 0 15,0 0-48-15,-3 2-12 0,-3-5 0 0,0 3 0 16,-3-3 53-16,-3-2 9 0,0 2 2 0,-3 0 0 16,-3-5-52-16,0 5-12 0,0-5 0 0,-3 5 0 15,-3-5 0-15,0 5 0 0,0-5 0 0,-3 5 0 16,0-5 0-16,-2 7 0 0,-1-1 0 0,-3 1 0 15,3 4 12-15,-3 2 0 0,-3 0 0 0,3 3 0 16,-2-3-12-16,2 8-8 0,0 0 8 0,0 0-13 16,3 0-45-16,0 2-9 0,0 4-1 0,3 2-1 15,3-1-47-15,1 1-10 0,2 6-2 0</inkml:trace>
  <inkml:trace contextRef="#ctx0" brushRef="#br0" timeOffset="5728.484">20181 1791 1983 0,'0'-2'84'0,"0"2"-68"16,-3-8 100-16,3 2 19 0,0 6 4 0,0 0 1 15,0-2-52-15,0 2-11 0,0 0-1 0,0 0-1 16,0 0-34-16,0 0-6 0,0 0-2 0,0 0 0 15,0 0-12-15,0 0-2 0,3 8-1 0,-3 0 0 16,3 5-2-16,0-2-1 0,-3 4 0 0,3 4 0 16,-3-3-7-16,0 5 0 0,3-5-8 0,-3 5 12 15,0 0-12-15,-3-2 0 0,3-1 8 0,0 1-8 16,0 2 0-16,0 0 0 0,0 0 0 0,-3 0 0 16,3 3 0-16,0-3-15 0,0 1 2 0,-3 1 0 15,3-1 13-15,0-4 0 0,-3 3 0 0,3-5 0 16,0 3 0-16,-3-4 10 0,3-7-2 0,0 6 0 15,0-6-122-15,3 0-25 0,-3-3-5 0</inkml:trace>
  <inkml:trace contextRef="#ctx0" brushRef="#br0" timeOffset="6161.174">20571 1900 1824 0,'0'-5'76'15,"0"5"-60"-15,0 0 101 0,0 0 21 0,0 0 4 0,0 0 1 16,0 0-40-16,0 0-8 0,0 0-2 0,0 0 0 16,-6 5-40-16,0 3-8 0,0 0-1 0,0 5-1 15,0-5-15-15,3 5-4 0,-3-5 0 0,0 8 0 16,3-3-12-16,0-2-4 0,-3-1 0 16,3 6 0-16,3 0-8 0,-3-3 0 0,3 3 0 0,3 0 0 15,0 5 0-15,0-5 0 0,3 5 0 0,0-5 0 16,0 5 0-16,3-7 0 0,3 1 0 0,0 1 0 15,0-2 0-15,0-4 12 0,2 1 0 0,1-3 0 16,0-6-12-16,0 4 0 0,3-6 0 0,0 0 0 16,0-6-12-16,0 4-4 0,-1-4 0 0,1-2-1 15,0 0 17-15,-3-5 14 0,3 3-2 0,-3-4-1 16,-3-1 19-16,0-7 4 0,2 6 1 0,-5-2 0 16,0-1-3-16,0 6 0 0,-3-8 0 0,0 5 0 15,-3 0-13-15,0-2-3 0,0 2-1 0,-3 0 0 16,0 0-6-16,-3-5-1 0,-3 5 0 0,0-2 0 15,-3 2 0-15,-3 0 0 0,0 0 0 0,-5 3 0 16,-1-1-8-16,-3 4 8 0,-3 2-8 0,-3-3 8 16,4 9-8-16,-1-6 0 0,0 8 0 0,0-5 0 15,3 5-20-15,0 0 1 0,4 0 0 0,-1 0 0 16,0 5-33-16,3-3-6 0,0 4-2 0</inkml:trace>
  <inkml:trace contextRef="#ctx0" brushRef="#br0" timeOffset="6502.799">21261 1723 2464 0,'-3'-8'70'0,"3"0"14"0,-3 0-67 15,3 2-17-15,0 1 0 0,-3 3 0 0,3-6 88 0,0 8 15 0,-3-6 2 0,3 6 1 16,0 0-45-16,0 0-9 0,0 0-1 0,0 0-1 15,0 0-20-15,0 0-4 0,0 0-1 0,0 0 0 16,0 0-13-16,0 6-2 0,3 2-1 0,-3 5 0 16,0-3-9-16,0 11 12 0,0 1-12 0,0-1 12 15,0 8-4-15,0-5-8 0,0 5 12 0,0-5-4 16,0 2 0-16,0-2-8 0,3 0 12 0,-3 2-4 16,0-7 0-16,0 7 0 0,0-5 0 0,0 6 0 15,0-1-8-15,0-2 12 0,-3 3-12 0,3-1 12 16,-3 0-12-16,0-4 0 0,3 1 9 0,-3-7-9 15,1 5 0-15,2-7 8 0,-3-4-8 0,3 4 0 16,0-7-23-16,-3 7-9 0,3-6-1 0,3 0-1 16,0-6-198-16,-1 1-40 0</inkml:trace>
  <inkml:trace contextRef="#ctx0" brushRef="#br0" timeOffset="7959.237">21473 2188 1178 0,'-6'16'24'0,"3"-11"6"0,0 3-30 0,3-2 0 0,-3 2 0 0,0-6 0 15,3-2 101-15,-3 6 15 0,3-6 2 0,-3 7 1 16,3-7-23-16,-3 3-4 0,3-3 0 0,0 0-1 16,0 0-15-16,0 0-2 0,0 0-1 0,0 0 0 15,0 0-3-15,0 0-1 0,0 0 0 0,0 0 0 16,0 0-12-16,0 0-2 0,0 0-1 0,0 0 0 16,0 0-12-16,-3-3-2 0,3-4-1 0,0 1 0 15,0 4-12-15,3-6-3 0,0 2 0 0,3-2 0 16,0 3-9-16,0-3-3 0,3 6 0 0,0-6 0 0,0 5 0 15,2 0-1-15,1-2 0 0,-3 2 0 16,3 3-11-16,0 0 10 0,0 0-10 0,0 0 10 0,-3 3-10 0,0 2 0 16,0 1 0-16,0 2 0 0,-3-1 0 0,-3 4 8 15,2 2-8-15,-5 1 0 0,0 1 0 0,0-1-17 16,-2 1 2-16,-4 7 1 0,0-6-6 0,-3-3-2 0,0 3 0 0,-3 0 0 16,3-3 6-16,0-3 0 0,0 1 1 0,-3 0 0 15,3 2 15 1,-3-5 0-16,3 5-10 0,0-5 10 0,4 0 0 0,-1 0 0 0,0-3 0 15,3 3 0 1,0-5 0-16,3-3 0 0,0 0 0 0,3 5 0 0,0 3 0 0,3-8 8 0,0 0 2 0,2 2 0 16,4-2 10-16,0-2 3 0,3 2 0 0,0 0 0 15,0-5-6-15,3 2-1 0,0 3 0 0,-1 0 0 16,1-5-7-16,0 2-1 0,0 3-8 0,-3 0 12 16,3-5-12-16,-3 5 0 0,3-3 8 0,-4 3-8 15,1 0-14-15,0-5-6 0,0 2 0 0,0 0-1 16,0 3-115-16,-3-2-24 0,3 2-4 0</inkml:trace>
  <inkml:trace contextRef="#ctx0" brushRef="#br0" timeOffset="8860.9">15728 3249 1751 0,'-6'0'74'15,"-3"-5"-59"1,9 5 105-16,0 0 22 0,0 0 4 0,0 0 1 16,0 0-15-16,0 0-4 0,0 0 0 0,0 0 0 15,0 0-102-15,0 0-26 0,0 0 0 0,0 0 0 16,9 0 56-16,-3-3 7 0,3 3 1 0,-3 0 0 16,6 0-52-16,-3 0-12 0,2-2 0 0,4 2 0 15,0 0 0-15,0-3 0 0,6 3 0 0,-3-3 0 16,3 3 8-16,2 0 0 0,1 0-8 0,0 0 12 15,0 0-12-15,0 3-8 0,-3-3 8 0,2 3-13 16,-2-3-92-16,0-3-19 0,0 3-3 0</inkml:trace>
  <inkml:trace contextRef="#ctx0" brushRef="#br0" timeOffset="9234.654">16371 3022 1729 0,'0'-8'72'16,"0"0"-57"-16,0 0 110 0,-3 3 23 0,3-1 4 0,0 4 0 16,0 2-19-16,-3-8-4 0,0 8-1 0,3 0 0 15,-3-6-102-15,-3 4-26 0,6 2 0 0,-6 0 0 16,0 0 0-16,-3 2 0 0,3 4 0 0,0-4 0 16,0 6 0-16,0 0 0 0,0 3 0 0,0-3 0 15,3 2 0-15,0 4 0 0,0-1 0 0,0-3 0 16,6 4 0-16,0-1 0 0,0 3 0 0,3-3 0 15,3 0 0-15,0-2 0 0,3 2 0 0,0-2 0 16,0 2 0-16,3 0 0 0,0-5 0 0,0 5 0 16,-1-2 0-16,-2-1 0 0,3 1 0 0,-3 2 0 15,0-5 0-15,-3 0 0 0,0 5 0 0,-3-5 0 16,-3 0 0-16,0 3 0 0,-3-1 0 0,-3 1 0 16,-3 0 0-16,0-1 0 0,-3 3 0 0,-3-2 0 15,0 0 0-15,-3-4 0 0,-3 4 0 0,1-3 0 16,-4 3 0-16,0-3 0 0,0-1 0 0,3-4 0 15,-3 0-46-15,4-3-14 0,2 0-4 0,-3 0 0 16,6-3-94-16,0 0-19 0,3-4-4 0</inkml:trace>
  <inkml:trace contextRef="#ctx0" brushRef="#br0" timeOffset="9452.931">16347 2979 1941 0,'3'-15'55'0,"3"1"12"0,0 4-54 0,-3-4-13 15,3 7 0-15,0-1 0 0,0 0 124 0,0 0 23 0,0 0 4 0,3 5 1 16,-1 0-87-16,1-2-17 0,3 3-3 0,0-4-1 16,3 6-19-16,-3-2-4 0,3 2-1 0,0 0 0 15,-3-6 36-15,3 6 6 0,-1-2 2 0,-2 2 0 16,3 0-52-16,0-6-12 0,0 4 0 0,3 2 0 16,-3 0 0-16,3 0 0 0,-4 2 0 0,4 4 0 31,0-6-151-31,-3 2-33 0,3 4-6 0</inkml:trace>
  <inkml:trace contextRef="#ctx0" brushRef="#br0" timeOffset="9758.394">16615 3175 2305 0,'0'0'48'0,"0"0"12"0,0 0-48 16,0 0-12-16,0 0 0 0,0 0 0 0,0 0 105 0,0 0 19 0,0 0 4 0,3 3 1 16,-3-3-103-16,6 5-26 0,-3-2 0 0,3 2 0 15,-3 0 56-15,0 1 7 0,3 4 1 0,-3-2 0 16,0 0-52 0,0-3-12-16,-3 6 0 0,3 2 0 15,-3 0 0-15,0 3 0 0,0 0 0 0,0 5 0 16,-3-5 0-16,0 8 0 0,3 3 0 0,-3-6 0 0,0 3 23 15,0-1 1-15,0-2 1 0,0 1 0 0,3-4-40 0,-3 1-8 0,3-6-1 16,-3 3-1-16,3-6-46 16,0 1-9-16,0-3-1 0,0 0-1 0,0-8-176 0,0 0-35 15</inkml:trace>
  <inkml:trace contextRef="#ctx0" brushRef="#br0" timeOffset="10133.765">16936 3326 2006 0,'0'-13'42'0,"0"2"9"0,0-2-41 0,0 5-10 0,0-3 0 0,-3 6 0 16,3-3 114-16,-3 3 21 0,3 2 4 0,0 3 1 16,0 0-48-16,0 0-8 0,0 0-3 0,0 0 0 15,0 0-39-15,-6 0-8 0,3 8-2 0,-2 0 0 16,2-3-8-16,-3 3-1 0,3 0-1 0,0 3 0 16,0-1-7-16,0 6-2 0,0-5 0 0,0 2 0 15,3 3-13-15,-3 0 8 0,3 2-8 0,0-2 0 16,0 0 0-16,3 3 0 0,0-3 0 0,0-1 0 15,3-1 0-15,0 2 0 0,0-8 0 0,2-1 0 16,-2 1-10-16,3 0 10 0,0-2-8 0,0-4 8 0,0 1 0 16,0-3 0-16,0-3 0 0,3 3 0 0,0-2-14 15,-3-6 2-15,3 2 1 0,-3-2 0 0,-1 1 44 0,4-1 9 16,-3 0 2-16,0-8 0 0,-3 3-12 0,3-6-1 0,-3 3-1 16,0-2 0-16,0-1-14 0,-3-2-2 0,0 2-1 0,-3 1 0 15,0-1-5 1,-3 3 0-16,0 3-8 0,-3 0 12 0,-3 2-12 0,0 1 8 0,0 2-8 15,0 0 0-15,-3 3 0 0,-2-3-10 0,2 5 0 16,-3-2 0-16,0 2-26 16,0 3-4-16,0-5-2 0,0 5 0 15,0-3-113-15,0 3-22 0,1 0-5 0</inkml:trace>
  <inkml:trace contextRef="#ctx0" brushRef="#br0" timeOffset="10613.939">17451 3270 1824 0,'-15'3'38'0,"9"0"8"0,6-3-37 0,0 0-9 0,0 0 0 0,0 0 0 16,0 0 91-16,0 0 16 0,0 0 3 0,0 0 1 15,0 0-38-15,6-3-7 0,3 3-2 0,3-3 0 16,3 3 14-16,3 0 2 0,3-2 1 0,3 2 0 16,2 2-65-16,1-2-16 0,6 3 0 0,0 0 0 15,-1-3 0-15,1 0 0 0,3 0 0 0,3 0 0 16,-1 0 55-16,4 0 7 0,3 2 2 0,-1 1 0 16,-5-3-64-16,0 5-12 0,-4-5-2 15,1 0-1-15,-3 0 24 0,0 0 5 0,-1 0 1 0,-5 0 0 16,0-5-27-16,-3 5-6 0,0-3-1 15,-4 3 0-15,-2-2-15 0,-3 2-3 16,-3-3-1-16,-3 0 0 0,-3 3-129 0,0-2-25 16,-3-1-6-16</inkml:trace>
  <inkml:trace contextRef="#ctx0" brushRef="#br0" timeOffset="10951.007">18103 3125 1824 0,'-15'-8'38'0,"3"8"8"16,3-5-37-16,1 5-9 0,-1 0 0 0,9 0 0 0,0 0 104 16,0 0 20-16,0 0 3 0,0 0 1 0,0 0-52 0,0 0-9 0,6 5-3 15,-1-2 0-15,4 2 0 0,3-2 0 0,0-1 0 0,0 4 0 16,0-1 0-16,0 0 0 0,3 3 0 0,0-5 0 16,-3 2 0-1,3 0 0-15,2 3 0 0,-2 0 0 16,0 0-51-16,3-3-13 0,-3 3 0 0,3 3 0 0,-3-3 13 15,-3 0 0-15,2-3 0 0,-5 3 0 0,3 5-2 0,-6-5-1 16,3 0 0-16,-3 5 0 0,-3-5-10 0,0 5 12 0,-3-2-12 0,0 2 12 16,0 1-12-16,-3 1 10 0,-3-4-10 0,0 0 10 15,0 4-10-15,-3-1 10 0,0-4-10 0,0 4 10 16,0-4-10-16,-2 1 0 0,2-3 0 0,0 0 0 16,-3-1-29-16,3-1-8 15,-3 2-2-15,3-6 0 0,0 4-71 0,0-4-14 16,0 4-4-16</inkml:trace>
  <inkml:trace contextRef="#ctx0" brushRef="#br0" timeOffset="16185.467">19591 2837 1459 0,'0'0'41'0,"0"0"10"0,3-6-41 0,-3 4-10 0,3-6 0 0,-3 8 0 15,3-6 73-15,-3 1 13 0,3 2 2 0,0-2 1 16,0 2 31-16,0 3 7 0,0-5 1 0,3 3 0 15,-6 2-52-15,3-6-9 0,-3 6-3 0,3-2 0 16,-3 2 0-16,6-3 0 0,-3 0 0 0,-3 3 0 16,0 0 0-16,0 0 0 0,0 0 0 0,0 0 0 15,0 0-51-15,0 0-13 0,6 3 0 0,-3 0 0 16,3 5 0-16,-3-6 0 0,0 6 0 0,0 0 0 16,0 0 54-16,0 5 8 0,0 0 2 0,0 1 0 15,0 2-52-15,0-3-12 0,0 5 0 0,0 3 0 16,0 1 0-16,0-1 0 0,0 3 0 0,-3-1 0 15,3-1 0-15,0-1 0 0,0 0 0 0,0-5 0 16,0 5 0-16,-3-8 0 0,3 3 0 0,0 0 0 16,-3-3 0-16,0-5 0 0,2 3 0 0,-2-1 0 15,0 1 0-15,0-3 0 0,3-3 0 0,-3 3 0 16,0-3 0-16,3 3 0 0,-3-8 0 0,0 3 0 16,3 2-108-16,0-2-25 0,0 2-5 0,-3-5-1 15,0 0-66-15,0 0-14 0</inkml:trace>
  <inkml:trace contextRef="#ctx0" brushRef="#br0" timeOffset="16741.274">20184 2969 1854 0,'0'-11'78'16,"0"6"-62"-1,0 0 104-15,0-1 22 0,0 4 4 0,0-6 1 16,0 8-47-16,-3 0-8 0,3 0-3 0,-3-8 0 15,3 8-44-15,-6 0-9 0,0-3-1 0,0 6-1 16,-3-1-15-16,3 4-3 0,0 2-1 0,-3 0 0 16,0 0-15-16,3 5 0 0,-3 3 0 0,0-6 0 15,4 9 11-15,-1-3-11 0,0 5 12 0,-3-5-12 16,6 0 0-16,0 2 0 0,3-2 0 0,0 0-12 16,3 0 12-16,0-3 0 0,0 0 0 0,3-2 0 15,0-1 0-15,3 1 0 0,-1 2 0 0,1-5 0 0,3-3 0 16,0 1 0-16,0-1 0 0,0 0 0 0,3-5 0 15,0 0 0-15,0 0 0 0,0 0 0 0,2-5 0 0,-2 2 0 16,3-2 8-16,0 0-8 0,-3 2 24 0,0-5-3 16,0 0 0-16,0-2 0 0,-4-1 2 0,1 3 0 0,0-8 0 15,-3 3 0-15,0 0 14 0,-3-3 3 0,0 0 1 0,-3-5 0 16,-3 0-41-16,0 5 0 0,0-8-11 0,-6 3 3 16,3 2 8-16,-6 1 8 0,3 2-8 0,-3 3 11 15,-3-6-11-15,0 9 0 0,1 2 0 0,-4 0 8 16,0-3-8-16,3 3-12 0,-3 6 2 0,0-4 1 15,0 4-37 1,3 2-7-16,0-6-2 0,0 6 0 0,4 0-58 0,2 0-12 16,0 0-3-16</inkml:trace>
  <inkml:trace contextRef="#ctx0" brushRef="#br0" timeOffset="17119.724">20865 2837 2280 0,'0'0'64'0,"0"0"16"16,0-6-64-16,-3 4-16 0,3 2 0 0,0-6 0 0,0 6 104 0,-2-5 17 0,2 0 4 0,0 5 1 15,0 0-49-15,0 0-9 0,0 0-3 0,0 0 0 16,0 0-25-16,0 0-4 0,0 0-2 0,0 0 0 15,0 0-12-15,0 0-2 0,2 5-1 0,1 0 0 16,0 3-5-16,0 0-1 0,0 0 0 0,-3 3 0 16,3 5-2-16,0-6-1 0,-3 9 0 0,3-3 0 15,0 5-2-15,0-3-8 0,0 3 12 0,0 1-4 16,0-1-8-16,0 0 0 0,0-3 0 16,3 4 8-16,-3-7-8 15,0 4 0-15,0-6 0 0,-3 3 0 0,3-8 8 0,0 5-8 0,0-2 0 0,0 2 8 16,0-8-8-16,-3 3 0 0,3 0-12 0,0 0 12 15,-3 0-41 1,3-8-1-16,-3 0 0 0,3 5 0 16,3 1-81-16,-3-4-16 0,0 1-3 0</inkml:trace>
  <inkml:trace contextRef="#ctx0" brushRef="#br0" timeOffset="17617.417">21419 2884 2370 0,'0'0'67'0,"-6"-3"15"0,3 3-66 15,-3-5-16-15,3 5 0 0,-3-2 0 0,6 2 84 16,-6 0 14-16,0 0 2 0,0 2 1 0,0-2-49 0,1 5-11 0,-1-2-1 0,0 2-1 15,-3 1-19-15,3 2-3 16,0 2-1-16,-3-2 0 16,0 5-16-16,3 1 10 0,-3-1-10 0,3 3 8 0,3 0-8 0,-3 5 8 0,3-8-8 0,0 6 8 15,0-1-8-15,3-2 0 0,0 0 0 0,3 0 0 16,0 0 0-16,0-3 0 0,3 0 0 0,0 0 0 16,0-2 0-16,3 2 0 0,3-8 0 0,-3 3 0 15,3 0 0-15,0 0 0 0,0-8 0 16,-1 3 0-16,1 2 0 0,3-5 0 0,0-5 0 0,0 5 0 15,0-3 14-15,0-2-2 0,0 2-1 0,0-5 0 16,-1 0 11-16,-2 3 2 0,3-3 1 16,-3-5 0-16,0 5 7 0,-3-8 2 0,0 0 0 15,-3 3 0-15,0-8-9 0,0 0-1 0,-3-1-1 0,-3-1 0 16,0 2-7-16,-3-1-2 0,0 4 0 0,0-3 0 16,-3 5-6-16,-3-3 0 0,3 3-8 0,-3 3 12 15,-3 3-12-15,-3 2 8 0,0-6-8 0,0 6 0 16,1 3 0-16,-1-3-13 0,-3 6 1 0,0-4 0 15,0 4-72-15,0-1-13 0,0 3-3 0,-2-3-1 16,2 3-140-16,-3 3-28 0</inkml:trace>
  <inkml:trace contextRef="#ctx0" brushRef="#br0" timeOffset="18633.481">20359 3641 1750 0,'0'0'49'0,"0"0"12"0,0 0-49 0,0 0-12 0,0 0 0 0,0 0 0 31,0 0 75-31,0 0 12 0,0 0 2 0,0 0 1 16,0 0-33-16,0 0-6 0,0 0-2 0,0 0 0 0,0 0-5 0,0 0-2 0,3 0 0 0,3 3 0 16,3 2-2-16,0-5-1 0,0 2 0 0,0 1 0 15,3-3-3-15,3 0-1 0,-3 3 0 0,3-1 0 16,3-2 0-16,-4 0 0 0,4 3 0 0,0-3 0 16,-3 0-17-16,3 0-3 0,0-3-1 0,0 3 0 15,-1 0-14-15,4-2 9 16,0 2-9-16,0-3 8 0,0 3-8 15,-3 0 0-15,2-3 0 0,-2 3 8 0,0 0-16 0,-3 0-4 0,3 0-1 16,-6 0 0 0,0 0-58-16,-3-2-11 0,-3 2-2 0,0 0-1 0,0 0-159 15,-3-5-32-15</inkml:trace>
  <inkml:trace contextRef="#ctx0" brushRef="#br0" timeOffset="18954.907">20666 3466 1659 0,'-9'-8'34'0,"9"8"10"15,0 0-36-15,0 0-8 0,0 0 0 0,0 0 0 16,0 0 111-16,0 0 20 0,0 0 4 0,0 0 1 16,0 0-46-16,0 0-9 0,0 0-1 0,0 0-1 15,0 0-33-15,0 0-6 0,-3 8-2 0,0-2 0 0,3-1-10 0,0 3-3 0,0 0 0 0,0 0 0 16,0 2-5-16,0-2-2 0,0 5 0 15,0 1 0-15,0-4-4 0,0 3-1 0,0 1 0 0,0-4 0 16,0 3-5-16,0 1 0 0,0-4-8 0,0 4 12 16,0-4-12-16,0 6 8 15,0-5-8-15,0-1 0 0,3 6 8 0,-3-5-8 16,3 2 0-16,-3 3 9 0,3-6-25 0,0 6-6 0,0 0-1 16,0-5 0-16,0 2 23 0,0 0 0 0,0-2 0 15,3-1 0 1,0 1-158-16,3-3-27 0,-3-3-6 0</inkml:trace>
  <inkml:trace contextRef="#ctx0" brushRef="#br0" timeOffset="19337.164">21342 3437 1424 0,'0'0'29'0,"0"0"8"15,0 0-29-15,3-2-8 0,-3 2 0 0,0 0 0 16,0 0 119-16,0-6 22 0,0 6 5 0,0 0 1 15,0 0-37-15,0 0-7 0,0 0-2 0,0 0 0 16,0 0-38-16,3 6-8 0,-3 1-2 0,3-1 0 0,-3 2-18 0,3 2-4 0,-3 1-1 0,0 5 0 16,3-6-6-16,-3 1 0 0,3 5-1 0,-3-6 0 15,3 4-8-15,-3-1-2 0,3-3 0 0,-3 4 0 16,3-1-13-16,-3-3 9 0,2-2-9 0,-2 3 8 16,3 0-8-16,-3-4 0 15,0 1 0-15,0 3 0 16,0-3-20-16,0 3-8 0,0-4-3 0,-3 4 0 15,1-3-215-15,-1-5-43 0</inkml:trace>
  <inkml:trace contextRef="#ctx0" brushRef="#br0" timeOffset="19798.223">19374 3969 2131 0,'-15'0'44'0,"0"0"11"15,6 0-44-15,4 0-11 0,-1 0 0 0,6 0 0 0,0 0 67 0,0 0 11 0,6 0 2 16,-1 0 1-16,7 0-31 0,0 0-6 0,0 0-2 0,6 0 0 15,6 0 8-15,3 0 2 0,2-3 0 0,7 3 0 16,3 0-42-16,5-5-10 0,4 2 0 16,9 3 0-16,-1-5 12 0,7 2 1 0,2 1 0 15,10-3 0 1,-1-1 3-16,3 1 0 0,4 2 0 0,8-5 0 16,-6 3-4-16,7 0-1 0,2-3 0 0,9 0 0 0,-8 5 10 0,-1-5 3 15,0 0 0-15,9 3 0 0,-14 0-24 0,-1 2-16 0,0-2 2 0,1 2 1 16,-10-2 13-16,-3 2 0 0,-2 3 0 15,-1-5 0-15,-11 2 0 0,-4-2 0 0,-5 2 8 0,0 1-8 16,-10-1 0-16,-2-2 0 0,-3 5 0 0,-4-3 0 16,-5 3-18-16,-3 0-4 0,-6 0-1 0,0 0 0 15,-3 0-32-15,-4 0-6 0,1 0-2 16,-6 3 0-16,0 2-101 0,0-5-20 0,-6 0-4 0</inkml:trace>
  <inkml:trace contextRef="#ctx0" brushRef="#br0" timeOffset="20975.299">20627 4141 1580 0,'0'0'67'16,"-3"-3"-54"0,-3 1 127-16,3 2 24 0,-3-6 6 0,6 6 1 15,-5-2-70-15,2 2-13 0,3 0-4 0,-9 0 0 16,3 0-28-16,0 0-7 0,0 0-1 0,0 2 0 15,0 4-17-15,0-4-4 0,0 4-1 0,0 2 0 0,0 0-12 0,3 5-2 0,-3-5-1 16,0 2 0 0,0 3-1-16,3 3 0 0,0-2 0 0,-3 1 0 0,6-1-10 15,-3-1 0-15,3 0-12 0,3 3 12 16,0-3 0-16,0 0 0 0,3-2 0 0,0 0 0 0,0-3 0 0,3 0 0 16,3 2 0-16,-3-7 0 0,3 5 0 0,0-6 0 0,3-2 0 15,-4 0 0 1,4 0-17-16,3-2-9 0,-3-1-2 0,3-2 0 0,0 2 52 0,0-2 11 0,0-3 1 15,-1-3 1-15,-2 6-8 0,0-11-1 0,0 3-1 16,0 0 0-16,-6-6-27 0,3 6 0 0,-3-11 0 16,-3 6 0-16,0-4 0 0,-3 4 0 0,0-3 0 15,-3 2 0-15,0 3 56 0,-3 0 7 0,0 1 1 0,-3 1 0 16,-3 4-52-16,0-3-12 0,-3 5 0 0,-3-6 0 16,3 4 0-16,-3 5 0 0,-3-3 0 0,3 0 0 31,-2 5-43-31,-1-2-11 0,0 2-2 0,3-2-1 15,0 5-46-15,3 0-9 0,0 0-1 0,0 0-1 16,0 2-130-16,4 1-27 0</inkml:trace>
  <inkml:trace contextRef="#ctx0" brushRef="#br0" timeOffset="21364.397">21157 4011 2066 0,'-3'-5'43'0,"3"0"10"0,0-1-42 0,0 1-11 0,0 5 0 0,0-2 0 16,0 2 53-16,0 0 9 0,0-8 2 0,0 8 0 15,0 0 27-15,0 0 5 0,0 0 2 0,0 0 0 16,0 0-54-16,0 0-10 0,0 0-2 0,0 0-1 15,0 8-8-15,3-1-2 0,0-1 0 0,-3 2 0 16,3 0-1-16,-3 2-1 0,3-2 0 0,-3 3 0 16,0-1-1-16,3 4 0 0,0-4 0 0,-3 3 0 15,0 1-1-15,3 1 0 0,-3 1 0 0,0 3 0 16,0-1-7-16,0 1-2 0,0-1 0 0,0 4 0 16,0-7-8-16,0 4 8 0,3-3-8 0,-3 5 8 15,0-10-8-15,0 2 0 0,0 0 0 0,0-2 0 16,0-3 0-16,3 0 0 0,-3-3-9 0,3 0 9 15,-3-5-101-15,3 8-14 0,3-8-2 0,-3 3-1 16,6-3-99-16,0 0-20 0</inkml:trace>
  <inkml:trace contextRef="#ctx0" brushRef="#br0" timeOffset="24293.899">21494 4070 1907 0,'0'0'40'0,"0"0"8"16,0-6-38-16,0 6-10 0,-3-2 0 0,3 2 0 16,0-6 119-16,0 6 21 0,0 0 5 0,0-5 1 15,0 5-42-15,0 0-8 0,0-5-1 0,0 5-1 16,0 0-32-16,0 0-6 0,0 0-2 0,0 0 0 16,0 0-17-16,0 0-3 0,0 0-1 0,0 0 0 15,0 0-8-15,0 0-1 0,0 8-1 0,-3 2 0 16,3-2-7-16,-3 3 0 0,3 5-1 0,-3-6 0 0,3 9-15 0,-3-6 9 0,3 3-9 0,0 2 8 15,-3 1-8-15,3-1 0 0,3 1 0 16,-3-1 0-16,3-2 0 0,-3-2 0 0,3 1 0 0,0-1 0 16,0-4 0-16,3 3 0 0,-4-2-14 15,1-3 5 1,0 3-32-16,0-3-7 0,0-3 0 0,0 3-1 16,0-3-127-16,0 0-24 0,0 1-6 0</inkml:trace>
  <inkml:trace contextRef="#ctx0" brushRef="#br0" timeOffset="26921.44">19842 4128 1584 0,'0'0'67'15,"0"0"-54"1,0 0 119-16,0 0 24 0,0 0 5 0,0 0 1 16,0 0-52-16,0 0-10 0,0 0-3 0,0 0 0 15,0 0-25-15,0 0-4 0,0 0-2 0,0 0 0 16,0 0-15-16,0 0-3 0,0 0-1 0,0 0 0 16,0 0-19-16,0 8-3 0,0-6-1 0,0 6 0 15,-3 3-7-15,3-1-1 0,0 1-1 0,-3 0 0 16,3 2-4-16,0 0-1 0,-3 3 0 0,3 0 0 15,0-3 13-15,0 3 2 0,0-3 1 0,0 3 0 16,-3-5-38-16,3-1-7 0,0 6-1 0,0-8-1 16,0 3 21-16,0-3 0 0,0 2 0 0,0 1 0 15,0-6 0-15,0 3 0 0,0-3 0 0,0 3 0 16,0-8-13-16,3 5-2 0,-3 1 0 0,0-6 0 16,3 2-89-16,-3-2-17 0,0 0-4 0</inkml:trace>
  <inkml:trace contextRef="#ctx0" brushRef="#br0" timeOffset="42822.005">10284 3273 1579 0,'-15'3'32'0,"9"-3"10"0,6 0-34 0,0 0-8 0,0 0 0 0,0 0 0 15,0 0 104-15,0 0 18 0,0 0 4 0,6 0 1 16,3 0-42-16,3 0-8 0,2 0-1 0,4 0-1 15,3 0-5-15,3-3-1 0,3 3 0 0,0-3 0 16,-1 3-21-16,-2-2-4 0,3-1 0 0,0 3-1 16,5-5-30-16,-2 2-5 0,6-2-8 0,0 2 11 15,-4 3 7-15,4-5 2 0,0 2 0 0,-3 3 0 16,-7-2-20-16,1-1 0 0,-3 0 8 16,-3 3-8-16,0-2-14 0,-6-1-6 0,2 3-2 0,-5-5 0 31,-3 2-188-31,-3-5-38 0</inkml:trace>
  <inkml:trace contextRef="#ctx0" brushRef="#br0" timeOffset="43104.997">10611 3080 1824 0,'3'-8'76'16,"0"3"-60"-16,0-1 85 15,-3 6 18-15,3-2 3 0,-3 2 1 0,3 0-20 16,-3 0-4-16,3 0-1 0,3 0 0 0,-6 0-42 16,6 0-8-16,0 2-1 0,-3 1-1 0,0 5-17 0,0 0-3 0,0 0-1 15,0 2 0-15,0 1-11 0,-3 5-2 0,3-5-1 16,-3 7 0-16,0-5-11 0,3 6 0 0,-3-1 0 0,0 6 8 16,0-3 6-1,0-2 1-15,3 7 0 0,-3-5 0 0,0 6-15 16,3-1-16-16,-3-2 3 0,3 3 1 0,-1-4 12 15,-2-1 16-15,3-4-3 0,-3 1-1 16,3-6-123-16,0-3-25 0,0 4-4 0</inkml:trace>
  <inkml:trace contextRef="#ctx0" brushRef="#br0" timeOffset="43501.294">11424 2969 2066 0,'-3'-19'43'0,"3"19"10"16,-3-2-42-16,0-6-11 0,-3 8 0 0,0-6 0 15,0 6 156-15,-3 6 28 0,0-6 7 0,-3 2 1 16,3 4-146-16,-3-1-29 0,-3 6-5 0,3-4-2 16,-2 7-1-16,2-6 0 0,-3 5 0 0,0-3 0 15,6 4-9-15,-3-1 0 0,3 3 9 0,3-3-9 16,3-2 0-16,0 2 0 0,3 0 0 0,3 3 0 15,3-5 0-15,3 2-8 0,3 0 8 0,0 3 0 16,3-3 0-16,-3-2 0 0,3 2 0 0,-1 0-8 16,-2-5 8-16,3 5 0 0,0-5 0 0,0 3 0 15,0-3-15-15,-3 5-1 0,3 0 0 0,-6-2 0 0,3-1 16 0,-7 4 0 16,1-4 0-16,0 3 0 0,-6-2 0 0,0 2 0 0,0 0 0 16,-6-2 0-16,0 2 0 0,1 1 0 0,-7-7 0 15,0 4 0-15,0 0 48 0,0-1 13 0,-3-2 3 16,0 3 0-1,0-9-76-15,0 6-14 0,1-2-3 0,-4-4-1 0,3 4 4 0,-6-4 1 0,6 1 0 16,-3-3 0 0,0-3-119-16,6 1-24 0,-2-4-5 0</inkml:trace>
  <inkml:trace contextRef="#ctx0" brushRef="#br0" timeOffset="43709.081">11373 2852 2508 0,'3'-5'71'0,"3"2"16"0,0-2-70 0,0 3-17 0,0-4 0 0,0 4 0 15,3 2 55-15,3-6 7 0,0 4 2 0,-1-1 0 16,4 0-7-16,3 1-1 0,0 2 0 0,0-3 0 16,0 3-38-16,0 0-8 0,2-3-2 0,1 3 0 15,-3 0-8-15,3 0 0 0,-3 0 0 0,0 0 0 16,0 3-49-16,-1-3-12 0,1 0-3 0</inkml:trace>
  <inkml:trace contextRef="#ctx0" brushRef="#br0" timeOffset="44774.867">10272 2940 1900 0,'-15'2'80'0,"0"4"-64"16,-3 2 22-16,3 0 5 0,-3 5 1 0,3-3 0 15,1 4 16-15,-1 1 3 0,0 4 1 0,0-1 0 16,-3 9 0-16,3-6 0 0,-3 6 0 0,3-1 0 16,1 3-52-16,-1 0-12 0,3 0 0 0,0 6 0 15,3-1 0-15,6 8 9 0,0-4-9 0,6 1 8 16,6 4-8-16,3-12 10 0,6 6-10 0,0-2 10 15,2-6-10-15,1-3-12 0,0 3 2 0,9-2 1 16,3-3 9-16,2 0 0 0,7-1 0 0,6 1 0 16,-4-11 0-16,4 3 8 0,2 0-8 0,7-11 11 15,0 1-117-15,5-4-23 16,4-4-5-16</inkml:trace>
  <inkml:trace contextRef="#ctx0" brushRef="#br0" timeOffset="45162.606">11790 2802 2066 0,'-3'-10'43'0,"0"-1"10"15,0 0-42-15,0 3-11 0,3 0 0 0,-3-2 0 0,3 2 104 0,0 5 20 0,0-5 3 0,0 3 1 16,0 5-52-16,0 0-9 0,0-3-3 0,0 3 0 16,6 0-51-16,0 0-13 0,0 0 0 0,3 0 0 15,3 3 45-15,-3 2 7 0,5 3 0 0,-2 0 1 16,3-2-33-16,3 9-8 0,0-7 0 0,0 8-1 16,0 0-11-16,2 3 0 0,-2-1 0 0,0 9 0 15,0 2 0-15,-3 0 0 0,0 5 0 16,0 6 0-16,-6-3 0 0,3 0 0 0,-4 3 0 15,-2 2 0-15,0-5 0 0,-3 3 0 0,-3-1 0 16,0 4 0-16,-6-4 0 0,0 1 0 0,-2 3 0 0,-4-6 0 16,-3 0 27-16,-3-6 3 0,-3 4 1 0,-3-6 0 15,-3 3-50-15,4-3-9 0,-7 2-3 16,0 1 0-16,3-3-78 0,3 3-16 0,-2-3-3 0</inkml:trace>
  <inkml:trace contextRef="#ctx0" brushRef="#br0" timeOffset="48456.061">10299 4498 1337 0,'5'-2'56'15,"4"2"-44"-15,0 0 92 16,0-3 20-16,3 3 3 0,0-3 1 15,0 3 0-15,0 0 0 0,3 0 0 0,0 0 0 16,0-5-52-16,-1 5-9 0,1 0-3 0,0 0 0 16,0 0 0-16,-3 0 0 0,3 0 0 0,-3 0 0 15,3 0-51-15,-3 0-13 0,-1 0 0 0,4 0 0 16,0 0 0-16,-3 0 0 0,3 0 0 0,-3 0 0 0,3 5 0 0,-3-5 0 16,3 0 0-16,-4 3 0 15,1 0-48-15,-3-1-13 0,3 1-3 0</inkml:trace>
  <inkml:trace contextRef="#ctx0" brushRef="#br0" timeOffset="48859.434">10891 4294 1824 0,'3'-10'76'0,"0"2"-60"15,0-3 140-15,0 3 29 0,3 0 6 0,0-2 1 16,-3 2-97-16,3-3-19 0,0 3-4 0,-1 0-1 16,4 6-11-16,-3-9-3 0,3 6 0 0,-3 0 0 15,0 2-45-15,0 0-12 0,3 1 0 0,-3 2 0 16,0-6 0-16,3 12 0 0,0-6 0 0,-3 0 0 16,0 5 0-16,0 0 0 0,-3 3 0 0,3 3 0 15,-3-3 0-15,-3 2 0 0,0 4 0 0,0 1 0 16,-3-1 0-16,0 2 0 0,0-1 0 0,-3 4 0 15,0-3-49-15,-3 0-12 16,3 0-3-16,-3 2 0 0,3-5 52 0,0 1 12 0,0-1 0 0,0 0 0 16,0 0 0-16,3-2 0 0,0-1 0 0,0 6 0 0,3-8 0 15,0 0 0-15,0 3 0 0,3-1 0 0,0-7 0 0,3 5 0 16,0-3 0-16,3 1 0 0,0-1 0 16,3 0 0-16,3 0 0 0,0-5 0 0,0 0 0 0,5 0 0 15,-2 0 0-15,3 0 0 0,0-5 0 0,0 2 0 16,0 1 0-16,2-3 0 15,-2 2-105-15,0-2-19 0,3-1-3 0</inkml:trace>
  <inkml:trace contextRef="#ctx0" brushRef="#br0" timeOffset="49418.147">11665 4128 1824 0,'0'0'38'0,"0"0"8"0,0-8-37 16,0 3-9-16,3 2 0 0,0-2 0 0,0 5 104 0,0-6 20 0,3 4 3 0,0 2 1 16,0-6-35-16,-1 6-6 0,1 0-2 0,0-2 0 15,3 2-30-15,-3 2-7 0,3-2 0 0,0 6-1 16,0-4-14-16,0 6-2 0,3 0-1 0,-3 5 0 16,0 3 0-16,-3 5 0 0,3 1 0 0,-3 4 0 15,0 1-30-15,0 2 0 0,-4 0 0 0,1 0 0 16,-3 0 0-16,-3 0 0 0,1-5 0 0,-4 2 0 15,0 3 0-15,-3 1 0 0,0 1 0 0,-3 1 0 16,0 2 15-16,0-2-3 0,0 3-1 0,-3-4 0 16,-3-4-27-16,-2 2-4 0,-1-3-2 0,-3 1 0 15,0-6-25-15,-3-2-5 0,0-1 0 16,-2 3-1-16,2-5-111 0,-3 3-23 0,0-1-4 0</inkml:trace>
  <inkml:trace contextRef="#ctx0" brushRef="#br0" timeOffset="49830.558">10325 4080 2067 0,'0'0'87'0,"0"0"-70"16,0 0 38-16,-9 0 7 0,3 0 2 0,0 3 0 16,-2 2 0-16,-1 6 0 0,-3-3 0 0,0 5 0 15,0 5-52-15,0 4-12 0,0 1 0 0,-3 6 0 16,3 6 0-16,0-6 0 0,0 3 0 0,1 5 0 15,-1-3 21-15,3-2 2 0,0 2 0 0,0-2 0 16,3 5-23-16,3 5 8 0,0-2-8 0,0 0 0 16,6-1 0-16,0-1 0 0,0-4 0 0,3 3 8 15,3-8-28-15,0 0-4 0,3-2-2 16,3-1 0-16,-1 1 26 0,4-4 0 0,3 1 0 0,3 3 0 16,-3-6 0-16,3-3 0 0,-1 4 0 0,4-7 0 15,0 1 0-15,-3-5 0 0,3-3 0 0</inkml:trace>
  <inkml:trace contextRef="#ctx0" brushRef="#br0" timeOffset="50339.051">8858 4448 1792 0,'0'0'51'0,"6"0"10"15,0 5-49-15,0-5-12 0,0 0 0 0,3 0 0 16,2 0 92-16,1 0 15 0,0 0 3 0,3 0 1 16,6 0-40-16,-3 0-8 0,6-5-2 0,-1 5 0 15,4-3-33-15,3 3-6 0,-3 0-2 0,3-5 0 16,-1 2 10-16,-2 3 2 0,0-2 0 0,0-1 0 0,0 0-24 0,-1 1-8 16,-2-4 0-16,0 4 9 15,0-1 16-15,-3-2 3 0,-1 0 1 0,1-1 0 16,-3 1-177-16,0 0-35 0,-3 2-7 0</inkml:trace>
  <inkml:trace contextRef="#ctx0" brushRef="#br0" timeOffset="50599.939">9283 4107 2066 0,'-2'-6'43'0,"-1"-2"10"0,0 3-42 0,3 0-11 0,0 5 0 0,0 0 0 15,0 0 104-15,0 0 20 0,0 0 3 0,0 0 1 16,0 0-52-16,0 0-9 0,0 0-3 0,0 0 0 16,0 0 0-16,0 8 0 0,0 2 0 0,-3 4 0 15,3 7-51-15,0-3-13 0,-3 6 0 0,3 8 0 16,0-3 54-16,-3-3 8 0,3 3 2 0,0 3 0 16,0-3-72-1,0-2-15-15,0-1-2 0,0 1-1 0,3 2 14 0,0-3 4 0,0 3 0 0,0-2 0 16,0 2-107-16,-1-3-21 15,1 3-4-15</inkml:trace>
  <inkml:trace contextRef="#ctx0" brushRef="#br0" timeOffset="51137.506">8173 5527 1998 0,'0'0'84'0,"0"0"-67"15,0 0 3-15,0 0 1 0,0 0 0 0,0 0 0 16,9 0 19-16,0-2 3 0,3-1 1 0,6 1 0 16,0-4-22-16,3 1-4 0,2-3-1 0,7 0 0 15,0 0 37-15,3 0 7 0,-1 0 2 0,10-2 0 16,0-1 1-16,2-2 1 0,7 0 0 0,3-1 0 16,2 4-65-16,1-3-14 0,5 2-2 0,7-2-1 15,2 2 27-15,3-2 6 0,4 2 0 0,14 1 1 16,-6-1-17-16,4 3 0 0,2-2 0 0,15-1 0 15,-9 1 55-15,7 2 7 0,2-8 2 0,18 5 0 16,-15 1-52-16,6-1-12 0,3 0 0 0,18 3 0 16,-18-5 0-16,3 3 0 0,3 2 0 0,15-3 0 15,-21 3 0-15,3 0 0 0,0 3 0 0,15-3 0 16,-21 5 0-16,-3-5 0 0,3 3 0 0,9 0 0 16,-20 2 54-16,-1 1 8 0,0 2 2 0,3-3 0 15,-15 3-103-15,-2 0-20 0,-1 0-4 0,-3 0-1 16,-11 3 103-16,-7-3 20 0,-5 2 4 0,-1 1 1 15,-8-3-103-15,-7 2-20 0,1 1-4 0,-3 0-1 16,-13-3 44-16,-2 0 8 0,-3 2 1 0,-6-2 1 16,-6 0-198-16,-6 3-39 0</inkml:trace>
  <inkml:trace contextRef="#ctx0" brushRef="#br0" timeOffset="52090.577">10179 5715 1178 0,'0'0'24'0,"0"0"6"0,0 0-30 0,0 0 0 0,0 0 0 0,0 0 0 15,0 0 85-15,0 0 11 0,0 0 3 0,0 0 0 16,6 3-23-16,0 0-4 0,3-3 0 0,0 2-1 15,6 1 32-15,0-3 6 0,0 0 2 0,6 0 0 16,0 0-24-16,2 3-5 0,1-3-1 0,0 0 0 16,3 0-65-16,-3 0-16 0,-1 0 0 0,1-3 0 15,0 3 36-15,0-3 3 0,-3 1 1 0,2-1 0 16,1 0-13-16,-3 3-3 0,3-8 0 0,0 6 0 16,-3 2-24-16,-1-3 0 0,-2 0 0 0,0 1 0 15,-3-1-148-15,0 1-36 0,-6-4-6 16</inkml:trace>
  <inkml:trace contextRef="#ctx0" brushRef="#br0" timeOffset="52371.027">10543 5438 1824 0,'0'0'76'0,"0"0"-60"0,0 0 69 0,0 0 15 0,0 0 2 0,0 5 1 15,0 0-11-15,0 3-3 0,3-3 0 0,-3 3 0 16,3 3-20-16,-3-1-4 0,3-2-1 0,-1 6 0 16,-2-4 0-16,3 3 0 0,0 1 0 0,-3 2 0 15,3-3-55-15,-3 3-9 0,0 0 0 16,3 2-10-16,-3-2 10 0,0 2 0 0,0-2 8 0,0 3-8 16,0 2 0-16,0 0 0 0,0 0 0 0,0 3 8 31,0 0-8-31,0 2 0 0,3-2 0 0,0 3 0 0,-3-6-15 0,3 0-1 0,0-2 0 15,0-1 0 1,3-2-97-16,-3 0-20 0,0-6-4 0</inkml:trace>
  <inkml:trace contextRef="#ctx0" brushRef="#br0" timeOffset="52899.47">10962 5575 2269 0,'6'-8'64'0,"0"0"15"15,0 0-63-15,0 0-16 0,3 0 0 0,0 3 0 16,3-3 105-16,0 0 19 0,0 0 3 0,3 3 1 16,-1-3-52-16,4 3-9 0,-3 0-3 0,3 2 0 15,0-2-51-15,-3 2-13 0,3 0 0 0,-3 3 0 16,-1 0 0-16,-2 3 0 0,3 0 0 0,-3 2 0 15,-3 0 0-15,3 0 0 0,-3 3 0 0,-3 3 0 0,0-3 0 0,0 2 0 0,-3 1 0 0,-3 0 0 16,0-1 0-16,0 6 0 0,0-8 0 16,-3 5 0-1,-3-2-21-15,0 2-7 0,0 0-2 0,-3 1 0 16,0-4-3-16,0 1-1 0,-3-3 0 0,3 0 0 0,-3 0 34 0,0-3 0 16,4 3 0-16,-4-3 0 0,6 0 0 0,-3 1 0 15,9-6 0-15,-3 5 0 0,3-5 0 0,0 0 0 0,0 0 0 16,6 5 0-16,0-2 0 0,3 2 0 0,2-2 0 15,1-1 0-15,0 1 0 0,3 0 0 0,-3-1 0 16,3 1 0-16,-3-3 20 0,3 0 10 16,-3 0 2-16,0 3 1 0,-3-3-1 0,2 2-1 0,-2 1 0 0,0 0 0 15,0-1-31-15,-3 4 0 0,3-1 0 0,-3 0 0 16,-3 3 36-16,3 0 2 0,-3 0 0 0,0 3 0 16,-3-1-10-16,-3 1-1 0,3 2-1 0,-6 0 0 15,0 0-26-15,0 1 0 0,-3-1 0 0,0 0 0 16,-3 0 0-16,0 1 0 0,1-4 0 0,-7 3 0 15,3-2-13-15,-6 0-8 0,0-1-2 0,0 1 0 16,-3-3-14-16,-2 0-3 0,-1 0-1 0,-3-3 0 16,0 0-172-16,-2 0-35 0</inkml:trace>
  <inkml:trace contextRef="#ctx0" brushRef="#br0" timeOffset="53398.663">10120 5530 1918 0,'-12'0'40'0,"0"0"9"16,0 3-39-16,0-1-10 0,0 1 0 0,0 2 0 16,1 3 80-16,-1 3 15 0,-3 2 2 0,3-2 1 15,0 5-49-15,0-1-9 0,3 1-3 0,0 5 0 16,3 1-12-16,3 1-2 0,0 1-1 0,6 3 0 16,0 5-10-16,6-1-3 0,0 4 0 0,6-1 0 15,0-2-1-15,3 0 0 0,0-3 0 0,5 0 0 16,-2-5-8-16,3-3-9 0,0-3 9 0,3 1-13 15,5-1 13-15,4-2 0 0,3 3 0 0,2-3 0 0,-2-3-14 16,3 0 0-16,0 0 0 0,5-5 0 16,4 0-206-16,2-5-42 0</inkml:trace>
  <inkml:trace contextRef="#ctx0" brushRef="#br0" timeOffset="53768.798">11584 5369 1824 0,'-6'-3'76'0,"6"3"-60"16,-3-5 80-16,3 5 16 0,0 0 3 0,0 0 1 15,3-5-36-15,0 2-6 0,3 3-2 0,3 0 0 16,0 3-16-16,3-1-4 0,0 3-1 0,3 1 0 15,-3-1-27-15,3 3-6 0,0 3-1 0,-1 2 0 16,1 0 38-16,0 6 7 0,0 2 2 0,3 3 0 16,-3-3-52-16,0 2-12 0,3 1 0 0,-3 0 0 15,-4-3 0-15,1 3 0 0,0 0 0 0,-3 2 0 16,-6 1 54-16,0 5 8 0,0 2 2 0,-6 3 0 16,-3 0-52-16,0 0-12 0,-3-2 0 0,-3 2 0 15,-3-6 0-15,1-2 0 0,-4-5 0 0,0 5 0 16,3-5 0-16,-3 3 9 0,0-4-9 0,-3 1 8 15,1 3-8-15,-1-3 0 0,0-1 0 0,-3 6-11 16,3-5-42-16,-3-3-9 0,1 3-2 0,-1-3 0 16,-3-2-141-16,3-1-29 0</inkml:trace>
  <inkml:trace contextRef="#ctx0" brushRef="#br0" timeOffset="58736.368">19344 7245 1337 0,'-3'-6'56'0,"0"-1"-44"16,0-1 92-16,1 0 20 0,-1 0 3 0,-3 2 1 15,3-2 0-15,-6 1 0 0,3 1 0 0,0-2 0 16,-3 0-52-16,3 3-9 0,-3-3-3 0,-3 3 0 16,3 0-51-16,-3-1-13 0,0 1 0 0,0 2 0 15,-2 1 54-15,-1-1 8 0,0 3 2 0,0-3 0 16,-3 3-52-16,0-2-12 0,3 2 0 0,-6 0 0 15,4 0 0-15,-1-3 0 0,-3 3 0 0,0-3 0 16,0 1 0-16,-3 2 0 0,1-3 0 0,-4 3 0 16,0-2 12-16,-6-1-1 0,3 0 0 0,-2 1 0 15,-1-1-11-15,3 0-16 0,0-2 4 0,-2 0 1 16,2 2 11-16,3-2 0 0,-3-1 0 0,1 1 0 16,-1 0 0-16,0 0 0 0,-3-1 0 0,1 4 0 15,-1-1 0-15,0 0 0 0,3 1 0 0,-2 2 0 16,5 0 0-16,0 2 0 0,3 1 0 0,0 0 0 15,1-1 12-15,-4 1 4 0,0 2 0 0,0 1 1 16,3 1-17-16,-5 1 0 0,2 3 0 0,0 0 0 16,3 2-12-16,0 0-4 0,1 0 0 0,-1 3 0 15,3-3 16-15,0 3 0 0,3 0 0 0,-3 3 0 16,7-1 8-16,-1 1 4 0,-3-1 0 0,3 3 1 16,0 1-13-16,0-4-18 0,0 3 4 0,0 0 1 15,4 3 13-15,-1 3 0 0,3-4 0 0,3 1 10 16,0 3-10-16,3-6 0 0,3 3 0 0,0-3 0 15,3 0 0-15,3-2-9 0,0-1 9 0,3 1-10 0,3-1 10 16,-1-2 0-16,4 3-9 0,0-4 9 0,0 1 0 0,0 0 0 16,3-3 0-16,0 3 0 0,3 0-9 0,2-3 9 15,4-2 0-15,3 5 0 0,3-6 0 0,2 4 0 0,4-4 0 0,3 3 0 16,-1-5 0-16,-2 3 0 0,0-3 0 0,5 0 0 16,-2-3 0-16,6 3 0 0,2-3 0 0,1-2 0 15,-3 2 0 1,-4-2 0-16,1 0 0 0,2-1 0 0,-2 1 0 0,3-3 11 15,2 3-11-15,1-3 10 0,-6 0-10 0,-1 0 0 0,-2-3-10 0,0 0 10 16,-4 3 0-16,1-2 0 0,0-4 0 0,-1 4 0 16,-2-4 0-16,-3-2 0 0,3 1 0 0,-4-1 10 15,-5-3-10-15,-3 3 0 0,0-3 0 0,0-2 0 16,-7 0 0-16,1 0 0 0,-3-3 0 0,3 0 0 16,-3-2 37-16,0 2 6 0,0-3 1 0,-3 1 0 15,2-4-22-15,-2 4-4 0,0-3-1 0,0-3 0 16,0 0-17-16,0-2 8 0,0-3-8 0,-3-1 0 15,-3 1 44-15,0 0 1 0,-3-3 1 0,0 3 0 16,-3 3-22-16,-3 2-5 0,0-2-1 0,-6 4 0 16,0-1-18-16,-3 1 0 0,-3 1 0 0,0 0 0 15,-3 0 0-15,0 0 0 0,-2 2 0 0,-4 1 0 16,3-1 12-16,-3 1-2 0,-3 2 0 0,-2 0 0 16,-1 0-10-16,-3 3-14 0,0 0 3 0,-2-1 1 15,2 4-43 1,3 2-9-16,-3 0-2 0,4 3 0 0,2-3-152 0,0 2-30 0</inkml:trace>
  <inkml:trace contextRef="#ctx0" brushRef="#br0" timeOffset="59856.394">14558 7390 1523 0,'0'0'64'15,"-6"-2"-51"1,0-1 113-16,3 0 22 0,-3 1 5 0,0-1 1 0,0 0-51 15,0 3-11-15,0 0-1 0,-3-2-1 16,1 2-26-16,-4 0-4 0,0 2-2 0,-3-2 0 16,3 6-11-16,-3-4-3 0,0 6 0 0,0 0 0 15,0 0-16-15,1 3-4 0,-1 2-1 0,0 3 0 0,0 0-13 16,3 0-2-16,0 5-8 0,0 0 12 0,0-3 9 0,3 4 2 0,0-4 0 16,3 1 0-16,0 2-39 0,1-3-7 15,-1 1-1-15,3-1-1 0,3 1 25 0,0-1-8 0,0-2 8 16,3 3 0-16,0-1 0 0,2-2 0 15,1 0 0-15,3 3-8 16,0-6-23-16,3 3-4 0,0-3-1 0,3 0 0 0,3-2 36 0,3-3 20 0,0 0-2 16,-1-3-1-16,1-2-17 0,3-3-14 0,0-3 2 0,-3 0 1 15,2-5 11-15,-2 0 0 0,0 0 0 0,0-5-8 16,0 3 8-16,-3-4-8 0,3 1 8 0,-4-3-8 16,1 3 20-16,-3 0 4 0,0-3 0 0,-3 0 1 15,0 3 11-15,-6-3 3 0,0 0 0 0,0-2 0 16,-6 2-7-16,0-3 0 0,-3 1-1 0,-3-3 0 15,0-1-12-15,-3-1-3 0,0-1 0 0,-6 3 0 16,3-3 0-16,-3 3-8 0,-3-1 12 0,4 7-4 16,-1-4-8-16,0 6 0 0,0 2 0 0,-3 3 0 15,3 0-14-15,-3 3 2 0,3 0 0 0,0-1 0 16,1 6-24-16,-1-2-5 0,0 2-1 0,0 2 0 16,6-2-93-16,0 3-18 0,0 2-4 0</inkml:trace>
  <inkml:trace contextRef="#ctx0" brushRef="#br0" timeOffset="60277.1">15213 7337 2066 0,'-6'-5'43'0,"3"2"10"0,0-2-42 0,0 2-11 0,3 3 0 0,-6-5 0 16,6 5 104-16,0 0 20 0,-3-2 3 0,3 2 1 15,0 0-52-15,0 0-9 0,0 0-3 0,0 0 0 16,0 0 0-16,0 0 0 0,0 0 0 0,0 0 0 15,-3 7-51-15,0 1-13 0,3 3 0 0,-3 2 0 16,3 3 54-16,-3 5 8 0,3 0 2 0,-3 6 0 16,3-3-52-16,-3 2-12 0,3 1 0 0,-3 2 0 15,3-5 0-15,0-3 0 0,0 0 0 0,0 3 0 16,0-3 0-16,0-3 0 0,3 1 0 0,-3 2 0 16,3-2 0-16,0-1 0 0,0 3 0 0,-3-2 0 15,3-1 0-15,0 1 0 0,0-1 0 0,3 1 0 16,-3-3 0-16,0 0 0 0,0-3 0 0,0 0 0 15,0 0 0-15,3-5 0 0,0 0 0 0,0 0 0 16,3-5-151-16,0-1-33 0,0 1-6 0</inkml:trace>
  <inkml:trace contextRef="#ctx0" brushRef="#br0" timeOffset="60920.919">15927 7435 2336 0,'0'0'48'0,"-6"-2"12"16,3-4-48-16,3 6-12 0,-3-2 0 0,-3-1 0 15,-3 0 83-15,4 1 13 0,-4 2 4 0,-3 0 0 16,0 0-64-16,0 2-12 0,-3 1-2 0,0 2-1 15,0 3 24-15,3 0 5 0,-3 3 1 0,1-1 0 16,-1 6-34-16,0 0-6 0,3 3-2 0,-6-1 0 16,6 1-9-16,-3 2 0 0,3-3 0 0,0 1 0 15,3 2 0-15,1-2 0 0,2 2 0 0,3 0 0 0,0 0 0 16,3-2 0-16,0-1 10 0,6 3-10 0,0-2 0 0,2 2-20 16,4-2 2-16,0-1 1 0,3 1-3 15,0-4-1-15,3-1 0 0,0-1 0 16,3-3 6-16,-1-2 2 0,1-2 0 0,6-1 0 0,0-2 0 0,0-6 0 15,2 0 0-15,1 1 0 16,0-4 13-16,-3-2 0 0,3-2 0 0,-1-1 10 0,-5 1 5 0,-3-4 1 0,0 1 0 16,0-3 0-16,-4 1 22 0,-2 1 5 0,-3-2 1 15,3-2 0-15,-6 2-36 0,0 0-8 0,-3 0 0 0,0 0 0 16,-3 1 53-16,-3-4 9 0,0 3 2 0,0-2 0 16,-6 2-52-16,0 0-12 0,0 0 0 0,-3 0 0 15,-3 0 31-15,0 0 3 0,0 0 1 0,-3 3 0 16,-5 3-23-16,2-1-12 0,-6 0 12 0,0 4-12 15,-3 1 25-15,1 1-1 0,-4 0-1 0,0 2 0 16,0 0-70-16,4 3-13 0,-1 0-4 0,3 0 0 16,0 3-67-16,6 2-13 0,0-2-4 0</inkml:trace>
  <inkml:trace contextRef="#ctx0" brushRef="#br0" timeOffset="61447.279">16445 7351 2310 0,'3'-3'48'0,"0"-2"11"0,3 2-47 0,-3 0-12 0,3-2 0 16,-6 5 0-16,3 0 104 0,-3 0 20 0,0 0 3 0,3 0 1 16,-3 0-52-16,6 3-9 0,-3 2-3 0,0 0 0 15,0 6-51-15,0 2-13 0,0 0 0 0,0 3 0 16,0 5 45-16,-3 1 7 0,3 1 0 0,-3 4 1 16,0-3-33-16,3 2-8 0,-3-2 0 0,3 0-1 15,-3 0-11-15,3 2 0 0,-3-2 0 0,3 0 0 16,0 2 0-16,-3-2 0 0,3 2 0 0,-3-2 0 15,3 3 0-15,-3-4 0 0,3 4 0 0,-3-1 0 16,0-4 0-16,3 1 0 0,0-1 0 0,-3-4 0 16,2 1 0-16,1-4 0 0,-3 1 0 0,3 3 0 15,0-6 0-15,0 0 0 0,0-2 0 0,0 2 0 16,0-2-100-16,0-3-23 0,3 2-4 0</inkml:trace>
  <inkml:trace contextRef="#ctx0" brushRef="#br0" timeOffset="65513.427">23038 15963 850 0,'0'0'17'0,"0"0"6"16,0 0-23-16,0 0 0 0,0 0 0 0,0 0 0 15,0 0 82-15,0 0 12 0,0 0 2 0,0 0 1 16,-6 0-24-16,6 0-5 0,-6 0 0 0,6 0-1 0,0 0 0 16,-5-2 0-16,5 2 0 0,-6-3 0 0,3-2-34 0,0-1-6 0,0 1-2 15,0 0 0-15,0 0 7 0,0-3 0 0,3 2 1 0,-3-2 0 16,0 0-10-16,0 1-3 0,0-1 0 0,0 0 0 16,0 0-7-16,0 0-1 0,-3 0-1 0,3 3 0 15,-3-3 5-15,0 2 2 16,0 1 0-16,0 0 0 0,-3-1-7 0,0 4-2 15,0-4 0-15,-3 4 0 0,4-1 0 0,-4 1 0 16,3-4 0-16,-3 6 0 0,3-2 15 0,-3-1 4 16,-3 0 0-16,3 3 0 0,-3-2-28 0,3-1 8 0,-3 0-8 15,1 3 0-15,2-2 0 0,-3-1 0 0,0 3 0 0,0-3 0 16,0 1 24-16,0-1 5 0,3 1 2 0,-3-1 0 16,1 0-18-16,-4-2-3 0,3 2-1 0,-3 1 0 15,-3-1 5-15,-3 3 1 0,1 0 0 0,-4-3 0 16,0 3 5-16,-3-2 0 0,0-1 1 0,-2 0 0 15,2-2 25-15,3 0 5 0,-3 0 1 0,1-1 0 16,-4 1-52-16,-3 2-22 0,-3 3 2 0,1-5 0 16,-4 2 20-16,-3 1 18 0,4-1-3 0,-7-2-1 15,6 2-6-15,1 0-8 0,-1-2 11 0,-3 5-11 16,1-5 23-16,-4 2-3 0,-2 1 0 0,-1-1 0 16,3 0-8-16,4-2-1 0,2 2-1 0,-3 1 0 15,-2-1 0-15,-1-2 0 0,0 2 0 0,-5 3 0 16,5-5-10-16,7 2 10 0,-1 1-10 0,-3-1 10 15,1 0-10-15,-1 1 0 0,-3-1 0 0,1 3 8 0,2-3 8 16,3 1 0-16,1-1 1 0,-1 3 0 16,0-3-17-16,4 1-16 0,-1 2 4 0,-3-3 0 15,1 3 12-15,-1 0-9 0,0-3 9 0,1 1-8 0,2 2 8 16,3 0 0-16,3-3 10 0,1 3-10 0,-7 0 0 16,3 0 0-16,-5-2 0 0,-1 2-10 0,3 2 10 0,4-2 0 15,-4 0 0-15,0 3 0 0,3-1 0 16,4 1 0-16,-1 0 0 0,0-1 0 0,-5 1 0 0,2 2 0 0,-6-2 0 15,0 2 0-15,7 1 0 0,-1-4 0 0,3 1 8 0,-2 2-8 16,2-2 0-16,3 2 0 0,0 0 0 0,-2 1 8 16,-1-4-8-16,0 4 0 0,-3-4-11 0,1 4 11 15,2-4 0-15,0 1 0 0,0-1 0 0,4 1 0 16,2 0 0-16,3-3 0 0,0 5 0 0,0-2 0 16,-2-1 0-16,-1 4 0 0,-3-1 0 0,-3 0 0 15,4-2 0-15,-1 2 0 16,0 0 0-16,0 1 0 0,3-1 0 0,1-2 0 0,-1-1 11 0,3 1-3 15,0 2-8-15,3 1-10 0,-2-1 10 0,-1 0-13 16,0 3 13-16,-3-3 0 0,0 3 0 0,1 0 0 16,-4-2 0-16,3-1 0 0,-3 0 0 0,4 3 0 15,-1-3 0-15,3 1 0 0,0-1 9 0,0 0-9 16,3 3 0-16,1 0 0 0,2 0 0 0,-3 3-10 16,0-3 10-16,-3 0 0 0,3-1 0 0,-5 1 0 15,5 3 0-15,-3 0 0 0,0-4 0 0,0 7 0 16,1-4 0-16,2 4 0 0,0-1 0 0,3 3 0 15,0-3 11-15,0 0 4 0,6 0 1 0,-2 3 0 16,2-3-27-16,0-2-5 0,3 2 0 0,0-2-1 0,0 2 17 16,3-5 0-16,0 3-8 0,-3-1 8 0,3-2 0 15,0 3 0-15,3-3 0 0,-3 0 0 0,3 0 0 0,-3-3 0 16,3 3-12-16,0 0 12 0,0-3 0 0,0 3 0 0,0-3 0 0,0 3 0 16,3 0 0-16,-3-3-8 0,3 3 8 0,0 0 0 15,0 0 0 1,0 0 0-16,0 3-8 0,3-1 8 0,-3-2 0 15,3 3 0-15,3-1-8 0,0 4 8 0,-3-4 0 0,3 3-8 0,3-2 8 0,-3 2 0 32,3 0-33-32,-3 1 0 0,3 2 0 0,0-6 0 0,3 3 33 0,0 1 0 0,0-1 0 0,5 0 0 15,-2-2 0-15,6-1 0 0,0 3 0 0,0-5 0 16,6 0 14-16,-4 0 10 0,7-2 1 0,-3 2 1 16,0-3-26-16,0-3 0 0,-1 4 0 0,1-4 0 15,-3 4-20-15,6-4-4 0,-3 4 0 0,2-1 0 16,1 0 24-16,6-2 0 0,0 0 0 0,2-1 0 15,-2-2 13-15,0 3 7 0,-4-3 2 0,7 0 0 16,-3 0-35-16,0 0-7 0,2 2-2 0,1-2 0 16,3 0 33-16,2 0 6 0,1-2 2 0,3 2 0 15,-7-3-19-15,1 3 0 0,-3 0 0 0,2 0 0 16,1 0-16-16,6-2-1 0,-1 2 0 0,1 0 0 16,-4-3 17-16,-2 3 8 0,0 0-8 0,2 0 12 15,1 0-12-15,3 0-8 0,-1 0 8 0,4 0-13 16,-6 0 13-16,-1 0 0 0,1 0 0 0,0 0-9 15,-4 0 9-15,4 0 0 0,-1 3 0 0,4-3 0 16,-3 0 0-16,-1 0 0 0,1 0-8 0,0 0 8 16,-4 0 0-16,1 0 0 0,0 2 0 0,2 1 8 0,1-3-8 15,0 0 0-15,2 0-8 0,1 0 8 0,-6 0 0 16,-1 0 0-16,-2 2 0 0,3-2 0 0,-1 0 0 16,4 3 0-16,0-3 0 0,2 0 0 15,-2 0 0-15,-6 0 0 0,-1 0 0 0,4 0 0 16,-3 0 0-16,2 3 0 0,1-3 0 0,0 2 0 0,-1-2 0 0,1 0 0 0,0 0 0 15,2 0-8-15,-8 0 8 0,0 0 0 0,-3 3 0 0,-1 0 0 16,1-1 0-16,3-2 8 0,-1 3-8 0,4-3 11 16,-3 0-11-16,-3 0-11 0,2 0 3 0,1 0 0 15,-6 0 8-15,-3-3 11 0,2 3-3 0,-2 3 0 16,0-3-8-16,0 3 0 0,2-3 0 0,1 0 0 16,0 0 0-16,0 0-11 0,0 0 3 0,-1-3 0 15,1 0 8-15,-3 1 0 16,0-4 0-16,-4 6 0 0,1-2 0 0,-3 2 11 0,0 0-3 0,0 0 0 15,0-3-8-15,-1 3 0 0,4 0 0 0,-3-3 0 16,0 3 0-16,3-2-11 0,-3 2 3 0,2-3 0 16,1 1 8-16,-3-1 0 0,0-2 0 0,-3 2 0 15,3 0 0-15,-7 1 0 0,4-1 0 0,-3 0 0 16,0 1 0-16,-3 2 0 0,0-3 0 0,0 0 0 16,0 3 0-16,-3 0 0 0,3 0 0 0,-4 0 8 15,4-2-8-15,0 2 0 0,0 0 0 0,0-3 0 16,-3 0 0-16,6 3 8 0,-3-2-8 0,0-1 8 15,0 1-8-15,3-1-10 0,-1-2 10 0,1 2-13 16,0 0 13-16,0-2 0 0,0 0 0 0,0-1 0 16,0-2 0-16,0 1 0 0,2-1 0 0,-2 0 0 0,-3-3 0 15,3 3 0-15,-3-2 0 0,0-1 0 0,-3 0 0 0,3 1 0 16,0-1 0-16,0-2 0 0,0 2 0 0,2 1 10 0,-2-3-2 16,3-1 0-16,0 4-8 15,0-3 0-15,3 2 0 0,0-2 0 16,0 2 0-16,-4 1 0 0,4-4-10 0,-3 4 10 0,0-1 0 0,0 3 0 15,-3-2 0-15,0-1 0 0,-3 0 0 0,0 1 8 16,-3 2 1-16,-3-3 0 0,-3 1 11 16,0-3 3-16,0 2 0 0,-6-2 0 0,-3-3 1 0,-3-3 1 0,0 1 0 0,-6-3 0 15,-3 0-9-15,0-3-1 0,-3 0-1 0,-2 0 0 16,2 0-14-16,-3 3 11 0,0 0-11 0,-2-3 10 16,-7 6-10-16,-3-1 0 0,-3 3 0 0,-5-2 0 15,5-1 0-15,-3-2-9 0,4 0 9 0,-4-6-13 16,1 1-165-16,2-6-33 0</inkml:trace>
  <inkml:trace contextRef="#ctx0" brushRef="#br0" timeOffset="66721.071">14629 8888 1576 0,'0'0'32'0,"0"-5"9"0,0 5-33 0,-3-6-8 0,1 1 0 0,2 0 0 16,0 5 117-16,0-3 22 0,-3-2 4 0,3 5 1 15,0 0-37-15,0-5-7 0,0 5-2 0,0 0 0 16,0 0-17-16,0 0-3 0,0 0-1 0,0 0 0 15,0 0-24-15,0 0-5 0,0 0 0 0,0 0-1 16,0 0-23-16,0 0-5 0,0 0-1 0,-3 5 0 16,0 3-18-16,0 0 0 0,0 2 0 0,0 3 0 15,3 1 0-15,-3-1 0 0,0 3 0 0,3 5 0 16,-3 0 0-16,3 3 0 0,-3 2 0 16,3 4 0-16,-3-1 0 0,3 0 0 15,0 0 0-15,-3 0 0 0,3-3 22 16,0-2-2-16,-3 0-1 0,3-3 0 0,0 0-31 0,-3 1-5 0,3-1-2 0,0 0 0 15,-3-3 31-15,3 1 5 0,0-1 2 0,-3 1 0 16,3 0-19-16,-3-1 0 0,3-2 0 0,0 0 0 16,0-3-15-16,0-2-3 0,3-1-1 0,-3-2 0 15,3-3-86-15,3-2-18 0,-3 0-3 0,6-3-1 16,-3-3-103-16,6-5-21 0</inkml:trace>
  <inkml:trace contextRef="#ctx0" brushRef="#br0" timeOffset="67304.676">15391 8832 1337 0,'0'0'28'0,"0"0"6"0,0 0-34 0,0 0 0 0,0 0 0 0,-5-2 0 16,5 2 141-16,0 0 22 0,-6 0 4 0,6 0 1 15,0 0-61-15,0 0-12 0,0 0-3 0,0 0 0 16,0 0-25-16,0 0-6 0,0 0-1 0,-6 2 0 16,6-2 4-16,-3 6 0 0,3-6 0 0,-3 8 0 15,3 0-52-15,3-1-12 0,-3 4 0 0,3-3 0 16,-3 5 54-16,3-2 8 0,0 2 2 0,0 3 0 15,-3 0-52-15,3 2-12 0,0 1 0 0,-3 2 0 16,2 3 0-16,1 2 0 0,-3 1 0 0,3-1 0 16,0 1 0-16,-3-1 0 0,3-2 0 0,0 0 0 15,-3-3 0-15,3-3 0 0,-3 1 0 0,0-3 0 16,3 0 0-16,-3 0 0 0,0-3 0 0,3 3 0 0,-3-3 0 16,0 3 0-16,0-3 0 0,0 0 0 0,0 0 0 15,3 1 0-15,-3-1 0 0,0-2 0 0,3-1 0 16,-3 1 0-16,0-3 0 0,3 2 0 15,0-5 0-15,-3 1 0 0,3-1 0 0,3-2 0 16,-3-1-86-16,3-2-20 0,0 0-4 0,3-2-1 16,0-4-127-16,0 1-26 0</inkml:trace>
  <inkml:trace contextRef="#ctx0" brushRef="#br0" timeOffset="67980.108">15972 8806 1444 0,'0'0'60'15,"0"0"-48"-15,0 0 109 0,0 0 22 0,0 0 4 0,0 0 1 16,0 0-37-16,0 0-7 0,0 0-2 0,0 0 0 16,0 0-26-16,0 0-4 0,0 0-2 0,0 0 0 15,0 0-20-15,3 3-4 0,-3-3-1 0,3 5 0 16,0 0-13-16,0 0-4 0,0 1 0 0,0 2 0 15,-3 0-5-15,3 2-2 0,0 1 0 0,-3 2 0 16,0 3-9-16,3-3-1 0,-3 3-1 0,0 2 0 16,0 1-2-16,0 5-8 0,0-3 12 0,0 5-4 15,0 1-8-15,3-1 8 0,-3 3-8 0,0 1 8 16,3-7-8-16,0 1 0 0,0 0 0 0,0-3 0 16,0-2 0-16,0-1 0 0,0 1 0 0,-1-1 0 15,-2 1 0-15,3-3 0 0,0 0 8 0,0 2-8 16,-3-2 0-16,3 2 0 0,-3-2 0 0,3 3 8 15,-3-3-8-15,3-3 0 0,-3 3 0 0,0-3 0 16,0 0 0-16,0-2 0 0,3-1 0 0,-3 1 0 16,3-3-12-16,-3 0-4 0,0-3 0 0,3 1-1 15,-3-1-31-15,0-5-5 0,3 2-2 0,3 1 0 16,-3 0-29-16,3-6-7 0,-3 3-1 0,3-5 0 16,-3 2-113-16,3-5-23 0</inkml:trace>
  <inkml:trace contextRef="#ctx0" brushRef="#br0" timeOffset="68561.368">16627 8843 2062 0,'-6'0'43'0,"0"3"10"16,6-3-42-16,-9 2-11 0,3 1 0 0,-3 2 0 15,3 0 82-15,0 3 14 0,3 0 4 0,-3 3 0 16,0-1-57-16,0 4-11 0,3-1-3 0,-3 3 0 15,3 2 28-15,-3 1 6 0,3-1 1 0,0 4 0 16,1-1-76-16,-1 0-14 0,0 0-3 0,3 3-1 16,0-3 30-16,0 0 0 0,0 0 0 0,0 3 0 15,3-5 20-15,0-3 8 0,-1-1 0 0,1 4 1 16,0-6-44-16,3 3-9 0,0-3-1 0,0 1-1 0,3-4 42 16,-3 1 8-16,3-3 1 0,0-3 1 15,0 3-26-15,0-5 0 0,0-1 0 0,3 1 0 0,-3-3 0 16,3 0 0-16,2 0 0 0,-2 0 0 15,3-3-16-15,-3 1-9 0,3-4-2 0,0 1 0 0,-3 0 27 16,3-3 9-16,0 0 0 0,-3 0 0 16,-1-3 20-16,1 1 4 0,-3-4 1 0,0 4 0 0,0-3 8 0,0-3 2 0,-3-3 0 0,0 1 0 15,0-1-1-15,-3-5 0 0,0 3 0 0,0-3 0 16,-3 1-8-16,0 1-2 0,0-1 0 0,-3 1 0 16,-3 4-9-16,0 2-1 0,0 0-1 0,-3 0 0 15,-3 3-9-15,-3 0-1 0,-3 0-1 0,-2 2 0 16,-1 3-11-16,0 0 10 0,-6 0-10 0,3 0 10 15,0 3-10-15,4 0-9 0,-4-1 9 0,3 4-13 16,-3-1-29-16,3 3-6 0,-2 0 0 0,2 0-1 16,0 3-143-16,0-1-28 0</inkml:trace>
  <inkml:trace contextRef="#ctx0" brushRef="#br0" timeOffset="70280.821">13510 10137 1337 0,'-12'-3'56'16,"3"1"-44"-1,0-1-12-15,4 3 0 0,5 0 0 0,0 0 0 16,-6-3 0-16,6 3 0 0,-3-5 0 0,3 5 0 15,-3-5 0-15,3-1 0 0,0 1 0 0,3 2 0 0,0-2 0 0,0 2 0 0,0 1 0 0,2-1 0 16,-2 1 0-16,3-1 0 0,0 0 0 0,3 1 0 16,-3 2 52-16,0 0 9 0,0-3 2 0,3 3 0 15,-3 0 1-15,0 3 1 0,3-3 0 0,0 2 0 16,0 1 8-16,0-3 2 0,0 3 0 0,3-1 0 16,2 1-20-1,1 2-4-15,3-2-1 0,0-1 0 16,3 1-12-16,-3 0-2 0,3-1-1 0,2 1 0 0,4-3-8 0,0 3-2 15,6-3 0-15,-1 2 0 0,4 1-14 0,6-3-3 0,0 3-8 0,2-3 12 16,-2 2 16-16,2-2 4 0,-2-2 0 0,9 2 0 16,-1-3 0-16,4 3 0 0,3-3 0 0,5 1 0 15,-2 2-32-15,2-3 0 0,4-2 0 0,2 2 0 16,-3-2 0-16,4 2 0 0,2-2 0 0,4 0 0 16,-1-1 0-16,1 1 0 0,2 0 0 0,9-1 0 15,-8 1 57-15,2-3 6 0,3 3 1 0,7-3 0 16,-7 3-52-16,0-3-12 0,1 2 0 0,8-2 0 15,-15 6-16-15,4-3-7 0,-1-1-1 0,4 1 0 16,-10 0 24-16,0 2 0 0,1-2 0 0,2 2 0 16,-5 0 22-16,-4 1-1 0,4-4 0 0,-1 4 0 15,-6 2-21-15,-2-3-8 0,-4 1 0 0,1 2 0 16,-9-3 8-16,-1 3 11 0,-8-3-3 0,0 1 0 16,-4 2-8-16,-8-3 0 0,0 0 0 0,-3 1 0 15,-4 2 0-15,-5-6 0 0,0 4 0 0,-3-1 0 16,-6 0-49-16,0 1-12 0,-3-1-3 0,-3 0 0 15,-3 3-51-15,0-7-10 0,0 1-3 0</inkml:trace>
  <inkml:trace contextRef="#ctx0" brushRef="#br0" timeOffset="72445.138">16993 10174 1579 0,'0'0'32'0,"0"-5"10"0,0 5-34 0,0-6-8 0,0 6 0 0,0 0 0 31,0 0 156-31,0 0 28 0,0 0 7 0,0 0 1 0,0 0-52 0,0 0-9 0,-3-2-3 0,3 2 0 16,0 0-64-16,0 0-14 0,0 0-2 0,0 0-1 15,-6 2 0-15,3 1 0 0,-3 2 0 16,3 3 0-16,0 3-11 16,0-1-1-16,0 1-1 0,0 5 0 0,0 2-34 0,-3 1 0 0,3 2 0 0,0 3 0 15,0 2 0-15,-3-2 0 0,3 5 0 0,0 0 0 16,-3-2 0-16,3-1 0 0,0 1 0 0,-2 2 0 16,2 0 0-16,0-3 0 0,0 1 0 0,0-1 0 15,0 1 26-15,0 2-2 0,3 0 0 0,-3-3 0 16,3 1-24-16,-3-3 0 0,0-3 0 15,3 0 0-15,-3-2 0 0,0-1-11 0,3-5 1 16,-3 1 0-16,3-4-34 0,-3 1-6 0,0-3-2 0,3 0 0 16,0-8-121-16,0 0-25 0,0 0-5 0</inkml:trace>
  <inkml:trace contextRef="#ctx0" brushRef="#br0" timeOffset="73272.759">16127 10057 1337 0,'0'0'28'0,"0"0"6"0,0 0-34 16,0 0 0-16,0 0 0 0,0 0 0 0,0 0 139 15,0 0 21-15,0 0 4 0,0 0 0 0,0 0-47 0,0 0-9 0,0 0-3 0,0 0 0 16,0 0-32-16,0 0-6 0,0 6-2 0,3-1 0 16,0 3-10-16,-3 0-3 0,0 0 0 0,3 0 0 15,-3 5-8-15,3 0-1 0,0 3-1 0,-3 0 0 16,3 3-18-16,-3-1-4 0,3 3-1 0,-3 3 0 16,0 2 5-16,0-2 0 0,3 5 1 0,-3 0 0 15,0 1-11-15,2-4-2 0,-2 1-1 0,0 2 0 16,3-6-3-16,-3 1-8 0,3 0 12 0,-3 0-4 15,3 0-8-15,-3-3 0 0,3 0 0 0,-3 0 8 16,3-2-8-16,-3 2 0 0,3-3 0 0,-3 1 0 16,3-3 0-16,-3 0 0 0,3 2 9 0,-3-5-9 15,0-2 0-15,3 2 0 0,-3-5 0 0,3 0 8 16,-3 0-8-16,0-3 0 0,3 1 0 0,-3-6 0 16,0 0-9-16,0 0-7 0,0 0 0 0,0 0-1 15,0 0-28-15,3 0-6 16,3-3-1-16,0 3 0 0,-3-3-96 0,3-2-20 0,0-3-4 15</inkml:trace>
  <inkml:trace contextRef="#ctx0" brushRef="#br0" timeOffset="77566.765">15499 10351 1116 0,'-3'-10'23'0,"3"10"6"0,0-6-29 0,0 1 0 15,-3 0 0-15,3-1 0 0,-3 1 103 0,3 0 14 0,-3 2 3 0,3 3 1 16,-3-5-13-16,-3 2-2 0,6 3-1 0,-6-2 0 31,0-1-19-31,0 3-4 0,0 0-1 0,-3 0 0 0,0 3-25 0,0-1-6 0,0 4-1 0,-3-4 0 16,0 6-21-16,1-3-5 0,2 3-1 0,-3 3 0 15,0-1 2-15,0 1 0 0,0 0 0 0,0-1 0 16,0 3-12-16,-3 1-1 0,3 2-1 0,0-3 0 16,1 0 16-16,-1 0 3 0,3 3 1 0,0-3 0 15,3 3-48-15,0 0-10 16,0 0-1-16,3 3-1 0,3-4 22 0,0 1 8 16,0 0 0-16,3 0-9 0,3 0 9 0,0 0 0 0,0 0-9 0,3 0 9 15,3-3 0 1,-3-3-11-16,2 1 11 0,4 0-8 0,-3-1 8 0,3-2-8 0,-3-5 8 0,3 2-8 15,-3-2 8-15,3-3 0 0,0 0 0 0,0-3-8 16,-1-2-8-16,1-1-2 0,0-2 0 0,0-2 0 16,0 2 18-16,-3-5 0 0,0 2 0 0,0-2 0 15,0 0 48-15,-1 2 12 0,-2-2 4 0,-3 0 0 16,0-3-44-16,0 3-9 0,-3-1-2 0,-3-2 0 16,0 1 12-16,0 1 3 0,-3-2 0 0,0 1 0 15,-3-1-11-15,0 0-1 0,0-3-1 0,0 1 0 16,-2-1-11-16,-1 1 0 0,-3-3 9 0,3 2-9 15,0 0 18-15,0-2-1 0,0 5 0 0,0-2 0 16,-3 2-69-16,3 0-15 0,0 3-2 0</inkml:trace>
  <inkml:trace contextRef="#ctx0" brushRef="#br0" timeOffset="79312.491">14585 10370 1474 0,'0'0'31'0,"0"0"6"0,-6 0-29 0,6 0-8 0,-6 0 0 0,0 0 0 15,6 0 75-15,-6 0 13 0,6 0 4 0,-6 2 0 16,6-2 6-16,-6 0 2 0,0 3 0 0,0 0 0 15,3-1-40-15,-3 4-8 0,0-4-2 0,3 1 0 16,-3 2-20-16,0 0-4 0,0 1-1 0,1-1 0 16,-1 3-8-16,0 0-1 0,0 0-1 0,0 2 0 15,-3 1-7-15,3 0-8 0,0-1 11 0,0 1-11 16,-3 2 0-16,3 3 0 0,0-3 0 0,0 0 0 16,0 3 0-16,0-3 0 0,0 3 0 0,0-2 0 15,3 4 0-15,0-2 0 0,0 0 0 0,0 0 0 16,3 0 0-16,0-1 0 0,0 1 0 0,0 0 0 15,3 0 0-15,0-3 0 0,0-2 0 0,3 2 0 16,-3-2 0-16,3-3 0 0,0 0 0 0,3-1-9 16,-3-1 9-16,3-1 0 0,0 0 0 0,3-2 0 15,-3 0-8-15,3-1 8 0,0-2-8 0,-4 0 8 16,4-2 0-16,-3-1 0 0,3 3 0 0,-3-3 0 16,0-2 0-16,3 0 0 0,0-1 0 0,0 1-8 15,0-3 8-15,-3 3 0 0,3-3 10 0,-4 0-10 16,4-2 8-16,-3-1-8 0,0 3 0 0,0-5 0 0,0 2 36 0,-3 1 0 15,0-4 1-15,-3 4 0 0,0-3-8 0,0-1-1 0,-3 1-1 16,0 0 0-16,0 0-27 0,-3-1 0 0,0 1 0 16,-3 0 0-16,3-3 56 0,-3 3 7 0,-3-3 1 15,0 3 0-15,3-3-52 0,-3 3-12 0,-3-3 0 0,4 0 0 16,-1 3 0-16,0-3 0 0,0 0 0 0,0 0 0 16,0 0 0-16,0 3-18 0,3 0 4 0,-3-1 1 15,0 1 21 1,3 3 4-16,-3-1 0 0,3 3 1 0,-3-2-61 15,0 2-13-15,3 2-3 0,-2-2 0 16,-1 3-157-16,3-3-32 0</inkml:trace>
  <inkml:trace contextRef="#ctx0" brushRef="#br0" timeOffset="79984.295">13832 10380 1751 0,'-9'-2'81'16,"9"2"-72"-16,-6-3-9 0,6 3 0 0,-6-3 0 15,6 3 68-15,0 0 12 0,-6 0 3 0,6 0 0 16,0 0 36-16,-6 3 7 0,3 0 2 0,-3 2 0 16,3 0-52-16,-3 3-9 0,3 3-3 0,0 2 0 15,3 0-51-15,-3 0-13 0,3 3 0 0,-3 3 0 16,3-1 0-16,-3 3 0 0,3 1 0 0,0 1 0 0,0 4 11 15,0-1-1-15,0 1 0 0,0 2 0 0,0-3-10 16,0 1 0-16,3-1 0 0,-3 1 0 0,0-3 0 0,3-3-12 16,-3-3 0-16,0 1 1 0,0-1 11 0,0-4 0 0,0 1 0 15,-3-4-8 1,3 2-116-16,-3-5-24 0,0 3-4 0</inkml:trace>
  <inkml:trace contextRef="#ctx0" brushRef="#br0" timeOffset="80940.366">13436 10343 1579 0,'-12'-8'32'0,"9"3"10"16,0 2-34-16,0-2-8 0,0 2 0 0,3-2 0 16,-3-3 53-16,3 3 9 0,0 0 2 0,0-1 0 15,0 1-4-15,3 2-1 0,0-2 0 0,0 2 0 0,3 1-43 0,0-1-16 0,3 0 11 0,0 1-11 16,3-1 45-1,3 1 3-15,-1-1 1 0,4 3 0 16,3-3-25-16,3 3-6 0,0-5-1 0,3 5 0 0,-4-3-1 16,4 1-1-16,0-1 0 0,0 0 0 0,0-2-7 15,-1 2 0-15,4-2-8 0,0 0 12 0,-3 2-12 16,2 1 8-16,1-1-8 0,0 0 0 0,-3-2 9 0,-3 5-9 0,-1 0 8 16,-2 0-8-16,-3 0 18 0,-3 0-2 0,0 0 0 0,-6 3 0 15,0-1 1-15,-3 1 0 0,3 2 0 0,-6-2 0 16,-1 2 38-16,1 0 7 0,0 1 2 0,-3-1 0 15,0 3-64-15,0-3-20 0,0 3 0 0,-3 0 0 16,3 0 20-16,0 3 9 0,-3-1-1 0,3 1 0 16,0-1-8-16,0 4 0 0,0 1 0 0,0 1 0 15,0 0 0-15,0 3 0 0,0-1 0 0,-2 3 0 16,2 3 0-16,0-3 0 0,0 3 0 0,-3 3 0 16,0-1 0-16,3 3 0 0,-3-2 0 0,0 4 0 15,3-1 12-15,-3 1 0 0,0 1 0 16,0 0 0-16,0-6-12 0,0 1 0 0,0-1 0 0,0-2 0 15,-3 0-49-15,3 0-12 16,-3-1-3-16,3 1 0 0,-3-3 52 0,3 1 12 0,-3-1 0 0,3-3 0 16,0 4 0-16,0-4 0 0,0 1 0 0,0 2 0 15,0-5 0-15,0-1 0 0,0-1 0 0,0-1 0 16,0-2-19-16,3 2-1 0,0-5 0 0,-3 2 0 16,3-2 20-16,-3-3 0 0,3 1-8 0,-3-1 8 15,3 0 0-15,0-5 0 0,-3 6 0 0,0-1 0 16,3-5 0-16,-3 5 0 0,0 1 0 0,3-6 0 15,-3 2 0-15,-3 1 0 0,1-1 0 0,-4 1 0 0,3-3 12 0,0 3-4 16,-3-3-8-16,0 0 12 0,0 0 2 0,-3 0 0 16,0-3 0-16,0 3 0 0,0-3 2 0,0 1 0 15,-2-1 0-15,2 1 0 0,-3-4 24 0,0 1 4 0,0 0 2 0,0-1 0 16,0 1-37-16,0-3-9 0,3 0 0 0,-2 0 0 16,-1 0 0-1,-3 0-12-15,3-2 2 0,0 2 1 0,0-5 20 16,0 2 4-16,0-2 1 0,0 0 0 0,1-3 3 15,2 2 1-15,0-1 0 0,0-1 0 0,3 0 0 0,-3 3 0 0,3-3 0 0,0 0 0 16,0 3-4-16,3-3-1 0,0 0 0 0,-3 0 0 16,6 0-3-16,-3 3 0 0,3-3 0 0,1-2 0 15,-4-1-12-15,6-2-13 0,-3-3 2 0,0 0 1 16,3-5 33-16,0 0 6 0,-3-5 2 0,3 2 0 16,0 0-19-16,0 3-4 0,0-3-8 0,0 3 12 15,0 0-40-15,3 0-8 0,0 0-1 0,-3 0-1 16,6-6 50-16,-1 1 11 0,1-6 1 0,3 3 1 15,0 0-123-15,3 3-25 0,0-1-5 0</inkml:trace>
  <inkml:trace contextRef="#ctx0" brushRef="#br0" timeOffset="91245.547">14353 11023 1314 0,'0'0'37'0,"-3"-2"8"0,3 2-36 0,-3-3-9 0,3 3 0 0,-6-3 0 15,6 3 89-15,0 0 16 0,-3-2 3 0,3 2 1 16,0 0-28-16,-6-3-5 0,6 3-2 0,0 0 0 16,0 0-13-16,0 0-2 0,0 0-1 0,-6 3 0 15,6-3-22-15,-3 8-5 0,3-3-1 0,-3 3 0 16,3 0-15-16,3 2-3 0,-3 1-1 0,3 0 0 15,-3 2-11-15,3 3 0 0,0-3 9 0,0 5-9 16,0-2 0-16,0 0 0 0,3 0 0 0,-3 0 0 16,0 0-19-16,3 0-8 0,-3-3-1 0,0 3-1 15,0-3 29-15,0-2 0 0,-1-1 0 0,1 3 0 16,0-2 0-16,0 0 0 0,0-1 0 0,0-2 0 16,0 3 0-16,0-3 0 0,0 0 0 0,0-1 0 15,0 1 0-15,0 0 0 0,3-2 0 0,-3-1 0 0,3 3 15 16,-3-3 9-16,3-2 1 0,0 2 1 15,3 0-42-15,0-2-8 0,3 0-1 0,-3-1-1 0,3-2 38 16,-1 0 7-16,4 0 1 0,-3 0 1 0,3-2-21 16,0-1 0-16,3 0 0 0,0 1 0 0,3-1-12 0,-1 0-8 15,4 1 0-15,3-1-1 0,-3 0 32 0,3 1 6 16,-1-1 2-16,4 3 0 0,-3-2-19 0,0 2 0 0,0-3 8 16,-1 3-8-16,1-3-13 0,0 3-7 0,3-5 0 15,-1 5-1-15,1-3 40 0,0 3 8 0,6 0 1 16,-4-2 1-16,1 2-21 0,0 0-8 0,0 0 0 0,-1 0 0 15,4-3 10-15,-6 3-10 0,0-3 10 0,2 3-10 16,1-2 0-16,3 2 8 0,-3 0-8 0,5-3 0 16,-2 3 24-16,0 0 3 0,-1 0 0 0,1 0 0 15,0 0-27-15,-3-3 0 0,-4 1 0 0,4 2 0 16,0-3 0-16,0 1 0 0,-1-1 0 0,4 0 0 16,-3 3 0-16,0 0 0 0,-1-2 0 0,1-1 0 15,-3 0 8-15,3 3-8 0,-4-2 12 16,1-1-4-16,0 0-8 0,3 3 0 0,-1-2-12 0,1 2 12 15,0 0 0-15,0 0 0 0,-4 0 0 0,1 0 0 16,0 0 0-16,-3 0 0 0,-3 0 0 0,2 0 0 16,-2 0 0-16,0 0 0 0,0 0 0 0,0 2 0 15,-1-2 0-15,1 3 8 0,0-3 2 0,0 0 0 16,-3 3-10-16,2-1-14 0,-2-2 3 0,-3 3 1 16,0 0 10-16,0-3 0 0,0 2 0 0,-3-2 0 15,-3 0 0-15,-1 3 0 0,1-3 0 0,-3 0 0 16,0 3 0-16,0-3 0 0,0 0 0 0,-3 0 0 15,0 0 0-15,3 0 0 0,-6 0 0 0,3 0 0 16,-3-3 0-16,3 3 0 0,-3 0 0 0,-3 0 0 0,3-3 49 0,-3 3 12 16,3-2 3-16,0-1 0 0,0 0-52 15,0-2-12-15,-3 0 0 0,3 2 0 0,-3-5 0 0,0 3 0 0,0-3 0 0,0 0 0 16,3-3 0-16,-3 1 0 0,0-3 0 0,3-1 0 16,-3-2 11-16,3-2-1 0,-1-3 0 15,1 0 0-15,3-3 2 16,0-3 1-16,3 3 0 0,0 1 0 0,0 2-13 0,0-1 8 15,3 4-8-15,-3-1 0 0,3 1 0 0,-3-1 0 0,3 3 0 0,0 0 0 16,-3 1 0-16,2 1 0 0,-2-1 0 0,0-1 0 16,3 2-101-16,-3-1-14 15,0-1-2-15</inkml:trace>
  <inkml:trace contextRef="#ctx0" brushRef="#br0" timeOffset="92181.703">12626 13317 1697 0,'0'0'35'0,"0"0"9"16,0 0-35-16,0 0-9 0,0 0 0 0,0 0 0 15,0 0 104-15,0 0 20 0,0 0 3 0,0 0 1 0,0 0-25 0,-6 0-5 0,0 0-1 0,0 3 0 16,0 0-41 0,-3 2-9-16,4 0-2 0,-4 3 0 0,3 0-21 0,-3 5-4 0,0-2 0 0,0 5-1 15,0 0-7-15,-3 2 0 0,3 1-1 0,0 4 0 16,-3 1-11-16,0 3 10 0,0-1-10 0,3 6 10 16,-2 0-10-1,5-3 0-15,-3 3 0 0,3-1 0 0,3-4 0 16,0 2 0-16,3-5 0 0,0 2 0 0,3-2 0 0,3 0-11 0,3-3 11 15,0 0-8-15,0 0-4 0,2-5-1 16,1 0 0-16,0 0 0 16,3-3-11-16,-3-5-1 0,3 0-1 0,3 0 0 0,-3-5 44 0,3-3 9 0,-1-3 1 0,4-2 1 15,0-3-52 1,0-3-10-16,3-2-3 0,0-3 0 0,-1 3 36 0,1-3 0 0,-3-3 8 0,0 1-8 16,0-1 23-16,-3 1-2 0,2-3 0 0,-5-3 0 15,0 3 15-15,-3 0 2 0,-3-3 1 0,0 0 0 16,-3-5-4-16,0 0-1 0,0 0 0 0,-3-3 0 15,0 3-20-15,0 0-4 0,0 2-1 0,-3 1 0 16,-3-1-9-16,3 3-12 0,-6 3 2 0,3-3 1 16,-6 6 9-16,3-1 0 0,-3 1 0 0,-3 2 0 15,0 3 20-15,-3 0 7 0,-3 2 1 0,-2 0 0 16,2 3-45-16,-3 3-9 0,-3 0-2 0,3 2 0 16,0 1 12-16,1 4 3 0,-1-2 0 0,0 6 0 15,3-1-56-15,0 0-11 0,3 3-3 0</inkml:trace>
  <inkml:trace contextRef="#ctx0" brushRef="#br0" timeOffset="92841.62">13460 13283 1580 0,'0'0'67'16,"0"0"-54"-1,0 0 79-15,-6 0 16 0,0 3 4 0,-3-1 0 16,3 1-26-16,0 2-5 0,-3 0-1 0,3 1 0 16,-3 2-12-16,0 0-4 0,3 0 0 0,-3 2 0 15,0 3-40-15,3 1-8 0,-3-1-1 0,1 3-1 16,-1 0 5-16,3 2 1 0,-3 1 0 0,3 2 0 15,-3 0-20-15,3 3 8 0,0 0-8 0,3 2 0 16,0 0 0-16,-3 1 0 0,6-1 0 0,0 1 0 0,0-1 0 16,3-2 0-16,0-3 0 0,3 3-9 0,-3-5-9 0,6-1-2 15,-3-2 0-15,6-3 0 16,-3 1-12-16,0-4-4 0,2-2 0 0,4 0 0 16,-3-3-3-16,6-2-1 0,0-3 0 0,0 0 0 0,3 0 40 15,0-3 16-15,-1-2 0 0,4 0-1 0,0-3-15 16,0-3 0-16,-3 1 0 0,5-4 0 0,-5 1-12 15,0 0-1-15,-3 0-1 0,0-3 0 0,-3-3 62 0,0 1 13 16,-4-1 3-16,-2-2 0 0,0 0 0 0,0-6 0 0,-3 1 0 16,0-3 0-16,-3 2-52 0,0 1-12 0,-3-1 0 0,0 1 0 15,0 2 0-15,-3-2 0 0,-3 2 0 0,0 0 0 16,0 0 0-16,-3 3 0 0,-3 0 0 0,1-3 0 16,-1 3 39-16,-6 2 5 0,0 1 0 0,0 2 1 15,-3 0-45-15,-3 3 0 0,1 0-12 0,-4 5 2 16,3 0-32-16,-3 5-6 0,3 1-2 15,1 4 0-15,2 1-51 0,0 2-11 0,3 0-1 16</inkml:trace>
  <inkml:trace contextRef="#ctx0" brushRef="#br0" timeOffset="93431.369">14159 13159 1579 0,'0'0'32'0,"0"0"10"0,0 0-34 0,0 0-8 0,0 0 0 0,0 0 0 16,0 0 94-16,0 0 17 0,0 0 3 0,0 0 1 15,0 5-25-15,-3 3-5 0,3-3-1 0,0 3 0 16,0 0-21-16,0 0-5 0,0 0-1 0,0 5 0 16,0-2 6-16,0-1 1 0,0 3 0 0,0 3 0 15,-3-2-52-15,3 1-12 0,0-1 0 0,0 4 0 16,0 1 0-16,0-1 0 0,0 3 0 0,0 1 0 16,-3 1 0-16,3 1 0 0,0 0 0 0,0 5 0 15,0-2 0-15,0 2 0 0,0 0 0 0,3 0 0 16,-3 0 54-16,0-3 8 0,3-2 2 0,-3 0 0 15,3 0-52-15,-3-3-12 0,0 0 0 0,0 0 0 16,0-2-16-16,0 2-7 0,-3-5-1 0,3 2 0 16,0-2 24-16,0 0 0 0,0 0 12 0,0 0-4 0,0-3-8 15,-3-2-12-15,3-1 2 0,0-2 1 0,0 0-11 0,0-2-1 0,0-6-1 16,0 0 0 0,0 0-46-16,0 0-10 0,0 0-2 0,6-6 0 15,0-2-89-15,3-5-19 0,-3 0-3 0</inkml:trace>
  <inkml:trace contextRef="#ctx0" brushRef="#br0" timeOffset="93818.72">14570 13235 1758 0,'-3'-8'36'0,"0"3"10"0,3-3-37 0,-3 3-9 0,0 2 0 0,0-2 0 15,3 5 98-15,-3-3 18 0,3 3 3 0,0 0 1 16,-3-5-33-16,3 5-7 0,0 0 0 0,0 0-1 15,0 0-19-15,0 0-3 0,0 0-1 0,0 0 0 16,-6 5-30-16,3 3-6 0,3-8-2 0,-3 8 0 16,0 0 33-16,3 0 6 0,0 0 2 0,0 3 0 15,0-1-43-15,0 1-16 0,3-1 11 0,-3 1-11 16,3 2 0-16,-3 0 0 0,3-2 0 0,0 5 0 16,0-3 44-16,-3 6 2 0,3-4 1 0,0 4 0 15,0-1-32-15,-3 1-7 0,0 2 0 0,3 0-8 16,-3 3 10-16,0 3-10 0,3-1 8 0,0 3-8 15,-3-2 8-15,3-1-8 0,0 1 8 0,0-1-8 16,-3-5 0-16,3 3 8 0,0-6-8 0,-3 4 0 16,0-4 0-16,3 1 0 0,-3-1 0 0,0 1 0 0,3-1 0 15,-3-2 0-15,0 3 0 0,-3-3 0 16,3-3 0-16,0 0 0 0,3 0 0 0,-3-5 0 16,0 0 0-16,3 0 0 0,-3-3 0 0,0-5 0 15,0 0-148-15,6 3-36 0,-6-3-6 0,3 0-2 16,3-3-51-16,-3-2-10 0</inkml:trace>
  <inkml:trace contextRef="#ctx0" brushRef="#br0" timeOffset="94484.479">14874 13918 1824 0,'-6'0'38'0,"6"0"8"0,-6-3-37 0,6 3-9 16,-3-5 0-16,0 2 0 0,3-2 82 0,0 0 14 0,0-1 4 0,3 1 0 31,0 0-33-31,0-3-7 0,3 3 0 0,0-1-1 0,-1 1-11 0,4-3-3 0,-3 3 0 16,3 0 0-16,0-1-4 0,3 1-1 0,-3 0 0 16,0-1 0-1,3 1-13-15,-3 2-3 0,3 1-1 0,0-1 0 16,-3 3-23-16,2 0-13 0,1 0 1 0,0 0 1 15,-3 0 30-15,0 3 5 0,3-1 2 0,-3 4 0 0,-3-1-18 0,3 0-8 16,-3 1 0-16,0 2 8 0,-3 2-8 0,0 1 0 16,0-1 0-16,-3 6 8 0,-3-3-31 15,0 6-6-15,0 2-2 0,-6 0 0 16,0 0-13-16,0 3-2 0,-3 0-1 0,0 0 0 16,0-3 9-16,0 0 2 0,0 0 0 0,1 1 0 0,-1-1 16 0,-3-3 3 0,3 1 1 0,0 2 0 15,0-5 16-15,0 2 0 0,0-2 0 0,0 3 0 16,0-3 0-16,3-1 0 0,1-1 8 0,-1-1-8 15,6 0 25-15,0 0-1 0,0-2 0 0,3 0 0 16,3-3 9-16,3-1 2 0,0-1 0 0,5 2 0 16,-2-3-5-16,3-2-1 0,0 2 0 0,3-2 0 15,0-1-2-15,3-2-1 0,0 0 0 0,3 0 0 16,-1 0-37-16,4-2-7 0,0-1-2 0,0 3 0 16,0-3 41-16,-4 3 8 0,1 0 2 0,3 0 0 15,-3 0-23-15,-3 0-8 0,3 3 0 0,-3-3 9 16,-4 0-9-16,1 3 0 0,3-1 9 0,-6 1-9 15,3-3-14-15,-3 0-7 0,0 3-2 0,-3-3 0 16,0 2-161-16,-3-2-32 0</inkml:trace>
  <inkml:trace contextRef="#ctx0" brushRef="#br0" timeOffset="100936.789">23035 8568 1326 0,'0'0'56'0,"0"0"-45"32,0 0 69-32,0 0 15 0,0 0 2 0,0 0 1 0,0 0-15 0,-6-3-3 0,1 0-1 0,-1 1 0 15,-3-1-26-15,0 3-5 0,0-2 0 0,-3-1-1 16,0 0-7-16,-3 1 0 0,0-4-1 0,-3 6 0 15,-3-2-6-15,4 2-1 0,-7-3 0 0,3 3 0 16,0-3-4-16,-3 3-2 0,1 0 0 0,-1 0 0 16,3 0-7-16,-3 0-2 0,3 0 0 0,0 0 0 15,-2 0-3-15,-1 0-1 0,-3-2 0 0,-3-1 0 16,0 3-13-16,1-3 9 0,-4 1-9 0,0-1 8 16,0 0 20-16,1 1 3 15,2-1 1-15,-3 1 0 0,0-1-32 0,1 0 0 0,-4 1 0 0,0-4 0 16,1 4 0-16,-4-1 0 0,0 3 0 15,-3-3 0-15,7 1 0 0,2-1 0 0,0 3 0 0,-2 0 0 16,-1-3 0-16,3 3 0 0,-3-2 0 0,-2 2 0 16,2-3 0-16,0 3 0 0,-2 0 0 0,2 0 0 15,3 0 0-15,-3 0 0 0,7 0 0 0,-7 0 0 16,0 0 0-16,-3 0 0 0,1 0 0 0,-4 0 0 16,0 0 0-16,1 0 0 0,-1 0 0 0,-3 0 0 15,4 3 0-15,-4-3 0 0,3 2-13 0,-5-2 4 16,-1 3 9-16,1-3 11 0,-1 3-3 0,-6-1 0 15,10 1-8-15,-1-3 0 0,0 3 0 0,-2-1 0 16,2 1 0-16,-2 0-11 0,-1-1 3 0,0 4 0 16,4-6 8-16,2 2 11 0,0 1-3 0,1-1 0 15,-1-2-8-15,-3 3-11 0,4-3 3 0,-7 3 0 0,9-3 8 16,1 2 11-16,-1-2-3 0,0 0 0 0,3 0-8 0,-2 0 0 16,2 0 0-16,-3 0 0 15,1-2 0-15,2 2-11 0,-6 0 3 0,4 0 0 16,5 0 8-16,-3 0 11 0,3 0-3 0,1 0 0 0,-1 0-8 0,0 0-12 15,0-3 2-15,1 3 1 0,-1 0 9 16,0-3 0-16,0 3 0 0,1 0 0 16,2-2 0-16,3-1 12 0,0 3-2 0,4-2-1 0,-1 2-9 0,3 0-12 0,0-3 2 0,-3 0 1 15,0 1 9-15,1 2 0 0,-1-3 0 0,-3 0 0 16,0 1 0-16,3-1 0 0,-2 3 0 0,-1-3 0 16,0 3 0-16,3 0 12 0,3 0-2 0,-2-2-1 15,-1 2-9-15,3 0 0 0,3 0 0 0,-6 2 0 16,3-2 0-16,-5 3-12 0,2-3 2 0,-3 3 1 15,3-1 9-15,-6 1 0 0,4 0 0 0,-1-1 0 16,3 4 0-16,-3-4 0 0,3 3 0 0,1-2 0 16,2 2 0-16,0-2 0 0,0 2 0 0,3 3 0 15,0-2 0-15,-2-4 0 0,-1 6 0 0,0-3-8 16,0-2 8-16,0 2 0 0,0 1 0 0,1-1 0 16,-1 0 0-16,3 1 0 0,0 1 0 0,0 1 0 15,3 0 0-15,0 0 14 0,3 3-2 0,1 2 0 16,-1 0-12-16,6 1 0 0,-3 1 0 0,6 1 0 15,-3 0 0-15,6 0 0 0,-3 0 0 0,3 2 0 16,3-2 0-16,0 0 0 0,0 0 0 0,3-3 0 16,0 3 0-16,3-3 0 0,0 3 0 0,-1 0 0 15,4-5 0-15,0 2 0 0,0 0 0 0,3 3 0 16,-3-5 0-16,0 5 0 0,3-3 0 0,0 0 0 16,0 3-26-16,-1-3-8 0,1 3-2 0,0 0 0 15,-3-3 25-15,3 0 11 0,0 1-10 0,0 1 10 0,0-4-24 16,0 2 0-16,2 1 1 0,-2-4 0 0,6 1 23 0,-3-1 0 0,6-2 0 15,0 3 0-15,-1-3 0 0,4-3 0 0,3 0 0 16,0 3 0-16,-3-2 9 0,2-4 7 16,1 6 0-16,0-3 1 0,0 1-17 0,-1-4 0 0,-2 6 8 15,3-2-8-15,3-4-12 0,2 4-5 0,4-4-2 0,0 1 0 16,-1-1 27-16,-2 4 4 0,3-6 2 16,0 2 0-16,-1 4-22 15,1-4-5-15,0 1-1 0,2 0 0 0,1-1 14 0,3 1 0 16,2 0 0-16,-2-3 0 0,0 2 0 15,-4-2 0-15,-2 0 0 0,6 0 0 0,-1 0 8 0,4 0 5 0,2 0 1 16,1 0 0-16,-3 0-22 0,-7 0-5 0,4 0-1 0,3 0 0 16,-1 0 14-16,4-2 0 0,2 2 0 0,1 0 0 15,0-3 0-15,-7 3 0 0,4-3 0 0,2 1 0 16,1 2 0-16,3-3 0 0,-1 0 0 0,4 3 0 16,-4 0 0-16,-2-2 0 0,-4 2 0 0,7-3 0 15,-4 0 9-15,4 1 5 0,3 2 1 0,-1-3 0 16,-2 0-24-16,-1 1-5 0,1 2-1 0,2-3 0 15,-5 1 24-15,-1 2 5 0,4 0 1 0,0-3 0 16,-1 3-24-16,1-3-5 0,-1 3-1 0,4 0 0 16,-7-2 26-16,-2 2 5 0,0-3 0 0,5 3 1 15,-5-3-17-15,2 1 0 0,4 2 0 0,-1-3 0 16,-5 0 0-16,-3 3 0 0,-1-2 0 0,4-1 0 16,-6 0 0-16,5 3 0 0,-2-2 0 0,2-1 0 15,-5 0 8-15,-3-2-8 0,-1 3 0 0,1-4 0 16,0 4 0-16,-4-4 0 0,1 4 0 0,0-4 0 15,-4 1 8-15,1 0-8 0,0-1 0 0,-3 1 0 16,-4-3 0-16,1 3 8 0,-3-3-8 0,-3 0 0 16,-3 3 13-16,-1-3-4 0,-2 0-1 0,0 0 0 15,0 0 1-15,-3 0 0 0,3 0 0 0,0-2 0 0,-3-1-1 0,-1 3 0 0,1 0 0 16,0-2 0-16,0 2 1 0,-3-3 0 0,0 0 0 0,3 1 0 16,-3 2 5-16,0-3 1 0,-1 1 0 0,-2-1 0 15,3 3 5-15,-3-2 2 0,0-1 0 16,-3 0 0-16,3 1-4 0,-3-3-1 0,0 2 0 0,-3-2 0 15,0 0 1-15,0-1 0 0,-3 1 0 0,0 0 0 16,-3 0 0-16,0-1 0 0,-3 1 0 0,-3-3 0 16,-3 0-4-16,-3 3-1 0,-3-5 0 0,-5 2 0 15,-7 3-13-15,-3-3 11 0,0 3-11 0,-11-3 10 16,-7 2-10-16,-2-1 0 0,-10 1 0 0,-11-2 0 16,-1 3-28-16,-8 0-8 0,-9 0-2 15</inkml:trace>
</inkml:ink>
</file>

<file path=ppt/ink/ink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2:56:14.855"/>
    </inkml:context>
    <inkml:brush xml:id="br0">
      <inkml:brushProperty name="width" value="0.05292" units="cm"/>
      <inkml:brushProperty name="height" value="0.05292" units="cm"/>
      <inkml:brushProperty name="color" value="#0070C0"/>
    </inkml:brush>
  </inkml:definitions>
  <inkml:trace contextRef="#ctx0" brushRef="#br0">9587 7435 1094 0,'0'0'51'0,"0"0"-51"0,0 0 0 0,0 0 0 0,0 0 0 15,0 0 56-15,0 0 7 0,0 0 1 0,0 0 0 16,-6 3-1-16,0 0 0 0,0 2 0 0,0 3 0 16,0 0-39-16,0 0-8 0,0 5-2 0,0-3 0 15,-2 4 0-15,2 2 0 0,0-1 0 0,-3 1 0 16,0 3-6-16,0-3-8 0,0 2 11 0,0 1-11 15,0-1 8-15,0 1-8 0,0 2 0 0,0 0 0 16,0 0 0-16,3 0 0 0,-3 3 0 0,3 0 0 16,1 0 0-16,-1 2 0 0,0-2 0 0,3 3 0 15,0-4 0-15,0-1 0 0,3-4 10 0,-3 1-10 16,3-1-24-16,0-2-11 0,0-3-1 16,0 3-1-16,0-5 37 0,0-1 0 0,0 1 0 0,0 0 0 0,3-4 0 0,-3 1 0 15,3 0 0-15,0-2 0 0,-3-1 0 0,3 0 0 16,-3-5 0-16,3 6 0 0,3-4 0 0,-6-2 16 0,3 5 0 15,2-2-1-15,1 0-15 0,-3-1 0 0,3 1 0 0,0 0 0 16,0-1 0-16,3 1 0 16,-3-3 0-16,0 0 0 0,3 3-9 0,3-3-5 15,0 0-1-15,0 0 0 0,0-3 32 0,0 3 7 0,-1 0 0 0,1-3 1 16,3 3-15-16,-3-2-10 0,6 2 12 0,-6 0-12 16,3-3 33-16,0 3 0 0,-3-3 0 0,0 3 0 15,2 0-41-15,-2-2-9 0,3-1-2 0,-3 0 0 16,3 3 19-16,0-2 0 0,0-1 0 0,0 1 0 15,3 2 0-15,-1 0 0 0,1-3 0 0,3 3 0 16,0 0 0-16,0-3 0 0,6 3 0 0,-4 0 0 16,1 0 0-16,0 0 0 0,3 0 0 0,-3-2 0 15,-1 2 0-15,-2-3 0 0,3 3 0 0,0-3 0 16,0 1 12-16,2-1 5 0,1 0 2 0,6 3 0 16,-3-2-19-16,0 2 0 0,5 0-13 0,-2-3 5 15,-3 3 8-15,-3-3 9 0,2 3-1 0,-2 0-8 16,0 0 0-16,3 0 0 0,-4 0 0 0,4 0 0 15,0 0 23-15,3 0-3 0,-1 0 0 0,1 0 0 16,0 0-10-16,-6 0-2 0,2-2-8 0,-2 2 12 0,0 0 0 16,-3-3-1-16,-3 0 0 0,5 3 0 15,-2-2 12-15,0-1 2 0,3 1 1 0,0 2 0 16,-1-3-26-16,1 0-12 0,0 1 0 0,0 2 1 0,3 0 11 16,-7-3 8-16,1 0-8 0,0 3 11 0,-3 0-11 15,-3-2 0-15,3 2 0 0,-4 0 0 0,1-3 0 0,0 3 8 16,0 0-8-16,3 0 8 0,-3 0-8 0,3 0 0 0,-4 0 0 15,4 0 0-15,0-3 0 0,0 3 0 0,0 0 0 0,0 0 0 16,-1 0 0-16,1 0 0 0,0-2 0 0,-3 4 0 16,0-2 0-16,0 0 0 0,-3 3 0 15,2-3 0-15,-2 0 0 0,0 0 0 0,0 0 0 16,3 3 0-16,0-3 0 0,-3 0 0 0,6 0 0 0,-4 0 0 16,1 2-9-16,3-2 9 0,-3 0-12 0,3 0 12 15,0 0 0-15,-1 3 8 0,-2-3 0 0,3 0 1 16,-3 0-9-16,0 0 0 0,0 0 0 0,-1450-3 0 15,2893 3 0-15,-1446 0 0 0,-3-2 0 0,3 2 0 16,0 0 0-16,-3-3 0 0,0 0 0 0,0 3 0 16,0 0 0-16,0-2 0 0,2 2-10 0,-2 0 10 15,3-3-9-15,-3 0 9 0,3 3-8 0,-3-2 8 16,0 2 0-16,3 0 0 0,-3-3 0 0,0 0 0 16,-1 3 0-16,1 0 0 0,0-2 0 0,0-1 0 15,-3 3 0-15,3-2 0 0,-3-1 0 0,0 3 0 16,0-3 0-16,0 1 0 0,0 2 0 0,0-3 0 15,0 0 0-15,-4 1 0 0,4 2 0 0,-3-3 8 16,0 0-8-16,0 1 0 0,-3 2 0 0,3-6 0 0,0 4 0 16,-3-1 0-16,0 0 0 0,3 1 0 15,-3-1 0-15,0 1 0 0,3-4 0 0,-3 4 8 0,0-1-8 0,0 0 0 0,0-2 0 16,3 0 8-16,-3-1 6 0,0 1 2 0,0 0 0 0,0-3 0 16,-3 3 22-16,3-6 5 0,0 3 1 0,-3-2 0 15,3-4 4-15,0 1 2 0,-3 0 0 0,3-3 0 16,0 3-13-16,0-3-2 0,0 0-1 0,0 0 0 15,-1 0-11-15,1 0-3 0,0-2 0 0,0 2 0 16,0 0-1 0,0 0-1-16,0 0 0 0,-3-2 0 0,3 2-6 15,-3-3 0-15,3 4-1 0,-3-4 0 0,0 3-11 0,3-2 12 0,-3 2-12 0,0 0 12 16,0-3-12-16,0 3 0 0,-3 1 9 0,3 1-9 16,-3 1 8-16,0 0-8 0,0 2 8 0,0 1-8 15,0-1 0-15,-3 3 9 0,3 0-9 0,-2 3 0 16,2 0 9-16,-3 2-9 0,0-2 0 0,-3 2 9 15,3 0-9-15,-3 1 0 0,0-1 0 0,0 1 0 16,0 2 0-16,-3 0 0 0,0-3 0 0,0 3 0 16,-3 0 0-16,4 0 0 0,-4-3 0 0,-3 3 0 15,0 0 0-15,0 0 0 0,0 0 0 0,0 0 0 16,-2 3-10-16,2 0 10 0,-3-3 0 0,3 2-9 16,-3 3 9-16,3-2 0 0,-3 0-9 0,4 2 9 15,2-2 0-15,-3-1 0 0,3-2 0 0,0 3 0 16,-3 0 0-16,3-3 0 0,-3-3 0 0,4 3 0 15,-4-3-9-15,3 3 9 0,0-2 0 0,-3-1 0 16,3 0 0-16,0 3 0 0,0-2 0 0,1-1 0 16,-1 0 0-16,0 3 0 0,0-2 0 0,-3-1 0 15,3 1-12-15,-3-1 4 0,3 0 8 0,-2 1-13 16,-1-1 13-16,3 0 0 0,-3 1 0 0,0-1 0 16,0 0 0-16,-3-2 0 0,1 2 0 0,-1-2 0 15,-3 2 0-15,3-2 0 0,-3 3 0 0,0-1 0 0,1 0 0 0,-1 1 0 16,0-1 0-16,-3 3 0 0,6-3 0 0,-2 3 0 15,2 0 0-15,0 3 0 0,0-3 0 0,0 3 0 0,3-3 0 0,1 0 0 16,-1 2 0-16,-3-2 0 0,0 0 0 0,0 0 0 16,0 0 0-16,3 0 0 0,-2 0 0 15,-1 3 0-15,3-3 0 0,0 0 0 16,0 0 0-16,0 0 0 0,-2 0 0 0,5 0 0 0,-3 0 0 0,0 3 0 16,3-3 0-16,0 0 0 0,0 0 0 0,-3 0 0 15,4 0 0-15,-1 0 0 0,0 0 0 16,0 0 0-16,0 0 0 0,-3-3 0 0,-3 3 0 0,0-3 0 15,1 3-28-15,-4 0-4 16,0-2 0-16,0 2 0 0,3-3 24 0,-2 3 8 0,2 0 0 0,-3 0-9 16,3 0 35-16,0 0 7 0,3 3 2 0,0-3 0 31,-2 0-56-31,2 0-11 0,0 0-3 0,-3 0 0 0,0 0 35 0,0 0 0 0,-2 0 0 0,2 0 0 16,-3 0 0-16,0 0 0 0,0 0 0 0,4 0 0 15,-1 0 21-15,0 0 11 0,0 0 3 0,0 0 0 16,3 0-35-16,0 0 0 0,4 2 0 0,-4-2 0 15,3 0 0-15,0 0 0 0,0 0 0 0,0 0 0 16,0 3-22-16,0-3-11 0,-2 0-3 0,2 3 0 16,-3-3 36-16,3 0 0 0,-3 0 0 0,3 0 0 15,-3 2 0-15,3-2 0 0,1 3 0 0,-4-1 0 0,3-2 22 16,0 3 11-16,3 2 3 0,0-2 0 0,-3 0-36 16,3 2 0-16,0-2 0 0,1 2 0 15,-1-2-44-15,3 2-16 0,0-2-4 0,0 2 0 0,0-3 52 0,3 4 12 16,-3-1 0-16,3 0 0 0,0-2 0 0,-3 2 0 0,3 1 0 0,0-4 0 15,-3 4 0-15,0-4 0 0,3 1 0 0,-2 2 0 16,-1-2 18-16,-3-1 6 16,3 1 2-16,-3 0 0 0,0-1-26 0,0 4 8 15,0-6-8-15,0 2 0 0,-3 4 0 0,3-4 0 0,1 1 0 16,-4-1 0-16,3 4 0 0,3-4 0 0,-3 1 0 0,0 0 0 16,3-1 0-16,0 4 0 0,0-4 0 0,3 1 0 15,0 0 0-15,0-3 0 0,3 2 0 0,3-2 0 31,-3 3-17-31,3-3-9 0,0 0-2 0,0 0 0 0,0 0 28 0,0 0 0 0,0 0 0 0,0 0 0 16,0 0-125-16,0 0-20 0,0 0-4 0</inkml:trace>
  <inkml:trace contextRef="#ctx0" brushRef="#br0" timeOffset="4831.311">19615 2493 2200 0,'-15'-11'46'0,"9"11"10"0,-2-5-45 0,2 2-11 0,-3 3 0 0,0 0 0 15,0 0 71-15,-3 0 12 0,-3 0 2 0,3 3 1 16,-3 2-12-16,-3 3-2 0,3 0-1 0,-2 5 0 16,-1 3-57-16,0 0-14 0,0 5 0 0,0 3 0 15,0 2 46-15,0-2 6 0,1 5 2 0,-1 0 0 16,3-5-35-16,0 3-7 0,0-1-2 0,3 0 0 15,6 4-10-15,0-7 0 0,0 6 9 0,6 1-9 16,3-1 0-16,3 0 0 0,0-3 0 0,6 1 0 16,3-3 0-16,0-6 0 0,3 1 0 15,3-4-8-15,-1-4 8 0,4-3 0 0,0-5 0 0,3-3 0 16,3-3 0-16,-1-5 0 0,7-3 0 0,0 1 0 16,-1-6 0-16,-2-5 0 0,0 0 0 0,-3 0 0 15,-6-3 33-15,-1 0 6 0,-2 3 1 0,-3-6 0 16,-3 3-10-16,-3 1-2 0,-3-4 0 0,-3 1 0 15,-3-1-5-15,0-2-2 0,-3-3 0 0,-3 3 0 16,-3-5-37-16,0 2-7 0,-3 3-1 0,0-3-1 16,-6 11 51-16,0 0 10 0,-3-3 3 0,0 6 0 15,-2 2-39-15,-4 8 0 0,0-5-14 0,-6 5 4 16,6 0-15-16,-2 2-3 0,-1 4-1 0,3 2 0 16,3 0-24-16,0 2-5 0,6 1-1 0,1 5 0 15,-1 0-162-15,3 0-33 0</inkml:trace>
  <inkml:trace contextRef="#ctx0" brushRef="#br0" timeOffset="5257.056">20604 2511 2229 0,'8'-11'46'0,"-8"11"12"0,0 0-46 0,0 0-12 0,0 0 0 0,0 0 0 16,-6-2 87-16,4 2 15 0,-4-5 3 0,-3 5 1 15,0 0-54-15,-3 5-12 0,0-3-1 0,-3 9-1 16,0-3-13-16,-3 3-2 0,-3 2-1 0,-2 8 0 16,2 0-7-16,-3 0-2 0,0 6 0 0,0-1 0 15,1 3 17-15,2-5 3 0,3 5 1 0,3 0 0 16,3-7-34-16,0 1 0 0,3 1 0 0,6 3 0 16,0-6-44-16,6 3-16 0,3-1-4 0,6 1 0 15,0-3 52-15,6 1 12 0,3-1 0 0,3-8 0 16,5-5 0-16,1 0 0 0,3 0 0 0,0-8 0 15,2 0 48-15,1 0 13 0,0-8 3 0,2 0 0 16,1 0-52-16,6-5-12 0,-1-3 0 0,1 0 0 16,-6 3 54-16,-4-6 8 0,-2 3 2 0,3-2 0 15,-6-1-52-15,-4 1-12 0,1-1 0 0,-3-2 0 16,-6 3 0-16,0-9 0 0,0 3 0 0,-6 0 0 0,-1-5 32 0,-5 0 4 16,-3 0 1-16,-3-5 0 15,-6 5-21-15,-2 2-5 0,-1 1-1 0,-6 2 0 0,-3 3 6 16,0 5 0-16,-3 3 1 0,-6-1 0 15,1 4-52-15,-4 2-10 0,-6-5-3 0,0 5 0 16,-2 8-76-16,-1-6-16 0,0 6-4 0</inkml:trace>
  <inkml:trace contextRef="#ctx0" brushRef="#br0" timeOffset="5721.631">21937 2183 2067 0,'0'0'87'15,"0"0"-70"1,0 0 38-16,-3 5 7 0,3-5 2 0,-6 8 0 0,3 0 0 16,0 0 0-16,0 5 0 0,0 1 0 15,3 1 0-15,-3 1 0 0,3 0 0 0,-3 5 0 0,3 0-52 0,0 1-12 0,0-1 0 0,0 3 0 16,0-1 54-16,3 7 8 0,-3-1 2 0,0 5 0 15,0 3-52-15,0 0-12 0,0 0 0 0,0 0 0 16,0 0 0 0,0-5 0-16,-3-3 0 0,3 6 0 0,-3-6 0 15,0 0 0-15,0 5 0 0,0 1 0 0,-3-6 0 0,3 0 0 16,0 3 0-16,0 2 0 0,0-13 0 0,1 6 0 16,-1-6 0-16,0 0 0 15,0 0-79-15,3-8-18 0,0 3-4 0,-3-3-1 0,3-5-144 16</inkml:trace>
  <inkml:trace contextRef="#ctx0" brushRef="#br0" timeOffset="6170.223">22515 2463 2310 0,'-6'-2'48'0,"0"2"11"0,-3-6-47 0,0 6-12 0,3-2 0 0,-3 2 0 15,-3 2 53-15,0 4 9 0,0-6 2 0,-3 8 0 0,0 0 0 0,0 5 0 16,-2-3 0-16,-1 9 0 0,3 2-52 0,0-2-12 0,0 7 0 0,0 3 0 16,3-5 0-16,0 0 0 0,3 2 0 0,1-2 0 15,2 0 0-15,0 2 0 16,3-4 0-16,0 1 0 0,3-1 0 0,0-1 0 15,3 3 0-15,0-1 0 0,3-1 0 16,0-1 0-16,0 3 0 0,5-3 0 0,1 0 0 0,3-5 0 16,3 0 0-16,0-3 0 0,3 0 0 0,0-5 0 0,2 0 0 15,1-5 0-15,-3-3 0 0,3 0 0 0,0 0 0 16,0-3 0-16,-4-2 0 0,1-3 0 0,-3 0 0 16,0-5 0-16,0 2 54 0,0-8 8 0,-1-2 2 0,1 3 0 15,0-6-17-15,-3 3-3 0,3 0-1 0,-3-3 0 16,-3 3-18-16,0-1-3 0,-3 7-1 0,-3-7 0 15,-1-4-7-15,-5 7-2 0,3-7 0 0,-9 0 0 16,1-1-12-16,-4 3 9 0,-6-5-9 16,0 0 8-16,-3 5-19 0,-3 3-4 0,0 0-1 0,-5 5 0 15,-1-3-89-15,-6 4-19 16,-3-1-3-16</inkml:trace>
  <inkml:trace contextRef="#ctx0" brushRef="#br0" timeOffset="6957.346">22759 2003 1545 0,'0'0'32'0,"0"0"8"0,-6-5-32 0,0 2-8 0,0 3 0 0,-3 0 0 16,3-5 84-16,-3 5 14 0,-3-3 3 0,0 3 1 15,0-5-32-15,0 5-6 0,-3 0-2 0,1-3 0 16,-4 3-20-16,0 0-4 0,-3 0-1 0,-3-5 0 16,0 5-9-16,-2 0-1 0,-1 0-1 0,-6-5 0 15,3 5-10-15,-2 0-1 0,-4 0-1 0,0 5 0 16,-3-5-4-16,4 0-1 0,-1 0 0 0,-6 0 0 15,1 0-9-15,-4 0 10 0,0 0-10 0,-2 0 10 16,2 0 0-16,-3 0 0 0,4 5 0 0,-4-5 0 16,0 0-10-16,1 0 0 0,-1 0 0 0,1 0 0 15,2 0 0-15,0 0 0 0,1 0 0 0,-4 3 0 16,3-3 0-16,-2 0 0 0,-4-3-12 0,1 3 12 16,2 0 0-16,0 0 0 0,1 3 0 0,-1-3 8 0,0 0-8 15,1 0 10-15,-4 0-10 0,1 0 10 0,2 5-10 16,0-5 0-16,4 3 0 0,-7 2-11 15,6-5 11-15,1 0 8 0,-1 0-8 0,-2 3 11 0,2-3-11 16,3 5 0-16,1-5-12 0,-1 3 12 0,3-1 0 16,3 1 0-16,1-3 0 0,-1 5 0 0,3-5 0 15,1 0 0-15,-1 0 0 0,-3 0 0 0,3 0 0 0,4 0 0 0,-4 3 0 16,0-3 0-16,6 5 0 0,0-5 0 0,1 0 0 0,-1 0 0 16,0 0 0-16,0 0 0 0,1 0 0 0,-1 0 0 15,0 0 0-15,-3-5 0 0,3 5 0 0,1 0 0 16,2 0 0-16,0 0 0 0,0-3 0 0,3 6 0 15,1-3 13-15,2 0 11 0,-3 5 1 0,6-5 1 16,-3 0-26-16,3 0 0 0,0 0 0 0,0 0 0 16,1 0 0-16,-1 0 0 0,3 0 0 15,0 0 0-15,0 0-20 0,3 0-4 0,0 0 0 16,0 0 0-16,0 0 15 0,3 0 9 0,3 0-12 0,-3 0 12 16,6 0-156-1,0 0-24-15,0 0-4 0</inkml:trace>
  <inkml:trace contextRef="#ctx0" brushRef="#br0" timeOffset="7464.397">19624 1781 1579 0,'-3'-8'32'0,"0"3"10"0,0 2-34 15,0-2-8-15,0-1 0 0,-3 4 0 0,6 2 104 0,-3-6 20 0,-3 4 3 0,0-4 1 16,4 4-59-16,-1 2-11 0,-3-6-2 0,3 6-1 16,3 0 14-16,-6-5 3 0,0 3 1 0,0 2 0 15,0 0-58-15,3-6-15 0,3 6 0 0,-9 0 0 16,0 0 54-16,0 6 8 0,0-6 2 15,0 2 0-15,0 3-52 0,-3 1-12 0,0-4 0 0,1 6 0 16,2 0 0-16,-3 3 0 0,-3-1 0 0,3 4 0 16,3-6 0-16,-3 5 0 15,3-3 0-15,-3 4 0 0,0-1 0 0,0-3-10 0,-2 4 2 0,2-1 0 16,-3-2 8-16,3-1 0 0,0 6 0 0,0-8 0 16,3 0 0-16,-3 0 11 0,3 0-3 0,0 0 0 15,0 0-8-15,3-3 0 0,3 0 0 0,0 3 0 16,1 0 0-16,2-5 0 0,2 2 0 0,-2 0 0 15,6 3 0-15,0 0 0 0,0 0 0 0,3 0 0 16,3-3 0-16,-3 6 0 0,3 2 0 0,0-5 0 16,0 5 53-16,0-2 9 0,3 2 2 0,-3 0 0 15,2 3-64-15,-2-3-21 0,0 3 0 0,3-2 0 16,-3 1 33-16,3-4 8 0,0 2 0 0,0 3 1 16,0-3-68-16,-1 1-13 0,1-6-4 0,0 5 0 15,0-3-102-15,3 4-21 0,-3-6-4 0</inkml:trace>
  <inkml:trace contextRef="#ctx0" brushRef="#br0" timeOffset="9336.625">22696 4101 850 0,'0'0'17'0,"0"0"6"0,-3-2-23 0,0-6 0 0,3 8 0 0,-6-6 0 15,3 1 56-15,0 0 6 0,0 2 2 0,0 1 0 16,3 2-52-16,-3-8-12 0,3 2 0 0,-3 1 0 16,3 0 0-16,-3-1 0 0,3 1 0 0</inkml:trace>
  <inkml:trace contextRef="#ctx0" brushRef="#br0" timeOffset="9936.278">22654 3948 1192 0,'0'0'24'0,"0"0"8"0,0 0-32 0,0 0 0 0,0 0 0 0,0 0 0 16,0 0 88-16,0 0 11 0,0 0 2 0,0 0 1 15,-3-5 21-15,3 5 4 0,0 0 1 0,0 0 0 16,-6-3-65-16,6 3-13 0,0 0-2 0,0 0-1 15,-5 3-24-15,-1-1-5 0,0 3-1 0,0 3 0 16,0 0 26-16,0 0 5 0,-3 6 0 0,0-1 1 16,3 3-30-16,-3 0-7 0,0-1 0 0,-3 7-1 15,3-7-11-15,0 7 8 0,0-1-8 0,3-3 8 16,-2 9 4-16,2-6 0 0,3 3 0 0,-3 5 0 16,6-11-12-16,-3 4 0 0,3-1 0 0,3-3 0 15,0 1 0-15,3-3-17 0,0 2 4 0,-1-7 1 16,1 2 12-16,6 0 16 0,-3-2-3 0,3-3-1 15,0 2-4-15,0-7-8 0,3 2 11 0,0-2-11 16,0-3 44-16,-1 0 1 0,1 0 1 0,3-3 0 16,-3-2-37-16,3 2-9 0,0-5 0 0,-3 3 0 15,0-3 63-15,-1 3 10 0,1-3 3 0,-3-3 0 0,0 3-22 0,0-2-4 16,-3-3-1-16,0-1 0 0,-3 1-11 16,0-3-2-16,-3-2-1 0,0-1 0 0,0 1-11 15,0-4-1-15,-3 1-1 0,0 3 0 0,-3-1-8 0,-3 1-2 0,3-1 0 0,-6 3 0 16,3 6-12-16,-3-6 11 0,0 3-11 15,-3 2 10-15,0 0-10 16,3 4 0-16,-3-1 0 0,1-3 0 16,-1 3 0-16,0 3 0 0,0 0 0 0,-3-1 0 15,0 4-30-15,0-4-2 0,3 4 0 0,-3 4 0 16,1 4-145-16,-4-4-30 0,3 4-5 0</inkml:trace>
  <inkml:trace contextRef="#ctx0" brushRef="#br0" timeOffset="12288.385">21907 3884 1337 0,'0'0'56'15,"0"0"-44"-15,0 0 144 16,0 0 28-16,-3 0 7 0,3 0 1 16,0 0-84-16,0 0-16 0,0 0-3 0,0 0-1 15,0 0-15-15,0 0-3 0,0 0-1 0,-3 3 0 16,0 2-22-16,0 3-5 0,3 3-1 0,-3-1 0 0,3 4-10 15,0-1-3-15,0 0 0 0,0 3 0 16,3 2-3-16,-3 1-1 0,0 0 0 0,0-1 0 16,0 3-11-16,0 6-2 0,0-9-1 0,0 9 0 0,0-4-10 15,-3 1 8-15,3 3-8 0,0-3 8 0,0-1-8 0,-3-1 0 16,3-1 9-16,0-3-9 0,0-2 8 0,0 0-8 0,0-3 8 0,0 3-8 16,0-5 0-16,-3-1 0 0,3 1 0 0,0-1 8 15,0-2-8-15,0 0 0 0,0 0 0 0,0-2 0 16,0-6-9-16,0 5-7 0,0-5 0 0,0 0-1 15,0 0 17-15,0 0 0 0,3 2 0 0,-3-2 0 16,0 0-208 0,6 3-39-16,0-3-7 0</inkml:trace>
  <inkml:trace contextRef="#ctx0" brushRef="#br0" timeOffset="13716.728">20862 3826 1630 0,'3'-5'68'16,"-3"2"-54"-1,0-5 126-15,0 8 26 0,0-5 5 0,0 5 1 16,0 0-49-16,0 0-10 0,0 0-1 0,0 0-1 16,0 0-40-16,0 0-8 0,0 0-2 0,0 0 0 15,0 13-27-15,-3-5-6 0,1 8 0 0,-1 5-1 16,3-5-11-16,-3 5-3 0,0 0 0 0,3 3 0 16,-3 0-5-16,3-3 0 0,0 3-8 0,0 2 12 15,0 4-12-15,0-7 8 0,0 4-8 0,0 2 0 0,0-3 8 16,0 3-8-16,0-2 0 0,0 2 0 0,0-8 0 15,0 3 0-15,0-5 0 0,-3-1 0 0,3-5 0 16,0 3 8-16,0 0-8 0,-3-5 0 16,3 2 0-16,0-5 0 0,0 2 0 0,0-2 0 0,-3 0-20 15,3 0-4-15,0-5-1 0,0-3 0 16,0 5-109-16,0-5-22 0,0 0-4 0,0 0 0 16,0 0-51-16,0 0-9 0</inkml:trace>
  <inkml:trace contextRef="#ctx0" brushRef="#br0" timeOffset="14360.814">19538 3950 1758 0,'0'0'36'0,"3"-5"10"0,-3 0-37 0,0 5-9 0,3-5 0 0,-3 2 0 16,3 0 133-16,-3 3 25 0,3-5 5 0,-3 5 1 15,0 0-47-15,3-3-9 0,-3 3-1 0,0 0-1 16,0 0-35-16,0 0-7 0,3 0-2 0,-3 0 0 16,6 3-22-16,0 2-4 0,-3 1 0 0,3 2-1 15,-3 7-8-15,0-4-2 0,2 2 0 0,-2 3 0 16,-3 3-8-16,3-1-1 0,-3 9-1 0,3-6 0 15,-3 5-15-15,0 6 11 0,-3 0-11 0,3 5 10 16,0-8-10-16,-3 0 0 0,3-3 0 0,-3 4 8 16,3-4-8-16,0-7 0 0,-2 2 0 0,2 0 0 15,0-3 0-15,-3-2 0 0,3 0 8 0,0 0-8 16,0-3-10-16,0 0-4 0,0 3-1 0,3-5 0 16,-3 0 15-16,2-1 0 0,-2 1 0 0,3-1 0 15,3-2-105-15,-3 0-19 0,3-3-3 0</inkml:trace>
  <inkml:trace contextRef="#ctx0" brushRef="#br0" timeOffset="16088.914">18960 7697 1364 0,'0'0'57'16,"0"0"-45"0,0 0 86-16,0 0 18 0,0 0 3 0,0 0 1 15,0 0-44-15,0 0-9 0,0 0-2 0,0 0 0 16,0 0-1-16,0 0 0 0,3 3 0 0,-3-3 0 15,6 5-51-15,-3-2-13 0,0 2 0 0,0 3 0 16,0 0 0-16,0 0-12 0,0 0 3 0,0 2 0 16,3 1 9-16,-3-3 0 0,3 3 0 0,-3-1-8 15,0-2 8-15,3 0-12 0,-3 0 12 0,0-3-12 0,3 1 4 16,-3-1 0-16,3-3 0 0,0 1 0 0,3-3 8 0,-3-3 0 0,3-2 0 16,0 0 0-16,2 0 11 0,4-6 4 15,0 3 1-15,0-5 0 0,0 2-6 0,3 1-1 0,0-1 0 16,3-2 0-16,-1 0 44 0,-2-1 9 0,3 1 2 15,0 0 0-15,-3 0-64 0,0-3 0 16,-1 3-16-16,-2-1 3 0,-3 1 13 16,0 0 16-16,3 0-3 0,-6 2-1 0,0 0-28 0,0 1-7 0,0 2-1 15,-3 0 0 1,-3 0-26-16,3 3-6 0,-3 2 0 0,-3 3-1 16,0 0-146-16,0 0-29 0</inkml:trace>
  <inkml:trace contextRef="#ctx0" brushRef="#br0" timeOffset="16481.551">19199 7663 1792 0,'0'0'51'0,"0"0"10"16,0-5-49-16,0 5-12 0,0-6 0 0,0 6 0 15,0 0 105-15,3-5 19 0,-3 5 3 0,0 0 1 16,0 0-103-16,0 0-25 0,0 0 0 0,0 0 0 16,0 0 56-16,3 5 7 0,-1 3 1 0,1 0 0 15,-3 0-52-15,3 3-12 0,0-1 0 0,-3 1 0 16,3 2 0-16,0-2 0 0,-3 2 0 0,3 0 0 16,0 0 0-16,3-2 0 0,-3 2 0 0,3 0 0 15,0-2 0-15,3 0 0 0,-3-1 0 0,3-2 0 0,0 0 0 16,0 0-16-16,3-3 3 0,0-2 1 0,0-1 12 0,-1 1 0 0,1-3 12 15,3-3-12-15,-3 3 63 0,3-5 5 0,-3 0 2 16,3 0 0-16,0-3-57 0,0 0-13 0,2 0 0 16,1-3 0-16,0 3 0 0,3-5 0 0,0 2 0 0,0 1 0 15,-3-1 0-15,2 1 0 16,1-1 0-16,-3 3 0 0,0-2 0 0,0-1 0 0,-3 3 0 16,0 0 0-16,-1 0-150 15,-2 0-34-15,-3 3-6 0</inkml:trace>
  <inkml:trace contextRef="#ctx0" brushRef="#br0" timeOffset="30953.732">16573 9446 1060 0,'0'0'44'0,"0"0"-35"16,0 0 59-16,0 0 11 0,0 0 2 0,0 0 1 15,0 0-22-15,0 0-5 0,0 0-1 0,0 0 0 16,3-5-5-16,0 2-1 0,-3-2 0 0,0 5 0 16,6-3-24-16,-3 1-6 0,0-1-1 0,-3 3 0 15,6-3 34-15,0 1 6 0,-3 2 2 0,3-3 0 16,0 3-43-16,0 0-16 0,3 0 11 0,-3 3-11 16,3-3 34-16,-3 0 1 0,2 2 0 0,4 1 0 15,0 0-20-15,0-1-4 0,0 1-1 0,0 0 0 16,6-1-10-16,-3 1 8 0,3 0-8 0,2-1 8 0,-2 1-8 15,3 0 0-15,0-1 0 0,0 1 0 16,0-1 0-16,-3 1 0 0,2-3 0 0,1 0 0 0,-3 0 0 16,6 0 8-16,-3 0-8 0,3 0 8 0,-1 0-8 15,4 0 0-15,3 0 0 0,-3 0-11 0,2 3 11 16,1-3 9-16,-3 0-1 0,3 2-8 0,-6 1 11 16,2-3-11-16,-5 0 10 0,3 0-10 0,-3 0 8 0,3 0-8 15,2 0 0-15,1 3 9 0,0-3-9 0,0 0 0 16,3 2 0-16,-1 1 0 0,-2 0 0 15,3-3 0-15,-3 2 0 0,-1 1 0 0,-2 0 0 0,0-1 0 0,-3-2 0 16,0 3 0-16,0-3 0 0,-1 2 0 16,1-2 0-16,0 3 0 0,3-3 53 0,-3 0 9 0,3 0 2 0,-1 0 0 15,-2 0-52-15,0 0-12 0,3 0 0 0,-3 0 0 16,0 0 0-16,-1 0 0 0,1-3 0 0,-3 3 0 16,0-2 0-16,0 2 0 0,0 0 0 0,0-3 0 15,-4 1 0-15,4-1 0 0,0 0 0 0,0 1 0 16,0-1 0-16,0 0 0 0,0 1 0 0,2 2 0 15,-2-3 12-15,0 0 0 0,3 1 0 0,0 2 0 16,0 0-12-16,-3-3 0 0,-1 3 0 16,1 0 0-16,-3 0 0 0,0 0 0 0,0-3 8 0,0 3-8 15,-3-2 0-15,0 2 0 0,-1 0 0 0,1-3 0 16,-3 3 0-16,3 0 0 0,-3-2 0 0,0-1 0 16,0 3 8-16,0-3-8 0,0 1 0 0,0-1 9 15,0 3-9-15,0-3 0 0,0 1 9 0,0-1-9 0,-1 0 0 16,-2 1 8-16,3-1-8 0,0-2 0 15,0 2 0-15,-3 0 0 0,3 1 0 0,-3-1 0 16,3 1-30-16,-3 2-10 0,0-3-3 0</inkml:trace>
</inkml:ink>
</file>

<file path=ppt/ink/ink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2:57:20.852"/>
    </inkml:context>
    <inkml:brush xml:id="br0">
      <inkml:brushProperty name="width" value="0.05292" units="cm"/>
      <inkml:brushProperty name="height" value="0.05292" units="cm"/>
      <inkml:brushProperty name="color" value="#0070C0"/>
    </inkml:brush>
  </inkml:definitions>
  <inkml:trace contextRef="#ctx0" brushRef="#br0">18621 9893 1022 0,'0'0'28'0,"0"0"8"16,3-5-28-16,-3 0-8 0,0 0 0 0,0 5 0 16,3-6 66-16,-3 1 12 0,0 0 2 0,3-3 1 15,-3 2 6-15,0 1 1 0,3-3 0 0,-3 3 0 16,0-3-12-16,0 0-1 0,0 0-1 0,0-3 0 15,0 4-16-15,0-4-3 0,0 0-1 0,-3 1 0 16,0-3-12-16,3-1-2 0,-3 1-1 0,-3-3 0 16,3 3-7-16,-3-3-2 0,0-2 0 0,0-1 0 0,0 1-2 15,-3-6 0-15,0 3 0 0,1-6 0 0,-4 3-4 16,0-2-2-16,-3 2 0 0,0-2 0 0,0-1 2 0,-3 3 1 16,0 0 0-16,1-2 0 0,-4 2-17 0,0 0-8 15,0 1 0-15,-3-4 8 0,0 1 8 0,4-1 2 0,-4-2 0 0,-3 0 0 16,3 0-18-16,0 2 0 0,3 1 0 0,-5 0 0 15,-1 2 0-15,0 0 0 0,-3 0 0 0,-2 0 0 16,2 3 0-16,-3 0 0 16,3 0 0-16,-2 0 0 0,2 2 0 15,3-2 0-15,-3 0 0 0,0 0 0 0,4-1 0 0,-4 4 0 0,-3-1 0 16,3 1 0-16,-2-1 0 0,2 3 0 0,-3 1 0 0,0-1 0 16,1 2 0-16,2 1 0 0,0 3 0 0,-3-4 0 15,1 4 0-15,2-1 8 0,-3 1-8 0,-3-1 0 16,1 3 8-16,-1 0-8 0,-3 0 0 0,1 0 0 15,2 0 0-15,0 3 0 0,0-3 0 0,1 5-9 16,-4-2 17-16,3 3 4 0,-2-1 1 0,-4 3 0 16,3 3-13-16,1-1 8 0,-4-2-8 0,0 5 0 15,4 3 0-15,2 0-20 0,0 0 4 0,-3 3 0 16,4 2 25-16,-4-2 6 0,-3 2 1 0,4 5 0 16,-1 1-16-16,3 5 0 0,3 2 0 0,1 3 0 15,2 0-15-15,0 3 1 0,3 0 0 0,1 2 0 16,-1 1 14-16,0-1 15 0,0-2-3 0,-3 5-1 15,7 0-11-15,-4 3 0 0,6-1 0 0,-3 6 0 16,3-8-9-16,4 0-1 0,-1 0 0 0,3 1 0 16,0-7 10-16,3 1 0 0,0 0 0 0,0 0 0 15,3-3 8-15,0 0 4 0,3 5 1 0,-3-5 0 16,3-2-13-16,3-1-18 0,-2-2 4 0,2 0 1 16,0-3 13-16,3-3 0 0,-3 1 0 0,3-6 0 15,-3 3 0-15,3-5 0 0,0-1 0 0,0 1 0 16,0-3-105-16,0-3-19 0,3 0-3 0</inkml:trace>
  <inkml:trace contextRef="#ctx0" brushRef="#br0" timeOffset="576.816">15472 9309 1371 0,'0'0'58'15,"0"0"-46"1,0 0 75-16,0 0 15 0,3-3 3 0,-3 3 1 16,0 0-10-16,0 0-1 0,0 0-1 0,0 0 0 15,0 0-22-15,0 0-5 0,0 0-1 0,0 0 0 0,0 0-25 0,0 0-5 0,0 0 0 16,0 0-1-16,0 0-19 0,0 8-3 0,-3 0-1 16,3 0 0-16,0 2-12 0,3 4 11 0,-3-1-11 15,0 3 10-15,3 2-10 0,0 3 0 0,0 1 0 16,0-1 0-16,0 3 0 0,3-1 0 0,0 4 0 15,3-1 0-15,-4-5 0 0,4-2 0 16,-3 2 0-16,3-2 0 0,0-3 0 0,0-1 0 16,0 1 0-16,0 0 0 0,3-3 0 15,-3-2-9-15,0 2 9 0,-3-2-13 0,3-3 13 16,0 0 0-16,0 0 0 0,-1 0 0 0,1-6 0 0,0 3 13 0,3-2-2 0,-3 0-1 16,0-1-2-16,3-2 0 0,-3 0 0 0,3 0 0 15,-3 0 9-15,3-5 2 0,0 2 0 0,2-2 0 16,1 0 6-16,0-3 2 0,0 0 0 0,6 0 0 15,-3-2-27-15,3-1-14 0,-1-2 2 0,4-1 0 16,3-1 12-16,-3 1 0 0,3 1 0 0,-4-3 0 16,4 0-42-16,-6 3-9 0,3-3-1 0,0 3-1 15,0-3-105-15,-4 3-21 0,4 0-4 16</inkml:trace>
  <inkml:trace contextRef="#ctx0" brushRef="#br0" timeOffset="5630.286">21824 2291 1831 0,'0'0'38'0,"-3"6"9"0,3-6-38 0,0 0-9 0,0 0 0 0,0 8 0 15,3-6 52-15,0 4 8 0,3 2 1 0,0-6 1 16,6 1 2-16,0-1 0 0,3 4 0 0,5-6 0 15,1 0 11-15,6 2 2 0,0-2 1 0,6 0 0 16,-4 0-42-16,4 0-8 0,3-2-1 0,-4 2-1 16,4 0-2-16,-3-6 0 0,3 1 0 0,-1 3 0 15,1-4-32-15,0 4-8 0,3-4 0 0,-1 4-1 16,-5-4 8-16,0-2 9 0,-7 3-13 0,1-3 5 16,-6 0-128-16,-3 0-26 0,-3 0-5 0</inkml:trace>
  <inkml:trace contextRef="#ctx0" brushRef="#br0" timeOffset="5895.842">22214 2016 1759 0,'0'0'74'15,"0"0"-59"-15,0 0 53 0,0 0 10 0,3 3 2 0,0 2 1 16,0 3 38-16,0-5 7 15,3 2 2-15,-3 0 0 0,0 3-52 0,0 0-9 0,3 0-3 0,0 0 0 16,-3 5-51-16,0 3-13 0,2-3 0 0,-2 6 0 16,0 2 0-16,0 0 0 0,0 3 0 0,0 3 0 15,-3-4 54-15,3-1 8 0,0 1 2 0,0-1 0 16,-3-1-64-16,0 0-18 0,3-3-1 0,-3 1 0 31,0-1-21-31,0 1-4 0,-3-3 0 0,3 5-1 0,0-5-15 0,0 0-4 16,0 5 0-16</inkml:trace>
  <inkml:trace contextRef="#ctx0" brushRef="#br0" timeOffset="6309.335">22836 2183 1925 0,'27'-34'40'0,"-21"23"10"16,3 0-40-16,0 3-10 0,-3-5 0 0,-1 5 0 15,1 0 126-15,-3 3 23 0,0-3 5 0,0 3 1 16,-3 2-60-16,0 3-12 0,0 0-3 0,0 0 0 16,-6 0-36-16,-3-5-7 0,1 5-1 0,-4 5-1 15,0-5-10-15,-3 8-1 0,-3 0-1 0,0 5 0 0,-3-2-23 0,3 7 0 0,4-2 0 0,-4 5 0 16,6-5 0-16,0 5-13 16,0 1 1-16,3 1 1 0,6-7 11 15,0 5 0-15,3 1 0 0,3-6 0 0,0 5-8 0,6-5 0 0,0-3 0 16,3 3 0-16,3-3 21 0,3 3 5 0,-1-6 1 0,4 9 0 31,0-3-38-31,-3-3-7 0,3 3-2 0,0 0 0 0,-4-3 28 0,-2 3 0 16,0 0 0-16,-3 0 0 0,0-3 0 0,-3 0 0 0,-3 0 0 15,-3 3 0-15,0-5 0 0,-3-1 11 0,-3 1-11 16,0 2 12-16,-6-5-12 0,0 0 0 0,-3 5 0 16,-3-5 0-16,0-2-12 0,-2 4-4 0,-4-5 0 0,0 3-1 15,0 0-5-15,0-5-1 0,-3 2 0 0,4 0 0 31,2-2-36-31,-3 2-7 0,3-5-2 0,0 0 0 16,3-5-150-16,-3 2-30 0</inkml:trace>
  <inkml:trace contextRef="#ctx0" brushRef="#br0" timeOffset="6510.051">22803 2024 2066 0,'-3'-18'43'0,"3"15"10"15,3-5-42-15,-3 3-11 0,3 2 0 0,3-2 0 16,0 2 104-16,0 3 20 0,0-5 3 0,3 5 1 16,0-5-65-16,0 5-13 0,3-3-2 0,3 3-1 0,-3 0-24 0,2 0-5 0,1 0-1 15,0 0 0-15,0 3-3 16,0-3-1-16,0 0 0 0,0 5 0 16,0-5-13-16,-1 0-18 0,1 5 4 0,3-5 1 15,0 3-95-15,0-3-18 0,0 5-4 0</inkml:trace>
  <inkml:trace contextRef="#ctx0" brushRef="#br0" timeOffset="6798.499">23363 1916 2269 0,'0'0'64'0,"0"0"15"0,6 5-63 0,0-2-16 0,0 2 0 0,0 3 0 15,0 0 105-15,3 0 19 0,-4 5 3 0,1 0 1 16,3 3-103-16,-3-5-25 0,3 7 0 0,-3 1 0 16,3 7 56-16,-3-2 5 0,0 5 2 0,-3 5 0 15,3-2-50-15,-3 3-13 0,0-4 0 0,-3 1 0 16,0-3 0-16,0 0 0 0,-6 0 0 0,0 1 0 16,0-1 0-16,-6 2 0 0,0 4 0 0,-3-6 0 15,-5 3 0-15,-1 2 0 0,-6-5 0 0,-6 3 0 16,0-3-46-16,-2-2-14 0,-7-1-4 0,0 0 0 15,4-4-51-15,-4 1-10 0,3-7-3 0</inkml:trace>
  <inkml:trace contextRef="#ctx0" brushRef="#br0" timeOffset="7152.198">22044 1855 1967 0,'-6'-5'56'0,"-3"2"12"0,0 3-55 0,-3 0-13 0,4 0 0 0,-4 0 0 15,-3 8 62-15,0 0 10 0,-3 0 1 0,0 8 1 16,0 2-54-16,0 1-10 0,1 7-2 0,-4-2-8 15,0 5 43-15,3 3 1 0,-3 2 1 0,3 3 0 16,0 0-34-16,1 3-11 0,-1 8 0 0,0-1 0 16,3-4 0-16,3-1 0 0,0 3 0 0,3 0 0 15,6 0 0-15,0 5 0 0,3-2 0 0,6 2 0 16,0-5 0-16,3-3 0 0,3-5 0 0,3 3 0 16,0-3 9-16,0 0-9 0,3 3 0 0,-1 0 9 15,-2-9-9-15,3 1 8 0,3 0-8 0,-3-3 8 16,3 0-8-16,3-10-9 0,-1 2 9 0</inkml:trace>
  <inkml:trace contextRef="#ctx0" brushRef="#br0" timeOffset="8542.597">22303 4009 1580 0,'0'0'67'15,"0"0"-54"-15,0 0 92 0,0 0 19 0,0 0 3 0,0 0 1 16,0 0 0-16,0 0 0 0,3 0 0 0,3 2 0 16,6-2-103-16,0 0-25 0,0-2 0 15,6 2 0-15,-3 0 56 0,5 0 7 16,1-3 1-16,0 0 0 0,3 1-52 16,-3-1-12-16,3 0 0 0,-4 3 0 0,1-5 0 0,0 3 0 0,-3 2 0 0,3-8 0 15,-3 5 0-15,2 0 0 0,1 1 0 0,-3-1 0 31,0 0-48-31,0-2-13 0,-3 2-3 0</inkml:trace>
  <inkml:trace contextRef="#ctx0" brushRef="#br0" timeOffset="8813.436">22619 3771 2066 0,'-9'-11'43'0,"0"3"10"16,3 0-42-16,0-2-11 0,0 2 0 0,0 0 0 15,3 5 100-15,3 3 17 0,0 0 4 0,0 0 1 16,0 0-44-16,0 0-9 0,0 0-1 0,0 0-1 16,0 0-33-16,0 0-6 0,0 0-2 0,3 3 0 15,0 2 2-15,0 6 0 0,0-1 0 0,-3 3 0 16,3 3-6-16,0 3-1 0,0 2 0 0,3 3 0 16,-6 2-11-16,3-5-2 0,0 6-8 0,0-3 12 15,-3-1-12-15,3 1 0 0,0-3 8 0,-3 3-8 16,3-3-11-16,-3 1-5 0,3-4 0 0,-3 3-1 15,3-2-9-15,-3-1-2 0,0 1 0 0,0-1 0 16,3 1-119-16,-3-3-24 0,0 0-5 0</inkml:trace>
  <inkml:trace contextRef="#ctx0" brushRef="#br0" timeOffset="9136.782">22928 3765 1824 0,'3'-13'38'0,"3"0"8"0,-3 0-37 0,3 2-9 0,0 3 0 0,0-3 0 16,0 4 103-16,0 4 18 0,0-5 4 0,0 8 1 15,0-5-40-15,0 2-8 0,0 3-2 0,0 0 0 16,0 0-27-16,-6 0-5 0,6 0-2 0,-3 3 0 16,0 2-24-16,-1 3-5 0,1-3-1 0,-3 3 0 15,-3 8 0-15,3-5-1 0,-5 7 0 0,2 1 0 16,-3-1-11-16,0 3-16 0,0 3 4 0,-3 0 1 15,0-3 11-15,3 3 0 0,-3-3 8 0,0 0-8 16,3 0 0-16,0-2 0 0,3-1 0 0,-3-4-8 16,6 2 8-16,0-3 0 0,0 0-9 0,6 0 9 15,0-5-9-15,0 3 9 0,3-1-12 0,0-2 12 16,3-2-9-16,0-1 9 0,0-2 0 0,5-1-9 16,-2-2 9-16,3 0 0 0,0-2 0 0,3-1 0 15,0 0 10-15,3 1 1 0,-1-6 0 0</inkml:trace>
  <inkml:trace contextRef="#ctx0" brushRef="#br0" timeOffset="9440.089">23315 3546 2131 0,'-9'0'60'0,"6"0"14"0,3 0-59 16,0 0-15-16,0 0 0 0,0 0 0 0,0 5 64 0,3 3 11 0,0 2 1 0,3 4 1 15,3-6-2-15,0 5-1 0,0 0 0 0,0 6 0 16,0-1 3-16,0 1 1 0,3 4 0 0,-6 4 0 16,3 2-62-16,-3 0-16 0,-1 3 0 0,-2 2 0 15,0-5 0-15,0 0 0 0,0 3 0 0,-3-3 0 16,0 0 30-16,-3 1 3 0,3-9 1 0,-6 5 0 16,1 3-24-16,-1-2-10 0,-3 2 8 0,-6 0-8 15,0 0 0-15,-3-2-17 0,-3-1 2 0,-3 3 1 16,1-5-8-16,-7-3-2 0,0 0 0 0,-3 3 0 15,4-8-32-15,-1 2-6 16,0-2-2-16,-3 0 0 0,-2-8-153 0,-1-3-31 16</inkml:trace>
  <inkml:trace contextRef="#ctx0" brushRef="#br0" timeOffset="12222.214">22244 3641 1219 0,'-6'-11'52'0,"0"6"-42"16,3 0 110-16,-3-1 23 0,0 4 4 0,0-6 1 16,0 3-31-16,0 2-5 0,0 0-2 0,-3 3 0 15,0 0-34-15,0 0-6 0,-3 6-2 0,0-1 0 16,-2 3-27-16,-1-3-5 0,0 8-2 0,-3 1 0 16,-3 4-18-16,3 6-3 0,-3-3-1 0,-2 8 0 15,5 3-26-15,-3 2-6 0,0 6 0 0,3 2-1 16,3-5 21-16,3-5 0 0,3 3 0 0,1 2 0 15,2 0 0-15,3-6 0 0,0 6 0 0,3 0 0 16,6-2 47-16,0-3 13 0,2 2 4 0,4-2 0 16,6-6-103-16,0 1-20 15,3-1-4-15,3-7-1 0,3-1 42 0,-4-2 8 0,4-3 2 0</inkml:trace>
  <inkml:trace contextRef="#ctx0" brushRef="#br0" timeOffset="12775.961">21107 4977 1720 0,'-21'8'36'0,"15"-5"8"0,0 2-35 0,6-5-9 0,0 0 0 0,-3 5 0 16,3-5 69-16,0 0 12 0,0 0 3 0,0 3 0 15,3 0-11-15,3-1-1 0,0 1-1 0,3-3 0 16,0 5-27-16,0-5-6 0,5 0-1 0,4 0 0 15,-3 0-8-15,6 0-1 0,3 0-1 0,3-5 0 16,-1 5 8-16,7-5 1 0,0 2 1 0,9-2 0 16,2-1-8-16,7-2-1 0,2 3-1 0,10-5 0 15,-1-1 1-15,4 3 1 0,5 0 0 0,7-3 0 16,-4 4 5-16,6-1 1 0,1 0 0 0,14 2 0 16,-12-2-35-16,7 3 0 0,-1 3 0 0,12-4 0 0,-11 4 0 15,-1-1 0-15,0-2 0 0,9 2 0 0,-11 0 0 0,-4 1 0 0,3-1 0 16,1 0 0-16,-13 1 0 0,-2-1 0 0,-1 0 0 0,-6 1 0 31,-8-1 0-31,-6 3 0 0,-4 0 0 0,-2-2 0 0,-9 2 0 0,-7 0 0 16,-2-3 0-16,-6 3 0 0,0 0 0 0,-6 0 0 0,-3-5 0 0,0 5 0 15,-7 0 0-15,1 0 0 0,0-3 0 0,-6 3 0 16,0 0-33-16,0 0-14 16,0 0-2-16,0 0-1 0,0 0-176 0,-9 3-35 0</inkml:trace>
  <inkml:trace contextRef="#ctx0" brushRef="#br0" timeOffset="14383.043">20562 3691 1773 0,'-18'-5'36'0,"-3"0"11"0,3 2-38 0,3 3-9 0,-2-5 0 15,-1 2 0-15,3 3 108 0,0 0 20 0,0-5 4 0,0 5 1 16,3 0-35-16,0 5-7 0,0-5-2 0,1 0 0 15,2 3-33-15,3-3-8 0,-3 5 0 0,3-5-1 16,6 0 13-16,0 0 4 0,0 0 0 0,0 0 0 16,0 0-52-16,3 3-12 0,3 2 0 0,6-2 0 15,0-3 46-15,5 2 6 0,7-2 2 0,0 3 0 32,3-3-30-32,0 2-5 0,2-2-2 0,1-2 0 0,0-1-8 0,3 1-1 0,-1-1-8 15,1-2 12-15,0 2-12 0,6-2 9 0,-4 5-9 0,4-3 8 16,-6 3-8-16,-4 0 0 0,1 0 0 0,0-5 0 15,-3 5 0-15,-3-3 0 0,-1 0 0 0,-2 3 0 16,0-2-10-16,-3 2-7 16,0-3-2-16,0 3 0 0,-3 0 19 0,-1 0 0 0,1 0 0 15,-6 3 0-15,3-3-55 16,-6 2-7-16,3 1-2 0,-6 0 0 16,3 2-102-16,-3-2-21 0,-3 2-4 0</inkml:trace>
  <inkml:trace contextRef="#ctx0" brushRef="#br0" timeOffset="18683.53">22169 5512 1314 0,'0'0'37'0,"0"0"8"0,0 0-36 0,0 0-9 0,0 0 0 0,0 0 0 15,0 0 36-15,0 0 6 0,0 0 1 0,0 0 0 16,0 0-23-16,0 0-5 0,6 0-1 0,-6 0 0 16,6 0 0-16,-6 0 0 0,0 0 0 0,0 0 0 15,6 2-14-15,-6-2-8 0,3 3 8 0,-3-3-13 16,6 3 41-16,-6-3 9 0,0 0 2 0,6 2 0 15,-6-2-11-15,3 0-3 0,-3 0 0 0,6 3 0 16,-3-1 31-16,3-2 5 0,-6 0 2 0,6 3 0 16,0-3 1-16,0 3 1 0,0-3 0 0,0 2 0 15,3-2-21-15,-1 0-4 0,1 0 0 0,3 0-1 16,0 0-11-16,3 0-3 0,0-2 0 0,0 2 0 16,3-3-14-16,0 3-3 0,2-3-8 0,1 1 12 15,-3-1-12-15,3 1 0 0,0-4 0 0,0 4 0 16,-1-1-108-16,-2 0-20 0,0 1-5 0</inkml:trace>
  <inkml:trace contextRef="#ctx0" brushRef="#br0" timeOffset="19450.07">22794 5321 1792 0,'0'0'51'16,"0"0"10"-16,0 0-49 0,0 0-12 0,-3-5 0 0,3 5 0 16,0-3 105-16,0-2 19 0,3 2 3 0,3-2 1 15,0 2-52-15,3 1-9 0,3-6-3 0,-3 5 0 16,6 0 0-16,0 1 0 0,3-1 0 0,-1 0 0 0,1 1-51 0,0-1-13 0,3 3 0 16,-3-2 0-1,-3-1 0-15,3 3 0 0,-3-3 0 0,-1 1 0 0,-2 2 0 16,3 0 0-16,-3 0 0 0,0 0 0 15,0 2 0-15,-3 1 0 0,0 0 0 0,-3 2 0 0,0 0 0 16,-3 0 0-16,0 1 0 0,-3 2 0 16,-3 2-48-16,0-2-13 0,-3 3-3 0,-3 2 0 0,3-2 52 0,-3 2 12 0,-3-3 0 0,3 4 0 31,-3-1-28-31,3-5-4 0,0 2 0 0,0-2 0 0,0 3 32 0,3-6 0 0,1 0 0 0,-1 3 0 16,6-8 0-16,0 3 0 0,0-3 0 0,0 0 0 15,3 5 8-15,0-2 2 0,2 2 0 0,4-5 0 16,0 3 8-16,0 0 2 0,3-3 0 0,0 0 0 15,0 2-20-15,3-2 0 0,-3 6 0 0,3-6 0 16,0 2 0-16,-4 1 0 16,1-1 0-16,-3 4 0 0,0-4 0 0,0 4 0 0,-3-1 0 0,0 3 0 15,-3-3 0-15,-3 3 0 0,0 3 0 0,-3-1 0 16,-3-2 55-16,0 3 7 0,-3-1 2 0,0 1 0 16,-3 0-52-16,0-1-12 0,1 1 0 0,-4 2 0 15,0-2-48 1,0-1-13-16,3 1-3 0,-3 2 0 0,-3-2 32 0,3-1 5 0,-2 3 2 0,-1-5 0 15,-3 0-104-15,-3 3-21 0,0-3-4 16</inkml:trace>
  <inkml:trace contextRef="#ctx0" brushRef="#br0" timeOffset="19733.395">22339 5382 1990 0,'0'0'41'0,"0"0"11"0,0 0-42 0,0 0-10 0,0 0 0 0,0 0 0 15,0 0 99-15,0 8 17 0,3 2 4 0,-3-2 1 16,3 6-24-16,0-1-5 0,-3 0 0 0,3 3-1 16,-3 3-73-16,0-4-18 0,3 1 0 0,-3 3 0 15,0-1 55-15,0-2 7 0,0 3 2 0,0-3 0 16,0 2-52-16,0-2-12 0,0 2 0 0,0 1 0 31,3 0-48-31,-3-1-13 0,3 1-3 0,0-1 0 0,0 1 52 0,3 2 12 0,-3-3 0 0,3 1 0 31,2-3-123-31,-2 0-21 0,0-3-5 0</inkml:trace>
  <inkml:trace contextRef="#ctx0" brushRef="#br0" timeOffset="20771.758">23363 5300 1964 0,'-9'-11'83'16,"3"1"-67"-16,-3-3 62 16,0-1 12-16,-3 1 2 0,0 0 1 0,0-3-30 0,0 3-7 0,1 0 0 0,-1-3-1 15,-3 2 13-15,-3-4 2 0,3 2 1 0,-3-3 0 16,0 4-57-16,0-1-14 0,-2-3 0 0,-4 3 0 16,3 0 21-16,0 3 2 0,0 0 0 0,-3 2 0 15,-2-2-10-15,-4 5-1 0,0-2-1 0,-6 2 0 16,4 5 15-16,-1-5 3 0,0 5 1 0,0 1 0 15,7 2-30-15,2 0 0 0,0 2 0 0,0 1 0 16,6 0-12-16,1 2-9 16,2-2-2-16,0 2 0 0,0-2 23 0,0 2 0 0,3 0 0 15,0 1 0-15,3-1-10 0,0 0 10 0,0 0 0 0,3 1-9 16,0-1 9-16,1 0 0 0,2 1-9 0,-3-1 9 16,6-5 0-16,-3 5-9 0,3-5 9 0,0 5 0 15,0-5-10-15,0 0 10 0,0 0-8 0,-3 6 8 16,3-6-11-16,0 0 11 0,0 0-13 0,0 0 5 15,0 5 8-15,0-5 0 0,0 0 0 0,0 0 0 16,-3 5 0-16,3-5 0 0,-3 6 0 0,-3-4 0 16,3 6 0-16,0-8 0 0,-3 6 0 0,0-4 0 15,0 3 0-15,-3 1 0 0,3-4-9 0,-6 6 9 16,0-2-18-16,-3-1 1 0,0 3 0 0,-5 0 0 16,2 2 17-16,-3-4 0 0,3 2 0 0,-6 0 0 15,0 2 0-15,-2 1 11 0,-1 2-2 0,-3 0 0 16,-3-2-9-16,1 5 0 0,-4-3 0 0,0 3 0 0,6 2-10 15,1 1 10-15,-1-1-13 0,3 6 5 0,3 0 8 0,3 2 9 16,7 1-1-16,-4 2-8 16,6 0 0-16,3 0 0 0,3-2 0 0,0 2 0 0,0-3 0 15,6 3 0-15,0-2 0 0,3 2 0 0,0-3 0 0,3 3 8 16,3-2-8-16,0 2 0 0,0 0 0 0,6 0 0 16,-1-2 0-16,7 2 0 15,0-5 0-15,3-3-11 0,3 3 11 0,3-6-13 0,-1 1 13 0,4-4 8 0,-3-4 0 16,3 2-8-16,-4-2 0 0,1-3 0 0,-3 0 0 0,0 0 0 15,2-3 0-15,4-2 0 0,0 2-10 0,3-2 10 16,-4-1 0-16,4 1 0 0,-3 0 14 0,3-3-4 16,-4 2-10-16,-2-2 0 0,0 0 0 0,0 0 0 15,-1 0 0-15,4 0-12 0,0-2 2 0,0 2 1 16,-1 0 9-16,4 0 14 0,-3 0-3 0,0 0-1 16,-4 0-10-16,1-3 0 0,-6 3 0 0,3-3 0 15,-1 1 0-15,-2-1-14 0,3 0 3 0,-3-2 1 16,0 2 10-16,-1-2 0 0,-2 0 0 0,3-1 0 15,-3-1 0-15,0 1 0 0,0-2 0 0,-4-2 0 16,1-1 12-16,-3 1 4 0,3-1 0 0,-3-5 1 16,-3 0 24-16,0-2 5 0,0-3 1 0,0-3 0 15,-3 0-47-15,-1-3 0 0,4-2-12 0,-3-2 2 16,0 1 10-16,3 1 12 0,0 0-2 0,0-3-1 16,-3-2-9-16,3 0 0 0,-3-1 0 0,3-2 0 15,-3 6 0-15,-1-4 0 0,-2 1 0 0,0-1 0 16,0 6 53-16,0 3 9 0,-3-1 2 0,-3 6 0 15,0 3-52-15,-3-6-12 0,-3 5 0 0,0 1 0 16,0 2 0-16,-2-3 0 0,-1 3 0 0,0-2 0 16,0 2 0-16,-3 3 0 0,3-3 0 0,-3 3 0 15,0 2-24-15,-3 3-8 0,3-2-2 0,-3 2 0 16,-2 2-25-16,-1 1-5 0,-3 0 0 0,-3 2-1 16,0 3-139-16,0-5-28 0</inkml:trace>
  <inkml:trace contextRef="#ctx0" brushRef="#br0" timeOffset="24988.181">19821 11113 1569 0,'-3'-5'66'16,"0"0"-53"0,3-1 95-16,-3 4 18 0,0-4 4 0,3 6 1 15,-3-2-22-15,3 2-4 0,-3-6-1 0,3 6 0 0,0 0-41 0,0 0-9 0,-3-2-2 16,3 2 0 0,0 0-26-16,0 0-6 0,0 0 0 0,0 0-1 0,-3 5-19 15,3 0 8-15,0 3-8 0,3 0 0 16,-3-2 0-16,3 1 0 0,3 1 0 0,-3 3 0 15,3-6 18-15,0 3-3 0,3-2-1 0,0 1 0 16,-1-1-14-16,1-4 0 0,0 1 0 0,0 0 0 16,0-1 0-16,0-2 0 0,0 3 0 0,-3-6 0 0,3 3 0 15,-3-2 0-15,0-1 0 0,-6 3 0 0,3-5 0 0,0-1 0 16,-3 4 0-16,0-3 0 0,-3-1 54 0,0-2 8 0,0 3 2 16,0 0 0-16,-3-1-33 0,-3 4-7 0,3-4 0 15,-3 1-1-15,3 3 14 0,-3-1 3 16,0 0 1-16,0 3 0 0,0 0-41 0,0 0-22 15,1 3 2-15,2 0 1 0,-3-1 31 0,3 3 5 0,0-2 2 0,0 2 0 16,3 1-29-16,-3 2-6 0,3-3 0 16,3 3-1-16,-3-3 27 0,6 3 6 0,-3 0 0 15,0 0 1-15,3 0-65 16,0 0-12-16,3 0-4 0,0 0 0 0,0-3 52 0,3 3 12 0,0-5 0 0,0 2 0 16,2-2 0-16,1-3 0 0,0 0 0 0,-3 0 0 15,3-3 0-15,0 0 0 0,0 1 0 0,0-4 0 16,0 1 0-16,-3 0 0 0,0-1 0 0,-3-1 0 15,-1 1 0-15,1 1 0 0,-3-3 0 0,-3 0 0 16,0 3 48-16,-3-3 13 0,0 3 3 0,0-3 0 16,-2 2-52-16,-1-2-12 0,-3 6 0 0,0-4 0 15,0 4 9-15,-3-1-1 0,3 0 0 0,-3 3 0 16,0 0-8-16,3 0-11 0,-3 3 3 0,3 0 0 16,-3 2 8-16,4 0 0 0,2 3 0 0,-3 0 0 15,3 0 0-15,0 0 0 0,0 3 0 0,3-1 0 0,0 1 0 16,3-3 0-16,0 2 0 0,3 1 0 0,0-3-9 0,0 2 0 15,0-2 0-15,3 0 0 0,3 0 9 16,-3-2 12-16,2-1-2 0,4-2-1 16,0 2-58-16,-3-5-12 0,3 2-3 0,0-2 0 15,0-2 82-15,0 2 16 0,-3-5 3 0,3 2 1 0,-3 0-30 16,0-2-8-16,-1 0 0 0,-2-1 0 16,0-2 24-16,-3 0 1 0,0 1 0 0,-3-1 0 0,0 0-25 0,0 0-11 0,-3 0 1 0,0 0 0 15,-3 0 10-15,0-3 16 16,1 3-4-16,-4 3-1 0,0 0-2 0,0 0 0 0,0 2 0 15,-3-2 0-15,3 5-9 0,0 0-14 0,-3 0 3 0,0 5 1 16,3-2 10-16,0 2 0 0,0 0 0 16,-2 3 0-16,5 3 0 0,-3-3 0 0,3 2 0 0,0 1 0 15,0 2 0-15,0-2 0 0,3-1 0 0,0 1 0 16,3-1 0-16,0-2 0 0,0 3 0 0,0-3 0 16,3 0 0-16,0 0 0 0,0 0 0 0,3-3 0 15,-3 0 0-15,3 0 0 0,3 1 0 0,-3-4 0 16,3 1-53-16,-1-3-9 0,4-3-2 0,-3 3 0 15,3-2 52-15,-3-1 12 0,3-2 0 0,-3 2 0 16,3-2 30-16,-3 0 9 0,-3-1 1 0,3 1 1 16,0-3-26-16,-3 3-6 0,-3-3-1 0,2 0 0 15,-2 0 3-15,-3 0 0 0,0-3 0 0,0 1 0 16,-3 2-11-16,1-5 8 0,-1 2-8 0,0 1 8 16,-6 2 6-16,3-3 1 0,-3 3 0 0,3 0 0 0,-3 3-24 15,0 0-5-15,0 2-1 0,-3-2 0 16,3 5 15-16,0 0 0 0,0 0 0 0,0 0 0 15,0 2 0-15,1 1 0 0,2 0 0 0,0-1 0 16,0 1 0-16,6-3 0 0,-6 2 0 0,6-2 0 16,0 0-105-16,0 0-19 0,0 0-3 0</inkml:trace>
  <inkml:trace contextRef="#ctx0" brushRef="#br0" timeOffset="28195.328">19937 11039 1314 0,'0'5'37'0,"0"3"8"0,-3-2-36 0,3-1-9 0,0 0 0 0,3 3 0 16,-3 0 104-16,0-3 20 0,3 3 3 0,-3 0 1 16,3-2-65-16,-3-1-13 0,3 3-2 0,0-3-1 15,-3 0-24-15,3 1-5 0,-3-6-1 0,3 2 0 16,0 4 35-16,-3-6 8 0,6 5 0 0,-6-5 1 15,3 0-21-15,-3 0-4 0,5 0 0 0,-2 0-1 16,3-3-3-16,0 1 0 0,0-1 0 0,0-2 0 16,0-1 20-16,0-2 3 0,0 0 1 0,0 1 0 15,-3-1-9-15,3-3-2 0,0 0 0 0,0 4 0 16,-3-7-8-16,3 4-1 0,0-4-1 0,0 1 0 16,0 0-10-16,-3-3-1 0,0 0-1 0,3 0 0 15,-3 0-5-15,3-2-1 0,-3-1 0 0,2-2 0 16,1 0-6-16,-3-3-2 0,3-2 0 0,0-1 0 15,0 1-1-15,3 2-8 0,-3-5 12 0,0 3-4 16,0 2 0-16,0 0-8 0,3 0 12 0,-3 0-4 16,-3 0-8-16,3 3-9 0,-3 3 9 0,3-3-13 15,-3-1 13-15,0 1 0 0,0 3 0 0,0-6 0 16,0 3 14-16,0 0 6 0,0-3 0 0,0 0 1 16,0 5-10-16,0-2-3 0,-1 0 0 0,1 3 0 15,0-1-8-15,0 3 0 0,0 0 9 0,0 3-9 16,0 0 8-16,0 2-8 0,-3 1 10 0,3-1-10 0,-3 1 28 0,3-1-1 0,0 3 0 0,-3 0 0 15,0 3-27-15,0-3 0 16,3 3 0-16,-3-1 0 0,0 1 0 0,0 2 0 0,0 3 0 0,0-5 0 16,0 5-8-16,0 0-8 0,0 0 0 0,0 0-1 15,0 0 17-15,0 0 0 0,0 0 0 0,0 0 0 16,0 0 0-16,0 0 0 0,0 0-8 0,0 0 8 16,0 0-12-16,0 0 2 0,0 0 0 0,-6 3 0 15,6-3-9-15,-6 2-1 0,3 1-1 0,3-3 0 16,-6 5 4-16,3-2 1 0,3-3 0 0,-6 5 0 15,3-2 7-15,3-3 9 0,-5 2-13 0,5-2 5 16,-3 3 8-16,-3 0 0 0,6-3-9 0,0 0 9 16,-6 2 0-16,6-2 15 0,-6 3-3 0,0-3 0 15,0 0-12-15,6 0-16 0,-6 0 3 0,0 0 1 16,0 0 12-16,0 3 16 0,-3-3-3 0,3 0-1 16,-3 2-12-16,-3 1-13 0,3 0 2 0,-3 2 1 15,1 0 10-15,2-2 0 0,0 2 0 0,-3-2-8 16,3 2 8-16,0 0-8 0,3-2 8 0,-3 2-8 15,3 1 0-15,0-4 0 0,3 1 0 0,3-3 0 16,-6 0 8-16,6 0-8 0,0 0 8 0,0 0-8 16,0 0 8-16,0 0-10 0,0 0 10 0,0 0-10 15,0 0 10-15,0 0 0 0,6-5-9 0,-3-1 9 16,6-2 0-16,-3 0-9 0,3 1 9 0,0-1 0 0,0 0 0 0,0-3-8 0,3 3 8 0,-3 0 0 16,2 0 0-16,-2 0 0 0,3 0 0 0,-3 0 0 15,0 1-23-15,0 4-1 0,0-2 0 0,0-1 0 16,-3 4 24-16,0-1 0 0,0 3 0 0,0 0 0 15,0 0 0-15,0 0 0 16,-3 3 0-16,3-3 0 0,0 5 26 0,-3-2 10 0,2-1 1 0,-2 4 1 16,3-1-26-16,-3 0-12 0,0 3 10 0,0 0-10 15,0 0 23-15,0 0-2 16,0 2 0-16,-3 1 0 0,3-3-37 16,-3 3-8-16,3-4-2 0,-3 4 0 0,3-3-10 0,-3-3-1 0,3 3-1 0,0-2 0 15,-3-6-174-15,3 5-36 0,-3-5-6 0</inkml:trace>
  <inkml:trace contextRef="#ctx0" brushRef="#br0" timeOffset="29411.125">20252 9994 1337 0,'-6'-5'56'0,"0"2"-44"15,3-2 92-15,0-1 20 0,0 4 3 0,-3-4 1 16,4-1-52-16,-1 1-9 0,0-2-3 0,0 0 0 16,0 0 0-16,3-2 0 0,-3-1 0 0,0-2 0 15,3 0 0-15,0 0 0 0,0-1 0 0,0-2 0 16,0 3 0-16,0-3 0 0,0 0 0 0,0 1 0 15,-3-4-51-15,3-2-13 0,0 0 0 0,-3 0 0 16,0-1 54-16,0 1 8 0,0-3 2 0,0 3 0 16,0-5-52-16,0 2-12 0,0 0 0 0,0 0 0 15,0 3 54-15,0-3 8 0,0 3 2 0,-3 0 0 16,3 3-52-16,0-1-12 0,-3 0 0 0,3 1 0 16,-3 2 0-16,0 0 0 0,3 0 0 0,-3 0 0 15,0 3 0-15,0-3 0 0,0 3 0 0,-3 0 0 16,4 0 0-16,-1-3 0 0,-3 3 0 0,3-1 0 15,-3-2 0-15,3 3 0 0,-3-3 0 0,0 0 0 16,3 3 17-16,-3 0 1 0,0 0 0 0,0 2 0 16,0-2-29-16,0 2-5 0,0 1-2 0,1-1 0 15,-1 3 31-15,0-2 7 0,0 2 0 0,0 0 1 0,0 0-21 0,0 3 0 16,0-1 0-16,-3-2 8 0,3 3-8 0,0-3 0 0,3 3 0 0,-3 0 0 31,0-1 0-31,0 1 0 0,1 0 0 0,2-1 0 0,-3 1 0 0,3 0 0 0,0-1 0 0,0 4 0 16,0-3 0-16,0 2 0 0,0 0 0 0,0 1 0 15,0-1 0 1,6 3 0-16,-6-5 0 0,3 2 0 0,3 3-19 16,-6-3-1-16,6 3-1 0,-6-2 0 0,6 2 33 0,-3-3 6 0,3 3 2 0,-3-5 0 15,3 5-20-15,-3-3 0 0,3 3 0 0,0 0 0 16,-6-5 0-16,6 5 0 0,0-5 0 0,0 5 0 16,0-8 0-16,0 5 0 0,0-2 0 0,3-1-9 15,-3 1-5-15,3 0-1 0,0 0 0 0,0 2 0 16,0-2-12-16,0-1-2 15,0 1-1-15,0 0 0 0,-3-1-8 0,3 4-2 0,0-4 0 16,0 4 0-16,0-3-15 16,-3 5-3-16,3-3-1 0,0-2 0 0,0 2 47 0,-3 3 12 0,3-5 0 0,0 2 0 15,0-2 0-15,-3 5 0 0,0-6 0 0,0 6 0 16,3-2 0-16,0-3 0 0,-3 5 0 0,0-3 0 16,0-2 0-16,0 5 0 0,3-6 0 0,-3 4 0 15,0 2 0-15,0 0 0 0,0 0 0 0,0 0 0 16,0 0 49-16,0 0 12 0,0 0 3 0,0 0 0 15,0 0-52-15,0 0-12 0,0 0 0 0,0 0 0 16,0 0 0-16,0 0 0 0,0 0 0 0,3 8 0 16,-3 0 12-16,0 5-1 0,0-3 0 0,-3 4 0 15,3 1-11-15,0 1-16 0,-3 3 4 0,0-1 1 16,3 1 11-16,-3-3 0 0,0 2 0 0,-3 1 0 16,3-3 8-16,0 2 4 0,-3-5 1 0,0 3 0 0,3-5-13 0,-3 2 8 15,0-2-8-15,0-1 0 0,-3-2 9 0,6 0-9 0,-3-3 8 16,3 1-8-16,3-6 0 0,0 0 0 0,0 0 8 0,0 0-8 15,0 0 0-15,0 0 0 0,-3-6 0 0,6-1 8 16,-3-1-8-16,3-3 0 16,3 3 0-16,-3-3 0 0,3 1 0 0,0-1 0 15,0-2 0-15,0 2 0 0,0 1 0 0,0-3 0 0,0 2 0 0,0 0 0 16,0 1 0-16,0-1 0 0,0 1 0 16,0 2 0-16,0 0 0 0,0 0 0 0,0 3 0 0,0-1 0 15,0 4-16-15,2-4-6 0,-2 4-1 0,3-1 0 16,-3 3 36-16,3-3 7 0,0 3 2 0,3 0 0 15,-3 0-22-15,0 3 0 0,3-3 0 0,-3 3 0 16,3 2-13-16,-3-2-7 0,3 2-2 0,-4 3 0 16,1-3 22-16,0 3 0 0,0 0 0 0,-3 3 0 15,3-3-56-15,0 5-6 0,0-5-2 0,0 5 0 16,0 0-63-16,0-2-13 0,3 2-2 0</inkml:trace>
  <inkml:trace contextRef="#ctx0" brushRef="#br0" timeOffset="30267.824">20386 8936 1337 0,'-12'0'56'0,"3"0"-44"16,0 0 92-16,4 0 18 0,5 0 4 0,0 0 1 15,0 0-50-15,0 0-9 0,0 0-3 0,0 0 0 16,5 2 9-16,1-2 2 0,6 3 0 0,0-3 0 16,6 2-20-16,0 1-3 0,3 0-1 0,3 2 0 15,-1-5 10-15,4 3 2 0,0-1 0 0,3 1 0 16,2-3-52-16,4 0-12 0,0 3 0 0,6-1 0 15,-4-2 37-15,4 3 5 0,0 2 1 0,-1-2 0 16,-2-3-18-16,0 3-3 0,-4-3-1 0,1 0 0 16,0 0-30-16,0 2-7 0,-1-2 0 0,1 0-1 15,-6 3 17-15,0-3 0 0,-1 2 0 0,-5-2 0 16,0 0 0-16,-6 0 8 0,0 0-8 0,-3-2 0 16,-4 2 11-16,-2 0-11 0,0-3 12 0,-3 3-12 15,0 0 12-15,-6 0-12 0,0 0 12 0,0 0-12 16,0 0 0-16,0 0 0 0,0 0 0 0,0 0 0 0,-6-2 0 0,-3-1-9 15,0 0-1-15,-2 3 0 16,-1 0-14-16,-6-2-2 0,-3 2-1 0,0-3 0 16,-3 3-11-16,0 0-2 0,-2 0-1 0,-4-3 0 15,3 3-7-15,-3 3-2 0,1-3 0 0,-4 0 0 0,3 0 40 16,-6 0 10-16,4-3 0 0,-4 1 0 0,3-1 0 0,-3 3 0 0,1-3 0 16,2 1-8-16,0 2 8 0,6 0 0 15,1 0 0-15,-1 0 0 0,6 0 0 0,3 0 0 0,3 0 0 16,3 0 0-16,3 0 56 0,0 0 6 0,4 0 2 0,5 0 0 15,0 0-52-15,0 0-12 0,0 0 0 0,0 0 0 16,0 0 0-16,0 0 0 0,5 0 0 0,4-3 0 16,3 3 0-16,3 0 0 0,0-3 0 0,6 1 0 15,3 2 42-15,3 0 6 0,-1 0 0 0,7 2 1 16,0 1-21-16,0-3-5 0,-1 0-1 0,4 3 0 16,-3-3-10-16,0 0-3 0,-1-3 0 0,1 3 0 15,0 0-9-15,2 0 8 0,1 0-8 0,-3 3 8 16,0-3-8-16,-1 2 0 0,-2 1 0 0,-3 0 0 15,-3-1 0-15,0-2 0 0,-7 3 0 0,1-3 0 16,-3 0-12-16,0 3-7 0,0-3-1 0,-3 2-1 16,-3-2-35-16,0 3-6 0,0 0-2 0,-3-1 0 15,0-2-64-15,-6 0-14 0,3 3-2 0</inkml:trace>
</inkml:ink>
</file>

<file path=ppt/ink/ink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2:58:25.837"/>
    </inkml:context>
    <inkml:brush xml:id="br0">
      <inkml:brushProperty name="width" value="0.05292" units="cm"/>
      <inkml:brushProperty name="height" value="0.05292" units="cm"/>
      <inkml:brushProperty name="color" value="#0070C0"/>
    </inkml:brush>
  </inkml:definitions>
  <inkml:trace contextRef="#ctx0" brushRef="#br0">17082 14082 1485 0,'-6'13'63'16,"0"-2"-51"0,3-1 11-16,3 4 1 0,0-4 1 0,0 1 0 15,3-1-25-15,3-2 0 0,-3 0 0 0,3 3 0 16,0-6 0-16,3 0 0 0,0 3 0 0,-3-2 0 16,6-4 56-16,-3 1 7 0,3 0 1 0,3-3 0 15,-4 2 13-15,7-2 3 0,-3-2 1 0,6-1 0 16,0-2-33-16,0-1-8 0,6-4 0 0,-1 2-1 15,1-5-14-15,3-1-2 0,3-1-1 0,-1-4 0 16,4-2-22-16,3-3-18 0,-1-5 3 0,7-3 1 16,-3 3 40-16,-1-5 8 0,1 2 2 0,6-8 0 15,-7 3-58-15,4 0-11 0,0-3-3 0,2-2 0 16,-8 2-84-16,3 1-16 0,-1-4-4 0</inkml:trace>
  <inkml:trace contextRef="#ctx0" brushRef="#br0" timeOffset="438.292">17463 13741 2032 0,'-18'0'42'0,"9"0"10"16,9 0-41-16,0 0-11 0,0 0 0 0,0 0 0 16,0 0 9-16,0 0 0 0,0 0 0 0,0 0 0 15,0 0 27-15,0 0 6 0,0 0 1 0,0 0 0 16,0 0-20-16,0 0-4 0,0 0-1 0,0 0 0 16,-3 5-18-16,0 3 8 0,3 0-8 0,0 2 0 15,0 1 0-15,3 2 0 0,-3-2 0 0,3 2 0 16,0 0 0-16,0 1 0 0,0-1 0 0,3 0 0 15,0 0 0-15,3 3-9 0,-3-3 1 0,6 3 0 16,-3-3 8-16,3 3 0 0,3-2 0 0,0-1 0 16,0 0 0-16,2-2-10 0,1-1 10 0,3-2-10 15,0-3 10-15,3 1 9 0,0-4-1 0,2-2-8 16,1-2 12-16,3-4-4 0,0 1 0 0,5-6-8 0,1-2 58 16,6-3 5-16,2-2 1 0,4-6 0 15,3 0-64-15,2-5-15 0,4 0-1 0,5-8-1 0,1 3 5 0,-1-6 2 0,10 0 0 16,5-7 0-1,-5 2-38-15,2 0-8 0,3-3-2 0</inkml:trace>
  <inkml:trace contextRef="#ctx0" brushRef="#br0" timeOffset="13420.292">13674 2315 1948 0,'-33'-18'40'0,"18"12"11"0,3 4-41 0,-2-1-10 0,-1 3 0 0,0 0 0 16,0 3 16-16,-3 5 2 0,0 0 0 0,0 0 0 15,-3 0-10-15,4 5-8 0,-1 3 12 0,0-6-12 16,0 9 0-16,3 2 0 0,0 3 0 0,0-3 0 15,4 3 0-15,-1 5-9 0,0 0 9 0,3 0 0 16,3 0-11-16,3 0 11 0,0-2-13 0,3 2 5 16,3-3-20-16,3 3-3 0,3-7-1 0,0 1 0 15,3-7-12-15,2-3-2 0,1 1-1 16,6-6 0-16,0 0 15 0,3-6 2 0,3-2 1 0,2 0 0 16,4-2 53-16,3-6 10 0,0-3 2 0,2 0 1 15,-2-2 8-15,0-3 2 0,-4 0 0 0,4-5 0 16,0-2-3-16,0-4 0 0,-1 3 0 0,4-10 0 15,-3 5 11-15,-4 0 1 0,-2 2 1 0,3-7 0 16,-9 2-2-16,-6 3-1 0,-1-8 0 0,-2 2 0 16,-3 4-30-16,-6-6-5 0,3 0-2 0,-6 0 0 0,-3 7 21 15,-3 1 4-15,-3 0 1 0,-3 5 0 0,-3 3-24 16,-3 0-5-16,-5 5-1 0,-4-2 0 0,-3 7-13 0,-6-2 0 0,1 2 8 16,-4 6-8-16,0 0 8 0,3 5-8 0,1 0 11 0,-4 5-11 31,6-2-96-31,0 7-25 0,1-2-6 0</inkml:trace>
  <inkml:trace contextRef="#ctx0" brushRef="#br0" timeOffset="13876.076">14659 2268 1824 0,'-6'0'76'15,"0"0"-60"1,-6 2 67-16,3 4 13 0,-2-6 4 0,-4 7 0 16,-3-4-48-16,0 8-10 0,0-3-2 0,-3 8 0 15,0-9-9-15,1 9-3 0,-4-2 0 0,3 1 0 16,0 1-10-16,6 3-2 0,-3-3-1 0,4 0 0 16,5 5-15-16,0-5 0 0,3 5 0 0,0 0 0 15,6 0 0-15,6-2 0 0,-3 2-9 0,6 0 9 16,3-5-14-16,5 5 3 0,1-8 1 0,3 3 0 15,6-8-9-15,-3 0-1 0,5-3-1 0,1 3 0 16,3-5 1-16,3-3 1 0,2 0 0 0,4-3 0 16,-3 3 36-16,5-8 7 0,-2 3 2 0,0-6 0 15,-4 1 2-15,-5-1 0 0,0-2 0 0,0-3 0 0,-4-5 36 16,-2 0 8-16,0-3 2 0,-3 0 0 0,-3 3-46 16,-4 0-8-16,-2-6-3 0,-3 4 0 0,-3-1 16 0,-6-5 3 0,0 0 1 0,-9-1 0 15,0-1-21 1,-6-4-5-16,-3 4-1 0,-5-4 0 0,-1 11-10 15,-3-2 0-15,0 7 0 0,-6-2 0 0,1 5 24 0,-7 3 4 0,3 0 0 0,-6 5 0 32,-2 0-45-32,2 3-9 0,-6 2-2 0,7 3 0 0,2 0 28 0,3 5 0 0,4 3 0 0,2 0 0 15,3 3-171-15,0 7-29 0,6-2-5 16</inkml:trace>
  <inkml:trace contextRef="#ctx0" brushRef="#br0" timeOffset="14192.211">15516 2045 1824 0,'21'-13'38'0,"0"0"8"16,-3-3-37-16,-3 3-9 0,-3 2 0 0,0-2 0 16,-3-3 104-16,0 8 20 0,-3-5 3 0,-3 5 1 15,-1 0 0-15,-2 3 0 0,3 2 0 0,-3 3 0 16,0 0-103-16,0 0-25 0,0 0 0 0,0 0 0 15,0 0 56-15,0 0 7 0,-5 3 1 0,-1 10 0 16,0-5-52-16,0 5-12 0,0 3 0 0,-3 5 0 16,6-2 0-16,-3 7 0 0,0-5 0 0,3 11 0 15,0-3 0-15,3 8 0 0,-3 0 0 0,3 6 0 0,0-6 0 16,3-6 0-16,-3 4 0 0,3-1 0 0,0 1 0 0,3-6 0 0,-3 2 0 16,0-1 0-1,3 4-48-15,0-5-13 0,-3 3-3 0,3-3 0 16,-3 0 19-16,0-5 3 0,3 2 1 0,-3-7 0 15,-1-1-153-15,1-2-30 0</inkml:trace>
  <inkml:trace contextRef="#ctx0" brushRef="#br0" timeOffset="14666.981">16192 2019 2030 0,'0'0'57'0,"0"0"14"15,0 0-57-15,0 0-14 0,0 0 0 0,-6 0 0 16,-3 0 105-16,3 5 19 0,-3-2 3 0,0 5 1 16,-2 0-103-16,-1 2-25 0,0 6 0 0,-3 0 0 15,3 5 0-15,-3 0 0 0,0 3 0 0,0 5 0 16,0 0 0-16,1 1 0 0,2-1 0 0,-3 0 0 15,6 0 0-15,0-3 0 0,0 3 0 0,3-2 0 16,3 2 0-16,0-5 0 0,3 5 0 0,3 0 0 16,0-5-46-1,3 0-14-15,3 2-4 0,0-5 0 0,3-2 0 0,3-1 0 0,0 1 0 0,2-6 0 16,-2 0 52-16,6-5 12 0,-3 5 0 0,3-10 0 16,-3 2 0-16,2-5 0 0,-2 3 0 0,3-3 0 15,0-3 0-15,0-2 0 0,3-3 0 0,-3 0 0 16,2-5 84-16,1 0 19 0,0-6 4 0,0 1 1 0,0-1-14 0,-4-2-2 15,1-3-1-15,3-2 0 0,-9 2-24 0,0 0-5 0,0 3-1 16,-3-6 0-16,-3 4-19 0,-4-1-4 0,1-3-1 16,-3-2 0-16,-6 3-12 0,0-1-2 15,0-2-1-15,-5 5 0 0,-1 1-9 0,-3-4-1 0,-3 3-1 16,-6 3 0-16,0 5-11 0,-3-5 0 0,1 8-12 0,-4 2 12 16,0-2-62-1,0 5-5-15,0 0-1 0,-2 8 0 0,-1-5-48 0,3 5-9 0,0 0-3 16</inkml:trace>
  <inkml:trace contextRef="#ctx0" brushRef="#br0" timeOffset="19475.495">16308 3466 1728 0,'0'0'49'0,"-6"-2"11"0,0 2-48 0,3-6-12 0,-3 6 0 0,0 0 0 15,-2 0 45-15,2 6 7 16,-3-6 2-16,0 2 0 0,0 4-22 0,0-4-4 0,0 6 0 0,0-3-1 16,0 3-27-16,0 0 0 0,0 0 0 0,0 3 0 15,3 5 40-15,-3-6 2 0,0 1 1 0,4 5 0 16,-4 0-30-16,0-1-5 0,0 4-8 0,3 0 11 16,-3-4-11-16,3 4 0 0,3-1 0 0,0 4 0 15,0-4 0-15,6 1 0 0,0-1 0 0,0 1 0 16,3-1 0-16,3-2 0 0,0-5 0 0,0 2 0 15,3 0 0-15,-1-8 0 0,4 1 0 0,0-4 8 16,0 1 4-16,3-6 1 0,3 1 0 0,0-6 0 16,2 0 31-16,-2-3 7 0,6-5 1 0,-3 3 0 15,-3-5 19-15,0-1 4 0,-1 1 1 0,-5-1 0 16,0 1-52-16,0-1-11 0,-3 1-1 0,-6-1-1 16,0-2 15-16,-3 0 3 0,0-1 1 0,-3-1 0 15,-3-1-6-15,-3 3 0 0,-3-6-1 0,-3 1 0 16,0 5-23-16,-3-6 0 0,-3 1 0 0,1 5 0 15,-4-1 0-15,0 6 0 0,-3 1 0 0,0 1 0 16,3 4-47-16,-2 4-13 0,2 1-4 0,-3 5 0 16,6-5-45-16,-3 5-10 0,0 5-1 0</inkml:trace>
  <inkml:trace contextRef="#ctx0" brushRef="#br0" timeOffset="19896.772">15647 3368 1579 0,'-17'-16'32'0,"14"16"10"0,-3-5-34 0,6 5-8 0,0 0 0 0,0 0 0 16,0 0 53-16,0 0 9 0,0 0 2 0,0 0 0 15,0 0 0-15,0 0 0 0,0 8 0 0,3 5 0 16,0-2-9-16,0 2-2 0,0 3 0 0,0 3 0 16,0-1-33-16,0 3-8 0,-1 0 0 0,1 3-1 15,-3 3 42-15,3-6 9 0,-3 5 2 0,0 1 0 16,-3 2-52-16,3-5-12 0,-3 5 0 0,3 0 0 15,-2 0 0-15,-1 0-13 0,3 0 2 0,-3 0 1 16,0-2 10-16,0-1 0 0,0-5 0 0,0 1-8 16,0 1 8-16,0-7 0 0,-3 0 0 0,3 3 0 15,0-3 0-15,-3-6 0 0,3 3 0 0,-3 1-12 16,3-6-25-16,-3-1-6 0,3-1-1 0,0 2 0 16,3-8-173-16,0 0-35 0</inkml:trace>
  <inkml:trace contextRef="#ctx0" brushRef="#br0" timeOffset="20672.678">14799 3337 1579 0,'-6'-3'32'0,"3"0"10"0,3 3-34 0,0-5-8 0,0 5 0 0,0 0 0 15,0 0 84-15,-3-3 14 0,3 3 3 0,0 0 1 16,0 0-29-16,0 0-5 0,0 0-2 0,0 0 0 16,0 0-22-16,-3 8-5 0,3-2-1 0,-3 4 0 15,3 3-10-15,0 3-1 0,-3 5-1 0,3-2 0 16,-3 2-13-16,0 6-2 0,0-4-1 0,0 4 0 15,0-3-10-15,0 5 8 0,0-8-8 0,0 5 8 16,1 1 2-16,-1-3 0 0,0 0 0 0,0 5 0 16,3-3-10-16,-3-2-9 0,3 2 9 0,-3 1-13 15,3-1 13-15,0-5 0 0,0 3 0 0,0-8 0 16,-3 5 0-16,3-7 0 0,-3 4 0 0,0-2 0 0,0-3 0 16,0 0 0-16,0-2-9 0,0 2 9 15,-3-5-48-15,3 0-5 0,0 0-1 0,-3-3 0 16,3 3-59-16,-3-2-12 0,3-1-3 0</inkml:trace>
  <inkml:trace contextRef="#ctx0" brushRef="#br0" timeOffset="21250.027">13903 3326 1337 0,'-15'-16'28'0,"9"11"6"0,3 2-34 16,-3-5 0-16,3 3 0 0,0 2 0 0,0-2 109 0,1 0 15 0,2 5 4 0,-3-3 0 15,3 3-52-15,0 0-9 16,0 0-3-16,0 0 0 0,0 0 0 0,0 0-1 0,0 0 0 0,0 0 0 16,0 0-31-16,0 0-7 0,-3 5-1 0,3 6 0 15,0 5-12-15,0 5-4 0,0 5 0 0,3 4 0 32,-3 1-31-32,3 4-6 0,-3-1-2 0,2 3 0 0,1-2 53 0,-3-1 10 0,3 0 3 0,-3 3 0 15,3-2-5-15,-3 5-1 0,0-1 0 0,3 1 0 16,-3-6-45-16,0-2-8 0,3-3-3 0,-3-2 0 15,0-1 27-15,0 1 0 0,0-9 0 0,0 3 0 16,0-2 21-16,-3-1 3 0,3-2 1 0,0 3 0 16,-3-6-25-16,3 3 0 0,0-6 0 15,0 4 0-15,0-1-48 0,0-5-16 16,0-3-2-16</inkml:trace>
  <inkml:trace contextRef="#ctx0" brushRef="#br0" timeOffset="23646.107">14126 9060 1531 0,'0'-5'64'0,"0"-1"-51"16,0 4 51-16,0 2 9 0,0-6 3 0,0 1 0 15,0 5-16-15,0-3-4 0,0 3 0 0,0 0 0 16,0 0-25-16,0 0-6 0,0 0-1 0,0 0 0 15,0 0-24-15,0 0-19 0,0 0 3 0,0 0 1 16,0 0 42-16,3 6 8 0,0 2 1 0,0 0 1 16,0 0-28-16,0-1-9 0,-3 1 0 0,3 0 0 15,0 0 0-15,3-2 0 0,-3-1 0 0,0 0 0 16,3 0 0-16,0-2 0 0,-3 0 0 0,3-1 0 16,0-2-34-16,0 0-1 0,0 0 0 0,3-2 0 15,0-1 35-15,0 0 0 0,0-2 0 0,2-3 0 16,1 3 18-16,0-3 10 0,3 0 3 0,0-3 0 15,-3 1-31-15,6-1 0 0,0 3 0 0,-3-2 0 16,2-1 8-16,1 1-8 0,0-1 0 0,0-2 0 16,0 2 0-16,-3 1 0 0,0-4 0 0,0 1 0 15,-4 0-43-15,1 0-1 0,0 2-1 0,-3 1 0 16,0-1-34-16,0 0-6 0,-3 1-2 0</inkml:trace>
  <inkml:trace contextRef="#ctx0" brushRef="#br0" timeOffset="24070.2">14317 8946 1313 0,'0'0'27'0,"0"0"8"0,0 0-35 15,0 0 0-15,0 0 0 0,3 3 0 0,0 2 52 0,-3-5 4 0,3 3 1 0,3 2 0 16,-3 0-15-16,0 1-3 0,0-1-1 0,0 0 0 16,3 3-19-16,-3-3-4 0,0 3-1 0,0 3 0 15,0-3 9-15,0 2 1 0,0 1 1 0,0 2 0 16,-1-2-37-16,1 2-7 0,3-2-1 0,-3-1-1 16,3 1 21-16,-3-1 0 0,3-2 0 0,0-2 8 15,0 2-8-15,3-3 0 0,-3 0 0 0,3 0 0 16,0-2 33-16,0-3 5 0,0 0 1 0,0 0 0 15,0 0 2-15,0-3 1 0,-1 1 0 0,4-1 0 16,-3-2 14-16,0 0 4 0,3-3 0 0,0 2 0 16,0-2-17-16,-3 0-3 0,6-2-1 0,-3-1 0 15,0 1-8-15,0-1-2 0,2-2 0 0,1 2 0 16,0-2-9-16,0 0-3 0,0 2 0 0,3-2 0 16,-3 2-17-16,3 1 10 0,2-1-10 0,-2-2 8 15,0 2-8-15,0 1 0 0,0-3 0 0,-3 2 0 16,0 0-20-16,-1 1-5 0,-2-1-2 0,0 3 0 15,-3 0-127-15,3 1-26 0,-3 1-4 0</inkml:trace>
</inkml:ink>
</file>

<file path=ppt/ink/ink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3:00:14.400"/>
    </inkml:context>
    <inkml:brush xml:id="br0">
      <inkml:brushProperty name="width" value="0.05292" units="cm"/>
      <inkml:brushProperty name="height" value="0.05292" units="cm"/>
      <inkml:brushProperty name="color" value="#0070C0"/>
    </inkml:brush>
  </inkml:definitions>
  <inkml:trace contextRef="#ctx0" brushRef="#br0">21095 3482 1337 0,'-3'-3'56'15,"-3"-2"-44"1,0 3 41-16,-3-4 9 0,3 4 2 0,-3-4 0 15,-3 1 0-15,3 0 0 0,-3 2 0 0,0 0 0 16,-3 3 4-16,-2-5 2 0,-1 3 0 0,-3 2 0 16,-3-6-33-16,0 4-6 0,-3 2-2 0,1 0 0 15,-4 0-5-15,0 0-2 0,-3 0 0 0,1 0 0 16,-4 0-12-16,0 0-2 0,0 0-8 0,-5 0 12 0,-1 0-12 16,-2 2 0-16,-1 4 0 0,-3-4 0 0,7 6 0 0,-1 0 0 15,0 3 0-15,1-3 0 0,-1 2 10 0,3 3-1 16,-3 1 0-16,1-1 0 0,5 5-9 0,0-2-12 0,4 3 2 15,-1-1 1-15,6 1 9 0,3-1 0 0,0 3 0 0,4 1 0 16,2-1-9-16,3 0 0 0,3 3 0 0,0 0 0 16,6-3-3-16,0 5 0 0,3-5 0 15,3 6 0-15,3-1-5 0,0-5-2 0,3 3 0 0,3 0 0 16,0 0 3-16,3-3 1 0,3 6 0 0,0-9 0 16,3 3 15-16,2-2-12 0,1-1 12 0,6 1-12 15,0-3 12-15,3 2-9 0,-1 1 9 0,4-6-8 16,0 3 0-16,2-6 0 0,1 4 0 0,3-1 0 15,0-5 8-15,2 0-10 0,4 0 10 0,3 0-10 16,-4-3 10-16,1-2 0 0,2-1 0 0,4 1 0 16,-6 0 9-16,2-1 4 0,1 3 1 0,3-5 0 15,-4 0-14-15,1 0 0 0,-4-2 0 0,4-1 0 16,-6-2 54-16,-4 0 8 0,4 2 2 0,-3-8 0 16,-3 1-23-16,-1 2-4 0,-2-5-1 0,0-3 0 15,-3 2 2-15,-4-4 0 0,1 5 0 0,-3-8 0 16,-3 5 13-16,-3-5 2 0,-3-1 1 0,-4 1 0 15,-2-3-43-15,-3 1-11 0,0-4 0 0,-3 1 0 16,0-3 53-16,-6 2 9 0,0-5 2 0,0 3 0 16,-6 0-52-16,-3 0-12 0,-2-3 0 0,-1 6 0 15,-6-3 0-15,3 0 0 0,-3 2 0 0,-3-2 0 0,1 0 0 16,-4 2 0-16,-3-2 0 0,0 0 0 0,0 0 0 16,1 3 0-16,2 5 0 0,-6-9 0 15,-3 9-48-15,1 0-13 0,-1 0-3 0,-6 5 0 16,4 0-51-16,-4 3-10 0,0 2-3 0</inkml:trace>
  <inkml:trace contextRef="#ctx0" brushRef="#br0" timeOffset="5435.597">21044 4755 1181 0,'-3'-13'55'0,"3"5"-55"0,0 0 0 0,-3 0 0 0,3-3 0 15,-3 3 89-15,0-2 12 0,0-1 3 0,-3 3 0 16,0-2-32-16,0-1-7 0,0 0-1 0,-3 3 0 16,-2 1-22-16,-1-4-5 0,0 0-1 0,-3 3 0 15,-3 3-5-15,-3-3-2 0,-3 3 0 0,-2 0 0 31,-1 2 3-31,0-2 1 0,-3 5 0 0,-3-3 0 0,7 6-1 0,-4-3-1 0,0 2 0 0,0 1 0 16,-2 0-31-16,-7 2 0 0,0-2-11 0,-2 2 11 16,-1 0 0-1,3 3 0-15,-5 0 9 0,2 0-1 0,0 3-8 0,3-4 0 0,4-1 0 0,-7 4 0 16,3 4 0-16,1-4 0 0,-1 3 0 0,0 1 0 16,7-1 0-16,-1 3 0 0,6-3 0 0,0 3 0 15,6 2 0-15,4-2 0 0,2 0 0 0,0 5 0 16,3-2 0-16,3 2 0 0,0 0 0 0,6 6 0 15,0-1 0-15,3 3 0 0,3 3-11 0,0 2 11 16,6 1 0-16,0-4 0 0,3 4 0 0,3 2 10 16,6-5-59-16,2-1-12 0,4-1-3 0,9 1 0 15,0-2 0-15,2-2 0 16,7-1 0-16,3 3 0 0,-1-7 46 0,1-1 9 0,-4-5 9 0,10 0-13 16,-6-3 2-16,5-3 1 0,1-4 0 0,5-1 0 15,-5-2 22-15,-1-1 4 0,1-4 0 0,6-1 1 16,-10-2-17-16,1-6 10 0,-4 0-10 0,4-2 8 15,-3-5 52-15,-4-1 11 0,1-5 1 0,3 1 1 16,-7-1-17-16,1 0-4 0,0 3-1 0,-4-6 0 16,-5 3 6-16,-6-2 2 0,-3-3 0 0,-4 2 0 15,-2-10 8-15,-3 3 1 0,0-3 1 0,-3-3 0 0,-3 6-55 16,-3 2-14-16,0-2 0 0,-6 2 0 0,0-2 0 16,-6 4 0-16,0-1 0 0,-6-1 0 0,0 3 38 15,0 0 5-15,-3 0 1 0,-6-3 0 0,-5 3-32 0,-4 2-12 16,-3 4 11-16,-6-1-11 0,1 8 18 0,-1 0-2 0,0 5-1 0,-5-5 0 31,-1 9-63-31,-3 1-13 0,-2 1-3 0,-4 2 0 16,7 3 25-16,-4 3 5 0,3 2 1 0,-2 1 0 15,5 1-158-15,1 9-31 0</inkml:trace>
  <inkml:trace contextRef="#ctx0" brushRef="#br0" timeOffset="7041.765">21270 10198 1250 0,'-9'-19'58'0,"6"11"-58"0,-3 3 0 0,3 0 0 0,-3-3 0 16,4 2 88-16,-4-2 11 0,0 1 2 0,-3-1 1 15,0 0-42-15,0 0-9 0,0 0-2 0,-3 0 0 16,0 3 26-16,0-3 5 0,-3 0 0 0,0 2 1 16,1-2-35-16,-1 1-7 0,0 1-2 0,0 1 0 15,0-3-21-15,0 3-5 0,0-1-1 0,-3 4 0 16,1-4 13-16,-4 1 2 0,0 3 1 0,-3-4 0 15,-3 4-17-15,3-1-9 0,-2-2 10 0,-4 2-10 16,0 0 10-16,3 1-10 0,1-4 10 0,-1 4-10 16,0-1 28-16,3 0 0 0,0 1 0 0,0-1 0 15,-5 3-42-15,-1 0-9 0,-3 0-1 0,-2 3-1 16,2-3 40-16,0 2 8 0,-3 4 1 0,1-1 1 16,5 0-71-16,0 1-14 0,3 2-4 0,0 0 0 15,1-1 52-15,-1 1 12 0,-3 3 0 0,0-3 0 0,4 3 0 16,-4-1 0-16,0 1 0 0,3 2 0 0,0 0 0 0,1 0 0 15,2 3 0-15,3 0 0 16,3 0 8-16,0 0 4 0,0 2 0 0,4 1 1 0,2 2-13 0,0 3-18 16,0-3 4-16,3 6 1 15,3-4 13-15,0 1 0 0,0 0-10 0,3 0 10 0,0 0-17 0,3-1 1 0,-3 1 0 0,3 0 0 16,3-3 3-16,-3 0 1 16,3 1 0-16,0 1 0 0,0-1 0 0,0-1 1 0,0 0 0 0,3 0 0 15,0 0 0-15,0 0 0 0,0 1 0 0,3-1 0 16,-3-3 11-16,3 1-8 0,0-1 8 0,2 1-8 15,1-6 8-15,3 0-10 0,-3 0 10 0,3-2-10 16,0 0 10-16,3-3 0 0,3 2-9 0,2-2 9 16,-2 0 0-16,3-3 0 0,0 1-9 0,3-1 9 15,-7-2 0-15,1 2-10 0,0-3 10 0,0 4-8 16,0-4 8-16,0 1 9 0,-3-3-1 0,5 3-8 16,-2-3 0-16,3 2 0 0,0-2-10 0,0 0 10 15,2 0 0-15,1 0 0 0,3 0 0 0,-3 0 0 16,0 0 0-16,-1-2 0 0,1 2 0 0,-3-3 0 15,0 3 0-15,0-3 0 0,-1 3 0 0,1-2 12 16,0-1-12-16,6 0 0 0,-3 1 0 0,2-1 0 16,-2 1 0-16,3-4 0 0,0 4 0 0,-1-4 0 15,-2 4 0-15,0-4 0 0,-6 4 0 0,3-4 0 16,-4 1 0-16,4 0 0 0,-3 0 0 0,0-1 0 16,0 1 0-16,-3-3 0 0,3 0 0 0,-1 0 0 0,-2-2 0 0,0-1 0 15,0-2 0-15,-3 2 0 0,0-5 56 0,-3 3 7 16,-1-5 1-16,-2-1 0 0,0-2-12 0,0 0-3 15,-3 0 0-15,0-3 0 0,0 3-5 0,0-3 0 0,-3 3-1 16,0-1 0-16,0-1-7 0,0 1-2 16,0 1 0-16,0-3 0 0,-3 1-10 0,0-4-1 15,0 3-1-15,0-5 0 0,-3 3-6 0,0-1-2 16,0 1 0-16,-3 2 0 0,0 0-6 0,0 3-8 16,-3 0 11-16,0 2-11 0,-3 1 11 0,0 2-11 0,-2 0 10 0,-1 0-10 15,-3 0 9-15,-3 3-9 0,3 0 8 0,-3-3-8 16,1 3 17-16,-1 2-1 0,3-2-1 0,-3 2 0 31,3 3-63-31,-3 1-13 0,3-1-3 0,-2 2 0 0,-1 4 28 0,0-1 6 16,-3 3 1-16,-3 3 0 0,3 2-164 0,1 3-33 0</inkml:trace>
  <inkml:trace contextRef="#ctx0" brushRef="#br0" timeOffset="8872.399">21187 11052 922 0,'-15'-5'19'0,"3"0"5"0,3-1-24 0,-3-1 0 0,3 1 0 0,-3 1 0 16,4 0 72-16,-4 2 10 0,3-2 2 0,-3 2 0 16,3 0-48-16,0 1-8 0,-3-1-3 0,3 0 0 15,-3-2 27-15,0 3 6 0,0-1 1 0,0 0 0 16,1 1-12-16,-4-1-3 0,0 0 0 0,-3 3 0 16,-3-2-15-16,0-1-3 0,-3 3-1 0,1 0 0 15,-1 0-2-15,0 0-1 0,-3 3 0 0,3-1 0 16,-2 1-9-16,2 2-1 0,0 1-1 0,0-1 0 15,0 0-11-15,-2 3 0 0,-1-3 0 0,0 3 8 16,-3 0-8-16,-2 0 0 0,-1 0 0 0,-3 3 0 16,3-1 0-16,1 4 0 0,2-1 0 0,0 0 0 15,3 3-26-15,0-3-7 0,4 0-2 16,-1 3 0-16,-3-3 58 0,0 3 11 0,-3 0 2 0,1 0 1 16,2-3-28-16,0 0-9 0,0 1 0 0,1 2 0 15,2-3 0-15,3 0 0 0,3 0 0 0,-3 3 0 16,6-5 0-16,-3 2 0 0,4 3 0 0,-1-3 0 0,3 0 0 15,3 3 0-15,-3-5 0 0,3 5 0 0,0-3 0 16,3 3 0-16,-3 0 0 0,0 0 0 0,0-1 0 16,3 1 0-16,0 3 0 0,0-3 0 0,1 2 0 15,2-2 0-15,0 3 0 0,0-4 0 16,3 1-24-16,0 0-12 0,0 0-3 0,3 0 0 0,0 0 39 16,3-3 0-16,-1 3 0 0,1 0 0 0,3 0 0 0,0-3 0 0,-3 3 0 0,3 0 0 15,3-3 0-15,-3 0 0 0,3 0 0 0,0-2 0 16,3 2 0-16,0-2 0 0,2-1 0 0,1 1 0 15,3 0 0-15,3-4 0 0,0 4 0 0,6-6 0 16,-7 1 0-16,7-1 0 0,0 0 0 0,-3-2 0 16,-1-1 0-16,-2 1 0 0,-3-3 0 0,3 0 0 15,0 0 0-15,0 0 0 0,2-3 0 16,1 1 0-16,3-3 0 0,3 2 0 0,-1-2 0 0,4-1 0 16,-3 1 0-16,-3-3 0 0,-1 3 0 0,1 0 0 15,-3-3 0-15,0 0 0 0,-3 0 0 0,2 0 0 16,1 0 0-16,3 0 0 0,0-3 0 0,-1 3 0 15,1 0 0-15,0 0 0 0,-3 3 0 0,2-3 0 16,-5 0 0-16,0 0 0 0,-3 0 0 0,0 1 0 16,0-4 0-16,-6 3 0 0,2-3 0 0,1 1 0 15,-3 2 44-15,0-5 16 0,0 2 3 0,0 0 1 16,0-4-52-16,0 1-12 0,-1-2 0 0,1-2 0 16,3-3 54-16,-3-3 8 0,0 0 2 0,3-2 0 15,-3-1-52-15,0 3-12 0,-1-2 0 0,-2 2 0 16,0 0 40-16,0 3 6 0,-3 0 1 0,0-3 0 15,0 3-24-15,-3 0-5 0,3 0-1 0,-3-3 0 0,-3 3-17 16,0-3 0-16,0 0 0 0,-3 0 0 0,0 0 55 16,0 3 7-16,0 0 2 0,-3 0 0 15,0 2-52-15,-3 1-12 0,-3-1 0 0,0 4 0 0,0 1 0 0,-3 1 0 0,-3 0 0 0,0 2 0 16,0 1 0-16,-2 2 0 0,-1-3 0 16,0 3 0-16,-3 0 0 0,3 3 0 0,-3 0 0 0,1-1 0 31,2 4-48-31,-3-1-13 0,0 3-3 0,-3 0 0 0,0 5-153 15</inkml:trace>
  <inkml:trace contextRef="#ctx0" brushRef="#br0" timeOffset="17686.965">22369 6565 1580 0,'-6'-6'67'0,"-3"1"-54"15,3 2 92-15,-3-2 19 0,3 3 3 0,-3-1 1 16,-3 0-52-16,3 1-9 0,-3-1-3 0,0 3 0 15,0 3 0-15,1-1 0 0,-4 1 0 0,0 0 0 16,-3 2-16-16,0 3-4 0,-3-3-1 0,3 6 0 16,-2 2-17-16,-1 0-3 0,0 6-1 0,0-1 0 15,0 6-22-15,3 0 0 0,0 2 0 0,-2 3 0 16,5-2 0-16,0-1 0 0,0 1 0 0,3 2 0 16,3-3 0-16,3 1 0 0,0-3 0 0,6 5 0 15,0-6 0-15,6 7 0 0,3-1 0 0,0-3 0 16,6-2 0-16,3-3 0 0,3 0 0 0,-1-2 0 15,7-6 9-15,0 0 1 0,3-5 0 0,3 0 0 16,-4-5-10-16,4-1 0 0,0-2 9 0,0-2-9 16,2-3 0-16,1-3-16 0,0 0 2 0,-1-3 1 15,-2-2 37-15,0-3 8 0,0 0 2 0,-7-2 0 16,1-4-2-16,-6 1 0 0,-3 0 0 0,0 0 0 0,-3-3 4 16,-3 3 0-16,-1-6 0 0,-2 4 0 0,-3-1-9 15,-3 0-2-15,-3 0 0 0,0-2 0 0,-3 2-9 16,-3 0-1-16,0 0-1 0,-2 0 0 0,-4 6-5 0,0-1-1 0,-3 1 0 15,0 2 0-15,-3 0-8 0,-3 3 0 0,-3 2 9 16,1 1-9-16,-4 4 0 16,3-1 0-16,-3 1 0 0,0 6 0 0,1 0-25 0,2 0 0 0,0 3 0 15,0 2 0 1,0 3-75-16,7 0-14 0,-1 0-3 0</inkml:trace>
  <inkml:trace contextRef="#ctx0" brushRef="#br0" timeOffset="18190.433">23202 6559 2258 0,'-9'-2'64'0,"3"2"14"15,-3 0-62-15,0 0-16 0,-3 2 0 0,4 1 0 16,-4 0 56-16,-3-1 9 0,0 4 2 0,3 2 0 15,-3 0-5-15,3 2-1 0,0 3 0 0,0 3 0 16,0 3-33-16,1-1-8 0,2 1 0 0,-3 2-1 16,3 0-28-16,0 3-6 0,3 0-1 0,0 0 0 15,0-1 28-15,3 4 6 0,0-3 1 0,3-1 0 16,0 4-19-16,3-3 0 0,0 0 0 0,3 2 0 16,0-5 0-16,3 3 0 0,0-5 0 0,0 2 0 15,3-5-16-15,-1-1-1 0,4-1 0 0,0-4 0 16,0 1 17-16,3-6 0 0,0 0 0 0,0-2 0 0,3-3 0 0,-1-3 0 0,4-2 0 15,-3 0 0-15,3-6 43 0,0 1 12 0,-1-1 2 16,1-5 1-16,-3 3-42 0,0-6-8 0,0 1-8 0,0-1 12 16,-4 1 46-16,1-3 10 0,-3 0 1 0,0-1 1 15,0-1-34-15,-3-1-6 0,0 0-2 0,-3-3 0 16,0 4-8-16,-3-6-3 0,0 2 0 0,-3 1 0 16,-3-1-5-16,0 1-2 0,-3 2 0 0,-3 0 0 15,0 3-10-15,-6 2 12 0,3 4-12 0,-6-1 12 16,0 2-12-16,-6 4 8 0,3-1-8 0,-5 3 8 15,-1 0-8-15,-3 3 0 0,0-3 0 0,-3 3 0 16,4 2-26-16,-4 1 2 0,0-1 1 0,3 3 0 16,3 3-69-16,1-1-15 0,2 4-2 15,3-1-1-15,0-3-116 0,0 4-23 16</inkml:trace>
  <inkml:trace contextRef="#ctx0" brushRef="#br0" timeOffset="18663.357">24006 6525 1824 0,'0'0'38'0,"-6"0"8"16,0 0-37-16,-3 0-9 0,3 0 0 0,-6 0 0 0,3 0 104 16,0 0 18-16,-3 3 4 0,0-1 1 0,1 1-50 0,-1 2-9 0,0-2-3 0,0 5 0 15,0 0-1-15,0 2 0 0,3 1 0 16,-3 2 0-1,0 0-64-15,0 3-16 0,0 3-1 0,1 2-1 0,2 0 18 0,-3 0 0 16,0 3 0-16,0 0 9 0,3 0-9 16,3-3 0-16,-3 3 0 0,6 0 8 0,-3-3-8 15,6 0 0-15,-3-3 0 0,6 4 0 0,-3-4 0 0,6 1 0 0,-3 2 0 16,6-3 0-16,0-2-9 0,0 0 9 0,3 0 0 16,3-3 0-16,0-2 0 0,-1-1-8 0,1-2 8 0,3-2 0 15,0-1 0-15,3-2 0 0,0-3 0 0,0 0 0 16,-1-3 13-16,4-2 3 0,3-3 1 0,-3 0 0 15,-3-3-17-15,2 1 0 0,-2-1 0 0,0-2 0 16,0-1 55-16,-6-1 7 0,3 1 2 0,-3-4 0 16,-4-1 0-16,1 1 0 0,-3-6 0 0,0 3 0 15,-3-6 0-15,0 4 0 0,-3-1 0 0,0-3 0 16,-3 3-52-16,-3 1-12 0,0-4 0 0,0 3 0 16,-6 1 0-16,0 1 0 0,0 1 0 0,-6 0 0 15,4 5 0-15,-4 0 0 0,-3 0 0 0,0 3 0 16,0 0 0-16,-6 5 0 0,3-5 0 0,-2 5 0 15,-1 3-43-15,0-1-11 16,0-2-2-16,0 6-1 0,4-1-114 0,-1 3-22 0,3 0-5 16</inkml:trace>
  <inkml:trace contextRef="#ctx0" brushRef="#br0" timeOffset="19337.578">24515 6634 1824 0,'0'0'76'15,"0"0"-60"1,0 0 76-16,0 0 15 0,0 0 3 0,0 0 1 16,0 0-24-16,-3 2-5 0,0 3-1 0,0 3 0 15,-3 0-65-15,0 6-16 0,0-4 0 0,0 3 0 16,-3 3 0-16,3 0 0 0,0 3 0 0,-3-1 0 16,3 1 55-16,0-1 7 0,0 3 2 0,0-2 0 15,3-1-52-15,3-2-12 0,-2 3 0 0,2-3 0 16,2 2 0-16,1-2 0 0,3 0 0 0,0 2 0 0,0-4 0 15,3 2 0-15,3-3 0 0,0 3 0 16,0-6 0-16,3 1 0 0,0-1 0 0,3-4 0 16,-4-1 0-16,4-2 0 0,0-1 0 0,0-2 0 0,3 0 0 15,-3-2 0-15,0-1 0 0,-1-2 0 16,-2-3 54-16,3 0 8 0,0 0 2 0,0-3 0 0,-3 1-33 0,0-3-7 0,-3 2 0 16,0-2-1-16,-1-1 15 0,1 4 3 0,0-6 1 0,-3 3 0 15,0-3-7-15,-3 3-2 0,0-3 0 0,0-3 0 16,-3 3-9-16,0 1-3 0,-3-1 0 0,0 0 0 15,0-3-7-15,-3 3-2 0,3-5 0 0,-6 5 0 16,0-2-4-16,0-1-8 0,-3 1 11 0,0 2-11 16,-3 0 8-16,-3 3-8 15,4 0 0-15,-4-1 0 0,0 6 0 0,0 0-11 0,-3-2 0 0,0 5 0 16,0-1-42-16,0 4-9 0,1-1-2 0,-1 0 0 16,0 3-51-16,-3 0-10 0,0 0-3 0</inkml:trace>
  <inkml:trace contextRef="#ctx0" brushRef="#br0" timeOffset="21590.662">24872 6327 1744 0,'0'0'36'0,"0"0"8"0,0 0-35 0,0 0-9 0,0-6 0 0,0 1 0 31,0 5 95-31,-3-5 17 0,0-3 3 0,3 5 1 0,-3-2-31 0,0 0-5 0,-3-1-2 0,3 1 0 16,-3 0-14-16,0-1-4 0,0 4 0 0,-3-4 0 15,0 1-18-15,0 0-4 0,1 0-1 0,-4-1 0 16,0 4-9-16,-3-4-1 0,0 4-1 0,-3-1 0 15,0 0-6-15,0 1-2 0,1-4 0 0,-4 4 0 16,0-1-5 0,-3 1-1-16,0-4 0 0,-3 4 0 0,1-4-12 15,-4 4 0-15,0-4 0 0,-3 4 0 0,4 2 0 0,-4-3 8 0,0 3-8 16,0-3 0-16,1 3 0 0,-1 0 0 0,0-2 0 16,-3 2 0-16,1-3 0 0,2 3 0 0,-6-3 0 0,4 3 0 15,-1 0 0-15,0 0 0 0,3 3 0 0,-2-3 0 16,-1 0 0-16,0 0 0 0,-2 0 0 0,-1-3 0 15,0 3 0-15,0 0 0 0,1 0 0 0,-1 0 0 16,0 0 0-16,4 0 0 0,-4 3 0 0,3-3 0 16,1-3 0-16,-1 3 0 0,-3 0 8 0,3-2-8 15,1-1 0-15,-1 3 0 0,3 0 0 0,0 0 0 16,4 0-10-16,2 0 2 0,0 0 0 0,0 0 0 16,1 0 8-16,-1 0 0 0,3 0 0 0,-3 0 0 15,3 0 0-15,-2 0 0 0,-1 0 0 0,3 3 0 16,0-1 0-16,0 1 9 0,3 0-1 0,1 2-8 15,-1-2 0-15,3 2 0 0,0 0 0 0,-3 1 0 16,6-1 0-16,-3 0 0 0,1 0-11 0,-1 1 11 0,0 2 0 16,0-3 0-16,0 0 0 0,0 1 0 15,0-1 0-15,1 3 0 0,-4 0 0 0,3 0 0 0,-3-3 0 16,3 3 0-16,0 0 0 0,-2 0 0 0,-1 0 0 0,3 0 0 16,0 0 0-16,-3 0 0 0,3-3 0 15,-3 3 0-15,4 0 8 0,-1-3-8 0,0 3 0 0,-3 0 0 0,3-3 0 0,-3 3 0 16,3-3 0-1,1 1-8-15,-1 2 8 0,3-3 0 0,-3 0 0 0,3 0 0 0,0-2 0 0,3 2 0 16,0-2 0-16,1 0 0 0,2-1 0 16,0 1 0-16,3-3 0 0,0 3 0 0,0-3 0 0,6 0 0 31,0 0-58-31,0 0-5 0,0 0-1 0,0 0 0 16,0 0 0-16,0-6 0 0,3-2 0 0,0 0 0 0,3 1-116 15,3-4-23-15</inkml:trace>
  <inkml:trace contextRef="#ctx0" brushRef="#br0" timeOffset="22102.775">22238 6057 1592 0,'0'0'33'0,"0"0"7"0,0 0-32 0,-3-6-8 0,3 1 0 0,0 5 0 15,0 0 112-15,0 0 21 0,0 0 4 0,0 0 1 16,0 0-58-16,0 0-11 0,0 0-2 0,0 0-1 15,0 0-36-15,-6 5-7 0,0-2-2 0,3 2 0 32,-3 3-13-32,-3-2-8 0,3 2 8 0,-3 2-8 0,0-2 8 0,-6 5-8 0,3-2 10 0,-3 5-10 15,1 0 8-15,-1-1-8 0,-3 1 0 0,3 6 0 16,-3-4 20 0,0 1-3-16,0 2 0 0,1 0 0 0,2-3-17 0,0-2 0 0,0 0 0 0,3 0 0 15,0 0 0-15,3-5 0 0,0 2 0 0,0-3 0 16,3 1 0-16,3-1-12 0,0 1 1 0,0-3 1 15,0 0 10-15,3 0 14 0,3-3-3 0,-3 3-1 16,3-3-10-16,0 1 0 0,0-1 0 0,3 0 0 16,0-2 33-16,0 2 5 0,0-2 1 0,0 0 0 15,3-1-15-15,-3 1-2 0,3 2-1 0,3-2 0 16,-3-1-13-16,0 1-8 0,0 0 8 0,2-1-8 16,1 1 0-16,0 2 0 0,0-2 0 0,3 0 0 15,0-1-98-15,0 1-24 0,0 2-5 0</inkml:trace>
  <inkml:trace contextRef="#ctx0" brushRef="#br0" timeOffset="30364.275">24634 7925 1869 0,'3'-6'39'0,"-3"-1"9"0,0 1-39 0,0 1-9 0,0 0 0 0,0 5 0 16,-3-6 102-16,0 4 18 0,-3-1 4 0,-3 0 1 15,0 3-53-15,-3 0-10 0,0 3-2 0,-3 0-1 16,0 2-25-16,-2 3-5 0,-4 0-1 0,0 2 0 15,3 4-13-15,-3 2-3 0,0-1-1 0,4 4 0 16,-4-1 8-16,3 4 1 0,3-4 1 0,-3 3 0 16,6-2-33-16,0 2-6 0,3 0-2 0,0 0 0 15,6 3 20-15,0-3 0 0,3 1 0 0,0 1 0 16,6-1 0-16,0-4-8 0,3 1-1 0,3-1 0 16,3-5 28-16,0 1 5 0,6-4 2 0,3-5 0 15,-1 1-26-15,4-6 0 0,3 0 0 0,0-6 0 16,-3 1 0-16,2-3 0 0,-2-2 0 0,3-4 0 15,-6 1 0-15,2-5 0 0,-2 2 0 0,0-3 0 16,-3 1-8-16,-3-1-8 0,0 1 0 0,-3 2-1 16,-4-3 27-16,-2 1 6 0,-3-1 0 0,0 1 1 0,-6-1 7 0,-3 1 2 15,0-4 0-15,-3 1 0 16,-3 0-11-16,-2 3-3 0,-1-6 0 0,-3 3 0 0,0-1-4 16,-3 4 0-16,0 2-8 0,-3-2 12 15,-2 4-45-15,-1-2-10 0,0 3-1 0,-6 0-1 0,0 5-15 16,-2 0-4-16,-4 3 0 0</inkml:trace>
  <inkml:trace contextRef="#ctx0" brushRef="#br0" timeOffset="30826.177">23875 7914 1979 0,'-12'-10'41'0,"6"7"10"15,3 0-41-15,-3 3-10 0,6 0 0 0,-6-2 0 16,-3 2 58-16,3 2 10 0,-3-2 1 0,0 6 1 16,0-1-37-16,-3 3-7 0,4 0-2 0,-4 2 0 15,0 4-12-15,3-4-4 0,0 6 0 0,-3 0 0 16,3 0 0-16,0 0-8 0,0 2 12 0,0 1-4 15,3-3-8-15,0 2 0 0,0-2 0 0,3 0 8 16,0 0-25-16,3 0-6 0,0-3-1 0,0 3 0 16,3-3 39-16,0 0 7 0,3-2 2 0,0 2 0 15,3-5-24-15,0 0 9 0,0-3-9 0,3-2 0 0,0-1 19 16,0 1-3-16,3-3-1 0,0-5 0 0,-4 2 5 0,1-5 0 16,0-2 1-16,0 2 0 0,0-6 3 0,0 4 1 0,-3-6 0 0,0 3 0 15,3 0 12-15,-6-3 3 0,3 0 0 0,-3 0 0 16,0 0-32-16,-3 0-8 0,0 0 0 0,-3-2 0 15,0-1 52-15,-3 3 10 0,0-5 2 0,0 5 0 16,-6-2-64-16,3-1-18 16,-3 3-1-16,-3 1 0 0,0-1 9 0,-3 2 2 0,3 1 0 15,-6 3 0-15,0 2-33 0,-5 0-7 0,-1 0 0 0,0 3-1 16,-3 2-133 0,3 0-26-16,-2 1-6 0</inkml:trace>
  <inkml:trace contextRef="#ctx0" brushRef="#br0" timeOffset="31333.715">23047 7700 1637 0,'-15'5'34'0,"9"-2"8"0,1-1-34 0,2 4-8 0,-3-4 0 0,0 6 0 16,3-2 20-16,-3 2 1 0,0-1 1 0,-3 4 0 15,3 2-3-15,0 3-1 0,0 0 0 0,0 3 0 16,3 2-8-16,-3 0-2 0,3 3 0 0,0 0 0 15,0-3 0-15,3 0-8 0,3-3 12 0,0 4-4 32,0-4-8-32,3 1 8 0,0-1-8 0,3-2 8 0,-3 0 11 0,3-3 1 0,0 0 1 0,0-2 0 15,3-3 12-15,-1 0 3 0,1-3 0 0,0 0 0 16,0-2 6-16,3 0 2 0,0-6 0 0,0 0 0 16,3 1 6-16,3-4 2 0,-1-1 0 0,-2-1 0 15,3-3 32-15,-3 0 8 0,3 1 0 0,-3-3 1 16,-3-3-77-16,-1 2-16 0,-2-4 0 0,-3-1 0 15,-3-2 15-15,0-3 6 0,-6 1 2 0,0-1 0 16,-3 0-5-16,0 0-1 0,-6 0 0 16,0 1 0-16,-3 1 8 0,-2 7 2 0,-4-1 0 15,0 2 0-15,-6 4-27 0,3-1 0 0,-3 6 0 0,1 0 0 16,-1-1-98-16,3 4-25 0,-3 2-5 16,0 0 0-16,0 0-77 0,-2 0-15 0</inkml:trace>
  <inkml:trace contextRef="#ctx0" brushRef="#br0" timeOffset="31801.53">22407 7716 1792 0,'-15'2'51'0,"1"1"10"0,-1 2-49 0,3 1-12 0,0-1 0 0,0 3 0 15,0 2 0-15,3 1 0 0,0 5 0 0,0 2 0 16,0 1 0-16,0 2 0 0,3 6 0 0,1-4 0 16,-1 1 0-16,3 0 0 0,0 0 0 0,3 0 0 15,0-3 0-15,0 0 0 0,3-3 0 0,0 4 0 16,0-6 32-16,2-1 4 0,4-1 1 0,-3-1 0 15,6-3-10-15,0 1-3 0,0-3 0 0,3 0 0 16,0-3-16-16,3-2-8 0,0-1 0 0,2 1 8 16,1 0 44-16,0-6 8 0,3 0 1 0,-3 1 1 15,3-6-12-15,-4 0-2 0,4 0-1 0,-6-3 0 16,0-2 7-16,0 0 2 0,-3 0 0 0,-3-3 0 16,-1-3-24-16,-2 1-4 0,0-3 0 0,-3-1-1 15,-3-1 29-15,0-4 7 0,-3-2 1 0,0 3 0 16,-3-1-52-16,-3 3-12 0,3 3 0 0,-6 0 0 15,3 3 19-15,-2 2 1 0,-4 2 0 0,0 1 0 0,0 3-20 16,-3-1 0-16,-3 3 0 0,0 3 0 16,0 2-32-16,0 1-9 0,1-1-3 0,-4 3 0 15,3 3-101-15,0-1-21 0,3 3-4 0</inkml:trace>
  <inkml:trace contextRef="#ctx0" brushRef="#br0" timeOffset="32523.574">24943 8441 1773 0,'0'0'36'0,"0"0"11"0,6-3-38 15,-3 3-9-15,3-3 0 0,0 3 0 0,0-2 112 0,0-1 21 0,0 1 4 0,0-1 1 16,0 0-41-16,0-2-8 0,0 2-1 0,0 3-1 15,0-2-30-15,0-1-5 0,0 0-2 0,0 3 0 16,0-2-20-16,-3 2-4 0,3-3-1 16,-3 3 0-16,3 0-15 0,-4 0-10 0,-2 0 12 0,6 3-12 15,-6-3 8-15,3 5-8 0,0-2 0 16,0 2 0-16,0 0 0 0,-3 1 0 0,3 1 8 0,-3 1-8 16,-3 0 0-16,0 6 0 0,-3-1 0 0,0 3 0 15,1 0-22-15,-4-1 2 0,-3 4 0 0,-3 2 0 16,3 0 0-16,-6-2 0 0,3 2 0 0,-3 3 0 15,0-6 8-15,1 6 3 0,2-3 0 0,0 3 0 16,0-5 9-16,3-1 0 0,3-2-9 0,0 0 9 16,3-3 0-16,3 0 0 15,3-2-9-15,0-3 9 0,6 0 0 0,3 0 0 0,0-3 0 0,6 0 0 16,0-2 20-16,6 0-1 0,-1-1-1 0,4 1 0 16,-3-3 2-16,3 0 0 0,-3 0 0 0,3 0 0 15,-1 0-11-15,-2-3-1 0,3 3-8 0,3 0 12 16,-6 0-12-16,2 0 0 0,1 0 0 0,-3 0 0 15,0 0-31-15,-3 3-9 0,0-3-1 0,0 3-1 16,-4-1-170-16,1 1-33 0,-3 2-7 0</inkml:trace>
  <inkml:trace contextRef="#ctx0" brushRef="#br0" timeOffset="35346.365">22660 9907 1052 0,'-6'0'44'15,"0"-3"-35"1,0 3 86-16,1-3 17 0,2 3 3 0,3 0 1 16,-6 0-12-16,0-2-3 0,0 2 0 0,6 0 0 15,-6 0-20-15,6 0-4 0,-6 2-1 0,0 1 0 16,6-3-19-16,-6 5-4 0,3 1-1 0,0-1 0 16,0 3-19-16,0 0-4 0,0 2-1 0,0 4 0 15,0-1-10-15,3 0-2 0,-3 3-1 0,0 0 0 16,0 2-5-16,3 1-1 0,-3-1 0 0,0 3 0 15,3 1-1-15,0-1 0 0,-3 0 0 0,3 3 0 0,0 2-8 0,0 1 8 16,0-1-8-16,0 3 8 0,0 0-8 0,0-2 0 16,0-1 0-16,0 1 0 0,3-3 0 0,-3-1 8 15,0-1-8-15,3-1 0 0,-3-5 0 0,0 2 0 0,3-5 0 16,-3 6 0 0,0-9-35-16,3 4-5 0,-3-4-2 0,0 1 0 15,3-3-42-15,-3 0-9 0,0-3-2 0</inkml:trace>
  <inkml:trace contextRef="#ctx0" brushRef="#br0" timeOffset="35821.88">23032 10132 1789 0,'0'0'37'0,"-6"-3"9"16,6 3-37-16,-2-3-9 0,2 3 0 0,0 0 0 15,0 0 64-15,-6 0 10 0,6 0 2 0,-9 3 1 16,3 2-32-16,0 0-6 0,0 1-2 0,0 4 0 16,0 1-13-16,-3-3-2 0,3 5-1 0,-3 0 0 15,3 1-21-15,0 1 8 0,0 4-8 0,0-1 0 16,0 1 13-16,0 2-1 0,3 0-1 0,-3 3 0 16,6-5-11-16,-3 2 0 0,6-3 0 0,-3 1 0 15,3-1 0-15,3-4 0 0,0 2-9 0,0-3 9 0,3-3 0 16,0 1 0-16,0-1-8 0,3-4 8 0,-3-1 0 0,3-2-8 15,0-3 8-15,-3 0 0 16,3-3-8-16,-1-2 8 0,1-1 0 0,0-1 0 16,0-1 0-16,0-3 0 0,0 0 0 0,0-2 0 15,0-3 44-15,0 0 16 0,0-2 4 0,-3-3 0 0,-4 0-20 0,4-6-3 16,-3 3-1-16,-3 1 0 0,0-1-1 0,0 0-1 0,-3 5 0 16,0-2 0-16,-3 3-6 0,0-1-2 0,-3 1 0 0,0 2 0 15,0 0-9-15,-2 0-1 0,-1 0-1 0,-3 3 0 16,0 0-19-16,0 2 0 0,0-2 0 0,0 2 0 15,0 3 0-15,0 0 0 0,0 0 0 0,0 3 0 16,1 3 0-16,2-1 0 0,-3 0 0 0,0 3-12 16,3 3-36-16,0 0-8 0,0 2 0 15,0 3-1-15,0-3-119 0,0 3-24 0,3 3-5 0</inkml:trace>
  <inkml:trace contextRef="#ctx0" brushRef="#br0" timeOffset="36360.445">23640 10158 1577 0,'-6'-3'66'15,"0"1"-53"1,0 2 42-16,3 0 8 0,3 0 1 0,-6-3 1 0,6 3 24 0,-6 0 5 0,0 3 1 0,0-3 0 16,0 2-50-16,0 1-9 0,0 2-3 0,0-2 0 15,0 5-33-15,0 0 0 0,3 0 0 0,-6 5 0 16,3 0 0-16,0 3 0 0,1 3 0 0,-1 2 0 16,0 0 0-16,3 3 0 0,-3 0 0 0,3-1 0 15,0 1 0-15,3 0 0 0,0-3 0 0,0 3 0 16,3-5 0-16,3 2 0 0,-3-5 0 0,6 2 0 15,-3-5 0-15,5 1 0 0,1-4-12 16,0 1 3-16,3-3-2 0,0 0 0 0,3-3 0 16,3-2 0-16,-3 2 11 0,2-5 0 0,4 0 0 0,-3 0 0 15,-3-3 13-15,3 1 5 0,-3-4 1 0,-1 1 0 16,-2-3 36-16,-3 0 7 0,3 0 2 0,-3-2 0 16,0-1-9-16,0 0-2 0,0-2 0 0,0 0 0 15,-3-3 18-15,-3-2 3 0,0-1 1 0,-1-5 0 16,1 3-60-16,-3-5-15 0,0-1 0 0,0 1 0 15,-3-1 31-15,0 3 3 0,0 3 1 0,-3-3 0 16,0 6-18-16,0-1-3 0,-3 1-1 0,1 2 0 16,-1 0-3-16,-3 0-1 0,3-2 0 0,-3 4 0 15,-3 1-1-15,3-3-8 0,0 3 12 0,-3 0-4 16,0 2-8-16,3 1 0 0,-3 2 0 0,0 0 0 16,1 3 0-16,-4 2 0 0,0 0 0 0,0 1 0 15,0 4-56-15,0 4-14 0,0-1-2 0,0 0-1 16,0 3-127-16,1 3-26 0,-1-3-5 0</inkml:trace>
  <inkml:trace contextRef="#ctx0" brushRef="#br0" timeOffset="36965.445">24232 10169 1782 0,'0'0'37'0,"0"0"8"15,0 0-36-15,0 0-9 0,0 0 0 0,0 0 0 16,-3 5 58-16,0 0 10 0,3-5 1 0,-3 8 1 16,0-3-52-16,0 3-10 0,0 0-8 0,0 0 9 15,0 3 14-15,0-1 2 0,0 1 1 0,-3 2 0 16,3 0-26-16,0 3 0 0,0 0 0 0,0 3 0 16,0-1 0-16,3 1 0 0,0-1 0 0,0 3 0 15,3-2 0-15,0-1 0 0,3-2 0 0,-3 3 0 16,3-3-18-16,0 0 4 0,3-3 1 0,-3 0 0 15,3-2-6-15,3-3-1 0,-3 0 0 0,3-3 0 16,3-3 20-16,0 1 0 0,-1 0 0 0,1-3 0 16,0 0 0-16,3 0 0 0,0-3 0 0,0 0 0 0,0 1 10 15,-1-3-1-15,-2 2 0 0,3-5 0 0,-3 3 44 0,-3-3 9 16,3 0 2-16,-3 0 0 0,0-3 51 16,-3 1 10-16,0-4 3 0,-1 1 0 0,-2-3-103 15,3 0-25-15,-3-2 0 0,-3-1 0 0,3-2 56 16,-3 3 7-16,0-3 1 0,0-1 0 0,0 1-52 0,-3 3-12 0,0-1 0 0,0 1 0 15,-3-1 0-15,0 3 0 16,0 0 0-16,0 1 0 0,-3-1 54 0,-3 0 8 0,0 3 2 0,1-3 0 16,-4 2-52-16,0 4-12 0,-3-3 0 0,0 2 0 31,-3 3-48-31,0 0-13 0,-3 0-3 0,1 3 0 0,-1 2 0 0,-3 1 0 16,3 2 0-16,-3 0 0 0,0 2-153 0,4 1-31 0,-1 2-7 0</inkml:trace>
  <inkml:trace contextRef="#ctx0" brushRef="#br0" timeOffset="37776.122">24661 9764 1744 0,'0'0'36'0,"0"0"8"15,0-3-35-15,3-2-9 0,-3 2 0 0,0 3 0 16,0-5 76-16,0 5 14 0,0 0 2 0,-3-3 1 16,0 1-33-16,-3-4-8 0,3 6 0 0,-3-2-1 15,0-1-12-15,0 0-3 0,0 3 0 0,-3-2 0 16,0 2-3-16,0-3-1 0,0 0 0 0,-6 3 0 16,3-2-5-16,1 2-2 0,-1-3 0 0,-3 0 0 15,0 3-5-15,-3-5 0 0,-3 3-1 0,0-1 0 16,0 0-6-16,1 3-1 0,-7-2 0 0,3-1 0 15,0 3-2-15,0 0-1 0,-2-3 0 0,-1 1 0 16,-3-1-9-16,0 0 0 0,-5-5 9 0,-1 3-9 16,0 2 8-16,-6-2-8 0,1 3 8 0,-1-1-8 0,3 0 0 0,4-2 0 15,-4 5-12-15,3-3 4 0,1 1 28 0,-1 2 7 16,0-3 1-16,-3 3 0 16,7 0-45-16,-4-3-9 0,3 3-2 0,-2 0 0 0,5-2 28 0,0 2 0 15,0-3 0-15,0 3 0 0,1 0 0 0,-1 0 0 0,0 0 0 0,0 3 0 16,1-3 0-16,-1 0 0 0,0 0 0 15,3 0 0-15,1 0 0 0,2 0 0 16,0 0 0-16,0 0 0 0,3 0 17 0,0 0 9 16,1 0 2-16,-1 2 0 0,0-2-28 0,3 3 0 15,-3-3 0-15,0 5-11 0,3-5-9 0,1 3-3 0,-1 0 0 0,0-1 0 16,3-2 23-16,0 3 0 0,3-3 0 0,0 3 0 16,0-3 0-16,3 2 0 0,4-2 0 0,-4 0 0 15,3 0 0-15,0 0 0 0,6 0 0 0,-6 0 0 16,6 0 0-16,0 0 0 0,0 0 0 0,0 0 0 15,-3 0-56-15,3 0-6 0,-3-5-2 0,3 0 0 16,0-1-102-16,3 1-21 0,0-3-4 0</inkml:trace>
  <inkml:trace contextRef="#ctx0" brushRef="#br0" timeOffset="38227.163">22976 9404 1630 0,'0'0'34'0,"0"0"7"0,0 0-33 0,0 0-8 0,0 0 0 0,0 0 0 15,0 0 63-15,0 0 10 0,0 0 3 0,0 0 0 16,0 0-34-16,0 0-6 0,0 0-2 0,0 0 0 15,-6 0-13-15,0 0-2 0,0 0-1 0,-3 3 0 32,0-1 9-32,0 1 1 0,-3 2 1 0,0 3 0 0,1-3-7 0,-1 3-2 0,-3 0 0 0,0 3 0 15,0-1-20-15,-3 4 8 0,3-1-8 0,-3 3 0 16,3 0 8-16,4-1-8 0,-1 1 10 0,0 0-10 16,3-3 0-16,0 1 0 0,3-1 0 0,-3 0-10 15,3-2 10-15,3-1 8 0,0-2-8 0,0 3 11 16,0-3-11-16,3 0 0 0,0-3-12 0,0 3 12 15,0-3 11-15,3 3 9 0,3-3 3 0,-3-2 0 16,6 2 1-16,-3-2 0 0,0 0 0 0,3-1 0 16,0 1-6-16,0 0-1 0,3-1 0 0,-1 1 0 15,1 0 5-15,0-1 1 0,3-2 0 0,0 3 0 16,-3 0-23-16,3-1 9 0,0 1-9 0,-3-1 0 16,3 1-13-16,-1 0-10 0,1-1-1 0,-3 1-1 15,3 0-186-15,-3-1-37 0,3 1-7 0</inkml:trace>
  <inkml:trace contextRef="#ctx0" brushRef="#br0" timeOffset="41229.89">24414 11518 1337 0,'0'0'56'15,"0"0"-44"1,0 0 96-16,0 0 19 0,0 0 4 0,0 0 1 16,0 0-36-16,0 0-8 0,0 0 0 0,0 0-1 15,-3 5-33-15,3 3-6 0,-3 0-2 0,0 5 0 16,-3-2-18-16,3 2-4 0,-3 3-1 0,3 3 0 16,-3-3-9-16,3 2-2 0,0 1 0 0,-3 2 0 15,3-3-12-15,0 3 8 0,0 1-8 0,-3 1 0 16,3-1 20-16,3 1-3 0,-3 1 0 0,3 0 0 15,0 0-29-15,0 0-7 0,3-1-1 0,-3 1 0 16,3 0 20-16,3-3-12 0,-3-2 12 0,3-1-10 16,0-2-23-16,3 0-5 0,-3-5-1 0,6 2 0 15,-3-5 39-15,3 0 0 0,-1-3 0 0,1 0 0 0,0-2 0 16,3 0 8-16,0-1 2 0,0-4 0 16,3-1-10-16,-3 0 8 0,2-2-8 0,-2-3 8 0,0 0 16 0,0 0 4 15,0-2 0-15,-3-4 0 0,0-1 14 0,0-1 3 0,-3-3 1 16,3-2 0-16,-4 0-5 0,1-3-1 0,-3 0 0 0,3-2 0 15,-6 2 4-15,3-3 0 0,-3 4 0 0,0-4 0 16,-3 3-27-16,-3 1-5 0,0 1 0 16,0-1-1-16,-3 1-11 0,0-1 8 0,0 1-8 0,-3 1 8 15,1 0-8-15,-1 3 0 0,-3-1 9 0,-3 0-9 16,0 6 0-16,-3 0-8 0,0 0 0 0,0 2 0 16,-2 3-35-16,-4 0-6 0,0 0-2 0,-3 3 0 15,0 2-106-15,1 1-22 0,-4 2-4 0</inkml:trace>
  <inkml:trace contextRef="#ctx0" brushRef="#br0" timeOffset="41860.668">23836 11592 1919 0,'0'0'80'0,"0"0"-64"15,0 0 50-15,0 0 10 0,0 0 1 0,-6 0 1 16,6 0-21-16,-6 0-4 0,0 3-1 0,0-1 0 16,0 1-24-16,0 5-4 0,0-3-2 0,0 6 0 15,1-1-11-15,-1 1-3 0,0 2 0 0,-3 0 0 16,0 3-8-16,3 3 0 0,0 2 0 0,0 0 0 15,3 0 0-15,-3 1 0 0,0-1 0 0,3 0 0 16,0 3 0-16,3 0 0 0,-3-1 0 0,3 1 0 16,0 0 0-16,3-3 0 0,0-2 0 0,0-1 0 15,3 1-13-15,0-6 5 0,3 0 8 0,0 0-13 16,0-2 13-16,3-3-11 0,-3-3 11 0,2 1-10 16,-2-1 10-16,3-3 0 0,0-2-9 0,0 0 9 15,0-2 0-15,0-1 0 0,0-2 0 0,3-3 0 0,-3 0 23 16,0-3-1-16,2 1 0 0,-2-6 0 15,0 0 34-15,0-5 6 0,0 0 2 0,0-3 0 16,-3 0-52-16,0 0-12 0,0 0 0 0,-3 1 0 16,-3-1 26-16,3-3 2 0,-3 4 1 0,-3-1 0 15,0 0-13-15,0 3-4 0,-3-3 0 0,0 3 0 0,-3-3 9 16,0 3 2-16,-3 0 0 0,0-1 0 16,-3 4-23-16,-3 2 0 0,0 0 0 0,0 0 0 15,0 6-47-15,1-1-13 0,-1 3-4 0,-3 0 0 0,0 6-101 16,0-1-21-16,0 3-4 0</inkml:trace>
  <inkml:trace contextRef="#ctx0" brushRef="#br0" timeOffset="43061.278">23184 11542 1157 0,'0'0'32'0,"0"0"8"0,0 0-32 16,0 0-8-16,0 0 0 0,0 0 0 0,0 0 44 0,0 0 8 0,0 0 0 0,0 0 1 16,0 0 15-16,0 0 4 0,0 0 0 0,0 0 0 15,0 0 4-15,0 0 2 0,0 0 0 0,0 0 0 16,-3 0-18-16,3 0-4 0,-6 2-1 0,6-2 0 15,-6 3-27-15,0 0-6 0,6-3-1 0,-6 5 0 16,1 0-1-16,-1 1-1 0,3-1 0 0,-3 3 0 16,3-3-19-16,-3 3-11 0,0 3 2 0,3-1 0 15,-3-2 9-15,3 5 0 0,0-2 0 0,-3 0 0 16,3 2 0-16,0 0 0 0,-3 0-9 0,3 1 9 16,0-1 0-16,0 3 0 0,0-3 0 0,3-3 0 15,-3 4 0-15,0-1 0 0,0 0 0 0,0 0 0 16,0 1 0-16,3-1 0 0,0 0 0 0,-3 0 0 15,3 1-9-15,0 1 9 0,0 1 0 0,0 0 0 16,3-3 0-16,-3 1 0 0,3-1 0 0,-3 0 0 16,3 0 0-16,0-2 0 0,3 2 0 0,-3-2 0 15,3-1-8-15,-3-2 8 0,3 0 0 0,0 0 0 16,0 0 0-16,0-3 0 0,0 1 0 0,0-1 0 16,3 0 0-16,0-2 0 0,-3-3 0 0,2 3 0 15,-2-3 0-15,3 0 0 0,0 0 0 0,0 0 0 16,0 0 0-16,3-3 8 0,-3 0-8 0,0 1 9 15,0-4 1-15,0 1 0 0,0 2 0 0,0-5 0 16,0 3 17-16,-1 0 3 0,1-3 1 0,-3 0 0 16,3-3 0-16,-3 1 0 0,0 2 0 0,0-3 0 15,-3-2 6-15,3 0 2 0,-3-3 0 0,3 0 0 16,-3 0-10-16,3 0-1 0,-3 0-1 0,0-2 0 0,0 2-1 0,-3-3 0 0,3 1 0 16,-3-1 0-16,3 1-11 0,-3-1-3 0,0 1 0 15,0-3 0-15,-3 5-2 0,3-3-1 0,-3 3 0 0,3 1 0 16,-3-1-9-16,0-3 0 0,0 3 0 0,0 3 8 15,-3 0-8-15,0 0 0 0,3-1 0 0,-3 4 0 16,0-1-20-16,0 3-4 0,-3 0 0 0,3 3 0 16,-3 0-36-1,0-1-8-15,1 4-2 0,-1-3 0 0,0 5-129 16,-3 0-25-16,3 0-6 0</inkml:trace>
  <inkml:trace contextRef="#ctx0" brushRef="#br0" timeOffset="45184.738">22705 11425 1580 0,'0'0'67'0,"0"0"-54"16,0 0 69-16,3 6 14 0,0-1 2 0,0 0 1 16,-3 3-11-16,0 0-3 0,3 0 0 0,-3 3 0 15,0-1-24-15,0 6-5 0,-3 0 0 0,3 3-1 16,0-1-31-16,-3 3-5 0,3 0-2 0,-3 1 0 16,3 1 24-16,0-1 5 0,-3 1 1 0,0 1 0 15,0 0-32-15,3 0-7 0,-3 2 0 0,0 1-8 16,0-1 0-16,0 3 0 0,3 0 0 0,-3 1 0 15,0-4 0-15,0-2 0 0,3 2 8 0,-3-2-8 16,3-5 0-16,-3-1 0 0,3-2 0 0,0 0 0 16,-3-3-40-16,3-5-12 0,-3 3-3 0,0-6 0 15,0 0-171-15,-3 0-34 0</inkml:trace>
  <inkml:trace contextRef="#ctx0" brushRef="#br0" timeOffset="45460.853">22705 11544 1580 0,'0'-5'67'0,"-3"0"-54"16,3 5 87-16,0 0 16 0,0 0 4 0,0 0 1 15,0 0-40-15,0 0-8 0,0 0-1 0,0 0-1 16,-3 0-6-16,-3 3-1 0,0-1 0 0,0 3 0 15,0 3 0-15,0 0 0 0,-3 3 0 0,3 2 0 32,-3 0-75-32,1 1-15 0,2-1-3 0,-3 0-1 0,0 0 30 0,0 3 0 0,-3-3 0 0,3 3 0 15,-3-2 0-15,0-1 0 0,0 3 0 0,0-3 0 16,0-3-30-16,1 4 0 0,-1-4 0 0,0 1 0 16,3-1-115-16,0 1-23 0,0 0-5 0</inkml:trace>
  <inkml:trace contextRef="#ctx0" brushRef="#br0" timeOffset="45699.621">22378 12132 1824 0,'0'0'76'0,"0"0"-60"31,0 0 82-31,0 5 17 0,3 0 3 0,3-2 1 0,2 2-49 0,1-2-10 0,0 0-1 0,3-1-1 15,3-2-34-15,0 3-8 0,0-3 0 0,3 3-1 16,0-1 39-16,-1-2 8 0,4 3 2 0,-3 0 0 31,0-1-77-31,3-2-15 0,0 3-4 0,-1-3 0 16,4 3 0-16,3-3 0 0,0 0 0 0,6 0 0 0,-4-3-230 0,7 3-46 16</inkml:trace>
  <inkml:trace contextRef="#ctx0" brushRef="#br0" timeOffset="46545.287">24801 12090 1386 0,'0'0'28'0,"0"0"8"0,0 0-28 0,0 0-8 0,0 0 0 0,0 0 0 15,0 0 93-15,0 0 18 0,0 0 3 0,0 0 1 16,0 0-41-16,0 0-8 0,0 0-2 0,5-3 0 16,-5 3-26-16,6 0-6 0,0-3 0 0,0-2-1 15,0 2 1-15,0-2 1 0,0 2 0 0,3-2 0 16,0 0-33-16,0 2 0 0,3-2 0 0,-3 0 0 15,3-1 52-15,0 1 4 0,3 2 1 0,-4-2 0 16,1 0-40-16,0 2-8 0,0 0-1 0,0 1-8 16,-3 2 37-16,3 0 1 0,-3-3 0 0,0 3 0 15,3 3-23-15,-6-3-5 0,3 2-1 0,-3 1 0 16,-1 0 7-16,-2 2 0 0,3 0 1 0,-3 3 0 16,0-2-17-16,0 2 0 0,-3 2 0 0,-3-2 0 15,3 5 0-15,-6-2 0 0,3 2 0 0,-6 0 0 16,4 1-48-16,-7 1-12 0,3 1-4 0,-6-2 0 15,3 1 52-15,-3 1 12 0,-3-2 0 0,3 1 0 16,-3-1 0-16,1 1 0 0,2 1 0 0,-3 0-9 16,3-3 9-16,3 3-8 0,0 0 8 0,3-3-8 0,0 1 8 15,3-1 0-15,3-2 0 0,0 2 0 0,3-3 0 0,3-2 11 16,0 3-3-16,3-3 0 0,0-3-8 0,3 0 0 16,3 1 0-16,-3-1 0 0,3-2 19 0,3-1 8 0,-3 1 1 15,3 0 1-15,-1-3-11 0,1 0-2 0,-3 2-1 16,3-2 0-16,-3 0-7 0,0 0-8 0,3 0 11 0,-6 0-11 15,6 0 11 1,-3-2-11-16,-1-1 10 0,1 0-10 16,0-2-111-16,0 0-28 0,0-3-5 0</inkml:trace>
</inkml:ink>
</file>

<file path=ppt/ink/ink2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3:01:41.001"/>
    </inkml:context>
    <inkml:brush xml:id="br0">
      <inkml:brushProperty name="width" value="0.05292" units="cm"/>
      <inkml:brushProperty name="height" value="0.05292" units="cm"/>
      <inkml:brushProperty name="color" value="#0070C0"/>
    </inkml:brush>
  </inkml:definitions>
  <inkml:trace contextRef="#ctx0" brushRef="#br0">12147 6504 1094 0,'0'0'46'0,"0"0"-37"16,0 0 44-16,0 0 9 0,0 0 2 0,-6-3 0 16,6 3 37-16,-3-2 8 0,-3-1 2 0,6 3 0 15,-3-3-75-15,-3-2-16 0,6 5-2 0,-6-3-1 16,0 1 38-16,0 2 7 0,3-3 2 0,-3 0 0 16,-3 1-52-16,3-1-12 0,-2 3 0 0,-1-3 0 15,0 1 0-15,0-1 0 0,0 3 0 0,-3-2 0 16,0 2 54-16,0-3 8 0,0 3 2 0,0-3 0 15,-3 3-52-15,4-2-12 0,-7-1 0 0,3 0 0 16,0 1 0-16,0 2 0 0,-3-3 0 0,3 3 0 16,-3-3 8-16,4 1 0 0,-4-1-8 0,0-2 12 15,0 2 2-15,3 3 0 0,-3-3 0 0,0 1 0 16,-2 2-14-16,-1 0 8 0,0-3-8 0,-3 3 0 16,0 3 8-16,-3-3-8 0,1 2 0 0,-1 1 0 15,3 0 0-15,-3-1 0 0,0 1 0 0,1 0 0 16,2-1-15-16,0 1-9 0,3 0-1 0,-3 2-1 15,1-5 26-15,-1 3 0 0,0-1 0 0,-3 1 0 0,3-3 0 16,-2 0 0-16,-4 0 0 0,3 3 0 16,0-3 0-16,0 0 0 0,4 2 0 0,-4 1 0 0,3-3 0 0,0 0 0 0,0 2 0 0,1 1 0 15,-1-3 0-15,0 0 0 0,0 3 0 16,-6-3 0-16,7 2 0 0,-4-2 17 0,0 3-2 16,-3-3-1-16,6 3-14 0,-2-1 0 0,2 1-9 0,0 0 9 15,3-1-13-15,3 1 3 0,0 0 1 0,1-1 0 16,-1 1 9-16,3 0 0 0,0-3 10 0,0 2-10 15,-3-2 0-15,3-2 0 0,0 2 0 0,-2-3 0 16,-1 3 0-16,0-3 0 16,3 1 0-16,-3 2 0 0,0-3 0 0,0 3 0 0,1-3 0 0,-1 3-10 15,3 0 10-15,0-2 0 0,-3 2 0 0,0 0 0 16,3 0 0-16,0 0 0 0,1 0 8 0,2 0-8 16,-3 0 0-16,3 0 0 0,0 0 0 0,0 0-8 15,0 0 8-15,0 0 0 0,3 0 8 0,-3 0-8 16,3 2 0-16,1-2 0 0,-4 0 0 0,3 0 0 15,0 3 0-15,-3-3 0 0,6 0 0 0,-3 0 0 16,0 3 0-16,3-3 0 0,0 2 0 0,-3-2 0 16,3 0 0-16,0 3 0 0,0-3 0 0,0 0 0 15,0 3 0-15,3-3 0 0,3 0 0 0,-6 2 0 16,1 1 0-16,-1 2 0 0,0-2 0 0,0-1 8 16,0 1-8-16,3 2 0 0,-3-2-11 0,0 2 11 15,3 1 0-15,0-1 0 0,-3 0 0 0,3 0 0 0,-3 3 0 0,3 0 0 16,-3 0 0-16,0 3 10 0,3-1-10 0,-3 1 0 15,3 0 0-15,-3 2 0 16,3 0 0-16,-3 0 0 0,3 0-10 0,-3 3 10 0,3-2 0 16,-3 1 0-16,1 1 0 0,2-2 0 0,0 1 0 15,-3-1 0-15,3-1 0 0,0 0 0 0,0 0 0 0,0 1 0 16,0-4 0-16,0 3 0 0,0-2 0 0,3 0 0 0,-3-1 0 16,0 1 10-16,3-3-10 0,0 2 0 0,0-2-10 15,0 0 10-15,0 0 0 0,0 0 0 0,0 0 0 0,3 3 0 16,-3-4 0-16,0 4 0 0,3-3 0 0,-3 0 0 15,3 0 0-15,-3 2 0 0,3-2 0 0,-3 3 0 16,3-3 0-16,-3 3 0 0,0-4 0 0,3 1 0 16,-3 3 0-16,0-3 0 0,3 0 0 0,0 0 0 15,-3 0 0-15,3 2 0 0,0-2 0 0,-3 0 0 16,3 0 0-16,-3 0 0 0,3-3 0 0,0 3 0 16,0-2 0-16,2-1 0 0,-2 3 0 0,0-3 0 15,0 0 0-15,0 1 0 0,0-1 0 0,0 0 0 16,3-2 0-16,-3 2 0 0,0-2 0 0,3 0 0 15,0-1 0-15,0-2-9 0,0 3 9 0,0-1 0 16,3 1 0-16,0-3 0 0,3 0 0 0,-3 3-8 16,6-3 8-16,-4 0 0 0,1 0 0 0,0 0-8 15,3 0 8-15,0 0 0 0,0 0 0 0,0 0-8 16,0 0 8-16,0-3 9 0,-1 3-1 0,-2 0-8 16,0-3 0-16,3 3 0 0,0 0-10 0,0-2 10 15,0 2 0-15,0-3 0 0,0 3 0 0,2-2 0 16,1 2 0-16,0 0 0 0,0-3 0 0,3 0-11 15,-3 3 11-15,0-2 0 0,2-1 0 0,1 3 0 0,-3 0 0 0,3-3 0 16,-3 3 0-16,0-2 0 0,0 2 0 0,-1-3 0 16,-2 3 0-16,0-3 0 0,-3 3 0 0,3 0 0 0,0-2 0 15,-3 2 0-15,6-3 0 0,-4 3 12 0,1 0-4 0,3 0 0 16,0 0-8-16,0 0-12 0,0 0 4 0,0 0 0 16,2 0 8-16,1 0 0 0,0 0 0 0,0 0 0 15,0 3 0-15,0-3 0 0,2 0 0 0,-5 2 0 16,3-2 0-16,-3 0 0 0,0 3 0 0,3-3 0 15,0 0 0-15,-1 3 11 0,1-3-3 16,3 0 0-16,0 0-8 0,0 0-14 16,5 0 3-16,-2 0 1 0,0 2 10 0,0-2 0 0,0 0 0 0,-1 0 0 15,-2 3 0-15,0-3 0 0,-3 0 0 0,3 0 0 16,-1 3 0-16,1-3 8 0,0 0-8 0,3 0 8 16,0 0-8-16,-4 0 0 0,4 0 0 0,3 0-8 15,-6-3 8-15,3 3 0 0,-1 0 0 0,1-3 0 16,-6 3 0-16,3-2 0 0,-3-1 0 0,0 0 0 15,-1 3 0-15,-2 0 8 0,0-2-8 0,3-1 8 16,-3 0-8-16,0 3 0 0,0-2 8 0,-1-1-8 16,-2 0 0-16,3 1 8 0,0 2-8 0,-3-3 0 15,0 1 0-15,-3-1 8 0,3 0-8 0,-4-2 0 16,-2 2 0-16,3 1 0 0,-3-1 0 0,0 0-8 16,0 3 8-16,-3-2 12 0,3-1-2 0,-3 0-1 15,3 1-9-15,-3 2 0 0,0-3 0 0,3 0 0 0,-3 1 0 16,0 2-11-16,0-3 1 0,-1 1 0 0,-2-1 10 0,3 3 14 15,0-3-3-15,0 1-1 16,-3-1-10-16,3 3 0 0,0-3 0 0,-3 1 8 0,3-1-8 16,-3 0-17-16,0 1 4 0,3-1 1 15,-3-2 12-15,0 2 0 0,3 1 0 0,0-1 0 0,-3 0 0 0,3 1 0 16,0-1 0-16,-3 0 0 16,3-2 0-16,0 2 0 0,-3 1 0 0,3-1 0 0,0-2 0 0,-3 2 0 0,0-2 0 15,2 2 0-15,-2-2 0 0,0 2 0 0,3-2 0 16,-3 2 0-16,0-2 0 0,0 2 0 0,0-2 0 0,0 2 0 15,-3-2 0-15,3 0 0 0,-3 0 0 0,3-3 0 16,-3 2 0-16,0 1 0 0,3-3 0 0,-3 3 0 16,0-3 28-16,0 0 9 0,0 0 2 15,-3 0 0-15,3 0-11 0,0 0-3 0,-3 0 0 0,3 0 0 16,-3-2-25-16,0 2 0 0,0 0 0 0,0-3 0 16,-3 1 56-16,3-1 7 0,0 0 1 0,-3-2 0 15,1 0-52-15,2 0-12 0,-3 0 0 0,0-1 0 16,3-2 0-16,-3 1 0 0,0-4 0 0,3 3 0 15,-3 0 0-15,3 0 0 0,-3 1 0 0,0-1 0 16,0 0 42-16,3 3 6 0,-3-1 0 16,0 1 1-16,0 0-28 0,3 2-5 0,-3 1-2 0,0 2 0 15,0 0-14-15,3-3 9 0,0 6-9 0,-3-3 8 16,3 3-8-16,0-3 0 0,0 5 0 0,0-2 0 16,1 0 0-16,-1-1 0 0,3 6 0 0,-3-5-11 15,0 0-73-15,0-1-16 0,3 6-2 0</inkml:trace>
  <inkml:trace contextRef="#ctx0" brushRef="#br0" timeOffset="8334.199">16555 8099 930 0,'0'0'19'16,"0"0"5"-16,0 0-24 0,0 0 0 0,0 0 0 0,0 0 0 15,0 0 59-15,-3-2 6 0,3 2 2 0,0 0 0 16,0 0-22-16,-3-3-4 0,3 3-1 0,0 0 0 0,0 0 20 16,-3-3 3-16,3 3 1 0,-6-2 0 0,6 2-44 15,-3-3-9-15,3 3-2 0,-5-2 0 0,5 2 19 16,0 0 3-16,0 0 1 0,-3 0 0 16,3 0-8-16,-6-3 0 0,6 3-1 0,0 0 0 0,-6 0 19 0,6 0 4 0,0 0 1 0,0 0 0 15,0 0-24 1,0 0-5-16,0 0-1 0,0 0 0 0,0 0-17 0,0 0 0 0,0 0 0 0,0 0 0 31,0 0 0-31,0 0 0 0,0 0 0 0,0 0 0 0,0 0 0 0,6 0 0 0,0 0 0 16,-3 0 0-16,2 0 0 0,1 0 0 0,0 0 0 0,3 3 0 15,-3-3 0-15,3 0 0 0,0 2 0 0,0 1 0 16,0-3 0-16,0 0 0 0,3 2 0 0,-3-2 0 16,6 0 0-16,-3 0 0 0,5 0 0 0,-2 0 0 15,0 0 0-15,3 0 0 0,-3 0 0 0,3 0 0 16,-3 0 0-16,5 0 0 0,-2 0 0 0,0 0 0 15,-3 0 0-15,3 0 0 0,0 0 0 0,0 0 0 16,-3 0 0-16,-1 0 0 16,1 0 0-16,-3-2 0 0,0 2 0 0,3 0 0 0,-3-3 0 0,3 3 0 15,-3-2 0-15,0 2 0 0,2-3 0 0,1 3 0 16,-3 0 0-16,3-3 0 0,0 1 0 0,0 2 0 16,0 0 0-16,0-3 0 0,0 0 0 0,-1 3 0 15,1 0 0-15,3-2 0 0,-3-1 0 0,0 3 0 16,3-3 32-16,-3 3 2 0,3-2 1 0,-4 2 0 15,1-3-56-15,0 3-11 0,-3-3-3 0,3 3 0 16,0 0 79-16,-3 0 16 0,3 0 4 0,0 0 0 16,-1 0-52-16,4 0-12 0,-3 0 0 0,0 0 0 15,3 0-12-15,-3 0-6 0,3 0-1 0,0 0 0 16,-4 0 19-16,4 0 0 0,-3 0 0 0,3-2 0 0,0 2 8 16,-3 0 0-16,0 0-8 0,0 0 12 0,-4 0-4 0,4 0 0 0,0 0-8 15,0 2 12-15,-3-2-12 0,0 0 8 0,0 3-8 16,0-3 0-16,0 0 0 0,0 0 0 0,2 0 0 0,-2 0 0 15,3 0 0-15,-3 0 0 0,0 0 0 0,0 0 0 16,0 0 16 0,0 0-4-16,0 0 0 0,0 3 0 0,-1-3-1 0,4 0-1 0,-3 0 0 15,0 2 0-15,0-2 0 0,0 0 0 0,0 3 0 0,-3-3 0 16,3 3 2-16,0-3 0 16,0 0 0-16,-4 0 0 0,1 2-4 0,3-2 0 0,-3 0 0 0,0 3 0 15,0-3-8-15,0 0 10 0,0 0-10 0,0 0 10 16,-3 0-10-16,3 0 10 0,-3 0-10 0,0 0 10 15,-3-3-10-15,3 3 0 0,-3 0 9 0,3-2-9 16,-4 2 0-16,-2 0 9 0,6 0-9 0,-6 0 0 16,3-3 0-16,0 0-9 0,0 1-1 0,0-1 0 15,0 0-106-15,0-2-20 0,-3 2-5 0</inkml:trace>
</inkml:ink>
</file>

<file path=ppt/ink/ink2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3:03:01.295"/>
    </inkml:context>
    <inkml:brush xml:id="br0">
      <inkml:brushProperty name="width" value="0.05292" units="cm"/>
      <inkml:brushProperty name="height" value="0.05292" units="cm"/>
      <inkml:brushProperty name="color" value="#0070C0"/>
    </inkml:brush>
  </inkml:definitions>
  <inkml:trace contextRef="#ctx0" brushRef="#br0">23863 4493 781 0,'0'-37'16'0,"-3"26"5"16,3-10-21-16,0 3 0 0,-3-1 0 0,3-5 0 0,-3 3 23 0,0 0 0 0,3-3 0 0,-3 3 0 15,0-3 13-15,-3 3 2 0,3 0 1 0,-3 0 0 16,-3 5 36 0,0-5 7-16,-3 5 2 0,0-3 0 0,-2 3-68 0,-1 0-16 15,-3 1 0-15,-3-1 0 16,0 0 55-16,0 3 7 0,-5-9 2 0,-1 7 0 15,3-1 0-15,-3 2 0 0,-3-4 0 0,1 2 0 0,-1 3-48 0,3-3-16 0,-6 0 9 16,4 3-9-16,-4-3 0 0,0 3 0 0,0-3 0 16,-2 0 0-16,-1 5 0 0,3-2 0 0,-3 3 0 15,-2-1 0-15,-1 3 0 0,-3-5 21 0,1 2-2 0,-7 1-1 16,3-1-29-16,-2 0-5 0,-1 4-2 0,-5-1 0 16,5 0 33-16,-6 5 6 0,1-8 2 0,-4 3 0 15,4 1-37-15,2 4-7 0,-2-5-2 16,-4 0 0-16,0 3 39 0,4-1 7 0,-4 4 1 0,1-4 1 15,2 4-40-15,4 2-8 0,2 0-1 16,-6 0-1-16,7 8 25 0,-4-6 0 0,0 4 0 0,-2 2 0 16,5 0 0-16,1 5 0 0,2-5 0 0,-6 5 0 15,4 3 11-15,-1-3 7 0,4 3 2 0,-7 5 0 16,3 0-32-16,4 6-7 0,-4 2-1 0,-3 5 0 16,7-5 20-16,-1 6 0 0,0 2 0 0,-2 3 0 15,2-9 0-15,1 4 0 0,2-1 0 0,-3 8 0 16,7-5 0-16,2 6 0 0,3 2 0 0,-3 0 0 15,7-3 0-15,-1-2 0 0,3-3 0 0,0 8 0 16,3-6 0-16,1 6 0 0,5 3 0 0,-3 0 0 16,9-6 24-16,0 0 9 0,6 1 2 0,0-1 0 15,3 0-19-15,3 1-3 0,3 2-1 0,0 2 0 0,6-4-12 0,-3 4 0 0,6-4-9 16,0 4 9-16,0-7 12 0,3 0 8 0,3-1 1 0,-1 4 1 16,4-4-22-16,-3 1-20 0,3 5 4 0,3-3 1 15,0-2 15-15,-1-3 0 16,4 0 12-16,3 0-12 0,0-2 13 0,2 2-4 0,1-3-1 0,3 6 0 15,0-6-8-15,-4 1 0 0,7 2 0 0,0-3 8 16,-4-5-8-16,7 0 0 0,-3-5 0 0,5 2 0 16,-5-2 0-16,6-3 0 0,-1 3 0 0,1-3 0 15,0-2 0-15,-4-1 0 0,1-2 0 0,6 0 0 16,-1-3 0-16,4 1 0 0,0-4 8 16,5 3-8-16,-2-2 0 0,-1-6 0 0,1 3 0 0,5-5 8 15,-2 0-8-15,2-3 0 0,4-3 9 0,2 0-9 16,1-5 10-1,-4 0-2-15,7 0-8 0,-1-5 12 0,-5 3-12 0,-1-6 0 0,1 0 0 0,2-3 0 16,-2 4-9-16,-4-4-5 0,4 3-1 0,-1-2 0 16,-2-4 50-16,-3-1 9 0,2-1 3 0,1-5 0 15,-7 0-19-15,4-3-3 0,-1 0-1 0,4-5 0 16,-7 5-24-16,1 1 0 0,0-1-12 0,2-5 12 16,-8 5 9-16,-1-5 10 0,-2 3 1 0,0-9 1 15,-7 6-9-15,1-5-1 0,-3 0-1 0,-1-1 0 16,-2 3 7-16,0 1 2 0,-3-1 0 0,0-2 0 15,-4 2 1-15,-2-5 0 0,0 0 0 0,0-3 0 16,-6 4-5-16,-1 1-1 0,-2-2 0 0,-3 0 0 16,0-2-2-16,-6-1 0 0,0 0 0 0,-3 1 0 15,-3-4 4-15,0 6 1 0,-3 3 0 0,-3-6 0 16,-3 3-1-16,-3-2 0 0,0 2 0 0,-5-5 0 16,-1 5-5-16,-3 0-2 0,0 0 0 0,-6 0 0 0,-3 2-9 0,1 4-14 15,-4 2 3-15,-9-6 1 0,4 4 10 16,-4 2 0-16,-3-6 0 0,-5 6 0 15,-1 0 0-15,-3 5 0 0,-5 3 0 0,-7-2 0 16,1 7-76-16,-7 0-12 0,-2 0-4 0</inkml:trace>
</inkml:ink>
</file>

<file path=ppt/ink/ink2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3:04:28.266"/>
    </inkml:context>
    <inkml:brush xml:id="br0">
      <inkml:brushProperty name="width" value="0.05292" units="cm"/>
      <inkml:brushProperty name="height" value="0.05292" units="cm"/>
      <inkml:brushProperty name="color" value="#0070C0"/>
    </inkml:brush>
  </inkml:definitions>
  <inkml:trace contextRef="#ctx0" brushRef="#br0">19889 3244 1314 0,'0'0'37'0,"0"0"8"0,0 0-36 0,3-5-9 0,-3-1 0 0,0 6 0 15,0-5 104-15,0 5 20 0,0 0 3 0,0-5 1 16,0 5 0-16,0 0 0 0,0 0 0 0,0 0 0 15,0 0-52-15,3-3-9 0,-3 3-3 0,0 0 0 16,0 0-51-16,0 0-13 0,3 0 0 0,-3 0 0 16,0 0 54-16,6 3 8 0,-3 2 2 0,0 0 0 15,0 3-64-15,0 0 0 0,-3 3-14 0,3 5 2 16,0 2 12-16,-3 1 12 0,0 2-2 0,3 5-1 16,-3 4-9-16,0-4 12 0,3 3-12 0,-3 0 12 15,0 0-12-15,3-2 10 0,-3-1-10 16,3 1 10-16,-3 2-10 0,0-5-12 0,0 2 2 0,3 3 1 15,-3 3 9-15,0 0 0 0,3 2 0 0,0-2 0 16,-3-3 0-16,3-3 0 0,0 1 0 0,3-1 0 16,-3-7 14-16,3 2 5 0,-3-2 1 0,0-1 0 15,2 1-20-15,-2-6 8 0,0 0-8 0,3 0 0 16,-3 0 9-16,0-2-9 0,0 2 0 0,0-2 9 16,0-3-28-16,0 2-5 0,-3-2-2 0,3 0 0 15,0 0-3-15,0-5-1 0,0 5 0 0,0-6 0 16,-3-2-154-16,6 0-30 0,0 0-6 0</inkml:trace>
  <inkml:trace contextRef="#ctx0" brushRef="#br0" timeOffset="613.368">20589 3191 1337 0,'0'0'28'0,"0"0"6"15,-3-8-34-15,3 8 0 0,-3-5 0 0,3 5 0 0,0-3 109 16,0 3 15-16,-3-8 4 0,3 8 0 0,0 0-14 0,0 0-2 0,0-2-1 0,0 2 0 15,0 0-24-15,0 0-5 0,0 0-1 16,0 0 0-16,0 0-13 0,0 0-4 16,0 0 0-16,0 0 0 0,0 0-51 0,0 0-13 15,0 0 0-15,0 0 0 0,3 5 0 0,-3 8 0 0,3-5 0 16,-3 3 0 0,3 2 54-16,-3 3 8 0,0 2 2 0,0-2 0 15,0 8-52-15,0 2-12 0,0 4 0 0,0 4 0 0,0-5 0 0,0 5 0 0,0-2 0 16,0 3 0-16,3-6 0 0,-3 0 0 0,0-5 8 0,0 5-8 15,3 0 0-15,-3 0 9 0,0 3-9 0,3 2 8 16,-3-7-8-16,0 2 0 0,3 2 0 0,-3 1 0 16,3-11 8-16,-3 0-8 0,2 3 8 0,-2-10-8 15,3 4 8-15,-3-2-8 0,3-3 8 0,-3-2-8 16,3 2 0-16,0-2-19 0,-3-3 3 16,3-3 1-16,-3 0-1 0,3 0-1 0,0 1 0 0,-3-6 0 15,0 8-75-15,0-8-16 0,0 0-2 0</inkml:trace>
  <inkml:trace contextRef="#ctx0" brushRef="#br0" timeOffset="1615.899">19684 4025 1337 0,'0'0'28'0,"0"0"6"16,0 0-34-16,0 0 0 0,0 0 0 0,0 0 0 15,0 0 102-15,0 0 14 0,0 0 2 0,0 0 1 16,0 0-60-16,0 0-12 0,0 0-3 0,0 0 0 15,0 0-17-15,0 0-4 0,0 0-1 0,0 0 0 16,6 0-3-16,0 2-1 0,-3 4 0 0,3-4 0 0,0 1-18 0,-1 2-14 16,1-2 2-16,0 2 1 0,0 0 11 15,0 3 0-15,0-2 0 0,0-1 0 16,0 3 0-16,0-3 0 0,0 6 0 0,3-9 0 16,-3 6 0-16,3-2 0 0,-3-1 0 0,3 3 0 0,3 0 0 15,-3-3 0-15,3 3 0 0,-4 3 0 0,4-4 0 0,3-1 0 16,-3 2 0-16,3-3 0 0,0 3 24 0,0 0 8 0,0-6 0 0,3 6 1 15,-4-5-25-15,4 2-8 0,0 1 0 16,-3 2 0 0,3-3-21-16,-3-5-11 0,3 3-3 0,-4 2 0 0,1-3 63 0,0-2 12 0,0 3 2 0,-3 0 1 15,3-1-28-15,-3-2-6 0,0 0-1 0,0 3 0 16,0-3 4-16,-1 0 1 0,4 0 0 16,0 0 0-16,0 0-13 0,0-3 0 0,3 3 0 15,-3 0 0-15,3-2 18 0,-1 2 1 0,1-3 0 16,3 0 0-16,-3 3-31 0,0-2-5 0,0-3-2 0,0 2 0 15,-4 3 47-15,1-5 8 0,0 2 3 0,0 0 0 16,-3-2-23-16,0 2-5 0,0-2-1 0,-3 2 0 16,0 1-10-16,3-6 12 0,-3 3-12 0,-1-1 12 15,1 1-3-15,0-3 0 0,0 3 0 0,0-3 0 16,0 0-9-16,0 0 0 0,0 0 0 0,3 3 0 16,-3-3 32-16,0 0 4 0,3 0 0 0,-3 3 1 15,0-3-10-15,2-3-3 0,-2 3 0 0,0 0 0 16,0 0 1-16,0 0 0 0,0 0 0 0,0 0 0 15,0 1-1-15,3-1-1 0,-3-3 0 0,0 3 0 16,0 0-4-16,0-2-1 0,-1-1 0 0,1 3 0 16,-3 0-5-16,0 0-1 0,3-2 0 0,-3 2 0 0,0 2-12 0,0-2 9 15,0 3-9-15,0-3 8 0,0 3-8 16,-3-3 0-16,3 5 0 0,0-5 0 0,-3 3 0 16,0 0 0-16,0-1 8 0,0 4-8 0,0-1 0 0,-3 3-9 0,0 0 9 0,0 0-13 31,0 0-100-31,0 0-20 0,0 0-4 0</inkml:trace>
  <inkml:trace contextRef="#ctx0" brushRef="#br0" timeOffset="3316.994">19675 4369 1466 0,'0'0'41'0,"0"0"11"0,0 0-42 0,0 0-10 0,-3-6 0 0,3 6 0 16,0 0 71-16,0 0 12 0,0 0 2 0,0 0 1 16,0 0-17-16,0 0-3 0,0 0-1 0,0 0 0 15,0 0-52-15,0 0-13 0,0 0 0 0,0 0 0 16,0 0 54-16,0 0 8 0,3 6 2 0,0-1 0 16,3 0-52-16,-3 3-12 0,3-5 0 0,0 5 0 15,0-3 0-15,0 3 0 0,-1 0 0 0,1 0 0 16,0-3 32-16,0 3 3 0,0 0 1 0,0-3 0 15,0 3-27-15,0-3-9 0,0 3 0 0,0 0 9 16,3 0 13-16,-3-2 2 0,0 1 1 0,3 1 0 16,-3 0-25-16,3 0 0 0,-3-2 0 0,3 2 0 0,0-3 0 15,2 5 0-15,-2-4 0 0,3-1 0 0,0 3 0 0,0-3 0 16,0 1 0-16,3 1 0 16,0-4 0-16,0 0 0 0,3 2 0 0,-4-2 0 0,4 2-10 0,0-2-7 15,-3-1-2-15,3 4 0 0,0-4 19 16,-3 3 0-16,2-5 0 0,-2 0 0 0,-3 3 16 0,3-3 1 15,-3 3 0-15,3-3 0 0,-3 0-17 0,0 0 0 16,0 0 0-16,3 0 0 0,-4 0 0 0,4 0 0 0,0-3 0 16,3 3 0-16,-3-3 0 0,0 3 0 0,3 0 0 0,0-5 0 15,-1 5 8-15,4-2-8 16,0 2 12-16,-3-6-12 0,0 4 0 0,0 2 0 0,0-3 0 16,2 0-12-16,-5 1 12 0,0-1 0 0,0 0 0 0,0 1 0 15,-3-1 0-15,0 0 0 0,0-2 0 0,-1 0 0 16,1 0 0-16,3 2 0 0,-3-2 0 0,0-1 0 15,-3 1 0-15,6 2 0 0,-3-5 0 0,0 3 0 16,3 0 0-16,-3 0 0 0,-1 2 0 0,1 0 0 16,0-5 0-16,0 3 0 0,0 0 0 0,0-1 0 15,0 1 0-15,0 3 0 0,-3-4 0 0,3 1 0 16,-3 2 0-16,-1-5 0 0,1 3 0 0,0 0 0 16,-3 0 28-16,3-1 8 0,0 1 1 0,0 2 1 15,-3-7-16-15,3 2-3 0,-3 2-1 0,3 1 0 16,-3-5-1-16,0 2 0 0,0 0 0 0,-3 0 0 15,3 0-3-15,0 3-1 0,-3-3 0 0,3 0 0 16,-4 0-1-16,1 5 0 0,0-8 0 0,0 4 0 0,0-1-1 16,0 0-1-16,0 5 0 0,3-5 0 15,-6 3-10-15,3 0 10 0,0-3-10 0,-3 5 10 16,3-5-10-16,0 3 8 0,0-1-8 0,-3 4 8 16,3-4-8-16,-3 4 0 0,3-3 0 0,-3 5 0 15,0 0 0-15,0 0 0 0,0-3 8 0,0 3-8 16,0 0 0-16,0 0 0 0,3-5 9 0,-3 5-9 0,0 0 0 0,0 0 0 15,0 0 0-15,0 0 0 0,0 0 9 0,0 0-9 0,0 0 12 16,0 0-12-16,0 0 0 0,0 0 0 0,0 0 0 0,0 0-12 16,0 0 12-16,0 0 0 0,0 0 0 0,0 0 0 15,0 0 0-15,0 0 0 0,-3 5 0 0,3 3 0 16,0-3 0-16,-3 0 0 0,3 3 0 0,0 3 0 16,-3-6 0-16,3 3 0 0,0 0 0 15,0 0 0-15,0 0 0 0,-3 0 0 0,3 0 0 0,0 0 0 16,0 0 0-16,0 0 0 0,0 0 0 0,0 2 0 15,0-2 0-15,0 3 0 0,0-3 0 0,0 2 0 16,0-2 0-16,0 3 0 0,0-3 0 0,0 2 0 16,0-2 0-16,-3 0 0 0,0 3 0 0,3-1 0 15,-3-2 0-15,0 3 0 0,0-3 0 0,0 2 0 16,0 1 0-16,0 0 0 0,0 4 0 0,0-7 0 16,0 6 8-16,0-4-8 0,1 3 0 0,-1-2 0 15,0 2 0-15,-3 0 0 0,0-2 0 0,3 2 0 16,-3-2 8-16,0-1-8 0,3 4 0 0,-3-4 0 15,0-2 0-15,0 3 0 0,0-1 8 0,-3 1-8 16,3-3 0-16,-3 2 0 0,0-2 0 0,3 0 0 16,-3 0 0-16,0 3 0 0,3-6 0 0,-2 3 0 15,-1 0 8-15,3 0-8 0,-3 0 0 0,0 0 0 0,0-3 0 16,0 3 0-16,-3 0 0 0,3 0 0 16,0 0 0-16,0 0 0 0,0 0 0 0,0 0 0 0,0 0 0 15,1 0 0-15,-1 2 0 0,0 1-9 0,0-3 9 0,0 2 0 0,0 1 0 0,3-1 0 16,-3 4 0-16,0-4 0 15,3 1 0-15,-3-1 0 0,3 1 0 0,-3 2 0 16,3-7 0-16,0 7 0 0,0-3 0 0,-3-2 0 0,4 3 0 0,-1-1 0 16,-3-2 0-16,3 3 0 0,-3-3 0 0,0 0 0 15,0 2 0-15,0-4 0 16,0 2 0-16,-3 0 0 0,3 0 0 0,-3-1 0 0,3-4 0 16,-3 2 0-16,1 1 0 0,2-1 11 0,-3 0-3 0,3 1 0 15,-3-4-8-15,3 3 0 0,-3-2 0 0,0 2 8 16,3-2-8-16,-3 0 0 0,3-1 0 0,-3 1 0 15,1 0 0-15,2-1-14 0,0 4 3 0,0-6 1 16,0 0 10-16,-3 0 0 0,3 2 0 0,0-2 0 16,-3 0-53-16,3-2-9 0,3 2-2 0,-3 0 0 15,0-6-112-15,1 1-24 0,2 0-4 0</inkml:trace>
  <inkml:trace contextRef="#ctx0" brushRef="#br0" timeOffset="4294.88">19660 4406 1552 0,'0'0'44'0,"6"-6"10"0,-6 6-43 0,3-2-11 0,-3 2 0 0,0 0 0 16,3-3 104-16,-3 3 20 0,0 0 3 0,0 0 1 15,0 0-103-15,0 0-25 0,0 0 0 0,6-3 0 16,-6 3 56-16,0 0 7 0,0 0 1 0,0 0 0 15,3 0-52-15,-3 0-12 0,0 0 0 0,3 6 0 16,0-4 0-16,0 4 0 0,0-1 0 0,0 0 0 16,0 0 54-16,0 1 8 0,0 2 2 0,0-3 0 15,0 3-52-15,0-3-12 0,-1 3 0 0,1 0 0 16,0 0 0-16,0 0 0 0,0 3 0 0,0-1 0 16,3 3 0-16,-3-5 0 0,0 3 0 0,0 2 0 15,0-2 54-15,3 2 8 0,-3 0 2 0,0 3 0 0,0-3-52 16,3 3-12-16,-3-3 0 0,0 3 0 0,3-3 0 15,-3 3 0-15,0-5 0 0,3 2 0 16,-3 0 0-16,0 1 0 0,3-4 0 0,-3 3 0 0,0-2 0 0,0 2 0 16,0-2 0-16,0-1 0 0,0 1 0 0,3-3 0 15,-3 3 0-15,0-4 0 0,0 4 0 0,0-3 0 16,2 0 0-16,-2 0 0 0,3 0 0 0,-3 0 0 16,0 0 0-16,3 0 0 0,-3 0 0 15,0-1 0-15,0 4 0 0,3-6 0 0,-3 3 0 0,0 3 0 0,3-3 0 0,-3 2 0 16,0-2 0-16,3 0 0 0,0 0 0 0,-3 0 0 15,3 0 0-15,-3 0 0 0,3 0 0 0,0 0 0 16,0 0 0-16,0-3 0 0,3 3 0 0,-3-3 0 16,0 3 8-16,-1-2-8 0,1 2 11 0,0-3-11 15,3 0 11-15,-3 0-11 0,3 3 10 0,-3-5-10 16,3 2 12-16,0 1-3 0,-3-4-1 0,3 4 0 16,0-4 0-16,0 1-8 0,-3-1 12 0,3 6-4 15,0-8 0-15,-4 3-8 0,4 0 12 0,0-1-4 16,-3 1 0-16,0-3-8 0,3 3 12 0,-3-1-4 15,0 1-8-15,0 0 8 0,0-3-8 0,-3 2 8 16,3 1-8-16,0 0 12 0,0-1-12 0,0-2 12 16,-3 5-12-16,3-5 0 0,-3 0 0 0,3 3 0 15,-3 0 8-15,3-3-8 0,-3 2 8 0,3 1-8 16,-4 0 0-16,-2-3 0 0,6 0 0 0,0 2 0 16,-6-2 0-16,6 3 0 0,-6-3 0 0,6 3 0 15,-3-3 8-15,-3 0-8 0,6 2 8 0,0 1-8 16,0 0 0-16,-6-3 0 0,6 2 0 0,0 1 0 0,0-3 9 0,-6 0-9 15,9 0 10-15,-3 2-10 0,0-2 0 0,0 0-10 16,0 0 0-16,3 0 0 16,-3 0-64-16,0-2-13 0,3-1-2 0</inkml:trace>
  <inkml:trace contextRef="#ctx0" brushRef="#br0" timeOffset="5991.474">20309 5239 1337 0,'0'0'28'0,"0"0"6"0,0 0-34 0,0 0 0 0,0 0 0 0,0 0 0 16,0 0 127-16,0 0 18 0,-3 5 4 0,3-5 1 0,0 6-71 0,-3 2-15 15,3-3-2-15,0 3-1 0,0 0-20 0,0-3-4 0,0 6-1 0,0-3 0 16,0 0-21-16,0 2-5 0,0-2-1 0,0 5 0 31,0 1 23-31,0 1 5 0,0-1 1 0,0 1 0 16,0 1-17-16,0 3-3 0,0-3-1 0,0 2 0 0,0 1-6 15,0-3-2-15,0 2 0 0,0-2 0 0,0 0-9 16,0-3 0-16,0 3 0 0,0-3 0 16,0 1 0-16,-3-1 0 0,3 0 0 0,0 0 0 0,0 0 0 0,-3 1 0 15,3-1 0-15,-3 0 0 0,3 0 0 0,-3 1 0 0,0-1 0 0,0 3 0 16,3 0 0-16,-3 2 0 0,3-2 0 0,-3 2 0 15,3 1 53-15,0-3 9 0,-3 2 2 0,3-2 0 16,0 0-52-16,0 0-12 0,0 0 0 0,0-3 0 16,0 0-16-16,0-2-5 0,0 2-2 0,0 0 0 15,0-2 23-15,0 0 13 0,0-1-1 0,0 3-1 16,-3-5-1-16,3 3 0 16,0 0 0-16,0-1 0 0,-3 1-10 0,3-1 0 0,0 3 0 15,0-2 8-15,0 2-8 0,0 1 0 0,0-1 0 0,0 3 0 16,0 0 0-16,0-3 0 0,0 3 0 0,0-1 0 15,0 1 0-15,0 0 0 0,0-3 0 0,0 3 0 16,0 0 53-16,0-3 9 0,0 1 2 0,0-4 0 16,0 4-64-16,0-4-24 0,0 1 0 0,0 2 1 15,0-5 37-15,0 5 7 0,0-5 2 0,-3 3 0 16,3-3-23-16,0 2-8 0,0-2 0 0,-3 0 0 16,3 0 8-16,0 0 9 0,0 0-1 0,0 0-8 15,0 2 0-15,0-2 0 0,0 0 0 0,0 3 0 16,0-3 0-16,0 2 0 0,0 1 0 0,0-1 0 0,0 1 0 15,0 2 0-15,0-2 0 0,0-1 0 0,0 1 8 16,0 0-8-16,0 2 0 0,0-3 0 0,0 1 0 0,0 2 0 16,0-2 0-16,-3-1 0 0,3 1 0 0,0 0 0 0,0-3 0 0,-3 2 0 15,3-2 0-15,0 0 0 0,0 0 0 0,-3 0 0 32,3 0 0-32,0 0 0 0,0 0 0 0,-3-3 0 0,3 3 0 0,0 0 0 15,0-3 0-15,-3 3 0 0,3 0 0 16,0-3 0-16,0 3 0 0,0-2 0 0,0 1 0 15,0-1 0-15,0 2 0 0,-3-3 0 0,3 3 0 0,0-3 0 0,0 1 0 16,0-1 0-16,0 3 0 0,0-3 0 0,0 0 0 0,-3 1 0 16,3 2 0-16,0-3 0 0,0 0 0 0,0 3 0 15,0-3 0-15,0 1 0 0,0 2 0 0,0 0 0 16,0-3 0-16,0 3 0 0,0 0 0 0,0 0 0 16,0-3 0-16,0 3 0 0,0 0 0 15,-3 0 0-15,3 2 0 0,0-2 0 0,0 0 0 0,0 3 0 16,0-3 0-16,0 0 0 0,0 0 0 0,-3 2 0 15,3-2 0-15,0 0 0 0,0 0 0 0,-3 0 0 16,3 0 0-16,0 0 0 0,0-3 0 0,0 3 0 16,0 0 0-16,0-3 0 0,0 1 0 0,0 2 0 15,-3-3 0-15,3 0 0 0,0 3 0 0,0-3 0 16,0 1 0-16,0-1 0 0,0 0 0 0,0 0 0 16,0 1 0-16,0-1 0 0,0 0 0 0,0 1 0 15,0-1 0-15,0 0 0 0,0 1 0 0,0-1 0 16,0-5 55-16,0 5 7 0,0 3 2 0,0-3 0 15,0-5-52-15,-3 6-12 0,3-6 0 0,0 8 0 16,0-3 0-16,0-5 0 0,0 5 0 0,-3 0 0 0,3 1 0 16,0-1 0-16,0-5 0 0,-2 8 0 0,2-3 0 15,0 1 0-15,0-6 0 0,-3 8 0 0,3-3 0 0,0 3 0 16,-3-3 0-16,3 0 0 0,0 3 0 16,-3-2-10-16,3-1 2 0,0 3 0 0,0 0 8 0,0-3 0 0,0 3 0 15,3 0 0-15,-3-3 0 0,0 3 11 0,0-3-3 0,0 3 0 16,0 0-8-16,0-2 0 0,0-1 0 0,0 3 0 15,0-3 0-15,0 3 0 0,0-5 0 0,0 5 0 16,0-3 0-16,3-2 0 0,-3 2 0 0,0 0 0 16,0-5 0-16,0 5 0 0,0-5 0 0,0 0 0 15,3 6 0-15,-3-6 0 0,0 0 0 0,0 0 0 16,0 0 0-16,0 5 0 0,0-5 0 0,0 0 0 16,0 0 0-16,0 0 0 0,0 0 0 0,0 0 0 15,0 0-100 1,2-5-23-16,1-1-4 0</inkml:trace>
  <inkml:trace contextRef="#ctx0" brushRef="#br0" timeOffset="7156.374">19844 3265 1074 0,'0'0'30'0,"0"0"8"0,0 0-30 0,0 0-8 0,0 0 0 0,0 0 0 16,0 0 104-16,0 0 19 0,0 0 4 0,0 0 1 16,0 0-52-16,0 0-9 0,3-8-3 0,-3 8 0 15,0 0 0-15,3 0 0 0,-3-8 0 0,0 8 0 16,0-5-13-16,3 2-3 0,-3-2-1 0,0 5 0 15,0-3-24-15,0-2-5 0,0 5-1 0,0-5 0 16,0 2 38-16,0-5 7 0,0 3 2 0,0 0 0 16,0-3-52-16,0 5-12 0,0-5 0 0,0 0 0 15,0 0 54-15,0 3 8 0,0-3 2 0,0-5 0 16,0 2-52-16,0 1-12 0,0-6 0 0,0 3 0 16,0-6 0-16,0 0 0 0,0 1 0 0,3-3 0 15,-3-3 0-15,3 3 0 0,0 0 0 0,-3-3 0 16,3 3 32-16,0 2 4 0,-3 1 1 0,3-1 0 15,0 1-15-15,-3-1-3 0,3 1-1 0,0-4 0 16,-3 1-8-16,3 0-2 0,0-3 0 0,-3-2 0 0,3-1-8 0,-3-2 0 16,3 0 0-16,-3 0 0 0,3-3 0 15,-3 6 0-15,0 2 0 0,0-3 0 0,0 9 0 0,-3-8 0 16,3 4 0-16,0 4 0 0,-3-3 35 0,3-6 1 16,0 9 1-16,-3-11 0 0,3 2-23 0,-3 1-5 15,3-1-1-15,-3-2 0 0,3 5 2 16,0 0 0-16,0 3 0 0,-3 0 0 0,3 0-1 0,0 5 0 15,0 0 0-15,0 3 0 0,0 0-9 0,0 2 0 16,0-7 0-16,-3 7 0 0,3-2 0 0,0 5 0 0,0-5 0 16,0 2 0-16,0-2 0 0,0 5 0 0,0 0 0 0,0-5 0 15,0 5 0-15,-3 0 0 0,3-5 0 0,0 5 0 16,0 0 0-16,-3 0 0 0,3 3 0 0,0-3 0 16,0 5 0-16,-3-2 0 0,3-1 0 0,0 4 0 15,0 2 0-15,0 0 0 0,0 0 0 0,0 0 0 16,0-6 0-16,0 6 0 0,0 0 0 0,0 0 0 15,0 0-52-15,0 0-8 0,0 0-3 0,0 0 0 16,0-2-154-16,0 2-31 0,3-8-7 0</inkml:trace>
  <inkml:trace contextRef="#ctx0" brushRef="#br0" timeOffset="8178.547">20068 844 1645 0,'-6'-8'69'0,"0"3"-55"31,0 2 85-31,3-5 17 0,-3 8 3 0,3-5 1 0,3 5-52 0,-3-3-11 0,3 3-1 0,0 0-1 16,-3-5 7-16,3 5 2 0,0 0 0 0,0 0 0 15,0 0 0-15,0 0 0 0,0 0 0 0,0 0 0 16,0 0-64-16,0 0-24 0,-3 8 0 0,3-3 1 15,0 6 23-15,3 2 0 0,0 0 0 0,0 3 0 16,3-3 0-16,0 3 0 0,0 0 0 0,6-3 0 16,-3 3 0-16,0-3 0 0,2-2 0 15,-2 2 0-15,3-5 12 0,0-2 9 16,-3 1 3-16,3-4 0 0,-3-3-24 0,3 0 0 16,-3 0 0-16,3-3 0 15,-3-4-20-15,0 1-8 0,0-7-1 0,-1 2-1 0,1-2 48 0,0 0 10 0,0 2 1 0,-3-2 1 16,-3-3-30-16,3 3 0 0,-3-3 0 0,0 3 0 15,0 2 0-15,0-2 0 0,-3-3 0 0,0 3 0 16,0 5 0-16,0-5 0 0,-3 0 0 0,0 2 0 16,3-2 57-16,-3 5 6 0,0-5 1 0,0 5 0 15,3 0-64-15,-3 0 0 0,3 3-9 0,0 2 0 16,0 3 9-16,0 0 0 0,0 0 0 0,0 0 0 16,0 0 0-16,0 0 0 0,0 0 0 0,0 8 0 15,3 0 0-15,0 5 12 0,0-5-2 0,0 8-1 16,-3 0-9-16,3 5 0 0,0-5 0 0,0 10 0 15,-3-2 0-15,3 5 0 0,-3 3 0 0,0 2 0 16,0-5 0-16,0 0 0 0,0 1 0 0,-3-1 0 16,0-3 0-16,0 1 0 0,-3-6 0 0,-3 3 0 0,3-3 0 15,-6-5 0-15,3 5 0 0,-3 0 0 16,1-5 0-16,-1 0 0 0,0 5 0 0,-3-5 0 16,0 0-18-16,0-3-6 0,-3 0 0 0,0 3-1 15,1-8 25-15,-4 0 0 0,3 0 0 0,-3 0-8 16,3-3 8-16,0 3 0 0,0-8 0 0,1 5-8 0,2-5 28 0,0 0 7 0,3 0 1 15,0-5 0-15,3 0-28 0,3 2 0 0,-3-5 0 16,3 3 0 0,3-3-46-16,0 0-14 0,0 0-4 0,3 0 0 15,3-5-24-15,0 5-4 0,0-8-2 0</inkml:trace>
  <inkml:trace contextRef="#ctx0" brushRef="#br0" timeOffset="8603.676">20440 1103 1706 0,'0'0'72'15,"0"0"-58"1,0 0 102-16,0 0 21 0,0 0 4 0,0 0 1 16,0 0-49-16,0 0-9 0,0 0-3 0,0 0 0 15,0 8-65-15,0 0-16 0,0 3 0 0,0-3 0 16,0 0 55-16,0 0 7 0,0 0 2 0,0 0 0 15,3 5-52-15,-3-5-12 0,0 0 0 0,3 0 0 16,-3 5 0-16,3-5 0 0,0 5 0 0,0-2 0 16,0-4 0-16,3 7 0 0,-3-6 0 0,3 5 0 15,0-5 0-15,-1-3 0 0,4 3 0 0,-3-5 0 16,0 2 0-16,0-2 0 0,3 2 0 0,0-5 0 16,-3 0 0-16,3 0 0 0,0-5 0 0,-3 2 0 0,0-2 0 15,3-3 0-15,-3 5 0 0,0-7 0 16,0 2 28-16,0 0 2 0,0 0 1 0,-4-6 0 0,4 4 1 0,-3 2 0 15,0-5 0-15,0 5 0 0,0-5-4 0,0-1-1 0,-3 4 0 16,0 2 0-16,0-5-11 0,-3-1-3 0,3 4 0 16,-3-3 0-16,0 5-13 0,-3-6 11 0,3 6-11 15,-2 1 10-15,-1-1 8 0,0 2 2 0,-3-2 0 16,0 6 0 0,-3 2-68-16,-3 0-12 0,0 0-4 0,-3 0 0 15,-3 8-102-15,1 0-21 0,-4 0-4 0</inkml:trace>
  <inkml:trace contextRef="#ctx0" brushRef="#br0" timeOffset="11664.772">20639 3191 1314 0,'0'0'37'0,"0"0"8"16,0 0-36-16,0 0-9 0,0 0 0 0,0 0 0 15,0 0 53-15,0 0 9 0,0 0 2 0,0 0 0 0,0 0 0 0,0 0 0 0,0 0 0 0,0 0 0 16,0 0 21-16,0 3 5 0,0-3 1 0,3 2 0 15,3 1-39-15,-3-3-8 16,3 3-2-16,0-3 0 16,0 0-6-16,3 0-2 0,0-3 0 0,3 3 0 15,-3-3-6-15,3 3-2 0,2 0 0 0,1 0 0 16,0 0-6-16,3 0 0 0,3 0-1 0,-3 0 0 0,3 0-2 16,2 0 0-16,-2-2 0 0,3 2 0 0,0 0-3 15,0-3-1-15,0 3 0 0,-1 0 0 0,7 0 1 0,-3 0 0 0,6-5 0 16,-1 5 0-16,-2-3-2 0,3 3-1 0,3 0 0 15,-4 0 0-15,1 0-11 0,0 0 12 0,3 0-12 0,-1 0 12 16,1 3-12-16,3-3 12 0,-1 0-12 0,4 0 12 16,-3 0-12-16,-1 5 0 0,1-5 0 0,3 0 8 15,-3 3-8-15,-1-3 0 0,-2 0 0 0,6 2 0 16,-4-2 0-16,1 3 0 0,3 0 8 16,-1-3-8-16,-2 2 0 0,-3-2 0 0,0 0 0 0,-1 3 8 15,4-3-8-15,-3 0 0 0,-1 0 0 0,4 5 0 16,0-5 0-16,-4 0 0 0,1 3 0 0,3-3 0 15,-3 5 0-15,-4-5 0 0,-2 0 0 0,6 0 0 16,-3 0 0-16,-1 0 0 0,4 0 8 0,0 0-8 16,-1 0 0-16,4 0 0 0,-3 0 0 0,0 0 0 15,-4 0 0-15,1 0 0 0,0 0 0 0,0 0 8 16,-1 0-8-16,4-5 0 0,-3 5 0 0,5 0 0 16,-5 0 0-16,0 0 0 0,0 0 0 0,-1 0 0 15,1 0 8-15,-3 0-8 0,0 0 0 0,-1-3 8 16,1 3-8-16,0 0 8 0,3 0-8 0,-3 0 8 15,-1-5-8-15,1 5 8 0,0-3-8 0,0 3 8 0,-1 0-8 16,-5 0 8-16,3 0-8 0,-3 0 8 0,-3 0 2 0,-1 0 0 16,-2 0 0-16,0-2 0 0,3 2 1 0,-3 0 0 15,3-3 0-15,0 3 0 0,-4-3-11 0,1 1 10 0,0 2-10 0,3-3 10 16,-6 3-10-16,3 0 10 16,-3 0-10-16,-4 0 10 0,4-5-10 0,-3 5 8 15,0 0-8-15,-3 0 8 0,0-3-8 16,-3 3 0-16,3 0 9 0,-3 0-9 0,0 0 0 0,-3 0 8 0,3 0-8 0,0-5 0 15,-3 5 0-15,3-3 0 16,0 3 0-16,0 0 0 16,0-8-76-16,2 6-20 0,-2-1-4 0</inkml:trace>
  <inkml:trace contextRef="#ctx0" brushRef="#br0" timeOffset="14222.996">23083 3212 1337 0,'0'0'56'0,"0"0"-44"16,0 0 92-16,0 0 20 0,0 0 3 0,0 0 1 15,0 0-52-15,-3 3-9 0,3-3-3 0,-6 5 0 16,6-5 0-16,-6 3 0 0,3 2 0 0,0-2 0 16,0 2-51-16,0 0-13 0,0 3 0 0,0 0 0 15,0 0 54-15,0-3 8 0,3 6 2 0,-3 2 0 16,3-5-52-16,0 5-12 0,-3-2 0 0,3 5 0 15,-3 2 21-15,3-4 2 0,0 4 0 0,-3 3 0 16,3 1-10-16,-3-1-1 0,3 0-1 0,-3 5 0 16,3 1 1-16,-2-6 0 0,-1 3 0 0,3 5 0 15,-3-8-3-15,3 5 0 0,-3 1 0 0,3 2 0 16,-3-2 0-16,3 4 0 0,0 4 0 0,-3-1 0 16,3 0-9-16,0 1 0 0,0-3 0 0,0 5 0 15,0-3 0-15,0-2 0 0,0 2 0 0,0 3 0 16,0-2 0-16,0 4 0 0,0-2 0 0,0 6 0 15,3-1 0-15,-3-5 0 0,0 0 0 0,0 0 0 16,3 3 53-16,-3 0 9 0,0 2 2 0,3 0 0 16,-3 1-52-16,3-1-12 0,-3 0 0 0,3 1 0 15,-1-1 0-15,1-2 0 0,-3 2 0 0,3-2 0 0,0-1 8 16,0 6-8-16,0 3 11 0,0-3-11 16,0-5 0-16,3 2 0 0,-3-5 0 0,0 3-12 15,3 5 12-15,-3-6 10 0,0 4-2 0,3-1 0 16,-3 0-8-16,3-5-11 0,0 3 3 0,-3 0 0 0,3-6 8 0,-3-2 16 0,3 0-4 15,-3 7-1-15,0-7-11 16,-3 5-16-16,3 0 4 0,-3 3 1 0,3-6 21 16,0-2 4-16,-3 2 1 0,3-4 0 0,-3-1-24 15,0-3-5-15,3-2-1 0,-3 2 0 0,0-2 24 0,0 3 5 0,0-1 1 0,0 3 0 16,3 0-24-16,-3-2-5 0,0 2-1 16,0 0 0-16,0-5 15 0,0 0 0 0,0-1 0 15,0-1 0-15,0-1 0 0,0 0 0 0,0-3 0 0,0 4 0 16,-3-4 0-16,3 3 0 0,0 0 0 0,-3 3 0 15,3 0 0-15,-3 0 0 0,3 2 0 0,0 1 0 16,-3-3 0-16,3-1 0 0,-3 1 0 0,3-3 0 16,0 1 0-16,-3-1 0 0,3 0 0 0,-3 0 0 15,3-2 0-15,0-3 0 0,-3 2 0 0,3 1 0 16,-3-4 0-16,3 7 0 0,-3-1 0 0,3 0 0 16,-3 0 0-16,3 3 0 0,-3 0 0 0,3 0 0 15,-3-1 0-15,3-1 0 0,0-1 0 0,-3 0 0 16,3 0 16-16,0 0 5 0,-3-2 2 0,3-1 0 15,-3 3-37-15,0-5-7 0,3 3-2 0,-3 2 0 16,3-2 23-16,-3 2 0 0,0 0 0 0,0 3 0 16,0-1 0-16,3 1 0 0,-3 0 0 0,3 0 0 15,-3 0 0-15,3-3 0 0,0-3 0 0,-3 4 0 16,0-4 0-16,3 1 0 0,-3 2 0 0,0-3 0 16,3 1 0-16,-3-3 0 0,0 2 0 0,3 1 0 0,-3-1 0 0,0 1 0 15,3 2 0-15,-3 0 0 16,0-2 24-16,3 2 8 0,-3 0 3 0,3 0 0 0,0-2-5 0,-3-1-1 15,3 3 0-15,0-2 0 0,-2-1-29 16,2-2 0-16,-3 0 0 0,3 0 0 0,-3 0 0 0,3 0 0 0,0 0 0 16,-3 0 0-16,3-3 0 0,0 3 0 0,0-3 0 0,-3 3 0 15,0 0 0-15,3-3 0 0,-3 3 0 0,0 2 0 32,3-2 0-32,-3 3-20 0,3-3 4 0,-3 2 0 0,3-2 16 0,-3 2 0 15,3 1 0-15,-3-3 0 0,3 2 16 0,-3 1-2 16,3-3-1-16,-3 0 0 0,3 0-13 0,-3-1 0 15,3 1 0-15,0 0 0 0,0 0 0 0,-3-3 0 0,3 3 0 0,-3 0 0 16,3 0 0-16,-3 2-18 0,0-2 4 0,3 5 1 16,-3-2 21-16,3 0 4 0,-3 2 0 0,3-3 1 15,0 1-13-15,-3 2 0 0,3-3 0 0,0 1 0 16,0-1 0-16,0 1 0 0,0-3 0 0,0 2 0 16,-3-2 0-16,3 0 0 0,0 0 0 0,0 0 0 15,-3 0 0-15,3-3 0 0,0 3 0 0,0 0 0 16,-3 0 0-16,3 2 0 0,0-2 0 0,-3 5 0 15,3-2-8-15,-3-1-5 0,3 3-1 0,0-2 0 16,-3-1 14-16,3 1 0 0,0-1 0 0,0 1 0 16,-3 0 11-16,3-4 1 0,0 1 1 0,0 0 0 15,-3 0-13-15,3 0 0 0,0-3 0 0,0 3 0 16,-3-3 0-16,3 0-13 0,0 3 2 0,0-2 1 16,-3 1 10-16,3 1 14 0,0 0-3 0,0 0-1 0,-3 0-10 15,3 2 0-15,0-2 0 0,0 3 0 0,0-3 0 16,0 0-11-16,0 0 3 0,0-3 0 0,-3 3 8 15,3-3 11-15,0 0-3 0,0 0 0 16,0-2-8-16,0-1 0 0,0 1 0 0,0 0 0 0,-3-1 0 16,3 1-11-16,0-3 3 0,0 2 0 0,0-2 8 15,0 0 0-15,0 0 0 0,0-3 0 16,0 3 0-16,0-2 12 0,0 2-4 0,0-3 0 0,0-5-8 16,0 5 0-16,0 0 0 0,0-5 0 0,3 8 0 0,-3-2 0 0,0-6 0 0,0 8 0 15,0-3 0-15,0 0 0 0,0-5 0 0,0 8 0 16,0-3 0-16,0 1 0 0,0-6 0 0,-3 8 0 15,3-3 0-15,0 0 0 0,0 1 0 0,0-6 0 16,0 5 0-16,-3 0 0 0,3-5 0 0,0 8 0 16,0-8 0-16,-3 5 0 0,3 1 0 0,0-6 0 15,-3 5 0-15,3-5 0 0,-3 5 0 0,0 1 0 16,3-6 0-16,-3 5 0 0,3-5 0 16,-3 5 0-16,0-2 0 0,3-3 0 0,-2 5 0 0,2-5 0 15,-6 3 0-15,3-1 0 0,-3 4 0 0,0-4 0 16,3 1 0-16,-3 0 0 0,3-3 0 0,-3 2 0 15,0 1 0-15,3 0 0 0,-3-3 0 0,-3 2 0 16,3 1 0-16,0-3 0 0,0 0 0 0,0 0 0 16,0 0 0-16,0 0 0 0,0 0 0 0,0 0 0 15,0 0 0-15,0 0 0 0,1 0 0 0,-4-3 0 16,3 3 0-16,0-2 0 0,0 2 0 0,0-3 0 16,0 0 0-16,0 1 0 0,-3 2 0 0,3-3 0 15,-3 3 0-15,3 0 0 0,0-3 0 0,-3 1 0 16,3 2 0-16,0 0 0 0,0-3 0 0,0 3 0 0,0-3 12 15,0 3 0-15,1 0 1 0,-1 0 0 0,0-2-13 0,0 2 0 0,6 0 0 16,-6 0 0-16,-3 0 0 0,9 0-18 0,-6 0 4 0,6 0 1 16,-9-3 21-16,3 3 4 0,0 0 0 0,0 0 1 15,0 0-13-15,0-3 0 0,0 3 0 0,0 0 0 16,0-2 0-16,0 2 0 0,0 0 0 16,0-3 0-16,0 3 0 0,1-3 0 15,-1 3 0-15,0-2 0 0,0 2 0 0,0-3 0 0,0 1 0 16,0 2 0-16,0 0 0 0,0-3 0 0,0 0 0 0,0 3 0 15,0-2 0-15,0 2 0 0,0 0 0 0,0-3 0 16,0 3 0-16,0-3 0 0,0 3 0 0,0 0 0 16,0-2 0-16,0 2 0 0,-2 0 0 0,2 0 0 15,0-3 0-15,0 3 0 0,0 0 0 0,0 0 0 16,0 0 0-16,-3 0 0 0,3 0 0 0,0 0 0 16,0-3 0-16,-3 3-18 0,3-2 4 0,0 2 1 15,0 0 13-15,0 0 0 0,-3 0 0 0,3 0 0 16,0 0 0-16,6 0 0 0,-6 0 0 0,1 2 0 15,-1-2 14-15,0 0 6 0,6 0 0 0,-6 0 1 16,-3 3-21-16,3-3 0 0,0 3 0 0,-3-3 0 16,3 2 0-16,0-2 8 0,0 0-8 0,0 3 0 15,0-3 0-15,-3 3 0 0,3-3 0 0,0 0 0 16,0 2 0-16,-3-2-8 0,3 0 8 0,-2 0-12 16,-1 0-89-16,0-2-19 0,0-1-3 15</inkml:trace>
  <inkml:trace contextRef="#ctx0" brushRef="#br0" timeOffset="17581.609">23518 10917 1545 0,'0'0'32'16,"3"-2"8"-16,0-4-32 0,-3 6-8 0,3-5 0 0,-3 3 0 16,0-4 112-16,0 1 20 0,-3 0 4 0,0-1 0 15,0 1-57-15,-3 0-12 0,0-1-3 0,0 1 0 16,-3 3 0-16,3-1 0 0,-3 0 0 0,3 1 0 15,-3-1 0-15,0 3 0 0,0 0 0 0,0 0 0 0,3 3-51 0,-3 2-13 16,0 0 0-16,-2 3 0 0,2 0 0 0,-3 3 0 0,3-1-12 16,-3 3 12-1,3 1-12-15,-3 2 12 0,3 2-12 0,3 1 12 16,0 2 0-16,3 0 12 0,0 3 0 0,3 0 0 16,3-1-60-16,0 4-13 0,6-3-3 0,0-1 0 15,3-1 0-15,3-1 0 0,0-5 0 0,0 0 0 16,2-3 0-16,1-5 0 0,0 0 0 0,3 0 0 0,0-6 46 0,3 1 9 0,0-3 9 15,2 0-13-15,-5 0 25 0,6-5 4 0,-3 2 2 0,0-2 0 16,-4 2 28-16,1-5 6 0,-3 3 0 16,-3-3 1-16,-3 0 60 0,-3 3 12 0,0-3 3 0,-3 2 0 15,0-2-52-15,-3 3-9 0,0-3-3 0,-3 3 0 16,0 0 0-16,0-1 0 0,0 1 0 0,-3 0 0 16,3 5-51-16,0 0-13 0,0 0 0 0,0 0 0 15,0 0 0-15,0 0 0 0,0 0 0 0,-6 8 0 16,0 0 0-16,0 5 0 0,3-3 0 0,0 6 0 15,0-2 0-15,0 1 0 0,0-1 0 0,3 2 0 16,-3-1 0-16,3-1 0 0,-3 2 0 0,3-1 0 16,0-1 0-16,0-1 0 0,0 0 0 0,-3 0 0 15,3-2 0-15,0-1 0 0,0 1 0 0,0 0 0 16,0-1-119-16,0-4-26 0,0-1-6 0</inkml:trace>
  <inkml:trace contextRef="#ctx0" brushRef="#br0" timeOffset="17779.735">23839 10843 2310 0,'0'0'97'16,"0"0"-77"-16,0 0 87 0,-3-5 17 0,3 5 4 0,0 0 1 15,0 0-73-15,0 0-16 0,0 0-2 0,0 0-1 16,3-5-28-16,-3 5-9 0,0-3 0 0,3-2 0 15,-3 5-128 1,3-3-32-16,0-2-6 0</inkml:trace>
  <inkml:trace contextRef="#ctx0" brushRef="#br0" timeOffset="20041.412">23747 3887 1326 0,'0'-8'56'0,"3"0"-45"16,-3 0 96-16,3 0 19 0,0 0 4 0,-3 0 1 16,0-2-8-16,0 2-2 0,0 0 0 0,0-3 0 15,-3 3-43-15,0 3-9 0,3-8-1 0,-6 5-1 16,3-3-19-16,-3 6-3 16,0-3-1-16,0-2 0 15,0 2-12-15,-3 0-4 0,0 5 0 0,0-5 0 0,-3 8-8 0,0-8-1 16,-2 5-1-16,2 3 0 0,-3 0-7 0,3 0-2 0,-3 3 0 0,-3 5 0 15,3-5 19-15,0 10 4 0,0-5 1 16,1 5 0-16,-1 3-77 16,3 5-16-16,0-5-4 0,3 5 0 0,0 0 64 0,3-2 0 0,0-1 9 0,3 4 0 15,0-4-45-15,3-2-8 0,0-3-3 0,3 3 0 16,0-5-34-16,3 5-7 0,0-9-2 0,3-1 0 16,0-1 21-16,3-2 4 0,0-3 1 0,0 0 0 15,3 0 40-15,-1-6 9 0,1 1 2 0,3 2 0 16,-3-4 21-16,-3-1 4 0,3 0 0 0,-3 2 1 15,0-2 41-15,-3-2 8 0,2 2 2 0,-5-3 0 16,0 3 0-16,0-2 1 0,-3 2 0 0,0 0 0 16,0 0-5-16,-3-3-2 0,3 3 0 0,-3 3 0 15,0 0-25-15,-3 2-5 0,3 3 0 0,0 0-1 16,0 0-16-16,0 0-3 0,0 0-8 0,0 0 12 16,0 8-12-16,0-3 0 0,0 11 0 0,0-5 0 0,0 2-8 15,3 3 8-15,-3-3 0 0,0 3 0 16,3 0-26-16,0 3 2 0,-3-6 0 0,3 3 0 0,0 0 24 15,-3-3 0-15,3 3 0 0,-3-3 0 16,0 0-52-16,3-2-4 0,-3 2-2 0,3-5 0 16,-3 2-174-16,3-4-34 0</inkml:trace>
  <inkml:trace contextRef="#ctx0" brushRef="#br0" timeOffset="20567.179">24006 3636 1599 0,'6'-11'68'16,"-3"3"-55"0,0 3 107-16,0-3 22 0,0 3 4 0,0 2 1 15,0-2-39-15,-3 5-8 0,6-3-2 0,-6 3 0 16,3 0-37-16,2 0-7 0,-2 0-2 0,3 3 0 16,-3 2-21-16,3 3-5 0,-3-6-1 0,3 6 0 15,-3 0-8-15,0 3-1 0,-3 0-1 0,3 2 0 16,0 3-30-16,-3 0-5 0,0 2-2 0,-3 3 0 15,0 6 42-15,3-1 8 0,-3 3 1 0,0-2 1 16,0-1-30-16,-3 3-10 0,3-8 0 0,0 1 0 16,0 1-13-16,0-4-2 0,0-1-1 0,0-4 0 15,1 2 7-15,2-8 2 0,-3 2 0 0,3-2 0 16,0-3 32-16,0 1 6 0,0-6 2 0,0 0 0 16,0 0-40-16,0 0-8 0,0 0-2 0,0 0 0 15,0 0 27-15,0 0 0 0,-3-6 0 0,0 1 0 16,0-3 19-16,0 0 5 0,0-2 2 0,-3-1 0 15,0 0-26-15,0 3 0 0,0-7 0 0,-3 1 0 16,0-2 20-16,-3 3 0 0,3 0-1 0,-3-3 0 0,0 6-31 0,3-1-5 16,-3 0-2-16,1 3 0 0,-1 6 42 0,3-1 8 0,0 3 1 0,-3 0 1 15,3 0-24-15,0 3-9 16,3 2 0-16,0 0 9 0,0 6-9 0,3 0 0 16,0-1-10-16,0 3 10 0,3-2-10 0,0 5 10 15,0-3-10-15,3 0 10 0,0 1-8 0,0-1 8 0,3 0 0 0,0-2-9 16,0-1-11-16,3 1-3 15,-3-1 0-15,6 4 0 0,0-9 23 0,0 0 0 0,0 3 0 16,-1-3 0-16,4 1 0 0,0-6 0 0,0 2 0 0,3 4 0 16,-3-6 0-16,0 0 0 0,3 0 0 0,-1-6 0 15,-2 4-216-15,6-6-40 0</inkml:trace>
  <inkml:trace contextRef="#ctx0" brushRef="#br0" timeOffset="21248.001">24449 3606 2014 0,'3'-2'42'0,"-3"2"9"0,0 0-41 0,0 0-10 0,3 0 0 0,-3 0 0 15,0 0 84-15,0 0 14 0,0 0 3 0,0 0 1 16,3 0-50-16,0 2-11 0,0 4-1 0,0-1-1 16,-3 3-17-16,3 0-3 0,-3 0-1 0,0 2 0 15,-3 4-9-15,3 2-1 0,-3-3-8 0,0 8 12 16,-3-5-12-16,3 8 11 0,0 2-11 0,-3-5 10 16,0 6-10-16,3-1 0 0,-3-2 9 0,1 0-9 15,2 2 0-15,-3-10 0 0,3 5 0 0,0 1 0 16,-3-12-15-16,3 3 3 0,0 1 0 0,3-4 0 15,-3-2 12-15,3-3-11 0,3 3 11 0,-3-8-10 16,0 0 10-16,0 0 0 0,0 0 0 0,0 0-8 16,0 0 17-16,0 0 4 0,0 0 1 0,0 0 0 15,0 0 7-15,-3-8 2 0,3 3 0 0,-3-3 0 16,0 0-3-16,-3 0 0 0,0 0 0 0,0-2 0 16,-3-1-20-16,0 1 0 0,0-1 0 0,0 3 0 0,-3-3 30 15,0 1 11-15,0-1 3 0,1 3 0 0,2 3-28 0,-3 0-4 16,0-1-2-16,3 4 0 0,-3 2-10 15,3 0 0-15,3 2 0 0,-3 4 8 0,3-1-8 0,0 3 0 16,0 3 0-16,0-1 0 0,3 3 0 0,3-2-11 0,-3 2 11 16,6 0-12-16,-3-2 12 0,3 2 0 0,0 1 0 0,0-4-8 15,3 1 8-15,-3-1 0 0,3 1 0 0,0-1 0 16,0 4 12 0,0-6 4-16,3-3 0 0,-3 3 1 15,3 0-65-15,0 0-12 0,3-6-4 0,0 4 0 0,0-4-60 16,2-2-12-16,4 0-2 0</inkml:trace>
  <inkml:trace contextRef="#ctx0" brushRef="#br0" timeOffset="21533.247">24839 3752 1622 0,'0'-13'68'16,"-3"2"-54"-1,0 6 124-15,-3-3 25 0,3 3 5 0,-3 2 0 16,0-5-46-16,0 5-10 0,1 1-1 0,5 2-1 15,-6 2-37-15,-3-2-7 0,3 3-2 0,0 5 0 16,0 0-24-16,-3 0-6 0,3 3-1 0,-3 7 0 16,3-5-33-16,-3 11 0 0,0-3 0 0,-3 3 0 15,3 0 48-15,-3 2 13 0,3-2 3 0,1 3 0 16,-4-1-64-16,0 1-20 0,0-4 0 0,0 4 0 16,-3-3 20-16,0 2 0 0,0 1 0 0,-3 2 0 15,4 0 0-15,-1 0 8 0,3-3-8 0,-6 3 0 16,6-5 18-16,-3 0-2 0,3-3-1 0,-3-2 0 15,3-1-63-15,3-2-13 0,1-5-3 0,-1 2 0 16,0 0-51-16,3-5-10 0,0 0-3 0</inkml:trace>
  <inkml:trace contextRef="#ctx0" brushRef="#br0" timeOffset="24980.209">23919 4885 2032 0,'6'-8'42'0,"-3"5"10"0,0-8-41 0,3 6-11 0,-3 0 0 0,0-1 0 15,-3 6 112-15,0-5 20 0,0 5 4 0,0 0 0 16,-3-2-65-16,-3-1-14 0,0 3-2 0,-3 0-1 15,1 0-35-15,-4 0-7 0,0 0-2 0,0 3 0 16,-6 2 8-16,3 0 2 0,-3 3 0 0,0 0 0 16,-2 0-20-16,-1 0 0 0,0 0-11 0,0 2 11 15,0 1-15-15,6 2 4 0,0-2 1 0,3 5 0 16,1-3 10-16,5 3-8 0,3 2 8 0,3 1-8 16,6-3 8-16,0 2 0 0,5 1 0 0,1-3 0 15,3-1-53-15,3 1-9 0,0-2-2 0,0-1 0 16,3 0 52-16,-6 0 12 0,2-2 0 0,-2 2 0 15,-3-2 0-15,0-3 0 0,0 2 0 0,-3 1 0 16,-3-3 11-16,0-3 5 0,-3 6 0 0,0-9 1 16,-6 6-27-16,0-5-6 0,-3 2 0 0,0 0-1 15,-3 1 25-15,0 2 6 0,-3-8 1 0,-3 2 0 16,-3 1-27-16,1-3-6 0,-4 3-1 0,-3-3 0 16,3 0-19-16,3 0-4 0,-3 0-1 0,4-3 0 15,-1 3-100-15,3-3-20 0,3 1-4 0</inkml:trace>
  <inkml:trace contextRef="#ctx0" brushRef="#br0" timeOffset="25519.502">24107 4750 1580 0,'0'0'67'0,"0"0"-54"15,0 0 143-15,0 0 29 0,0 0 6 0,0 0 1 16,0 0-82-16,0 0-16 0,0 0-3 0,0 0-1 15,0 0-38-15,0 0-8 0,0 0-2 0,0 0 0 16,0 0-18-16,0 0-4 0,0 0-1 0,0 0 0 16,0 0-9-16,0 5-2 0,0-5 0 0,0 8 0 15,0 0 0-15,0-8 0 0,0 2 0 0,0 4 0 16,-3-1-8-16,3 0 0 0,0 1 0 0,0-1 8 16,0-5-8-16,-3 5 0 0,3 0 0 0,0-5 8 15,-3 6-8-15,0-1 0 0,3 3 0 0,-3 0 0 16,3-5 0-16,0 4 0 0,0-4 0 0,0 5 0 15,0-3 0-15,0 6 0 0,0-6 0 0,-3 6 0 16,3-1 0-16,0 1 0 0,0 0 0 0,0-1 0 16,0 3 0-16,0 3 0 0,0 0 0 0,0 3 0 15,0-1 0-15,3-5 0 0,0 3 0 0,0 0 0 16,0-3 0-16,3 1 0 0,-3-1 0 0,3-3 0 16,0 1 19-16,0-6 1 0,3 1 1 0,-3-1 0 0,3 0-21 15,-3-2 0-15,3-3 0 0,-1 0 0 16,1 0 0-16,0-5 0 0,0 2 0 0,-3-2 0 0,3-1 0 15,-3-2 0-15,3 0 0 0,-3 0 0 0,0-2 0 16,0-1 0-16,0-2 0 0,0 0 0 16,-3 0 0-16,0-1 0 0,0 1 0 0,0 0 0 0,0 0 56 15,-3-3 6-15,3 3 2 0,-3-3 0 0,0 2-52 0,0 1-12 0,-3 3 0 0,3-4 0 32,0 4 0-32,-3 2 0 0,3-5 0 0,0 2 0 0,-3 1 0 0,3-1 0 0,0 3 0 15,-3-3 0-15,3 3 0 0,0 6 0 0,0-9 0 0,0 6 0 16,3 0-151-16,-3 2-33 0,3-2-6 15,-3 5-2-15,3 0-51 0,-3 0-10 0</inkml:trace>
  <inkml:trace contextRef="#ctx0" brushRef="#br0" timeOffset="26007.661">24411 4723 1607 0,'0'-5'68'16,"0"0"-55"0,0-1 120-16,0 1 24 0,0 2 5 0,0 1 1 15,0-6-48-15,0 8-10 0,0-3-1 0,0 3-1 16,0 0-35-16,0 0-6 0,0 0-2 0,0 0 0 15,0 0-29-15,0 0-7 0,3 11 0 0,0-3-1 16,-3 2-11-16,3 9-3 0,0-6 0 0,-1 3 0 16,-2 2 2-16,3 1 0 0,0-3 0 0,-3 5 0 15,3-3-11-15,-3 1 0 0,3 2 9 0,-3 0-9 16,3 6 8-16,-3-3-8 0,0 5 10 0,3 0-10 16,-3-3 0-16,0 3 0 0,3-8 0 0,-3 6 0 15,0-9 0-15,0 1 0 0,0-3 0 0,0 0 0 16,3-3 0-16,-3-2 0 0,0-4 0 0,3 1 0 15,-3-2-45-15,0-6-15 0,0 0-4 0,3 0 0 0,-3 0 52 16,6 0 12-16,0-3 0 0,-3 0 0 0,3-2 0 16,0-3 0-16,0 0 0 0,3 0 0 0,-3-2 0 0,3-3 0 0,-3-1 0 0,0 1 0 15,3-5 48-15,0 2 13 16,0-6 3-16,-1 4 0 16,1-1-52-16,3 1-12 0,0-3 0 0,-3 2 0 0,3 3 0 0,0 3 0 15,0-3 0-15,0 6 0 0,0 2 0 0,0 0 0 16,2 2 0-16,-2 1 0 0,0 5 0 0,3 0 0 0,-3 3 0 0,0 2 0 15,-3 3 34-15,3 3 4 0,-3-1 1 16,-3 6 0-16,0-3-21 0,-3 6-4 0,0-1-1 0,0 6 0 16,-6-8 3-16,0 5 0 0,0-2 0 0,-3 2 0 15,-3-3-16-15,-3-2 0 0,0-2 0 0,-3 1-10 16,0-1 10-16,0-1 0 0,-3-3 0 0,1 1 0 16,2 0 0-16,-3-1 0 0,0-2 0 0,-3 0 0 15,3 0 0-15,-3-3 0 0,1 1 0 0,-1-1 0 16,0-2 0-16,-3-1 0 0,3-2 0 0</inkml:trace>
</inkml:ink>
</file>

<file path=ppt/ink/ink2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3:05:16.791"/>
    </inkml:context>
    <inkml:brush xml:id="br0">
      <inkml:brushProperty name="width" value="0.05292" units="cm"/>
      <inkml:brushProperty name="height" value="0.05292" units="cm"/>
      <inkml:brushProperty name="color" value="#0070C0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22104 7216 1579 0,'0'0'32'0,"-6"5"10"16,0-2-34-16,6-3-8 0,-3 2 0 0,3-2 0 0,0 0 104 0,0 0 20 0,-6 6 3 0,6-6 1 31,0 0-28-31,0 0-6 0,0 0-1 0,0 0 0 0,0 0-29 0,0 0-7 0,3 2-1 0,0 3 0 16,3-2-4-16,0 0-2 0,0-1 0 15,3-2 0-15,0 3-8 0,2-3-2 0,1-3 0 0,0 3 0 16,0 0-9-16,0 0-3 0,3 0 0 0,-3 0 0 31,3-2-11-31,0 2-2 0,0-3-1 0,-1 3 0 0,4 0-31 0,0-3-7 0,0 3 0 0,0-2-1 16,0 2 42-16,0-3 9 0,2 3 2 16,-2 0 0-16,-3-2-28 0,0 2 0 0,0 0-14 0,-3 2 5 15,-3-2-27 1,0 0-6-16,-3 0-1 0,0 3 0 0,-6-3-40 15,0 0-8-15,0 0-1 0,0 0-1 0,0 0-143 16,0 8-28-16</inkml:trace>
  <inkml:trace contextRef="#ctx0" brushRef="#br0" timeOffset="284.889">22077 7456 1337 0,'-9'3'56'16,"3"2"-44"0,0-2 80-16,6-3 17 0,0 0 3 0,0 0 1 15,0 0-17-15,0 0-3 0,0 0-1 0,0 0 0 16,0 0-21-16,0 0-5 0,3 3-1 0,3 2 0 16,0-2-4-16,3-1-1 0,0 1 0 0,0 0 0 15,3-3-11-15,3 0-2 0,-4 2-1 0,4-2 0 0,0 0-15 0,0 0-3 0,-3 0-1 0,3 0 0 16,0-2-13-16,0 2-2 0,3 0-1 15,-4-3 0 1,7 3-33-16,-3-3-6 0,3 1-2 0,0-4 0 0,0 4 30 0,-1-1 15 0,4-2-2 16,0 2 0-1,0-2-197-15,0 2-40 0,0-2-8 0</inkml:trace>
  <inkml:trace contextRef="#ctx0" brushRef="#br0" timeOffset="1452.038">22925 7232 1178 0,'0'0'49'0,"0"0"-39"16,0 0 77-16,0 0 15 0,0 0 3 0,0 0 1 16,0 0 18-16,-3-3 3 0,3 3 1 0,0 0 0 15,-3-3-52-15,3 3-9 0,-6-5-3 0,6 5 0 16,0 0 0-16,-6 0 0 0,0 0 0 0,1 0 0 16,-1 3-51-16,0-3-13 0,0 2 0 0,0 1 0 15,0 0 0-15,0-1 0 0,-3 1 0 0,3 2 0 16,-3 0 54-16,0 1 8 0,0-1 2 0,-3 3 0 15,3 0-52-15,0 0-12 0,0 0 0 0,0 2 0 16,1-2 0-16,2 3 0 0,-3-1 0 0,3 1 0 16,3 2 0-16,-3-2 0 0,3 2 0 0,0 0 0 15,3 1 0-15,0-1 0 0,0 0 0 0,3 0 0 16,0 0 0-16,0 1 0 0,3-1 0 0,0-3 0 16,0 4-21-16,3-6-7 0,2 2-2 0,-2-2 0 15,3 0 30-15,0-3 0 0,0 1 0 0,3-1 0 16,0-5 0-16,0 3 0 0,0-1 9 0,0-2-9 15,2-2 11-15,1 2-11 0,-3-3 12 0,3 0-12 16,-3-2 16-16,0 2-3 0,-3-2-1 0,0 0 0 16,2 0 4-16,-5-1 1 0,3 1 0 0,0-3 0 15,-3 0 7-15,0-3 2 0,3 4 0 0,-3-7 0 16,0 4 10-16,0-1 1 0,-3-2 1 0,3 2 0 16,-3-2 2-16,0 3 0 0,-3-4 0 0,0 4 0 15,-1-4-4-15,-2 4 0 0,3-1 0 0,-3 1 0 0,-3 2-14 16,3-3-3-16,-2 3-1 0,-1 0 0 15,-3 0-2-15,3 0 0 0,-3 0 0 0,-3 1 0 0,0-4-4 16,0 6 0-16,0-3-1 0,0 2 0 0,0-1-11 0,-3 1 8 0,3 1-8 16,-3-3 8-16,3 5-8 15,-3-2 0-15,1 0 0 0,-1 2 0 0,-3-2 0 0,0 5 0 16,0-3 0-16,-3 3 0 16,0 0-33-16,0 0 1 0,4 0 0 0,-4 3 0 15,0-1-98-15,3 4-19 0,0-1-4 0</inkml:trace>
  <inkml:trace contextRef="#ctx0" brushRef="#br0" timeOffset="3824.589">21562 12135 1637 0,'0'0'69'0,"0"0"-55"16,0 0 41-16,0 0 8 0,3 5 1 0,3-3 1 16,0 1-9-16,0 0-1 0,0-1-1 0,3 1 0 15,0-3-9-15,0 0-1 0,2 3-1 0,4-3 0 16,0 0-6-16,0 0-1 0,0 0 0 0,3 0 0 15,-3-3-20-15,3 3-4 0,-1-3 0 0,-2 3-1 16,0 0-11-16,0-2 0 0,0 2 0 0,0-3 8 16,0 3-8-16,3 0 0 0,-3-3 0 0,-4 3 0 31,4 0-23-31,-3-2-9 0,3 2-3 0,-3 0 0 16,0 0-23-16,0 0-5 0,-6 0-1 0,3 2 0 15,0-2-104-15,-3 0-20 0</inkml:trace>
  <inkml:trace contextRef="#ctx0" brushRef="#br0" timeOffset="4122.363">21619 12346 1586 0,'0'0'44'0,"0"0"12"15,5 0-45-15,-2 0-11 0,3 0 0 0,3 0 0 16,-3 0 78-16,3 0 14 0,-3 0 2 0,3 0 1 16,0 0-28-16,0 0-6 0,3 0-1 0,-3 0 0 0,0 0-25 0,0 0-6 0,0 0-1 0,0 3 0 31,2-3 9-31,-5 0 2 0,3 3 0 0,-3-3 0 0,3 0-19 16,0 0-4-16,-3 0-1 0,3 0 0 0,0 0-15 0,3 0 9 0,-3 0-9 0,0-3 8 15,6 3-8-15,-1-5 10 0,1 2-10 0,0-2 10 16,3-1-10-16,0 4 0 0,3-6 0 15,-3 2 0 1,3 1-97-16,2-3-25 0,-2 3-5 0</inkml:trace>
  <inkml:trace contextRef="#ctx0" brushRef="#br0" timeOffset="4733.387">22452 12148 2030 0,'0'0'57'0,"0"0"14"15,0 0-57-15,0 0-14 0,0 0 0 0,0 0 0 16,0 0 54-16,0 0 8 0,0 0 2 0,0 0 0 15,-6 0 0-15,0 0 0 0,0 2 0 0,0-2 0 16,0 3-52-16,-3 2-12 0,3 1 0 0,0 2 0 16,-3 0 0-16,4-3 0 0,-4 3 0 0,3 2 0 15,-3-2 0-15,3 3 0 0,0-1 0 0,-3 4 0 16,3-4 0-16,3 3 0 0,-3 3 0 0,3-2 0 16,0 1 0-16,3-1 0 0,-3 2 0 0,3-3 0 15,3 0-48-15,0 0-13 0,0-2-3 0,3-3 0 0,0 0 52 0,0 0 12 16,3 0 0-16,0-3 0 15,3 0-54-15,0 0-8 0,-1-2-2 0,1 0 0 0,3-3 52 0,0-3 12 16,0 3 0-16,0-3 0 0,3 1 0 0,-3-3 0 0,-1 2 0 0,1-2 0 16,-3-1 0-16,-3 1 0 0,3 0 0 0,-3-3 0 15,0 0 41-15,0 0 11 0,0 0 3 0,-3-3 0 16,0 3 14-16,0-2 3 16,0-3 1-16,0-1 0 0,0 4-7 0,-3-3-2 0,2-3 0 15,-2 2 0-15,3 4-51 0,-3-3-13 0,0 2 0 0,0 1 0 16,0-4 54-16,-3 4 8 0,3-1 2 0,-3 1 0 15,0 2-52-15,-3-3-12 16,3 3 0-16,-3 0 0 0,0 3 0 0,0-3 0 0,-3 3 0 0,3-1 0 16,-3 1 0-16,1 0 0 0,-1 2 0 0,0 0 0 15,-3-2 0-15,0 5 0 0,0-2 0 0,-3 2 0 16,0 2 0-16,-3-2 0 0,0 3 0 0,0-1 0 16,-2 1 0-16,2 2 0 0,-3-2 0 0,3 2 0 15,-3 1 0-15,3-1 0 0,0 0 0 0,3 0 0 16,0 1-151-16,-2-1-33 0,5 0-6 0</inkml:trace>
  <inkml:trace contextRef="#ctx0" brushRef="#br0" timeOffset="13012.643">18347 10854 1956 0,'0'0'56'0,"0"0"11"0,-3-5-54 0,3 5-13 0,0-6 0 0,0 6 0 16,-3-2 74-16,3 2 12 0,0 0 2 0,0 0 1 16,0 0-31-16,0 0-6 0,-3-6-2 0,3 6 0 15,0 0-17-15,0 0-3 0,0 0-1 16,0 0 0-16,0 0-13 0,0 0-4 0,0 0 0 0,0 0 0 16,0 0-12-1,-3 6 0-15,0-1 8 0,0 0-8 0,0 1 27 0,3 1 2 0,0 1 1 0,0-2 0 31,3 2-75-31,0-3-15 0,0 3-4 0,3 0 0 0,0-3 50 0,0 3 14 0,3-3 0 0,0 1 0 32,3-4-44-32,-3 4 0 0,3-4-1 0,0 1 0 0,0-3 26 0,0-3 6 0,2 1 1 0,-2-1 0 15,0 0 12-15,0-2 0 0,0-3 0 0,-3 3 0 16,0-1 0-16,0 1 8 0,-3-3 0 16,0 0-8-16,-3 3 33 0,0-3 0 0,0 0 0 0,0 3 0 15,-3 0 16-15,-3-1 3 0,3-2 1 0,-3 3 0 16,3 0-18-16,-3-3-4 0,3 0-1 0,-3 3 0 15,0-1 25-15,3 1 5 0,-3 2 0 0,3 3 1 16,0 0-30-16,0-5-7 0,0 5 0 0,0 0-1 16,0 0-35-16,0 0-6 0,0 0-2 0,0 0 0 15,0 0 20-15,0 0 0 0,0 0 0 0,0 8 0 16,3 0 0-16,-3 0 0 0,3 2 0 0,0 1 0 16,0 2 0-16,0-2 0 0,0 2 0 0,0 0 0 15,0 3 0-15,-3 0 0 0,0 3 0 0,3-4 0 16,-3 1 13-16,0 3 7 0,0-3 0 0,0 2 1 0,0 1-32 15,-3-1-6-15,3 1-2 0,-3-1 0 16,0 3 0-16,-3-5 0 0,3 3 0 0,-3-1 0 0,0-2-1 0,-3 0 0 16,3 0 0-16,-3-3 0 0,0-2 20 15,-3 2-10-15,3-2 10 0,-3-1-8 16,0-2-12-16,3 0-3 0,-2-3 0 0,2 1 0 0,0-1 23 16,0-2 0-16,0 2 0 0,0-5 0 0,0 3 0 0,3-3 0 0,-3 0 0 0,3 0 0 15,0 0 0-15,0-3 0 0,3 3 0 0,0-3 0 16,3 3-14-16,-6-5 2 0,3 0 0 0,0-3 0 15,3 2-58 1,3-1-11-16,0-1-3 0,0-3 0 0,3 3-164 16,3-3-32-16</inkml:trace>
  <inkml:trace contextRef="#ctx0" brushRef="#br0" timeOffset="13375.398">18698 11039 1580 0,'0'0'67'0,"0"0"-54"16,0 0 78-16,-2 5 15 0,2-5 3 0,-6 6 1 16,3-4-22-16,0 4-5 0,0-1-1 0,0 0 0 15,0 1-38-15,0 1-7 0,3-1-1 0,-3 4-1 16,3-2-12-16,0 0-3 0,-3 0 0 0,3 3 0 16,0-1-20-16,0 1 0 0,0-3 0 0,3 2 0 15,-3-2 12-15,3 3-3 0,0-3 0 0,0 0 0 16,0 0-9-16,3 0 0 0,0-3 0 0,-1 3 0 15,1-5 0-15,0-1 0 0,0 1 0 0,3-1 0 0,0-2 0 0,0 0 0 16,0 0 0-16,0 0 0 0,0-5 0 16,0 0 0-16,3 0 0 0,-3-3 0 0,0 0 53 0,0 0 9 15,-3-3 2-15,2 3 0 16,-2-2-52-16,-3-4-12 0,3 4 0 0,-3-3 0 0,3-1 0 0,-3 1 0 16,0-3 0-16,-3 6 0 0,3-3 54 0,-3-1 8 0,-3 1 2 15,3 0 0-15,-3 2-52 0,0 1-12 0,-3-1 0 16,0 3 0-16,0 0-17 0,-3 0-7 15,1 0 0-15,-4 0-1 16,-3 3-63-16,0 0-12 0,0 2-2 0</inkml:trace>
  <inkml:trace contextRef="#ctx0" brushRef="#br0" timeOffset="14350.137">16829 10939 1792 0,'0'0'51'0,"0"0"10"15,0 0-49-15,-3-6-12 0,3 1 0 0,0 5 0 16,0 0 105-16,0 0 19 0,0 0 3 0,0 0 1 16,0 0-52-16,0-3-9 0,0 3-3 0,0 0 0 15,0 0 0-15,0 0 0 0,0 0 0 0,0 0 0 16,0 0-45-16,0 0-10 0,0 0-1 0,0 0-8 16,0 8 0-16,0 0 0 0,0 0 0 0,3 0 0 15,-3-3 0-15,3 3 0 0,0 0 0 0,0-2 0 16,3 1 0-16,0-4 0 0,0 2-11 0,3 1 11 15,0-4-23-15,0 1 3 0,0 0 0 0,3-3 0 0,-3 0 10 16,-1-3 10-16,4 0-13 0,0-2 5 0,-3 0 8 0,0-1 0 16,0 1 0-16,0-3 0 0,0 0 0 15,0 3 0-15,-3-3 0 0,-3 0-12 0,0 0 12 16,0 3 8-16,0-3-8 0,-3 0 11 0,0 0 10 0,-3 3 3 16,0-3 0-16,0 0 0 0,0 3 10 15,0-3 2-15,-3 0 1 0,3 0 0 0,-3 3-5 0,3-1 0 0,-3-2-1 16,3 3 0-16,3 5-6 0,0 0-1 15,0 0 0-15,0 0 0 0,0 0-9 0,0 0-3 0,0 0 0 0,0 0 0 16,0 0-12-16,0 0 0 0,0 0 0 0,0 8 0 16,0-3 0-1,3 3 0-15,-3 3 0 0,3-1 0 0,0 4 0 0,0 1 0 0,3 1 0 0,-3 0 0 16,0 0 22 0,0 3 2-16,-3-4 0 0,3 4 0 0,-3 0-24 0,3-1 0 0,-3 1 0 0,-3 2 0 15,3 0-47-15,-3-3-13 0,0 4-4 0,-3-4 0 16,0 1 52-16,0-3 12 0,0 2 0 0,0-5 0 15,-3 0-10-15,0 1 1 0,0-4 0 0,0 4 0 16,-3-4 9-16,1-2 0 0,-1 3 0 0,0-3 0 16,0-3 0-16,3 3 0 0,-3-3 0 0,3-2 0 15,0-1 0-15,0 1 0 0,0 0 0 0,3-3 0 16,-3 0-12-16,3 0 2 0,0 0 1 0,1-3 0 16,-1 0-20-16,0-2-4 0,3 0-1 0,0 2 0 15,3-5-36-15,3 3-7 0,0-3-2 0,0 0 0 16,6 0-94-16,-4-2-19 0,7 2-4 0</inkml:trace>
  <inkml:trace contextRef="#ctx0" brushRef="#br0" timeOffset="14610.167">17127 11105 1592 0,'12'-2'33'0,"-12"2"7"0,6-3-32 16,-6 3-8-16,0 0 0 0,0 0 0 0,0 0 120 15,0 0 21-15,0 0 5 0,0 0 1 0,0 0-34 0,0 0-6 0,0 0-2 16,0 0 0-16,0 0-33 0,0 8-6 0,0 0-2 0,3 0 0 15,-3 0-16-15,0 2-3 0,0 1-1 0,0-1 0 16,0 4-18-16,0-1-4 0,0-2-1 0,0 4 0 16,0-1-21-16,0-1 0 0,0 0 0 0,0 3 0 15,-3-5 28-15,3 2 0 0,0 0 1 16,-3 0 0-16,0 0-29 0,3 1 8 16,-3-1-8-16,0 0 0 0,3-2 0 15,-3 2 0-15,3 0 0 0,-3-2 0 0,3-1-9 0,0 1-5 0,-3 2-1 0,3-2 0 16,0-3-102-1,3 0-21-15,-3 0-4 0</inkml:trace>
  <inkml:trace contextRef="#ctx0" brushRef="#br0" timeOffset="15929.666">12960 10907 1337 0,'0'0'56'0,"0"0"-44"16,0 0 92-16,0 0 18 0,0 0 4 0,0 0 1 16,0-3-50-16,0 3-9 0,3-5-3 0,-3 5 0 15,0 0-1-15,0 0 0 0,0 0 0 0,0 0 0 16,0 0 0-16,0 0 0 0,0 0 0 0,0 0 0 15,0 0 0-15,0 0 0 0,0 0 0 0,0 0 0 16,0 0-51-16,0 0-13 0,0 5 0 0,3 6 0 16,0-3 0-16,-1 2 0 0,1 3 0 0,0-2 0 15,0 2 0-15,0-2 0 0,3 2 0 0,-3-2 0 16,6-1 0-16,-3-2 0 0,3 3 0 0,3-3 0 16,-3-3-60-16,3 0-14 0,-3 1-3 0,6-4-1 15,0-2 22-15,-4-2 5 0,4 2 1 0,0-6 0 16,0 4 50-16,-3-4 12 0,3-2 2 0,0 1 0 0,-3-1-14 0,0 0 0 0,-3 0 0 15,2-3-10-15,-2 3 10 16,-3-2 0-16,0-1 8 0,0 3-8 0,-3 0 29 16,-3-2 2-16,0 2 0 0,0 0 0 0,-3 0 15 15,0 0 3-15,0 0 1 0,-3 0 0 0,3 3-9 0,-3-1-1 0,3-2-1 0,-3 3 0 16,4 2-11-16,2 3-3 0,-6-5 0 0,6 5 0 16,0 0-10-16,0 0-3 0,0 0 0 0,0 0 0 15,0 0-12-15,0 8 0 0,0-3 0 0,3 6 0 16,0 0-8-16,-1 2 8 0,1 3 0 0,0 0 0 15,3 2 0-15,-3 1-8 0,0-1 8 0,3 1 0 16,-3 2-14-16,0 3 1 0,-3-3 0 0,3 3 0 16,-3-1-13-16,0 1-2 0,-3-3-1 0,0 3 0 15,0-5-5-15,-3 2-1 0,-3-5 0 16,3 2 0-16,-5-2 3 0,-1 0 1 0,0-3 0 0,-3 3 0 16,0-5 8-16,0 2 2 0,0-2 0 0,0-1 0 15,0-2 21-15,1-3 0 0,-1 3-9 0,0-2 9 16,3-4 0-16,-3 4 0 0,3-4 0 0,0 1 0 15,0-3 28-15,0 0-1 0,0-3 0 0,4 3 0 16,-1-5-27-16,0 2-17 0,6-2 2 0,-3 0 1 16,0-3 14-16,3 0 0 0,0 0-10 0,0 0 10 15,0 0-32-15,3-3-3 0,3 1 0 0,-3 2 0 16,3-3-186-16,-3 3-38 0</inkml:trace>
  <inkml:trace contextRef="#ctx0" brushRef="#br0" timeOffset="16416.444">13370 11156 1580 0,'0'0'67'0,"0"0"-54"16,0 0 95-16,0 0 20 0,0 0 3 0,0 0 1 15,3 7-43-15,-3-1-8 0,3-4-1 0,0 6-1 16,-3-2-27-16,3 2-6 0,0-3-1 0,-3 3 0 15,3 2-36-15,0-2-9 0,0 3 0 0,-3-1 0 16,3 1 0-16,0 0 0 0,-3 2 0 0,3 0 0 16,-3-2 53-16,0 2 9 0,-3 0 2 0,3 0 0 15,0 1-52-15,-3-4-12 0,0 1 0 0,3-1 0 16,-3 1 0-16,0-3 0 0,0 2 0 0,3-2 0 16,-3 0-20-16,0-2-8 0,3-6 0 0,0 0-1 15,0 0 46-15,0 0 10 0,0 0 1 0,0 0 1 16,0 0-29-16,0 0 0 0,0 0 0 0,0-6 0 15,3-2 0-15,-3 0 0 0,3 1 0 0,3-1 0 16,0-3 0-16,-3 0 0 0,3-2 0 0,3 3 0 16,-3-4 0-16,3 1-8 0,0 0-1 0,0 0 0 15,0 2 28-15,3-2 5 0,-3-3 2 0,2 3 0 16,1 0-7-16,-3 2-2 0,3-2 0 0,-3 5 0 16,0 0-3-16,0 0-1 0,0 3 0 0,0 2 0 0,-3 3 3 15,3 0 1-15,-3 3 0 0,0-1 0 0,0 4-17 16,0 2-16-16,-1-1 4 0,-2 4 0 0,0 0 12 15,0 2 0-15,-3 0 0 0,0-2 0 0,0 2 0 0,0 0-11 0,-3 0 0 0,0 1 0 32,3 1-35-32,-3-1-7 0,0-1-2 0,1 0 0 15,-1 0-133-15,0-2-28 0,0-3-4 0</inkml:trace>
  <inkml:trace contextRef="#ctx0" brushRef="#br0" timeOffset="16627.957">13728 11357 1706 0,'0'0'72'0,"0"0"-58"16,0 0 99-16,0 0 20 0,0 0 4 0,0-6 1 15,3 1-42-15,-3 2-9 0,3-2-2 0,-1 2 0 16,4-2-17-16,-3 3-3 0,3-1-1 0,-3 0 0 16,3 1-51-16,0-1-13 0,0 0 0 0,0 1 0 15,-3-1 0-15,6 0 0 0,-3 1 0 0,0-1 0 16,3 0 0-16,0-2 0 0,0 2 0 0,3-2 0 15,-3 0-137-15,0 0-31 0,2-1-5 0</inkml:trace>
  <inkml:trace contextRef="#ctx0" brushRef="#br0" timeOffset="16884.732">14052 11142 1956 0,'0'-2'40'0,"3"-4"11"16,-3 4-41-16,0-4-10 0,3 4 0 0,-3 2 0 0,3-6 92 0,-3 6 16 0,0 0 3 0,0 0 1 15,0 0-24-15,0 0-5 0,0 0-1 0,0 0 0 16,0 0-12-16,0 0-2 0,0 0-1 0,0 0 0 16,0 8-21-16,0 0-4 0,0 3-1 0,0 0 0 15,0 2-15 1,-3 3-3-16,3-3-1 0,-3 3 0 0,3 0-9 0,-3-1-1 0,0 4-1 16,0-3 0-16,0 0-11 0,0 0 8 15,0 2-8-15,0-2 8 0,0 0-8 0,3 0 0 0,-3 0 0 0,0 0 0 16,3-3 0-16,-3 3 0 15,3 0 0-15,0-1 0 0,0-4-16 0,0 2-6 0,0 0-1 0,0-5 0 16,0 0-137-16,0 0-27 16,0-2-5-16</inkml:trace>
  <inkml:trace contextRef="#ctx0" brushRef="#br1" timeOffset="30400.022">22148 8263 1720 0,'-6'3'36'0,"0"0"8"0,1 2-35 0,5-5-9 0,0 0 0 0,0 0 0 15,0 0 75-15,0 0 13 0,0 0 2 0,0 0 1 16,0 0-22-16,0 0-4 0,0 0-1 0,5 3 0 16,4-1 0-16,0 1 0 0,0-3 0 0,3 0 0 15,0 0 0-15,0 0 0 0,0-3 0 16,0 3 0-16,3-2-51 0,-3-1-13 0,2 3 0 0,4-3 0 16,-3 3 0-16,3-2 0 0,0 2 0 0,0-3 0 15,0 3 14-15,0 0 0 0,-1-3 0 0,1 3 0 16,-3-2-6-16,0 2-8 0,0 0 11 0,-3 0-11 15,0 0 0-15,3 0-16 0,-6 0 2 0,2 2 0 16,-2-2-30-16,-3 3-7 0,3-3-1 0,-3 0 0 16,-6 0-96-16,0 0-19 0,0 0-4 0</inkml:trace>
  <inkml:trace contextRef="#ctx0" brushRef="#br1" timeOffset="30727.872">22187 8470 1580 0,'0'0'67'16,"0"0"-54"-16,0 0 92 0,0 0 19 0,0 0 3 0,0 0 1 16,3 2 0-16,3 1 0 0,-3 0 0 0,3-1 0 15,0-2-52-15,0 0-9 0,0 0-3 0,3 0 0 16,-3 0-51-16,3 0-13 0,3 0 0 0,-4 3 0 15,1-3 0-15,6 0 0 0,-3 0 0 0,3 3 0 16,0-3 24-16,0 0 3 0,0 0 0 0,3 0 0 16,-1 0-19-16,1 0-8 0,0 0 8 0,3 0-8 15,-3 0 8-15,0 0-8 0,0 0 8 0,-1-3-8 32,1 3-23-32,0 0-9 0,-3-3-3 0,0 1 0 0,0-1 35 0,0 0 0 0,0 1 0 0,-4-1 0 15,4 1-212-15,-3-1-35 0</inkml:trace>
  <inkml:trace contextRef="#ctx0" brushRef="#br1" timeOffset="31054.164">23038 8158 2066 0,'0'0'43'0,"0"0"10"15,0 0-42-15,0 0-11 0,0 0 0 0,0 0 0 16,0 0 104-16,0 0 20 0,0 0 3 0,0 0 1 16,0 0-52-16,0 0-9 0,0 0-3 0,0 0 0 0,0 0 0 0,0 0 0 0,0 0 0 0,0 0 0 31,0 0-51-31,0 8-13 0,0-3 0 0,0 5 0 16,0 1 54-16,0 0 8 0,0 4 2 0,-3 1 0 0,3 3-52 15,0-1-12-15,0 4 0 0,-3-1 0 0,3 3 0 16,0-1 0-16,0 1 0 0,-3-3 0 0,3 1 0 0,0-1 0 15,0 0 0-15,-3-3 0 0,3 1 0 0,0-3 0 0,0 0 0 16,0 0 0-16,0-1 28 0,0-1 4 0,0-1 0 0,0 0 0 16,0 0-32-16,0-2 0 0,3-1-11 0,-3 1 11 31,3-6-181-31,-3 3-29 0,3-5-6 0</inkml:trace>
  <inkml:trace contextRef="#ctx0" brushRef="#br1" timeOffset="33313.184">21836 13188 1568 0,'0'0'73'16,"0"0"-65"-16,0 0-8 0,0 0 0 0,0 0 0 15,0 0 56-15,0 0 8 0,3 5 3 0,-3-5 0 16,3 5 49-16,-3-5 9 0,3 6 3 0,3-4 0 16,0 1-52-16,3-1-9 0,-3 1-3 0,2 0 0 15,4-3-51-15,-3 0-13 0,6 0 0 0,-3 0 0 0,3 0 31 16,3 0 3-16,0 0 1 0,-3 0 0 15,2 0-24-15,1-3-11 0,0 3 10 0,3-3-10 0,-3 1 25 0,0-1-1 0,0 1 0 0,-4-1 0 16,4 0-36-16,-3 3-7 0,0 0-1 0,-3-2-1 16,0 2 33-16,0 0 8 0,-3 0 0 15,0 0 1 1,-3 0-119-16,0 0-24 0,0 2-5 0,-6-2-1 16,0 0 51-16,0 0 9 0,0 0 3 0</inkml:trace>
  <inkml:trace contextRef="#ctx0" brushRef="#br1" timeOffset="33585.291">21934 13386 1208 0,'0'0'51'0,"0"0"-41"16,6 5 70-16,-3-5 15 0,3 3 2 0,0 0 1 15,0-1-27-15,3-2-6 0,-3 3-1 0,3-3 0 16,0 3 12-16,0-1 3 0,-1-2 0 0,4 3 0 16,0-3-36-16,0 3-7 0,0-3-2 0,3 0 0 15,0 0-11-15,-3 0-3 0,3 0 0 0,0 0 0 16,-1 0-20-16,1-3 0 0,0 0 0 0,0 1-12 16,0-1 12-16,0-2 0 0,0-1 0 0,0 1 0 15,2-3-131-15,1 0-24 0,-3 0-5 0</inkml:trace>
  <inkml:trace contextRef="#ctx0" brushRef="#br1" timeOffset="36268.82">22666 13103 1728 0,'0'0'36'0,"-3"-3"8"0,0-2-35 0,0 0-9 0,0-1 0 0,0-1 0 15,0 4 112-15,3-2 21 0,0 5 4 0,-3-6 1 16,0 4-47-16,3 2-10 0,0-6-1 0,0 6-1 15,0 0-12-15,0 0-3 0,0-5 0 0,0 5 0 16,0 0-8-16,0 0-3 0,0 0 0 0,0 0 0 16,0 0-33-16,0 0-8 0,0 0 0 0,0 0-1 15,0 8 7-15,-2 0 2 0,2 0 0 0,0 2 0 16,-3 6-12-16,3 0-8 0,0 3 12 0,0 2-12 16,-3 0 8-16,3 3-8 0,0 2 0 0,0 1 0 15,-3-3 8-15,3-1-8 0,0 1 0 0,0 0 0 16,-3-3 0-16,3 3 0 0,0 3 0 0,0-4 0 15,-3-2 0-15,3 3-12 0,0 0 3 0,0-3 1 0,0 0-11 16,0 1-1-16,0-7-1 0,0 1 0 16,0 0-25-16,0-3-5 0,3-5-1 0</inkml:trace>
  <inkml:trace contextRef="#ctx0" brushRef="#br1" timeOffset="47658.309">18189 11685 1546 0,'0'0'65'0,"0"0"-52"16,0 0 79-16,0 0 16 0,0 0 4 0,0 0 0 16,0 0-32-16,0 0-7 0,0 0-1 0,0 0 0 15,0 0-27-15,0 0-5 0,0 0-2 0,0 0 0 16,0 0-18-16,0 0-3 0,-2 8-1 0,-1 0 0 15,0 0-16-15,0-1 8 0,3 1-8 0,0 0 0 16,-3 3 0-16,3-3 0 0,0 2 0 0,3-2 0 16,-3 3 0-16,3-3 0 0,0 0 0 0,0-3 0 15,2 0 0-15,1 1-11 0,0-4 11 0,0 1-10 16,3-3-18-16,0 0-3 0,0-3-1 0,3 1 0 16,0-1 32-16,0 0 0 0,3-2 0 0,-6 0 0 15,3-3 0-15,-1 3 0 0,1-3 0 0,0 2 0 16,-3-2 24-16,0 3 10 0,0 0 2 0,-3 0 1 15,0-3-8-15,-3 2-1 0,0 1-1 0,-3 0 0 16,0-3 29-16,0 3 5 0,0-1 2 0,-3 1 0 16,0 0 1-16,0-1 1 0,0 4 0 0,3 2 0 0,-6-6-53 15,6 6-12-15,-3-2 0 0,3 2 0 16,0 0 0-16,0 0 0 0,0 0 0 0,-6 2 0 0,3 4 0 0,3-1 0 16,-3 0 0-16,0 3 0 0,3 3 0 0,0-3 0 0,0 2 0 15,-3 4 0-15,3-1 0 0,-3 0 0 0,3 3 0 0,-3 0 0 16,3 0 0-16,-3 2 0 0,0 1 0 0,-3-1 0 15,3 3 0-15,-3 1 0 0,3 1 0 0,-2 1 0 32,-1 0-48-32,-3-3-12 0,3 0-4 0,-3 1 0 0,-3-4 52 0,3-2 12 0,-3 2 0 0,0-2 0 15,0-2 0-15,0-1-12 16,0 0 12-16,0 0-12 0,1 0 12 0,-1-2 0 0,0-3 0 0,-3 3-9 16,3-6 9-16,0 0 0 0,0 0 0 0,0 1 0 15,0-4 0-15,3 1 0 0,0-3 0 0,1 3 0 16,-1-3-9-16,3-3 0 0,6 3 0 0,-3-3 0 15,3 3-19-15,-3-5-4 0,3 0-1 16,3 0 0-16,0-3-24 0,3 0-5 0,6-3-1 16,-4 0 0-16,7 4-109 0,0-7-23 15,3 4-4-15</inkml:trace>
  <inkml:trace contextRef="#ctx0" brushRef="#br1" timeOffset="48006.259">18469 12018 1326 0,'0'0'56'16,"0"0"-45"-1,0 0 95-15,0 0 19 0,0 0 4 0,-3 5 1 0,0 3-49 16,0-2-9-16,0 2-3 0,0 0 0 0,-3-1-25 16,3 1-4-16,-2 3-2 0,-1-3 0 0,3 3-13 0,-3-1-2 0,3 3-1 15,-3-2 0 1,3-1-12-16,0 1-2 0,0 0-8 0,0 2 12 0,0-3-12 0,3-2 0 16,3 0 0-16,-3 3 0 15,3-6 0-15,3 3 0 0,0-3 0 0,0 1 0 0,3-1 0 16,0 0-8-16,-1-2 8 0,1 0 0 0,3-3 0 0,0 0 0 15,3 0 0-15,-3-3 0 0,0-2 0 0,0-1 12 0,0 1 0 16,0 0 0-16,-1 0 31 0,1-3 5 0,-3 0 2 0,-3 0 0 16,3 0-40-16,-3 0-10 0,0 0 0 0,-3-3 0 15,0 3 53-15,-3 0 9 0,-3-2 2 0,3 2 0 16,-3-3-52-16,-3 1-12 0,3-1 0 0,-3-2 0 16,-3 2 54-16,0-2 8 0,0 3 2 0,-2-1 0 15,-1 0-64-15,-3 1-20 0,0-1 0 0,-3 3 0 16,0 0 0-16,-3 3 0 0,3-3 0 0,-2 3 0 15,2 2-40-15,-3 0-9 0,3 1-2 0,0-1 0 16,0 1-161-16,3 2-33 0</inkml:trace>
  <inkml:trace contextRef="#ctx0" brushRef="#br1" timeOffset="48471.112">18124 11497 851 0,'-9'0'36'0,"3"3"-36"15,0-1 101-15,6-2 14 0,-6 3 2 0,6-3 1 16,-3 2-46-16,3-2-8 0,0 0-3 0,-3 6 0 16,3-6-1-16,0 0 0 0,0 0 0 0,0 5 0 15,3 0-3-15,-3-5-1 0,3 6 0 0,3-1 0 16,0 0 2-16,0-2 0 0,0-1 0 0,3 1 0 16,0-3 2-16,0 0 0 0,3 3 0 0,-3-3 0 15,6 0-20-15,-4-3-4 0,4 3-1 0,3-3 0 16,0 1 23-16,3-1 5 0,0-2 1 0,0 2 0 15,2 1-64-15,-2-1-15 0,3 0-1 0,0 1-1 16,-3-1 27-16,0 3 6 0,-1-3 0 0,-2 3 1 16,0-2-17-16,-3 2-16 0,0-3 4 0,0 3 0 15,-3 0 12-15,-3 0 0 0,2-3 0 0,-2 3 0 16,0 0 0-16,-3 0 0 0,0 0 0 0,0 0 0 16,0 0-37-16,0 0-15 0,-6 0-2 0,6-2-1 15,-6 2-7-15,6 0-2 0,-6 0 0 0,0 0 0 16,0 0-153-16,0 0-31 0</inkml:trace>
  <inkml:trace contextRef="#ctx0" brushRef="#br1" timeOffset="49479.21">16728 11955 1728 0,'0'0'36'0,"0"0"8"0,0-3-35 0,0 3-9 0,0-5 0 0,0 5 0 15,3-3 87-15,-3 3 15 0,0 0 3 0,0 0 1 16,0 0-24-16,0 0-5 0,0 0-1 0,0 0 0 16,0 0-20-16,0 0-5 0,0 0-1 0,0 0 0 15,-3 5-26-15,3 3-6 0,-3 3-1 0,3-1 0 16,-3 4-17-16,3-1 8 0,0 0-8 0,3 3 0 15,-3-3 8-15,3-2-8 0,-3 2 0 0,3-2 0 16,3-1 0-16,0-2 0 0,0 0-15 0,3 0 5 31,0-3-13-31,0 1-2 0,3-4-1 0,-1 1 0 0,1 0 12 0,0-1 2 0,3-4 1 0,0 2 0 16,-3-3 11-16,3 0-10 0,0 1 10 0,-3-1-10 16,-1-2 10-16,-2 2 0 0,0-2 0 0,0 2 0 15,-3-2 0-15,-3 2 0 0,3-2 0 0,-3 2 0 16,0-2 0-16,0 2 0 0,-3 3 10 0,0-5-10 15,0 0 13-15,0-1-3 0,0 6-1 0,-3-5 0 16,3 0 31-16,0 5 5 0,0-3 2 0,-3-2 0 16,3 5-15-16,0 0-4 0,0-5 0 0,0 5 0 15,0 0-7-15,0 0-1 0,0 0-1 0,0 0 0 16,0 0-19-16,0 0 10 0,0 0-10 0,0 0 8 0,0 5-8 0,0 3 8 16,3 2-8-16,-3 1 8 0,0 0-8 0,0 2 0 15,0-3 9-15,0 4-9 0,-3 1 23 16,3-1 0-16,-3 2 0 0,0-1 0 15,0 1-39-15,-3 0-8 0,0 0-2 0,0 0 0 0,0 0 14 16,-6 2 4-16,4-2 0 0,-7 0 0 0,3 3 0 0,-3-3 0 16,0-3 0-16,0 3 0 0,-3 0 8 0,3-3 0 15,0 0-9-15,-2-2 9 0,2-1 0 16,0-2 0-16,3 0 0 0,-3-3 0 0,6 1-20 0,-3-1 1 0,3-5 0 16,0 3 0-16,3-3 19 0,0 0-8 0,6 0 8 0,-3-6 0 15,3 1-71-15,0-6-7 16,3 1-2-16,3-3 0 0,3-3-131 15,0 2-26-15,6-1-6 0</inkml:trace>
  <inkml:trace contextRef="#ctx0" brushRef="#br1" timeOffset="49737.337">17145 12201 1862 0,'0'0'39'0,"0"0"8"15,0 0-38-15,0 0-9 0,0 0 0 0,-3 5 0 16,0 0 94-16,3-5 17 0,-6 6 3 0,0-1 1 15,3 0-25-15,0 0-5 0,-3 1-1 0,3 2 0 16,0-3-24-16,0 0-4 0,0 3-2 0,0 0 0 16,0 3-20-16,3-3-4 0,-3 2-1 0,3 1 0 15,-3-1-16-15,3 4-3 0,0 2-1 0,0-3 0 16,0 3-9-16,-3 0 12 0,3-3-12 0,0 3 12 16,0-3-12-16,-3 0 0 0,3 3 0 0,0-5 0 15,0-1 0-15,-3 1 0 0,3-3 0 0,-3 2 0 16,3-2-44-16,0 0-4 0,0-3 0 0,-3 1-1 15,3-1-115-15,0-5-22 0,0 0-5 0</inkml:trace>
  <inkml:trace contextRef="#ctx0" brushRef="#br1" timeOffset="50186.213">16630 11722 1094 0,'-12'13'23'0,"6"-8"5"16,3 1-28-16,-3-1 0 0,3 3 0 0,0-3 0 16,3 0 100-16,0 1 16 0,0-6 2 0,0 8 1 15,0-3-37-15,0 0-7 0,0-5-2 0,3 6 0 16,0-1-7-16,0 0-2 0,3-2 0 0,0-1 0 16,0 1 0-16,3 0 0 0,3-1 0 0,0 1 0 0,5-3 0 15,1 0 0-15,3 0 0 0,0 0 0 16,3 0-16-16,3 0-3 0,-1 0-1 0,-2-3 0 15,3 3-21-15,-3-2-5 0,0-1-1 0,2 0 0 0,-2 3-17 16,0-2 8-16,0-4-8 0,3 4 0 0,-4 2 8 16,1-3-8-16,3 1 0 0,-3 2 0 0,0 0 0 15,-1 0 0-15,1 0 0 0,0 0 0 16,-3 0-59-16,0 0-5 0,0 0-2 0</inkml:trace>
  <inkml:trace contextRef="#ctx0" brushRef="#br1" timeOffset="52092.81">13320 12084 1792 0,'0'0'51'0,"0"0"10"0,0 0-49 0,-6-2-12 0,6 2 0 0,-6 2 0 16,6-2 54-16,-6 0 8 0,6 0 2 0,-6 0 0 15,6 0-3-15,-6 3 0 0,0 2 0 0,3-2 0 16,-3 2-34-16,3 0-7 0,3 1-2 0,-3 2 0 15,3-3-26-15,0 3-6 0,0 2-1 0,3 1 0 16,-3-3 24-16,6 3 5 0,-3-1 1 0,6-2 0 16,-3 3-15-16,0-3 0 0,3 0 0 0,0 0 0 15,0-6-11-15,0 3 11 0,3-2-10 0,-4 0 10 16,4-3-12-16,3-3 12 0,-3 3-13 0,3-3 5 16,0-2 8-16,0 0 0 0,3 0 0 0,-3-1-8 15,-1-2 8-15,4 0 0 0,-6 0 0 0,0 3 0 16,0-3 0-16,-3 3 8 0,-3-3-8 0,3 5 0 15,-6-2 0-15,3 0 0 0,-6 5 0 0,0 0 0 16,0-6 66-16,0 6 15 0,0-5 3 0,0 5 1 16,-3-5-33-16,0 2-8 0,-3 1 0 0,3-1-1 15,-3 3-35-15,0 0-8 0,0 3 0 0,0-1 0 16,3 1 37-16,-3 0 6 0,0 2 1 0,3 0 0 16,-3 3-33-16,3 0-11 0,-3 3 0 0,3-1 9 15,-3 1-9-15,3 2 0 0,0 0 0 0,0 0 0 16,0 3 0-16,0 0 0 0,1-3 0 0,-1 6 0 0,-3-1 11 15,3-2 6-15,-3 3 2 0,0-1 0 0,0-2-19 0,0 0 0 16,-3-3 0-16,0 1 0 16,0-1-17-16,0-3-7 0,0-2-2 0,-3 3 0 15,0-6-10-15,3 3-1 0,-2-3-1 0,2 1 0 0,-3-4 38 0,3 4 16 16,-3-4 0-16,3 1-1 0,-3-3-25 16,3 3-5-16,-3-3-1 0,3-3 0 15,3 3-14-15,-3-5-3 0,3 2-1 0,3-2 0 16,0-1-102-16,0-1-21 0,3-1-4 0</inkml:trace>
  <inkml:trace contextRef="#ctx0" brushRef="#br1" timeOffset="52534.231">13629 12354 1720 0,'0'5'48'0,"3"1"12"0,-3-1-48 0,3 0-12 0,-3 1 0 0,0-1 0 16,0-5 85-16,0 5 15 0,0 1 2 0,0 1 1 15,0-1-28-15,0-1-6 0,0 0-1 0,0 1 0 16,0 2-22-16,0-1-5 0,0-1-1 0,3 2 0 16,-3 2-16-16,0-2-3 0,0 3-1 0,0-3 0 15,0 2-20-15,-3 1 9 0,0 0-9 0,0-1 0 16,0 1 0-16,0-1 0 0,0 1 0 0,0-1 0 16,-3 4 0-16,1-4-16 0,-1 1 2 0,3-1 0 15,-3-2-10-15,0 0-1 0,3 0-1 0,-3-5 0 16,6-3 4-16,0 0 1 0,0 0 0 0,0 0 0 15,0 0-7-15,0 0 0 0,0 0-1 0,6-3 0 16,0-5 16-16,0 3 3 0,3-3 1 0,-1 0 0 16,4-2 9-16,-3-1 14 0,3-2-3 0,0 2-1 15,0 1 23-15,0-1 5 0,-3-2 1 0,3 2 0 0,-3-2-10 16,3 2-1-16,-3-2-1 0,-1 3 0 0,1-1 29 0,0 3 7 16,-3-3 1-16,3 3 0 0,-3 3-52 0,0 0-12 0,0 2 0 0,0 1 0 15,-6 2 25-15,3 2 3 0,-3-2 0 0,6 6 0 31,-3 1-45-31,0 4-9 0,3 0-2 0,-6 2 0 0,0 0 28 0,0 0 0 0,-3 1 0 16,0 1 0-16,-3 1 0 0,3 3 0 0,-3-1 0 0,0 1 0 16,0-1-159-1,0 1-26-15,0 2-6 0</inkml:trace>
  <inkml:trace contextRef="#ctx0" brushRef="#br1" timeOffset="52771.068">13856 12656 1824 0,'0'0'76'0,"0"0"-60"16,0 0 85-16,0-3 18 0,3-2 3 0,0 2 1 16,2 1-32-16,-2-1-7 0,3 0 0 0,0 1-1 15,3-1-34-15,-3 3-6 0,3-3-2 0,0 1 0 16,3-1-22-16,-3 3-5 0,0-3-1 0,3 1 0 15,-3-1-13-15,0 0 0 0,3-2 0 0,-4 3-10 16,7-4-18-16,-3 1-3 0,0 0-1 0,3-1 0 16,-3 1-153-16,0 0-31 0,3-3-7 0</inkml:trace>
  <inkml:trace contextRef="#ctx0" brushRef="#br1" timeOffset="52978.696">14228 12473 1792 0,'0'0'51'0,"0"-5"10"0,0 0-49 16,0 2-12-16,0-2 0 0,0 5 0 0,0 0 105 0,-3-6 19 0,0 1 3 0,3 5 1 15,0 0-52-15,0 0-9 0,0 0-3 0,0 0 0 16,0 0 11-16,0 0 1 0,0 0 1 0,-6 5 0 16,3-2-31-16,-3 5-6 0,3-3-2 0,0 3 0 15,0 0-20-15,0 3-4 0,0-3-1 0,0 5 0 16,3-2-13-16,-3-1 0 0,0 3 0 0,0 1 0 16,0-1 8-16,0 0 0 0,0 0-8 0,-3 3 12 15,3-3-36-15,0 1-7 0,0-1-1 0,0 3-1 16,0-3-158-16,0 0-31 0,0 0-6 0</inkml:trace>
  <inkml:trace contextRef="#ctx0" brushRef="#br1" timeOffset="53568.352">13275 11952 1143 0,'-15'-3'24'0,"3"1"5"0,0-1-29 0,1 3 0 0,-1-3 0 0,3 1 0 15,0 2 80-15,0 0 9 0,-3-3 3 0,6 3 0 16,0 0-20-16,6 0-3 0,0 0-1 0,0 0 0 16,0 0-9-16,0 0-3 0,0 0 0 0,0 0 0 15,9 5-11-15,0-2-2 0,0 0-1 0,6 2 0 16,0-2 4-16,2-1 1 0,1 1 0 0,3 0 0 16,3-3-13-16,-3 2-2 0,3-2-1 0,-1-2 0 15,7 2-2-15,3-3 0 0,0 3 0 0,5-3 0 16,-2 1-2-16,0-1-1 0,2-2 0 0,1 2 0 15,-3-2-7-15,-3-1-2 0,-1 1 0 0,1 0 0 0,3 0-9 16,-6-1-8-16,2 4 12 0,1-1-12 16,0-2 8-16,-6 5-8 0,-1-3 0 0,-2 0 0 15,-3 3 0-15,-3-2 8 0,-3 2-8 0,0-3 0 16,-3 3 0-16,-3 0 0 0,-1 0 0 0,-2 0 0 16,3 3-52-16,-6-3-7 0,3 0-1 0</inkml:trace>
</inkml:ink>
</file>

<file path=ppt/ink/ink2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3:08:18.43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17502 2090 1552 0,'0'0'44'0,"-6"0"10"0,6 0-43 0,0 0-11 0,-3-5 0 0,3 5 0 32,0 0 94-32,0 0 17 0,-3-3 3 0,3 3 1 0,-3-5-36 0,3 5-7 0,0 0-2 0,0 0 0 15,0-8-9-15,0 3-1 0,3 2-1 0,0-5 0 16,3 3-12-16,0 0-3 0,0 2 0 0,3-5 0 15,0 3-12-15,3 2-2 0,-1-2-1 0,1 2 0 16,3-2-7-16,0 0-2 0,0 2 0 0,3 3 0 16,-3-5-3-16,0 2-1 0,0-2 0 0,2 5 0 15,-5-3-4-15,3 3 0 0,-3 0-1 0,3 0 0 16,-3 0-11-16,-3 0 0 0,0 0 9 0,0 0-9 16,0 3 8-16,-3 2-8 0,0-5 10 0,-3 3-10 15,-1 2 16-15,1 0-4 0,-3 3 0 0,0 0 0 16,0 0-60-1,-5 3-13-15,-1-1-3 0,0 6 0 0,-3-3 52 0,0 3 12 0,-3 0 0 0,0 0 0 16,-3 3 0-16,0-1 0 0,0 1 0 0,-3-1 0 16,1 1-54-16,2-3-8 0,0-1-2 15,0-1 0-15,0 1 64 0,3-1 0 0,0-6 12 0,3 2-2 16,3-2-10-16,0 3 0 0,3-9 0 0,3 6 0 16,0-8-12-16,0 6 12 0,6-4-10 0,0 4 10 15,0-6 0-15,3 0 0 0,0 0-8 0,3 0 8 16,3 0 0-16,-3-6 0 0,3 6 0 0,3-2 0 15,-4-4 0-15,1 4 0 0,0-6 0 0,3 0 0 16,-3 3 8-16,0-1-8 0,-3-2 0 0,3 6 0 16,-3-6-49-16,2 0-17 0,-2 2-3 0</inkml:trace>
  <inkml:trace contextRef="#ctx0" brushRef="#br0" timeOffset="273.587">17865 1765 2066 0,'-3'-11'43'0,"3"9"10"0,0-6-42 15,0 2-11-15,0 6 0 0,0-2 0 0,0 2 70 0,3-6 12 0,3 6 2 0,-6 0 1 16,3-5-34-16,3 5-7 0,0 0-2 0,-3 5 0 15,0 1-18-15,3-4-4 0,-3 6-1 0,0 6 0 16,0-1-19-16,0-3 8 0,0 9-8 0,0-3 0 16,-3 0 0-16,3 5 0 0,-3-8 0 0,0 6 0 15,0-1-93-15,0-2-23 0,0 0-4 0</inkml:trace>
  <inkml:trace contextRef="#ctx0" brushRef="#br0" timeOffset="679.313">18237 1969 2039 0,'6'-11'42'0,"0"3"11"0,0 0-42 16,3-2-11-16,-3 2 0 0,-3 0 0 0,3 0 110 0,-3 5 20 0,0-2 4 0,0 0 1 15,-3 5-57-15,0 0-11 0,0-3-3 0,0 3 0 16,-6-5-51-16,3 2-13 0,-3 3 0 0,-3 3 0 15,3-3 54-15,-3 5 8 0,0-2 2 0,0 2 0 16,0 0-52-16,0 3-12 0,0 0 0 0,3 0 0 16,0 5 0-16,1-5 0 0,2 0 0 0,0 0 0 15,0 5 0-15,3-5 0 0,3 0 0 0,0 0 0 16,0 0-48 0,2 0-13-16,1 0-3 0,0-3 0 0,3 3 52 0,0-3 12 0,0 3 0 0,3 0 0 15,-3-5 0-15,3 2 0 0,-3 3 0 0,0-3 0 16,-3 3 0-16,0 0 0 15,0-5 0-15,-3 5 0 0,0 2 0 0,-3-2 0 0,-3 0 0 0,0 0 0 16,0 0 48-16,-6 0 13 0,3 5 3 0,-6-5 0 16,3 6-73-16,-3-7-15 0,0 1-2 0,0 6-1 15,0-6 27-15,3 0 0 0,-3-1 0 0,4 1-8 16,-1 0-4-16,0 0 0 0,0-2 0 0,-3 1 0 16,6-1-84-16,-3 2-18 0,0-6-3 0</inkml:trace>
  <inkml:trace contextRef="#ctx0" brushRef="#br0" timeOffset="3527.607">20074 2299 1576 0,'0'0'32'0,"0"0"9"15,0 0-33-15,0 0-8 0,0 0 0 0,0 0 0 16,3 0 74-16,3 0 13 0,3 0 2 0,-4 0 1 0,4 0-23 0,0 0-5 16,3-2-1-16,0 2 0 15,0 0-3-15,0 0-1 0,0 0 0 0,3 0 0 16,0-6-12-16,0 6-2 0,2-2-1 0,1-1 0 15,6 3-28-15,-3-3-6 0,3 3 0 0,3-5-8 0,-4 5 21 16,1-2-2-16,0 2-1 0,0-6 0 0,-3 6-18 0,-1-2 0 0,-2 2 8 16,0 0-8-16,-3 0-12 0,-3-6-7 15,0 4-1-15,-3 2 0 16,-3 0-137-16,0-6-28 0,3 6-6 0</inkml:trace>
  <inkml:trace contextRef="#ctx0" brushRef="#br0" timeOffset="3798.821">20425 2072 1599 0,'-12'-3'33'15,"3"-2"8"-15,0 2-33 0,0 3-8 0,3-5 0 0,0 2 0 16,6 3 107-16,0 0 19 0,0 0 4 0,0 0 1 16,0 0-56-16,0 0-11 0,0 0-3 0,0 0 0 15,0 0-21-15,6 8-5 0,0-5-1 0,0 2 0 16,0 8 0-16,0-5 0 0,3 8 0 0,-3-3 0 15,0 6-10-15,0-1-1 0,0 6-1 0,-3-3 0 16,3 3-12-16,-3 0-2 0,0-3-8 0,0 6 12 16,0-9 12-16,0 1 1 0,0-1 1 0,-3 3 0 15,0 1-26-15,0-9 0 0,0 3 0 0,0 0 0 16,0-1-32-16,0 4-11 0,3-8-2 0,-3 4-1 16,3-4-182-16,3 0-37 0</inkml:trace>
  <inkml:trace contextRef="#ctx0" brushRef="#br0" timeOffset="4262.035">21154 2188 2030 0,'0'-5'57'0,"0"-3"14"0,3 5-57 0,0-5-14 0,0 0 0 0,6 3 0 16,0-3 105-16,0 0 19 0,3 3 3 0,3-3 1 16,0 5-103-16,2-2-25 0,-2 0 0 0,3 2 0 15,0 3 56-15,-3-5 7 0,3 5 1 0,-3 0 0 16,0 0-52-16,-4 0-12 0,1 0 0 0,-3 5 0 15,0-2 0-15,0 2 0 0,0 0 0 0,-3 3 0 16,0 3 0-16,-3 2 0 0,0 0 0 0,-6 3 0 16,3 5 0-16,-6-5 0 0,0 6 0 0,-3-7 0 15,0 7-20-15,0-1-8 16,0-5 0-16,-3 5-1 0,1-5 11 0,-4 0 2 0,0-1 1 0,0-1 0 16,3-1 4-16,3-3 1 0,0 1 0 0,3 0 0 15,0-3 2-15,3 5 0 0,3-8 0 0,0 3 0 16,3 0 8-16,3 0-12 0,3-5 12 0,0 2-12 15,3-3 12-15,0-2 0 0,3 3-9 0,-3-6 9 0,3 3 0 16,-1-2 0-16,1-3 12 0,3 2-4 0,0-2-8 16,0-3-12-16,3 5 2 0,-3-8 1 15,2 3-37-15,1 6-7 0,0-6-2 0</inkml:trace>
  <inkml:trace contextRef="#ctx0" brushRef="#br0" timeOffset="4824.68">21556 2003 1751 0,'-21'-16'36'0,"12"11"9"16,3 2-36-16,3-2-9 0,0-3 0 16,0 3 0-16,3-3 120 0,0 5 21 0,0-5 5 0,3 3 1 15,0 0-80-15,3 2-16 0,0-5-3 0,0 3-1 16,3 2-6-16,0-2-1 0,0 2 0 0,3-2 0 15,0-3-11-15,0 8-2 0,0-5-1 0,0 2 0 16,-1 3-10-16,1 0-3 0,0-5 0 0,0 5 0 16,0 5-5-16,0-5-8 0,-3 8 11 0,3-5-11 15,-3 7 9-15,0 1-9 0,-3 2 0 0,3 0 9 16,-4 3-9-16,1-5-9 0,0 7 9 0,-3-2-13 16,0 0 13-16,0-3 0 0,0 3 0 0,-3 0 0 15,0-3 11-15,0 3 5 0,-3-3 0 0,0 0 1 16,3-2-17-16,-3 2 0 0,0-7 0 0,0 1 0 15,3 1 0-15,0-8 0 0,0 0 0 0,0 0 0 16,0 0 0-16,0 0 0 0,0 0 0 0,0 0 0 16,-3-8 0-16,3 1 0 0,3-4 0 0,-3 3 0 0,3-3 0 15,0-2 0-15,3 0-12 0,-3 2 12 0,3-2 0 16,0-3 0-16,0 3 0 0,0 0 0 0,0-3 0 0,3 0 0 16,-3 0 0-16,3-2 0 0,0 2-15 15,0 0 3-15,0 3 1 0,3 2 0 0,-3-2 11 0,-1 0 0 16,4-1 0-16,0 6 0 0,-3 1 0 15,0 4 0-15,3-2 0 0,-3 2 0 0,0 3 0 0,0 3 0 0,-3 2 0 0,3 3 0 16,-3 0 0-16,0 0 0 0,0 5 0 0,-3-2 0 16,2 2 49-16,-2 3 12 0,-3-3 3 0,3 3 0 15,-3 0-52-15,0-3-12 0,-3 3 0 0,3 2 0 16,-3-2 0-16,1-3 0 0,-4 3 0 0,3 5 0 16,0-5-48-16,-3 0-13 0,3-3-3 0,0 3 0 15,-3 0-51-15,3-3-10 0,0-2-3 16</inkml:trace>
  <inkml:trace contextRef="#ctx0" brushRef="#br0" timeOffset="5366.231">22238 2090 1311 0,'0'0'55'16,"0"0"-44"0,0 0 98-16,0 0 20 0,0 0 4 0,0 0 1 15,0 0-55-15,0 0-11 0,0 0-3 0,3 0 0 16,3-5-1-16,0 2 0 0,0-2 0 0,-1 5 0 16,4-5 0-16,0 2 0 0,0-2 0 0,3 2 0 15,-3 3-51-15,3-5-13 0,3 2 0 0,-3-2 0 16,3 2 8-16,0 1 0 0,-1 2-8 0,4-3 12 15,-3 3-12-15,3-5-8 0,0 5 8 0,-3-3-13 16,3 3-92-16,-3-5-19 0,-1 5-3 0</inkml:trace>
  <inkml:trace contextRef="#ctx0" brushRef="#br0" timeOffset="5652.08">22625 1855 1337 0,'-3'-8'56'15,"0"0"-44"-15,0 3 144 0,0-3 28 0,3 2 7 0,-3 4 1 16,3-3-52-16,0 5-9 0,0 0-3 0,0 0 0 16,0 0-51-16,0 0-10 0,0 0-3 0,0 0 0 15,0 0-51-15,0 0-13 0,0 0 0 0,0 0 0 16,0 0 0-16,0 7 0 0,3 1 0 0,0 3 0 16,-3 0 54-16,3 2 8 0,0 0 2 0,-3 3 0 15,0-3-52-15,3 3-12 0,-3 0 0 0,0-3 0 16,3 3 0-16,-3-3 0 0,0 3 0 0,0-3 0 15,0 3 0-15,0 0 0 0,3-3 0 0,-3 3 0 16,0 0 0-16,0-3 0 0,0 3 0 0,0 0 0 16,0 0 0-16,3-3 0 0,-3 0 0 0,3 3 0 15,-3-3-202-15,0 3-43 0</inkml:trace>
  <inkml:trace contextRef="#ctx0" brushRef="#br0" timeOffset="6221.116">23110 2342 1728 0,'0'0'36'0,"0"0"8"0,0 0-35 0,0 0-9 0,0 0 0 0,0 0 0 0,0 0 98 0,0 0 18 16,0 0 3-16,0 0 1 16,0 0-51-16,0 0-9 0,0 0-3 0,0 0 0 0,0 0-13 15,6 2-2-15,0-2-1 0,0 6 0 16,3-6-4-16,0 0-1 0,2 0 0 0,1 0 0 0,0 0-9 16,3 0-3-16,0 0 0 0,0-6 0 15,0 6-11-15,3 0-2 0,-3-2-1 0,2 2 0 0,-2-6-10 0,3 4-9 0,-3 2 9 16,3-8-13-1,-3 3-92-15,-3-3-19 0,3 2-3 0</inkml:trace>
  <inkml:trace contextRef="#ctx0" brushRef="#br0" timeOffset="6503.496">23637 2016 1789 0,'-15'-5'37'0,"15"5"9"0,-6 0-37 0,6 0-9 0,-3-3 0 0,3 3 0 15,0 0 104-15,0 0 18 0,0 0 4 0,0 0 1 16,0 0-44-16,0 0-9 0,0 0-2 0,0 0 0 16,0 0-24-16,0 0-4 0,0 8-2 0,3 0 0 15,-3 0-12-15,3 0-2 0,0 5-1 0,0-2 0 16,-3 2-8-16,3 8-2 0,0 0 0 0,0-2 0 16,-3 7-5-16,3-4-2 0,0 1 0 0,-3 7 0 15,0-9-10-15,3 2 0 0,-3-1 0 0,0-4 0 16,0 1 0-16,0-3 0 0,0-1 0 0,0-1 0 15,-3-1-20-15,3 3-8 0,0-6-3 0,-3 1 0 16,0 0 31-16,3 2 0 0,-3-5 0 0,0 0 0 16,3 0-176-16,0 0-30 0,0-3-6 0</inkml:trace>
  <inkml:trace contextRef="#ctx0" brushRef="#br0" timeOffset="6819.219">23824 1842 1990 0,'0'0'41'0,"0"0"11"0,0 0-42 0,0 0-10 0,0 0 0 0,0 0 0 16,0 0 91-16,0 0 16 0,6 5 3 0,-3 3 1 15,3 2-35-15,3 1-6 0,-3 5-2 0,3-3 0 16,3 3-20-16,0 0-5 0,-3 5-1 0,3 0 0 15,2-2-11-15,-2 7-3 0,3-2 0 0,-3 5 0 16,3 3-13-16,-3 2-3 0,3 3-1 0,-3-5 0 16,0 2-11-16,-3-4 0 0,-3-1 9 0,-1 0-9 15,-2-5 10-15,-3-1-2 0,0 4-8 0,-6-6 12 16,1 3-12-16,-4 0 11 0,-6 2-11 0,0 3 10 16,-3-2-10-16,-3-1 0 0,0-2 0 0,-3 5 0 15,1-8-92-15,-4-2-23 0,3 2-5 0</inkml:trace>
  <inkml:trace contextRef="#ctx0" brushRef="#br0" timeOffset="7358.053">21232 1958 1337 0,'-9'-13'28'0,"0"5"6"16,0-5-34-16,0 5 0 0,-3 0 0 0,3 0 0 15,-3 0 109-15,0 3 15 0,0 2 4 0,-3-5 0 16,4 8-62-16,-4-5-12 0,3 5-2 0,-3 0-1 15,0 5-7-15,3-5 0 0,0 8-1 0,-3 0 0 16,0 5-15-16,3 3-2 0,-2 0-1 0,-1 8 0 16,0-3-13-16,-3 3-2 0,3 2-1 0,-3 6 0 15,6 2-9-15,-3 3 0 0,4 3 0 0,-1 2 0 16,3-5 32-16,0-2 4 0,6-1 0 0,0 3 1 0,3-2-37 16,3-1 0-16,3 0 0 0,3 3 0 0,3-5 0 15,-1 3 0-15,4-1 0 0,3-2 0 0,0-6 0 0,0 3 9 16,3-7-9-16,0 1 0 0,2-2 27 0,4-5-2 15,0 0 0-15,0-3 0 16,6 1-71-16,2 2-14 0,1-8-4 0</inkml:trace>
  <inkml:trace contextRef="#ctx0" brushRef="#br0" timeOffset="8024.263">20231 4038 1337 0,'-8'2'56'0,"2"1"-44"16,0 0 92-16,6-3 20 0,-6 2 3 0,6-2 1 16,0 0 0-16,0 0 0 0,0 0 0 0,0 0 0 15,0 0-103-15,0 0-25 0,0 0 0 0,0 0 0 16,6 3 56-16,3-3 7 0,2 0 1 0,1 0 0 16,0 0 0-16,6 0 0 0,0-3 0 0,0 1 0 15,3-1-34-15,2 3-6 0,-2 0-2 0,6-3 0 16,-3 3-9-16,0 0-1 0,0 0-1 0,-1 0 0 15,-5-2-11-15,3 2 0 0,-6 0 0 0,3 0 0 16,-3 0 29-16,3 0 1 0,-4 0 0 0,1 2 0 16,-3-2-75-16,3 3-15 0,-3-3-4 0,3 0 0 15,-3 0-103-15,0 0-21 0,0 0-4 0</inkml:trace>
  <inkml:trace contextRef="#ctx0" brushRef="#br0" timeOffset="8741.855">21318 3829 1606 0,'0'-11'33'0,"0"11"9"16,0-5-34-16,0 2-8 0,3-5 0 0,0 3 0 0,0 0 112 0,3-3 21 0,0 0 4 0,0 0 1 15,0 0-46 1,3 0-8-16,-3 0-3 0,2 3 0 0,1-3-26 0,0 0-6 0,0 0-1 0,0 3 0 16,3-3-18-1,-3 2-4-15,3 1-1 0,0 0 0 0,0 0-3 0,0 2-1 0,0 3 0 0,-1-5 0 16,1 5-21-16,-3 0 0 0,3 0 0 0,-3 5 0 16,0-5 0-16,-3 8-8 0,0-5 0 0,-3 4 0 15,0 4 8-15,-6 0-13 0,0 2 5 0,0 3 8 16,-6 2 0-16,0 6 16 0,-3-3 0 0,0 0-1 15,0 3-63 1,1-5-13-16,-1 2-3 0,-3 0 0 0,3-2 52 0,0 4 12 0,-3-9 0 0,6 4 0 16,-3-2 0-16,3-3 0 0,0 1 0 0,0-1 0 15,6-3 0-15,0-2 0 0,0 0 0 0,0 0 0 16,3 0 0-16,3-3 0 0,0 1 0 0,3-4 0 16,0 4 0-16,0-6 0 0,3 0 0 0,0 0 0 15,3 0 0-15,0-6 0 0,3 4 0 0,0-4 0 16,3 4 0-16,-1-4 0 0,1 1 0 0,0 0 0 15,3 0 0-15,0-3 0 0,-3 2 0 0,0 1 0 16,-1-3-54-16,1 3-8 0,-3 0-2 0</inkml:trace>
  <inkml:trace contextRef="#ctx0" brushRef="#br0" timeOffset="9291.205">21633 3427 1428 0,'0'-14'60'15,"-3"1"-48"-15,3 3 106 0,3-4 21 0,-3 6 4 0,3-5 1 16,3 3-34-16,0-1-6 0,0 3-2 0,0 0 0 16,0 3-34-16,3-3-8 0,0 5 0 0,0-2-1 15,0 2-22-15,3 3-4 0,0 0-1 0,0 0 0 16,-3 3-18-16,2 2-4 15,-2-2-1-15,0 7 0 0,0 1-9 0,0 5 12 0,-3 2-12 0,0 4 12 16,0 1-4-16,0 7 0 0,0-7 0 0,-3 4 0 16,0-1-8-16,0 1 0 0,0-9 0 0,-3 9 0 15,0-11 0-15,0-1 0 0,-3 1-12 0,3-2 12 16,-3-1 0-16,0 0 0 0,0-2 0 0,0-3 12 16,0-1-12-16,0 4-11 0,0-8 3 0,3-3 0 15,0 0 8-15,0 0 0 0,0 0 0 0,0 0 8 16,0 0-8-16,0-8 0 0,0 2 0 0,0-1 0 15,3-4 0-15,0 3 9 0,0-5-9 0,0 0 10 16,3-1-10-16,-3-2 0 0,3 1 0 0,0-1 0 16,0-5 0-16,3 5 0 0,0-8 0 0,0 3 0 15,2-3 0-15,1 0 0 0,0 0 0 0,3 3 0 16,-3 3 0-16,6-4 0 0,-3 6 0 0,3-2 0 16,-3 7 0-16,-1 1 0 0,1 2 0 0,0 5 0 15,0-2 0-15,0 2 0 0,-3 3 0 0,-3 3 0 16,3 2 0-16,-3-2 0 0,-3 5 0 0,2 2 0 15,-2 1 0-15,-3 7 0 0,3-2 0 0,0-2 0 0,-6 9 0 16,3-7 0-16,-3 5 0 0,0 1 0 0,0-1 28 16,0-3 4-16,-3 1 1 0,0-1 0 15,0 1-25-15,0-3-8 0,-3-3 0 0,3 3 0 16,-2-6-20-16,-1 4-8 0,0-1-2 0,3-5 0 16,0-3-191-16,0 0-39 0</inkml:trace>
  <inkml:trace contextRef="#ctx0" brushRef="#br0" timeOffset="9504.566">22273 3562 1968 0,'0'0'41'0,"-3"-6"9"15,3 6-40-15,0-5-10 0,0 2 0 0,0 3 0 16,0-2 74-16,3-4 13 0,0 4 2 0,0-4 1 16,3 4-21-16,0-4-4 0,0 1-1 0,3 3 0 15,0-1 0-15,0 0 0 0,3 1 0 0,0-4 0 16,0 4-51-16,3-4-13 0,-3 4 0 0,2-6 0 15,1 5 0-15,0-2 0 0,0 0 0 0,3-1 0 16,-3 4-100-16,0-6-22 0,3 2-5 0,-4 1-1 16,-2-3-102-16,0 6-21 0</inkml:trace>
  <inkml:trace contextRef="#ctx0" brushRef="#br0" timeOffset="9717.761">22684 3286 1792 0,'-3'-5'51'0,"3"0"10"0,-3-1-49 0,0 4-12 0,3 2 0 0,-3-3 0 16,0-2 104-1,3 5 19-15,-3-3 3 0,3 3 1 0,0 0-50 0,0 0-9 0,0 0-3 0,0 0 0 16,0 0-1-16,0 0 0 0,0 0 0 0,0 0 0 16,0 0-51-16,-3 3-13 0,0 5 0 0,0 0 0 15,0 2 0-15,0 6 0 0,3-5 0 0,-3 7 0 16,0-4 0-16,3 9 0 0,-3-7 0 0,1 5 0 16,2 1 0-16,0-4 0 15,-3 3 0-15,3-2 0 0,0-1 0 0,0-2 0 16,0 3 0-16,0-6 0 15,0 3-48-15,0-6-13 0,0 1-3 0</inkml:trace>
  <inkml:trace contextRef="#ctx0" brushRef="#br0" timeOffset="10445.669">23021 3249 1579 0,'0'-10'32'0,"0"10"10"15,0 0-34-15,0 0-8 0,0 0 0 0,0 0 0 16,3-3 53-16,-3 3 9 0,5-3 2 0,1 6 0 16,0 0 51-16,0-3 10 0,0 2 3 0,3 6 0 15,0 0-52-15,0 3-9 0,3 2-3 0,-3 8 0 16,3 0-51-16,0 3-13 0,0 5 0 0,0 3 0 15,-1 2 45-15,1-4 7 0,0-1 0 0,-3 2 1 16,0-4-28-16,0 2-5 0,-3-5-2 0,-3 5 0 0,-3 0-9 16,0 0-1-16,-3 6-8 0,0-1 12 15,-6 0-20-15,0 1-5 0,0-1-1 0,-6 0 0 0,0-2 14 0,-2-3 0 0,-4-5 0 16,0 3 0-16,-3-1-18 16,0 1-1-16,-2-6 0 0,-7 5 0 15,0-2-123-15,-3 2-25 0,-2 1-5 0</inkml:trace>
  <inkml:trace contextRef="#ctx0" brushRef="#br0" timeOffset="10916.941">21440 3260 1337 0,'-9'-3'56'0,"3"-2"-44"32,0 2 92-32,-3 3 20 0,3-5 3 0,-3 2 1 0,0 3-50 0,0 3-10 15,-2-3-1-15,-1 5-1 16,-3 3-38-16,0 0-8 0,-3-3-2 0,0 11 0 16,-3 3-9-16,3 7-1 0,-2 3-8 0,-4 8 12 15,6-5-31-15,-3 5-6 0,3 0-2 0,0 6 0 0,4-6 53 0,-1 2 10 0,3 1 3 0,3 5 0 16,0-5-39-16,6 2 0 15,0 0 0-15,3 3 0 0,3-5 0 0,0-3 0 16,6-2 0-16,0-6 0 0,3 2 0 0,3-2 0 0,2 1 0 16,1-1 8-16,3 0-8 0,0-5 0 0,3 2 0 0,0-2 0 15,-1-3 24-15,-2-2 0 0,3-6 0 0,0 0 0 16,0-2-50-16,-4-3-10 16,4-1-1-16</inkml:trace>
  <inkml:trace contextRef="#ctx0" brushRef="#br0" timeOffset="15469.425">24381 2212 1458 0,'0'0'30'0,"0"0"8"15,0 0-30-15,0 0-8 0,0 0 0 0,0 0 0 16,0 0 78-16,0 0 14 0,0 0 4 0,0 0 0 0,0 0-5 0,0 0-1 0,3-3 0 0,6 3 0 16,0-5-30-16,3 5-7 0,-1-3-1 0,1 3 0 15,3-5-17-15,0 3-4 0,0 2-1 16,3-6 0 0,-3 4-16-16,3-1-3 0,0 0-1 0,-4 3 0 15,4-5-10-15,-3 2 0 0,3-2 9 0,-3 2-9 0,0-2 0 0,0 2-20 0,-3-2 4 0,2 3 1 31,1-1-55-31,-3 0-11 0,0 3-3 0</inkml:trace>
  <inkml:trace contextRef="#ctx0" brushRef="#br0" timeOffset="15781.254">24613 2008 1314 0,'-9'-2'56'16,"3"2"-45"0,0-3 106-16,6 3 22 0,-6 0 4 0,6 0 1 15,0 0-39-15,0 0-7 0,0 0-2 0,0 0 0 16,0 0-36-16,0 0-7 0,0 0-1 0,0 0-1 16,0 0-15-16,0 0-2 0,0 0-1 0,0 0 0 15,3 3 0-15,0 2 0 0,0 0 0 0,-3 3 0 16,3 0-11-16,-3 0-2 0,0-3-1 0,3 6 0 15,-3 2-9-15,0 0-2 0,0 3 0 0,0 0 0 16,0 0-8-16,-3 3 0 0,3-1 9 0,0-2-9 16,0 2 0-16,0 4 0 0,0-6 0 0,0-1 0 15,0 1-20-15,0-3-8 0,0 1-1 0,3 2-1 16,-3-8-114-16,0 5-22 0,0-5-5 0</inkml:trace>
  <inkml:trace contextRef="#ctx0" brushRef="#br0" timeOffset="16187.028">24804 1929 1493 0,'-3'-5'63'16,"0"2"-51"-1,3 3 100-15,-3-5 20 0,3 5 4 0,3-3 1 16,-3-5-49-16,6 8-9 0,-4-5-3 0,7 5 0 16,0-5-27-16,0 2-5 0,3 3-2 0,0 0 0 15,0 0-9-15,3 0-1 0,-3 0-1 0,3 0 0 16,-3 3-6-16,2-3-1 0,-2 5 0 0,0 0 0 16,0-2-12-16,-3 2-2 0,0 3-1 0,0 0 0 15,-3-5-9-15,0 7 8 0,3-2-8 0,-6 3 8 16,3-3-8-16,-3 2 10 0,0 1-10 0,0 2 10 15,-3 0 4-15,0-2 1 0,-3 2 0 0,0 3 0 16,0 0-15-16,0 2 0 0,-3-2 0 0,3 5 0 16,-3-5 0-16,0 5 0 0,0-2 0 0,0 2 0 15,0 0 0-15,-3-5 0 0,3 3 0 0,0-3 0 16,0-1 0-16,0-1 0 0,0 2 0 0,0-3 0 16,0-5-48-16,1 2-13 0,-1-2-3 0,3 3 0 15,0-3-153-15,0-6-31 0</inkml:trace>
  <inkml:trace contextRef="#ctx0" brushRef="#br0" timeOffset="16398.955">24914 2239 1824 0,'-12'-16'38'0,"9"10"8"0,0-2-37 0,3 8-9 0,0-5 0 0,0 2 0 15,0 3 53-15,3-5 9 0,-3 5 2 0,3-2 0 16,3 2 0-16,0-6 0 0,0 4 0 0,0-1 0 15,2 0 0-15,1 3 0 0,-3 0 0 0,3 0 0 16,0 0 0-16,-3-5 0 0,3 5 0 0,0 0 0 16,-3-3-52-16,3 3-12 0,0 0 0 0,0 0 0 15,-3 0-161-15,0 0-35 0</inkml:trace>
  <inkml:trace contextRef="#ctx0" brushRef="#br0" timeOffset="18225.014">23937 3763 1690 0,'-6'2'48'0,"3"4"11"15,3-6-47-15,-6 2-12 0,6-2 0 0,0 0 0 16,0 0 75-16,0 0 13 0,0 0 2 0,0 8 1 0,3-5-22 0,3 2-4 0,0-2-1 15,3-1 0-15,3 4 16 0,0-6 4 0,3 2 0 0,3 1 0 16,0 2-29-16,0-5-6 0,2 0-1 0,1 3 0 16,-3-3-48-16,3 0 0 0,-3 5 0 0,3-5 0 15,-4 0 26-15,1 0 8 0,-3 0 2 0,3 0 0 16,0 0-28-16,0 0-8 0,0 0 0 0,2 0 0 16,-2 0 0-16,0 0 0 0,3 0 0 0,-3 0 0 15,-3 0 0-15,3 0 0 0,-3 0-10 16,-1 0 10-1,-2 0-109-15,0 0-15 0,0 0-2 0</inkml:trace>
  <inkml:trace contextRef="#ctx0" brushRef="#br0" timeOffset="18865.47">24851 3686 1907 0,'6'0'40'0,"0"-5"8"16,-3 2-38-16,3 3-10 0,0-5 0 0,-3 5 0 16,-3 0 112-16,3-3 21 0,-3 3 4 0,0 0 1 15,0 0-52-15,0 0-10 0,0 0-3 0,0 0 0 0,0 0-28 16,0 0-5-16,0 0-2 0,-6 8 0 16,-3 0-27-16,0 2-11 0,-3 1 8 0,0 5-8 15,0-3 8-15,-6 3-8 0,4 3 0 0,-4 2 8 16,3 0-24-16,0 3-4 0,0-3-2 0,0 5 0 0,3-7 31 15,0 2 7-15,3-2 0 0,1 4 1 16,2-7-36-16,3 3-7 0,0-3-2 0,3 0 0 16,0-6-18-16,3 3-4 0,3-5-1 0,0 0 0 15,2 0 15-15,1-3 4 0,3 1 0 0,3 2 0 0,0-8 20 0,0 0 4 0,0 0 8 0,0 0-13 16,0 0 13 0,-1-6 0-16,1 4 0 0,0-1 0 0,-3-2 24 0,0 2 0 0,-3-2 1 0,0 2 0 15,0-5 7-15,-3 6 2 0,0-9 0 0,0 3 0 16,-6 0 1-16,0-2 0 0,0-6 0 0,-6 2 0 15,3-4-14-15,-6-1-2 0,3-2-1 0,-3 0 0 16,-3-3-18-16,0 0 10 0,0-2-10 0,0 2 8 16,-3-2-8-16,4-1 10 0,-1 6-10 0,-3 0 10 15,3 0-10-15,0 5 0 0,0 0 0 0,0-5 8 16,3 5-8-16,0-3 0 0,0 4 9 0,3-1-9 16,0-5 0-16,3 5 9 0,0-6-9 0,3 7 0 15,0-7 10-15,3 1-10 0,3 0 8 0,0 3-8 16,3-1 12-16,0 3-2 0,3 0-1 0,3 3 0 15,0 2-9-15,0 1 0 0,3 2 0 0,-1 5 0 16,1-2 9-16,0 2-9 0,0 3 10 0,0 3-10 16,0 2 14-16,-3 3-3 0,0 0-1 0,2 5 0 15,-5 1-2-15,0 2-8 0,0 2 12 0,-3 3-4 16,0-2-8-16,0 5 0 0,0-3 0 0,-3-5 8 0,0 5-8 16,-3-5 0-16,0 0 9 0,0-1-9 15,-3 1 0-15,-3-3 0 0,0-2 0 0,-3 2 0 0,0-2-13 0,0-3-4 16,-3 0-1-16,0 0 0 15,-3 0-22-15,0-3-5 0,0 3-1 0,0-5 0 16,0-1-162-16,-2 1-32 0</inkml:trace>
</inkml:ink>
</file>

<file path=ppt/ink/ink2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3:09:39.37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6703 7359 1337 0,'-15'0'62'0,"12"0"-62"0,3 0 0 0,0 0 0 0,-6 0 0 16,6 0 76-16,0 0 9 0,-6 0 2 0,6 0 0 15,0 0-37-15,-3 5-7 0,3-5-2 0,0 10 0 16,0-2-33-16,6 3-8 0,0 0 0 0,0 2 0 16,3 3 35-16,3 2 5 0,0 1 0 0,3 2 1 15,-1-3-14-15,4 1-3 0,0-1-1 0,0 1 0 16,0-1-33-16,0-2-6 0,0-2-2 0,-4 1 0 16,4-4 18-16,0 0 0 0,0-3 0 0,0-3 0 15,0 0 0-15,0-2 0 0,2-3 0 0,-2-3 0 16,3-2 12-16,0 2 7 0,0-5 1 0,0-2 0 15,-1-1 21-15,1-2 5 0,0 0 1 0,3-6 0 16,-6 1-26-16,3-6-5 0,-3 0 0 0,-1 0-1 16,4-2-15-16,-3 2 0 0,3-3 0 0,-3 1 0 15,3 2 20-15,-4 0 2 0,4 0 0 0,-3 3 0 16,-3 0-22-16,0 0 8 0,0 0-8 0,-3 0 0 16,-3-1-24-16,0 1-10 15,-1 0-2-15,-2 0 0 0,-3 5-64 0,0 0-12 0,-3 3-4 0</inkml:trace>
  <inkml:trace contextRef="#ctx0" brushRef="#br0" timeOffset="362.793">7259 7380 1735 0,'0'0'81'0,"0"0"-72"15,0 0-9-15,0 0 0 0,0 0 0 0,0 0 63 0,0 0 10 0,3 2 3 0,-3 6 0 16,3 0-52-16,0 0-11 0,-3 3-1 0,3-1-1 16,-3 4 21-16,3 1 5 0,-3 1 1 0,3 3 0 15,0-3-10-15,0 0-1 0,0 2-1 0,0-2 0 16,3-3-26-16,-1450 0 0 0,2897 1 0 0,-1447-4 0 16,0 1-12-16,0-6-8 0,0 3-2 0,3-5 0 15,-3 2 35-15,0-2 7 0,3-1 2 0,0 1 0 16,-1-3 24-16,1 0 5 0,3-3 1 0,0 1 0 15,3-1-20-15,0-2-4 0,3-1-1 0,3-2 0 16,-3-2-15-16,5-3-2 0,-2-3-1 0,3 0 0 16,0-5-26-16,0 0-6 0,-1-3-1 0,4-3 0 15,3 1 24-15,0-1 0 0,5-2 0 0,7 0 0 16,-3 0-18-16,3 3 1 0,5-4 0 0,4-1 0 16,-1-1-227-16,4-2-44 0</inkml:trace>
  <inkml:trace contextRef="#ctx0" brushRef="#br0" timeOffset="1760.502">20404 13865 1646 0,'0'0'47'0,"0"0"9"16,0 0-44-16,0 0-12 0,-3 5 0 0,3-5 0 0,-3 6 38 0,3-6 6 0,3 5 0 15,-3 3 1-15,3 2-9 0,3 1-1 0,-3 0-1 0,3 4 0 16,0 1-15-16,0 0-3 0,0 5-1 0,3 1 0 16,0-1-15-16,0 0 9 15,0-3-9-15,-1 4 8 0,1-1-8 0,3-3 0 16,-3 1 0-16,3-1 8 16,-3 1-8-16,0-1 0 0,-3-2 0 0,3 0 8 0,-3 0-8 15,3-3 0-15,-3 0 0 0,3 1 0 0,0-6 0 0,0 0 0 16,-1-1-9-16,1-1 9 0,3-4 0 0,0-2 0 0,3-2-8 15,0-4 8-15,3-1 0 0,3-4 0 0,2-2 0 0,1-3 9 16,3 0-9-16,3-5 0 0,3 0 9 0,-4-6-9 16,1 1 0-16,-3-6 0 0,3-2 0 0,-1-1 0 15,4-2 13-15,0 0-1 0,6 0-1 0,2 0 0 16,-5 3-11-16,0 2 0 0,2 0 0 0,-2 0 8 16,-9 6-16-16,0-3-4 0,-3 5-1 0,-4-2 0 15,-5 7-48-15,0 0-10 0,-3 4-1 0</inkml:trace>
  <inkml:trace contextRef="#ctx0" brushRef="#br0" timeOffset="2209.306">21050 13876 1824 0,'0'0'38'0,"-3"-3"8"0,3 3-37 16,-3-5-9-16,0-1 0 0,3 1 0 0,0 0 48 0,0 5 7 0,0-5 1 0,0 5 1 15,0 0-40-15,0 0-8 0,0 0-1 0,0 0-8 32,0 0 44-32,0 0 3 0,0 0 0 0,0 0 0 0,0 0-27 0,0 0-4 0,3 7-2 0,-3 4 0 15,0 2-14-15,3 6 8 0,-3-1-8 0,3 6 0 16,-3 0 0-16,3 2-21 0,0 3 3 0,0 1 1 31,0-7-18-31,0 1-3 0,3-3-1 0,-3 1 0 0,3-1 12 0,0-3 3 0,0 1 0 0,0-3 0 16,0 0 16-16,0-3 8 0,2-3-8 0,1 1 8 15,0-3 0-15,0-3 0 0,0 0 0 0,3 1 0 16,0-6 0-16,0 2 0 0,0-4 12 0,3 2-4 16,3-6 18-16,-4 1 4 15,4 0 1-15,0-3 0 0,0 0 8 0,0-3 1 0,0-2 1 0,0 0 0 16,-1-3-29-16,-2 0-12 0,3 0 11 0,3-5-11 15,0 0 35-15,-3-5 1 0,6-6 0 0,-1 0 0 16,1 3-28-16,3 0-8 0,0-3 0 0,0 0 0 16,2 6 0-16,-2-1 0 0,0 1 0 0,-3 2 0 15,0 0-41-15,-1 3-12 0,1 0-3 0</inkml:trace>
  <inkml:trace contextRef="#ctx0" brushRef="#br0" timeOffset="27319.585">21437 7446 1094 0,'-6'-11'46'16,"0"3"-37"-1,3 3 91-15,0 0 19 0,0-1 3 0,3 6 1 16,0 0 8-16,0 0 1 0,0-5 1 0,0 5 0 15,0 0-55-15,0 0-11 0,0 0-3 0,0 0 0 16,3 0-51-16,3 3-13 0,0-1 0 0,3 4 0 16,-3-1 54-16,3 3 8 0,3 0 2 0,-3 2 0 15,3 4 0-15,2-1 0 0,1 3 0 0,0 0 0 16,3 2-64-16,0-2-10 0,3 3-3 0,0-1-1 16,-4 1 25-16,7 2 5 0,-3-3 0 0,0 1 1 15,-3-1-17-15,3 1 0 0,-3-3 0 0,2 2 0 0,-2 1 0 16,0-1 0-16,-3 1 0 0,3-1 0 15,0 4 45-15,0 1 15 0,-4-1 4 0,4 1 0 16,-3-1-64-16,0 1-24 0,0-1 0 0,-3-1 1 0,0 0 23 0,0 0 0 0,-3-2 0 16,0 2 8-16,-1-5-8 0,-2 2 8 0,0-2-8 0,0 3 8 15,0-1-8-15,-3 1 0 16,3 2 9-16,-3 0-9 0,0 0 14 0,-3 3-2 16,3 0 0-16,-3-1 0 0,0-1-12 0,0-1 0 0,0 0 0 0,0 3 0 15,0-3 0-15,-3-2 0 0,3 2 0 0,0-3 0 16,0 1 0-16,-3-3 0 0,0-1 0 0,3 4 0 15,-3-3 0-15,0 0 0 0,0 2 0 0,0 3 0 16,-3-2 0-16,0-1 0 0,0 4 0 0,0-1 0 16,1-3 0-16,-1 4 0 0,-3-1 0 0,3 0 0 15,-3 0 0-15,0-5 0 0,0 0 0 0,0 2 0 16,0-2 0-16,0 0 0 0,0 0 0 0,0 0 0 16,0 0 0-16,0 0 0 0,0-3 0 0,1 3 0 15,-4 2 0-15,3-2 0 0,0 0 0 0,-3 2 0 16,3-2 0-16,0 0 0 0,-3 0 0 0,3 3 0 15,-3-4 0-15,0 1 0 0,0 0 0 0,1 0 0 16,-1-3 0-16,0 1 0 0,0-1 0 0,0-3 0 16,3 4 0-16,-3-4 0 0,0 1 0 0,0-1 0 15,-3-2 0-15,3 0 0 0,1 3 0 0,-1-3 0 16,0-3 0-16,0 3 8 0,0 0-8 0,0-3 0 16,0 0 0-16,0 1 0 0,0-1 0 0,0 0 0 15,3 1 0-15,-2-1 0 0,2 0 0 0,0 1 0 0,-3-1 0 0,3-3 0 16,0 4 0-16,3-4 0 0,-3 1 0 15,3 0-10-15,0 2 10 0,0-2-8 0,0-1-6 16,0 1-1-16,0 0 0 0,0 2 0 16,3-2-17-16,-3-1-3 0,6-2-1 0,-6 3 0 15,6-3-39-15,-5 2-8 0,5-2-1 0</inkml:trace>
  <inkml:trace contextRef="#ctx0" brushRef="#br0" timeOffset="27650.283">21574 9004 1492 0,'9'-2'31'0,"-9"2"8"0,6 0-31 15,3-3-8-15,-3 3 0 0,3 0 0 0,0-3 56 0,-1 3 9 0,4 0 3 0,-3-2 0 16,3 2-55-16,0-3-13 0,-3 3 0 0</inkml:trace>
  <inkml:trace contextRef="#ctx0" brushRef="#br0" timeOffset="28520.561">21529 9332 1314 0,'0'0'37'0,"0"0"8"0,6 6-36 16,-3-4-9-16,3 1 0 0,0 0 0 0,0-3 0 0,0 2 0 0,0 1 0 0,0 0 0 15,0-3 52-15,3 0 9 0,0 0 2 0,0 0 0 16,0 0-19-16,-1 0-3 0,1 0-1 0,0 2 0 15,3-2 3-15,-3 0 0 0,0-2 0 0,0 2 0 16,3 0 2-16,0-3 1 0,0 3 0 0,0-3 0 16,0 1-30-16,2-4-5 0,-2 4-2 0,3-1 0 15,0-2-9-15,0-1-12 0,0 4 2 0,0-6 1 16,0 3 38-16,3-1 8 0,-1-2 2 0,1 0 0 16,3 3-25-16,0-3-5 0,0 0-1 0,0 0 0 15,-1 0 1-15,1-2 0 0,0-1 0 0,3 1 0 16,-3-1-1-16,0 0 0 0,-1-2 0 0,-2-3 0 15,3 3 2-15,-3 3 0 0,0-4 0 0,0-2 0 16,0 3-10-16,-1 0-14 0,1-3 3 0,0 0 1 16,0 3 59-16,3 0 12 0,-3-3 3 0,0 5 0 15,-1-2-52-15,1 0-12 0,0 0 0 0,0-1 0 16,-3 1 0-16,3-3 0 0,0 0 0 0,-4 1 0 16,1-4 54-16,0 3 8 0,0-2 2 0,0-1 0 15,-3 1-64-15,3-1 0 0,-3 1-16 0,0-1 3 0,0-2 13 16,2 2 16-16,-2-2-3 0,3 0-1 0,0 2-12 0,0 1 0 0,0 2 0 0,3-2 0 15,-3 4 0-15,-1-2 0 0,4 3 0 16,0 0 0-16,-3 0 54 0,0 0 8 0,0-1 2 0,0 1 0 16,0 2-52-16,-3-2-12 15,2 3 0-15,-2-1 0 0,0 1 0 16,0-1 0-16,-3 0 0 0,0 3 0 0,0 0 0 0,0 1 0 0,-3-1 0 16,0 0 0-16,0 2-14 0,0-2-6 0,-3 3 0 15,3 0-1-15,-3 0 9 0,0-1 1 0,0 1 1 0,-1 2 0 31,-2-2-100-31,0 5-20 0,3-5-4 0</inkml:trace>
  <inkml:trace contextRef="#ctx0" brushRef="#br0" timeOffset="29304.332">21354 7369 1337 0,'6'-8'28'0,"-6"8"6"0,3-2-34 0,3-1 0 0,-4 0 0 0,4 1 0 15,0-1 109-15,0 0 15 0,0 1 4 0,0-1 0 16,0 0-52-16,0 3-9 0,3-2-3 0,-3-1 0 16,6 3-51-16,-3 0-13 0,3-3 0 0,0 3 0 15,3 0 37-15,-1 0 5 0,4 0 1 0,0 3 0 16,3 0-12-16,3-1-3 0,0 4 0 0,-1-1 0 16,1 3-7-16,3 0-1 0,-3 0-1 0,3 2 0 15,-1 1-7-15,1 0-2 0,0 2 0 0,3-3 0 16,0 6-10-16,2-3 0 0,1 3 9 0,3 3-9 15,-3-1 0-15,-1 1 9 0,4-3-9 0,-6 2 0 16,0 1 12-16,-1-3-4 0,-2 0 0 0,0 2-8 16,-3-2 16-16,-1-3-4 0,4 0-1 0,-3 1 0 15,-3-1 4-15,0 0 1 0,0 0 0 0,-1 1 0 16,-2-1-2-16,0 0 0 0,0 0 0 0,-3 3 0 16,3 0-4-16,-3-3-1 0,0 0 0 0,-1 3 0 15,1-2 3-15,-3 1 0 0,0-1 0 0,0 2 0 0,0-3-12 16,0 0 0-16,0 0 0 0,0 0 8 0,0 1 0 15,-1-1-8-15,1 0 12 0,0 0-4 0,0-2 0 0,0 2 0 0,0-2 0 16,0-1 0-16,-3 4 1 0,3-6 0 0,-3 2 0 0,0 1 0 16,-1-3-1-1,1 0 0-15,0 0 0 0,-3 2 0 0,3-2-8 0,-3 0 10 16,3 0-10-16,-3 2 10 0,0-2-10 0,0 3 0 16,0-3 0-16,0 3 0 0,0-1 0 0,0 1 0 0,0-3 8 15,0 2-8-15,0 1 0 0,0-3 0 0,0 0 0 0,0 0 8 16,-1 0-8-16,1-3 0 0,0 3 0 0,3-3 0 15,-3 0 0-15,0-2 0 0,3 2 0 0,0-2 0 16,-3 2-51-16,3-5-12 0,0 3-2 16</inkml:trace>
  <inkml:trace contextRef="#ctx0" brushRef="#br0" timeOffset="31815.437">18419 8017 1485 0,'3'-10'31'0,"-3"10"7"0,3-6-30 0,0-1-8 0,0 1 0 0,-3-2 0 15,3 0 124-15,-3 0 23 0,3-2 5 0,-3 2 0 16,-3-3-70-16,0 3-14 0,0-2-4 0,-3 2 0 16,0-3 0-16,-3 3 0 0,0 0 0 0,-3 0 0 15,0 1 0-15,-3 1 0 0,0 1 0 0,-3 2 0 16,4 3-64-16,-4 0-19 0,-3 3-1 0,3 2 0 16,0 1 20-16,0 1 0 0,0 1 0 0,1 6 0 15,-1-1 0-15,0 3-8 0,3 2 8 0,0 3 0 16,0-2-12-16,6 2 12 0,0 0-12 0,3 0 12 15,0-2-10-15,6 0 10 0,0 2-8 0,0-3 8 16,6-2-13-16,3 3 2 0,0-4 1 0,3 1 0 16,0-2-4-16,3-1-1 0,0 3 0 0,3-6 0 15,0 1 3-15,2-3 0 0,1 0 0 0,0-3 0 16,6-2 12-16,-3 2 0 0,2-2 12 0,1-3-12 16,-3 0-85-16,3 0-24 0,-3-3-5 0,-1 3-1 15,-2-3-23-15,0 1-5 0,-3-1-1 0,0-2 0 16,-3 2-37-16,-3-2-8 0,-3 0-2 0,11-14 111 31,-14 0 109-31,-6 12 23 16,0 1-42-16,0 1-10 0,-3-3 0 0,3 3 0 15,-3-3 100-15,3 2 17 0,-3 1 4 0,0 0 1 16,3-3-22-16,-3 3-4 0,0-1 0 0,3 4-1 16,0-4-43-16,0 1-8 0,0 3-1 0,0 2-1 15,6-3 18-15,-3-2 3 0,-3 5 1 0,3 0 0 16,0 0 0-16,3 0 0 0,0 0 0 0,-3 2 0 0,3 1-52 0,0 0-12 15,0 2 0-15,0 3 0 0,0 0 0 16,-3 0 0-16,3 2 0 0,-3 1 0 0,0-1 0 16,-3 1 0-16,3 2 0 0,-3 0 0 0,0 1 0 0,-3-1 0 0,3 3 0 0,-3-3 0 15,0 0 0-15,3 0 0 0,-3-2 0 0,-3 2 0 16,6-5 0-16,-3 0 0 0,3 0 0 0,-3-3 0 16,3-5 0-16,0 0 0 0,0 0 0 0,0 0 0 15,0 0 0-15,0 0 0 0,0 0 0 0,3-5 0 16,0 0 0-16,0-3 0 0,0 0 0 0,3-3 0 15,0 1 0-15,0-4 0 0,0 1 0 0,0 0 0 16,3 0 0-16,0 0 0 0,0 2 0 0,-1-2 0 16,1 0 0-16,3 5 0 0,0-3 0 0,0 3 0 15,0 0 54-15,0 3 8 0,0 0 2 0,0 2 0 16,-3 0-52-16,3 3-12 0,-4 0 0 0,1 3 0 16,-3 0 0-16,0 2 0 0,0 3 0 0,-3 0 0 15,3 0 0-15,-3 5 0 0,-3 0 0 0,3 0 0 16,-3 3 0-16,-3 0 0 0,3 3 0 0,-3-1 0 15,0 1 0-15,0-1 0 0,0-2 0 0,0 5 0 16,-3-5-11-16,3-3-8 0,-3 3-1 0,0-3-1 16,3 1-146-16,1-4-29 0,-1 3-5 0</inkml:trace>
  <inkml:trace contextRef="#ctx0" brushRef="#br0" timeOffset="32063.607">19035 8298 1579 0,'0'0'32'0,"0"0"10"0,0 0-34 0,-3-5-8 0,3 5 0 0,0-6 0 15,0 6 111-15,3-5 20 0,0 2 4 0,0-2 1 16,0 2-52-16,0 1-11 0,3-1-1 0,3-2-1 16,-3 2-18-16,3 1-3 0,2-1-1 0,-2 3 0 15,3-3 12-15,0 1 3 0,-3-1 0 0,0 3 0 16,3 0-52-16,-3-3-12 0,3 1 0 0,-3 2 0 15,3 0 0-15,-3-3 0 0,-1 3 0 0,1 0 0 32,0-3-86-32,0 1-20 0,3 2-4 0</inkml:trace>
  <inkml:trace contextRef="#ctx0" brushRef="#br0" timeOffset="32323.799">19520 7994 1824 0,'0'0'76'16,"0"0"-60"-16,0 0 140 0,0 0 29 0,0 0 6 15,0 0 1 1,0 0-103-16,0 0-20 0,0 0-4 0,0 0-1 16,0 0 0-16,-6 5 0 0,6 0 0 0,-3 6 0 0,3-3-51 0,-3 2-13 0,3 1 0 0,0-1 0 15,-3 4 0-15,3 2 0 0,0-3 0 0,-3 3 0 16,3 0 0-16,0-1 0 0,-3 1 0 0,3 3 0 15,0-1 0-15,0 3 0 0,0 1 0 0,0-1 0 16,0 0 0 0,0 0 0-16,0 0 0 0,0-2 0 15,0 2-48-15,0-5-13 0,0-3-3 0</inkml:trace>
  <inkml:trace contextRef="#ctx0" brushRef="#br0" timeOffset="32939.332">18829 9007 1937 0,'0'-8'55'0,"0"3"12"0,-3-3-54 0,1 0-13 0,-1 3 0 0,0-3 0 15,-3 0 72-15,-3 2 11 0,3-2 2 0,-6 3 1 16,3 0-39-16,-3-3-8 0,0 3-2 0,-3 2 0 15,3 0-5-15,-3 1-2 0,-2 2 0 0,2 0 0 16,0 2-22-16,0 1-8 0,0 0 0 0,0 2 0 16,0 3 0-16,3 0 0 0,-3 0 0 0,4 2 0 15,-1 1 0-15,0 2 0 0,3 3-8 0,0 3 8 16,3-1-16-16,3 1 4 0,0 2 1 0,3 0 0 16,3 0-1-16,0 0-1 0,3 0 0 0,3-2 0 15,0-1 5-15,0-2 8 0,3 0-13 0,-1 0 5 16,4-3-17-16,0-2-3 0,0 0-1 0,3-4 0 15,0 1 29-15,3-2 0 0,2-1 0 0,-2 0 0 16,3-2 8-16,0 0 7 0,0-3 1 0,0-3 1 16,-1 0-78-16,1 1-16 0,0-4-3 0</inkml:trace>
  <inkml:trace contextRef="#ctx0" brushRef="#br0" timeOffset="33468.239">19077 9142 1579 0,'0'0'32'0,"0"0"10"0,0 0-34 15,0 0-8-15,0-5 0 0,0-1 0 16,0 1 100-16,2 0 19 0,1-1 3 0,0 4 1 0,0-3-43 0,0 2-9 0,3-2-2 0,-3 2 0 16,3 0-4-16,0 3-1 0,-3-2 0 0,3 2 0 15,0 2-12-15,0-2-2 0,0 3-1 0,3 2 0 16,-3 3-20-16,0 0-4 0,3 0-1 0,-3 5 0 15,0 1-11-15,0-1-2 0,0 3-1 0,0-3 0 16,0 3-10-16,-4-3 8 0,4 0-8 0,-3 0 8 16,0 1-8-16,0-1 0 0,-3-3 9 0,3 4-9 15,-3-4-16 1,0 1-8-16,0-3-2 0,0 0 0 0,-3 0 44 0,3-8 9 0,0 5 1 16,0-5 1-16,0 0-29 0,0 0 0 0,0 0 0 0,0 0 0 15,0 0 0-15,0 0 0 0,0 0 0 0,3-5 0 16,0-1 0-16,0-2-8 0,3 0 8 0,0 1 0 15,-3-4 0-15,3 0 0 0,0-2 0 0,0 0 0 16,0 0 0-16,0-3 0 0,3 0 0 0,-3 0 0 16,3 0-25-16,-3 0 1 0,3 3 1 0,3 0 0 15,-4 0 54-15,1-1 10 0,-3 4 3 0,3-1 0 16,0 3-29-16,-3 3-6 0,3-3-1 0,-3 5 0 16,3 1-8-16,-3 2 0 0,0 0 9 0,3 2-9 15,-3 4 8-15,3-1-8 0,-3 3 8 0,0 3-8 0,3 2 8 0,-3 0-8 16,-1 3 8-16,1 0-8 0,0 0 0 15,0-1 0-15,-3 1 0 0,3 0 8 0,-3 0-8 0,0-3 0 0,0 3 0 16,0-3 0-16,-3 1 0 0,3-1 0 0,-3-3 0 16,3-2 0-16,-3 3 0 0,0-3 0 0,0 0-11 0,3-3 11 31,-3 0-156-31,0-5-24 0,3 6-6 0</inkml:trace>
  <inkml:trace contextRef="#ctx0" brushRef="#br0" timeOffset="38923.433">20904 7483 904 0,'0'-5'38'0,"-3"-1"-30"16,3 1 85-16,-3 0 18 0,3-1 3 0,0 1 1 15,-3 2-17-15,3-2-3 0,0 3-1 0,0 2 0 16,0-6-12-16,0 6-2 0,0-2-1 0,0 2 0 16,0 0-17-16,0 0-3 0,0 0-1 0,0 0 0 15,0 0-14 1,3-3-2-16,-3 3-1 0,6-3 0 0,-3 3-7 0,3 0-2 0,0 0 0 0,-3 3 0 16,3 0-4-16,0-3 0 0,3 2-1 0,-3 4 0 15,3-1-6-15,-3-3-1 0,3 6 0 0,0-2 0 16,-3 2-4-16,2-3-2 0,1 3 0 0,3 0 0 15,-3 0-4-15,3 0-1 0,0 0 0 0,0 0 0 16,0 0-1-16,0 2-8 0,0 1 12 0,0-3-4 16,2 0-8-16,1-1 10 0,0 1-10 0,0 0 10 15,0 0-10-15,3 0 8 0,-3 0-8 0,3 0 8 16,-4 0-8-16,1 0 8 0,0 0-8 0,-3 0 8 16,3 0-8-16,-3 0-16 0,3 0 4 0,-3 2 1 15,0-2 11-15,-3 0 0 0,-1 0 0 0,-2 0 0 16,3 0 0-16,-3 0 0 0,3 0 0 0,-3 0 0 15,0 0 0-15,0 0 0 0,3 2 0 0,-3-2 0 16,0 5 49-16,0-2 12 0,0 0 3 0,0 2 0 16,0 0-52-16,0 0-12 0,0 0 0 0,0 3 0 15,0-2 0-15,0 1 0 0,-1-1 0 0,1 2 0 16,0-1 0-16,0-1 0 0,0-4 0 0,-3 3 0 16,3 1 0-16,0-4 0 0,0 1 0 0,0-1 0 15,-3 4 0-15,3-4 0 0,0 1 0 0,-3-1 0 16,0-2 0-16,0 3 0 0,3-3 0 0,-3 3 0 15,0-4 0-15,0 4 0 0,0 0 0 0,0-1 0 16,0 1 0-16,-3-1 0 0,3 1 0 0,0 0 0 0,-3 2 0 0,3 0 0 0,-3-2 0 16,3 2 0-16,-3 0 0 0,0 0 0 0,3 3 0 0,-3-3 0 15,0 1 0-15,0-1 0 0,0 0 0 0,0 0 0 16,0-2 0-16,-3 2 0 0,3-2 0 16,0 2 0-16,0-5 0 0,-3 2 0 0,3-2 0 0,0 3 0 15,0-3 0-15,-3 0 0 0,3 0 0 0,0 0 0 16,0 0 0-16,0 0 0 0,-3 0 0 0,3-1 0 15,-3 1 0-15,3 3 0 0,0-3 0 0,-3 0 0 16,3 2 0-16,-3-2 0 0,3 3 0 0,-3 0 0 16,3-4 0-16,-3 4 0 0,3 0 0 0,-3-1 0 15,3-2 0-15,-3 5 0 0,3-2 0 0,-3 0 0 16,3-1 0-16,-3 1 0 0,3-1 0 0,-3 1 0 16,3-3 0-16,-3 2 0 0,3 1 0 0,0 0 0 15,-3-3 0-15,3 2 0 0,-3-2 0 0,0 0 0 16,3 0 0-16,-3 0 0 0,0 0 0 0,0 0 0 15,3-3 0-15,-3 3 0 0,0-3 0 0,0 1 0 16,0-1 0-16,0 0 0 0,0 0 0 0,-3 1 0 16,3-1 0-16,0 0 0 0,0 1 0 0,0-1 0 15,-3 0 0-15,3 0 0 0,0 1 0 0,-3-1 0 16,4 0 0-16,-4 1 0 0,0-1 0 0,3 3 0 16,-3-3 0-16,0 0 0 0,3 1 0 0,-3 2 0 0,3-3 0 15,-3 0 0-15,0 3 0 0,0-2 0 0,-3 1 0 0,3 1 0 16,0-2 0-16,0 2 0 0,0-3 0 0,-3 3 9 15,3 2-9-15,0-2 8 0,-3 0-8 0,1 3 0 0,-1-3 0 16,0 2 0-16,0-2 0 0,0 3 0 0,-3 0 0 16,3-4 0-16,-3 4 0 0,3 0 0 15,-3-1 0-15,3 3 0 0,0-5 0 0,0 3 0 0,0 0 0 16,-2-1-11-16,2 1 11 0,0-3 0 0,0 0 0 0,0 0 0 16,3-1 0-16,-3 1 0 0,3-2 0 0,0 2 0 15,0-3 0-15,0 0 0 0,3-2 0 0,-3 2 0 31,3-2-53-31,3-3-9 0,-6 5-2 0,6-5 0 0,0 0 52 0,0 0 12 0,0 0 0 0,0 0 0 32,0 0-138-32,-3-3-25 0,3 3-5 0</inkml:trace>
  <inkml:trace contextRef="#ctx0" brushRef="#br0" timeOffset="39856.915">20297 9097 1337 0,'0'0'28'16,"0"0"6"-16,0 0-34 0,0 0 0 0,0 0 0 0,0 0 0 15,0 0 108-15,0 0 16 0,0 0 2 0,0 0 1 16,0 0-52-16,0 0-11 0,0 0-1 0,0 0-1 16,0 0 4-16,0 0 1 0,0 0 0 0,0 0 0 15,3-3-54-15,0 1-13 0,0-1 0 0,0 0 0 16,3 1 54-16,0-1 8 0,0 0 2 0,0 1 0 15,3-1-44-15,0 3-9 0,-1-3-2 0,4 1 0 0,0-1 4 16,3 3 1-16,0-2 0 0,0-1 0 0,0 0-4 0,3 3-1 16,-3-2 0-16,5-1 0 15,-5 3-9-15,3-3 10 0,0 3-10 0,-3-2 10 0,3-1-10 16,-3 0 12-16,2 1-12 0,-2-1 12 16,3 0 7-16,0 1 1 0,0-3 1 0,3-1 0 15,-3 4-21-15,2-1 0 0,1 0 0 0,0 1 0 0,0-1 0 0,0 0-8 0,0 3 0 0,-1-2 0 16,-2-1 8-16,3 3 11 0,-3-3-3 0,0 3 0 15,0-2 0-15,-3-1-8 0,-3 3 12 0,2-3-4 16,1 1 1-16,-3-1 0 0,3 1 0 0,-3-1 0 16,3 0-20-16,0 1-4 0,0-1-1 0,3 3 0 15,-4-3 16-15,4 3 0 0,-3 0 0 0,3-2 0 16,-3 2 0-16,3 0 0 0,0 2 0 0,-4-2 0 16,1 0 24-16,0 3 8 0,0-3 2 0,-3 3 0 15,3-1-26-15,-3-2-8 0,0 0 0 0,0 3 0 16,-3-3 8-16,-1 3-8 0,1-3 0 0,-3 2 0 15,3-2 8-15,-3 0-8 0,0 0 0 0,0 0 0 16,0 0 8-16,-3 0-8 0,3 0 0 0,-3 0 0 16,-3 0 0-16,0 0 0 0,0 0 8 0,6-2-8 15,-6 2 0-15,0 0 10 0,3 0-10 0,-3 0 8 16,6-3-40-16,-6 3-9 0,3-3-2 0,-3 3 0 16,3-2-141-16,-3-1-29 0,3-2-6 0</inkml:trace>
  <inkml:trace contextRef="#ctx0" brushRef="#br0" timeOffset="40831.174">19961 8129 1314 0,'0'0'37'0,"0"0"8"0,0 0-36 0,-6-3-9 0,6 3 0 0,-6-3 0 16,6 3 104-16,0 0 20 0,-3-2 3 0,3 2 1 15,0 0-52-15,0 0-9 0,-6-3-3 0,6 3 0 16,0 0-51-16,0 0-13 0,0 0 0 0,0 0 0 16,0 0 54-16,0 0 8 0,0 0 2 0,0 0 0 15,0 0-28-15,0 0-6 0,0 0-1 0,3-5 0 16,3 2 5-16,-3 0 1 0,6 1 0 0,-3 2 0 16,2-3-35-16,-2 0 0 0,6 3 0 0,-3-2 0 15,3 2 37-15,0 0 1 0,0-3 0 0,3 0 0 16,0 3-21-16,3 0-4 0,-4-2-1 0,1 2 0 15,3 0-2-15,-3-3-1 0,3 3 0 0,0-2 0 16,-3-1-9-16,3 3 10 0,2-3-10 0,1 1 10 16,3-1-10-16,3 0 0 0,-3 3 0 0,5-2 0 15,-2 2 0-15,0 0 0 0,0-3 9 0,0 0-9 16,-1 3 0-16,-2 0 0 0,-3-2 0 0,0 2 8 16,-3 0-8-16,0 0 0 0,-1 0-8 0,-2 0 8 15,3-3 0-15,0 3 0 0,0-3 0 0,0 3 0 16,0 0 0-16,-1 0 0 0,1 0 0 0,0-2 0 15,0 2 0-15,3 0 0 0,-3-3 0 0,0 3 0 16,-1-3 16-16,1 3 9 0,0 0 2 0,0-2 0 16,-3 2-43-16,0 0-9 0,0-3-2 0,-3 3 0 0,2-2 73 15,-2 2 14-15,3 0 4 0,-3 0 0 0,3 0-52 0,-3 0-12 16,3 0 0-16,-3 0 0 0,3 0 0 16,0 0 0-16,-1 0 0 0,1 0 0 0,-3 0 0 0,3 0 0 0,0 0 0 15,0 0 0-15,-3 0 0 0,3 0 0 0,-3 0 0 0,-1 0 0 16,1 0 0-16,0 0 0 0,-3 0 0 0,0 0 0 15,3-3 0-15,-3 3 0 0,0-3 0 0,0 3 0 16,0 0 0-16,0-2 0 0,0 2 0 0,0-3 0 16,-1 0-151-16,1 1-33 15,0-1-6-15</inkml:trace>
  <inkml:trace contextRef="#ctx0" brushRef="#br0" timeOffset="41611.989">23047 8361 1337 0,'0'0'28'0,"0"0"6"0,0 0-34 0,0 0 0 0,0 0 0 0,0 0 0 16,0 0 109-16,0 0 15 0,0 0 4 0,0 0 0 16,3-2-52-16,0-1-9 0,3 0-3 0,-3 1 0 15,3 2 0-15,-3-3 0 0,3 3 0 0,3 0 0 16,-3-3 0-16,3 3 0 0,0 0 0 0,3 0 0 16,3 0 0-16,2 0 0 0,-2 0 0 0,6 0 0 15,0 0-52-15,3-2-12 0,3 2 0 0,-1 0 0 16,-2 0 0-16,3-3 0 0,0 3 0 0,0 0 0 15,2-2 0-15,1-1 0 0,3 0 0 0,0 1 0 16,5-1 27-16,-2-2 1 0,6 2 1 0,-1 3 0 16,-5-3-19-16,0 3-10 0,-3 0 10 0,2 3-10 0,1-3 20 15,3 0-3-15,-1 0 0 0,4 0 0 0,-3 3-6 0,-4-3-2 16,4 0 0-16,-6 0 0 0,-3 0-9 0,-1 2 12 16,-2-2-12-16,-3 3 12 0,3-3-12 0,0 0 8 0,-1 0-8 15,1 0 8-15,0 0-8 0,-3 0 0 16,3 0 0-16,-7 0 0 0,1 0 8 0,0 0-8 0,-3 0 0 15,0 0 8-15,-3 0-8 0,0 3 0 0,-3-3 0 0,-1 0 0 16,1 2 0-16,-3-2 0 0,0 0 8 0,0 0-8 16,0 0 0-16,-3 0 0 0,0 0 9 0,0 0-9 15,0 0 0-15,-3 0 0 16,3 0-12-16,-6 0 4 16,0 0-27-16,3-2-5 0,-3 2 0 0,0 0-1 15,0 0-110-15,0 0-21 0,0 0-5 0</inkml:trace>
  <inkml:trace contextRef="#ctx0" brushRef="#br0" timeOffset="42506.134">22931 9430 1599 0,'0'0'68'0,"0"0"-55"15,0 0 84-15,-6-2 17 0,0 2 3 0,0 0 1 16,0 0-30-16,0 2-5 0,1-2-2 0,-1 3 0 16,-3 0-24-16,3 2-5 0,-3 0 0 0,0 3-1 15,0 0-22-15,3 3-4 0,-3 2-1 0,3 0 0 16,-3 3 14-16,3 0 2 0,0 0 1 0,0 2 0 15,3-2-33-15,0 0-8 0,0 0 0 0,3 0 0 16,0-3 0-16,0 0 0 0,3 0 0 0,0 1 0 31,3-4-28-31,0 1-8 0,0-1-2 0,3-2 0 0,0 0 29 0,3-2 9 0,0-4 0 16,3 4 0-16,0-4 0 0,2-2-8 0,1-2 8 16,0 2 0-16,0-6 0 0,-3 1 11 0,3-3-2 0,-3-3 0 15,0 4 15-15,-4-7 2 0,1 4 1 0,-3-4 0 16,0 1-18-16,0-3-9 0,-3 0 10 0,0 1-10 15,0-4 50-15,-6-2 4 0,3 0 1 0,-6-3 0 16,3 3-35-16,-3 0-6 0,-3-1-2 0,0 4 0 16,0-1-12-16,0 4 9 0,-3-1-9 0,0 2 8 15,0 1-8-15,0 0 8 0,-2 2-8 0,-1 3 8 16,-3-2-8-16,0 2-11 0,0 0 3 0,0 3 0 16,-3-1-80-16,0 4-16 0,1-4-4 0,2 6 0 15,3 0-85-15,0 0-18 0</inkml:trace>
  <inkml:trace contextRef="#ctx0" brushRef="#br0" timeOffset="43540.007">23238 9383 1337 0,'3'-3'56'16,"0"3"-44"-16,-3 0 144 0,6-3 28 0,-3 1 7 0,-3 2 1 15,3 0-103-15,-3 0-20 0,6-3-4 0,-3 0-1 16,-3 3 0-16,3 0 0 0,-3 0 0 0,6-2 0 16,-6 2-51-16,0 0-13 0,3 0 0 0,-3 0 0 15,0 0 54-15,0 0 8 0,0 0 2 0,0 0 0 16,0 0-52-16,0 0-12 0,0 0 0 0,2 8 0 16,-2-8 0-16,0 5 0 0,0-5 0 0,-2 5 0 15,2-5 0-15,0 0 0 0,0 6 0 0,0-6 0 16,0 0 0-16,-3 8 0 0,3-8 0 0,0 0 0 15,0 5 0-15,0-5 0 0,0 0 0 0,0 5 0 16,0-5 21-16,0 5 2 0,0-5 0 0,0 6 0 16,0 2-37-16,0-3-7 0,3 0-2 0,-3 1 0 15,0-1 23-15,2 3 0 0,-2 0 0 0,3 0 0 16,0 0 0-16,-3 2 0 0,3 1 0 0,0 2 0 16,0-2 0-16,0-1 0 0,0 3 0 0,3 1 0 15,-3-4 0-15,0 1 0 0,3-3 0 0,0 2 0 16,-3 1 0-16,3-3 0 0,0 0 0 0,0-3 0 15,-3 3 0-15,3-3 0 0,3-2 0 0,-3 2 0 16,0-2 0-16,0 0 0 0,0-1 0 0,0-2 0 16,-3 0 0-16,3 0 0 0,-1-2 0 0,1-1 0 15,0-2 0-15,-3-1 0 0,3-2 0 0,-3 0 0 16,3 0 0-16,-3-2 0 0,0-1 0 0,3 1 0 0,-3-3 0 16,0-1 0-16,0 1 0 0,-3 0 0 0,3 0 0 0,0-3 0 15,-3 0 0-15,3 0 0 0,-3 3 0 0,0 0 0 0,3-1 0 16,-3 4 0-16,0-1 0 0,3 3 0 15,-3 0 0-15,0 3 0 0,3 0 0 0,-3-1 0 16,3 4 0-16,-3 2 0 0,0 0 0 0,0 0 0 0,3-3 0 0,-3 3 0 16,6 0 0-16,0 3 0 0,0-1 0 15,0 1 0-15,3 0 0 0,-3-1 0 16,3 1 0-16,2 0 0 0,1 2 0 0,0-2 0 0,3-3 0 16,-3 2 0-16,3-2 0 0,0 3 0 0,3-3 0 0,-3 0 0 15,2 0 0-15,-2-3 0 0,0 3 0 0,0-2 0 16,-3 2 0-16,0-3 0 0,-3 0 0 0,0 1 0 15,0-1 0-15,-3-2 0 0,0 2 0 0,-3-2 0 16,0-1 47-16,-3 1 13 0,0 0 4 0,-3 0 0 16,0 2-52-16,0-2-12 0,-3-1 0 0,3 1 0 15,-6 2 54-15,3-2 8 0,-3 2 2 0,0 1 0 16,0-1-52-16,0 0-12 0,-3 3 0 0,3 0 0 16,0 0 0-16,-3 0 0 0,3 6 0 0,1-4 0 15,2 4 0-15,-3-1 0 0,3 3 0 0,3 0 0 16,-3 0-48-16,6 2-13 0,-3 1-3 0,3 0 0 15,3 2 52-15,0 3 12 0,0-3 0 0,3 0 0 16,3 3 0-16,0-3 0 0,-1 0 0 0,4-2 0 16,3 0-54-16,-3-1-8 0,3-4-2 0,0-1 0 15,-3 0 52-15,0-2 12 0,3-1 0 0,-3 1 0 16,-4-3 0-16,1-3 0 0,0 1 0 0,-3-1 0 16,0-2 0-16,3 0 0 0,-3-1 0 0,0 1 0 0,0-3 0 0,-3 0 0 15,3 0 0-15,0 0 0 16,0 0 48-16,0-2 13 0,-3 2 3 0,3 0 0 15,0-3-52-15,-3 3-12 0,3-2 0 0,0 2 0 0,2 0 0 0,-2 0 0 0,3 0 0 0,-3 0 0 16,3 0 0-16,0 3 0 16,0-1 0-16,0 1 0 0,0 0 25 0,0 2 3 0,0 1 0 0,0-1 0 15,0 3-28-15,-3 0 0 0,0 0 8 0,0 0-8 16,-6 0-21 0,3 3-7-16,-3-3 0 0,3 5-1 0,-1 3 29 0,-2 2 0 0,0 1 0 0,-2 0 0 15,-1 2 0-15,-3 3 0 0,0 0 0 0,0 2 0 16,-3-2 0-16,3 5 0 0,0-2 0 0,-3 2 0 15,3-3-57-15,0-2-6 0,0-3-1 0</inkml:trace>
  <inkml:trace contextRef="#ctx0" brushRef="#br0" timeOffset="43874.25">24405 9227 2635 0,'-3'-16'75'0,"-3"-3"16"16,3 6-73-16,-3-3-18 0,0 6 0 0,0-4 0 16,3 6 79-16,-3 0 12 0,0 3 2 0,0 2 1 15,0-2-75-15,6 5-19 0,-6 3 0 0,0-1 0 16,0 6 55-16,3 0 7 0,-3 0 2 0,0 6 0 16,3-1-52-16,0 0-12 0,0 3 0 0,3 0 0 15,0 0 0-15,0-1 0 0,0 1 0 0,0 0 0 16,3 0 0-16,-3 0 0 0,3 0 0 0,-3 2 0 15,3 4 0-15,-3-1 0 0,3 0 0 0,-3 5 0 16,3 1 0-16,0 2 0 0,0 0 0 0,0 3 0 16,0-3 0-16,0-3 0 0,0-2 0 0,0 0 0 0,0-3 0 15,-3 0 0-15,3-2 0 0,-3-1 0 16,-3-2-48-16,3 3-13 0,-3-3-3 0,0-1 0 16,-3-1 0-16,3-4 0 0,-3 4 0 0,-3-7 0 15,3 4-102-15,-3-3-21 0,-2-3-4 0</inkml:trace>
  <inkml:trace contextRef="#ctx0" brushRef="#br0" timeOffset="44076.202">24128 9563 2030 0,'12'-8'57'0,"-3"0"14"15,3 2-57-15,-3 1-14 0,2 0 0 0,1 0 0 16,-3-1 105-16,3 4 19 0,-3-1 3 0,3-2 1 15,0 2-52-15,-3-2-9 0,3-1-3 0,0 1 0 16,3 0-51-16,-1 0-13 0,4-1 0 0,-3 1 0 16,3-3-45-16,0 3-12 0,0 0-3 0</inkml:trace>
  <inkml:trace contextRef="#ctx0" brushRef="#br0" timeOffset="44694.19">24637 9184 2038 0,'-3'-5'58'0,"-3"2"12"0,6 3-56 15,0 0-14-15,0 0 0 0,0 0 0 0,0 0 98 0,0 0 17 0,0 0 3 0,0 0 1 16,0 0-45-16,0 0-9 0,0 0-1 0,0 0-1 16,-3 6-26-16,0 2-5 0,3 2 0 0,-3 1-1 15,0 2-8-15,0 0-2 0,0 6 0 0,-3-3 0 16,3-1-11-16,0 4-2 0,0-1-8 0,-3 1 12 15,3 0-12-15,0 2 8 0,0 0-8 0,0 0 0 16,0 3 0-16,3-3-15 0,0 0 2 0,-3 3 0 16,6-5-91-16,0-1-19 15,0-2-3-15,0 0-1 16,3-6 35-16,0 4 6 0,0-6 2 0,0-1 0 0,0-1-2 0,0-4 0 0,3 1 0 16,-3 0 0-16,0-3 66 0,0 0 20 0,0-3-8 0,0 3 8 15,-3-3 47-15,3-2 13 0,0-3 4 0,-3 3 0 16,-1-3 32-16,1 0 6 0,-3 0 2 0,3 0 0 15,0-2-15-15,-3-1-2 0,0 0-1 0,3 1 0 16,-3-1-30-16,0 1-5 0,3-1-2 0,-3 3 0 16,0 3-20-16,0-3-4 0,0 3-1 0,0 5 0 15,0 0-10-15,0 0-2 0,0 0-1 0,0 0 0 16,0 0-11-16,0 0 0 0,0 10 0 0,0-2 8 16,-3 3-8-16,3-1 0 0,0 1 0 0,0 2 8 0,0 0-8 15,0-2-16-15,3 2 4 0,0-2 1 16,0 2-7-16,0-5-2 0,3 2 0 0,0 1 0 0,0-6 4 0,3 3 1 15,-3-2 0-15,3-1 0 0,0 0 15 0,0-2-9 0,3-1 9 16,-3 1-8-16,0-3 8 0,3 0 0 0,-4 0 0 0,1 0-8 16,0-3 8-16,0 1 14 15,0-3-3-15,-3-1-1 0,0 1 16 0,0-3 3 16,-3 0 1-16,3 0 0 16,-3-2 2-16,-3-1 1 0,3-2 0 0,-3 2 0 0,0-2-9 0,0 0-1 0,0-3-1 0,-3 3 0 15,0-1-12-15,0 1-2 0,0 0-8 0,-3 0 12 16,3 2-12-16,-3 3 8 0,-3-2-8 15,0 2 0-15,3 2 0 0,-6 1-12 0,3 0 1 0,1-1 0 16,-1 4-43-16,0-1-9 16,0 3-1-16,3 0-1 0,0 0-160 0,0 3-32 0,6-3-7 15</inkml:trace>
  <inkml:trace contextRef="#ctx0" brushRef="#br0" timeOffset="45220.793">24967 9441 1854 0,'12'-8'39'0,"-12"8"8"16,6-3-38-16,-3 1-9 0,0-1 0 0,3 0 0 16,-6 3 137-16,0 0 26 0,3-5 5 0,-3 5 0 15,0 0-57-15,0 0-12 0,0 0-3 0,0 0 0 16,0 0-40-16,0 0-8 0,3-3-1 0,-3 3-1 16,0 0-22-16,0 0-5 0,0 0-1 0,0 0 0 15,0 0-10-15,0 8-8 0,0 0 12 0,-3 0-12 16,0 3 0-16,3-3 0 0,-3 2 0 0,0 4 0 15,3-4-16-15,0 1-4 0,0-1-1 0,0 1 0 16,0 0-24-16,3-1-5 0,0 1-1 0,0-3 0 16,3 0-28-16,-3-3-5 0,3 0-2 0,-3 0 0 15,3-2 19-15,0 0 4 0,3-3 1 0,-6 0 0 0,3 0 43 0,0 0 9 16,0-3 2-16,-4 3 0 0,4-3 24 0,-3 1 4 0,3-3 2 0,-3 2 0 16,0-2 39-16,0-1 8 15,0-2 2-15,0 3 0 0,0-3-7 0,0 0 0 0,0 0-1 16,-3 3 0-16,3-3-16 0,0 0-3 0,0 0-1 0,-3 3 0 15,3 0-16-15,0-1-3 0,-3 6-1 0,0 0 0 16,0 0-15-16,0 0-8 0,0 0 10 0,0 0-10 16,0 0 0-16,0 0 0 0,0 8 0 0,3-3 0 15,0 1 0-15,0 2 0 0,0 0 0 0,3-3 0 16,-3 3 0-16,3 0 0 0,0-3 0 0,0 3 0 16,0-3 0-16,0 1-12 0,3-1 12 0,0 0-10 15,-4-2 10-15,4 0 0 0,0-1 0 0,-3-4 0 16,3-1 0-16,0 0 0 0,0-2 0 0,0 0 0 15,-3-3 0-15,3 0 0 0,-3-3 0 0,0 1 0 16,3-1 0-16,-3-2 12 0,0 0-2 0,0-1-1 16,0 1-9-16,-1-3 8 0,1 3-8 0,0 0 8 15,0-3-8-15,3 3 0 0,-3-3 0 0,3-3 0 16,0-5-138-16,-3 1-30 0</inkml:trace>
</inkml:ink>
</file>

<file path=ppt/ink/ink2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3:11:30.68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20836 5485 1436 0,'-3'-16'30'0,"3"11"6"0,0-3-28 0,3 3-8 0,-3-1 0 0,3 1 0 16,0 0 99-16,0 0 18 0,3-1 4 0,-3 1 1 15,3 2-32-15,-4 1-6 0,4-1-2 16,0 0 0-16,0 3-31 16,0 0-7-16,0 0 0 0,0 3-1 0,3 2-19 0,0-2-3 0,-3 5-1 0,3 0 0 15,-3 2-9-15,0 4-3 0,0 2 0 0,0-1 0 16,0 1-8-16,-3 0 0 0,3 3 0 0,-3-1 8 16,0 1-8-16,-3-1 0 0,3 3 0 0,-3-2 8 15,0-3-8-15,-3 0 0 0,3-3 0 0,-3 0 0 16,0 0 0-16,0-2 8 0,0 0-8 0,0-3 0 15,-3-1 8-15,3-1-8 0,3-6 0 0,-3 5 8 16,3-5 0-16,0 0 0 0,0 0 0 0,0 0 0 16,-3-8 7-16,0 0 1 0,3-2 0 0,3-1 0 15,0 0 12-15,0-4 2 0,3 1 1 0,-3-2 0 16,3-2-3-16,3-1 0 0,-3 1 0 0,2-3 0 16,1 0 0-16,0-3-1 0,0-3 0 0,3 3 0 15,0-2-4-15,3 2-1 0,0-2 0 0,0 2 0 16,0 3-7-16,2 2-2 0,1 3 0 0,0 3 0 15,0 3-1-15,0 2 0 0,-3 2 0 0,0 4 0 16,0-6-2-16,-4 8-1 0,1 0 0 0,0 0 0 16,0 8-9-16,-3-6 10 0,0 6-10 0,0 3 10 15,-3-1-10-15,3 4 0 0,-3 2 0 0,0 2 8 16,0 1-8-16,-3 4 0 0,0 1 0 0,0 0 8 16,0 0-8-16,0 0 0 0,0-1 0 0,0 1 0 0,-3 0 0 15,3-3 0-15,-3 3 0 0,0-3 0 16,-3-2-26-16,3 2-10 0,0-5-3 0,-3 2 0 0,3-2 39 0,0 0 8 0,-3-3 2 15,3 1 0 1,0-4-114-16,0 1-22 0,0-3-5 0</inkml:trace>
  <inkml:trace contextRef="#ctx0" brushRef="#br0" timeOffset="499.954">20294 5715 1458 0,'0'0'30'0,"0"0"8"16,0 0-30-16,0 0-8 0,0 0 0 0,0 0 0 16,0 0 76-16,0 0 13 0,0 0 3 0,0 0 1 0,0 0-21 15,3 0-5-15,3-5-1 0,3 2 0 0,0 3 6 0,0-2 2 0,3-1 0 0,-1 3 0 16,4-3-12-16,3 3-2 0,0-2-1 0,0 2 0 16,0 0-28-16,0-3-6 0,3 1-1 0,-1-1 0 15,-2 3-16-15,0-3-8 0,0 1 8 0,0-1-8 16,-3 3 0-16,3-3 0 0,-7 1 0 0,1 2 0 15,0-3-132-15,-3 3-20 16,3-3-3-16</inkml:trace>
  <inkml:trace contextRef="#ctx0" brushRef="#br0" timeOffset="753.224">20470 5485 1592 0,'3'-2'67'16,"3"-1"-54"0,-1 0 115-16,-2 1 22 0,3-1 5 0,0 0 1 15,0 3-48-15,0 3-10 0,0-3-2 0,0 3 0 16,-3 2-36-16,3 0-7 0,0 0-1 0,-3 3-1 16,3 0-19-16,-3 6-3 0,0-4-1 0,0 3 0 15,0 3-15-15,0 0-3 0,3 3-1 0,-3-1 0 16,0 1-9-16,0-1 0 0,0 1 0 0,0 2 0 0,0 0-14 0,3 3-8 15,-3-3-2-15,3 3 0 0,-3-3 24 16,-1 3 0-16,4-3 0 0,0 3 0 16,0-6-56-16,0 1-6 0,0 2-2 0</inkml:trace>
  <inkml:trace contextRef="#ctx0" brushRef="#br0" timeOffset="1380.573">21494 5742 1318 0,'0'0'56'0,"0"0"-45"16,0 0 124-16,0 0 25 0,0 0 4 0,0 0 2 15,0 0-57-15,0 0-11 0,0 0-2 0,0 0-1 16,0 0 26-16,0 0 6 0,0 0 1 0,0 0 0 16,0 0-103-16,0 0-25 0,0 0 0 0,0 0 0 15,0 0 0-15,0 0 0 0,0 0 0 0,0 0 0 0,0 0 0 16,0 0 0-16,0 0 0 0,0 0 0 15,0 0 0-15,0 0 0 0,0 0 0 0,0 0 0 0,0 0 0 16,0 0 0-16,0 0 0 0,0 0 0 16,0 0 30-16,0 0 1 0,0 0 0 0,0 0 0 15,0 0-50-15,0 0-9 0,0 0-3 0,0 0 0 0,5-3 76 0,-2 1 15 0,-3 2 4 16,3-3 0 0,0 3-103-16,-3 0-20 0,6-5-4 0,-6 5-1 0,0 0 103 0,3-3 20 0,-3 3 4 0,3-3 1 15,-3 3-52-15,0 0-12 0,0 0 0 0,3-2 0 31,-3 2-48-31,0 0-13 0,0-3-3 0,0 3 0 0,0 0 103 0,0 0 20 0,0 0 4 0,0 0 1 16,0 0-52-16,0 0-12 0,0 0 0 0,0 0 0 16,0 0 0-16,0 0 0 0,0 0 0 0,0 0 0 15,0 0 0-15,0 0 0 0,0 0 0 0,3 8 0 16,-3 0 0-16,-3 2 0 0,3 1 0 0,-3 0 0 16,0 5 32-16,3-1 4 0,-3 1 1 0,0 3 0 15,0-1-8-15,0 1-1 0,0 2-1 0,0-5 0 16,3 0-27-16,-2 0 0 0,-1-3 0 0,3 3 0 15,0-6 0-15,0 1 0 0,0-1 0 0,0 1 0 16,0-3-46-16,3 0-14 0,-1 0-4 0,1-3 0 16,3 0-153-16,3-5-31 0</inkml:trace>
  <inkml:trace contextRef="#ctx0" brushRef="#br0" timeOffset="2403.515">20586 7867 1933 0,'0'0'55'0,"0"0"12"0,0 0-54 0,0 0-13 0,0 0 0 0,6 0 0 16,0 0 75-16,0-3 12 0,-1 3 2 0,1-3 1 15,3 3-21-15,0 0-4 0,3 0-1 0,0-2 0 16,3 2 0-16,0-3 0 0,3 3 0 0,0-3 0 15,-1 3-51-15,4-2-13 0,0 2 0 0,0-3 0 16,0 3 0-16,0 0 0 16,-1 0 0-16,1 0 0 15,-3 0-19-15,0 0-6 0,-3 0-2 0,0 0 0 16,0 0-116-16,-3 0-23 0,-3 0-5 0</inkml:trace>
  <inkml:trace contextRef="#ctx0" brushRef="#br0" timeOffset="2689.656">20785 7628 1824 0,'-15'-8'38'0,"15"8"8"0,-6-2-37 0,6 2-9 0,0 0 0 0,0 0 0 16,0 0 95-16,0 0 17 0,0 0 3 0,0 0 1 15,0 0-44-15,0 0-8 0,6 2-1 0,-3 4-1 16,3-1-22-16,0 0-4 0,0 3 0 0,0 0-1 15,3 0 6-15,-3 3 2 0,3-1 0 0,-3 1 0 16,3 2-43-16,-3 0 0 0,0 3 0 0,0 0 0 16,0 3 0-16,-4-1 10 0,4 3-10 0,-3 3 10 15,0 0-10-15,0 0 0 0,0 0 0 0,-3-1 0 0,3 1 0 16,-3-5 8-16,3-1-8 0,-3 3 0 0,0-5 0 0,0 3 0 16,0-6-9-16,0 0 9 15,0 1-60-15,0-1-4 0,0-5-2 0</inkml:trace>
  <inkml:trace contextRef="#ctx0" brushRef="#br0" timeOffset="3179.538">21190 7658 2017 0,'0'-6'42'0,"3"4"10"0,-3 2-42 0,3-6-10 0,0 4 0 0,-3 2 0 15,3 0 72-15,-3 0 12 0,6 0 2 0,0 2 1 16,0 4-32-16,-3 2-7 0,3-1 0 0,-3 1-1 16,0 3-27-16,0 2-4 0,0-2-2 0,-3 2 0 15,0 3-14-15,0-3 8 0,0 3-8 0,-3 3 0 16,3-1 0-16,-3-2 0 0,0 2 0 0,0 1 0 16,-3-3 0-16,3 0 0 0,-3 0 0 0,0-6 0 15,3 3-12-15,-3-5 12 0,3 0-12 0,0 0 12 16,0-5-10-16,3-3 10 0,0 0-8 0,0 0 8 15,0 0-9-15,0 0 9 0,3-8-10 0,-3 0 10 16,6-5-10-16,-3 0 10 0,3-3-10 0,0 0 10 16,3-3 0-16,-3 3 0 0,3-2 0 0,-1-1 0 15,1-2 9-15,0 3 2 0,3-1 0 0,0 1 0 16,0-1 10-16,0 1 3 0,3-1 0 0,0 3 0 16,-3 3 0-16,-3 0 0 0,2 2 0 0,-2 3 0 15,3 3-6-15,-3 0-1 0,0-1 0 0,3 6 0 0,-3 0-17 16,0 3 0-16,0 2 0 0,0 1 0 0,-3 4 55 0,3-2 7 15,-3 3 2-15,0-1 0 0,0 1-52 0,-1 2-12 0,-2 0 0 16,0 1 0-16,0 1 0 0,-3 1 0 0,0 0 0 0,0 3 0 16,0 2 0-16,0 0 0 0,-3 0 0 0,3 3 0 15,-3 0 0-15,0-3 0 0,3 0 0 0,-2 0 0 16,-1 0 0-16,3-5 0 0,-3 0 0 0,0-3 0 16,3 1-48-16,0-4-13 15,-3 1-3-15</inkml:trace>
  <inkml:trace contextRef="#ctx0" brushRef="#br0" timeOffset="3884.112">21714 7978 1652 0,'-6'-11'34'0,"6"11"9"0,0-5-35 0,0 0-8 0,0-1 0 0,0-2 0 16,3 3 98-16,0-3 18 0,0 0 3 0,0 3 1 15,3-3-54-15,0 3-10 0,0-6-3 0,0 6 0 16,2-3 9-16,-2 2 2 0,3 1 0 0,-3 0 0 16,3 0 0-16,-3-1 0 0,3 4 0 0,0-1 0 15,-3 0-52-15,0 3-12 0,3-2 0 0,-3 2 0 16,0 2 0-16,-3-2 0 0,3 3 0 0,-6-3 0 15,3 5 0-15,0 1 0 0,0 4 0 0,-3 1 0 16,0-1 0-16,0 4 8 0,-3 1-8 0,0 1 0 16,-3 0-24-16,0 0-12 0,0 0-1 0,-3 0-1 15,3 2-15-15,-6-2-3 0,3 3-1 0,-3-1 0 16,3-2 18-16,-3 0 4 0,0 0 1 0,1 0 0 16,2-6 20-16,3 4 4 0,-3-1 1 0,3-3 0 0,3 1 9 15,0-3 0-15,3 0 0 0,0 0 0 0,3-3 0 16,3 0 0-16,0-2 0 0,0 0 0 0,3-1 0 15,0 1 12-15,-1-3-2 0,4 0-1 0,0-3 7 0,-3 1 0 16,3-1 1-16,0-2 0 0,0 2-9 16,3-2-8-16,-3 0 9 0,3-1-9 0,0 1 0 0,-1 0 0 0,1 2 0 0</inkml:trace>
  <inkml:trace contextRef="#ctx0" brushRef="#br0" timeOffset="4461.249">20544 7478 1652 0,'-45'-3'34'0,"27"3"9"0,1 3-35 0,2 2-8 0,0-2 0 0,-3 4 0 15,3 4 76-15,0 2 14 0,-3 3 2 0,3 3 1 16,4-1-61-16,-1 6-13 0,3 0-3 0,0 0 0 16,0 5 33-16,6 0 7 0,0 0 0 0,0 5 1 15,6 1-40-15,0 2-8 0,3 2-1 0,0 1-8 16,6-5 0-16,0-1 0 0,3 0 0 0,2-2 0 16,7 0 0-16,-3 0 0 0,3-1 0 0,3 1 0 15,2-3 0-15,-2-2 0 0,3 2 0 0,6-3 0 16,-1-2-44-16,4-3-16 0,3-5-4 0</inkml:trace>
  <inkml:trace contextRef="#ctx0" brushRef="#br0" timeOffset="7043.51">22017 7658 1824 0,'3'10'38'0,"0"-5"8"0,3 1-37 0,3-1-9 0,0 0 0 0,3 3 0 16,3 0 104-16,0 3 20 0,0-3 3 0,3 2 1 16,-1 1-52-16,1 2-9 0,-3 0-3 0,3 3 0 15,-3 3 0-15,0-1 0 0,0 1 0 0,0 2 0 16,-1 0-51-16,-2 3-13 15,0-3 0-15,0 3 0 0,-6 0 0 0,0-6 0 0,0 3 0 0,-3 1 0 16,-3-1 0 0,-3 3 0-16,-3-3 0 0,-3 3 0 0,0-1 0 0,-3 4 0 0,0-1 0 0,-2 1 0 15,-4 2-48 1,3-5-12-16,-3-1-2 0,-3 1-1 0,-6 0-29 0,4-3-7 16,-7-2-1-16</inkml:trace>
  <inkml:trace contextRef="#ctx0" brushRef="#br0" timeOffset="7630.647">20109 5411 1824 0,'-6'5'76'16,"0"-2"-60"0,1 5 38-16,-1 0 8 0,0 0 2 0,-3 5 0 15,0 3 0-15,0 5 0 0,3 0 0 0,-3 6 0 16,0-3-40-16,3 5-7 0,-3 0-1 0,3 2-1 16,3 7-15-16,3-1 9 0,0 5-9 0,3 0 8 15,3 1-21-15,3-4-5 0,0 1-1 0,6 2 0 16,3-7 29-16,0-1 6 0,2 1 0 0,4-1 1 15,0-2-27-15,0-1-6 0,0-1 0 0,2-4-1 16,4-2 17-16,3-3 0 0,0 0 0 0,5-5 0 16,1-5-55-16,3-3-7 0,-1-3-2 0</inkml:trace>
  <inkml:trace contextRef="#ctx0" brushRef="#br0" timeOffset="7995.768">21711 5289 1545 0,'-6'-10'32'0,"0"2"8"0,0 0-32 0,3 3-8 0,0-6 0 0,0 6 0 16,0 2 112-16,3 3 20 0,0 0 4 0,0 0 0 15,0 0-38-15,0 0-8 0,0 0-2 0,0 0 0 16,6 0-24-16,0 3-6 0,0-1-1 0,0 4 0 16,3 2-1-16,0-3 0 0,0 3 0 0,3 5 0 15,-4 3-8-15,1 5-3 0,0 0 0 0,0 6 0 16,0 2-28-16,0 0-5 0,0 5-2 0,0 3 0 16,-3-2 26-16,3-3 6 0,-3 2 1 0,0 0 0 15,0 3-18-15,-3 3-3 0,0 0-1 0,-3 2 0 16,3 0-21-16,-3-2 0 0,-3 0 0 0,3-1 0 15,-3-4 0-15,-3 2 0 0,0-3 0 0,0 3 0 16,-3 0-93-16,0 0-23 0,0 1-5 0</inkml:trace>
  <inkml:trace contextRef="#ctx0" brushRef="#br0" timeOffset="8944.541">20660 9274 1094 0,'0'0'46'16,"0"0"-37"-1,0 0 44-15,0 0 9 0,-6 0 2 0,6 0 0 16,0 0 26-16,0 0 6 0,0 0 0 0,0 0 1 16,0 0-28-16,0 0-5 0,0 0-2 0,0 0 0 15,0 0-18-15,0 0-4 0,0 0-1 0,0 0 0 16,0 0 15-16,6 3 3 0,3 0 1 0,0-1 0 15,3 1-46-15,6-1-12 0,0 4 0 0,2-4 0 16,4-2 53-16,6 3 9 0,3-3 2 0,-1 3 0 16,4-3-52-16,3 0-12 0,-3 2 0 0,8-2 0 0,4 0 0 15,2 0 0-15,4 0 0 0,6 0 0 0,-4 0 0 16,-2 0 0-16,2 0 0 0,4 0 0 0,-4 0 0 0,7 0 0 16,-1 0 0-16,4 0 0 0,-4 0 54 0,-2 0 8 15,2-2 2-15,-2 2 0 0,-6 0-52 0,-4-3-12 0,1 3 0 0,-4-3 0 16,-5 3 0-16,0 0 0 0,-7-2 0 0,4 2 0 15,-6 0 0-15,0-3-16 0,-4 0 3 0,-2 1 1 16,-3 2 12-16,-3-3 0 0,0 1 12 0,-3-1-12 16,-7 0 10-16,1 3-10 0,0-2 8 15,-3 2-8-15,0-3 8 0,-3 0-8 0,-3 3 0 0,3-2 8 16,-3 2-8-16,-3 0 0 0,3-3 0 0,-3 3 0 31,3-3-50-31,-3 3-12 0,3-2-2 0,-3 2-1 0,0 0-153 16,0 0-30-16</inkml:trace>
  <inkml:trace contextRef="#ctx0" brushRef="#br0" timeOffset="15703.609">21425 9716 1997 0,'0'-5'56'0,"0"0"13"0,0 5-55 0,3-3-14 0,-3 3 0 0,6-3 0 16,-3-2 83-16,-3 5 13 0,6 0 4 0,-6 0 0 15,6 0-34-15,-3 0-6 0,3 0-2 0,-3 3 0 16,3-1-17-16,0 4-3 0,-3-1-1 0,3 3 0 16,-3 2-16-16,0-2-3 15,0 6-1-15,-3-4 0 0,3 6-7 0,-3-3-2 0,3 6 0 0,-6-3 0 16,3 2-8-16,0 1 0 0,0 2 0 0,0-3 0 16,-3 3-11-16,0-5-7 0,3 3-2 0,-6-3 0 15,3 0 20-15,0-3 0 0,0-3 0 0,-3 1 0 16,3-3 0-16,0-3 0 0,3 1 0 0,0-6 0 15,0 0 0-15,0 0 0 0,0 0 0 0,0 0 0 16,0 0 0-16,0 0 0 0,-3-8 0 0,3 0 0 16,0-6 0-16,0 1 0 0,3-3 0 0,0 0 0 15,0 1 0-15,0-4 0 0,3-2 0 0,-3 2 0 16,3-2 48-16,3 3 12 0,-4-1 4 0,4 1 0 16,-3-1-52-16,3 3-12 0,0 0 0 0,0 3 0 15,0 3 0-15,3-4-13 0,0 6 2 0,0-2 1 16,0 5 10-16,0-3 0 0,0 5 8 0,-1 0-8 15,1-2 0-15,0 5 0 0,0 0 0 0,0 3 8 16,-3-1-8-16,0 4 9 0,3-1-9 0,-3 3 10 16,0 0-2-16,-3 2 0 0,0 1 0 0,-3 0 0 15,0 2 0-15,0 3 0 0,-1-3 0 0,1 3 0 16,-6 2-8-16,1 1 0 0,2-1 0 0,-6 3 0 16,3 1 0-16,-3-4 0 0,3 3-9 0,-3-2 9 15,0 2-28-15,-3-5 0 0,3 0 1 0,0-3 0 16,0 0-71-16,0-2-14 0,0-3-4 0</inkml:trace>
  <inkml:trace contextRef="#ctx0" brushRef="#br0" timeOffset="16377.624">21875 10050 1824 0,'0'0'38'0,"0"0"8"16,0 0-37-16,0 0-9 0,0 0 0 0,-3-6 0 16,3 6 104-16,3-5 20 0,-3 0 3 0,3 2 1 15,-1-2-52-15,1 2-9 0,3-2-3 0,0 2 0 16,0-2 0-16,3 2 0 0,0 1 0 0,0-1 0 16,0 0-24-16,0 1-4 0,0-1-2 0,3 3 0 15,-3 0-8-15,0-3-2 0,0 3 0 0,0 0 0 0,-1 0-9 0,1 3-3 16,-3-3 0-16,0 3 0 0,0-1-12 0,0 1 0 0,0 0 8 0,-3 2-8 15,0 0 0-15,0 0 8 16,-3 3-8-16,3-2 0 16,-3 2 0-16,-3 0-21 0,3-1 3 0,-3 1 1 0,0-2-6 0,0 2-1 0,-3 0 0 15,0-3 0-15,0 3 11 0,0-3 1 0,-3 3 1 16,3-3 0-16,1 1 11 0,-1-1 0 0,0-2-9 0,0-1 9 16,6-2 0-16,-3 5 0 0,3-5 0 0,0 0 0 15,0 0-9-15,0 0 9 0,0 0 0 0,0 0 0 16,3 6 0-16,3-4 0 0,0 1 8 0,2 0-8 15,1-1 20-15,0 1-3 0,3 0 0 0,-3-1 0 16,3-2 2-16,-3 3 0 0,3-3 0 0,0 3 0 16,-3-1-5-16,-3 1-1 0,3 0 0 0,-3-1 0 15,-3 1 3-15,3 2 0 0,-3-2 0 0,-1 2 0 16,1 0-2-16,-3-5 0 0,0 6 0 0,0 2 0 16,-3-3-3-16,-2 3-1 0,-1 0 0 0,-3 0 0 15,0 0-2-15,0 0-8 0,-3-1 12 0,0 4-4 16,-3-3-8-16,0 0 0 0,0 3-10 0,-3-1 10 15,1 1-31-15,-1-1 0 0,0 1 0 0,0 2 0 16,0-5-41-16,0 3-9 16,3-3-2-16,-2-1 0 0,-1 1-138 0,3-2-28 0</inkml:trace>
  <inkml:trace contextRef="#ctx0" brushRef="#br0" timeOffset="18125.978">22360 9618 1892 0,'0'0'53'0,"0"0"13"16,0 0-53-16,3 0-13 0,3 3 0 0,0-3 0 15,0 2 87-15,2 1 14 0,4 2 3 0,-3-2 1 0,3 2-22 16,-3 1-5-16,3-1-1 0,0 0 0 15,0 3-25-15,0 0-6 0,-3 0-1 0,3 5 0 16,-3-2-13-16,-1 2-2 0,1 0-1 0,-3 3 0 0,0 0-12 16,-3 5-2-16,0 0-1 0,-3 6 0 0,0-1-2 0,0 3-1 15,0 3 0-15,-6 0 0 0,0 0-3 0,0-3-8 0,-3-3 12 16,1 3-4-16,-4-5-8 0,-3 0 10 0,0 0-10 0,-3 0 10 16,0-1-10-16,-3 1 0 0,3 0 0 0,-5 5 0 15,5-5 0-15,-3 2 0 0,3 1 0 16,0-1 0-1,3-4-39-15,0-1-9 0,1-3-3 0,2 1 0 16,0-3-2-16,0 0-1 0,0-1 0 0,0 1 0 16,0-5-102-16,0-1-21 0,0 1-4 0</inkml:trace>
  <inkml:trace contextRef="#ctx0" brushRef="#br0" timeOffset="20700.63">20583 9743 1051 0,'0'-11'21'0,"3"3"7"0,-3-3-28 0,3 4 0 0,-3-4 0 0,3 3 0 16,-3 3 66-16,0-3 7 0,0 2 2 0,0 1 0 15,0 0 9-15,0 5 3 0,0 0 0 0,0 0 0 16,0 0-37-16,0 0-7 0,0 0-2 0,0 0 0 16,0 0 27-16,0 0 4 0,0 0 2 0,0 0 0 15,0 0-25-15,0 0-5 0,-6 5 0 0,0 3-1 16,0 0 0-16,3 0 0 0,-3 0 0 0,0 3 0 15,0-1-9-15,0 3-2 0,-3 1 0 0,3 1 0 16,-3 1 26-16,0 3 5 0,3 2 1 0,-3 3 0 16,3 2-52-16,0 6-12 0,-2 2 0 0,2 1 0 15,3-6 0-15,0 3 0 0,0-3 0 0,3-3 0 16,0 1 0-16,0-6 0 0,3 0 0 0,0 0 0 16,0 0 0-16,3-2 0 0,-1 2 0 0,1-5 0 15,3 2 0-15,0-4 0 0,0-1 0 0,3 0 0 16,0-5-26-16,3-3-8 0,-3-2-2 0</inkml:trace>
  <inkml:trace contextRef="#ctx0" brushRef="#br0" timeOffset="21055.183">20895 9856 1824 0,'0'0'76'15,"0"0"-60"1,0 0 89-16,-3 0 19 0,3 0 3 0,0 0 1 16,0 0-52-16,0 0-9 0,0 0-3 0,0 0 0 15,0 0-21-15,0 0-5 0,0 0-1 0,0 0 0 16,6 0-12-16,3 0-2 0,3 0-1 0,-3 0 0 15,3 0 0-15,0 0 0 0,3 0 0 0,-3 0 0 16,2 0-12-16,4 0-2 0,0-2-8 0,0 2 12 16,0-3-12-16,0 3 8 0,3-3-8 0,2 3 0 15,-5 0 8-15,3 0-8 0,-3 0 0 0,0 0 0 0,0 0 0 16,-3 0 0-16,-1 0 0 0,1 0 0 16,0 0-24-16,0 0-2 0,-3 0 0 15</inkml:trace>
  <inkml:trace contextRef="#ctx0" brushRef="#br0" timeOffset="24918.115">23991 5326 1792 0,'0'0'51'0,"-6"0"10"0,-3-2-49 0,3 2-12 0,-3-3 0 0,3 3 0 16,0 3 54-16,-3-1 8 0,3-2 2 0,-3 6 0 15,3-4 0-15,-2 4 0 0,-1-1 0 0,3 0 0 16,-3 3 0-16,3 0 0 0,0 0 0 0,-3 3 0 16,3 2-52-16,0-3-12 0,0 4 0 0,0 2 0 15,0-1 0-15,0 1 0 0,3 3 0 0,0-1 0 16,0 1 0-16,0-1 0 0,3 1 0 0,-3-1 0 16,3 1 0-16,0-1 0 0,3-2 0 0,-3 3 0 15,3-3 0-15,3 0 0 0,-3-3 0 0,3 0 0 16,3 3 0-16,-3-5 0 0,3-1 0 0,3 1 0 15,0-3 0-15,0 0 0 0,3-3 0 0,2-2 0 16,1-1 0-16,0 1 0 16,6-3 0-16,-3-3 0 0,0 1 54 0,2-1 8 0,1 0 2 0,0-2 0 15,-3 0-52-15,-3-1-12 0,3 1 0 0,-7-3 0 16,4 0 54-16,-6 0 8 0,0 0 2 0,-3 0 0 16,0-5-14-16,0 0-2 0,-3 0-1 0,-3-1 0 15,0 1-24-15,0-3-5 0,-3 3-1 0,0-3 0 16,0-2-17-16,-3-1 0 0,0 3 0 0,-3-2 0 15,0-1 35-15,0 3 3 0,0-2 1 0,-3-1 0 16,0 3-11-16,0 6-3 0,-3-9 0 0,0 9 0 0,1 2-25 16,-4-5 0-16,3 5 0 0,-3 0 0 0,0 2 0 0,0 1 0 15,-3 0 0-15,3 2 0 16,0 3-46-16,4 0-14 0,-4 3-4 0,0 2 0 16,3 0-51-16,0 3-10 0,0 3-3 0</inkml:trace>
  <inkml:trace contextRef="#ctx0" brushRef="#br0" timeOffset="25884.744">24086 7607 2232 0,'0'0'64'0,"0"0"12"16,0 0-60-16,0 0-16 0,0 0 0 0,-6-2 0 16,6 2 92-16,-6-6 16 0,0 4 4 0,6 2 0 15,-6 0-48-15,0 0-8 0,-3 0-3 0,4 0 0 16,-1 2-25-16,-3 4-4 0,3-4-2 0,0 4 0 15,0 1-13-15,0 1-9 0,0 0 12 0,0 3-12 16,3 0 0-16,-3-1 0 0,3 1 0 0,0 2 0 16,0 0 12-16,0 0-2 0,3 3 0 0,0-3 0 15,3 3-10-15,-3 0 0 0,3 3 0 0,0-1 0 16,3-2-8-16,0 3-4 0,3-1-1 0,0 1 0 16,0-3 13-16,3-1 0 0,0-1-10 0,2-1 10 15,-2-2 0-15,6-4-9 0,-3 1 9 0,0-2 0 0,3-4 8 16,0-2 9-16,0 0 2 0,-4 0 0 15,4 0-19-15,0-2 0 0,-3-4 0 0,0 1 0 16,-3 0 0-16,3-3 0 0,-3 3 0 0,2-6 0 16,-2 0 0-16,0-2 0 0,-3 0 0 0,3-3 0 0,-3 3 55 0,-3-3 7 15,3-3 2-15,-3 4 0 0,-3-4-52 0,0 3-12 16,0 0 0-16,-3 0 0 0,-3 3 40 0,0-3 6 0,-3 3 1 16,0 0 0-16,-3 0-31 0,0-1-7 0,-3 1-1 15,0 3 0-15,0-4 1 0,-3 4 0 0,1-3 0 0,-1 2 0 16,0 3-9-16,0-3 0 0,-3 3 0 0,0 3 0 15,0 0-49-15,-2 0-12 0,-1 2-3 0,-3 3 0 16,3 0 0-16,-3 0 0 0,0 3 0 0,4 5 0 16,-4-1-153-16,3 4-31 0</inkml:trace>
  <inkml:trace contextRef="#ctx0" brushRef="#br0" timeOffset="26650.032">23538 9171 1728 0,'-8'-3'36'0,"2"3"8"15,0 0-35-15,0-2-9 0,6 2 0 0,0 0 0 16,-6 0 92-16,6 0 16 0,0 0 3 0,0 0 1 0,0 0-57 0,0 0-11 0,0 0-3 0,0 0 0 31,3-6 19-31,0 4 3 0,3-1 1 0,3 1 0 0,2 2 0 0,4 0 0 16,3 0 0-16,3 0 0 0,6 0-52 0,6-3-12 0,2 3 0 0,1 0 0 15,0 0 54 1,2 0 8-16,4 0 2 0,3-3 0 0,2 3-52 0,4 0-12 16,6-2 0-16,5 2 0 0,-5 0 0 0,-1 0 0 0,1 0 0 15,2 0 0-15,-5 0 0 0,-1 0 0 0,1 2 0 16,3 1 0-16,-10 0 0 0,1-1 0 0,-4 1 0 0,1-1 0 15,-6 1 0-15,-1 2 0 0,-2-2 0 0,-3 0 0 16,-3-1 0 0,-6-2 0-16,-7 3 0 0,1 0 0 0,-3-3-48 0,-3 2-13 0,-6-2-3 0,0 0 0 15,0 0-102-15,-6 0-21 0,0 0-4 0</inkml:trace>
  <inkml:trace contextRef="#ctx0" brushRef="#br0" timeOffset="27836.064">12248 5400 1579 0,'-9'-13'32'0,"6"8"10"0,3 5-34 0,-3-3-8 0,3 3 0 0,0 0 0 16,0 0 104-16,-3-5 20 0,3 5 3 0,0 0 1 15,0 0-57-15,0 0-11 0,0 0-3 0,-6 8 0 16,3 0-40-16,3 2-8 0,0 1-1 0,0 0-8 16,0 2 0-16,3-3 0 0,0-2 0 0,3 3 0 15,-3 0 11-15,3-3-11 0,0-3 10 0,3 0-10 16,-3 0 0-16,3-5 0 0,0 0 0 0,3 0-10 15,0-5 70-15,0 2 15 0,3-4 2 0,-1-1 1 16,1-6-34-16,3 1-8 0,3 0 0 0,-3-6-1 16,3 1-16-16,-3-1-3 0,-1 3-1 0,1-2 0 15,0-1-15-15,-3 4 0 0,3-1 0 0,0-3 0 16,0 3 0-16,-1 0 0 0,-2 0 0 0,3 1 0 16,-3 1 0-16,0 1 0 0,0 0-12 0,0 0 12 15,-3 2-68-15,0 1-8 0,-1-1 0 0,1 3-1 16,-3 5-152-16,3-5-31 0</inkml:trace>
  <inkml:trace contextRef="#ctx0" brushRef="#br0" timeOffset="28583.599">12403 7123 1883 0,'-6'-8'39'0,"6"8"10"0,0 0-39 0,0 0-10 0,0 0 0 0,0 0 0 16,0 0 86-16,0 0 15 15,0 0 3-15,0 0 1 0,0 8-43 0,0 0-9 0,0 3-1 0,3 2-1 16,0 0-27-16,0 3-4 0,0-3-2 0,3 3 0 16,-3-3-18-16,3 3 10 0,-3 0-10 0,3-3 8 15,3 0-8-15,-3 1 0 0,0-4 0 0,2 3 8 16,-2-5-8-16,3 0 0 0,-3 0 0 0,0-2-11 15,3-4 23-15,-3 1 5 0,3 0 1 0,-3-6 0 16,3 0 27-16,3-2 6 0,0 0 1 0,0-3 0 16,3 0 4-16,2-3 2 0,1 1 0 0,0-1 0 15,6 0-41-15,0-2-8 0,0 3-1 0,-1-4-8 16,4 1 11-16,-3-3-11 0,0 0 10 0,0 1-10 16,-6-1 8-16,2-3-8 0,-5 3 0 0,3 0 9 15,-6 1-17-15,3 1-4 0,-3 1-1 0,3 2 0 16,0 4-94-1,-1 1-18-15,1 1-4 0</inkml:trace>
  <inkml:trace contextRef="#ctx0" brushRef="#br0" timeOffset="30239.292">12430 11674 1242 0,'3'-5'52'0,"-3"5"-41"15,0-5 101-15,0 5 21 0,3-6 4 0,-3 6 1 16,0 0-40-16,0 0-8 0,0 0-2 0,0 0 0 16,0 0-28-16,0 0-7 0,0 0-1 0,0 0 0 15,6 0-18-15,0 3-4 0,-3 0-1 0,3 2 0 16,-1 0-15-16,-2 0-3 0,3 3-1 0,0 0 0 15,0 3-10-15,0-1 0 0,0-2 9 0,0 6-9 16,0-6 24-16,3 2 1 0,-3 1 0 0,3-3 0 16,0 0-41-16,0-3-9 0,0 0-2 0,0 1 0 15,0-4 27-15,0 1 0 0,2-3 0 0,1 0-8 16,-3 0 8-16,6-3 0 0,-3 1 8 0,3-1-8 16,3-2 24-16,-3-3 1 0,3 2 0 0,-4-2 0 15,4 0-25-15,-3 1 0 0,3-1 0 0,-3 0 0 16,0 0 18-16,0 0 2 0,0-3 0 0,-1 1 0 15,1 2-32-15,-3-6-7 0,-3 6-1 0,3-5 0 16,-3 3-137-16,-3-1-28 0</inkml:trace>
  <inkml:trace contextRef="#ctx0" brushRef="#br0" timeOffset="31279.43">24196 9407 1337 0,'0'0'56'0,"0"0"-44"15,0 0 144-15,0 0 28 0,0 0 7 0,0 0 1 16,0 0-103-16,-3-6-20 0,3 6-4 0,0 0-1 15,0 0 52-15,0 0 9 0,0 0 3 0,0 0 0 16,0 0-103-16,0 0-25 0,0 0 0 0,0 0 0 16,-3 8 56-16,3 0 7 0,0 0 1 0,0 5 0 15,0 3-52-15,0 3-12 0,0-1 0 0,0 6 0 16,0 0 0-16,3 0 0 0,-3-1 0 0,0 4 0 16,3-3 54-16,-3 0 8 0,0 2 2 0,3-2 0 15,-3-3-52-15,0 0-12 0,0-2 0 0,0 2 0 16,0-3 0-16,0 4 0 0,3 1 0 0,-3-1 0 15,0-4 0-15,3 1 0 0,-3-1 0 16,3 1 0-16,0-4-48 0,-3 1-13 16,3-2-3-16,0-1 0 0,-3-5 0 15,3 2 0-15,3-2 0 0,-3 0 0 0,-3 0-160 0,3 0-33 0</inkml:trace>
  <inkml:trace contextRef="#ctx0" brushRef="#br0" timeOffset="38331.667">20898 12177 1782 0,'0'0'82'16,"6"0"-73"-16,3-3-9 0,0 3 0 0,0-2 0 15,0-1 106-15,0 0 19 0,3-2 4 0,0 2 1 16,0 1-46-16,-1-1-8 0,4 0-3 0,0 1 0 15,3-1-7-15,0 0-2 0,0 1 0 0,6-1 0 16,-1 1-56-16,1-1-8 0,0 3 0 0,6-3-12 16,-3 3 12-16,-1-2 0 0,1-1 0 0,0 3 0 15,-3 0 0-15,-3-3 0 0,-1 3 8 0,-2 0-8 16,0 0 0-16,0 0 0 0,0 3 8 0,0-3-8 16,-3 0-40-16,-3 3-11 0,2-3-2 0,-2 2-1 15,-3-2-16-15,0 0-3 0,3 3-1 0,-6-3 0 16,-6 0-103-16,0 0-21 0,0 0-4 0</inkml:trace>
  <inkml:trace contextRef="#ctx0" brushRef="#br0" timeOffset="39168.382">21752 11851 1948 0,'0'0'55'0,"0"0"13"0,0 0-55 0,0 0-13 0,6-2 0 0,-3 2 0 15,3 0 65-15,-3 2 11 0,0 1 1 0,3 0 1 16,-3 2-29-16,3 0-5 0,-3 3-2 0,3 3 0 15,-3 2-23-15,0 0-5 0,0 3-1 0,0 3 0 16,0-1-13-16,0 1 8 0,0-1-8 0,-3 3 0 16,0-2 8-16,3-3-8 0,-3 2 0 0,0-2 0 15,-3 0 8-15,3 0-8 0,-3-3 0 0,3 0 0 16,-3 1 0-16,0-4 8 0,0 1-8 0,0-3 0 16,3 0 0-16,-3-3 8 0,3-5-8 0,0 0 0 15,0 0 14-15,0 0-3 0,0 0-1 0,0 0 0 16,-3-5 1-16,3-3 0 0,-3 0 0 0,3-3 0 15,3 1 4-15,-3-4 1 0,3 1 0 0,0 0 0 16,0 0-3-16,3-3 0 0,-3 0 0 0,3-3 0 16,0 1 6-16,0-3 1 0,0 0 0 0,3-3 0 15,3 3-20-15,0-1 0 0,-1-1 0 0,1 4 0 16,3 1 55-16,0 2 7 0,0 2 2 0,3 1 0 16,-3 5-52-16,3 0-12 0,-3 0 0 0,-1 6 0 15,1-3 0-15,-3 5 0 0,0 0 0 0,0 0 0 16,-3 5 0-16,0-3 0 0,0 6 0 0,0 3 0 0,-3 0 0 0,0 2 0 15,0 0 0-15,-3 6 0 16,0-1 0-16,0 1 0 0,2 2 0 0,-5 3 0 0,3-3 0 16,-3 0 0-16,0 3 0 0,0-3 0 0,0-3 0 0,3 1 0 0,-3-1 0 15,0-2 0-15,0 0 0 0,0 0 0 0,0 0 0 0,0-3 0 32,0 0-100-32,0-2-22 0,0 0-5 0</inkml:trace>
  <inkml:trace contextRef="#ctx0" brushRef="#br0" timeOffset="39422.937">22384 12111 2508 0,'0'0'71'0,"0"0"16"16,0 0-70-16,-3-3-17 0,3 3 0 0,0 0 0 15,0 0 55-15,0 0 7 0,0 0 2 0,0 0 0 16,0 0 0-16,-3 5 0 0,0 1 0 0,0 2 0 15,3 2-52-15,0-2-12 0,0 3 0 0,0-1 0 16,0 4 0-16,0-4 0 0,0 3 0 0,0 1 0 16,-3 1 0-16,3-1 0 0,-3 2 0 0,0 2 0 15,0-2 0-15,0 2 0 0,0 1 0 0,-3 0 0 16,3-4-48-16,0-1-13 0,0-1-3 0,0-3 0 16,3 4-153-16,-3-6-31 0</inkml:trace>
  <inkml:trace contextRef="#ctx0" brushRef="#br0" timeOffset="39737.914">22625 11791 2310 0,'0'0'97'0,"0"0"-77"15,0 0 35-15,0 0 7 0,0 0 2 0,0 0 0 16,0 0 0-16,3 5 0 0,0 3 0 0,3 0 0 15,-3 2 0 1,2 4 0-16,-2 4 0 0,3 1 0 0,0-1-52 0,-3 6-12 0,3 0 0 0,0 2 0 16,-3-2 40-16,0 2 6 0,3-2 1 0,-3 0 0 15,-3 0-35-15,3 0-12 0,-3-3 0 0,-3 5 9 16,3-2-9-16,-3 0 0 0,-3 2 0 0,0 1 0 16,0-1-13-16,-3 1-5 0,0-1-1 0,0-2 0 15,-2 0-13-15,2-3-4 0,-3-2 0 0,-3-1 0 16,0-2-23-16,-3 0-5 0,-3-3 0 15,0 0-1-15,1-2-168 0,-7-3-34 0</inkml:trace>
  <inkml:trace contextRef="#ctx0" brushRef="#br0" timeOffset="40202.045">21050 11902 2090 0,'-12'-14'44'0,"9"9"8"0,-3 0-41 0,3 0-11 0,0 2 0 0,0-2 0 16,0 2 48-16,0-2 8 0,3 5 2 0,-6-3 0 16,6 3 5-16,-9 0 1 0,0 3 0 0,1 2 0 15,-1 3 0-15,-3 3 0 0,0 4 0 0,-3 4 0 16,0 5-64-16,-3 2-12 0,3 6-2 0,-3-3-1 15,4 0 15-15,2 0 0 0,-3 0 0 0,3-2 0 16,3 2 0-16,0 0 0 0,0 0 0 0,6 0 0 16,3 3 0-16,0 0 0 0,3-3 0 0,0 3 0 15,3-3 0-15,3-5 0 0,0-3 0 0,3 0 0 16,0-3 9-16,0-2 5 0,-1 0 1 0,4-3 0 16,0 1-15-16,0-1 0 0,3-3 0 0,-3 4 0 15,0-4-54-15,3 1-14 0,-3-3-2 0,2 2-1 16,1 1-193-16,0-3-40 0</inkml:trace>
  <inkml:trace contextRef="#ctx0" brushRef="#br0" timeOffset="40760.629">20993 13301 1720 0,'0'0'48'0,"0"0"12"0,0 0-48 0,0 0-12 0,0 0 0 0,0 0 0 16,0 0 62-16,0 0 10 0,0 0 1 0,6 3 1 15,0-3 6-15,0 3 2 0,3-1 0 0,0 1 0 16,3-3-22-16,0 3-4 0,0-1 0 0,3-2-1 16,0 3-7-16,3-3 0 0,2 0-1 0,1 3 0 15,3-3-23-15,0 0-5 0,0 0-1 0,-1-3 0 16,1 3-18-16,0 0 0 0,0-3 0 0,0 3 0 15,-3 0 0-15,-1-2 0 0,-2 2 0 0,3-3 0 16,-3 0 0-16,0 3 0 16,3-2 0-16,-4-1 0 0,1 0-176 15,3 1-36-15,-3-4-8 0</inkml:trace>
  <inkml:trace contextRef="#ctx0" brushRef="#br0" timeOffset="41741.456">21842 13061 1844 0,'0'0'52'0,"3"-3"12"16,-3 3-52-16,3-5-12 0,0 2 0 0,-3 3 0 0,3-3 80 0,-3 3 14 0,0 0 2 0,0 0 1 16,6 0-13-16,0 3-2 15,-3 0-1-15,3 2 0 0,-3 3-65 0,2 0-16 0,-2 2 0 16,0 6 0-16,-3 0 0 0,3 5 0 0,0 3 0 0,-3 0 0 16,0 0 0-1,0-3 0-15,0 0 0 0,0 3 0 0,-3-6 0 0,3 1 0 0,-3-3 0 0,0 2 0 16,0-2 0-1,0-2 0-15,1-1 0 0,-1 0 0 0,0-2 0 0,-3-1 0 0,3-2 0 16,0-3 0-16,0 3 0 0,3-8 0 0,0 0 0 0,0 0 0 16,0 0 24-16,0 0 2 0,0 0 0 0,0 0 0 31,0-8-42-31,0 3-8 0,3-5-1 0,0 2-1 0,0-6 26 0,0 4 0 0,3-3 0 0,-1-1 0 16,1 1 46-16,0 0 14 0,3-3 4 0,0 0 0 15,0-2-52-15,0-1-12 0,3-2 0 0,0 0 0 16,0 2 0-16,3-2 0 0,0 0 0 0,-3 2 0 15,2 3 40-15,-2 3 6 0,3 0 1 0,-3 5 0 16,0-3-24-16,0 6-5 0,-3 0-1 0,0 2 0 16,0 3-17-16,-3 0 0 0,3 0 0 0,-3 6 0 15,-1-1 0-15,-2 0 0 0,3 3 0 0,-3 3 0 16,0 2 0-16,0 0 0 0,0 3 0 0,0 0 0 16,0 2 0-16,0 1 0 0,-3-1 0 0,3 1 0 15,0-3 0-15,-3 2 0 0,0-2 0 0,0 0 0 16,0 0 0-16,0-3 0 0,-3 3 0 0,3-3 0 15,-3 3-150-15,3-3-34 0,-3 1-6 0</inkml:trace>
  <inkml:trace contextRef="#ctx0" brushRef="#br0" timeOffset="42065.506">22226 13394 1580 0,'3'-5'67'15,"0"-1"-54"-15,0 1 104 0,0 3 21 0,0-4 4 0,0 1 1 16,0 0-38-16,3-1-7 0,0 1-2 0,2 2 0 16,-2 1-12-16,0-1-2 0,3 0-1 0,-3 1 0 15,3 2-65-15,-3-3-16 0,0 3 0 0,0 0 0 16,-6 0 55-16,6 3 7 0,-6-3 2 0,6 2 0 16,0 1-64-16,-6-3-15 0,6 5-1 0,-3 1-1 15,0-1 27-15,-3 3 6 0,0 0 0 0,-3 0 1 16,3 0-17-16,-3 2 0 0,0-2 0 0,-3 3 0 15,3-1 0-15,0 4 0 0,-3-4 0 0,0 1 0 16,3 2 0-16,-3-2 0 0,3 2 0 0,0-3 0 16,3 4-48-16,0-6-12 0,0 2-4 15,3 1 0-15,0-3 52 0,0-3 12 0,0 0 0 0,3 1 0 16,3-4 0-16,-3-2 0 0,3 0 0 0,3-2 0 16,0-1-21-16,0-2-2 0,2-1 0 0,1-2 0 15,3 1-117-15,-3-7-23 0,0 4-5 0</inkml:trace>
  <inkml:trace contextRef="#ctx0" brushRef="#br0" timeOffset="42411.188">22660 12939 2030 0,'0'0'57'0,"0"0"14"0,0 0-57 0,0 0-14 0,0 0 0 0,0 0 0 16,-3 5 54-16,3 1 8 0,-3 1 2 0,3-1 0 16,3 2 0-16,-3 0 0 0,3 0 0 0,0-1 0 15,0 4 12-15,3 0 2 0,0-1 1 0,0 3 0 16,0 6-24-16,0-3-5 0,3 5-1 0,0 3 0 16,-3 0-39-16,3 5-10 0,0 0 0 0,-3 0 0 15,0-3 10-15,0 1 0 0,0-1 0 0,-3-2 0 16,0 0 3-16,-3 2 1 0,0-4 0 0,-3 4 0 15,-3 1-14-15,0-1 11 0,-3 3-11 16,0 0 10-16,-3-2-31 0,0-4-7 16,0 1 0-16,-3 0-1 0,0-5 29 0,-3-1 15 0,4-2-2 0,-7-3 0 15,0 1-53-15,-3-1-12 0,0-3-1 0,-3 1-1 16,-2-1-68-16,-1-2-14 16,0 3-2-16</inkml:trace>
  <inkml:trace contextRef="#ctx0" brushRef="#br0" timeOffset="42867.958">20943 13225 2067 0,'-3'-6'87'0,"3"6"-70"16,-3-2 46-16,0-1 9 0,3 3 1 0,-6 0 1 15,0 0-18-15,-3 0-3 0,0 3-1 0,0 5 0 16,0 2-40-16,0 4-12 0,-3 1 0 0,4 4 8 16,-4-1 9-16,0 4 3 0,0-1 0 0,3 5 0 15,-3-2-20-15,3 5 0 0,0 3 0 0,3 0 0 16,0 2 0-16,6 0 0 0,0 3 0 0,0 1 0 16,6-7 0-16,0 1 0 0,3-8 0 0,3 2 0 15,0-5 0-15,3 1 0 0,3-4 0 0,-1 1 0 16,1-3-12-16,0-1-7 0,3-1-1 0,-3-4 0 15,-3 1 20-15,0-3 0 0,0-3 0 0,-1 0 0 16,1-5-55-16,-3 0-7 0,3 0-2 16</inkml:trace>
  <inkml:trace contextRef="#ctx0" brushRef="#br0" timeOffset="43313.597">20172 13103 1782 0,'-9'-5'37'0,"0"-1"8"16,0 1-36-16,3 2-9 0,-3-2 0 0,3 3 0 16,-3-4 62-16,3 4 10 0,-3-4 3 0,4 4 0 15,-1-1-2-15,0 0 0 0,0 1 0 0,6 2 0 16,0 0-15-16,0 0-3 0,0 0-1 0,0 0 0 15,0 0-22-15,0 0-4 0,6 0 0 0,3-3-1 16,2 0 0-16,4 3 0 0,0 0 0 0,0-2 0 16,6-1-6-16,-3 0-1 0,3 3 0 0,2-2 0 15,4-1-20-15,3 1-10 0,3 2 1 0,-1-3 0 16,4 0 20-16,0 3 4 0,0-2 1 0,-1 2 0 0,-5 0-16 16,-3-3-13-16,-3 3 2 0,3-3 1 15,-7 1-150-15,1-1-31 0,0 0-5 0</inkml:trace>
  <inkml:trace contextRef="#ctx0" brushRef="#br0" timeOffset="43629.368">20234 12751 2067 0,'0'-5'87'0,"3"-1"-70"16,0 4 38-16,-3-3 7 0,3 2 2 0,0-2 0 16,-3 5 27-16,3-3 5 0,-3 3 2 0,0 0 0 15,0 0-54-15,0 0-12 0,0 0-1 0,3 8-1 16,0 2 20-16,0 1 4 0,-3 5 1 0,3 2 0 16,0 4-37-16,-3-1-7 0,3 5-2 0,-3 3 0 15,3-2-9-15,-3 2 0 0,3 3 0 0,-3-1 0 16,0 6 0-16,0 3 0 0,0 3 0 0,3-1 0 15,-3-2 0-15,3-3 0 0,0-3 0 0,3 3 0 16,-3-5 0-16,3 0 0 0,0-1 0 0,0 1 0 16,0-3-172-1,3 6-37-15,-3-4-7 0</inkml:trace>
  <inkml:trace contextRef="#ctx0" brushRef="#br0" timeOffset="44311.661">20065 14333 2269 0,'-33'3'64'0,"3"0"15"16,3-3-63-16,4 2-16 0,5-2 0 0,0-2 0 15,3 2 54-15,3 0 8 0,3-3 2 0,3 3 0 16,6 0-52-16,0 0-12 0,0 0 0 0,0 0 0 16,3-5 54-16,6 5 8 0,0-3 2 0,3 0 0 0,6 1-52 15,3 2-12-15,3-3 0 0,-1 3 0 16,7-3 0-16,0 3 0 0,3 0 0 0,2 0 0 0,4-2 54 0,0 2 8 15,-1-5 2-15,10 5 0 0,0-3-52 16,5 0-12-16,1 3 0 0,8-2 0 0,-2 2 0 16,5-3 0-16,7-2 0 0,2 2 0 0,-5-2 0 15,5 2 0-15,-2-2 0 0,8 0 0 0,-6 2 54 16,4-2 8-16,-1 2 2 0,9-2 0 0,-8 2-52 16,2 0-12-16,1-2 0 0,11 2 0 0,-12-2 0 0,4 2-15 15,-4-2 3-15,9 3 1 0,-11-4 11 0,-1 1 14 0,-3 0-3 16,4-1-1-16,-10 4-10 0,-5-4 0 0,-1 4 0 0,1-1 0 15,-7-2 0-15,4 2 0 0,-4-2 0 0,1 2 0 16,-12-2 0-16,-4 2 0 0,-5 1 0 0,0-4 0 16,-7 4 0-16,-2-1 0 0,-3 0 0 0,0 1 0 15,-6-3 0-15,-3-1 0 0,-3 4 0 0,-1-4 0 16,-5 4-10-16,-3-1-7 0,-3 3-2 0,0-5 0 16,-3 2-72-16,0-2-14 0,-3-1-3 0</inkml:trace>
  <inkml:trace contextRef="#ctx0" brushRef="#br0" timeOffset="45746.585">21842 15032 2066 0,'0'0'43'0,"0"0"10"0,0 0-42 0,0 0-11 0,0 0 0 0,0 0 0 16,0 0 41-16,0 0 7 0,0 0 0 0,0 0 1 16,0 0 3-16,3 5 0 0,0 3 0 0,-3 0 0 15,3 0-21-15,0 3-4 0,-3 2-1 0,3 3 0 16,-3 2-26-16,0 1 0 0,3 2 8 0,-3 3-8 15,0-3 0-15,-3 0-9 0,3-2 9 0,-3 2-13 16,3-5 13-16,-3 0 8 0,0-1 0 0,0-1-8 16,0-4-13-16,0 1-10 0,0-3-1 0,0 0-1 15,0 0 25-15,3-8 0 0,0 0 0 0,0 0 0 16,0 0 17-16,0 0-1 0,0 0 0 0,0 0 0 16,0-8 0-16,-3 0-1 0,3-3 0 0,3-2 0 15,-3-3 8-15,3-2 1 0,0-4 1 0,0-1 0 16,3 1 4-16,0-1 1 0,0-4 0 0,3 3 0 15,-3 3-30-15,2 0 0 0,4 2 0 0,-3 1 0 16,3 2 36-16,-3 3 0 0,3 0 1 0,0 2 0 0,0 0-21 0,3 1-5 16,-3 2-1-16,0 3 0 0,-1-1-10 0,1 4 10 15,-3-1-10-15,3 0 10 0,-3 3-2 0,0 3 0 0,0 0 0 16,0-1 0-16,-3 4 2 0,3 2 0 0,-3-1 0 16,0 4 0-16,0-3-10 0,0 5 8 0,-3-2-8 0,3 5 8 15,-3-3-8-15,0 3 0 0,0 2 0 0,-1 1 0 16,1-1-9-16,-3 4-4 0,3-4-1 0,0 3 0 31,-3 0-24-31,0-2-5 0,3-1-1 0,-3-2 0 16,3 3-84-16,-3-6-16 0,0 0-4 0</inkml:trace>
  <inkml:trace contextRef="#ctx0" brushRef="#br0" timeOffset="46283.506">22193 15381 1614 0,'0'0'33'0,"0"0"9"16,-3-8-34-16,3 3-8 0,-3 0 0 0,3-1 0 15,0 1 93-15,0 0 17 0,0-1 3 0,0-1 1 16,0 1-26-16,3 1-6 0,-3-3-1 0,3 0 0 16,0 3-23-16,0-3-5 0,0 3-1 0,3-3 0 15,-3 2-41-15,3-2-11 0,0 3 0 0,0 0 0 0,0 0 53 0,3-1 9 0,-3 4 2 0,3-4 0 16,-1 1-52-16,1 2-12 0,0 1 0 15,3 2 0 1,-3-3 0-16,-3 3 0 0,3 3 0 0,0-1 0 0,0 1 0 0,-3 2 0 0,0 1 0 16,0 2 0-16,-3-1 10 0,3 1-1 0,-3 0 0 15,-3 3 0 1,0-3-28-16,-3 2-5 0,3-2-2 0,-6 0 0 16,3 0-18-16,-3 0-4 0,0 0-1 0,0 0 0 15,0 0-11-15,-3-3-1 0,3 1-1 0,0-1 0 16,0-2 50-16,3 2 12 0,3-5 0 0,-6 2 0 0,6-2 14 0,0 0 6 0,0 0 0 0,0 0 1 15,0 0-21-15,0 0 0 0,9-2-10 0,-3 2 10 16,3-3-19-16,0 1 3 0,3-1 1 0,-3 0 0 16,3 1 46-16,0 2 9 0,2-3 1 0,-2 0 1 15,-3 3-23-15,3 0-5 0,0-2-1 0,-3 2 0 16,0 2-1-16,-3-2-1 0,0 0 0 0,0 6 0 16,0-4 13-16,-3 1 2 0,0 2 1 0,-3 0 0 15,0 3-8-15,0 0-2 0,-3 0 0 0,-3 3 0 16,0-1-8-16,0 1-1 0,-3 0-8 0,-3 2 12 15,3-3-4-15,-3 4-8 0,0-1 11 0,-3 0-11 16,4 0 12-16,-4 1-12 0,3-1 12 16,0 0-12-16,3 0 0 0,-3 1 0 0,0-4 0 0,3 1 0 15,3-3 0-15,-3 2 0 0,0-5 0 0,3 3 0 16,3-2-48-16,-3-1-12 0,6-5-4 0</inkml:trace>
  <inkml:trace contextRef="#ctx0" brushRef="#br0" timeOffset="47296.364">20705 14929 1554 0,'-9'2'65'0,"0"1"-52"32,0-3 87-32,0 0 18 0,0 3 3 0,0-3 1 0,-3 2-36 0,3 1-7 0,0 0-2 0,-3 2 0 15,4 0-10-15,-4 0-3 0,0 3 0 16,0 0 0-16,0 3-23 0,-6 2-5 0,3 0 0 0,-3 6-1 16,0 5-9-16,1 2-2 0,2 6 0 0,0 2 0 15,3 3-12-15,3 3-4 0,-3 2 0 0,6 6 0 16,0-6-8-16,3 3 0 0,3 3 0 15,3 0 0-15,3-3 0 16,3 2 0-16,3-2 0 0,6 0 0 0,0-5 0 0,0-6 0 16,5-5 0-16,4 3 0 0,-3-5-10 0,3-4 10 0,0-1 0 15,2-1-9-15,7-5 9 0,3-1 0 0,-1-1 0 0,7-4 8 32,-3-2-109-32,2-8-22 0,1 0-4 0</inkml:trace>
  <inkml:trace contextRef="#ctx0" brushRef="#br0" timeOffset="47847.024">22610 14913 1455 0,'0'-13'61'15,"3"2"-49"-15,-3-2 68 0,3 2 14 0,0-2 2 16,-3 2 1-1,0 1-26-15,3 2-6 0,-3 0-1 0,0 3 0 16,3-1 0-16,-3 4 0 0,0 2 0 0,0 0 0 0,0 0 0 0,0 0 0 0,0 0 0 0,0 0 0 16,0 0 0-16,0 0-1 0,0 5 0 0,3 3 0 15,-3 3-50-15,3 2-13 0,3 3 0 0,-3 0 0 16,2 2 0-16,1-2 0 0,3 5 0 0,0-2 0 16,0-1 35-16,0 1 1 0,0 2 1 0,3 0 0 15,-3 3-8-15,0-3-1 0,0 3-1 0,-3 5 0 16,0-3-27-16,0 6 0 0,0 0 0 0,-3 0 0 15,-3-3 0-15,0-3 0 16,-6 1 0-16,3-1 0 0,-3-2 0 16,-3 2 0-16,0-2 0 0,-3 3 0 0,3-1 0 0,-6 1 0 0,3 2 0 0,-3 0-11 15,3-3 11-15,0 1 0 0,-2-1 10 0,2 1-10 16,0-6 0-16,-3 0 0 0,3-3 0 0,-3 1 0 16,3-3 0-16,0 0 0 0,-3-3 0 0,4 0 0 15,2 0 0-15,-3-2 0 0,3 0 0 0,3-3 0 16,0-1-45-16,0-1-15 0,0-1-4 0,3 0 0 15,3-5-153-15,0 0-31 0,0 0-7 0</inkml:trace>
  <inkml:trace contextRef="#ctx0" brushRef="#br0" timeOffset="50172.627">20955 15426 1780 0,'0'0'50'0,"6"0"12"0,0 0-50 0,-3 0-12 0,3 0 0 0,0 0 0 16,0 0 56-16,2 0 9 0,-2 0 2 0,3 0 0 15,0 3-10-15,0-3-1 0,3 2-1 0,0-2 0 16,0 3-37-16,3 0-7 0,0-3-2 0,0 0 0 15,5 2 14-15,-2-2 2 0,0 0 1 0,3 0 0 16,-3 0-18-16,3 0-8 0,-1-2 0 0,1-1 8 16,-3 0-8-16,0 1 0 0,0-1 9 0,-3 1-9 15,0-1 0-15,-3 0-16 0,-1 1 2 0,-2-4 1 16,0 4-56-16,0-1-11 0,-3 0-3 0,0 3 0 16,0-2-87-16,-3-1-18 0,3 0-3 0</inkml:trace>
  <inkml:trace contextRef="#ctx0" brushRef="#br0" timeOffset="50551.595">21151 15233 1990 0,'-3'-11'41'0,"3"3"11"0,0 1-42 16,0 1-10-16,0-2 0 0,0 3 0 0,0 5 77 0,0 0 14 0,0 0 2 0,0 0 1 15,0 0-20-15,0 0-4 0,0 0-1 0,0 0 0 16,0 0-13-16,0 0-2 0,3 5-1 0,0 3 0 16,0 3-16-16,0-1-3 0,0 4-1 0,-3 2 0 15,3-1-6-15,0 4-2 0,-3-1 0 0,3 1 0 16,-3-1-9-16,0 1-3 0,3 0 0 0,-3 2 0 15,0-3-4-15,0 1-1 0,0 2 0 0,-3 3 0 16,3 0-8-16,0-1 0 0,0 4 0 0,0-1 8 16,0 1-8-16,0-1 0 0,0 1 0 0,3-6 8 15,-3 0-8-15,0-5 0 0,3 0 0 0,-3-3 0 16,3-2-21-16,-3-3 0 0,3-1 0 0,0-1 0 16,-3-4-111-16,0-2-23 0,6 3-4 0</inkml:trace>
  <inkml:trace contextRef="#ctx0" brushRef="#br0" timeOffset="54069.298">24286 11862 1337 0,'3'-13'28'0,"-3"10"6"0,0-2-34 0,0 0 0 0,0 2 0 0,0-2 0 15,3-1 160-15,-3 1 26 0,3 0 5 0,-3-1 1 16,0 4-103-16,0 2-20 0,2-5-4 0,-2 5-1 15,0-3 52-15,0 3 9 0,0 0 3 0,0 0 0 16,0 0-52-16,0 0-9 0,0 0-3 0,0 0 0 16,0 0-51-16,0 0-13 0,0 0 0 0,0 0 0 15,0 0 44-15,0 0 5 0,0 0 2 0,3 8 0 16,0 2-31-16,0 6-5 0,-3 0-2 0,0 3 0 16,3 4-13-16,-3 4 0 0,0 2 0 0,0 0 0 15,-3 0 0-15,3-2 0 0,-3-1 0 0,3 1 0 16,-3-4 0-16,0 1 0 0,1-3 0 0,2 3 0 15,-3 0 0-15,0 3 0 0,3 2 0 0,-3 0 0 16,0-3 0-16,3 3 0 0,0 0 0 0,-3 1 0 16,3-7 27-16,0-2 2 0,3-2 1 0,-3 0 0 15,3-6-30-15,-3 0 0 0,3 0 0 0,0-2 0 16,0-3-17-16,-1 2-3 0,1-2-1 0,3 0 0 16,-3 0-61-16,0-3-12 0,3 1-2 0,0-1-1 15,0-2-107-15,0 2-20 0,0-2-5 0</inkml:trace>
  <inkml:trace contextRef="#ctx0" brushRef="#br0" timeOffset="54720.198">24309 13280 1580 0,'0'0'67'0,"0"0"-54"16,0 0 143-16,0 0 29 0,0 0 6 0,0 0 1 15,0 0-62-15,0 0-12 0,0 0-2 0,0 0-1 16,0 0-38-16,0 0-7 0,0 0-2 0,0 0 0 16,0 0-47-16,0 0-9 0,0 0-3 0,-3 6 0 15,3-1 22-15,0 3 4 0,0 0 1 0,0 0 0 16,0 2-22-16,0 1-4 0,0 2-1 0,-3 0 0 15,3 1-9-15,-3 1 10 0,0 1-10 0,3 5 10 16,-2 1-10-16,-1-1 8 16,0 5-8-16,3 1 8 0,-3-1-8 0,3 1 0 0,0 2 0 0,0-3 0 15,0-2 0-15,0 0 0 0,3-3 0 0,-3-2 0 16,0-4 0-16,3 1 0 0,0 0 0 0,-1-3 0 16,-2 1 12-16,3-4-2 0,0 1-1 0,-3-3 0 15,3 2-9-15,0-4 0 0,0 2 0 0,3-3 0 16,-3 0-112-16,3 0-25 0,-3-2-5 0</inkml:trace>
  <inkml:trace contextRef="#ctx0" brushRef="#br0" timeOffset="55413.929">23824 14273 1333 0,'-6'0'28'0,"0"0"6"16,6 0-34-16,-6 0 0 0,6 0 0 0,-6-3 0 16,0 3 71-16,3 0 7 0,3 0 2 0,-5 0 0 15,-4-3-11-15,9 3-1 0,-6 0-1 0,3 0 0 16,3 0-17-16,0 0-3 0,0 0-1 0,0 0 0 16,0 0 14-16,0 0 4 0,0 0 0 0,0 0 0 15,0 0 0-15,0 0 0 0,0 0 0 0,0 0 0 16,6 3-52-16,0 0-12 0,2-1 0 0,-2 1 0 15,6-3 47-15,-3 2 6 0,3-2 2 0,0 0 0 16,3 0-37-16,3 0-7 0,0-2-2 0,6 2 0 16,-1-3-9-16,7 1 0 0,3 2 0 0,0-3 0 0,-1 3 0 0,1 0 0 15,-3-3 0-15,3 1 0 0,-1 2 0 0,1-3 0 0,0 0 0 16,5 1 0-16,-5 2 21 16,6 0 3-16,3-3 0 0,-4 3 0 0,-2 0-39 15,-3 0-7-15,0 0-2 0,-4 3 0 0,4-3 56 0,-3 2 10 0,3 1 2 16,-1-3 1-16,1 3-29 0,0-1-5 15,2 1-2-15,-2 0 0 0,0-1-9 0,-6 1 10 0,0-1-10 16,-4 4 10-16,-2-4-10 0,-3 1 0 16,0 0 0-16,0-1 0 0,0 1 0 0,-3 0 8 0,-1-3-8 0,1 2 8 15,0 1-8-15,-3-3 0 0,0 0 0 16,3 3 0-16,-3-3-35 0,-3-3-12 0,3 3-2 0</inkml:trace>
  <inkml:trace contextRef="#ctx0" brushRef="#br0" timeOffset="59290.971">24405 14614 1580 0,'0'0'67'15,"0"0"-54"1,0 0 76-16,0 0 15 0,0 0 4 0,0 0 0 16,-9 2-20-16,3-2-3 0,3 3-1 0,-3 0 0 15,0-1-10-15,-3 4-2 0,3-4-1 0,-3 6 0 16,3-2-11-16,-3-1-3 0,3 3 0 0,-3 0 0 15,3 0-45-15,-3 2-12 0,3 1 0 0,-2-1 0 16,2 4 13-16,-3 2 1 0,3-1 0 0,0 4 0 16,0-1-14-16,3 4 0 0,-3-1 0 0,6 0 0 15,-3 0 0-15,0 0 0 0,3 0 0 0,0 1 0 16,0-4 0-16,0 1-8 0,3-1 8 0,-3 1 0 16,3-1 0-16,3-4-8 0,-3-1 8 0,3 0 0 15,0 0 0-15,0-5-8 0,3 0 8 0,0 0 0 16,2 0 0-16,-2-3-12 0,3-2 12 0,3 0-10 15,-3-3 10-15,3 0-12 0,0-3 12 0,3 0-12 16,0-2 12-16,-1 0 0 0,1-1 0 0,0-2 0 0,3-2 0 16,0 2-8-16,0-3 8 0,-4-2 0 0,1 0 0 0,-3-3 0 15,0 3 0-15,0-3 11 0,0 0 11 0,-6 0 2 16,3-2 1-16,-3-1 0 0,-3 1 7 0,0-4 0 16,-1 1 1-16,1 0 0 0,-3 0 1 0,-3 0 0 15,3 0 0-15,-3-1 0 0,0 7-6 0,-3-4-2 0,0 3 0 0,0 0 0 16,-2 3-6-16,-1 0 0 0,0 0-1 0,-3 2 0 15,0 0-10-15,0 3-1 0,-3 0-8 16,0 3 12-16,-3-3-12 0,0 6 11 16,0-1-11-16,-2 0 10 0,-1 6-10 0,0-3-11 0,-3 5 3 0,3 1 0 15,0 1-37-15,0 1-7 0,1 0-2 0,-4 6 0 16,0-4-192-16,0 3-38 0</inkml:trace>
</inkml:ink>
</file>

<file path=ppt/ink/ink2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3:12:54.41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6322 7523 1824 0,'3'13'76'16,"0"3"-60"0,3 5-16-16,0 3 0 0,0 2 0 0,2 3 0 15,-2 3 0-15,3 2-12 0,0 1 3 0,0 7 0 16,0-5 9-16,3 3 0 0,-6 0 0 0,3-3 0 16,0-3 0-16,0-2 0 0,0-3 0 0,0-5 0 15,3-3 0-15,-3-5 0 0,-1-3 8 0,4-2-8 16,-3-6 8-16,3-3-8 0,0-2 10 0,0 0-10 15,0-7 86-15,3-7 11 0,3-2 3 0,2-5 0 16,1-5-24-16,3-9-5 0,3-4-1 0,3-6 0 0,-1 2-44 16,1 1-9-16,0-3-1 0,6-8-1 15,-7 3-15-15,1-6 0 0,3 1 0 0,0-3 0 0,-4 5 0 0,1 8 0 16,0 0 0-16,-3 0 0 0,-3 5-48 16,-4 3-5-16,-2 3-2 0,-3-1 0 0,-6 6-9 15,-3 5-3-15,-3 3 0 0,-6 3 0 0,-6 4-26 0,-3 4-6 16,-6 2-1-16,-2 8 0 0,-4 5-26 0,-3 6-6 0,-3 5 0 15,0 5-1 1,4 5 67-16,-1 3 14 0,0 3 2 0</inkml:trace>
  <inkml:trace contextRef="#ctx0" brushRef="#br0" timeOffset="245.736">6602 7703 1579 0,'-9'10'32'0,"3"-2"10"0,0 0-34 0,3-3-8 0,3 3 0 0,-3-3 0 15,3-5 53-15,0 6 9 0,0-6 2 0,0 8 0 16,0-3-20-16,3 3-4 0,0-3-1 0,-3 3 0 15,3 3-20-15,0-1-4 0,0 1-1 0,-3 5 0 16,3-3-2-16,0 6-1 0,0-1 0 0,0 1 0 16,3-1-11-16,-4 3 12 0,4-2-12 0,0-1 12 15,0-4-12-15,3 1 0 0,0-4-12 0,3 0 12 16,0-3 0-16,3-6 0 0,3 1 14 0,3-3-4 16,2-8 25-16,1-3 5 0,6 1 0 0,6-11 1 15,2-6 7-15,7-2 2 0,9-5 0 0,8-6 0 16,-2 0-37-16,5 1-13 0,4-1 9 0,11-10-9 15,-6 2-32-15,7-2-12 0,2-6-3 0</inkml:trace>
  <inkml:trace contextRef="#ctx0" brushRef="#br0" timeOffset="1560.345">18576 14781 1792 0,'-8'15'51'0,"-1"1"10"0,3 3-49 0,0 2-12 0,3-2 0 0,0 4 0 31,0 1 0-31,0 0 0 0,3 5 0 0,0-2 0 0,0-1 0 0,0 0 0 0,0-2 0 0,3 3 0 16,-3-1 0-16,3-2 0 0,3 0 0 0,-3 2 0 15,0-5 0-15,3 1 0 0,3-4 0 16,-4 1 0-16,7-3 0 16,0-3 0-16,0 3 0 0,3-6 0 0,0-2 54 15,3 0 8-15,3-3 2 0,5-2 0 0,1-3 19 0,3-3 4 0,6 1 1 0,2-6 0 16,-2-3-29-16,6-5-6 15,-1-2-1-15,4-3 0 0,6-3 0 0,-1-3 0 16,7-2 0-16,5-5 0 16,-5 2-63-16,2-5-13 0,1 0-2 0,6-5-1 0,-7-1 11 0,4-2 1 15,-1-2 1-15,4-4 0 0,-10 6-58 16,1 3-12-16,-1 0-3 0,1-1 0 0,-10 9-84 0,-5 0-17 0,0 2-3 0</inkml:trace>
  <inkml:trace contextRef="#ctx0" brushRef="#br0" timeOffset="1952.183">19386 14640 2318 0,'-6'0'48'0,"6"0"11"15,0 0-47-15,0 0-12 0,0 0 0 0,0 0 0 16,0 0 0-16,0 0 0 0,0 0 0 0,0 0 0 15,3 6 10-15,0-1 0 0,3 0 0 0,-3 0 0 16,0 3-1-16,3-2 0 0,0 2 0 0,-3 2 0 16,0 3-9-16,0 1 0 0,0 2 0 0,0 5 0 15,0 0 0-15,-3 3 0 0,0 5 0 0,0 3 0 0,-3-3-15 16,0 2-5-16,0-1 0 0,0 1-1 0,0-2 21 0,0 1 0 16,3-4 0-16,-3 0 0 0,3-2 0 15,0 0 0-15,3 0 0 0,0-3 0 0,3 0 0 0,3-5 0 0,-3 3 0 16,6-4 0-16,3 1 47 0,-1-5 13 0,4 0 4 0,6-1 0 31,3-2 0-31,3-5 0 0,5-1 0 0,4-2 0 0,3-2-20 0,2-6-3 0,4-3-1 16,6-5 0-16,5-2-12 0,7-9-4 15,5-2 0-15,12-8 0 0,-2 0-24 0,5-3-9 0,3-2 0 0,19-11 0 16,-10 0-37-16,6-2-7 0,3-6-2 16,24-11 0-16,-18 9-58 0,3-3-12 0,6-6-3 15</inkml:trace>
</inkml:ink>
</file>

<file path=ppt/ink/ink3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23T23:14:25.26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17466 1810 1922 0,'0'-8'54'0,"0"3"13"15,3-3-54-15,-3 2-13 0,3-2 0 0,-3 6 0 16,0 2 77-16,3-5 13 0,-3 5 2 0,0 0 1 16,0 0-23-16,0 0-5 0,0 0-1 0,0 0 0 15,0 0-51-15,0 0-13 0,3 5 0 0,0 5 0 16,-3 4 0-16,3-1 0 0,0 5 0 0,0 1 0 0,-3 2 20 0,3-2 0 15,0 2 1-15,-3 3 0 0,0-3-13 0,3 0-8 16,-3 0 10-16,0 0-10 0,3 3 8 16,-3 5-8-16,0-5 0 0,0 10 0 0,0-5 0 15,0-2 8-15,0 7-8 0,0-5 0 0,0 1 31 0,0-9 3 0,0 3 1 16,0-3 0-16,0-3-35 16,0 1 0-16,0-3 0 0,0 0 0 15,0-3-28-15,0 0-12 0,3-2-2 0,-3 2-1 16,3-5-133-16,0-3-26 0,0 3-6 0</inkml:trace>
  <inkml:trace contextRef="#ctx0" brushRef="#br0" timeOffset="474.151">18076 1736 1792 0,'3'-13'51'0,"0"-1"10"15,-3 6-49-15,3 0-12 0,0 1 0 0,-3-1 0 16,0 2 92-16,0 6 15 0,0 0 3 0,0 0 1 16,0 0-36-16,-6 0-7 0,-3 6-2 0,3 2 0 15,-5-1-38-15,-1 9-7 0,0 5-1 0,-3 1-1 16,0 1-11-16,0 7-8 0,-3-1 12 0,3 2-12 16,-3-1 10-16,4-4-10 0,-4 3 8 0,6 0-8 15,-3 0 0-15,3 3-17 0,3 0 2 0,0 2 1 16,3 3 14-16,3-5 0 0,0 2 0 0,0 3 0 15,6-7 0-15,0-1 0 0,3-6 0 0,3-1 0 16,0-1 0-16,3-5 0 0,0-3 0 0,6 3 0 16,0-6 0-16,-1 1 0 0,7-3 0 0,-3-5 10 0,3 2-10 15,-3-3 0-15,3-2 0 0,-1 0 0 0,-5 0 0 0,0-2 0 16,0-3-9-16,-3 2 9 0,0-2 48 0,0-3 12 16,-3 0 4-16,-1 0 0 0,-2-5-52 0,0-1-12 0,0 4 0 15,-3-6 0-15,0 3 0 0,-3-9 0 0,0 7 0 16,-3-9 0-16,0 11 54 15,-3-9 8-15,-3 7 2 0,0-7 0 0,0 9-52 0,-3 3-12 0,0-4 0 0,-3 6 0 16,1 0 0-16,-1 3-12 0,-6 2 3 16,0 3 0-16,0 0 9 0,-3 0-13 0,-3 3 5 0,1 2 8 15,-1-2-25-15,0 5 2 0,0 3 1 0,0 4 0 16,4-7-3-16,2 6-1 16,0 2 0-16,6-1 0 0,0-1-235 0,6 1-47 0</inkml:trace>
  <inkml:trace contextRef="#ctx0" brushRef="#br0" timeOffset="1087.986">19779 1879 1804 0,'12'-16'37'0,"-6"8"10"15,-3 0-38-15,-3 3-9 0,3 2 0 0,-3-8 0 0,0 9 106 0,0-4 19 16,-3 4 4-16,3 2 1 0,-6-5-50 0,0 5-11 0,-3 5-1 0,-3-5-1 16,-3 8-27-16,-3 5-4 0,-2-5-2 15,-4 8 0-15,0 0-22 0,-6 0-4 0,-3 2 0 0,1 1-8 16,2 2 25 0,3 0-1-16,0-5-1 0,1 10 0 0,5-7-23 0,3 7 0 15,3-5 0-15,3 6 0 16,3 2-16-16,0-3-8 0,6 4-2 0,0-1 0 15,6-6-10-15,3 1-1 0,0-3-1 0,6 1 0 0,3-7 38 0,6-1 0 0,-3-4 0 16,5-2 0 0,4 3-34-16,0-9 1 0,3 4 0 0,-1-4 0 0,-2-2 25 0,0 0 8 0,0 0 0 0,-6-2 0 15,0-4 0-15,-7 4 0 0,1-9 12 0,-3 3-3 16,-3-2 15-16,-3-4 2 0,-3-1 1 0,-3-1 0 16,0-3 9-16,-6 1 1 0,0-9 1 0,-6 3 0 15,-3 1-26-15,-2 1-12 0,-1-7 10 0,-6 3-10 16,-3 7 0-16,-3-2 8 0,1 0-8 0,-1 0 0 15,-3 0 0-15,3 2 0 0,0-2 8 0,1-3-8 16,2 3 0-16,0-5 0 0,0-1 0 0,4 1 0 16,-1 2 0-16,6 3 0 0,0-3 0 0,3 3 0 15,6-1 0-15,3 7 8 0,0-1-8 0,6 3 0 16,6-1 0-16,0 4 0 0,6-1 0 0,0 3 0 16,3 6 0-16,3-6-8 0,3 0 8 0,2 2 0 15,1 6 10-15,0-8 9 0,3 8 1 0,3 0 1 16,-1 0-21-16,4 0 0 0,0 3 0 0,0 2 0 15,-4 3 0-15,-2 6 0 0,0-4 0 0,-3 9 0 16,-3-3 0-16,-4 5 0 0,1 2 0 0,-3 1 0 16,-3 3 15-16,0-3-2 0,-3 5 0 0,0-6 0 0,-3 4-13 15,0-6-18-15,-3-2 4 0,0 2 1 16,-3-5-41-16,0 2-8 0,0-2-2 0,-3-5 0 16,-3 2-102-16,3 0-21 0</inkml:trace>
  <inkml:trace contextRef="#ctx0" brushRef="#br0" timeOffset="2018.857">21181 1627 1579 0,'0'0'32'0,"0"0"10"0,0 0-34 0,0 0-8 0,0 0 0 0,0 0 0 16,0 0 104-16,0 0 20 0,0 0 3 0,0 0 1 16,0 0-52-16,0 0-9 0,-9 0-3 0,0 6 0 15,0-6-51-15,-6 8-13 0,0-1 0 0,-2 7 0 16,-1 2 0-16,-3-1 0 0,0 7 0 0,-3-1 0 16,0 3 0-16,-2-3 0 0,-4 3-9 0,-3-1 9 15,0 4-21-15,1-6 1 0,-1-2 1 0,0 7 0 16,0-10-17-1,7 5-3-15,-4-5-1 0,3 0 0 0,6 0 60 0,0-3 12 0,4 0 3 0,-1 0 0 16,6-2-35-16,0 2 0 0,0 0 0 0,6-5 0 16,0 0-26-16,3 3-6 0,3-1 0 15,0-2-1-15,6 0 33 0,-3 0 0 0,6-2 0 0,0 1 0 16,0 1 31-16,6-8 13 0,0 3 2 0,2 2 1 16,4-5-24-16,3-5-5 0,3 5-1 0,3-3 0 15,-4-2-17-15,7 2 0 0,-3-4 8 0,3 1-8 16,-4-2 0-16,1 3 8 0,0-3-8 0,-3 0 0 15,0-5-11-15,-4 2-9 0,1-2-1 0,0 5-1 16,-3-8-20-16,-3 6-4 0,0-1-1 0,-4-2 0 16,-2 0 31-16,-3 2 5 0,0-5 2 0,-3 3 0 15,-3-3 9-15,0 3 8 0,-6-8-8 0,3 5 11 0,-3 0 15 16,-3-3 3-16,0 1 1 0,0-1 0 0,-3 1 6 0,3 5 0 0,0-3 1 16,-2 0 0-16,-1 3 22 15,3-1 4-15,0 6 1 0,0 1 0 0,0-1 0 0,3 2 0 16,-3 4 0-16,3-4 0 0,3 6-52 0,0 0-12 0,0 0 0 15,0 0 0-15,-3 6 0 0,-3 4 0 0,3 3 0 0,0 1 0 16,0 7 0-16,0-3 0 0,0 9 0 0,3 2 0 16,-3-3 0-16,3 1 0 0,0 2 0 0,3 0 0 15,0 0 0-15,-3-2 0 0,3 2 0 16,3 5 0-16,-3 3 0 0,3 0 0 0,0 0 0 0,3 6 0 16,0-6 0-16,0-8 0 0,0-3 0 0,2 3 0 15,-2-2 0-15,3-3 0 0,0-3 0 0,-3 0 0 16,3-5 0-16,-3 5 0 0,0-2 0 15,3-1 0-15,-3-2-185 0,3-3-34 16,0-5-6-16</inkml:trace>
  <inkml:trace contextRef="#ctx0" brushRef="#br0" timeOffset="2622.472">22235 1863 1691 0,'-6'-8'71'0,"3"0"-57"15,0 0 68-15,0-3 14 0,0 1 2 16,3 2 1-16,0-5-28 0,0-1-6 0,3 4-1 0,0-3 0 16,3-3 0-16,3 2 0 0,0 1 0 0,3 3 0 15,2-4-51-15,4 1-13 0,3 3 0 0,0 2 0 16,0 2 21-16,3-2 2 0,2 3 0 0,1 3 0 16,-3 2 14-16,0 0 3 0,0 0 1 0,-4 0 0 15,4 2-33-15,-6 3-8 0,3-5 0 0,-3 3 0 16,-3 2 0-16,0 3 0 15,-1 0 0-15,-2 0 0 0,-3 11 0 0,-3-3 0 0,0-1 0 0,-3 7 0 16,-6-1 0-16,0 3 0 0,0-1 0 0,-6 4 0 16,0-6-49-16,0 3-12 0,-2-3-3 15,-4-2 0-15,3-1 52 0,-6-2 12 0,3 0 0 0,-3 0 0 16,0-3 0-16,0 0 0 0,1-5 0 0,-1 5 0 16,0-2 0-16,3 2 0 0,0 0 0 0,0 3 0 15,3-5 0-15,3 2 0 0,0 0 0 0,3 1 0 16,4 1 0-16,-1 1 0 0,3-2 0 0,5-4 0 15,-2 3 0-15,6 1 0 0,-3-4 0 0,6 3 0 16,0-5 0-16,0 0 0 0,3-2 0 0,3 1 0 16,0-1 0-16,0 2 0 0,-1-8 0 0,4 8 0 15,0-8 0-15,0 2 0 0,3 4 0 0,2-6 0 0,1 2 0 0,3-2 0 16,3 0 0-16,0 0 0 0,-4 0 8 0,4 0 5 16,-3 0 1-16,0-2 0 0,-4 2-14 15,1 0 8-15,-3-6-8 0,0 4 0 16,0-4-17-16,2 4-10 0,-2-9-1 0</inkml:trace>
  <inkml:trace contextRef="#ctx0" brushRef="#br0" timeOffset="2953.091">23705 1641 2184 0,'-3'-14'45'0,"0"1"11"0,0 5-44 16,0-2-12-16,3 4 0 0,0-2 0 0,-3 0 94 0,3 3 17 0,0 5 3 0,0 0 1 16,0 0-39-16,0 0-7 0,0 0-1 0,0 0-1 15,0 0-30-15,0 0-5 0,0 0-2 0,0 5 0 16,-3 3-11-16,0 0-3 0,0 5 0 0,0 3 0 16,-3 8-1-16,3 3-1 0,0 4 0 0,-3 6 0 15,4 0-6-15,-1 1 0 0,3 4-8 0,0-5 12 16,0 0-12-16,0 0 9 0,0-5-9 0,3 10 8 15,-1-5-8-15,4 8 0 0,-3 0 0 0,0 5 0 16,3-13 0-16,-3-2 0 0,3-3 8 0,0-3-8 16,-3 0 0-16,0 0 0 0,0-5 0 0,0 5 0 15,0-5 0-15,0 2 0 0,0-5-14 0,-3 3 5 16,0-3-155-16,3-2-32 0,-6-1-5 0</inkml:trace>
  <inkml:trace contextRef="#ctx0" brushRef="#br0" timeOffset="3899.734">16585 3228 1337 0,'-9'-8'28'0,"9"8"6"0,-3-5-34 0,3 5 0 0,-3-3 0 0,3 3 0 16,0-8 0-16,3 3 0 0,0 0 0 0,0 2 0 16,3-2 58-16,0 2 5 0,3 3 1 0,0-5 0 15,3 2-52-15,0 3-12 0,3-5 0 0,2 2 0 16,4 1 54-16,0 2 8 0,3-3 2 0,0 3 0 15,6 0-52-15,-4-5-12 0,7 5 0 0,-3-3 0 16,3 3 23-16,-1 0 1 0,1 0 1 0,3-5 0 16,5 5 7-16,1 0 2 0,6-3 0 0,2 3 0 15,1 0-2-15,0 0-1 0,-1-5 0 0,7 2 0 16,2 1-6-16,4 2-1 0,-1-6 0 16,13 4 0-16,-7-1-2 0,4 3-1 0,2-5 0 0,9 2 0 15,-8 3-9-15,2-5-1 0,1 5-1 0,8-3 0 16,-6 3-22-16,1 0-4 0,2-5 0 15,9 5-1-15,-8 0 43 0,2-3 9 0,0 3 1 0,12 0 1 16,-8 0-20-16,2 0-4 0,0 0-1 0,12 0 0 16,-11 0 0-16,2 3-1 0,0-3 0 0,15 5 0 15,-14-5-11-15,2 3 8 0,0 2-8 0,15-5 8 16,-15 3-8-16,4 2 0 0,-1-2 0 0,12-1 0 16,-12 4 53-16,0-1 9 0,4 0 2 0,11-2 0 15,-15 2-64-15,0-2 0 0,3 2-14 0,12-2 2 16,-17-1 12-16,2 6 16 0,3-8-4 0,6 3-1 0,-12 2-11 15,-2-5 0-15,2 8 0 0,6-8 0 0,-12 3 0 0,0-1 0 16,1 1 0-16,5 0 0 0,-12-3 53 0,1 2 9 0,-4 1 2 16,9 2 0-16,-8-5-52 0,-4 3-12 0,3 2 0 15,4-5 0-15,-10 0 0 0,-3 0 0 0,4 3 0 0,2-3 0 16,-14 0 0-16,2 0 0 0,-5 0 0 0,5 0 0 16,-8 5 0-16,-1-5 0 0,4 0 0 0,-1 3 0 15,-8-1 0-15,2-2 0 16,-5 0 0-16,5 0 0 0,-8 3 0 0,0-3 0 0,-1 3 0 15,-2-1 0-15,-3-2 0 0,-7 0 0 0,-2 0 0 16</inkml:trace>
  <inkml:trace contextRef="#ctx0" brushRef="#br0" timeOffset="9911.547">12888 3183 2066 0,'0'-8'43'16,"-3"0"10"-16,3 3-42 0,0 0-11 0,0 5 0 0,0 0 0 15,0 0 84-15,0 0 16 0,0 0 2 0,0 0 1 16,0 0-43-16,0 0-9 0,0 8-2 0,-3 5 0 16,0 0-7-16,3 3-2 0,-3 5 0 0,0 3 0 15,0 5-40-15,0 3-20 0,-3 2 1 0,3 9 1 16,-3-6 18-16,3 0 8 0,0 0-8 0,-2 0 12 0,2 0-12 16,0 0 8-16,0-5-8 0,0 5 0 15,0-3 8-15,0 3-8 0,0 0 0 0,0 0 0 16,-3-5 0-16,3 2 8 0,0-5-8 0,-3-2 0 15,3-3 0-15,0-1 0 0,0-4 0 0,0 0-10 16,3-4-138-16,0 1-28 0,0-5-6 0</inkml:trace>
  <inkml:trace contextRef="#ctx0" brushRef="#br0" timeOffset="10218.12">13120 3315 1934 0,'-6'-13'40'0,"0"-3"9"0,3 0-39 0,0 6-10 0,3-1 0 0,0 1 0 16,0 2 103-16,3 5 18 0,0-5 4 0,3 0 1 15,0 0-39-15,3 6-8 0,3-4-2 0,0 1 0 16,3 5-26-16,3-5-6 0,0 2-1 0,0 3 0 16,-1 0-12-16,1 3-4 0,-3 2 0 0,3-2 0 15,0 5-13-15,-3 2-3 0,3-2-1 0,-4 3 0 16,4 2-11-16,-6 3 10 0,6 0-10 0,-3 10 10 15,-3-5-10-15,0 8 0 0,0 3 0 0,-3 0 0 16,-3 0 0-16,-3-1 0 0,-3 1 0 0,0 3 0 16,-3-6 0-16,-3 0 0 0,-3 0 0 0,-3 8 0 15,0-8 0-15,0 6 0 0,-3 2 0 0,-3 2 0 16,3-10 0-16,0 0 0 0,1 1 0 0,-1-4 0 16,0-2-136-16,-3 0-30 0,0-1-6 0</inkml:trace>
  <inkml:trace contextRef="#ctx0" brushRef="#br0" timeOffset="10408.594">13260 3810 2211 0,'-3'-16'46'0,"0"11"10"0,0-8-44 16,3 2-12-16,0 3 0 0,0 3 0 0,3-3 100 0,3 3 17 0,-3 0 4 0,3-1 1 31,0 1-57-31,3 0-11 0,0-3-2 0,3 5-1 0,0-5-19 0,0 0-3 0,3 3-1 0,2-3 0 15,1 0-28-15,6 0 0 0,0 0 0 0,6 3 0 16,-1-3-60 0,7-3-12-16,0 3-3 0</inkml:trace>
  <inkml:trace contextRef="#ctx0" brushRef="#br0" timeOffset="10672.495">13933 3519 1824 0,'-33'5'38'0,"21"1"8"16,0-4-37-16,3 4-9 0,1-4 0 0,-1 4 0 16,0-1 104-16,3 3 20 0,0 0 3 0,0 2 1 15,0 1-52-15,3 0-9 0,0 2-3 0,0-3 0 16,0 9-12-16,0-9-2 0,3 9-1 0,-3-3 0 16,3 5-27-16,-3-2-6 0,3 7 0 0,-3-5-1 15,3 3-15-15,-3 0 0 0,3 2 0 0,0-5 0 16,-3 3 0-16,3-3 0 0,0-2 0 0,-3 2 0 15,3-2 0-15,-3-1 0 0,3-2 0 0,-3 5 0 16,0-5 0-16,3 3 0 0,-3-9 0 0,0 6 0 16,3-3-202-16,-3-2-43 0</inkml:trace>
  <inkml:trace contextRef="#ctx0" brushRef="#br0" timeOffset="11056.343">14094 3707 2108 0,'0'-8'44'0,"0"8"10"0,0 0-43 0,0 0-11 0,-6-5 0 0,6 5 0 16,-6 0 96-16,0 2 16 0,0 1 4 0,0 5 1 15,0 0-42-15,-3 3-9 0,0-1-2 0,0 6 0 16,0 0-27-16,0 5-5 0,0-5-2 0,-3 5 0 16,4 0-10-16,-1-2-3 0,0-1 0 0,3 3 0 15,0-2-17-15,0-3 0 0,3 2 8 0,0-2-8 16,3 0 0-16,0 0 0 0,3-3 0 0,0 3 0 15,3-5 0-15,3 5 0 0,0-6 0 0,0 1 0 16,2-1 0-16,1-2 0 0,3-2 0 0,0-1 0 16,0-2 0-16,3-3 0 0,-3-3 0 0,3 0-9 15,-3 1 9-15,-1-6 0 0,4-3 0 0,0 0 0 16,-3 4 14-16,3-7-2 0,0 4 0 0,-3-1 0 16,-1-5-12-16,1 3 11 0,0-3-11 0,-3 0 10 15,0 0 42-15,-3-5 8 0,-3 5 1 0,0-7 1 16,-3 1-34-16,0 1-6 0,-3-3-2 0,0 3 0 15,-6 0-11-15,0 3-9 0,0 2 12 0,-6 0-12 0,0 3 8 16,-3 2-8-16,0 3 0 0,-5-3 0 0,5 6-12 16,-3 3-7-16,0 2-1 0,-3-3 0 15,0 3-88-15,-3 0-17 0,4 0-4 0</inkml:trace>
  <inkml:trace contextRef="#ctx0" brushRef="#br0" timeOffset="85743.842">17889 1281 1964 0,'-15'-22'83'0,"9"15"-67"16,0-1-16-16,3 0 0 0,-3 2 76 0,3-2 11 15,3 6 2-15,-3-6 1 0,3 3-20 0,-3 2-4 16,3 3-1-16,0 0 0 0,0 0-1 0,0 0 0 15,0 0 0-15,0 0 0 0,0 0-51 0,6 3-13 0,0 2 0 0,-3 5 0 16,3-2 0-16,-3 6-15 16,3-1 3-16,-3 3 1 0,3 0 11 0,3 2 0 15,-3-2 0-15,3 5 8 0,3-5-8 0,-3 0 0 0,2-3 0 0,1-2 0 16,0 2 0-16,3-5 0 0,-3-3 0 0,3-2 0 16,0-3 0-16,0-3 0 15,3-2 0-15,-4-3 0 0,1 0 16 16,0-5 1-16,-3 2 1 0,3-7 0 0,-3 2 10 0,0 0 3 0,3-5 0 0,-3-3 0 15,0 3-7-15,2 0 0 16,-2-1-1-16,3 4 0 0,0-3-23 0,0-6 0 16,0 3 0-16,3 1 0 0,0-6 8 0,-1-1-8 0,-2 1 8 15,3 0-8-15,0-3 0 0,-3 3 0 0,-3 8 0 0,0-3 0 16,0 3-17-16,-3 8-8 16,-1-3-2-16,-2 3 0 0,0 5-33 0,0-5-6 15,-3 10-2-15,-3-5 0 0,3 3-110 0,-3 5-22 16,0 0-5-16</inkml:trace>
  <inkml:trace contextRef="#ctx0" brushRef="#br0" timeOffset="86120.258">18163 1074 1465 0,'0'0'32'0,"0"0"6"0,0 0 2 0,0 0 2 0,0 0-34 16,0 0-8-16,0-2 0 0,0 2 0 0,0-6 72 0,3 4 12 15,-3 2 2-15,0-6 1 0,3-2-18 0,-3 8-3 16,3-5-1-16,-3 5 0 0,3-2-15 0,-3 2-3 16,0 0-1-16,0 0 0 0,3-6-15 0,-3 6-3 0,0 0-1 0,3 6 0 15,3-4-6-15,-4 6-1 16,1-3 0-16,0 9 0 0,0-6-3 0,0 2-1 16,0 3 0-16,0 3 0 0,0-3-16 0,0 1 10 15,0 2-10-15,0-3 8 0,0 3-8 0,0-8 0 16,0 5 0-16,3-3 0 0,-3-2 0 0,0 3 0 15,0-3 0-15,3 0 0 0,0-6 53 0,0 4 9 16,0-6 2-16,0 5 0 0,3-10-52 0,-3 5-12 16,3-6 0-16,3 4 0 0,-4-6 44 0,4 3 7 15,3-3 1-15,0 0 0 0,0 0-26 0,0 0-5 16,3 0-1-16,-3-5 0 0,3-1-12 0,-1 7-8 0,1-9 10 0,-3 0-10 16,0 3 8-16,0-3-8 0,0-3 0 15,0 1 9-15,0-1-20 0,-1 1-4 0,1-4-1 16,3 1 0-16,3-3-140 0</inkml:trace>
  <inkml:trace contextRef="#ctx0" brushRef="#br0" timeOffset="86902.733">23845 1207 1659 0,'-3'-14'36'0,"0"12"8"0,0-6 2 0,0 0 1 0,0 0-38 0,3-3-9 15,-3 1 0-15,0 2 0 0,0-5 68 0,0 5 12 16,3-6 3-16,-3 6 0 0,0-5-12 0,3 5-3 16,0 0 0-16,0 0 0 0,-3 0-26 0,3 8-6 15,0 0 0-15,0 0-1 0,0 0-11 0,0 0-3 16,0 0 0-16,0 0 0 0,0 0-13 0,0 8-8 16,3 0 8-16,-3 6-8 0,0 1 0 0,0-1 8 15,0 2-8-15,0-1 0 0,3-1 0 0,-3 2 0 16,0-3 0-16,0 3 0 0,3-8 0 0,-3 5 0 15,3-5 0-15,-3-8 0 0,0 0 0 0,0 0 0 16,9 2 0-16,-9-2 0 0,9 6 0 0,0-6 0 16,3-6 0-16,0 4 0 0,0-6 45 0,0 0 11 15,3 0 3-15,2-3 0 0,1 1-43 0,0-3-16 16,3-1 11-16,0 4-11 0,3-4 22 0,-4-1-2 0,1-1 0 0,0 3 0 16,0-9-20-16,-3 6 9 15,0 1-9-15,-3-7 0 0,-4 7 0 0,4-4 0 0,-3 3 0 0,-3 6 0 16,-3-4-25-16,3 1-9 0,-6 0-2 0,0 5 0 15,0 0-116-15,0 5-23 0,-6-2-5 0</inkml:trace>
  <inkml:trace contextRef="#ctx0" brushRef="#br0" timeOffset="87239.078">23937 1043 1872 0,'0'0'38'0,"0"0"-30"0,0 0-8 0,0 0 0 0,0 0 52 0,0 0 10 16,0 0 2-16,6 2 0 0,-3 3 0 0,3 3 0 16,-3-2 0-16,0 4 0 0,0-2-16 0,0 5-4 15,0 1 0-15,-3-4 0 0,3 3-19 0,-3 1-4 16,0 2-1-16,3-3 0 0,-3 3-20 0,0-3 0 16,3 3 0-16,0 0 0 0,-3 0 0 0,3-3 0 15,0 3 0-15,0-3 0 0,3 3 0 0,0-8 0 16,0 5 0-16,3-5 0 0,0 0 12 0,0-3-1 15,2-2-1-15,4-3 0 0,-3 0 30 0,6-3 7 16,-3 3 1-16,3-8 0 0,3-2-34 0,-3 2-6 16,-1-3-8-16,4-2 11 0,0 0 42 0,0-3 9 15,3 2 2-15,3 4 0 0,2-9-52 0,-2 9-12 16,6-6 0-16,0 3 0 0,2-3-9 0,-2 3-5 16,0-1-1-16,-3-2 0 0,-1 3-78 15,1 3-16-15,0-4-3 0,0 7-658 0,-1-1-131 0</inkml:trace>
  <inkml:trace contextRef="#ctx0" brushRef="#br0" timeOffset="88045.29">17785 3606 1958 0,'-9'-13'43'0,"6"8"9"0,0 0 1 0,0 5 3 0,3 0-45 0,-3-8-11 0,0 2 0 0,3 6 0 15,-3-2 53-15,3 2 9 16,0 0 2-16,0 0 0 0,0 0 51 0,0 0 10 0,0 0 3 0,0 0 0 15,0 0-103-15,0 0-25 16,0 0 0-16,0 0 0 0,0 0 40 0,0 0 4 16,-3 8 0-16,3 0 0 0,3 0-24 0,-3 5-4 15,0 0 0-15,0 6-1 0,0 2-3 0,0 3 0 16,3 2 0-16,-3 6 0 0,0 0-12 0,0 2-8 16,0 0 8-16,3-2-13 0,-3 0 13 0,0-3 16 0,0-3-3 0,0 4-1 15,0-9-12-15,0 5 8 16,0-5-8-16,0 3 0 0,0 3 8 0,-3-6-8 0,3-3 0 0,0 3 0 15,-3-2 9-15,3-3-9 16,0 0 8-16,0-3-8 0,0 3-9 0,0-11-7 0,3 6-2 16,0-3 0-16,0-3-142 0</inkml:trace>
  <inkml:trace contextRef="#ctx0" brushRef="#br0" timeOffset="88778.215">23916 3744 1638 0,'0'0'36'0,"0"0"7"0,0-8 1 0,3 3 3 0,-3 0-38 0,0 5-9 16,3-3 0-16,-3 3 0 0,0 0 124 0,0 0 24 16,3-5 4-16,-3 5 0 0,0 0-60 0,0 0-13 0,0 0-3 0,0 0 0 15,0 0-19-15,0 0-4 16,3 8-1-16,0 2 0 0,0 1-41 0,-3 5-11 15,0 2 0-15,0 3 0 0,-3 3 53 0,0-3 9 16,3 3 2-16,-3 3 0 0,0-4-56 0,-3 1-8 16,4 0 0-16,-1 2-10 0,0-7 10 0,0 5 0 15,0 0 10-15,0-3-10 0,0 5 0 0,0 1 0 16,3-6 0-16,0 5 0 0,-3 1 0 0,3-6 0 16,0 3 0-16,0-3 0 0,-3-3 12 0,3 1-4 15,0-3-8-15,0 0 12 0,0-3-12 0,0-2-8 16,0-1 8-16,0 1-13 0,0-3 13 0,3-3 0 15,-3-5 0-15,0 8 0 0,0-8-156 0,0 0-29 0,0 0-6 16,0 0-897-16</inkml:trace>
  <inkml:trace contextRef="#ctx0" brushRef="#br0" timeOffset="89669.048">19484 3763 2067 0,'-6'-6'87'0,"-3"1"-70"0,3 0-17 0,-2 2 0 16,2-5 106-16,-3 3 18 15,3 2 3-15,-3 1 1 0,0 2-52 0,0 0-9 16,3 2-3-16,-3 4 0 0,-3-1-51 0,3 8-13 15,-3-5 0-15,-3 8 0 0,4 2 54 0,-7 6 8 0,3 5 2 0,0-5 0 16,0 3-52-16,0-1-12 16,0-2 0-16,3 0 0 0,0 2-16 0,1 1-5 15,2-4-2-15,6 4 0 0,0-1 23 0,6 3 0 16,3-2 0-16,0 2 0 0,5 0 12 0,4-5 9 0,0-3 3 0,3-2 0 16,3-4-44-1,3-1-8-15,-3-6-1 0,2 0-1 0,-2-6 30 0,6-2 0 16,0 0 0-16,6-8 0 0,-1 3 0 0,4-8 0 15,0 0 0-15,-1-6 0 0,1-2 0 0,-3 2 13 16,-6-5-4-16,-1 3-1 0,-5-2 10 0,0-1 2 0,-6 0 0 16,0 3 0-16,-3 0 20 0,0-6 4 0,-6 3 0 15,0 0 1-15,0-2-22 0,-6 2-5 0,0 0-1 0,-3-5 0 0,-3 0-7 16,0 3-2-16,-3 2 0 0,0 0 0 0,-3 3-8 16,-3 5 0-16,0-2-12 0,-9 7 12 0,3-5 0 0,-5 5 8 15,-1 4 2-15,-3 4 0 16,0-2-23-16,4 2-5 0,-1 3-1 0,0 0 0 15,3 3-37-15,3 2-8 0,6-2-2 0,1 2 0 16,5 0-144-16,3 6-29 0,3 5-5 0,12-3-772 0</inkml:trace>
  <inkml:trace contextRef="#ctx0" brushRef="#br0" timeOffset="90238.289">21062 3728 1958 0,'0'0'43'0,"-9"0"9"0,3 0 1 0,0 0 3 0,6 0-45 0,-6 0-11 15,0 0 0-15,0 3 0 0,6-3 97 0,-6 3 18 16,3 2 3-16,-6 0 1 0,3 3-69 0,3-3-14 16,-3 3-2-16,1 8-1 15,-1-5 6-15,0 2 1 0,0 8 0 0,3-5 0 16,-3 5-32-16,3 0-8 0,0-2 0 0,0 2 0 0,3-2 0 0,3 4 0 15,-3-7 0-15,6 3 0 0,-3-3-13 0,6 2-4 16,-3-2-1-16,3-3 0 0,-1 0 18 0,4 1 0 16,3-4 0-16,0-2 0 0,0-2 11 0,3-4 5 0,6 1 2 0,0-3 0 15,2-3-26-15,1 1-6 0,0-4-1 0,0 4 0 16,-1-6 23-16,-2 0 5 0,0 0 1 0,-3 0 0 16,-3-3 26-16,-3 1 4 0,0-4 2 15,-4 7 0-15,1-12-22 0,-3 6-4 0,-3-6 0 16,0 3-1-16,0-7 29 0,-3 1 5 0,0-4 2 0,-3-1 0 15,3 1-37-15,-6 2-7 0,0-5-2 0,-3 3 0 16,0 7-9-16,0-2 0 0,-3-3 0 0,-3 11 0 16,-2-3 0-16,-4 0 0 0,-6 3 0 0,0 2 0 15,0 1 0-15,-3 4 0 0,-2 4 0 0,-1-6 0 16,3 8 0-16,0 0 0 0,4 0 0 0,-1 2 0 16,3 4-56-1,3-4-4-15,0 6-1 0,3 3 0 0,0 0-156 0,1-4-31 0,-10 12-7 16,15 2-1-16</inkml:trace>
  <inkml:trace contextRef="#ctx0" brushRef="#br0" timeOffset="90847.662">22669 3659 2019 0,'0'0'44'0,"0"0"10"0,0 0 2 0,0 0 0 0,0 0-44 0,0 0-12 0,0 0 0 0,0 0 0 15,0 0 94-15,0 0 17 0,-9 0 3 0,0 3 1 16,0 5-63-16,1-5-13 0,-1 5-3 0,-3 2 0 16,0 6-16-16,-3-5-4 0,0 5-1 0,0 5 0 15,0 5-15-15,0-5 0 0,1 6 0 0,-1 2 0 16,3-3 0-16,0-5 0 0,3 6-9 0,3-1 9 15,0-7 0-15,3 2 0 0,3-2-8 0,0 2 8 16,6-3 0-16,0 1 0 0,3 5 0 0,3-11-9 0,3 5 21 16,0-2 4-16,2-2 0 0,1-1 1 0,-3-3-17 0,3-2 0 15,3-2 0-15,3-1 0 0,-1-5 0 0,1-8 0 16,6 3 0-16,3-3 0 0,0 0 26 16,-4 0 2-16,4-5 0 0,0 2 0 0,-6 0 3 15,-1 1 1-15,-2-3 0 0,-3-1 0 0,-3-2 8 0,-3 1 1 16,0-4 1-16,-3 1 0 0,-1-4-5 0,-2-1-1 15,-3 1 0-15,0-7 0 0,-3 0-12 0,-3 0-4 16,0-3 0-16,-3 3 0 0,0 0-8 0,-3 0-3 16,-3 3 0-16,0 7 0 0,-2-2-9 0,-4 5 0 0,-3-3 9 0,-6 9-9 15,0-9 0-15,-9 9-15 0,-2 2 3 0,-4-3 0 32,0 6-66-32,4 2-13 0,-4 3-2 0,-3 3-1243 0</inkml:trace>
  <inkml:trace contextRef="#ctx0" brushRef="#br0" timeOffset="96809.005">10560 6927 1958 0,'0'0'43'0,"0"-5"9"0,3-3 1 0,-3 0 3 0,3 0-45 0,-3-2-11 0,0 2 0 0,0 0 0 15,0-3 156-15,-3 0 28 0,3 4 7 0,-6-4 1 0,3 3-124 0,-2 0-24 16,-1 3-4-16,0-3-2 0,-3 3-10 0,0-1-1 15,3 4-1-15,-3 2 0 0,-3 0 14 0,3 5 4 0,-6 0 0 0,0 3 0 16,-3 3-20-16,1-1-3 16,-4 6-1-16,0 0 0 0,0 0-32 0,0 2-8 0,0 4 0 15,4 1-1 1,2 4-18-16,0 2-3 0,6-3-1 0,0 4 0 16,6-4-17-16,0 1-3 0,6-4-1 0,0-4 0 15,3-1 19-15,3-4 3 0,3-1 1 0,0-5 0 16,5 0-6-16,-2-6-1 0,6 1 0 0,0-6 0 0,-3 1 31 0,3-4 5 0,-3-2 2 15,-4-2 0-15,1-1 36 0,0-2 7 0,-3 0 2 0,0-3 0 16,0-3-35-16,-3 1 0 0,0-1 0 0,-3 1 0 16,3-1 58-16,-3 1 5 0,0 2 1 0,0 0 0 15,-3 0-1-15,-1 3 0 0,1 2 0 0,0 1 0 16,0 2-22-16,-3 0-4 0,3 3-1 0,-3 5 0 16,0 0-15-16,0 0-3 0,0 0-1 0,0 0 0 15,0 0-7-15,3 5-2 0,0 3 0 0,0 2 0 16,0 4-8-16,0 2 0 0,3 5 0 0,-3 3 0 15,3 2 0-15,0 0 0 0,0 1 0 0,0-1 0 16,3-2 0-16,0-3-11 0,0-2 1 0,0-3 0 16,0 0-34-16,3-3-8 0,-3 0 0 0,-1-2-1 15,1-3-162-15,-3 0-32 0,3-3-6 0</inkml:trace>
  <inkml:trace contextRef="#ctx0" brushRef="#br0" timeOffset="97149.491">10834 6888 1717 0,'-9'-16'37'0,"-3"0"8"0,4-3 2 0,-4-5 2 0,0 3-39 0,0-3-10 0,0 1 0 16,-3 1 0-16,6 4 107 0,-3 2 19 0,3 0 4 0,0 6 1 15,6 2-7-15,-3 2-2 0,3 1 0 0,3 5 0 16,0 0-42-16,6 3-8 16,3-1-1-16,3 9-1 0,3 0-56 0,3 2-14 15,0 0 0-15,0 6 0 0,3-1 54 0,-4-2 8 0,1 2 2 0,0-2 0 16,0 3-52-16,0-3-12 0,-3 2 0 15,3 1 0-15,-1-6 33 0,1 6 4 0,-3 2 1 0,0 3 0 16,0 7-38-16,-3 4 0 0,0 2 0 0,-6 0 0 16,0 0 8-16,-6-3-8 0,-3-5 10 0,-6 3-10 15,0-5 11-15,-3-1-11 0,-6-2 12 0,0 5-12 16,0 0 12-16,-3 0-12 0,4 3 12 0,-4 0-12 16,-3-1 11-16,-3 1-11 0,0-5 10 0,-5-1-10 15,2-2 8-15,-3-6-8 0,3-2 0 0,1 0 0 16,2-5 8-16,3-1-8 0,0-2 0 0,6 0 0 15,3-3-96-15,1 1-24 16,-1-4-6-16,3-2-1230 0</inkml:trace>
  <inkml:trace contextRef="#ctx0" brushRef="#br0" timeOffset="99548.724">13466 6718 1314 0,'0'0'37'0,"0"0"8"0,0 0-36 0,0-2-9 0,-3-4 0 0,3 1 0 16,0 0 155-16,-3-1 29 0,3 1 5 0,-3 0 2 15,3-1-50-15,0 1-9 0,0 5-3 0,-3-2 0 16,3-4-1-16,0 6 0 0,0 0 0 0,0 0 0 15,0 0-72-15,0 0-14 0,0 0-3 0,0 0-1 16,3 6-10-16,0 4-1 0,-3 3-1 0,3 6 0 16,0-1-26-16,-3 1 0 0,3-1 0 0,0 4 0 15,-3-1 28-15,3-3 1 0,0 3 0 0,-3 1 0 16,2-1-46-16,1 0-10 16,-3 5-1-16,3 6-1 0,0 0 29 0,-3 2 0 0,3 1 0 0,0 2 0 15,3-5 0-15,-6-6 0 0,3 0 0 0,0-2 0 16,0-3 45-16,-3 1 15 0,3-4 4 0,0-2 0 15,0 3-103-15,0-4-20 0,0 1-4 16,-3 0-1-16,3 0 52 0,0-3 12 0,0-2 0 0,3-1 0 16,-3-2-145-16,3-2-27 0,3-4-4 0,0 1-639 15,0-3-127-15</inkml:trace>
  <inkml:trace contextRef="#ctx0" brushRef="#br0" timeOffset="100376.103">14243 6874 2113 0,'0'0'46'0,"0"0"10"0,0 0 1 0,0 0 3 0,-6-2-48 0,3-1-12 0,3 3 0 0,-6-3 0 16,0 3 122-16,-3 0 22 0,3 0 4 0,0 0 0 15,-3 3-67-15,3 0-13 0,-3 2-4 0,3 3 0 16,-3 0-51-16,0 0-13 0,0 5 0 0,0-2 0 16,-3 4 0-16,1 1 0 0,2 3 0 0,-3 2 0 15,3 3 12-15,0 2 0 0,0 1 0 0,3 2 0 16,0-3-12-16,3 1 0 0,0-3 0 0,3-1 0 15,0 1 0-15,3-3 0 0,3 1 0 0,3-4 0 16,0 1 0-16,3-1 0 0,0 1 0 0,3-3 0 16,-1-3 0-16,4-3 0 0,0 1 0 0,3-3 0 15,3 0-9-15,3-6-2 0,-1-2 0 0,4 0 0 16,0-2 11-16,0-3 16 0,-4-1-4 0,1 1-1 16,0-3-11-16,-3 0-16 0,0-3 4 0,-4 1 1 15,-2-3 43-15,0-1 9 0,0 1 2 0,0-3 0 16,-6 3-18-16,3-5-3 0,-3-1-1 0,-3-5 0 15,2 0 26-15,-2-5 5 0,-3-5 0 0,0 2 1 16,0 0-31-16,-3 1-6 0,-3 2-2 0,0 5 0 0,-3 0-5 16,0 3-1-16,-6 0 0 0,0 2 0 0,-2 3-8 0,-4 0 12 15,0 0-12-15,0 1 12 0,-3 1-12 0,-3 4 12 16,0-3-12-16,0 5 12 0,1 0-28 0,-4 2-6 16,-6 4-1-16,3-1 0 15,1 0-84-15,-1 3-17 0,3 0-3 0,0 0-1 16,3 3-58-16,0 2-12 0,-17 3-2 0,17 0-1 0</inkml:trace>
  <inkml:trace contextRef="#ctx0" brushRef="#br0" timeOffset="101333.802">15484 6911 1558 0,'0'0'34'0,"0"0"7"0,0 0 2 0,3-2 1 0,0-4-35 0,0 4-9 0,-3-1 0 0,0 3 0 16,0-3 133-16,0-2 25 0,0 5 5 0,-3-2 1 15,3-4-44-15,-6 4-8 0,6 2-1 0,-6-3-1 16,3 0-29-16,-3 3-5 0,0-2-2 0,-3 2 0 15,3 2-27-15,-3-2-6 0,0 3-1 0,0 0 0 0,3-1-18 0,-3 4-4 16,0-1-1-16,1 3 0 0,-1 0-17 0,0 2 0 16,0 1 8-16,0 2-8 0,0 3 0 0,3 0 0 15,-3 2 0-15,3 4 0 0,3 1 0 16,-3 1 0-16,6 0 0 0,-3 0 0 0,3 0 0 0,3-3 0 16,0 0 0-16,0 0 0 0,3 0 0 0,0-5-9 15,0 0 9-15,3 0-8 0,0-3-8 0,3-2 0 16,3-1-1-16,-1-2 0 0,4-2-2 0,0-1 0 15,3 0 0-15,3-2 0 0,0-1 4 0,-1-2 1 0,4 0 0 16,0 0 0-16,-3 0 24 0,0-5 5 16,-1 2 1-16,-2-2 0 0,0-3-16 0,-3 3 0 0,0-3 0 0,-3-3 0 15,-3 3 0-15,3-5 0 0,-4 3 0 0,-2-1 0 16,3-2 0-16,-3 0 0 16,0-3 0-16,0 0 0 0,0-5 0 0,0 0 0 0,-3-3 0 15,3 3 0-15,-3-3 54 0,-3 0 8 0,0 3 2 16,-3 0 0-16,0 2-52 0,-3 1-12 0,-3 2 0 0,0 0 0 15,0 3 0-15,-6-1 0 0,3 1 0 0,-6 0 0 16,3 2 31-16,-3 1 3 0,0-4 1 0,-2 7 0 16,-1-4-35-16,0 3 0 0,-6 3 0 0,0-1-9 15,0 1-25-15,-2 3-5 16,-4-1-1-16,0 0 0 0,6 3-113 0,0 3-23 0,1 0-5 16,-1-1-1003-16</inkml:trace>
  <inkml:trace contextRef="#ctx0" brushRef="#br0" timeOffset="102130.205">16442 6874 1764 0,'0'0'39'0,"0"0"8"0,0 0 1 16,-6-2 1-16,6 2-39 0,-3-3-10 0,-3 0 0 0,0 1 0 16,3-1 114-16,-3 3 21 0,1-3 4 0,-4 3 1 0,3 0-47 0,-3 0-9 15,0 3-1-15,0 0-1 16,-3-3-36-16,3 5-7 0,-3-2-2 0,3 5 0 16,-3-3-21-16,0 3-5 0,0 0-1 0,1 5 0 0,2-2-10 0,-3 2 8 15,0 3-8-15,3 5 8 0,3 0-8 0,-3 3 0 16,6 2 0-16,-3 1 8 0,6 2-8 0,0-5 0 15,0-1 0-15,3 1 0 0,3 0 0 0,3-5 0 16,0-1 0-16,3 1 0 0,3-3 0 0,0-3 0 0,5-3 0 16,1 4 0-16,3-4-9 0,3-2 9 0,-3 3 0 0,2-3 0 15,1-3 0-15,0-2-8 0,0-1 8 0,-3-4 0 16,-1-1-22-16,4-2-1 16,0-3 0-16,0 2 0 0,-3-2 51 0,2 1 9 15,1-1 3-15,-3-3 0 0,-3 0-13 0,0 1-3 16,-1-3 0-16,-5-3 0 0,0 0 32 0,0-3 7 15,-3-2 1-15,-3-3 0 0,0-2-52 0,0 2-12 0,-3-2 0 0,0-1 0 16,-3 3 54-16,0 1 8 0,-3-1 2 0,-3 3 0 16,0 2-52-16,-3 1-12 0,-3-1 0 0,0 3 0 15,-6 0 0-15,0 0 0 0,-3 3 0 0,-3 0 0 16,-2 2 0-16,-4 1 0 0,0-1 0 0,0 3 0 16,0 3 0-16,1 2 0 0,2 1 0 0,0-1 0 15,0 3-48-15,0 0-13 16,1 3-3-16,-1-1 0 0,0 4-102 0,3 2-21 0,3-1-4 15,3 7-615-15,4-4-123 0</inkml:trace>
  <inkml:trace contextRef="#ctx0" brushRef="#br0" timeOffset="102657.02">17419 6761 1552 0,'0'0'44'0,"-3"-6"10"0,-3 4-43 0,6 2-11 0,-3-6 0 0,3 6 0 16,-6-2 156-16,6 2 28 0,0 0 7 0,-3-6 1 16,3 6-52-16,0 0-9 0,0 0-3 0,0 0 0 15,0 0-51-15,0 0-10 0,0 0-3 0,-3 6 0 16,0-1 0-16,3 6 0 0,0-4 0 0,-3 7 0 15,3 2-51-15,3-3-13 0,-3 3 0 0,0-3 0 16,3 3 54-16,0 0 8 0,-3 0 2 0,3 5 0 16,-3 3-64-16,0 2 0 0,3 3-9 0,-3 5 0 15,3 4 9-15,-3-4 12 0,3 0-2 0,-3-2-1 0,3-3-9 16,-3-2 0-16,0-1 0 0,-3-2 0 0,3-3 0 16,-3 0 0-16,3 3 0 0,-3 3 0 0,3-6 8 0,-3 3-8 15,0-1 12-15,0-2-4 0,0 3-8 0,3-5 0 16,0-1-10-16,-3 1 10 15,3-6-36-15,0 3-2 0,3-5 0 16,-3-4 0-16,0 4-115 0,3-6-23 0,0 3-5 0,-3-2-1064 0</inkml:trace>
  <inkml:trace contextRef="#ctx0" brushRef="#br0" timeOffset="104997.175">12605 6813 1958 0,'0'0'43'0,"0"0"9"0,0 0 1 0,0 0 3 0,0 0-45 0,-6 0-11 0,6 0 0 0,0 0 0 15,0 0 104-15,0 0 20 0,0 0 3 0,0 0 1 16,0 0-52-16,0 0-9 0,0 0-3 0,0 0 0 16,0 0 0-16,0 0 0 0,-3 6 0 0,3-1 0 15,0 0-51-15,0 3-13 0,3 0 0 0,0 0 0 0,-3 0 0 16,3 3 0-16,0-3 0 0,0 2 0 0,0 1 0 15,-3-1 0-15,3 4 0 0,-3 1 0 16,3 4 0-16,-3-1 0 0,0 6 0 0,3 3 0 0,-3-3 0 16,0 2 0-16,0 3 0 0,3-5 0 0,-3-3 0 0,0 0 0 15,0-2 0-15,0 2 0 0,0-5 0 0,0 2 0 16,0-4 0-16,0-1 0 0,0-3 0 0,-3 1 0 16,3 0 0-16,-3-3 0 0,0-1 0 0,3 1 0 15,-3 0 0-15,0-2 0 16,3-6-100-16,0 0-24 0,0 0-4 0,0 0-648 15,0 0-129-15</inkml:trace>
  <inkml:trace contextRef="#ctx0" brushRef="#br0" timeOffset="105362.853">12585 6829 1792 0,'0'0'51'0,"0"0"10"0,0 0-49 0,0 0-12 0,0 0 0 0,-3-2 0 0,3 2 105 0,-3-6 19 15,3 6 3-15,0-5 1 0,0 5 0 0,0 0 0 16,0 0 0-16,0 0 0 15,0 0-103-15,0 0-25 0,0 0 0 0,-9 0 0 0,3 3 56 0,0-1 7 16,0 4 1-16,-3-4 0 0,3 6-52 0,-3 0-12 16,3 0 0-16,0 0 0 0,-3 0 0 0,0 0-12 15,3 0 3-15,-3 0 0 0,0 0 9 0,0 0 0 16,1 0 0-16,-1 0 0 0,3-3 0 0,-3 3-10 16,3-3 10-16,0 3-13 15,3-3-91-15,0 1-19 0,0-1-3 0,3-5-635 16,0 0-127-16</inkml:trace>
  <inkml:trace contextRef="#ctx0" brushRef="#br0" timeOffset="105845.015">12516 7396 1494 0,'0'0'32'0,"0"0"8"0,0 0 0 0,0 0 3 0,0 0-35 0,0 0-8 16,0 0 0-16,0 0 0 0,0 0 94 0,0 0 17 15,0 0 3-15,0 0 1 0,0 0-39 0,0 0-8 0,0 0-2 0,0 0 0 16,0 0-10-16,0 0-1 0,0 0-1 0,0 0 0 15,0 0-10-15,6 0-1 0,0 0-1 0,0 0 0 16,0-3-12-16,3 0-2 0,0 1-1 0,-3 2 0 16,6-3-12-16,-3 0-3 0,2 1 0 0,4-4 0 15,-3 4-12-15,3-1 11 16,3 0-11-16,0 1 10 16,0-1-93-16,0 1-18 0,2 2-4 0,-2-3-616 0,-3 0-123 0</inkml:trace>
  <inkml:trace contextRef="#ctx0" brushRef="#br0" timeOffset="106711.966">12195 7705 2178 0,'0'0'48'0,"0"0"9"0,0 0 3 0,0 0 1 0,0 0-49 0,0 0-12 0,0 0 0 0,0 0 0 0,0 0 108 15,0 0 18-15,0-5 4 0,3 2 1 0,3-2-105 0,-1 0-26 16,4 2 0-16,3-2 0 0,0 2 56 0,3 0 7 15,0 1 1-15,6-1 0 0,0-2-52 0,2 2-12 16,1 3 0-16,3-2 0 0,0-1 0 0,-3 0 0 16,2 1 0-16,-2 2 0 0,0-3 0 0,3 0 0 0,3 1 0 15,-4 2 0-15,4 0 0 0,0-3-10 0,0 3 2 0,-3 0 0 16,-1-3 8-16,-2 3 11 0,0-2-3 0,-3 2 0 16,-3 0-8-16,0 0 0 15,-4 0 0-15,-2 2 0 16,-3 1-49-16,0-3-12 0,-3 0-3 0,-6 0 0 0,0 0 49 0,0 0 15 0,0 0 0 0,-6 5-10 15,0 1-18 1,-3-1-3-16,-6-2-1 0,1 2 0 0,-1 0 14 0,-3 0 2 0,-3-2 1 0,0 2 0 16,-6-2 1-16,3 2 0 0,-2 1 0 0,-1-1 0 15,0 0 14-15,0-2 0 0,1 2 0 0,-1-2 0 16,-3 2 48-16,3 0 13 0,-3-5 3 0,1 3 0 16,-1-3-52-16,3 3-12 0,0-1 0 0,4-2 0 15,2 3 54-15,0 0 8 0,6-1 2 0,0-2 0 16,3 3-52-16,3-3-12 0,3 0 0 0,6 0 0 15,0 0 0-15,0 0 0 0,0 0 0 0,0 0 0 16,0 0 0-16,9 0 0 0,0 0 0 0,3 0 0 0,0-3 41 0,3 3 6 16,3 0 1-16,0-2 0 0,2 2-34 15,1-3-6-15,0 3-8 0,0 0 11 0,3-3-11 0,0 1 0 16,-4-1 0-16,1 0 0 0,0-2 12 0,3 2-2 16,0 1-1-16,2-1 0 0,-2-2-9 0,0 2-14 15,0 3 3-15,0-2 1 0,-3-1 0 0,-4 3 0 16,-2 0 0-16,0 0 0 0,-3 0-4 0,0 0-1 0,-6 0 0 15,0 0 0 1,-6 0-11-16,0 0-2 0,0 0-1 0,0 0 0 0,0 0 29 0,0 0 0 16,0 0 0-16,-6 5 0 0,-3-2-19 0,0-1 3 0,-3 1 0 0,-3-3 0 15,-3 3 16-15,1-1 0 0,-1-2 0 0,-3 3 0 16,0 0 0-16,0-1 20 0,0-2-2 16,1 3-1-16,-1-3-17 0,3 3 0 15,0-1 0-15,0-2 0 0,0 0 0 0,0 0 0 16,6 0 0-16,1 0 0 0,-1 0 55 0,6 0 7 0,6 0 2 0,0 0 0 15,0 0-54-15,0 0-10 0,0 0 0 0,0 0 0 16,3 0 0-16,3 0 0 0,6 0 0 0,-4 0 8 16,1 0-8-16,3 0 0 0,0-2 8 0,3 2-8 15,0-3 0-15,0 0 0 0,6 3-10 0,-3-2 10 16,5-1-108 0,1-2-14-16,0 5-3 0</inkml:trace>
  <inkml:trace contextRef="#ctx0" brushRef="#br0" timeOffset="109697.909">10513 9412 1958 0,'0'0'43'0,"0"0"9"0,0-5 1 0,-3 2 3 0,3-5-45 0,-3 3-11 0,3 2 0 0,0 3 0 15,-3-5 104-15,3 5 20 16,-3-6 3-16,3 6 1 0,0 0-52 0,0 0-9 0,0 0-3 0,0 0 0 15,0 0 0-15,-6 6 0 0,3-1 0 0,-3 6 0 16,3-1-51-16,0 3-13 0,3 6 0 0,-3 2 0 16,3 0 0-16,-3 3 0 0,3 3 0 0,0-1 0 15,0 0 0-15,0 1 0 0,0 2 0 0,0 0 0 16,0 0-11-16,0-2-5 0,0-1 0 0,-3 3-1 16,3-2 17-16,0 2 0 0,-3 0 0 0,3 0 0 15,-3-3 0-15,3 1 0 0,0-1-8 0,-3 1 8 16,3-6 0-16,0 0 0 0,0-2 0 0,0-1 0 15,0-2 0-15,0 0 0 0,0-5 0 0,3-1 0 16,-3 1 12-16,3-6 5 0,0 0 2 0,-3-5 0 16,0 0-32-16,0 0-7 0,3 0 0 0,3-2-1 15,0-4 21-15,-3-2 0 0,3 1 0 0,0-4 0 16,0-2 0-16,-3 2 0 0,3-5 0 0,0 0 8 16,0 1 0-16,3-4 0 0,0 0 0 0,-1-2 0 15,4-3 4-15,0 3 1 0,0-3 0 0,3 1 0 16,0 4-1-16,0 1 0 0,3-1 0 0,0 3 0 0,-1 6-4 15,-2-1 0-15,3 3-8 0,-3 0 12 0,3 3-12 0,-3 2 11 16,-3 1-11-16,3-1 10 0,-1 6-10 0,-2-3 0 16,-3 2 9-16,3 6-9 0,-3 0 0 0,0 3 9 15,-3-1-9-15,-3 4 0 0,0 1 10 0,0 7-10 16,0-4 8-16,-6 1-8 0,3 2 8 0,-6 0-8 16,0 0 0-16,-3 0 8 0,0-2-8 0,-3 2 0 15,0-2 9-15,-2-1-9 0,-4 1 0 0,0-1 0 0,0-2 0 16,0 0 8-16,-3-3-8 0,3 0 0 0,-2-2 0 0,2 2 0 15,-3 0 0-15,3-2 0 0,0-3 0 0,0 2 0 16,0-2 0-16,4 0-13 0,2-5 3 16,-3 0 1-1,3-3-29-15,0-3-6 0,3 0 0 0,0-5-1 16,3-2-118-16,0-1-23 0,3-2-5 0,0-3-882 0</inkml:trace>
  <inkml:trace contextRef="#ctx0" brushRef="#br0" timeOffset="110128.206">10891 9433 1717 0,'0'0'37'0,"-6"-5"8"0,3 2 2 0,-3-2 2 16,3-1-39-16,0 4-10 0,0-3 0 0,3 5 0 0,0 0 111 0,0 0 20 16,0 0 4-16,0 0 1 0,0 0-32 0,0 0-5 15,0 0-2-15,0 0 0 0,0 0-57 0,0 0-11 16,6 2-2-16,0 1-1 0,3-3 30 0,-3 2 7 15,3 4 1-15,0 2 0 0,0-3-36 0,0 6-6 16,2-1-2-16,-2 3 0 0,6 1-4 0,-3 4-2 16,3 3 0-16,0 3 0 0,-3 0-14 0,3 0 11 15,0 2-11-15,-3-2 10 0,-1 2-2 0,1 1 0 16,-3-1 0-16,-3 4 0 0,0 1-8 0,-3 4 0 16,0 2 0-16,-6 2 0 0,0-2 0 0,-3-2 0 15,0-1 11-15,-6-2-11 0,-3 0 11 0,-2-3-11 16,2 0 12-16,-6 0-12 0,0 0 9 0,0 0-9 15,0 3 0-15,1-3 9 0,-1 3-9 0,-3-3 8 0,0-3-8 16,0 4 8-16,0-7-8 0,1 1 0 0,-1-3 9 0,-3-2-9 16,6-1 12-16,0-2-1 0,4-3-1 0,-4 1 0 15,3-4-1-15,3 1 0 0,0-3 0 0,3 0 0 16,3-3-9-16,0-2 0 0,0-1 0 0,3 1 0 16,6-3-13-16,-6-3-8 15,6 3-2-15,-6-5 0 16,4-3-102-16,2 0-21 0,0-2-4 0,2-1-681 0,1-2-136 0</inkml:trace>
  <inkml:trace contextRef="#ctx0" brushRef="#br0" timeOffset="115549.267">9361 4334 1497 0,'0'0'32'0,"0"0"8"0,0 0 0 0,0 0 4 0,0 0-36 0,0 0-8 15,0-5 0-15,0 0 0 0,-3-1 104 0,3 1 20 16,3 0 3-16,-3 2 1 0,3-5 0 0,3 3 0 15,0 0 0-15,3-3 0 0,-3 5-52 0,3-5-9 16,-1 0-3-16,4 3 0 0,3-3-26 0,0 3-6 16,0 2 0-16,3-8-1 0,0 6-14 0,0 2-2 15,-3-2-1-15,2 5 0 0,-2-3-14 0,-3 3 8 16,3 3-8-16,-3-3 0 0,-3 5 19 16,0-2-3-16,-3 5 0 0,0 0 0 0,-3 0-16 0,0 2 0 15,-3 4 0-15,-3-4 0 0,0 6 0 0,-3 0-16 16,-3-3 4-16,-3 6 0 0,0-3 12 0,-3 2 16 0,0-2-3 0,-3 0-1 31,-2 0-60-31,2-3-13 0,0 0-3 0,-3 3 0 0,6 0 52 0,-3-3 12 0,3 3 0 16,3 0 0-16,1-3 0 0,2 0 0 0,3 1 0 0,3-1 0 15,0-3 0-15,0-2 0 0,6 0 0 0,0 0 0 16,3-2 0-16,3 1 0 0,0-7 0 0,-1 3 0 16,7-3 0-16,0 0 0 0,0-3 0 0,3-2 0 15,0 3 0-15,3-6 0 0,-3 5 0 0,-1-2-9 16,4-1 9-16,-3 1 0 0,0 2 0 0,0-4 0 15,-3 1 0-15,0 1 0 0,-1-3 0 0,-2 3 0 16,3-1-98-16,-6 1-24 16,3 0-5-16,-3-3-581 0,0 3-116 0</inkml:trace>
  <inkml:trace contextRef="#ctx0" brushRef="#br0" timeOffset="116049.38">9647 4040 1940 0,'0'0'43'0,"0"0"9"0,6-5 1 0,-3-3 1 0,3 6-43 0,-4-9-11 16,4 3 0-16,0 3 0 0,-3-1 87 0,3 1 15 0,0 3 3 0,0-6 1 15,0 5-35-15,0 3-7 0,0 0-2 0,0 3 0 16,3-1-26-16,-3 4-6 0,0 1-1 0,3-1 0 15,-3 2-29-15,0 0 0 0,3 2 0 0,-3 1 0 16,0-3 0-16,0 2 0 0,-1 4 0 0,-2-4 0 16,0 1 0-16,0-1 0 0,-3 1 0 0,3-1 0 15,-3 4 0-15,0-6 0 0,-3 0 0 16,3 0 0-16,-3-1 0 0,3-7 0 16,0 0 0-16,0 0 0 0,0 0 0 0,0 0 0 0,0 0 0 15,0 0 0-15,-3-2 57 0,0-6 6 0,0 0 1 0,1 0 0 16,2 3-52-16,2-3-12 0,1-5 0 0,-3 5 0 15,6-6 0-15,-3 4 0 0,0 2 0 0,3-3 0 16,0-2 0-16,0 2 0 0,0-2 0 0,3 3 0 16,0-1 0-16,0 0 0 0,0-2 0 0,3 3 0 15,-3 4 0-15,3-2-13 0,-3 0 2 0,2 3 1 16,-2 0 10-16,0 5 14 0,-3-3-3 0,3 6-1 16,0 0-10-16,-3 2-17 0,3 0 4 0,-3 8 1 15,0-5 12-15,0 6 16 0,-3-4-3 0,3 1-1 0,0 5-12 16,-3-6 0-16,3 6 0 0,-3-3 0 0,0 0 0 0,0 3 0 15,-3 0 0-15,3 3 0 0,-3-6 0 16,0 3 0-16,0 0 0 0,0 2-10 0,0 1 10 0,0-6 0 16,-3 3 8-16,3-3-859 15,3 0-171-15</inkml:trace>
  <inkml:trace contextRef="#ctx0" brushRef="#br0" timeOffset="116689.363">10281 4091 1728 0,'0'0'38'0,"0"0"8"0,0 0 2 0,-6 0 0 0,6 0-39 0,0 0-9 0,0 0 0 0,0 0 0 16,0 0 53-16,0 0 9 0,0 0 2 0,0 0 0 16,0 0 0-16,0 0 0 0,0 0 0 0,6 0 0 15,0 0 4-15,0 0 2 0,2 0 0 0,1 0 0 16,0 0-10-16,3 0-1 0,-3 0-1 0,3 0 0 15,0 0-58-15,0 0-17 0,0 0-1 0,0 0 0 16,0 0 29-16,2 0 5 0,-2-3 2 0,3 3 0 31,-3-3-42-31,-3 1-9 0,3-1-2 0,0 0-729 0,0 1-145 0</inkml:trace>
  <inkml:trace contextRef="#ctx0" brushRef="#br0" timeOffset="116935.434">10635 3876 1728 0,'0'0'38'0,"-6"-5"8"0,3-3 2 0,0 3 0 0,0 2-39 0,0-5-9 16,0 0 0-16,0 6 0 0,3 2 104 0,0 0 20 15,0 0 3-15,0 0 1 0,0 0 0 0,0 0 0 16,0 0 0-16,0 0 0 0,0 0-92 0,0 10-17 16,0-2-4-16,0 0-1 0,0 5 13 15,3 3 2-15,-3-5 1 0,0 7 0 0,3-4-10 0,-3-1-1 0,0 5-1 16,0-4 0-16,0 1-18 0,0 1 0 15,0-2 8-15,0 1-8 0,0 1 0 0,3 0 0 16,-3 0 0-16,0 3 0 0,3 2 0 0,-3-3 0 0,0 1 0 0,3 2 0 31,0 3-152-31,0-8-35 0,0 5-6 0,0-3-2 0</inkml:trace>
  <inkml:trace contextRef="#ctx0" brushRef="#br0" timeOffset="117279.127">10962 4448 1940 0,'0'0'43'0,"0"0"9"0,0 0 1 0,0 0 1 0,0 0-43 0,0 0-11 15,0 0 0-15,0 0 0 0,0 0 108 0,0 0 20 16,0 0 4-16,0 0 1 16,0 0-55-16,0 0-11 0,3-3-3 0,0-2 0 0,3 2-40 0,0 1-8 15,3-4-1-15,0 4-1 0,0-1 29 0,3 0 5 16,0 1 2-16,0-1 0 0,3 3-40 0,-1 0-10 16,1-5 0-16,3 2 0 15,-3 1 0-15,3-1 0 0,-3 0 0 0,3 3 0 0,-3-2 0 16,-1-1 0-16,1 0 0 0,0 3 0 0,0-5-13 15,-3 5-5-15,0-8-1 0,3 8 0 16,-3-8-127-16,3 6-26 0,-4-4-4 0,1 1-896 0</inkml:trace>
  <inkml:trace contextRef="#ctx0" brushRef="#br0" timeOffset="117545.752">11483 4128 1792 0,'0'-11'51'0,"0"11"10"0,-3-8-49 0,3 6-12 0,-3-6 0 0,3 2 0 15,0 1 105-15,0 5 19 0,0-5 3 0,0 5 1 16,0-6 0-16,0 6 0 0,0 0 0 0,0 0 0 16,0 0-103-16,3-2-25 0,-3 2 0 0,6 0 0 15,0 0 56-15,0 5 7 0,-3 0 1 0,3 3 0 16,0 0-52-16,-3 6-12 0,3-1 0 0,0 3 0 16,-3 0 0-16,3 2 0 0,0 6 0 0,0-6 0 15,0 4 0-15,0-1 0 0,0-3 0 0,-1 6 0 16,1-8 0-16,0 5 0 0,0-8 0 0,0 6 0 15,0-3 13-15,0-3 0 0,-3 0 0 0,3 0 0 16,-3-2-109-16,0 2-23 16,3-5-4-16,-3 3-1 0,0-1-119 0,-3-7-24 0</inkml:trace>
  <inkml:trace contextRef="#ctx0" brushRef="#br0" timeOffset="117889.764">11736 3892 2045 0,'0'-18'58'0,"0"12"13"0,3 1-57 16,-3-3-14-16,6 0 0 0,-3 3 0 0,3 0 102 0,0-1 18 0,0 4 3 0,0 2 1 16,3 2 3-16,-3 1 1 0,3 5 0 0,3 5 0 15,0-5-103-15,-1 5-25 0,1 3 0 0,0 3 0 16,0-1 0-16,0 1 0 0,0-1 0 0,0 4 0 15,3-7 56-15,-3 7 7 0,0-1 1 0,-3 5 0 16,-1 1-52-16,1 2-12 0,-3 0 0 0,0 8 0 16,0-3 54-16,-6-2 8 0,0 0 2 0,0 0 0 15,-3-3-52-15,-3-3-12 0,-3 1 0 0,-3-1 0 16,1 1 0-16,-4 4 0 0,-3-2 0 0,-6 3 0 16,3 0 0-16,-6 2 0 0,4-2 0 15,-4 0 0-15,0-6-32 0,0 3-8 16,0-2-3-16,-5-1 0 15,2-5-56-15,-3-2-11 0,-6 2-2 0,4 3-1 0,-1-6-114 0,-6 4-22 0</inkml:trace>
  <inkml:trace contextRef="#ctx0" brushRef="#br0" timeOffset="118420.871">9438 3940 1792 0,'0'0'51'0,"0"0"10"0,0 0-49 0,-6 0-12 0,6 0 0 0,-9-3 0 0,0 6 105 0,1 0 19 16,-1-1 3-16,0 6 1 16,0 0-65-16,-6 5-13 0,3 3-2 0,0 0-1 0,0 3-31 0,-3 2-7 15,0 3-1-15,0 5 0 0,1 0-8 0,-1 8 10 16,0 0-10-16,-3 3 10 16,3-1-10-16,0 1 8 0,3 0-8 0,-3-3 8 0,6 0-8 15,1 2 0-15,2 6 0 0,3-2 0 16,3-4 0-16,0 1 0 0,3-3-9 0,3-2 9 0,0-4 0 0,2 1 0 15,1-8 0-15,3 0 0 0,0-3-8 0,0-3 8 16,3-2-12-16,0 0 12 16,0 0-52-16,0-8-3 0,0 0-1 0,-4-3-947 0</inkml:trace>
  <inkml:trace contextRef="#ctx0" brushRef="#br0" timeOffset="119147.225">8709 4514 1388 0,'0'0'39'0,"-6"0"9"0,0-3-38 0,6 3-10 16,0 0 0-16,-6 0 0 0,6 0 93 0,0 0 17 16,0 0 3-16,0 0 1 0,0 0-38 0,0 0-8 15,0 0-2-15,3-2 0 0,6-1-31 0,0 0-7 16,0 1 0-16,3 2-1 0,0-3-12 0,0 1-3 15,3 2 0-15,-4-3 0 0,7 3-12 0,-6 0 11 16,3-3-11-16,-3 3 10 0,0-5-10 0,-3 5 8 0,-3 0-8 16,0 0 8-16,0-3-8 0,-6 3 10 0,0 0-10 0,0 0 10 15,0 0 6-15,0 0 2 16,-6 3 0-16,-3-3 0 0,0 5-9 0,-3-5-1 16,-3 0-8-16,0 3 12 0,0-3-12 15,0 0 0-15,1 3 0 0,-1-3 0 0,0 0 0 0,-3 2 0 0,3-2 8 16,0 3-8-16,3-3 12 0,0 0 0 15,0 2 0-15,1-2 0 0,-1 0 8 0,0-2 2 0,3 2 0 0,0 0 0 16,3 0 10-16,-3 0 3 0,3 0 0 0,6 0 0 16,0 0-10-16,0 0-1 0,0 0-1 0,0 0 0 15,0 0-15-15,0 0-8 0,0 0 8 0,0 0-8 16,6 0 0-16,3-3 0 0,0 1 0 0,0-1 0 16,6 0 0-16,-3 3 0 0,2 0 0 0,4-5 0 15,-3 2 0-15,0 3 0 0,0 0 0 0,0-5 0 16,0 5 0-16,-3 5 8 0,0-10-8 0,-4 5 0 15,1 0 0-15,0 0 9 0,-3 0-9 0,-3 0 0 16,-3 0 12-16,0 0-4 0,0 0 0 0,0 0-8 16,0 0 17-16,-6 0-3 0,-3 0-1 0,0 0 0 0,0 0-5 0,-2 0-8 15,-1 5 11-15,-3-5-11 16,3 0 8-16,-3 0-8 0,3 0 0 0,0 3 0 16,3-3 0-16,0 0 0 0,3 5 0 0,0-5 0 15,6 0 0-15,0 0 0 0,0 0 0 0,0 0 0 0,0 0 0 0,0 0 0 16,0 0-9-16,0 0 9 15,6-5-32-15,3 5-2 0,3 0 0 0,-3 0-751 16,3 0-151-16</inkml:trace>
  <inkml:trace contextRef="#ctx0" brushRef="#br0" timeOffset="131018.53">12727 9401 1940 0,'0'0'43'0,"0"0"9"0,3-2 1 0,3-4 1 0,0 4-43 0,0-4-11 0,0 4 0 0,0-4 0 16,0 4 82-16,-3 2 14 0,-3 0 4 0,0 0 0 16,0 0-33-16,0 0-7 0,3 5 0 0,0 6-1 0,-3 5-26 0,-3 5-5 15,3 8 0-15,-6 5-1 0,3 3-11 16,-3 0-1-16,-3 0-1 0,0 3 0 16,0-6-6-16,-3 6 0 0,1 5-8 0,-1 5 12 0,0 6-12 15,0-6 8-15,0 0-8 0,3-5 0 0,0-2 0 16,0-4-15-16,0 1 2 0,3 3 0 15,0-1-41-15,0-5-8 0,0 3-2 0,3-3-682 16,0-6-137-16</inkml:trace>
  <inkml:trace contextRef="#ctx0" brushRef="#br0" timeOffset="131349.152">13004 9650 2095 0,'0'0'46'0,"0"-8"10"0,0 0 1 0,3-5 2 0,0 2-47 0,0-2-12 0,3-3 0 0,0 0 0 15,3 3 62-15,3-3 10 0,3 3 3 0,3 0 0 16,2 2-21-16,1 1-4 0,6-1-1 0,-3 3 0 16,3 3-12-16,0-3-2 0,-7 3-1 0,4-1 0 15,0 4-34-15,0-1 0 0,0 0 0 0,-1 3 0 16,4 0 0-16,0 3 0 0,0 5 0 0,0 2 0 15,-4 6 18-15,1 3 10 0,0 5 1 0,-3 2 1 16,-6 3-21-16,0 0-9 0,-1 3 8 0,-5 0-8 16,-3-3 8-16,-6 3-8 0,0 2 0 0,0 6 8 15,-6-1-20-15,-3 4-5 0,-2-1-1 0,-1 3 0 16,-3-8-46 0,0-2-10-16,-3-1-2 0,-3 0 0 0,0-2-110 0,4-3-22 0,-1 3-5 15,-6 0-1-15</inkml:trace>
  <inkml:trace contextRef="#ctx0" brushRef="#br0" timeOffset="131581.994">13296 9925 2332 0,'0'0'52'0,"0"-5"10"0,0-3 2 0,0 0 1 0,0 3-52 0,0-3-13 0,3 0 0 0,0 3 0 16,3-3 62-16,0 0 10 0,0 0 1 0,6 2 1 15,0-2-48-15,-1 3-10 0,7-3-1 0,3 0-1 16,0 6 40-16,3-4 8 0,3 4 2 0,2 2 0 16,-2-3-64-16,3 3-12 0,-3 0-2 0,2 3-1 31,-2-3-78-31,0 2-16 0,-3 1-3 0,3 0-658 16,-1-3-131-16</inkml:trace>
  <inkml:trace contextRef="#ctx0" brushRef="#br0" timeOffset="131831.662">14046 9891 1918 0,'0'0'42'0,"0"0"9"0,-6 0 1 0,6 0 3 15,-3-6-44-15,3 6-11 0,-3-2 0 0,3 2 0 0,-6-5 113 0,6 5 21 16,-3-3 4-16,3 3 1 16,0 0-48-16,0 0-10 0,0 0-1 0,0 0-1 0,0 0-22 0,-6 3-4 15,3 4-1-15,0 1 0 0,0 6-19 0,0 1-4 16,0 4-1-16,0 2 0 0,0 3-12 0,-3-3-4 15,1 3 0-15,-1-3 0 0,0 3-12 0,-3-3 8 16,0-2-8-16,0 2 0 0,0 0 8 0,0 0-8 16,-3 3 0-16,3 0 0 15,3 0-32-15,-3-1-13 0,3 1-3 0,0 0 0 16,3-3-59-16,0 0-12 0,0-5-2 0,3-3-659 16,3-2-132-16</inkml:trace>
  <inkml:trace contextRef="#ctx0" brushRef="#br0" timeOffset="132204.666">14299 10012 2170 0,'-6'-10'48'0,"3"5"9"0,0-1 3 0,0 1 1 0,0 0-49 0,0-1-12 0,-3 4 0 0,0 2 0 16,0 0 109-16,0 2 19 0,-3 1 4 0,1 5 1 16,-1 3-106-16,0 2-27 0,0 0 0 0,0 0 0 15,3 3 35-15,-3 0 1 0,3 0 1 0,-3 2 0 16,6 1-29-16,-3-3-8 0,0 0 0 0,3 2 0 15,-3 1 0-15,3-1 0 0,3-2 0 0,-3 5 0 16,3-2 0-16,3-1 0 0,0 1 0 0,0-1 0 16,3-2-33-16,3-3-2 15,0 3 0-15,3-2 0 0,0-6 35 0,0-1 0 0,6-1 0 0,-1-4 0 16,1-2-21-16,0-2 2 0,3-4 1 0,-3 1 0 16,3-3 30-16,0-2 5 0,-4-1 2 0,1 0 0 15,0-2 20-15,-3 0 4 0,0-3 1 0,-3 0 0 16,0 0 4-16,0 1 2 0,-3-1 0 0,-3 0 0 0,-1-3-10 15,-2 3-1-15,0-2-1 0,0-1 0 0,-3-2-19 16,-3 3-4-16,0-1-1 0,-5 1 0 0,-1-1-14 0,-3 1 11 16,0-1-11-16,-6 3 10 0,-6 0-22 0,0 3-4 15,-2 2 0-15,-7 1-1 16,3 5-95-16,0-1-18 0,0 4-4 0,1 2-714 16,5 0-142-16</inkml:trace>
  <inkml:trace contextRef="#ctx0" brushRef="#br0" timeOffset="132707.639">15246 9973 1765 0,'0'0'50'0,"6"0"11"0,3 0-49 0,-1 0-12 16,4 0 0-16,3 0 0 0,0-3 88 0,3 0 14 16,3 1 3-16,3-1 1 0,2 1-10 0,10-4-3 15,0 1 0-15,8 0 0 0,-2-1-23 0,0 4-5 16,0-4-1-16,2 4 0 0,4-4-51 16,2 1-13-16,7 0 0 0,5 2 0 0,-5 6 41 0,0-3 6 15,-1 0 1-15,7 3 0 0,-1-3-33 0,1 2-7 16,-4 1 0-16,1 2-8 0,-10 0 8 0,1 1-8 15,-3-1 0-15,5 3 0 0,-5-3 0 0,-4 1 8 0,1-1-8 16,-3-3 0-16,-7 4 0 0,-5-4 0 0,-3 1 0 0,-3 0 0 31,-6-3-48-31,-3 0-6 0,-1-3-2 0,-5 3 0 16,-3-3-130-16,-3 1-26 0,0-4-6 0</inkml:trace>
  <inkml:trace contextRef="#ctx0" brushRef="#br0" timeOffset="133016.546">16651 9706 1941 0,'0'0'55'15,"-3"-3"12"-15,0-2-54 0,3 5-13 0,0-6 0 0,0 6 0 16,0-5 117-16,0 5 21 0,3-3 4 0,0-2 1 0,3 2-48 0,-1 3-10 16,7 0-1-16,-3 0-1 15,3 3-25-15,0-3-5 0,6 5-1 0,0-2 0 0,0 2-19 0,3 1-4 16,-4 2-1-16,4-1 0 0,-3 1-12 0,0 3-2 15,0 0-1-15,-3-1 0 16,0 3-13-16,-1 1 9 0,-2-1-9 0,0 5 8 0,-3 1-8 0,0 2 0 16,0 0 9-16,-3 3-9 0,0 2 9 0,-3-4-9 15,-3 1 12-15,0-1-12 0,0-1 11 0,-6 0-11 16,0-2 10-16,-6-1-10 0,3-2 0 0,-6 0 0 16,-3 0-8-16,1 0 8 0,-7-6-16 0,0 1 3 15,0-1 1-15,-3 1 0 0,1-3-10 0,2 0-2 16,0 2 0-16,0-2 0 15,3 0-95-15,0-3-19 0,7 1-4 0,-1-1-642 0,6-2-128 0</inkml:trace>
  <inkml:trace contextRef="#ctx0" brushRef="#br0" timeOffset="133705.385">18365 9748 1552 0,'-15'-3'44'0,"9"3"10"0,0 0-43 0,-3 0-11 0,0 0 0 0,1 0 0 16,-1 3 104-16,0 0 20 0,0-1 3 0,-3 3 1 15,0 1-20-15,0 2-4 0,3 2-1 0,-3 1 0 16,3 2-63-16,0 3-12 0,-3 2-2 0,3 4-1 16,4 1-25-16,-4 1 0 0,3 0 0 0,3 0 0 15,-3 0 0-15,3 0 0 0,3-3 0 0,-3 3 0 16,6-6 0-16,-3 1 0 0,3-1 0 0,3-2 0 15,0-3 0-15,3 0 0 0,-1-2 0 0,7-3 0 16,0 0 0-16,3 0 0 0,0-6 0 0,6 1 0 16,3 0 0-16,-4-3 0 0,7 0 0 0,-3-3 0 15,3 0 56-15,-3 1 7 0,-4-3 1 0,4-1 0 16,-6-2-52-16,0-2-12 0,-3-1 0 0,-1-2 0 16,-2 0 54-16,0-1 8 0,-3 1 2 0,0-5 0 15,-3-1-20-15,0-2-4 0,-3-5-1 0,0-1 0 16,-3 1-14-16,0-4-2 0,-3 4-1 0,-3 0 0 15,-3 2-22-15,0 3 9 0,-3 2-9 0,-3 1 0 0,0-1 0 0,-3 1 0 16,-3 2 0-16,1 0 0 0,-4 0 0 16,-3 3 0-16,0 2 0 0,-3 0 0 0,1 4 0 0,-1-1 0 15,0 2 0-15,-3 1 0 16,6 2-96-16,4 1-25 0,-1-1-6 0,6 3-717 16,0 0-144-16</inkml:trace>
  <inkml:trace contextRef="#ctx0" brushRef="#br0" timeOffset="134297.825">19389 9557 1466 0,'0'0'41'0,"0"0"11"0,0 0-42 0,0 0-10 16,-3-5 0-16,3 5 0 0,0 0 130 0,0-5 24 16,0 5 5-16,0 0 1 0,0 0-36 0,0 0-8 15,0 0 0-15,0 0-1 0,0 0-35 0,0 0-6 16,0 0-2-16,0 8 0 0,3 2-16 0,-3 4-4 15,3-1-1-15,0 5 0 0,-3-2-11 0,3 5-3 16,0-2 0-16,0-1 0 0,0-2-5 0,0 3-2 0,-3-1 0 0,3 3 0 16,-3 3-5-16,3 3-1 0,-3-1 0 15,3 6 0-15,-3 0-5 0,3-1-2 0,-3-1 0 0,3-1 0 16,-3-3 10-16,3-2 1 0,-3 0 1 0,0-6 0 16,0 1-29-16,0-3 0 0,0 2 0 0,-3-5 0 15,3 3 0-15,-3-5 0 0,3 2 0 0,0 0 0 16,-3-2 0-16,3-1 0 0,0 1 0 0,0-3 0 31,0 3-45-31,3-6-15 0,-3 0-4 0,0-5 0 16,6 5-72-16,0-5-14 0,0 0-3 0,3 0-676 0,0-5-135 0</inkml:trace>
  <inkml:trace contextRef="#ctx0" brushRef="#br0" timeOffset="135127.251">20255 9708 1552 0,'0'0'44'0,"0"0"10"0,-6-2-43 0,0-4-11 0,0 6 0 0,-3-2 0 0,4-1 104 0,-1 3 20 15,-3-3 3-15,3 1 1 0,0 2-52 0,-3 0-9 16,0 2-3-16,0 1 0 0,-3 0 52 0,3 2 9 16,-3 0 3-16,-3 0 0 0,3 3-103 0,-2 0-25 15,2 0 0-15,-3 3 0 0,0-1 0 16,0 4 0-16,0 2 0 0,3 5 0 16,-3-3 0-16,3 6 0 0,3 3 0 0,-2-1 0 15,2 0 0-15,0 1 0 0,3-3 0 0,3 0 0 0,3-1 0 0,0-1 0 16,3-4 0-16,0 3 0 0,3-5 0 0,3 0 0 15,0-3 0-15,2 3 0 0,4-3 0 0,3 1 0 16,0-1 0-16,0 0 0 0,3 0 0 0,0-5 0 0,-1 3 0 16,1-6 0-16,0-2 0 0,0-1 0 0,0-4 0 15,3-1 0-15,-1 0 0 0,4-2 0 0,-3-3 0 16,3 3 0-16,-3-3 0 0,-1 0 0 0,1 0 0 0,-3 0 0 16,0 0 20-16,-3-2 8 0,-3-1 1 15,2-2 1-15,-2-3 9 0,-3 0 1 0,0-3 1 0,-3 1 0 16,0-3-5-16,0-3-2 0,-3 0 0 0,0-2 0 15,-3 2-9-15,0 0-1 0,-3 0-1 0,0 0 0 16,0 6-8-16,0-3-2 0,-3 2 0 0,-6 3 0 16,3 0-4-16,-6 1-1 0,0 1 0 0,-3 1 0 15,0 3-8-15,-5-1 10 0,-4 3-10 0,0 0 10 16,-3 0-10-16,-3 0 0 0,4 3 0 0,-1 0 0 16,0 2-19-16,3 3-2 0,3 0-1 0,1 0 0 15,-1 5-34-15,3-2-6 16,0 2-2-16,0 1 0 0,3-1-153 0,0 3-31 0,3 0-7 15,3 0-1-15</inkml:trace>
  <inkml:trace contextRef="#ctx0" brushRef="#br0" timeOffset="135729.436">21196 9790 2038 0,'0'0'58'0,"-9"-2"12"0,3 2-56 0,0-3-14 0,0 3 0 0,-3 0 0 16,3 0 104-16,-3 0 17 0,0 3 4 0,-3-1 1 16,1 1-50-16,-1 2-9 0,0 0-3 0,-3 6 0 15,3 2-51-15,-3 0-13 0,3 6 0 0,0 0 0 16,0 2 0-16,0 0 0 0,3 3 0 0,-2-1 0 16,2 1 0-16,0 0 0 0,3 0 0 0,-3-3 0 15,6 3 0-15,0-6 0 0,0 1 0 0,3-1 0 16,3-2 0-16,0 3 0 0,3-3 0 0,0 0 0 15,3-1 0-15,3-1 0 0,0-1 0 0,-1 0 0 0,7-5 0 16,3 0 0-16,0 0 0 0,3-3 0 16,3-2 0-16,2-3 8 0,-2 0-8 0,6-3 0 0,-3 1 9 15,-1-4-9-15,-2-2 8 0,0 0-8 0,0-2 26 0,-3-1 0 16,-4-2 0-16,4 0 0 16,-3 2 9-16,3-2 1 0,-6-3 1 0,3 3 0 0,-4-3-2 0,1 0-1 15,-3-2 0-15,-3-1 0 0,0-2-8 0,-3 0-2 16,0-8 0-16,-3 0 0 0,-6-1-6 0,0 1-2 15,-3 0 0-15,-3 3 0 0,-3-1-3 0,-3 6-1 16,-3 0 0-16,-3 2 0 0,-3 4-12 0,1 1 9 16,-1 1-9-16,-3 3 8 0,0-1-8 0,0 0 0 0,-2 3 0 15,-4 1-11 1,0-1-19-16,0 2-4 0,-3 4-1 0,4-1 0 16,2 3-69-16,3 0-13 15,3 5-3-15,0-2-722 0,4 5-144 0</inkml:trace>
  <inkml:trace contextRef="#ctx0" brushRef="#br0" timeOffset="136386.549">22139 9753 1844 0,'0'0'52'0,"0"0"12"0,-5-2-52 0,-1-1-12 0,-3 0 0 0,3 1 0 15,0-4 117-15,-3 4 21 0,0-1 4 0,0 0 1 16,-3 3-43-16,0-2-8 16,0 2-1-16,0 2-1 0,-3-2-36 0,1 3-7 15,-1 2-2-15,0 1 0 0,-3 2-27 0,3 2-6 0,-3 1 0 0,3 5-1 16,0 2-11-16,3 3 0 0,1 0 0 0,-1 3 0 15,6 3 0-15,0-1 0 0,3-2 0 0,0 2 0 16,3-2-8-16,0 0 8 0,3-3 0 0,3-2 0 16,0-1 0-16,6-2 0 0,0 0-9 0,2-3 9 15,1 0-12-15,6-2 2 0,0 0 0 0,3-1 0 16,3-2 10-16,-4 0 0 0,1 0 0 0,3-3 0 16,0-2 0-16,-3 0-8 0,-4-3 8 0,4 0-8 15,-3-3 20-15,-3-2 4 0,3-1 0 0,-3 1 1 16,-1-3 19-16,4 3 4 0,-6-3 1 0,3 0 0 15,-3-3 5-15,-3 1 1 0,0-1 0 0,0 1 0 16,-3-6-12-16,0 3-3 0,-4-6 0 0,1-2 0 0,-3 0-11 16,-3-3-2-16,0-3-1 0,-3 1 0 0,-3-3-7 15,-2 2-2-15,-1 4 0 0,-6-1 0 16,0 3-9-16,-3 5 10 0,0-3-10 0,-3 3 10 0,0 3-10 16,1 0 0-16,-1 0 0 0,-3-1 0 15,0 1-31-15,-3 3 2 0,4-1 0 0,-4 3 0 16,3 0-31-16,0 0-5 0,3 3-2 0,0 2 0 15,7 1-147-15,2 2-30 0,0 0-5 0</inkml:trace>
  <inkml:trace contextRef="#ctx0" brushRef="#br0" timeOffset="136882.192">22878 9597 2170 0,'0'0'48'15,"0"0"9"-15,0 0 3 0,0 0 1 0,0 0-49 0,0 0-12 0,3-3 0 0,-3 3 0 0,0 0 98 0,0 0 17 16,0 0 3-16,0 0 1 0,6-2-41 0,-6 2-8 16,0 0-2-16,0 0 0 0,3 8-26 0,-3 0-6 15,3 2 0-15,-3 3-1 0,-3 1-14 0,3 2-2 16,-3 2-1-16,3 1 0 0,-3-1-3 0,3 6-1 15,-3 2 0-15,0 6 0 0,0 3-3 0,0 4-1 16,0 4 0-16,0-1 0 0,3-5-10 0,-3 0 10 16,0-5-10-16,0-1 10 0,3-1-10 0,-3 1 8 15,0 1-8-15,3 2 8 0,-3 1-8 0,0 2 0 16,3-3 0-16,-3-2 8 0,0-3-8 0,0-2 0 16,0-6 0-16,0-3 8 0,3 1-8 15,-3-3 0-15,0-6 0 0,3 1 8 16,0-3-84-16,0 0-16 0,3-3-4 0,0 0-787 15,0 1-157-15</inkml:trace>
  <inkml:trace contextRef="#ctx0" brushRef="#br0" timeOffset="137687.567">23122 10534 1872 0,'0'0'41'0,"0"0"9"0,0 0 2 0,0 0 0 0,0 0-42 0,-6-6-10 0,3 4 0 0,0-4 0 15,3 1 97-15,-3 0 18 0,3 0 3 0,0-3 1 16,3 2-39-16,0 1-7 0,3-3-1 0,0 0-1 16,3 0-20-16,-3 0-4 0,6 0-1 0,-1 0 0 15,1-2-9-15,3 2-1 0,0 0-1 0,3 0 0 16,0 0-8-16,0 3-2 0,0 0 0 0,-4-1 0 15,4 4-5-15,-3-1-2 0,3 0 0 0,-6 6 0 16,3 0-10-16,-3-1-8 0,-3 1 12 0,3 2-12 16,-4 3 8-16,-2 3-8 0,3-1 0 0,-3 6 0 15,-3-3 0-15,0 3 0 0,0 3-8 0,-6-1 8 16,3 1-32-16,-6 2 0 0,3-2 0 0,-6 4 0 16,3 4-7-1,-5-3-1-15,-1 2-1 0,-3 1 0 0,0 2 17 0,0-3 3 0,-3 3 1 0,0-2 0 0,0-4 6 0,4-1 2 16,-4-1 0-16,3-3 0 0,0-2 12 0,3 0 0 15,3-5 0-15,3-1 0 0,0 1 0 0,3-3 10 16,3-3-2-16,3 3 0 0,3-3 10 0,0 1 2 16,6-1 0-16,3-2 0 0,3 2 8 0,0-3 3 15,2 1 0-15,1 0 0 0,3-1-7 0,0-2 0 0,0-2-1 16,2 2 0-16,1 0-7 0,3-3 0 16,0 3-1-16,3-3 0 15,-1 3-7-15,1 3-8 0,-3-3 11 0,3 0-11 0,-4 5 10 0,-2-2-10 16,-3-3 8-16,0 3-8 0,-3-1 0 0,-1-2 0 15,1 3 0-15,0 0 0 0,-3-3-15 0,3 2-8 0,-3 1-1 0,-1 2-1 32,-2-2-79-32,0 2-16 0,0 0-4 0,-3 1 0 15,0-4-81-15,-3 4-17 0</inkml:trace>
  <inkml:trace contextRef="#ctx0" brushRef="#br0" timeOffset="140223.859">11980 12111 1410 0,'0'0'40'0,"0"0"9"0,0 0-39 0,-6-3-10 0,6 3 0 0,-6 0 0 16,6 0 135-16,-6-3 25 0,6 3 4 0,-6 0 2 16,6 0-22-16,0 0-5 0,0 0-1 0,0 0 0 15,0 0-67-15,0 0-14 0,0 0-2 0,0 0-1 16,0 0 5-16,0 0 1 0,6 3 0 0,0 0 0 0,3-1-26 15,0 1-5-15,3 0-1 0,3-1 0 0,3 1-11 0,0 0-2 16,0-1-1-16,-1 1 0 0,4-3-14 16,0 3 8-16,3-1-8 0,3 1 0 15,0-3 0-15,5 0 8 0,-2-3-8 0,6 3 0 16,-1-5-31-16,-2 0-9 0,3-1-1 0,0-4-1 16,-4-1-140-16,1-2-28 0,3 2-6 0</inkml:trace>
  <inkml:trace contextRef="#ctx0" brushRef="#br0" timeOffset="140504.254">12713 11669 2293 0,'0'0'50'0,"0"0"10"0,-3-5 3 0,3-3 2 0,3 0-52 0,-3 2-13 0,3-2 0 0,-3 3 0 16,2 3 72-16,-2 2 12 0,0 0 3 0,0 0 0 15,0 0-27-15,0 0-6 0,3 5-1 0,0 3 0 16,3 2-22-16,-3 1-5 0,0 5-1 0,-3 2 0 16,3 1-13-16,-3 5-4 0,0-1 0 0,0 7 0 15,-3 1-8-15,3 4 0 0,0 4 0 0,-3 4 8 16,3-6-8-16,0 0 0 0,0 0 0 0,0-3 0 16,3-2 0-16,0 0 0 0,0-3-12 0,0 3 12 15,0-6-51-15,0 3-2 16,0-2-1-16,0-4 0 0,3 1-174 0,-3-5-36 0</inkml:trace>
  <inkml:trace contextRef="#ctx0" brushRef="#br0" timeOffset="140819.384">13025 11656 2254 0,'-9'-14'64'0,"6"9"14"0,3-5-62 0,-3-4-16 0,3 1 0 0,3 2 0 16,0-2 57-16,0 3 9 0,3-1 2 0,3 3 0 16,0-2-4-16,0 2 0 0,3 0 0 0,3 0 0 15,0 2 0-15,2 4 0 0,1-1 0 0,3 1 0 16,0 2-30-16,0 2-6 16,0 1-2-16,-1 5 0 0,-2 0-13 0,3 2-2 0,-3 3-1 0,-3 3 0 15,0 3-10-15,0 2 0 0,0 0 9 0,-4 6-9 16,1-6 0-16,0 5 8 0,-3 1-8 0,0 2 0 15,-3-3 0-15,-3 6 0 0,0 2 0 0,-3 9 0 16,-3-3-16-16,0-1-4 0,-3 1 0 0,-3 0-1 16,0-1-50-1,0-2-9-15,-3 0-3 0,1 0 0 0,-1-5-36 16,0 3-7-16,0-4-2 0,-3 1-921 0</inkml:trace>
  <inkml:trace contextRef="#ctx0" brushRef="#br0" timeOffset="141059.395">13260 12063 2482 0,'-12'-16'70'0,"6"8"16"0,0-2-69 0,0-4-17 16,3 1 0-16,1 0 0 0,2-3 82 0,0 3 13 16,2 0 2-16,4 2 1 15,0-2-46-15,3 5-8 0,0 0-3 0,3 0 0 0,0 0-17 16,3 3-3-16,0 0-1 0,0-1 0 0,3 1-8 0,-1 0-1 15,4-3-1-15,3 5 0 0,0-2-10 0,3 2 8 16,2 0-8-16,7 3 8 16,0-2-36-16,0 2-8 0,5 0-2 0,1 0 0 15,0 0-226-15,-1-3-44 0</inkml:trace>
  <inkml:trace contextRef="#ctx0" brushRef="#br0" timeOffset="141378.08">13864 11830 1728 0,'0'0'38'0,"0"0"8"0,0 0 2 0,0 0 0 0,0 0-39 0,0 0-9 0,0 0 0 0,0 0 0 16,0 0 104-16,0 0 20 0,3 6 3 0,0-1 1 15,0 3 0-15,0 0 0 0,0 2 0 0,0 4 0 16,-3 1-52-16,0 4-9 0,0 2-3 0,0 3 0 16,0 0-51-16,0 2-13 0,-3-2 0 0,3 2 0 0,-3 1 33 0,0-3 4 15,0 2 1-15,-3-2 0 0,4 2-24 16,-4-2-5-16,3 3-1 0,-3-1 0 0,3 3-8 16,0-2 0-16,-3-1 0 0,3-2 8 15,0-3-44-15,3-2-10 0,-3-3-2 16,3-3 0-16,3-3-115 0,-3 1-23 0,6-6-5 0,-3-2-1 0</inkml:trace>
  <inkml:trace contextRef="#ctx0" brushRef="#br0" timeOffset="141754.981">14183 12142 2523 0,'0'0'56'0,"-3"-5"11"0,-3 3 2 0,6 2 2 0,-3-6-57 0,3 6-14 0,-6-2 0 0,6 2 0 16,-6 0 77-16,0 0 13 0,0 0 2 0,0 5 1 15,0 0-69-15,0 0-15 0,0 6-9 0,0 0 12 16,4-1 41-16,-4 3 9 0,0-2 2 0,0 5 0 16,0-3-52-16,3 0-12 0,0 1 0 0,0 1 0 31,3-1-48-31,0-1-13 0,3 3-3 0,3-3 0 0,0 0 52 0,0-2 12 0,3-1 0 0,-1 1 0 16,1-3 0-16,3-3 0 0,3-2 0 0,-3 0 0 15,3-3-16-15,3-3-1 0,-3-2 0 0,3-1 0 16,2 1 27-16,-2-3 6 0,0-2 0 0,-3 2 1 15,0-6-17-15,0 4 0 0,0-1 0 0,0 1 0 0,-7-4 0 16,4 1 0-16,-3 3 0 0,0-4 0 0,-3 1 55 0,0-3 7 16,0 3 2-16,-3-3 0 0,0 0-22 0,-3 0-4 15,0 0-1-15,-3 1 0 16,0-1-8-16,-3 0-1 0,-3 0-1 0,0 0 0 16,-3 0-27-16,0 0 0 0,-2 3 0 0,-7-3 0 15,3 3-18-15,0 2-9 16,-3 1-1-16,0-1-1 0,1 3-107 0,-1 0-22 0,3 0-4 0,0 1-1114 0</inkml:trace>
  <inkml:trace contextRef="#ctx0" brushRef="#br0" timeOffset="142268.648">15445 12214 1998 0,'0'0'44'0,"0"0"8"0,0 0 3 0,0 0 1 0,0 0-44 0,0 0-12 15,0 0 0-15,0 0 0 0,6 3 44 0,3-1 8 16,3-2 0-16,0 0 1 0,3 3 7 0,5-3 2 15,1 3 0-15,3-3 0 0,0 0-16 0,3 2-3 16,2-2-1-16,1 0 0 0,0 0-14 0,3 0-4 16,0-2 0-16,5 2 0 0,1 0-24 0,3 0 0 15,2 0 0-15,1 0 0 0,-3 0 32 0,2 2 0 16,-2-2 1-16,5 0 0 0,-2 0-1 0,3 3-1 16,2-1 0-16,1-2 0 0,-3 3-31 0,-4-3 0 15,-2 0 0-15,-3 0 0 16,-4-3-45-16,1 3-15 0,-6-5-4 0,0 3 0 15,-4-4-102-15,-2 4-21 0,-6-6-4 0,0 2-478 0,-6 1-96 0</inkml:trace>
  <inkml:trace contextRef="#ctx0" brushRef="#br0" timeOffset="142568.351">16591 12021 2109 0,'0'0'46'0,"-6"-3"10"0,0-2 1 0,-3 2 3 0,3-2-48 0,-3 2-12 0,3-2 0 0,0 2 0 16,3-2 72-16,3 5 11 0,0 0 2 0,0 0 1 15,0 0-18-15,0 0-3 0,0 0-1 0,0 0 0 16,0 0 0-16,0 0 0 0,3 3 0 0,3-1 0 16,3 1 0-16,0 2 0 0,3 3 0 0,0-3 0 0,0 3-51 15,3 0-13-15,3 0 0 0,-3 3 0 16,2-3 0-16,4 2 0 0,-3 1 0 0,0-3 0 16,0 3 15-16,0-4 0 0,-3 4 0 0,-1 0 0 0,-2-1-15 15,-3 3 8-15,0-2-8 0,-6 2 0 0,0 0 0 16,-3 1 0-16,-3 2 0 0,-6-1 0 0,0 1 0 0,-3 3-15 15,-5-1 2-15,-1 4 0 0,-3-1 13 0,3 0-11 16,-3-3 11-16,-3 1-10 16,4-1-43-16,2-4-9 0,0 2-2 0,0-3 0 15,3-3 0-15,0-2 0 0,0 3 0 0,3-6-751 0,1 0-150 16</inkml:trace>
  <inkml:trace contextRef="#ctx0" brushRef="#br0" timeOffset="143161.431">18320 11724 1728 0,'0'0'38'0,"0"0"8"0,0 0 2 0,0 0 0 0,0 0-39 0,0 0-9 0,0 0 0 0,-3 6 0 15,3-6 104-15,0 8 20 16,-2 0 3-16,2 5 1 0,0-3-21 0,0 4-4 15,-3-1-1-15,3 5 0 0,0 6-61 0,-3 3-12 0,3 2-2 0,-3 3-1 16,3 2 30-16,-3 0 7 0,3-2 1 0,-3 0 0 16,3-3-52-16,0 0-12 0,-3 0 0 0,3 0 0 15,0 3 0-15,0-3 0 0,0 3 0 16,0 0 0-16,0-1 0 0,0 1 0 0,0-5 0 0,3-1 0 16,-3-2 0-16,3-6 0 0,-3 1 0 0,3-1 0 15,0-4 0-15,-3-1 0 0,3 0 0 0,0-5 0 16,-1 0 0-16,1 0 0 0,3-3 0 0,0-2 0 31,3-1-48-31,0-2-13 0,3-2-3 0,0-1 0 0,6-2-186 16,0-3-38-16</inkml:trace>
  <inkml:trace contextRef="#ctx0" brushRef="#br0" timeOffset="143788.26">19255 12124 2239 0,'0'0'49'0,"0"0"11"0,0 0 1 0,-6 0 2 0,0 0-51 0,0 3-12 0,0-1 0 0,-3-2 0 16,3 3 43-16,-3 0 5 0,1 2 2 0,-4 0 0 15,3 0 11-15,-3 1 3 0,0 2 0 0,0 2 0 16,0-2-52-16,0 5-12 0,-3 1 0 0,3 2 0 16,0-1 0-16,1 4 0 0,-1 5 0 0,3-3 0 15,0 3 22-15,0 0 2 0,3-1 0 0,3 1 0 16,0 0-24-16,0-6 0 0,3 4 0 0,3-4 0 16,0-2-20-16,3 0-1 0,0 0-1 0,3-3 0 15,3 3 22-15,3-6 18 0,-1-2-3 0,1 0-1 16,6-2-22-16,0-1-5 0,3 0-1 0,0-5 0 0,-1 0 14 15,4-2 0-15,-3-4 0 0,3 1 10 16,0-3-10-16,-4-3 0 0,-2 1 0 0,0 2 0 0,0-5 9 16,-3 5 0-16,0-5 0 0,0-1 0 15,-7-2 34-15,1 1 6 0,0-4 2 0,-6-2 0 0,0 0-41 16,0-3-10-16,-3-3 0 0,-3 4 0 0,-3-4 44 0,0 3 6 16,-3 3 2-16,-3 0 0 0,0 0-30 0,0 0-6 15,-2 0 0-15,-4-1-1 0,0 4-15 0,0-1 11 16,0 1-11-16,-3 2 10 0,-3 0-10 0,0 3 0 0,4 0 0 15,-7-1 0 1,3 4-28-16,3-1-4 0,-3 3 0 0,3-2-1 16,3 2-114-16,1 2-22 0,2 1-5 0,0 2-992 0</inkml:trace>
  <inkml:trace contextRef="#ctx0" brushRef="#br0" timeOffset="144309.608">20416 11894 1958 0,'0'0'43'0,"0"0"9"0,0 0 1 0,0 0 3 0,0 0-45 0,0 0-11 0,0 0 0 0,0 0 0 15,0 0 104-15,0 0 20 0,0 0 3 0,0 0 1 16,0 0-52-16,-6 2-9 0,3 4-3 0,0 2 0 16,-3 2-51-16,3 3-13 0,0 3 0 0,0 5 0 15,-3 1 54-15,0 1 8 0,3 1 2 0,-3 0 0 16,3-3-52-16,-3 3-12 0,3 0 0 0,-2 0 0 16,2 0 0-16,3-1 0 0,-3 4 0 15,3 2 0-15,0 0 0 0,0 3 0 0,3-3 0 0,-3 3 0 16,5-6 0-16,-2 1 0 0,3-6 0 0,-3 3 0 15,3-3 0-15,0-3 0 0,0-2 0 0,-3 3 0 16,3-6 0-16,0 3 0 0,0-6 0 0,0 4 0 16,0-4-100-16,3-2-22 15,0-3-5-15,0 1-649 0,0-4-131 0</inkml:trace>
  <inkml:trace contextRef="#ctx0" brushRef="#br0" timeOffset="144739.518">21351 12018 1886 0,'0'0'41'0,"0"0"9"0,0 0 2 0,6-3 1 0,0 1-42 0,0-1-11 0,-4 1 0 0,4-1 0 16,-3 3 94-16,-3 0 17 0,6 0 3 0,-6 0 1 15,3 0-33-15,-3 0-6 0,6 3-2 0,-6-3 0 16,3 5-18-16,0 0-3 0,-3 3-1 0,3 0 0 16,-3 3-12-16,0-1-2 0,0 3-1 0,0 3 0 15,-3 0-15-15,3 3-3 0,-3-1-1 0,0 3 0 16,3-2-7-16,-3-1-2 0,0 4 0 0,0 1 0 15,0 1-9-15,0 0 8 0,0 2-8 16,0-2 8-16,0 3-8 0,3-1 0 0,0-2 0 0,0 0 0 16,0-3 0-16,0 3 0 0,3-3 0 0,-3 0 0 15,3-2-24-15,-3 2-8 16,3-5 0-16,0 5-1 0,0-5 33 0,0 2 0 0,3 1 0 0,-3-3 0 16,3 2 0-16,0-5 0 0,3 3 0 0,0-5 0 15,0 2-160-15,3-2-26 0,3-3-5 16,0-3-897-16</inkml:trace>
  <inkml:trace contextRef="#ctx0" brushRef="#br0" timeOffset="145106.624">22363 11931 2127 0,'0'0'47'0,"0"0"9"0,3-5 3 0,-3-1 1 0,0 6-48 0,0 0-12 0,0 0 0 0,0 0 0 15,0 0 95-15,0 0 17 0,0 0 3 0,0 0 1 16,0 8-49-16,-3 0-10 0,0 3-1 16,-3 5-1-16,3 2-27 0,-3 3-4 0,0 0-2 0,0 3 0 15,0 0-5-15,0-3-1 0,0 3 0 0,-3 0 0 16,3 0-8-16,3-1-8 0,-3 1 12 0,0 3-12 15,0-1 8-15,3 1-8 0,-3-4 0 0,3 7 0 16,0-7 0-16,0 4 0 0,3-6 0 0,0 3 0 16,-2-3 0-16,2-2 0 0,0-1 0 0,0-2 0 15,0 2 0-15,0-4 0 0,2 2-15 0,-2-3 5 16,3-3-80-16,-3-2-16 0,3 3-3 16,0-6-677-16,3 0-135 0</inkml:trace>
  <inkml:trace contextRef="#ctx0" brushRef="#br0" timeOffset="145724.209">23041 12219 2030 0,'0'0'57'0,"0"0"14"0,0 0-57 0,0 0-14 0,0 0 0 0,0 0 0 16,-6 3 83-16,0 0 13 0,-2-1 4 0,-1 1 0 16,0 2-20-16,-3 0-4 0,-3 3-1 0,-3 0 0 15,3 5-35-15,-3 1-6 0,-3 4-2 0,1 6 0 16,-1 0-24-16,0 2-8 0,0 1 0 0,0-3 0 16,6 2 0-16,0-2 0 0,1-3 0 0,2 3 0 15,3-3 0-15,3 0 0 0,0-2 0 0,3 2 0 16,3-5 0-16,0 5 0 0,3-3 0 0,0 1 0 15,6 0-13-15,0-4 3 0,0 4 1 0,3-3 0 0,5-3-10 16,1-2-1-16,0-1-1 0,3-5 0 0,3 3 12 0,-3-5 9 16,2 0-12-16,4-3 12 0,-6-3 0 0,3 0 0 15,0-2 0-15,-1 0 0 0,1-6 0 0,0-2 9 16,3 2-9-16,-3-4 12 0,3-4 13 0,-4 3 3 16,1-2 1-16,0-4 0 15,0 4 11-15,-3-3 1 0,-4-3 1 0,4-3 0 0,-3 4 3 0,0-6 1 16,-3 2 0-16,-3-7 0 0,0 2-10 15,-6 0-1-15,3-2-1 0,-6 2 0 0,0 3-14 0,-3 0-4 16,-3-3 0-16,-6 6 0 0,0-1-6 0,-3 1-2 16,0 2 0-16,-6 3 0 0,0 0-8 0,0 2 0 0,-3 3 0 15,1 3 0 1,-1 2-19-16,-3 1-5 0,3 4-2 0,0 4 0 16,3 2-88-16,1 0-18 0,-4 5-3 0,3 3-711 0,3 0-142 0</inkml:trace>
  <inkml:trace contextRef="#ctx0" brushRef="#br0" timeOffset="146323.672">23586 12886 1724 0,'0'0'38'0,"-6"3"8"0,6-3 2 0,-6 2 0 0,0 1-39 0,0 0-9 15,6-3 0-15,-6 0 0 0,0 2 103 0,0-2 18 16,0 0 4-16,1 0 1 0,-1-2-15 0,0-1-3 15,0 0-1-15,3 1 0 0,-3-4-29 0,3 1-6 16,0-3 0-16,0 3-1 0,0 0-25 0,3-3-5 0,0 2-1 0,3-2 0 16,0 0-13-16,0 1-3 0,6-1-1 0,-3 0 0 15,6 0-5-15,-1 0-1 0,7 0 0 0,0 3 0 16,3-3-2-16,3 2-1 0,0 1 0 16,2 5 0-16,1 0-14 0,-3 0 8 15,0 3-8-15,-3 2 0 0,-1-2 0 0,-5 5 0 16,3-3 0-16,-6 5 0 0,0-2 0 0,-3 6 0 0,-3-4 0 15,-3 6 0-15,-3 0 0 0,-3 0-16 0,-3 0 3 0,-3 2 1 32,0 1-24-32,-3 2-4 0,-6-3 0 0,-2 4-1 15,-1-1-21-15,-3-3-4 0,0 1-1 0,0 2 0 16,0-3 0-16,4 4 0 0,-4-1 0 0,6 0 0 16,3 0 33-16,0-2 6 0,6-1 2 0,0 1 0 0,6-3 26 0,0-3 0 0,3 0 0 0,0 0 0 15,6-5 14-15,0 3 2 0,3-3 0 0,0-3 0 16,6 0 3-16,0-2 1 0,3 2 0 0,0-5 0 15,2 3 0-15,1-3 0 0,3-3 0 0,-3 1 0 0,3-4-12 16,0 4-8-16,-1-4 12 0,1-2-12 0,3 0 0 16,0-2-17-16,5 2 1 0,-2-5 1 15,3 0-141-15,0-1-28 0,-1 1-5 0,-2-5-2 0</inkml:trace>
  <inkml:trace contextRef="#ctx0" brushRef="#br0" timeOffset="148578.645">17561 11820 1807 0,'0'0'40'0,"-3"-6"8"0,0 1 1 0,0 0 2 16,1-3-41-16,2 3-10 0,0-3 0 0,-3 0 0 0,3 0 24 0,0 0 4 16,0 0 0-16,0 0 0 0,0 0 8 0,0 3 1 15,0-1 1-15,0 1 0 0,0 5-5 0,0 0-1 16,0 0 0-16,0 0 0 0,0 0-4 0,0 0 0 15,0 0-1-15,0 0 0 0,0 0-10 0,0 11-1 16,-3-1-1-16,3 4 0 0,-3 4-15 0,3 3 8 16,-3 6-8-16,0 7 0 0,0 0 0 0,0 6 0 15,3 2 0-15,-3 3 0 0,3-2 0 0,0-1 0 16,0 0 0-16,3 6 0 0,-3 5 0 0,3-3 0 16,0 3 0-16,3 0 0 0,-3-5 0 0,3 2 0 15,-1-2 0-15,1 5 0 0,0 0 0 0,0-1 0 16,0-1 0-16,0 2 0 0,0-6 0 0,0-2 0 0,0 0 0 15,0 0 0-15,0 0 20 0,-3-2 8 0,6-1 2 16,-3-2 0 0,0-3-46-16,3-3-8 0,-3-2-3 0,6-3 0 0,-3 0 27 0,-1-3 8 0,1-2 0 0,3 0 0 15,0-3 5-15,-3-2 2 0,3-1 0 16,0-2 0-16,0 0-15 0,0-3 9 0,0 0-9 0,6-2 8 16,-4 0-8-16,7-1 0 0,-3-2 0 0,6 0 0 15,0 0 21-15,3-3 3 0,5-2 0 0,-2 0 0 16,3-1-16-16,0 1-8 0,-1-3 10 0,4 0-10 15,-3 0 8-15,5 0-8 0,1 0 0 0,6 0 9 16,-1 0-9-16,4-3 10 0,-3 1-10 0,5 2 10 0,-5-6-10 16,6 6 12-16,-1-2-12 0,10 2 12 0,-4-3-12 0,1 3 0 15,-1 0 0-15,4 0 0 0,-4 0 0 0,7 3 0 16,-1-3 8-16,7 2-8 0,-7 4 0 0,1-4 0 16,2 4 0-16,7 1 0 0,-1-1 0 0,1-1 0 15,-7 0 0-15,13 3 0 0,-7 0 15 0,0 0 4 16,4-3 1-16,5 3 0 0,-8 3-32 0,-1-3-7 15,7 0-1-15,5 0 0 0,-9 0 20 0,1-3 0 16,2 3 0-16,6 3 0 0,-5-6 0 0,2 3 0 16,-2 0 0-16,8 0 0 0,-6-3 0 0,-2 3 0 15,2 0 0-15,9-3 0 0,-11 3 17 0,2 0 1 16,0-3 0-16,10 3 0 0,-13 0-28 0,-2 0-6 16,5-3 0-16,6 3-1 0,-8 0 17 0,-4-2 0 15,3-1 0-15,4 3 0 0,-4 0 0 0,-5-3 0 16,2 3 0-16,3 0 0 0,-8-3 10 0,2 0 6 15,-2 3 0-15,2 3 1 0,-5-6-29 0,-4 3-7 0,-2 0-1 0,5 0 0 16,-5 0 32-16,-4 0 7 0,1 0 1 0,-1 0 0 16,-8-3-32-16,3 3-7 0,-4-3-1 0,1 3 0 15,0-2 32-15,-4-4 7 0,-2 4 1 0,0-4 0 16,-4 1-30-16,-2-3-6 0,-6 0 0 0,3 0-1 16,-7-3 17-16,-2 1 0 0,0-1 8 0,3-2-8 15,-6-3 16-15,-4 0-4 0,1-3 0 0,0-2 0 16,0 0-12-16,-3-3 0 0,-3 0 0 15,3 0 0-15,-3-2 44 0,-1-1 5 0,1-2 2 0,0-3 0 16,3 0-31-16,-3 0-5 0,3-2-2 0,0-3 0 16,0 0-13-16,0-3 0 0,2-5 0 0,1 0 0 0,-3 3 0 15,3-4 0-15,-3 1 0 0,3-2 0 16,0 4 20-16,0-4 0 0,-1-1 1 0,4-5 0 0,-3 3-33 16,-3-3-8-16,3 5 0 0,0-5-1 15,-3 5 68-15,2 1 13 0,-2-1 4 0,0-2 0 0,0 2-52 0,-3-2-12 16,0-1 0-16,0-2 0 0,0 8 0 0,-3 0 0 15,0 0 0-15,0-3 0 0,-4 9 0 0,1-4 0 16,0 4 0-16,-3-1 0 0,0 0 0 0,0 0 0 16,-3 3 0-16,0 0 0 0,-3 3 0 0,0-1 0 15,0 3 0-15,-3 0 0 0,0 3 54 0,1 0 8 16,-4 3 2-16,3-1 0 0,-3 1-64 0,-3 2 0 16,3 0-9-16,-6 3 0 0,0-3 9 0,0 3 0 15,0-1 0-15,-6 1 0 0,4 0 0 0,-7 0 0 0,3-1 0 16,-6 1 0-16,3 0 0 0,-2 0 0 0,-4 2 0 15,-3 0 8-15,3-2-8 0,-2 3 11 0,-4-1-11 16,-6-2 12-16,1 5-12 0,-1-3 0 0,-3 3-12 16,1 0 12-16,-4 1 0 0,0-1 0 0,-2 0 0 15,-4 0 12-15,1 0-12 0,-1 2-9 0,0 4 9 0,-2-3-13 16,-1-3 13-16,1 2 8 0,-4 1 0 0,-2 0-8 16,2-1 0-16,1 4 0 15,-1-3-15-15,-11-1 5 0,8 1 10 0,-5 2 0 0,2-2 0 0,-5 2 0 16,5-2 0-16,-2 0-12 0,-4 2 12 0,-5-2-12 15,8 2 12-15,-2 1 0 0,0-1 0 0,-13-2 0 16,10 2 0-16,-1 0 0 0,1-2 0 0,-6 2 0 16,5 1 0-16,1-4 0 0,2 4 0 0,-8-4-8 0,6 4 8 0,2-3 0 15,-2 2 0-15,-7-2 0 0,13-1 0 0,-4 1 0 16,1 0 0-16,-6 2 0 0,5-2 0 0,4-1 0 16,-1 1 0-16,-5 3 0 0,5-4 0 0,1 1 0 15,-1 0 0-15,-2-3 0 0,6 0 0 0,2 3 0 16,-2-3 0-16,-7 0 0 0,7 0 0 0,2 0 0 15,1 0 0-15,-4 0 0 0,7 0 9 0,-1 0 7 16,-2 0 2-16,-4 3 0 0,7-1-30 0,2 1-7 16,3 3-1-16,-5-4 0 0,5 1 20 0,1 2 0 15,-1-2 0-15,-5 2 0 0,8 1 0 0,0 2-8 16,4-3 8-16,-10 0 0 0,10 3 0 0,-7-2 0 16,3-1 0-16,-2 3 0 0,5 3 0 0,1-3-8 15,2 2 8-15,-3-2 0 0,7 3 0 0,-1-3 0 0,-3 3 0 16,4-1 0-16,2 1 0 0,0 0 0 0,4-1 0 0,2 1 0 15,3 2 0-15,0-2 0 0,3 0 0 0,1-1 0 16,-1 3 0-16,3-2 0 0,0 2 0 0,-3-2 0 16,4 2 0-16,2-2 0 0,0 2 0 0,0 1 0 15,0-4 0-15,3 4 8 0,4-4-8 0,-1 3 0 16,0 1 0-16,0-4 0 0,0 4 0 0,3-4 0 16,-3 4 0-16,3-4 0 0,-3 4 0 0,1-4 0 15,2 4 0-15,-3-4 0 0,0 3 0 0,0 1 0 16,-6-1 0-16,3 0 0 0,-3 3 0 0,-2 0 0 15,-1-3 0-15,0 1-8 0,3-1 8 0,-3 3 0 16,1-3-10-16,2 3 10 0,0-2-8 0,0 1 8 16,6 1-16-16,0 0 3 0,3 0 0 0,1 0 0 15,2-2-31-15,0 1-5 16,6-1-2-16,3-6 0 0,0 0-161 0,0 0-33 0,0 0-7 16,0 0 0-16</inkml:trace>
  <inkml:trace contextRef="#ctx0" brushRef="#br0" timeOffset="149859.233">10141 15003 948 0,'0'0'27'0,"0"0"5"0,0 0-32 0,0 0 0 15,0 0 0-15,0 0 0 0,0 0 94 0,0 0 12 0,0 0 2 0,0 0 1 16,0 0-15-16,0 0-3 0,-3-3-1 0,3 3 0 15,0 0-14-15,0 0-2 0,0 0-1 0,0 0 0 16,0 0-13-16,0 0-2 0,0 0-1 0,0 0 0 16,0 0-25-16,0 0-6 0,0 0-1 0,0 0 0 15,0 0-25-15,0 0 0 0,-3 8 0 0,3-3 0 16,0 3 0-16,0 3 0 0,0-3 0 16,3 2 0-16,0-2 0 0,0 3 0 0,0-3 0 0,0 0 0 15,0 0 0-15,3-3 0 0,-3 0 0 0,0 1 0 16,0-1 0-16,-3-5 0 0,0 0 0 0,5 0 0 15,-5 0 47-15,6 0 4 0,-6 0 1 0,0 0 0 16,3-3 5-16,0-2 2 0,-3 2 0 0,0-2 0 16,0-3-4-16,-6 3-1 0,3-3 0 0,-5 3 0 15,2-3-22-15,-3 0-4 0,-3 0 0 0,3 3-1 16,-3-1-10-16,-3 1-1 0,0 0-1 0,0 2 0 16,-3 3-6-16,1 0-1 0,-4 3 0 0,-3 2 0 15,3 0-8-15,0 3 0 0,-3 3 0 0,1 2 8 0,2 0-8 16,0 6 0-16,3 2 0 0,3 5 0 0,0 3-18 15,3 1-6-15,3-1 0 0,1 0-1 0,5 0 25 0,0-3 0 16,3 1 0-16,6-3 0 16,-1-1 0-16,4 1 0 0,0-3 12 0,6 1-4 0,0-4-8 15,3 1-12-15,3-4 4 0,3 1 0 0,-1-2-9 0,4-4-2 16,-3-2 0-16,3-5 0 16,-3-3-20-16,-1-3-4 0,4-7-1 0,0-1 0 15,0-2-127-15,0-3-25 0,2-8-6 0</inkml:trace>
  <inkml:trace contextRef="#ctx0" brushRef="#br0" timeOffset="150220.477">10647 14786 1854 0,'-12'-11'40'0,"6"6"9"0,-3-3 2 0,0 3 1 0,-3-3-41 0,3 0-11 0,-3 3 0 0,3-3 0 16,-3 2 76-16,4 1 14 0,-1 0 2 0,0 2 1 15,0 0-23-15,3 3-5 0,0 0-1 0,6 0 0 16,0 0 0-16,-6 3 0 0,6-3 0 0,-6 5 0 15,6-5 0-15,0 8 0 0,0 0 0 0,0 6 0 16,3-1-51-16,0 3-13 0,3-1 0 0,3 7 0 16,0-1 0-16,3 0 0 0,0 3 0 0,-1 0 0 15,4-3 0-15,0 0 0 0,-3 0 0 0,3 3 0 16,-3-3 0-16,0 6 0 0,-3-1 0 0,0 3 0 16,-3 6 0-16,0 2 0 0,-6 2 0 0,-3-2 0 15,0-2 0-15,-6-4 0 0,0-1 0 0,-6 1 0 16,0-2 54-16,0 3 8 0,-6 0 2 0,3 2 0 15,1 1-52-15,-4-1-12 0,0-2 0 0,0 5 0 0,0-8 0 16,-3 0 0-16,1-2 0 0,-1-4 0 0,3-1 0 0,-3-4 0 16,0 1 0-16,3-1 0 0,1-5 0 0,5 1 0 15,0-4 0-15,0 1 0 0,3-6 0 0,3 3 0 16,0-3 0-16,3-2 0 16,6-3-111-16,0 0-25 15,0 0-4-15,-3-5-696 0,3-6-140 0</inkml:trace>
  <inkml:trace contextRef="#ctx0" brushRef="#br0" timeOffset="154632.861">11703 15140 1749 0,'0'0'38'0,"0"0"8"0,0 0 52 0,0 0-88 0,0 0-10 0,0 0 0 0,0 0 0 16,0 0 48-16,0 8 8 0,0-8 2 0,3 3 0 15,3 2 5-15,0-2 1 0,0 0 0 0,3-1 0 16,-3-2-1-16,6 3 0 0,0-3 0 0,0 0 0 16,3-3 1-16,3 3 1 0,2 0 0 0,1 0 0 15,3 0-65-15,3-2-19 0,0 2-1 0,2-3 0 16,-2 3 20-16,3 0 0 0,-3-3 0 0,-3 1 0 16,-1-1 0-16,1-2 0 0,3 2 0 15,-3-2 0 1,0-1-32-16,-1 1-12 0,4 3-2 0,-3-4-1 15,0 4-113-15,0-4-22 0,-3 1-5 0</inkml:trace>
  <inkml:trace contextRef="#ctx0" brushRef="#br0" timeOffset="154931.498">12498 14815 2262 0,'0'0'64'0,"0"0"14"0,-3-5-62 0,-3-1-16 15,3 1 0-15,-3 0 0 0,3-3 90 0,0 3 15 16,3-1 3-16,-3-2 1 0,0 6-40 0,3 2-8 16,0-6-1-16,0 6-1 0,0 0-18 0,0 0-3 15,0 0-1-15,0 0 0 0,0 0-12 0,-3 8-2 16,3 3-1-16,-3 2 0 0,3 6-13 0,0-1-9 16,3 6 12-16,-3 2-12 0,3 1 8 15,-3 2-8-15,0 0 0 0,3 6 0 0,-3-1 8 0,0 3-8 16,-3 8 0-16,3 3 0 0,0-1 0 0,0-2 0 0,0-2 0 15,0 1 0-15,3-6-8 0,-3 1-3 0,0-2 0 16,3 3 0 0,-3-3-30-16,3 0-7 0,0-5 0 0,0-3-1 15,0-3-133-15,3-2-26 0,-3-5-6 0</inkml:trace>
  <inkml:trace contextRef="#ctx0" brushRef="#br0" timeOffset="155275.977">12665 14881 2370 0,'0'0'67'0,"-9"-5"15"0,3 0-66 0,0-3-16 0,3-3 0 0,0 0 0 0,6 1 33 0,-3-1 3 15,3-2 1-15,3 2 0 0,3-2 17 0,0 3 3 16,3-4 1-16,3 6 0 0,0-2-26 0,2 2-4 15,1 0-2-15,3 0 0 0,3 3-12 16,-3 2-2-16,0-2-1 0,-1 2 0 0,-2 3 1 16,3 0 1-16,-3 0 0 0,3 5 0 0,0 1 6 0,-1 2 1 15,1 2 0-15,3 6 0 0,-3 3-29 0,0 4-6 16,0 4-1-16,-3 5 0 0,-1-3 26 0,-2 3 5 16,0-3 1-16,-3 5 0 0,-3-2-29 0,-3 5-6 15,-3 5-1-15,0 6 0 0,-3-1-1 0,-3 1-1 16,0-6 0-16,-6 3 0 15,3-8-23-15,-6 0-5 0,3 1-1 0,-6-1 0 16,3-6-121-16,1 1-24 0,-4 0-4 0,3 0-2 0</inkml:trace>
  <inkml:trace contextRef="#ctx0" brushRef="#br0" timeOffset="155536.173">12957 15188 2012 0,'0'0'44'0,"0"0"10"0,0 0 58 0,0 0-101 0,0 0-11 0,0-3 0 0,6 1 0 16,-3-4 58-16,5 4 10 0,1-1 1 0,-3 1 1 16,3-1-22-16,3 0-4 0,-3 3 0 0,6-2-1 15,-3 2 17-15,3 0 3 0,3 0 1 0,0 2 0 16,-1-2-76-16,4 0-14 0,0 0-3 0,0 0-1 0,0 0 13 0,0 0 2 15,2 0 1-15,-2-2 0 16,-3-1-167-16,0-5-34 0,3-8-6 0,3 6-2 16</inkml:trace>
  <inkml:trace contextRef="#ctx0" brushRef="#br0" timeOffset="155770.751">13513 15069 2160 0,'0'0'48'0,"0"0"9"0,0 0 63 0,0 0-108 0,-3 5-12 0,3-5 0 0,0 0 0 16,-6 6 69-16,6-6 12 0,-3 5 3 0,0 3 0 16,-3 0-26-16,3 0-5 0,0 2-1 0,-3 6 0 15,1 0 5-15,2 5 1 0,-3 3 0 16,0 5 0-16,3-2-42 0,0-1-8 0,0 0-8 0,0 1 12 16,0-3-12-16,3 0 0 0,-3-1 0 0,3 1 0 15,0-3 0-15,0 1 0 0,3-1 0 0,-3 0 0 16,6-3 0-16,-3 4 0 0,3-4 0 0,-3-2 0 31,6-3-150-31,-3-2-32 0,2-3-6 0,1-6-902 0</inkml:trace>
  <inkml:trace contextRef="#ctx0" brushRef="#br0" timeOffset="156153.74">13772 15347 1792 0,'0'0'51'0,"-3"-6"10"0,3 1-49 0,0 0-12 0,-3 0 0 0,3 2 0 16,0 3 156-16,0 0 29 0,0 0 6 0,0 0 1 0,0 0-126 0,-6 3-25 15,0-1-5-15,0 6 0 0,0 3-17 0,0-1-3 16,4 4-1-16,-4 1 0 0,3-1-15 0,-3 2 8 16,3 2-8-16,0 1 0 15,3 2 0-15,-3-3 0 0,3 1 0 0,0 2 0 0,3-2-18 0,0-1 0 16,3-2 0-16,0 0 0 16,0 0-11-16,2-3-3 0,1-3 0 0,3 1 0 15,0-6-25-15,3 1-6 0,0-4-1 16,0 1 0-16,3-6 72 0,0 1 15 0,-1-4 2 0,4-2 1 0,0-2-10 15,0 2-3-15,-3-5 0 0,3 2 0 0,-4-2 32 0,-2 2 7 0,0-2 0 16,-3 0 1-16,0 0 8 0,0 2 2 0,-6-2 0 16,0 0 0-16,0 2-1 0,-3-5 0 0,0 3 0 0,-3 0 0 15,-3-3-10-15,0 3-3 0,0-1 0 0,-3-2 0 16,0 1-24-16,-3-1-5 0,-3 0 0 16,0-3-1-16,-3 1-11 0,-3 2-8 0,1 0 12 15,-7 3-12-15,3 0 0 0,-3 2 0 0,0 0 0 16,1 6-12-1,-1-3-65-15,3 5-13 0,-3 1-2 0,6-1-1 16,0 3-143-16,0 0-29 0</inkml:trace>
  <inkml:trace contextRef="#ctx0" brushRef="#br0" timeOffset="156643.712">15261 15373 1426 0,'-15'8'40'0,"9"-5"9"0,0-1-39 0,0 4-10 16,0-4 0-16,0 1 0 0,6-3 85 0,0 0 15 0,0 0 4 0,0 0 0 15,0 0-36-15,3 5-6 0,3 1-2 0,0-4 0 16,3 4-2-16,3-4-1 0,-1 1 0 0,4 0 0 15,0-1-1-15,3 1-1 0,0-3 0 0,0 2 0 16,6-2-33-16,-1 0-6 0,4 0-2 0,6 0 0 16,0-2 20-16,2 2 4 0,4-5 1 0,0 2 0 15,-3 0-31-15,-4-2-8 0,-2 2 0 0,3 1 0 16,-3-1 21-16,2 0 3 0,1 3 1 0,3-2 0 31,-3-1-50-31,-1 0-11 0,4 3-1 0,-6-2-1 16,0-1-10-16,-7 0-3 0,1 3 0 0,-3-2 0 15,-6-1-93-15,0 3-18 0,-3-2-4 0,-3 2-424 0,0-3-85 0</inkml:trace>
  <inkml:trace contextRef="#ctx0" brushRef="#br0" timeOffset="157191.783">15921 15122 1958 0,'-18'5'43'0,"13"-5"9"0,-4 0 1 0,0 0 3 0,0 0-45 0,3 0-11 0,0 0 0 0,0 0 0 15,6 0 104-15,0 0 20 0,0 0 3 0,0 0 1 16,0 0-52-16,0 0-9 0,0 0-3 0,0 0 0 15,0 0-51-15,0 0-13 0,6 3 0 0,3-3 0 0,3 2 0 0,3 1 0 16,-1 2 0-16,4 1 0 0,3-1 38 0,0 0 5 16,0 3 1-16,3 0 0 0,-4 0-32 0,1 5-12 15,-3-2 8-15,0 2-8 0,0 0 18 0,-3 1-2 16,0 1 0-16,-3 1 0 0,-1 0-16 16,-2 0 0-16,0 0 0 0,-3 0 0 0,0 0 0 15,-3-3 0-15,0 3 0 0,-3-3 0 0,-3 3 0 0,0-3 0 16,0 0 0-16,-6 3 0 0,3-2 0 15,-3-1 0-15,0 0 0 0,-2 0 0 0,-1 0 0 0,-3 1 0 16,0-4 0-16,-3 3 0 0,3 1-13 0,-3-4-7 16,0 1 0-16,1-1-1 15,2 1-11-15,0-3-1 0,0 0-1 0,3-3 0 16,0-2-106-16,3-1-20 0,3-4-5 0</inkml:trace>
  <inkml:trace contextRef="#ctx0" brushRef="#br0" timeOffset="157677.764">17514 15005 2070 0,'0'0'45'0,"0"0"10"0,0 0 1 0,0 0 3 0,0 0-47 16,0 0-12-16,0 0 0 0,0 0 0 0,0 0 72 0,0 0 12 15,0 0 2-15,0 0 1 0,0 0-13 0,3 6-2 0,-3-6-1 0,3 5 0 16,0 0-19-16,0 3-4 0,0 0-1 16,0 0 0-16,3 0-17 0,-3 0-3 15,0 5-1-15,0 3 0 0,0 0-10 0,-1 8-3 0,1 5 0 0,0 3 0 16,0 2-13 0,0 0 0-16,-3-2 0 0,3 0 0 0,0-3 8 0,-3-2-8 15,0 2 0-15,3 0 9 0,-3-3-25 0,0 1-6 0,3 2-1 16,-3 3 0-16,0-3 31 0,3 0 7 15,0 0 1-15,0-3 0 0,0-2-26 0,0-5-5 0,0-1-1 16,0-5 0 0,3 1-112-16,-3-4-22 0,0-4-5 0,3 1-1 15,-3-4-83-15,6-3-17 0</inkml:trace>
  <inkml:trace contextRef="#ctx0" brushRef="#br0" timeOffset="158105.428">18044 15217 1877 0,'0'0'53'0,"0"0"12"0,-6-3-52 0,0 3-13 16,3-2 0-16,3 2 0 0,-6 0 104 0,0 0 19 15,0 2 3-15,0 1 1 0,0 0-49 0,-3 2-10 16,3 0-1-16,-3 6-1 16,3 2-27-16,0 3-6 0,0 0-1 0,0 2 0 0,0 4-21 0,0-4-11 15,1 1 10-15,-1-1-10 0,3 1 0 0,3-3 0 16,-3 2 0-16,3 1 0 0,3-3 0 0,0 2-16 15,0-2 1-15,2-3 1 16,1 3-30-16,3-3-5 0,3 0-2 0,0-2 0 16,0 0-19-16,3-6-4 0,0 0-1 0,3-2 0 15,0 0 21-15,2-6 4 0,-2 0 1 0,0-2 0 0,-3-3 35 16,3 0 14-16,0-3-11 0,0 1 11 0,-4-3 21 0,4 2 11 0,0-2 1 16,0 0 1-16,0-1 30 0,0 4 5 15,-3-3 2-15,0-1 0 0,-1 4-2 0,-2-3 0 0,0 2 0 16,-3 0 0-16,0-5-6 0,-3 3-2 0,0-5 0 0,-6-1 0 15,0 1-15-15,0-3-3 0,-6-3-1 0,0 3 0 16,0-1-18-16,-3 1-4 0,-3 3-1 0,0 2 0 16,-2 0 8-16,-1 5 1 0,-3 1 1 0,0 2 0 15,0 0-29-15,-3 3-18 0,3-1 2 0,-2 1 1 32,-1 2-15-32,-6 3-3 0,0-2-1 0,0 2 0 15,-2 2-82-15,2 1-16 0,0 2-3 0,6-2-653 0,0 5-130 0</inkml:trace>
  <inkml:trace contextRef="#ctx0" brushRef="#br0" timeOffset="158857.593">19011 15040 2064 0,'0'0'59'0,"0"0"12"0,-6 0-57 0,6 0-14 16,-9-3 0-16,9 3 0 0,-3-2 90 0,3 2 15 16,0 0 3-16,0 0 1 0,0 0-32 0,0 0-6 15,0 0-2-15,0 0 0 0,-6 2-15 0,6-2-3 16,-6 8-1-16,3-3 0 0,0 3-25 0,0 3-5 0,0 0 0 0,0 2-1 16,3 0-19-16,-3 6 0 15,0 2 0-15,3 5 0 0,-3 1 0 0,0 2 0 0,3 0 0 0,-2 3 0 16,2-3 28-16,-3 0 3 0,3-3 0 15,-3 3 0 1,0 0-50-16,3-2-9 0,-3 2-3 0,3 0 0 16,-3 0 31-16,3 0 0 0,-3 0 0 0,3-2 0 0,0-1 0 0,0-2 0 0,0-3 0 0,0-5 0 15,0 0-15-15,3-3 3 0,0-2 1 0,-3 0 0 32,3-4-52-32,0-4-10 0,-3-3-3 0,0 0 0 15,3 0-100-15,2-3-21 0,1-2-4 0,-3-3-738 0</inkml:trace>
  <inkml:trace contextRef="#ctx0" brushRef="#br0" timeOffset="159175.955">19493 15098 1735 0,'12'-8'38'0,"-6"3"8"0,9-8 50 0,-9 7-86 0,3-2-10 0,-3 3 0 0,0-3 0 0,0 3 111 0,-3 0 20 15,3 2 4-15,-3 0 1 0,-3 3-66 0,0 0-13 16,0 0-2-16,0 0-1 0,0 0 26 0,0 0 4 15,6 0 2-15,-3 6 0 0,-3-6-41 0,3 5-8 16,0 0-1-16,-3 3-1 0,2 3-12 0,-2-1-3 16,0 3 0-16,0 3 0 0,0 3-8 0,0 5-1 0,0 2-1 15,0 3 0-15,0 0-10 0,0 0 0 16,0 1 0-16,0-1 0 0,3-6 0 16,-3-1 0-16,3 1 0 0,0-1 0 0,3-4 0 0,-3 3 0 15,3 1 0-15,0-4 0 0,3 1 0 0,-3 2 0 16,3 0 0-16,-3-3 0 0,3 1 0 0,-3-1 0 15,3 1-12-15,-3-6 12 16,0 0-40-16,0-2 0 0,0 0 0 0,0-6 0 16,3 0-103-16,-4 0-21 0,1-2-4 0,3-3 0 15,0-5-47-15,-3 2-9 0</inkml:trace>
  <inkml:trace contextRef="#ctx0" brushRef="#br0" timeOffset="159488.148">20255 15072 1933 0,'0'0'55'0,"0"0"12"0,0-6-54 0,0 1-13 16,0 5 0-16,0-5 0 0,0 5 126 0,0-3 22 15,0 3 5-15,0 0 1 0,0 0-74 0,0 0-14 16,0 0-3-16,0 0-1 0,0 0-9 0,0 0-1 16,-3 0-1-16,-3 3 0 0,3 2-21 0,-3 3-4 15,3 0-1-15,-3 2 0 0,3 4-6 0,-2 2-2 16,2 2 0-16,-3 6 0 0,3 5-9 0,0 0-8 15,-3 3 12-15,0 0-12 16,3-1 11-16,0-2-11 0,-3 3 10 0,3-3-10 0,0 3 14 0,0-3-3 16,0 0-1-16,-3 3 0 0,3 0-10 0,3 0 8 15,-3-3-8-15,3 0 8 0,3-3-8 0,-3-2 0 16,3-3 0-16,0-2 0 0,0-1 0 0,3-7-14 0,-3 2 5 16,3-5 1-1,0-3-91-15,0-2-17 0,3-6-4 0,0-2-707 16,0-3-141-16</inkml:trace>
  <inkml:trace contextRef="#ctx0" brushRef="#br0" timeOffset="160561.748">20729 15299 1933 0,'0'0'42'0,"0"0"9"0,-6 3 1 0,0-3 4 0,6 0-45 0,-6 0-11 0,6 0 0 0,-6 2 0 16,0-2 68-16,3 3 12 0,-3-3 3 0,0 5 0 15,0-2-25-15,3 2-5 0,-3 1-1 0,3 2 0 16,0-1 10-16,0 1 2 0,0 0 0 0,0 3 0 16,0 0-52-16,3-1-12 0,0 3 0 0,0 6 0 15,0-3 0-15,3 2 0 0,-3 1 0 0,3 2 0 32,0 3-48-32,0 0-13 0,3-1-3 0,0 1 0 15,0 0-39-15,3-3-8 0,3 0-1 0,0-2-1 16,3-3-24-16,-1-6-5 0,4 1-1 0,0-3 0 0,3-3 59 15,0-2 11-15,3-6 2 0,-1 1 1 0,-2-4 61 0,3 1 9 0,-3-6 8 0,0 1-8 16,-3-1 57-16,-1-2 6 0,-2 0 1 0,3-3 0 16,-3 0 38-16,-3 0 8 0,3 0 2 0,-3 0 0 15,-3 3-26-15,0 0-5 0,0 0-1 0,-3-1 0 16,-3 1 23-16,0 0 4 0,-1 0 1 0,-4 0 0 16,2 2-20-16,-6-2-3 0,3 2-1 0,-6-2 0 15,0 0-40-15,0-1-9 0,-3 1-2 0,0-3 0 16,0 3-9-16,-3 0-1 0,3 0-1 0,-6-1 0 15,1 6-10-15,-1 1-3 0,-3-1 0 0,-3 2 0 0,0 4-9 16,-3 2 0-16,1 2 0 0,-1 1 0 16,-3 2-20-16,6 3-7 0,-3 3-1 0,4-1 0 15,2 1-83-15,0 2-17 0,6 0-3 0,-6 3-1074 0</inkml:trace>
  <inkml:trace contextRef="#ctx0" brushRef="#br0" timeOffset="160990.796">19333 16545 1788 0,'0'0'51'0,"0"0"10"15,0 0-49-15,5 0-12 0,1 0 0 0,0-2 0 0,3-1 55 0,0-2 8 16,3 0 1-16,0-1 1 0,0 1-14 0,6 0-3 15,0-1-1-15,5 1 0 0,1-3-24 0,3 0-5 16,3-2-1-16,3-1 0 0,-1 3-17 0,4-2 0 16,-6 2 0-16,3-3 0 0,-4 0 0 0,1 3 0 15,-3-2 0-15,3 5 0 0,2-3 0 0,-2 2 0 16,3 1-8-16,-3 2 8 16,-1-2-53-16,-2 0-5 15,0 2-1-15,-3-2 0 0,-3 2-4 0,-3 1-1 0,-4-1 0 0,-2-2-742 0</inkml:trace>
  <inkml:trace contextRef="#ctx0" brushRef="#br0" timeOffset="161295.881">19767 16294 1937 0,'0'0'55'0,"0"0"12"0,0 0-54 0,0 0-13 0,-3-5 0 0,3 2 0 15,-3-2 74-15,3 0 12 0,0-1 2 0,0 6 1 16,3-5-20-16,-3 5-4 0,0 0-1 0,0 0 0 16,0 0 0-16,0 0 0 0,0 0 0 0,0 0 0 15,0 0-51-15,0 0-13 0,0 0 0 0,0 0 0 16,0 0 54-16,0 8 8 0,3-3 2 0,-3 3 0 16,3 3-52-16,0-1-12 0,-3 4 0 0,3 4 0 15,0 1 0-15,-3 2 0 0,3 5 0 0,0 1 0 16,3 4 0-16,-3-1 0 0,3-1 0 0,0-3 0 15,0 1 0-15,0-4 0 0,0 4 0 0,3-1 0 16,0-2-56-16,2-3-13 0,-2 0-3 0,3 1-1 16,0-1-103-16,3-3-21 0,0-2-4 0,3-3-1 0</inkml:trace>
  <inkml:trace contextRef="#ctx0" brushRef="#br0" timeOffset="161614.053">20854 16016 2269 0,'0'0'64'0,"0"0"15"0,0 0-63 0,0 0-16 0,0 0 0 0,0 0 0 16,0 0 104-16,0 0 19 0,0 0 3 0,0 0 1 15,0 0-59-15,0 0-11 0,0 0-2 0,0 0-1 16,0 0-34-16,-3 8-8 0,0 3 0 0,0-1-1 15,0 6-11-15,0 3 0 0,0 2 0 0,0 0 0 16,0 3 0-16,0 0 0 0,0 2 0 0,0 3 0 16,-3 0 0-16,3 3 0 0,0 0 0 0,0 8 0 15,-3-1 0-15,3-2 0 0,3-2 0 0,-3-4 0 16,3-1 0-16,0-7 0 0,0-1 0 0,3-1 0 16,-3-5 0-16,0-1 0 0,0-1 0 0,0-1 0 15,0-3-203-15,0 1-42 0,-3-3-9 16,-3-3-2-16</inkml:trace>
  <inkml:trace contextRef="#ctx0" brushRef="#br0" timeOffset="162222.076">17529 16979 2042 0,'-45'19'58'0,"21"-9"12"0,0-2-56 0,-2 0-14 0,-4 3 0 0,-3 0 0 16,0-4 49-16,4 1 7 0,-1 0 2 0,0 0 0 15,3-2-44-15,6-4-14 0,1 4 8 0,5-4-8 16,0 3 30-16,6-2 2 0,0 0 1 0,9-3 0 16,0 0-1-16,0 0-1 0,0 0 0 0,6 2 0 15,3-2-31-15,3 0 0 0,3 0 0 0,5 3 0 16,1-3-10-16,6 0-8 0,0 0-2 0,3 0 0 16,-4 0 20-16,7 0 0 0,0 0 0 0,3 0 0 15,8 0 12-15,1 0 7 0,3 0 1 0,5 0 0 16,-2 0-20-16,-1 0-11 0,7 0 2 0,5 0 0 15,4 0 9-15,-1 3 12 0,-2-3-2 0,11 0-1 0,-5 0-9 16,2 0 0-16,7 2 0 0,5-2 0 0,-9 0 12 0,4 3 0 16,5-3 0-16,9 3 0 0,-11-3-12 0,2 2 12 15,3-2-12-15,13 3 12 0,-13 0-24 0,3-3-5 16,4 2-1-16,8-2 0 0,-9 0 46 0,3 0 10 16,1 0 2-16,11 0 0 0,-9 0-27 15,-3-2-5-15,3 2 0 0,10-3-8 0,-10 3 20 0,-3-3-2 16,0 3-1-16,12-2 0 0,-14-1-17 0,-1 0 0 15,-3 1 0-15,7-1 0 0,-7 0 0 0,-6-2 0 16,-5 2 0-16,2-2 0 0,-12 3 0 0,1-4 0 16,-4 4 0-16,1-4 0 15,-13 1-20-15,-5 0-8 0,-6-1-2 0,-4 4 0 16,-8-4-25-16,-6 1-5 0,-3 3 0 0,-6-4-1 16,-3 1-116-16,-9 0-23 0,-9-3-5 0,-6-3-1 0</inkml:trace>
  <inkml:trace contextRef="#ctx0" brushRef="#br0" timeOffset="163172.684">17960 17506 2178 0,'-9'3'48'0,"0"-1"9"0,1-2 3 0,2 0 1 0,0 0-49 0,3 0-12 0,3 0 0 0,-6-2 0 16,6 2 0-16,0 0 8 0,0 0-8 0,0 0 0 16,0 0 57-16,0 0 6 0,0 0 1 0,0 0 0 15,0 0 0-15,0 0 0 0,0 0 0 0,-3 5 0 16,0 0-52-16,3 3-12 0,0 3 0 0,0 2 0 16,0 0 0-16,0 6 0 0,3 2 0 0,-3 3 0 15,3 2 0-15,3 1 0 0,-3 2 0 0,3 0 0 16,0-3 30-16,-1 1 3 0,1 2 1 0,0-3 0 15,3 1-54-15,-3 2-12 16,3-3-1-16,-3 3-1 0,3 0 21 0,0 1 4 0,-3-4 1 0,3-2 0 16,0-3-59-16,0-2-11 0,0-4-2 15</inkml:trace>
  <inkml:trace contextRef="#ctx0" brushRef="#br0" timeOffset="163649.113">18541 17530 2214 0,'-9'5'48'0,"6"0"11"0,-3-5 1 0,0 3 3 0,0 0-51 16,0-3-12-16,0 2 0 0,0-2 0 0,6 0 58 0,-6 3 9 0,3 0 1 0,-3 2 1 16,6-5-33-16,-6 5-6 0,0 3-2 0,3 0 0 15,0 5-16-15,3 0-4 0,-3 3-8 0,0 6 12 16,3-1-12-16,0 2 0 0,0 4 0 0,3-1 0 15,0 1 0-15,0 2 0 0,0-3 0 0,3 6 0 16,0-5-12-16,3 2 12 0,3 0-12 16,0 0 12-16,0-3-15 0,3 1 4 0,0-3 1 0,0-3 0 15,-1 0-3-15,4-2-1 0,0-4 0 0,3 1 0 16,0-5 0-16,0-3 0 0,5-3 0 0,-2-2 0 16,3-3 14-16,0-3 0 0,0-5 0 15,-1 0 0-15,-2-5 0 0,0 0 13 0,0-3-4 0,-3-5-1 16,0 2 3-16,-7-5 0 0,1 1 0 0,0 1 0 15,-3-1 26-15,-3 1 6 0,-3-1 1 0,0 1 0 16,-3-1-44-16,-3-1 0 0,-3 0-13 0,-3-2 3 0,0 2 34 16,0-5 6-16,-6 2 2 0,3 1 0 0,-6-1-7 0,0 3-1 15,-2-2 0-15,-4 2 0 0,-3 3-8 0,0 2-3 16,-3 1 0-16,-2 2 0 16,2 0-13-16,-6 3 9 0,3 0-9 0,0 5 8 0,4 0-8 0,-4 3 0 15,3 2-10-15,-3 0 10 16,4 6-34-16,-1 0-1 0,0-1 0 0,3 6 0 15,3-3-28-15,4 1-5 0,2 2-2 0,0-3-698 16,6 3-140-16</inkml:trace>
  <inkml:trace contextRef="#ctx0" brushRef="#br0" timeOffset="164126.728">19475 17424 2030 0,'-14'8'57'0,"8"-3"14"16,0-2-57-16,0 2-14 0,0-2 0 0,6-3 0 0,-6 2 66 0,6-2 10 15,-6 6 3-15,0-1 0 0,3 3-40 0,0-3-8 16,0 3-2-16,0 0 0 0,3 0 1 0,0 3 0 15,0-1 0-15,0 3 0 0,0 1-2 0,0 4 0 16,3 1 0-16,-3 2 0 0,0 3-8 0,3 2-1 16,-3 1-1-16,3 4 0 0,0-2-8 15,0 3-2-15,0 0 0 0,0 2 0 0,0-5-8 0,0 6 10 16,0-1-10-16,0 3 10 0,3-2-10 0,0 2 0 16,0-3 0-16,-1-2 0 0,4-3 0 0,-3-3 0 15,3-4-11-15,0-1 11 16,0-5-128-16,0-3-20 0,0-3-4 0</inkml:trace>
  <inkml:trace contextRef="#ctx0" brushRef="#br0" timeOffset="164414.379">19880 17506 2188 0,'0'0'48'0,"0"0"11"0,0 0 1 0,0 0 1 0,0 0-49 15,0 0-12-15,0 0 0 0,0 0 0 0,0 0 40 0,0 0 4 16,0 0 2-16,0 0 0 0,-3 5-22 0,0 3-5 16,3-3-1-16,3 3 0 0,-3 0-18 0,3 3 0 15,0 2 0-15,0 0 0 0,0 6 55 0,3-1 7 16,-3 6 2-16,3 3 0 0,0-1-52 16,-3 1-12-16,3 2 0 0,-3 0 0 0,3 0 0 15,0 3 0-15,-3-3 0 0,3 3 0 16,-3 2 0-16,3-2 0 0,0 5 0 0,0-3 0 0,0-2-16 0,-1 0-5 15,4-6-2-15,-3-2 0 16,3 0-14-16,3-6-3 0,-3-2-1 0,0 0 0 16,3-5-172-16,0-3-35 0,0-3-6 0</inkml:trace>
  <inkml:trace contextRef="#ctx0" brushRef="#br0" timeOffset="164705.689">20386 17405 2419 0,'0'0'53'0,"-6"3"11"0,0-3 3 0,0 3 1 0,0-1-55 0,0 1-13 0,6-3 0 0,-5 3 0 16,2 2 54-16,-3 0 8 0,3 3 2 0,0 0 0 16,3 0-52-16,-3 5-12 0,0-2 0 0,3 5 0 15,-3 0 0-15,3 2 0 0,0 3 0 0,0 6 0 16,0-1 0-16,0 6 0 0,0 0 0 0,3 2 0 15,-3-2 0-15,0 0 0 0,3-3 0 0,0 2 0 16,-3-1 0-16,3-1 0 0,0 0 0 0,3 3 0 16,-3-3 0-16,2 0 0 0,1-3 0 0,3 1 0 15,0-6 0-15,0 0 0 0,0-2 0 0,-3-6 0 16,6 0-164-16,-3-8-35 0,3 1-7 0</inkml:trace>
  <inkml:trace contextRef="#ctx0" brushRef="#br0" timeOffset="164982.292">21035 17239 2269 0,'-9'13'64'0,"6"-8"15"0,0 0-63 15,0 1-16-15,0-1 0 0,-3 0 0 0,6 3 54 0,-3 0 8 0,0 3 2 0,3-1 0 16,-3 4-17-16,3 2-3 0,0 2-1 0,0 1 0 15,-3 2-25-15,0 5-5 0,3-2-1 0,-3 5 0 16,3-2-2-16,-2 2-1 0,2 0 0 0,2 3 0 16,-2-1-9-16,3 1 0 0,3-3 0 0,-3 3 0 15,3-6 0-15,0 3 0 0,3-5 0 0,-3 3 0 32,3-3-24-32,0-3-6 0,0-3-2 0,0 1 0 15,3-3-119-15,-3 0-24 0,3-3-5 0,3 0 0 0</inkml:trace>
  <inkml:trace contextRef="#ctx0" brushRef="#br0" timeOffset="165533.925">21446 17958 1724 0,'0'0'38'0,"0"0"8"0,-6-2 2 0,0-4 0 0,0 4-39 0,3-3-9 0,0-3 0 0,0 2 0 15,3-2 63-15,0 0 10 0,3-2 3 0,0-1 0 16,0 1-19-16,6 2-3 0,-3-3-1 0,3 1 0 16,0 2 1-16,0 0 0 0,3 0 0 0,3 0 0 15,-4 3-35-15,4-1-7 0,0 4-2 0,3-4 0 16,-3 4 19-16,0 2 4 0,0 0 1 16,3 0 0-16,-4 2-17 0,1 4-3 0,-3-4-1 15,0 6 0-15,0 0-13 0,-3 3 11 0,-3-1-11 0,0 9 10 16,-3-3-25-16,-3 2-5 0,-3 3 0 0,0 6-1 15,-6-3 1-15,0 7 1 0,-6 1 0 0,0 5 0 16,-3-2 6-16,-2-4 1 0,2 1 0 0,-3 2 0 16,0-2 60-16,0-3 13 0,3 3 3 0,0-3 0 15,4 0-40-15,-1 0-8 0,6-5-2 0,0 3 0 16,3-4 21-16,0-1 4 0,6-1 1 0,0-5 0 0,3 0-18 16,3-1-3-16,3-1-1 0,3-4 0 0,0 1-7 0,5-1-2 15,7-2 0-15,3-2 0 0,0-1-21 0,6-5-4 16,2 0 0-16,4-3-1 0,-3 1 17 0,2-1 0 15,1-2 0-15,6-3 0 16,-1-3-106-16,4-2-18 0,0-3-3 16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BCD4045B-8F41-6B4E-97BD-FF08E793C303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9F0351C3-1740-AA4D-BDDF-BF0F4C69FD11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052" name="Rectangle 4">
            <a:extLst>
              <a:ext uri="{FF2B5EF4-FFF2-40B4-BE49-F238E27FC236}">
                <a16:creationId xmlns:a16="http://schemas.microsoft.com/office/drawing/2014/main" id="{6474A07D-2658-461F-8F83-4F740994F24C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101" name="Rectangle 5">
            <a:extLst>
              <a:ext uri="{FF2B5EF4-FFF2-40B4-BE49-F238E27FC236}">
                <a16:creationId xmlns:a16="http://schemas.microsoft.com/office/drawing/2014/main" id="{B0787F0E-99E1-EC46-8903-479D5ABA0DBF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102" name="Rectangle 6">
            <a:extLst>
              <a:ext uri="{FF2B5EF4-FFF2-40B4-BE49-F238E27FC236}">
                <a16:creationId xmlns:a16="http://schemas.microsoft.com/office/drawing/2014/main" id="{8261E7AE-94F1-554C-9081-C782E41C57C0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103" name="Rectangle 7">
            <a:extLst>
              <a:ext uri="{FF2B5EF4-FFF2-40B4-BE49-F238E27FC236}">
                <a16:creationId xmlns:a16="http://schemas.microsoft.com/office/drawing/2014/main" id="{B74AB494-A933-744C-97AB-D567B6DD35B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-128"/>
              </a:defRPr>
            </a:lvl1pPr>
          </a:lstStyle>
          <a:p>
            <a:pPr>
              <a:defRPr/>
            </a:pPr>
            <a:fld id="{FF969DB7-CD90-4014-9B8D-CC33BD96DEA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ＭＳ Ｐゴシック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A225FB7-6986-41E4-8F43-F86C2C27428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C0D8ACF-9AF7-4BE6-B2E3-865733B3F78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A1803AE-9905-4AF8-9DA3-73789375BE1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8BAFD67-0D38-4EFF-B956-560E674B21E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21095917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914623E-7E5C-4AFD-BE24-3DB80703DAC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C93BFD6-7F93-4733-A226-6C0EC46E768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ED5D424-E135-44CC-BA4E-A2DB770BDC8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97619F1-5350-4307-9409-443BD106766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30216439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09446CB-484F-4252-BB19-9C497B0F540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3A8F4DA-9E72-49E7-9FF9-D36FD65AE1B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7A08CB3-EAD0-4E99-8B98-C89B6DB018E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653D098-D75C-4EE5-8B40-FC63AFD0D628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69078586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914400"/>
            <a:ext cx="4267200" cy="5410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914400"/>
            <a:ext cx="4267200" cy="5410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1C54467-B79B-4B77-A3B1-44DDDE77CE3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62F25E2-A807-49CB-BC93-3D806EA7E07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5932679-2C29-4D7B-881E-4BB2B5FA51E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C11FBC1-3F18-4B9F-83D9-3A5A4B6E257A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7385060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5ED9B991-D00B-4804-89EB-33BB202D7AE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78015FF5-E07E-4C7A-8238-1AF9E0FFD5C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C3F5F623-7278-4A70-8A13-35C022DCEBF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4CCFC92-1B0B-4860-87FB-21B0774F2EA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56079894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6200" y="76200"/>
            <a:ext cx="8991600" cy="380999"/>
          </a:xfrm>
        </p:spPr>
        <p:txBody>
          <a:bodyPr/>
          <a:lstStyle>
            <a:lvl1pPr>
              <a:defRPr sz="3400">
                <a:solidFill>
                  <a:srgbClr val="FF0000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1FE1E440-A8C8-43AB-B8E7-F86B3E9B4BB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582FBE08-5985-4EC5-801D-BD8B156BACB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BDCED17A-0888-409A-80D0-BD3B63CD522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97966BF-D65F-4E28-A407-653B2DF03F01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14361790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31F0ED2C-B519-4F57-8672-730E3329D11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AC221C3B-499D-4477-B03B-03A7E024464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DCD4F977-FA0E-4B3A-B94F-0279441CCCC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182C1FB-A275-4CBE-B85C-63204551E734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25559968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7D62850-C9F3-4ECE-848C-FF22D5C8AF2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C12A31E-209B-42A9-826C-D78F92405A2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821507E-9AE1-4B0E-B93B-7C085C52966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BC2F104-DF84-4AEF-9187-41AF5BE74E3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408060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202DB48-69AE-4AF3-868F-545FF5AF8F1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7F3E5B6-43C3-4346-B165-FDD6F1E37E9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CD27224-906E-4B0A-BE25-6FED1CA2EB3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1AFDD3B-1453-418D-980A-9289DD4C51F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602560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B9F8C36-2FA4-465E-B8F9-3C035D0919B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6E95604D-DBCA-4814-BBC5-446C778B819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758D9F7-727C-4D99-89FD-0C87515CC9B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670AC39-4B88-4002-B23C-3DAA2B76F349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77343722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743700" y="228600"/>
            <a:ext cx="2171700" cy="6096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228600"/>
            <a:ext cx="6362700" cy="6096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6694072-58C3-4095-B658-E2EC7AE668D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E093BA2E-5916-442F-A773-1816573953A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9B41EDC-CE19-4648-891A-4EFB1DCC0E4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86CB7B8-7C25-401E-AFCE-7AE2AED9C12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948232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92ADB1AC-32D3-49A7-A1DC-4BB1BCC568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228600"/>
            <a:ext cx="86868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2CC26A9E-31B8-4391-AE6F-822CE2529FF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14400"/>
            <a:ext cx="8686800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FD3DE5A9-11D5-4AEB-B896-6DAD1B6EEEBC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228600" y="632460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2C62297E-DDFC-4E4B-B572-4234ABFF44A5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590800" y="6324600"/>
            <a:ext cx="39624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B8CD9B8A-A795-4DB1-8964-96651783B99F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10400" y="632460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 smtClean="0"/>
            </a:lvl1pPr>
          </a:lstStyle>
          <a:p>
            <a:pPr>
              <a:defRPr/>
            </a:pPr>
            <a:fld id="{6E3611C3-C128-4ADE-9736-85CD38B1067C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1835629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+mj-lt"/>
          <a:ea typeface="MS PGothic" panose="020B0600070205080204" pitchFamily="34" charset="-128"/>
          <a:cs typeface="ＭＳ Ｐゴシック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800">
          <a:solidFill>
            <a:schemeClr val="tx1"/>
          </a:solidFill>
          <a:latin typeface="+mn-lt"/>
          <a:ea typeface="MS PGothic" panose="020B0600070205080204" pitchFamily="34" charset="-128"/>
          <a:cs typeface="ＭＳ Ｐゴシック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tx1"/>
          </a:solidFill>
          <a:latin typeface="+mn-lt"/>
          <a:ea typeface="MS PGothic" panose="020B0600070205080204" pitchFamily="34" charset="-128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  <a:ea typeface="MS PGothic" panose="020B0600070205080204" pitchFamily="34" charset="-128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>
          <a:solidFill>
            <a:schemeClr val="tx1"/>
          </a:solidFill>
          <a:latin typeface="+mn-lt"/>
          <a:ea typeface="MS PGothic" panose="020B0600070205080204" pitchFamily="34" charset="-128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  <a:ea typeface="MS PGothic" panose="020B0600070205080204" pitchFamily="34" charset="-128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hyperlink" Target="mailto:maruf@iastate.edu" TargetMode="Externa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customXml" Target="../ink/ink1.xml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customXml" Target="../ink/ink2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customXml" Target="../ink/ink3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ustomXml" Target="../ink/ink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png"/><Relationship Id="rId5" Type="http://schemas.openxmlformats.org/officeDocument/2006/relationships/customXml" Target="../ink/ink5.xml"/><Relationship Id="rId4" Type="http://schemas.openxmlformats.org/officeDocument/2006/relationships/image" Target="../media/image7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.png"/><Relationship Id="rId5" Type="http://schemas.openxmlformats.org/officeDocument/2006/relationships/customXml" Target="../ink/ink6.xml"/><Relationship Id="rId4" Type="http://schemas.openxmlformats.org/officeDocument/2006/relationships/image" Target="../media/image9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png"/><Relationship Id="rId5" Type="http://schemas.openxmlformats.org/officeDocument/2006/relationships/customXml" Target="../ink/ink7.xml"/><Relationship Id="rId4" Type="http://schemas.openxmlformats.org/officeDocument/2006/relationships/image" Target="../media/image11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3.png"/><Relationship Id="rId4" Type="http://schemas.openxmlformats.org/officeDocument/2006/relationships/image" Target="../media/image11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1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6.png"/><Relationship Id="rId5" Type="http://schemas.openxmlformats.org/officeDocument/2006/relationships/customXml" Target="../ink/ink8.xml"/><Relationship Id="rId4" Type="http://schemas.openxmlformats.org/officeDocument/2006/relationships/image" Target="../media/image15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5.png"/><Relationship Id="rId7" Type="http://schemas.openxmlformats.org/officeDocument/2006/relationships/customXml" Target="../ink/ink10.xml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9.png"/><Relationship Id="rId5" Type="http://schemas.openxmlformats.org/officeDocument/2006/relationships/customXml" Target="../ink/ink9.xml"/><Relationship Id="rId4" Type="http://schemas.openxmlformats.org/officeDocument/2006/relationships/image" Target="../media/image17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7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0.png"/><Relationship Id="rId5" Type="http://schemas.openxmlformats.org/officeDocument/2006/relationships/customXml" Target="../ink/ink11.xml"/><Relationship Id="rId4" Type="http://schemas.openxmlformats.org/officeDocument/2006/relationships/image" Target="../media/image19.png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customXml" Target="../ink/ink12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customXml" Target="../ink/ink13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customXml" Target="../ink/ink14.xml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4.png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customXml" Target="../ink/ink15.xml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6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0.png"/><Relationship Id="rId5" Type="http://schemas.openxmlformats.org/officeDocument/2006/relationships/customXml" Target="../ink/ink16.xml"/><Relationship Id="rId4" Type="http://schemas.openxmlformats.org/officeDocument/2006/relationships/image" Target="../media/image28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2.png"/><Relationship Id="rId5" Type="http://schemas.openxmlformats.org/officeDocument/2006/relationships/customXml" Target="../ink/ink17.xml"/><Relationship Id="rId4" Type="http://schemas.openxmlformats.org/officeDocument/2006/relationships/image" Target="../media/image31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3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4.png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customXml" Target="../ink/ink18.xml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customXml" Target="../ink/ink19.xml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7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8.png"/><Relationship Id="rId4" Type="http://schemas.openxmlformats.org/officeDocument/2006/relationships/customXml" Target="../ink/ink20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customXml" Target="../ink/ink21.xml"/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customXml" Target="../ink/ink22.xml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customXml" Target="../ink/ink23.xml"/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customXml" Target="../ink/ink24.xml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customXml" Target="../ink/ink25.xml"/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customXml" Target="../ink/ink26.xml"/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customXml" Target="../ink/ink27.xml"/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jpeg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jpeg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customXml" Target="../ink/ink28.xml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customXml" Target="../ink/ink29.xml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customXml" Target="../ink/ink30.xml"/><Relationship Id="rId1" Type="http://schemas.openxmlformats.org/officeDocument/2006/relationships/slideLayout" Target="../slideLayouts/slideLayout6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gif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CA0691B0-CEC6-481E-939D-D8810FDC17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182C1FB-A275-4CBE-B85C-63204551E734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4295ADE-74FF-47AD-9C8F-165D1AECFFA2}"/>
              </a:ext>
            </a:extLst>
          </p:cNvPr>
          <p:cNvSpPr/>
          <p:nvPr/>
        </p:nvSpPr>
        <p:spPr>
          <a:xfrm>
            <a:off x="0" y="2209800"/>
            <a:ext cx="9144000" cy="345488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2700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ACCEACF-131C-41A4-94AE-DC03953FB264}"/>
              </a:ext>
            </a:extLst>
          </p:cNvPr>
          <p:cNvSpPr/>
          <p:nvPr/>
        </p:nvSpPr>
        <p:spPr>
          <a:xfrm>
            <a:off x="8756650" y="2218752"/>
            <a:ext cx="387350" cy="3445934"/>
          </a:xfrm>
          <a:prstGeom prst="rect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A2A6099-E7BC-4E0E-A993-A4A0E232DA82}"/>
              </a:ext>
            </a:extLst>
          </p:cNvPr>
          <p:cNvSpPr/>
          <p:nvPr/>
        </p:nvSpPr>
        <p:spPr>
          <a:xfrm>
            <a:off x="0" y="2218752"/>
            <a:ext cx="192024" cy="3445934"/>
          </a:xfrm>
          <a:prstGeom prst="rect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AA7D032-226B-4118-91E6-7691DCD6E9C0}"/>
              </a:ext>
            </a:extLst>
          </p:cNvPr>
          <p:cNvSpPr/>
          <p:nvPr/>
        </p:nvSpPr>
        <p:spPr>
          <a:xfrm>
            <a:off x="188735" y="2218752"/>
            <a:ext cx="192024" cy="3445934"/>
          </a:xfrm>
          <a:prstGeom prst="rect">
            <a:avLst/>
          </a:prstGeom>
          <a:solidFill>
            <a:srgbClr val="FFC000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" name="Rectangle 2">
            <a:extLst>
              <a:ext uri="{FF2B5EF4-FFF2-40B4-BE49-F238E27FC236}">
                <a16:creationId xmlns:a16="http://schemas.microsoft.com/office/drawing/2014/main" id="{5103DEAD-D09C-405E-8E54-66750C17923C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663575"/>
            <a:ext cx="9144000" cy="147002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+mj-lt"/>
                <a:ea typeface="MS PGothic" panose="020B0600070205080204" pitchFamily="34" charset="-128"/>
                <a:cs typeface="ＭＳ Ｐゴシック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ＭＳ Ｐゴシック" charset="0"/>
                <a:cs typeface="+mj-cs"/>
              </a:rPr>
              <a:t>CPR E 281: Digital Logic</a:t>
            </a:r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0D3868F-B461-4FA8-9F34-9EACAEC215AB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0"/>
            <a:ext cx="9144000" cy="22098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Md Maruf Ahamed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Office: 307 Durham Center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Phone: (515) 294-6323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Email: 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maruf@iastate.edu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Times New Roman"/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4361169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49FC2C7-9EDE-4430-A34B-E779489E72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dirty="0">
                <a:ea typeface="+mj-ea"/>
                <a:cs typeface="+mj-cs"/>
              </a:rPr>
              <a:t>14–Signed Numbers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F09B821-ABB0-4BC8-AF04-34B658E176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A5AE38B-8B29-4CFD-8DC4-49E537DD3855}"/>
              </a:ext>
            </a:extLst>
          </p:cNvPr>
          <p:cNvSpPr txBox="1">
            <a:spLocks noChangeArrowheads="1"/>
          </p:cNvSpPr>
          <p:nvPr/>
        </p:nvSpPr>
        <p:spPr>
          <a:xfrm>
            <a:off x="666750" y="735329"/>
            <a:ext cx="7810500" cy="5589271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lvl="1" eaLnBrk="1" hangingPunct="1">
              <a:defRPr/>
            </a:pPr>
            <a:r>
              <a:rPr lang="en-US" sz="3000" kern="0" dirty="0">
                <a:solidFill>
                  <a:srgbClr val="000000"/>
                </a:solidFill>
              </a:rPr>
              <a:t>Unsigned and Signed number representation</a:t>
            </a:r>
          </a:p>
          <a:p>
            <a:pPr lvl="1" eaLnBrk="1" hangingPunct="1">
              <a:defRPr/>
            </a:pPr>
            <a:r>
              <a:rPr lang="en-US" sz="3000" kern="0" dirty="0">
                <a:solidFill>
                  <a:srgbClr val="000000"/>
                </a:solidFill>
              </a:rPr>
              <a:t>1’s complement</a:t>
            </a:r>
          </a:p>
          <a:p>
            <a:pPr lvl="1" eaLnBrk="1" hangingPunct="1">
              <a:defRPr/>
            </a:pPr>
            <a:r>
              <a:rPr lang="en-US" sz="3000" kern="0" dirty="0">
                <a:solidFill>
                  <a:srgbClr val="000000"/>
                </a:solidFill>
              </a:rPr>
              <a:t>Example of 1’s complement addition</a:t>
            </a:r>
          </a:p>
          <a:p>
            <a:pPr lvl="1" eaLnBrk="1" hangingPunct="1">
              <a:defRPr/>
            </a:pPr>
            <a:r>
              <a:rPr lang="en-US" sz="3000" kern="0" dirty="0">
                <a:solidFill>
                  <a:srgbClr val="000000"/>
                </a:solidFill>
              </a:rPr>
              <a:t>2’s complement</a:t>
            </a:r>
          </a:p>
          <a:p>
            <a:pPr lvl="1" eaLnBrk="1" hangingPunct="1">
              <a:defRPr/>
            </a:pPr>
            <a:r>
              <a:rPr lang="en-US" sz="3000" kern="0" dirty="0">
                <a:solidFill>
                  <a:srgbClr val="000000"/>
                </a:solidFill>
              </a:rPr>
              <a:t>Example of 2’s complement addition</a:t>
            </a:r>
          </a:p>
          <a:p>
            <a:pPr lvl="1" eaLnBrk="1" hangingPunct="1">
              <a:defRPr/>
            </a:pPr>
            <a:r>
              <a:rPr lang="en-US" sz="3000" kern="0" dirty="0">
                <a:solidFill>
                  <a:srgbClr val="000000"/>
                </a:solidFill>
              </a:rPr>
              <a:t>Example of 2’s complement subtraction</a:t>
            </a:r>
          </a:p>
          <a:p>
            <a:pPr lvl="1" eaLnBrk="1" hangingPunct="1">
              <a:defRPr/>
            </a:pPr>
            <a:r>
              <a:rPr lang="en-US" sz="3000" kern="0" dirty="0">
                <a:solidFill>
                  <a:srgbClr val="000000"/>
                </a:solidFill>
              </a:rPr>
              <a:t>Design Adder/subtractor unit</a:t>
            </a:r>
          </a:p>
          <a:p>
            <a:pPr lvl="1" eaLnBrk="1" hangingPunct="1">
              <a:defRPr/>
            </a:pPr>
            <a:r>
              <a:rPr lang="en-US" sz="3000" kern="0" dirty="0">
                <a:solidFill>
                  <a:srgbClr val="000000"/>
                </a:solidFill>
              </a:rPr>
              <a:t>Arithmetic Overflow</a:t>
            </a:r>
          </a:p>
          <a:p>
            <a:pPr lvl="1" eaLnBrk="1" hangingPunct="1">
              <a:defRPr/>
            </a:pPr>
            <a:r>
              <a:rPr lang="en-US" sz="3000" kern="0" dirty="0">
                <a:solidFill>
                  <a:srgbClr val="000000"/>
                </a:solidFill>
              </a:rPr>
              <a:t>Detecting Overflow</a:t>
            </a:r>
          </a:p>
          <a:p>
            <a:pPr lvl="1" eaLnBrk="1" hangingPunct="1">
              <a:defRPr/>
            </a:pPr>
            <a:endParaRPr lang="en-US" sz="3000" kern="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35117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80F84150-23C2-2B4E-9AF3-3C96FE96EDE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8600" y="76200"/>
            <a:ext cx="8686800" cy="457200"/>
          </a:xfrm>
        </p:spPr>
        <p:txBody>
          <a:bodyPr/>
          <a:lstStyle/>
          <a:p>
            <a:pPr eaLnBrk="1" hangingPunct="1">
              <a:defRPr/>
            </a:pPr>
            <a:r>
              <a:rPr lang="en-US" sz="3600" dirty="0">
                <a:solidFill>
                  <a:srgbClr val="FF0000"/>
                </a:solidFill>
                <a:ea typeface="+mj-ea"/>
                <a:cs typeface="+mj-cs"/>
              </a:rPr>
              <a:t>Administrative Stuff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D583FDE5-0A59-BD41-A182-AC71C16B081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76200" y="609600"/>
            <a:ext cx="8991600" cy="5791200"/>
          </a:xfrm>
        </p:spPr>
        <p:txBody>
          <a:bodyPr/>
          <a:lstStyle/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Homework: </a:t>
            </a:r>
            <a:r>
              <a:rPr lang="en-US" sz="3000" dirty="0"/>
              <a:t>HW#04 due on Sunday @ 11:59 PM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Quiz: </a:t>
            </a:r>
            <a:r>
              <a:rPr lang="en-US" sz="3000" dirty="0"/>
              <a:t>Quiz #4 due on Friday @ 4:25 PM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Recitation: </a:t>
            </a:r>
            <a:r>
              <a:rPr lang="en-US" sz="3000" dirty="0"/>
              <a:t>Recitation #05 this week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Lab: </a:t>
            </a:r>
            <a:r>
              <a:rPr lang="en-US" sz="3000" dirty="0"/>
              <a:t>Lab # 05 this week</a:t>
            </a:r>
          </a:p>
          <a:p>
            <a:pPr marL="731520" lvl="3" indent="-18288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2400" dirty="0"/>
              <a:t>Submit pre-lab prior to the lab otherwise you will lose 20% points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rgbClr val="0000FF"/>
                </a:solidFill>
              </a:rPr>
              <a:t>Lecture-15 Readings: </a:t>
            </a:r>
            <a:r>
              <a:rPr lang="en-US" sz="3000" dirty="0"/>
              <a:t>Section 3.4, and 3.5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27480B98-CB43-4109-9B52-91BC90F254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97619F1-5350-4307-9409-443BD1067667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528156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25C8441B-A930-46A1-B70D-01F7FCFAD3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182C1FB-A275-4CBE-B85C-63204551E734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33B532E-33F3-405C-97CC-FA10B34E718A}"/>
              </a:ext>
            </a:extLst>
          </p:cNvPr>
          <p:cNvSpPr/>
          <p:nvPr/>
        </p:nvSpPr>
        <p:spPr>
          <a:xfrm>
            <a:off x="2286000" y="2286000"/>
            <a:ext cx="4572000" cy="1200329"/>
          </a:xfrm>
          <a:prstGeom prst="rect">
            <a:avLst/>
          </a:prstGeom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Signed Numbers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Readings 3.3</a:t>
            </a:r>
          </a:p>
        </p:txBody>
      </p:sp>
    </p:spTree>
    <p:extLst>
      <p:ext uri="{BB962C8B-B14F-4D97-AF65-F5344CB8AC3E}">
        <p14:creationId xmlns:p14="http://schemas.microsoft.com/office/powerpoint/2010/main" val="87174251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8AE24B3D-5C33-41A5-9CD3-67705958C921}"/>
              </a:ext>
            </a:extLst>
          </p:cNvPr>
          <p:cNvGrpSpPr/>
          <p:nvPr/>
        </p:nvGrpSpPr>
        <p:grpSpPr>
          <a:xfrm>
            <a:off x="2190750" y="1066800"/>
            <a:ext cx="4413250" cy="2133600"/>
            <a:chOff x="2190750" y="1066800"/>
            <a:chExt cx="4413250" cy="2133600"/>
          </a:xfrm>
        </p:grpSpPr>
        <p:sp>
          <p:nvSpPr>
            <p:cNvPr id="60417" name="Rectangle 6">
              <a:extLst>
                <a:ext uri="{FF2B5EF4-FFF2-40B4-BE49-F238E27FC236}">
                  <a16:creationId xmlns:a16="http://schemas.microsoft.com/office/drawing/2014/main" id="{135C6D36-010E-4797-9AAF-7D4905F63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325" y="10668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</a:t>
              </a: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18" name="Rectangle 7">
              <a:extLst>
                <a:ext uri="{FF2B5EF4-FFF2-40B4-BE49-F238E27FC236}">
                  <a16:creationId xmlns:a16="http://schemas.microsoft.com/office/drawing/2014/main" id="{D3027337-469E-4B53-9C4C-14646E515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115252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n</a:t>
              </a: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19" name="Rectangle 8">
              <a:extLst>
                <a:ext uri="{FF2B5EF4-FFF2-40B4-BE49-F238E27FC236}">
                  <a16:creationId xmlns:a16="http://schemas.microsoft.com/office/drawing/2014/main" id="{98D21DED-D6F8-4E6F-95B7-319DF6A25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188" y="115252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0" name="Freeform 9">
              <a:extLst>
                <a:ext uri="{FF2B5EF4-FFF2-40B4-BE49-F238E27FC236}">
                  <a16:creationId xmlns:a16="http://schemas.microsoft.com/office/drawing/2014/main" id="{3DA18DE6-9B97-4F8A-BB45-46CBFFF0B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275" y="1682750"/>
              <a:ext cx="57150" cy="39687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7"/>
                  </a:moveTo>
                  <a:cubicBezTo>
                    <a:pt x="0" y="17"/>
                    <a:pt x="0" y="23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37" y="0"/>
                    <a:pt x="37" y="0"/>
                  </a:cubicBezTo>
                  <a:cubicBezTo>
                    <a:pt x="50" y="0"/>
                    <a:pt x="60" y="10"/>
                    <a:pt x="60" y="23"/>
                  </a:cubicBezTo>
                  <a:cubicBezTo>
                    <a:pt x="60" y="23"/>
                    <a:pt x="60" y="17"/>
                    <a:pt x="60" y="17"/>
                  </a:cubicBezTo>
                  <a:cubicBezTo>
                    <a:pt x="60" y="30"/>
                    <a:pt x="50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1" name="Freeform 10">
              <a:extLst>
                <a:ext uri="{FF2B5EF4-FFF2-40B4-BE49-F238E27FC236}">
                  <a16:creationId xmlns:a16="http://schemas.microsoft.com/office/drawing/2014/main" id="{CCDF0BC9-E2D0-40BC-995B-975A26B79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263" y="1682750"/>
              <a:ext cx="57150" cy="39687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7"/>
                  </a:moveTo>
                  <a:cubicBezTo>
                    <a:pt x="0" y="17"/>
                    <a:pt x="0" y="23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37" y="0"/>
                    <a:pt x="37" y="0"/>
                  </a:cubicBezTo>
                  <a:cubicBezTo>
                    <a:pt x="50" y="0"/>
                    <a:pt x="60" y="10"/>
                    <a:pt x="60" y="23"/>
                  </a:cubicBezTo>
                  <a:cubicBezTo>
                    <a:pt x="60" y="23"/>
                    <a:pt x="60" y="17"/>
                    <a:pt x="60" y="17"/>
                  </a:cubicBezTo>
                  <a:cubicBezTo>
                    <a:pt x="60" y="30"/>
                    <a:pt x="50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2" name="Freeform 11">
              <a:extLst>
                <a:ext uri="{FF2B5EF4-FFF2-40B4-BE49-F238E27FC236}">
                  <a16:creationId xmlns:a16="http://schemas.microsoft.com/office/drawing/2014/main" id="{D042F350-2FBC-4F18-93E7-4F11F9840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250" y="1682750"/>
              <a:ext cx="57150" cy="39687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7"/>
                  </a:moveTo>
                  <a:cubicBezTo>
                    <a:pt x="0" y="17"/>
                    <a:pt x="0" y="23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37" y="0"/>
                    <a:pt x="37" y="0"/>
                  </a:cubicBezTo>
                  <a:cubicBezTo>
                    <a:pt x="50" y="0"/>
                    <a:pt x="60" y="10"/>
                    <a:pt x="60" y="23"/>
                  </a:cubicBezTo>
                  <a:cubicBezTo>
                    <a:pt x="60" y="23"/>
                    <a:pt x="60" y="17"/>
                    <a:pt x="60" y="17"/>
                  </a:cubicBezTo>
                  <a:cubicBezTo>
                    <a:pt x="60" y="30"/>
                    <a:pt x="50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3" name="Rectangle 12">
              <a:extLst>
                <a:ext uri="{FF2B5EF4-FFF2-40B4-BE49-F238E27FC236}">
                  <a16:creationId xmlns:a16="http://schemas.microsoft.com/office/drawing/2014/main" id="{680DBAAC-10EA-414A-823F-1832235B4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425" y="1431925"/>
              <a:ext cx="558800" cy="5413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4" name="Rectangle 13">
              <a:extLst>
                <a:ext uri="{FF2B5EF4-FFF2-40B4-BE49-F238E27FC236}">
                  <a16:creationId xmlns:a16="http://schemas.microsoft.com/office/drawing/2014/main" id="{A1349463-DAE3-4831-9438-8FD11E45D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225" y="1431925"/>
              <a:ext cx="2181225" cy="5413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5" name="Rectangle 14">
              <a:extLst>
                <a:ext uri="{FF2B5EF4-FFF2-40B4-BE49-F238E27FC236}">
                  <a16:creationId xmlns:a16="http://schemas.microsoft.com/office/drawing/2014/main" id="{9E5EDEFE-DA35-401E-AAEF-B5BDF56A3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5450" y="1431925"/>
              <a:ext cx="558800" cy="5413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6" name="Rectangle 15">
              <a:extLst>
                <a:ext uri="{FF2B5EF4-FFF2-40B4-BE49-F238E27FC236}">
                  <a16:creationId xmlns:a16="http://schemas.microsoft.com/office/drawing/2014/main" id="{81D68ECC-2CC4-4441-8540-70BC9A0C0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4250" y="1431925"/>
              <a:ext cx="539750" cy="5413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7" name="Rectangle 16">
              <a:extLst>
                <a:ext uri="{FF2B5EF4-FFF2-40B4-BE49-F238E27FC236}">
                  <a16:creationId xmlns:a16="http://schemas.microsoft.com/office/drawing/2014/main" id="{7E9F50ED-E901-493D-A77F-767E4C701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9588" y="115252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8" name="Rectangle 17">
              <a:extLst>
                <a:ext uri="{FF2B5EF4-FFF2-40B4-BE49-F238E27FC236}">
                  <a16:creationId xmlns:a16="http://schemas.microsoft.com/office/drawing/2014/main" id="{2306184D-92FB-4D72-8E60-2E762ED86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7063" y="10668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</a:t>
              </a: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9" name="Rectangle 18">
              <a:extLst>
                <a:ext uri="{FF2B5EF4-FFF2-40B4-BE49-F238E27FC236}">
                  <a16:creationId xmlns:a16="http://schemas.microsoft.com/office/drawing/2014/main" id="{3891E69C-07DF-4903-A190-828693E13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9138" y="115252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1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0" name="Rectangle 19">
              <a:extLst>
                <a:ext uri="{FF2B5EF4-FFF2-40B4-BE49-F238E27FC236}">
                  <a16:creationId xmlns:a16="http://schemas.microsoft.com/office/drawing/2014/main" id="{ACF3E606-EA63-4EE3-889A-9D32A96A1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3163" y="10668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</a:t>
              </a: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1" name="Freeform 20">
              <a:extLst>
                <a:ext uri="{FF2B5EF4-FFF2-40B4-BE49-F238E27FC236}">
                  <a16:creationId xmlns:a16="http://schemas.microsoft.com/office/drawing/2014/main" id="{B9DE270F-FDAD-464B-8846-1D9E8EA57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300" y="2109787"/>
              <a:ext cx="1914525" cy="136525"/>
            </a:xfrm>
            <a:custGeom>
              <a:avLst/>
              <a:gdLst>
                <a:gd name="T0" fmla="*/ 2147483646 w 1985"/>
                <a:gd name="T1" fmla="*/ 0 h 141"/>
                <a:gd name="T2" fmla="*/ 2147483646 w 1985"/>
                <a:gd name="T3" fmla="*/ 2147483646 h 141"/>
                <a:gd name="T4" fmla="*/ 2147483646 w 1985"/>
                <a:gd name="T5" fmla="*/ 2147483646 h 141"/>
                <a:gd name="T6" fmla="*/ 2147483646 w 1985"/>
                <a:gd name="T7" fmla="*/ 2147483646 h 141"/>
                <a:gd name="T8" fmla="*/ 0 w 1985"/>
                <a:gd name="T9" fmla="*/ 2147483646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85"/>
                <a:gd name="T16" fmla="*/ 0 h 141"/>
                <a:gd name="T17" fmla="*/ 1985 w 1985"/>
                <a:gd name="T18" fmla="*/ 141 h 1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85" h="141">
                  <a:moveTo>
                    <a:pt x="1985" y="0"/>
                  </a:moveTo>
                  <a:cubicBezTo>
                    <a:pt x="1949" y="71"/>
                    <a:pt x="1949" y="71"/>
                    <a:pt x="1931" y="71"/>
                  </a:cubicBezTo>
                  <a:cubicBezTo>
                    <a:pt x="1914" y="71"/>
                    <a:pt x="1914" y="71"/>
                    <a:pt x="992" y="71"/>
                  </a:cubicBezTo>
                  <a:cubicBezTo>
                    <a:pt x="71" y="71"/>
                    <a:pt x="71" y="71"/>
                    <a:pt x="54" y="71"/>
                  </a:cubicBezTo>
                  <a:cubicBezTo>
                    <a:pt x="36" y="71"/>
                    <a:pt x="36" y="71"/>
                    <a:pt x="0" y="141"/>
                  </a:cubicBez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2" name="Freeform 21">
              <a:extLst>
                <a:ext uri="{FF2B5EF4-FFF2-40B4-BE49-F238E27FC236}">
                  <a16:creationId xmlns:a16="http://schemas.microsoft.com/office/drawing/2014/main" id="{F40F8740-ACB9-4599-9BB9-276559CAD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363" y="2109787"/>
              <a:ext cx="1912937" cy="136525"/>
            </a:xfrm>
            <a:custGeom>
              <a:avLst/>
              <a:gdLst>
                <a:gd name="T0" fmla="*/ 0 w 1984"/>
                <a:gd name="T1" fmla="*/ 0 h 141"/>
                <a:gd name="T2" fmla="*/ 2147483646 w 1984"/>
                <a:gd name="T3" fmla="*/ 2147483646 h 141"/>
                <a:gd name="T4" fmla="*/ 2147483646 w 1984"/>
                <a:gd name="T5" fmla="*/ 2147483646 h 141"/>
                <a:gd name="T6" fmla="*/ 2147483646 w 1984"/>
                <a:gd name="T7" fmla="*/ 2147483646 h 141"/>
                <a:gd name="T8" fmla="*/ 2147483646 w 1984"/>
                <a:gd name="T9" fmla="*/ 2147483646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84"/>
                <a:gd name="T16" fmla="*/ 0 h 141"/>
                <a:gd name="T17" fmla="*/ 1984 w 1984"/>
                <a:gd name="T18" fmla="*/ 141 h 1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84" h="141">
                  <a:moveTo>
                    <a:pt x="0" y="0"/>
                  </a:moveTo>
                  <a:cubicBezTo>
                    <a:pt x="36" y="71"/>
                    <a:pt x="36" y="71"/>
                    <a:pt x="53" y="71"/>
                  </a:cubicBezTo>
                  <a:cubicBezTo>
                    <a:pt x="71" y="71"/>
                    <a:pt x="71" y="71"/>
                    <a:pt x="992" y="71"/>
                  </a:cubicBezTo>
                  <a:cubicBezTo>
                    <a:pt x="1913" y="71"/>
                    <a:pt x="1913" y="71"/>
                    <a:pt x="1931" y="71"/>
                  </a:cubicBezTo>
                  <a:cubicBezTo>
                    <a:pt x="1949" y="71"/>
                    <a:pt x="1949" y="71"/>
                    <a:pt x="1984" y="141"/>
                  </a:cubicBez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3" name="Rectangle 22">
              <a:extLst>
                <a:ext uri="{FF2B5EF4-FFF2-40B4-BE49-F238E27FC236}">
                  <a16:creationId xmlns:a16="http://schemas.microsoft.com/office/drawing/2014/main" id="{BA806CF1-AEBC-44EE-BD49-41A32B38D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6825" y="115252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4" name="Freeform 23">
              <a:extLst>
                <a:ext uri="{FF2B5EF4-FFF2-40B4-BE49-F238E27FC236}">
                  <a16:creationId xmlns:a16="http://schemas.microsoft.com/office/drawing/2014/main" id="{E9C7D89E-DA82-44BB-824E-4FAF11591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50" y="2339975"/>
              <a:ext cx="57150" cy="115887"/>
            </a:xfrm>
            <a:custGeom>
              <a:avLst/>
              <a:gdLst>
                <a:gd name="T0" fmla="*/ 2147483646 w 36"/>
                <a:gd name="T1" fmla="*/ 2147483646 h 73"/>
                <a:gd name="T2" fmla="*/ 2147483646 w 36"/>
                <a:gd name="T3" fmla="*/ 0 h 73"/>
                <a:gd name="T4" fmla="*/ 0 w 36"/>
                <a:gd name="T5" fmla="*/ 2147483646 h 73"/>
                <a:gd name="T6" fmla="*/ 2147483646 w 36"/>
                <a:gd name="T7" fmla="*/ 2147483646 h 73"/>
                <a:gd name="T8" fmla="*/ 2147483646 w 36"/>
                <a:gd name="T9" fmla="*/ 214748364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"/>
                <a:gd name="T16" fmla="*/ 0 h 73"/>
                <a:gd name="T17" fmla="*/ 36 w 36"/>
                <a:gd name="T18" fmla="*/ 73 h 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" h="73">
                  <a:moveTo>
                    <a:pt x="36" y="73"/>
                  </a:moveTo>
                  <a:lnTo>
                    <a:pt x="24" y="0"/>
                  </a:lnTo>
                  <a:lnTo>
                    <a:pt x="0" y="73"/>
                  </a:lnTo>
                  <a:lnTo>
                    <a:pt x="24" y="73"/>
                  </a:lnTo>
                  <a:lnTo>
                    <a:pt x="36" y="73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5" name="Freeform 24">
              <a:extLst>
                <a:ext uri="{FF2B5EF4-FFF2-40B4-BE49-F238E27FC236}">
                  <a16:creationId xmlns:a16="http://schemas.microsoft.com/office/drawing/2014/main" id="{65498A00-DB9E-47EC-BADC-6976E52F6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488" y="2455862"/>
              <a:ext cx="423862" cy="271463"/>
            </a:xfrm>
            <a:custGeom>
              <a:avLst/>
              <a:gdLst>
                <a:gd name="T0" fmla="*/ 0 w 267"/>
                <a:gd name="T1" fmla="*/ 2147483646 h 171"/>
                <a:gd name="T2" fmla="*/ 2147483646 w 267"/>
                <a:gd name="T3" fmla="*/ 2147483646 h 171"/>
                <a:gd name="T4" fmla="*/ 2147483646 w 267"/>
                <a:gd name="T5" fmla="*/ 0 h 171"/>
                <a:gd name="T6" fmla="*/ 0 60000 65536"/>
                <a:gd name="T7" fmla="*/ 0 60000 65536"/>
                <a:gd name="T8" fmla="*/ 0 60000 65536"/>
                <a:gd name="T9" fmla="*/ 0 w 267"/>
                <a:gd name="T10" fmla="*/ 0 h 171"/>
                <a:gd name="T11" fmla="*/ 267 w 267"/>
                <a:gd name="T12" fmla="*/ 171 h 17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7" h="171">
                  <a:moveTo>
                    <a:pt x="0" y="171"/>
                  </a:moveTo>
                  <a:lnTo>
                    <a:pt x="267" y="171"/>
                  </a:lnTo>
                  <a:lnTo>
                    <a:pt x="26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6" name="Rectangle 25">
              <a:extLst>
                <a:ext uri="{FF2B5EF4-FFF2-40B4-BE49-F238E27FC236}">
                  <a16:creationId xmlns:a16="http://schemas.microsoft.com/office/drawing/2014/main" id="{579BAD96-7D93-4F57-9C4D-5B3ACF7D0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063" y="2298700"/>
              <a:ext cx="105317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Magnitude</a:t>
              </a: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7" name="Rectangle 26">
              <a:extLst>
                <a:ext uri="{FF2B5EF4-FFF2-40B4-BE49-F238E27FC236}">
                  <a16:creationId xmlns:a16="http://schemas.microsoft.com/office/drawing/2014/main" id="{F1FBE224-0A4B-4AC0-BA13-EB51D6583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750" y="2643187"/>
              <a:ext cx="51456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MSB</a:t>
              </a: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8" name="Rectangle 27">
              <a:extLst>
                <a:ext uri="{FF2B5EF4-FFF2-40B4-BE49-F238E27FC236}">
                  <a16:creationId xmlns:a16="http://schemas.microsoft.com/office/drawing/2014/main" id="{5F4A9C95-6BEB-4D88-BA2C-24A8E670B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8875" y="2954179"/>
              <a:ext cx="192681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(a) Unsigned number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D8091F2B-22CA-47EF-AF8F-33E91497D158}"/>
              </a:ext>
            </a:extLst>
          </p:cNvPr>
          <p:cNvGrpSpPr/>
          <p:nvPr/>
        </p:nvGrpSpPr>
        <p:grpSpPr>
          <a:xfrm>
            <a:off x="1992313" y="3946525"/>
            <a:ext cx="4611687" cy="2486799"/>
            <a:chOff x="1992313" y="3946525"/>
            <a:chExt cx="4611687" cy="2486799"/>
          </a:xfrm>
        </p:grpSpPr>
        <p:sp>
          <p:nvSpPr>
            <p:cNvPr id="60439" name="Rectangle 28">
              <a:extLst>
                <a:ext uri="{FF2B5EF4-FFF2-40B4-BE49-F238E27FC236}">
                  <a16:creationId xmlns:a16="http://schemas.microsoft.com/office/drawing/2014/main" id="{8E6BF06D-371C-410D-BB47-83F5527C4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325" y="3946525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0" name="Rectangle 29">
              <a:extLst>
                <a:ext uri="{FF2B5EF4-FFF2-40B4-BE49-F238E27FC236}">
                  <a16:creationId xmlns:a16="http://schemas.microsoft.com/office/drawing/2014/main" id="{CCED4C72-FE79-443C-8190-13D9D30FB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032250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n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1" name="Rectangle 30">
              <a:extLst>
                <a:ext uri="{FF2B5EF4-FFF2-40B4-BE49-F238E27FC236}">
                  <a16:creationId xmlns:a16="http://schemas.microsoft.com/office/drawing/2014/main" id="{DDF31A61-5D60-4143-AECD-E89C8E519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188" y="4032250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2" name="Freeform 31">
              <a:extLst>
                <a:ext uri="{FF2B5EF4-FFF2-40B4-BE49-F238E27FC236}">
                  <a16:creationId xmlns:a16="http://schemas.microsoft.com/office/drawing/2014/main" id="{9B4BC505-6AEE-409D-93BA-3AA2FED11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200" y="4551363"/>
              <a:ext cx="38100" cy="39687"/>
            </a:xfrm>
            <a:custGeom>
              <a:avLst/>
              <a:gdLst>
                <a:gd name="T0" fmla="*/ 0 w 40"/>
                <a:gd name="T1" fmla="*/ 2147483646 h 40"/>
                <a:gd name="T2" fmla="*/ 0 w 40"/>
                <a:gd name="T3" fmla="*/ 2147483646 h 40"/>
                <a:gd name="T4" fmla="*/ 2147483646 w 40"/>
                <a:gd name="T5" fmla="*/ 0 h 40"/>
                <a:gd name="T6" fmla="*/ 2147483646 w 40"/>
                <a:gd name="T7" fmla="*/ 0 h 40"/>
                <a:gd name="T8" fmla="*/ 2147483646 w 40"/>
                <a:gd name="T9" fmla="*/ 2147483646 h 40"/>
                <a:gd name="T10" fmla="*/ 2147483646 w 40"/>
                <a:gd name="T11" fmla="*/ 2147483646 h 40"/>
                <a:gd name="T12" fmla="*/ 2147483646 w 40"/>
                <a:gd name="T13" fmla="*/ 2147483646 h 40"/>
                <a:gd name="T14" fmla="*/ 2147483646 w 40"/>
                <a:gd name="T15" fmla="*/ 2147483646 h 40"/>
                <a:gd name="T16" fmla="*/ 2147483646 w 40"/>
                <a:gd name="T17" fmla="*/ 2147483646 h 40"/>
                <a:gd name="T18" fmla="*/ 0 w 4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40"/>
                <a:gd name="T32" fmla="*/ 40 w 4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40">
                  <a:moveTo>
                    <a:pt x="0" y="17"/>
                  </a:moveTo>
                  <a:cubicBezTo>
                    <a:pt x="0" y="17"/>
                    <a:pt x="0" y="23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17" y="0"/>
                    <a:pt x="17" y="0"/>
                  </a:cubicBezTo>
                  <a:cubicBezTo>
                    <a:pt x="30" y="0"/>
                    <a:pt x="40" y="10"/>
                    <a:pt x="40" y="23"/>
                  </a:cubicBezTo>
                  <a:cubicBezTo>
                    <a:pt x="40" y="23"/>
                    <a:pt x="40" y="17"/>
                    <a:pt x="40" y="17"/>
                  </a:cubicBezTo>
                  <a:cubicBezTo>
                    <a:pt x="40" y="30"/>
                    <a:pt x="30" y="40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3" name="Freeform 32">
              <a:extLst>
                <a:ext uri="{FF2B5EF4-FFF2-40B4-BE49-F238E27FC236}">
                  <a16:creationId xmlns:a16="http://schemas.microsoft.com/office/drawing/2014/main" id="{74DFE78E-5378-44CB-BF0F-6E12CC0EA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188" y="4551363"/>
              <a:ext cx="38100" cy="39687"/>
            </a:xfrm>
            <a:custGeom>
              <a:avLst/>
              <a:gdLst>
                <a:gd name="T0" fmla="*/ 0 w 40"/>
                <a:gd name="T1" fmla="*/ 2147483646 h 40"/>
                <a:gd name="T2" fmla="*/ 0 w 40"/>
                <a:gd name="T3" fmla="*/ 2147483646 h 40"/>
                <a:gd name="T4" fmla="*/ 2147483646 w 40"/>
                <a:gd name="T5" fmla="*/ 0 h 40"/>
                <a:gd name="T6" fmla="*/ 2147483646 w 40"/>
                <a:gd name="T7" fmla="*/ 0 h 40"/>
                <a:gd name="T8" fmla="*/ 2147483646 w 40"/>
                <a:gd name="T9" fmla="*/ 2147483646 h 40"/>
                <a:gd name="T10" fmla="*/ 2147483646 w 40"/>
                <a:gd name="T11" fmla="*/ 2147483646 h 40"/>
                <a:gd name="T12" fmla="*/ 2147483646 w 40"/>
                <a:gd name="T13" fmla="*/ 2147483646 h 40"/>
                <a:gd name="T14" fmla="*/ 2147483646 w 40"/>
                <a:gd name="T15" fmla="*/ 2147483646 h 40"/>
                <a:gd name="T16" fmla="*/ 2147483646 w 40"/>
                <a:gd name="T17" fmla="*/ 2147483646 h 40"/>
                <a:gd name="T18" fmla="*/ 0 w 4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40"/>
                <a:gd name="T32" fmla="*/ 40 w 4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40">
                  <a:moveTo>
                    <a:pt x="0" y="17"/>
                  </a:moveTo>
                  <a:cubicBezTo>
                    <a:pt x="0" y="17"/>
                    <a:pt x="0" y="23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17" y="0"/>
                    <a:pt x="17" y="0"/>
                  </a:cubicBezTo>
                  <a:cubicBezTo>
                    <a:pt x="30" y="0"/>
                    <a:pt x="40" y="10"/>
                    <a:pt x="40" y="23"/>
                  </a:cubicBezTo>
                  <a:cubicBezTo>
                    <a:pt x="40" y="23"/>
                    <a:pt x="40" y="17"/>
                    <a:pt x="40" y="17"/>
                  </a:cubicBezTo>
                  <a:cubicBezTo>
                    <a:pt x="40" y="30"/>
                    <a:pt x="30" y="40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4" name="Freeform 33">
              <a:extLst>
                <a:ext uri="{FF2B5EF4-FFF2-40B4-BE49-F238E27FC236}">
                  <a16:creationId xmlns:a16="http://schemas.microsoft.com/office/drawing/2014/main" id="{872D94A0-8E52-49F5-B245-A9CCA91B8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175" y="4551363"/>
              <a:ext cx="39688" cy="39687"/>
            </a:xfrm>
            <a:custGeom>
              <a:avLst/>
              <a:gdLst>
                <a:gd name="T0" fmla="*/ 0 w 40"/>
                <a:gd name="T1" fmla="*/ 2147483646 h 40"/>
                <a:gd name="T2" fmla="*/ 0 w 40"/>
                <a:gd name="T3" fmla="*/ 2147483646 h 40"/>
                <a:gd name="T4" fmla="*/ 2147483646 w 40"/>
                <a:gd name="T5" fmla="*/ 0 h 40"/>
                <a:gd name="T6" fmla="*/ 2147483646 w 40"/>
                <a:gd name="T7" fmla="*/ 0 h 40"/>
                <a:gd name="T8" fmla="*/ 2147483646 w 40"/>
                <a:gd name="T9" fmla="*/ 2147483646 h 40"/>
                <a:gd name="T10" fmla="*/ 2147483646 w 40"/>
                <a:gd name="T11" fmla="*/ 2147483646 h 40"/>
                <a:gd name="T12" fmla="*/ 2147483646 w 40"/>
                <a:gd name="T13" fmla="*/ 2147483646 h 40"/>
                <a:gd name="T14" fmla="*/ 2147483646 w 40"/>
                <a:gd name="T15" fmla="*/ 2147483646 h 40"/>
                <a:gd name="T16" fmla="*/ 2147483646 w 40"/>
                <a:gd name="T17" fmla="*/ 2147483646 h 40"/>
                <a:gd name="T18" fmla="*/ 0 w 4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40"/>
                <a:gd name="T32" fmla="*/ 40 w 4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40">
                  <a:moveTo>
                    <a:pt x="0" y="17"/>
                  </a:moveTo>
                  <a:cubicBezTo>
                    <a:pt x="0" y="17"/>
                    <a:pt x="0" y="23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17" y="0"/>
                    <a:pt x="17" y="0"/>
                  </a:cubicBezTo>
                  <a:cubicBezTo>
                    <a:pt x="30" y="0"/>
                    <a:pt x="40" y="10"/>
                    <a:pt x="40" y="23"/>
                  </a:cubicBezTo>
                  <a:cubicBezTo>
                    <a:pt x="40" y="23"/>
                    <a:pt x="40" y="17"/>
                    <a:pt x="40" y="17"/>
                  </a:cubicBezTo>
                  <a:cubicBezTo>
                    <a:pt x="40" y="30"/>
                    <a:pt x="30" y="40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5" name="Rectangle 34">
              <a:extLst>
                <a:ext uri="{FF2B5EF4-FFF2-40B4-BE49-F238E27FC236}">
                  <a16:creationId xmlns:a16="http://schemas.microsoft.com/office/drawing/2014/main" id="{2EE664E3-7309-4321-906E-EF0336CE7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425" y="4300538"/>
              <a:ext cx="558800" cy="5413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6" name="Rectangle 35">
              <a:extLst>
                <a:ext uri="{FF2B5EF4-FFF2-40B4-BE49-F238E27FC236}">
                  <a16:creationId xmlns:a16="http://schemas.microsoft.com/office/drawing/2014/main" id="{F1D1363E-5343-4B02-9A4E-8C1183C19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5563" y="4300538"/>
              <a:ext cx="1639887" cy="5413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7" name="Rectangle 36">
              <a:extLst>
                <a:ext uri="{FF2B5EF4-FFF2-40B4-BE49-F238E27FC236}">
                  <a16:creationId xmlns:a16="http://schemas.microsoft.com/office/drawing/2014/main" id="{20F9E6B3-7F0E-404D-B69A-C8D58926B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5450" y="4300538"/>
              <a:ext cx="558800" cy="5413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8" name="Rectangle 37">
              <a:extLst>
                <a:ext uri="{FF2B5EF4-FFF2-40B4-BE49-F238E27FC236}">
                  <a16:creationId xmlns:a16="http://schemas.microsoft.com/office/drawing/2014/main" id="{1CA562DC-B015-43D3-B4C4-1449611CF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4250" y="4300538"/>
              <a:ext cx="539750" cy="5413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9" name="Rectangle 38">
              <a:extLst>
                <a:ext uri="{FF2B5EF4-FFF2-40B4-BE49-F238E27FC236}">
                  <a16:creationId xmlns:a16="http://schemas.microsoft.com/office/drawing/2014/main" id="{F56D95E4-F3CF-4F82-AA36-768B27219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9588" y="4032250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50" name="Rectangle 39">
              <a:extLst>
                <a:ext uri="{FF2B5EF4-FFF2-40B4-BE49-F238E27FC236}">
                  <a16:creationId xmlns:a16="http://schemas.microsoft.com/office/drawing/2014/main" id="{C1A0E3B9-A797-42CB-BB4C-BB5E5049A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7063" y="3946525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51" name="Rectangle 40">
              <a:extLst>
                <a:ext uri="{FF2B5EF4-FFF2-40B4-BE49-F238E27FC236}">
                  <a16:creationId xmlns:a16="http://schemas.microsoft.com/office/drawing/2014/main" id="{BA4A4CBA-2035-4F41-BDD5-015AFD97F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9138" y="4032250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52" name="Rectangle 41">
              <a:extLst>
                <a:ext uri="{FF2B5EF4-FFF2-40B4-BE49-F238E27FC236}">
                  <a16:creationId xmlns:a16="http://schemas.microsoft.com/office/drawing/2014/main" id="{C1BBC823-319A-4E83-A749-D5BEBBDB4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3163" y="3946525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53" name="Freeform 42">
              <a:extLst>
                <a:ext uri="{FF2B5EF4-FFF2-40B4-BE49-F238E27FC236}">
                  <a16:creationId xmlns:a16="http://schemas.microsoft.com/office/drawing/2014/main" id="{43E34EAB-A424-4EA5-A689-604741B34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050" y="4986338"/>
              <a:ext cx="1639888" cy="136525"/>
            </a:xfrm>
            <a:custGeom>
              <a:avLst/>
              <a:gdLst>
                <a:gd name="T0" fmla="*/ 0 w 1701"/>
                <a:gd name="T1" fmla="*/ 0 h 142"/>
                <a:gd name="T2" fmla="*/ 2147483646 w 1701"/>
                <a:gd name="T3" fmla="*/ 2147483646 h 142"/>
                <a:gd name="T4" fmla="*/ 2147483646 w 1701"/>
                <a:gd name="T5" fmla="*/ 2147483646 h 142"/>
                <a:gd name="T6" fmla="*/ 2147483646 w 1701"/>
                <a:gd name="T7" fmla="*/ 2147483646 h 142"/>
                <a:gd name="T8" fmla="*/ 2147483646 w 1701"/>
                <a:gd name="T9" fmla="*/ 2147483646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01"/>
                <a:gd name="T16" fmla="*/ 0 h 142"/>
                <a:gd name="T17" fmla="*/ 1701 w 1701"/>
                <a:gd name="T18" fmla="*/ 142 h 1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01" h="142">
                  <a:moveTo>
                    <a:pt x="0" y="0"/>
                  </a:moveTo>
                  <a:cubicBezTo>
                    <a:pt x="36" y="71"/>
                    <a:pt x="36" y="71"/>
                    <a:pt x="53" y="71"/>
                  </a:cubicBezTo>
                  <a:cubicBezTo>
                    <a:pt x="71" y="71"/>
                    <a:pt x="71" y="71"/>
                    <a:pt x="851" y="71"/>
                  </a:cubicBezTo>
                  <a:cubicBezTo>
                    <a:pt x="1630" y="71"/>
                    <a:pt x="1630" y="71"/>
                    <a:pt x="1648" y="71"/>
                  </a:cubicBezTo>
                  <a:cubicBezTo>
                    <a:pt x="1666" y="71"/>
                    <a:pt x="1666" y="71"/>
                    <a:pt x="1701" y="142"/>
                  </a:cubicBez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54" name="Rectangle 43">
              <a:extLst>
                <a:ext uri="{FF2B5EF4-FFF2-40B4-BE49-F238E27FC236}">
                  <a16:creationId xmlns:a16="http://schemas.microsoft.com/office/drawing/2014/main" id="{EFCAF931-A546-4D99-B8AC-C199FAF01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6825" y="4032250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55" name="Freeform 44">
              <a:extLst>
                <a:ext uri="{FF2B5EF4-FFF2-40B4-BE49-F238E27FC236}">
                  <a16:creationId xmlns:a16="http://schemas.microsoft.com/office/drawing/2014/main" id="{A5D6B7C2-3F0B-4555-A435-0A8629A45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50" y="5016500"/>
              <a:ext cx="57150" cy="115888"/>
            </a:xfrm>
            <a:custGeom>
              <a:avLst/>
              <a:gdLst>
                <a:gd name="T0" fmla="*/ 2147483646 w 36"/>
                <a:gd name="T1" fmla="*/ 2147483646 h 73"/>
                <a:gd name="T2" fmla="*/ 2147483646 w 36"/>
                <a:gd name="T3" fmla="*/ 0 h 73"/>
                <a:gd name="T4" fmla="*/ 0 w 36"/>
                <a:gd name="T5" fmla="*/ 2147483646 h 73"/>
                <a:gd name="T6" fmla="*/ 2147483646 w 36"/>
                <a:gd name="T7" fmla="*/ 2147483646 h 73"/>
                <a:gd name="T8" fmla="*/ 2147483646 w 36"/>
                <a:gd name="T9" fmla="*/ 214748364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"/>
                <a:gd name="T16" fmla="*/ 0 h 73"/>
                <a:gd name="T17" fmla="*/ 36 w 36"/>
                <a:gd name="T18" fmla="*/ 73 h 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" h="73">
                  <a:moveTo>
                    <a:pt x="36" y="73"/>
                  </a:moveTo>
                  <a:lnTo>
                    <a:pt x="24" y="0"/>
                  </a:lnTo>
                  <a:lnTo>
                    <a:pt x="0" y="73"/>
                  </a:lnTo>
                  <a:lnTo>
                    <a:pt x="24" y="73"/>
                  </a:lnTo>
                  <a:lnTo>
                    <a:pt x="36" y="73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56" name="Freeform 45">
              <a:extLst>
                <a:ext uri="{FF2B5EF4-FFF2-40B4-BE49-F238E27FC236}">
                  <a16:creationId xmlns:a16="http://schemas.microsoft.com/office/drawing/2014/main" id="{D88F20A8-45A7-4AAE-B6F0-4745AEF86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488" y="5132388"/>
              <a:ext cx="423862" cy="269875"/>
            </a:xfrm>
            <a:custGeom>
              <a:avLst/>
              <a:gdLst>
                <a:gd name="T0" fmla="*/ 0 w 267"/>
                <a:gd name="T1" fmla="*/ 2147483646 h 170"/>
                <a:gd name="T2" fmla="*/ 2147483646 w 267"/>
                <a:gd name="T3" fmla="*/ 2147483646 h 170"/>
                <a:gd name="T4" fmla="*/ 2147483646 w 267"/>
                <a:gd name="T5" fmla="*/ 0 h 170"/>
                <a:gd name="T6" fmla="*/ 0 60000 65536"/>
                <a:gd name="T7" fmla="*/ 0 60000 65536"/>
                <a:gd name="T8" fmla="*/ 0 60000 65536"/>
                <a:gd name="T9" fmla="*/ 0 w 267"/>
                <a:gd name="T10" fmla="*/ 0 h 170"/>
                <a:gd name="T11" fmla="*/ 267 w 267"/>
                <a:gd name="T12" fmla="*/ 170 h 17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7" h="170">
                  <a:moveTo>
                    <a:pt x="0" y="170"/>
                  </a:moveTo>
                  <a:lnTo>
                    <a:pt x="267" y="170"/>
                  </a:lnTo>
                  <a:lnTo>
                    <a:pt x="26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57" name="Rectangle 46">
              <a:extLst>
                <a:ext uri="{FF2B5EF4-FFF2-40B4-BE49-F238E27FC236}">
                  <a16:creationId xmlns:a16="http://schemas.microsoft.com/office/drawing/2014/main" id="{E5DDFFB9-322A-4BF8-926D-A00381AA8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700" y="5178425"/>
              <a:ext cx="100027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Magnitude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58" name="Rectangle 47">
              <a:extLst>
                <a:ext uri="{FF2B5EF4-FFF2-40B4-BE49-F238E27FC236}">
                  <a16:creationId xmlns:a16="http://schemas.microsoft.com/office/drawing/2014/main" id="{06167038-1479-4231-84FD-B9DEB91A4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245" y="5244326"/>
              <a:ext cx="42319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Sign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59" name="Rectangle 48">
              <a:extLst>
                <a:ext uri="{FF2B5EF4-FFF2-40B4-BE49-F238E27FC236}">
                  <a16:creationId xmlns:a16="http://schemas.microsoft.com/office/drawing/2014/main" id="{0CEB542B-9E3B-4847-B705-BC64FB85F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225" y="4300538"/>
              <a:ext cx="541338" cy="5413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60" name="Rectangle 49">
              <a:extLst>
                <a:ext uri="{FF2B5EF4-FFF2-40B4-BE49-F238E27FC236}">
                  <a16:creationId xmlns:a16="http://schemas.microsoft.com/office/drawing/2014/main" id="{6A0D5B2F-77E9-43AA-B6EC-D7C0F3EC6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225" y="6156325"/>
              <a:ext cx="191077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(b) Signed number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61" name="Rectangle 50">
              <a:extLst>
                <a:ext uri="{FF2B5EF4-FFF2-40B4-BE49-F238E27FC236}">
                  <a16:creationId xmlns:a16="http://schemas.microsoft.com/office/drawing/2014/main" id="{52E471C8-1E17-40CA-84C8-15BF72E34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946525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62" name="Rectangle 51">
              <a:extLst>
                <a:ext uri="{FF2B5EF4-FFF2-40B4-BE49-F238E27FC236}">
                  <a16:creationId xmlns:a16="http://schemas.microsoft.com/office/drawing/2014/main" id="{B5188C77-493D-4AFA-9FE9-28DC36D5C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675" y="4032250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n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63" name="Rectangle 52">
              <a:extLst>
                <a:ext uri="{FF2B5EF4-FFF2-40B4-BE49-F238E27FC236}">
                  <a16:creationId xmlns:a16="http://schemas.microsoft.com/office/drawing/2014/main" id="{1C343B00-D603-43C5-917E-D7F1B5D28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8875" y="4032250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64" name="Freeform 53">
              <a:extLst>
                <a:ext uri="{FF2B5EF4-FFF2-40B4-BE49-F238E27FC236}">
                  <a16:creationId xmlns:a16="http://schemas.microsoft.com/office/drawing/2014/main" id="{57352EFC-76DD-4768-9FE5-C6B2573AE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350" y="4986338"/>
              <a:ext cx="1641475" cy="136525"/>
            </a:xfrm>
            <a:custGeom>
              <a:avLst/>
              <a:gdLst>
                <a:gd name="T0" fmla="*/ 2147483646 w 1701"/>
                <a:gd name="T1" fmla="*/ 0 h 142"/>
                <a:gd name="T2" fmla="*/ 2147483646 w 1701"/>
                <a:gd name="T3" fmla="*/ 2147483646 h 142"/>
                <a:gd name="T4" fmla="*/ 2147483646 w 1701"/>
                <a:gd name="T5" fmla="*/ 2147483646 h 142"/>
                <a:gd name="T6" fmla="*/ 2147483646 w 1701"/>
                <a:gd name="T7" fmla="*/ 2147483646 h 142"/>
                <a:gd name="T8" fmla="*/ 0 w 1701"/>
                <a:gd name="T9" fmla="*/ 2147483646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01"/>
                <a:gd name="T16" fmla="*/ 0 h 142"/>
                <a:gd name="T17" fmla="*/ 1701 w 1701"/>
                <a:gd name="T18" fmla="*/ 142 h 1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01" h="142">
                  <a:moveTo>
                    <a:pt x="1701" y="0"/>
                  </a:moveTo>
                  <a:cubicBezTo>
                    <a:pt x="1665" y="71"/>
                    <a:pt x="1665" y="71"/>
                    <a:pt x="1648" y="71"/>
                  </a:cubicBezTo>
                  <a:cubicBezTo>
                    <a:pt x="1630" y="71"/>
                    <a:pt x="1630" y="71"/>
                    <a:pt x="850" y="71"/>
                  </a:cubicBezTo>
                  <a:cubicBezTo>
                    <a:pt x="71" y="71"/>
                    <a:pt x="71" y="71"/>
                    <a:pt x="53" y="71"/>
                  </a:cubicBezTo>
                  <a:cubicBezTo>
                    <a:pt x="35" y="71"/>
                    <a:pt x="35" y="71"/>
                    <a:pt x="0" y="142"/>
                  </a:cubicBez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65" name="Rectangle 54">
              <a:extLst>
                <a:ext uri="{FF2B5EF4-FFF2-40B4-BE49-F238E27FC236}">
                  <a16:creationId xmlns:a16="http://schemas.microsoft.com/office/drawing/2014/main" id="{104AAEA1-AD96-409A-9138-1E4B0CFD7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7275" y="4032250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66" name="Rectangle 55">
              <a:extLst>
                <a:ext uri="{FF2B5EF4-FFF2-40B4-BE49-F238E27FC236}">
                  <a16:creationId xmlns:a16="http://schemas.microsoft.com/office/drawing/2014/main" id="{6CC20F3D-056B-472D-8474-EF049A379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313" y="5513388"/>
              <a:ext cx="87844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denotes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67" name="Rectangle 56">
              <a:extLst>
                <a:ext uri="{FF2B5EF4-FFF2-40B4-BE49-F238E27FC236}">
                  <a16:creationId xmlns:a16="http://schemas.microsoft.com/office/drawing/2014/main" id="{91858441-FD43-434C-BC6A-BDCE4422B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313" y="5702300"/>
              <a:ext cx="87844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denotes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68" name="Rectangle 57">
              <a:extLst>
                <a:ext uri="{FF2B5EF4-FFF2-40B4-BE49-F238E27FC236}">
                  <a16:creationId xmlns:a16="http://schemas.microsoft.com/office/drawing/2014/main" id="{79C93CE2-2023-48EF-8864-5EA3C7592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5513388"/>
              <a:ext cx="12984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+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69" name="Freeform 58">
              <a:extLst>
                <a:ext uri="{FF2B5EF4-FFF2-40B4-BE49-F238E27FC236}">
                  <a16:creationId xmlns:a16="http://schemas.microsoft.com/office/drawing/2014/main" id="{15530843-858A-492A-B0C1-35818C779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050" y="5229225"/>
              <a:ext cx="39688" cy="115888"/>
            </a:xfrm>
            <a:custGeom>
              <a:avLst/>
              <a:gdLst>
                <a:gd name="T0" fmla="*/ 2147483646 w 25"/>
                <a:gd name="T1" fmla="*/ 2147483646 h 73"/>
                <a:gd name="T2" fmla="*/ 2147483646 w 25"/>
                <a:gd name="T3" fmla="*/ 0 h 73"/>
                <a:gd name="T4" fmla="*/ 0 w 25"/>
                <a:gd name="T5" fmla="*/ 2147483646 h 73"/>
                <a:gd name="T6" fmla="*/ 2147483646 w 25"/>
                <a:gd name="T7" fmla="*/ 2147483646 h 73"/>
                <a:gd name="T8" fmla="*/ 2147483646 w 25"/>
                <a:gd name="T9" fmla="*/ 214748364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73"/>
                <a:gd name="T17" fmla="*/ 25 w 25"/>
                <a:gd name="T18" fmla="*/ 73 h 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73">
                  <a:moveTo>
                    <a:pt x="25" y="73"/>
                  </a:moveTo>
                  <a:lnTo>
                    <a:pt x="13" y="0"/>
                  </a:lnTo>
                  <a:lnTo>
                    <a:pt x="0" y="73"/>
                  </a:lnTo>
                  <a:lnTo>
                    <a:pt x="13" y="73"/>
                  </a:lnTo>
                  <a:lnTo>
                    <a:pt x="25" y="73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70" name="Line 59">
              <a:extLst>
                <a:ext uri="{FF2B5EF4-FFF2-40B4-BE49-F238E27FC236}">
                  <a16:creationId xmlns:a16="http://schemas.microsoft.com/office/drawing/2014/main" id="{DA79028D-AD33-419F-B61E-201BF4D7F3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95688" y="5345113"/>
              <a:ext cx="1587" cy="25082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71" name="Rectangle 60">
              <a:extLst>
                <a:ext uri="{FF2B5EF4-FFF2-40B4-BE49-F238E27FC236}">
                  <a16:creationId xmlns:a16="http://schemas.microsoft.com/office/drawing/2014/main" id="{B64E48D5-4057-4E90-A274-03E9954F8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5694363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72" name="Rectangle 61">
              <a:extLst>
                <a:ext uri="{FF2B5EF4-FFF2-40B4-BE49-F238E27FC236}">
                  <a16:creationId xmlns:a16="http://schemas.microsoft.com/office/drawing/2014/main" id="{FF2580BF-B4A9-462A-B30D-073ACF6C9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950" y="5694363"/>
              <a:ext cx="48731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MSB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0473" name="Title 1">
            <a:extLst>
              <a:ext uri="{FF2B5EF4-FFF2-40B4-BE49-F238E27FC236}">
                <a16:creationId xmlns:a16="http://schemas.microsoft.com/office/drawing/2014/main" id="{FA747CA3-7B24-451D-8050-A29CEBFE7289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Formats for representation of integers</a:t>
            </a:r>
          </a:p>
        </p:txBody>
      </p:sp>
      <p:sp>
        <p:nvSpPr>
          <p:cNvPr id="60474" name="TextBox 125">
            <a:extLst>
              <a:ext uri="{FF2B5EF4-FFF2-40B4-BE49-F238E27FC236}">
                <a16:creationId xmlns:a16="http://schemas.microsoft.com/office/drawing/2014/main" id="{073BB9E3-B6BC-4CE9-987A-99F4DDDFF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6477000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3.7 from the textbook ]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1" name="TextBox 2">
            <a:extLst>
              <a:ext uri="{FF2B5EF4-FFF2-40B4-BE49-F238E27FC236}">
                <a16:creationId xmlns:a16="http://schemas.microsoft.com/office/drawing/2014/main" id="{B5B9D7A9-489B-4FE0-A5D3-0C8A9FA6E6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399" y="2428875"/>
            <a:ext cx="3581401" cy="20928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 Sign and magnitude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altLang="en-US" sz="2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ja-JP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s complement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altLang="en-US" sz="2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ja-JP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s complement</a:t>
            </a:r>
            <a:endParaRPr kumimoji="0" lang="en-US" altLang="en-US" sz="2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1442" name="Title 1">
            <a:extLst>
              <a:ext uri="{FF2B5EF4-FFF2-40B4-BE49-F238E27FC236}">
                <a16:creationId xmlns:a16="http://schemas.microsoft.com/office/drawing/2014/main" id="{65FC58E8-792F-417A-945F-8408A2578B99}"/>
              </a:ext>
            </a:extLst>
          </p:cNvPr>
          <p:cNvSpPr txBox="1">
            <a:spLocks/>
          </p:cNvSpPr>
          <p:nvPr/>
        </p:nvSpPr>
        <p:spPr bwMode="auto">
          <a:xfrm>
            <a:off x="0" y="13716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Negative numbers can be represented in following ways:</a:t>
            </a: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CD0B8A5F-8767-490E-9C66-28ED45F6A224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Formats for representing Negative Numbers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99BBDA66-BDA7-498E-9CE8-693DD66432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76200"/>
            <a:ext cx="8915400" cy="609600"/>
          </a:xfrm>
        </p:spPr>
        <p:txBody>
          <a:bodyPr/>
          <a:lstStyle/>
          <a:p>
            <a:r>
              <a:rPr lang="en-US" altLang="en-US" dirty="0"/>
              <a:t>Sign and magnitude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51B32BF-1FD3-4527-A65D-21397EF18CE7}"/>
              </a:ext>
            </a:extLst>
          </p:cNvPr>
          <p:cNvSpPr/>
          <p:nvPr/>
        </p:nvSpPr>
        <p:spPr>
          <a:xfrm>
            <a:off x="76200" y="1066800"/>
            <a:ext cx="899160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The sign symbol distinguishes a number as being positive or negative.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5DA22E7B-6D4D-4D5B-8873-7BD4B8801CD6}"/>
              </a:ext>
            </a:extLst>
          </p:cNvPr>
          <p:cNvSpPr/>
          <p:nvPr/>
        </p:nvSpPr>
        <p:spPr>
          <a:xfrm>
            <a:off x="2743200" y="2133600"/>
            <a:ext cx="4572000" cy="2277547"/>
          </a:xfrm>
          <a:prstGeom prst="rect">
            <a:avLst/>
          </a:prstGeom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Decimal Number 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-Roman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TSYN"/>
                <a:ea typeface="MS PGothic" panose="020B0600070205080204" pitchFamily="34" charset="-128"/>
                <a:cs typeface="+mn-cs"/>
              </a:rPr>
              <a:t>+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sz="30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10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TSYN"/>
                <a:ea typeface="MS PGothic" panose="020B0600070205080204" pitchFamily="34" charset="-128"/>
                <a:cs typeface="+mn-cs"/>
              </a:rPr>
              <a:t>−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sz="30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10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 </a:t>
            </a: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334F886B-297F-47B1-801F-CC5B0B9B741C}"/>
                  </a:ext>
                </a:extLst>
              </p14:cNvPr>
              <p14:cNvContentPartPr/>
              <p14:nvPr/>
            </p14:nvContentPartPr>
            <p14:xfrm>
              <a:off x="6907320" y="1888920"/>
              <a:ext cx="2100600" cy="16081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334F886B-297F-47B1-801F-CC5B0B9B741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897960" y="1879560"/>
                <a:ext cx="2119320" cy="1626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56692848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99BBDA66-BDA7-498E-9CE8-693DD66432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152400"/>
            <a:ext cx="8915400" cy="685800"/>
          </a:xfrm>
        </p:spPr>
        <p:txBody>
          <a:bodyPr/>
          <a:lstStyle/>
          <a:p>
            <a:r>
              <a:rPr lang="en-US" altLang="en-US" b="0" dirty="0"/>
              <a:t>Sign and magnitude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51B32BF-1FD3-4527-A65D-21397EF18CE7}"/>
              </a:ext>
            </a:extLst>
          </p:cNvPr>
          <p:cNvSpPr/>
          <p:nvPr/>
        </p:nvSpPr>
        <p:spPr>
          <a:xfrm>
            <a:off x="76200" y="1066800"/>
            <a:ext cx="899160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The sign symbol distinguishes a number as being positive or negative.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5DA22E7B-6D4D-4D5B-8873-7BD4B8801CD6}"/>
              </a:ext>
            </a:extLst>
          </p:cNvPr>
          <p:cNvSpPr/>
          <p:nvPr/>
        </p:nvSpPr>
        <p:spPr>
          <a:xfrm>
            <a:off x="2743200" y="2133600"/>
            <a:ext cx="4572000" cy="2277547"/>
          </a:xfrm>
          <a:prstGeom prst="rect">
            <a:avLst/>
          </a:prstGeom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four-bit binary numbers 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-Roman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TSYN"/>
                <a:ea typeface="MS PGothic" panose="020B0600070205080204" pitchFamily="34" charset="-128"/>
                <a:cs typeface="+mn-cs"/>
              </a:rPr>
              <a:t>+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sz="30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10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TSYN"/>
                <a:ea typeface="MS PGothic" panose="020B0600070205080204" pitchFamily="34" charset="-128"/>
                <a:cs typeface="+mn-cs"/>
              </a:rPr>
              <a:t>=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101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TSYN"/>
                <a:ea typeface="MS PGothic" panose="020B0600070205080204" pitchFamily="34" charset="-128"/>
                <a:cs typeface="+mn-cs"/>
              </a:rPr>
              <a:t>−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sz="30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10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TSYN"/>
                <a:ea typeface="MS PGothic" panose="020B0600070205080204" pitchFamily="34" charset="-128"/>
                <a:cs typeface="+mn-cs"/>
              </a:rPr>
              <a:t>=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101</a:t>
            </a: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8779874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5" name="TextBox 3">
            <a:extLst>
              <a:ext uri="{FF2B5EF4-FFF2-40B4-BE49-F238E27FC236}">
                <a16:creationId xmlns:a16="http://schemas.microsoft.com/office/drawing/2014/main" id="{8CD40FF9-A5C5-4FE2-856A-1578FE8CE5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250" y="990600"/>
            <a:ext cx="798195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Let K be the negative equivalent of an n-bit positive number P.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Then, in 1</a:t>
            </a:r>
            <a:r>
              <a:rPr kumimoji="0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s complement representation K is obtained by </a:t>
            </a:r>
            <a:r>
              <a:rPr kumimoji="0" lang="en-US" altLang="ja-JP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subtracting P from 2</a:t>
            </a:r>
            <a:r>
              <a:rPr kumimoji="0" lang="en-US" altLang="ja-JP" sz="2400" b="1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n</a:t>
            </a:r>
            <a:r>
              <a:rPr kumimoji="0" lang="en-US" altLang="ja-JP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– 1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, namely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			K = (2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– 1) –  P</a:t>
            </a:r>
          </a:p>
        </p:txBody>
      </p:sp>
      <p:sp>
        <p:nvSpPr>
          <p:cNvPr id="62466" name="TextBox 4">
            <a:extLst>
              <a:ext uri="{FF2B5EF4-FFF2-40B4-BE49-F238E27FC236}">
                <a16:creationId xmlns:a16="http://schemas.microsoft.com/office/drawing/2014/main" id="{D3D7C110-5446-484F-8C79-59282252ED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" y="3829050"/>
            <a:ext cx="78105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This means that K can be obtained by inverting all bits of P.</a:t>
            </a:r>
          </a:p>
        </p:txBody>
      </p:sp>
      <p:sp>
        <p:nvSpPr>
          <p:cNvPr id="62467" name="Title 1">
            <a:extLst>
              <a:ext uri="{FF2B5EF4-FFF2-40B4-BE49-F238E27FC236}">
                <a16:creationId xmlns:a16="http://schemas.microsoft.com/office/drawing/2014/main" id="{24B74C6D-55F7-4496-BCD6-3E4FE72EBA43}"/>
              </a:ext>
            </a:extLst>
          </p:cNvPr>
          <p:cNvSpPr txBox="1">
            <a:spLocks/>
          </p:cNvSpPr>
          <p:nvPr/>
        </p:nvSpPr>
        <p:spPr bwMode="auto">
          <a:xfrm>
            <a:off x="0" y="12032"/>
            <a:ext cx="9144000" cy="521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(subtract each digit from 1)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109D1F12-6306-4DC1-87DE-61A84FDD23D2}"/>
                  </a:ext>
                </a:extLst>
              </p14:cNvPr>
              <p14:cNvContentPartPr/>
              <p14:nvPr/>
            </p14:nvContentPartPr>
            <p14:xfrm>
              <a:off x="2606040" y="1401120"/>
              <a:ext cx="6473520" cy="492696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109D1F12-6306-4DC1-87DE-61A84FDD23D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96680" y="1391760"/>
                <a:ext cx="6492240" cy="49456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3" name="Title 1">
            <a:extLst>
              <a:ext uri="{FF2B5EF4-FFF2-40B4-BE49-F238E27FC236}">
                <a16:creationId xmlns:a16="http://schemas.microsoft.com/office/drawing/2014/main" id="{2078ED36-8D30-4201-996E-880DD9D4EE4B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Find the 1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of …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4514" name="TextBox 25">
            <a:extLst>
              <a:ext uri="{FF2B5EF4-FFF2-40B4-BE49-F238E27FC236}">
                <a16:creationId xmlns:a16="http://schemas.microsoft.com/office/drawing/2014/main" id="{B14A222F-0BA7-4406-97CE-A082DB7BAC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6050" y="7620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0 1 0 1</a:t>
            </a:r>
          </a:p>
        </p:txBody>
      </p:sp>
      <p:sp>
        <p:nvSpPr>
          <p:cNvPr id="64515" name="TextBox 26">
            <a:extLst>
              <a:ext uri="{FF2B5EF4-FFF2-40B4-BE49-F238E27FC236}">
                <a16:creationId xmlns:a16="http://schemas.microsoft.com/office/drawing/2014/main" id="{98DAA91E-7E37-48BF-A410-00196ECC1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800" y="6858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0 0 1 0</a:t>
            </a:r>
          </a:p>
        </p:txBody>
      </p:sp>
      <p:sp>
        <p:nvSpPr>
          <p:cNvPr id="64516" name="TextBox 27">
            <a:extLst>
              <a:ext uri="{FF2B5EF4-FFF2-40B4-BE49-F238E27FC236}">
                <a16:creationId xmlns:a16="http://schemas.microsoft.com/office/drawing/2014/main" id="{AF2B3340-5A46-4C59-8FDF-324DB7BA64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800" y="32004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0 1 1 1</a:t>
            </a:r>
          </a:p>
        </p:txBody>
      </p:sp>
      <p:sp>
        <p:nvSpPr>
          <p:cNvPr id="64517" name="TextBox 28">
            <a:extLst>
              <a:ext uri="{FF2B5EF4-FFF2-40B4-BE49-F238E27FC236}">
                <a16:creationId xmlns:a16="http://schemas.microsoft.com/office/drawing/2014/main" id="{E858871C-B6A8-46E4-B681-2384B9D81F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6050" y="31242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0 0 1 1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D5F470FD-9672-418A-B89A-5D076F11BB69}"/>
                  </a:ext>
                </a:extLst>
              </p14:cNvPr>
              <p14:cNvContentPartPr/>
              <p14:nvPr/>
            </p14:nvContentPartPr>
            <p14:xfrm>
              <a:off x="4198320" y="1018440"/>
              <a:ext cx="4765680" cy="34675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D5F470FD-9672-418A-B89A-5D076F11BB6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188960" y="1009080"/>
                <a:ext cx="4784400" cy="3486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28772355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3" name="Title 1">
            <a:extLst>
              <a:ext uri="{FF2B5EF4-FFF2-40B4-BE49-F238E27FC236}">
                <a16:creationId xmlns:a16="http://schemas.microsoft.com/office/drawing/2014/main" id="{2078ED36-8D30-4201-996E-880DD9D4EE4B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Find the 1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of …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4514" name="TextBox 25">
            <a:extLst>
              <a:ext uri="{FF2B5EF4-FFF2-40B4-BE49-F238E27FC236}">
                <a16:creationId xmlns:a16="http://schemas.microsoft.com/office/drawing/2014/main" id="{B14A222F-0BA7-4406-97CE-A082DB7BAC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6050" y="7620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0 1 0 1</a:t>
            </a:r>
          </a:p>
        </p:txBody>
      </p:sp>
      <p:sp>
        <p:nvSpPr>
          <p:cNvPr id="64515" name="TextBox 26">
            <a:extLst>
              <a:ext uri="{FF2B5EF4-FFF2-40B4-BE49-F238E27FC236}">
                <a16:creationId xmlns:a16="http://schemas.microsoft.com/office/drawing/2014/main" id="{98DAA91E-7E37-48BF-A410-00196ECC1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800" y="6858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0 0 1 0</a:t>
            </a:r>
          </a:p>
        </p:txBody>
      </p:sp>
      <p:sp>
        <p:nvSpPr>
          <p:cNvPr id="64516" name="TextBox 27">
            <a:extLst>
              <a:ext uri="{FF2B5EF4-FFF2-40B4-BE49-F238E27FC236}">
                <a16:creationId xmlns:a16="http://schemas.microsoft.com/office/drawing/2014/main" id="{AF2B3340-5A46-4C59-8FDF-324DB7BA64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800" y="32004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0 1 1 1</a:t>
            </a:r>
          </a:p>
        </p:txBody>
      </p:sp>
      <p:sp>
        <p:nvSpPr>
          <p:cNvPr id="64517" name="TextBox 28">
            <a:extLst>
              <a:ext uri="{FF2B5EF4-FFF2-40B4-BE49-F238E27FC236}">
                <a16:creationId xmlns:a16="http://schemas.microsoft.com/office/drawing/2014/main" id="{E858871C-B6A8-46E4-B681-2384B9D81F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6050" y="31242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0 0 1 1</a:t>
            </a:r>
          </a:p>
        </p:txBody>
      </p:sp>
      <p:sp>
        <p:nvSpPr>
          <p:cNvPr id="64518" name="TextBox 25">
            <a:extLst>
              <a:ext uri="{FF2B5EF4-FFF2-40B4-BE49-F238E27FC236}">
                <a16:creationId xmlns:a16="http://schemas.microsoft.com/office/drawing/2014/main" id="{FBDB4C3F-9E5D-4685-988F-484965AC4F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6050" y="13716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1 0 1 0</a:t>
            </a:r>
          </a:p>
        </p:txBody>
      </p:sp>
      <p:sp>
        <p:nvSpPr>
          <p:cNvPr id="64519" name="TextBox 25">
            <a:extLst>
              <a:ext uri="{FF2B5EF4-FFF2-40B4-BE49-F238E27FC236}">
                <a16:creationId xmlns:a16="http://schemas.microsoft.com/office/drawing/2014/main" id="{CA66BBA7-AA49-4CFA-90A5-0AE30ED9DC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800" y="13716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1 1 0 1</a:t>
            </a:r>
          </a:p>
        </p:txBody>
      </p:sp>
      <p:sp>
        <p:nvSpPr>
          <p:cNvPr id="64520" name="TextBox 25">
            <a:extLst>
              <a:ext uri="{FF2B5EF4-FFF2-40B4-BE49-F238E27FC236}">
                <a16:creationId xmlns:a16="http://schemas.microsoft.com/office/drawing/2014/main" id="{63728665-5765-4801-B2D0-79227DC24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800" y="3914775"/>
            <a:ext cx="145415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1 0 0 0</a:t>
            </a:r>
          </a:p>
        </p:txBody>
      </p:sp>
      <p:sp>
        <p:nvSpPr>
          <p:cNvPr id="64521" name="TextBox 25">
            <a:extLst>
              <a:ext uri="{FF2B5EF4-FFF2-40B4-BE49-F238E27FC236}">
                <a16:creationId xmlns:a16="http://schemas.microsoft.com/office/drawing/2014/main" id="{405E2CD4-4AF6-45A4-B228-9F90403251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6050" y="38100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1 1 0 0</a:t>
            </a:r>
          </a:p>
        </p:txBody>
      </p:sp>
      <p:sp>
        <p:nvSpPr>
          <p:cNvPr id="64522" name="TextBox 2">
            <a:extLst>
              <a:ext uri="{FF2B5EF4-FFF2-40B4-BE49-F238E27FC236}">
                <a16:creationId xmlns:a16="http://schemas.microsoft.com/office/drawing/2014/main" id="{2CFA7494-1F6F-42B7-B94C-706C725028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6050" y="5029200"/>
            <a:ext cx="4194175" cy="461963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Just flip 1's to 0's and vice versa.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7" name="Title 1">
            <a:extLst>
              <a:ext uri="{FF2B5EF4-FFF2-40B4-BE49-F238E27FC236}">
                <a16:creationId xmlns:a16="http://schemas.microsoft.com/office/drawing/2014/main" id="{9B992C9C-245A-4DA3-BD6B-2577BD29DF91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A) Example of 1’s complement addition</a:t>
            </a:r>
          </a:p>
        </p:txBody>
      </p:sp>
      <p:grpSp>
        <p:nvGrpSpPr>
          <p:cNvPr id="65557" name="Group 21">
            <a:extLst>
              <a:ext uri="{FF2B5EF4-FFF2-40B4-BE49-F238E27FC236}">
                <a16:creationId xmlns:a16="http://schemas.microsoft.com/office/drawing/2014/main" id="{BF4A1D4E-B818-4668-A0F6-45BEF249B96A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685800"/>
            <a:ext cx="2935288" cy="5535613"/>
            <a:chOff x="16274" y="1290719"/>
            <a:chExt cx="2782974" cy="5154721"/>
          </a:xfrm>
        </p:grpSpPr>
        <p:pic>
          <p:nvPicPr>
            <p:cNvPr id="65559" name="Picture 22" descr="Screen shot 2015-09-30 at 3.23.46 PM.png">
              <a:extLst>
                <a:ext uri="{FF2B5EF4-FFF2-40B4-BE49-F238E27FC236}">
                  <a16:creationId xmlns:a16="http://schemas.microsoft.com/office/drawing/2014/main" id="{0E385FD2-A5F5-4224-91DC-124F9E23B90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560" name="Picture 23" descr="Screen shot 2015-09-30 at 3.24.03 PM.png">
              <a:extLst>
                <a:ext uri="{FF2B5EF4-FFF2-40B4-BE49-F238E27FC236}">
                  <a16:creationId xmlns:a16="http://schemas.microsoft.com/office/drawing/2014/main" id="{2FCF6716-BA7C-42D8-8D8C-B2051789612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5558" name="TextBox 125">
            <a:extLst>
              <a:ext uri="{FF2B5EF4-FFF2-40B4-BE49-F238E27FC236}">
                <a16:creationId xmlns:a16="http://schemas.microsoft.com/office/drawing/2014/main" id="{9C34CCB6-80A8-44AD-B5AE-DC40FC33F4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13" y="6457950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3.8 from the textbook ]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847C08E4-E61A-455E-8DEC-56C011B914A9}"/>
              </a:ext>
            </a:extLst>
          </p:cNvPr>
          <p:cNvSpPr/>
          <p:nvPr/>
        </p:nvSpPr>
        <p:spPr>
          <a:xfrm>
            <a:off x="2732087" y="6366711"/>
            <a:ext cx="3124200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Interpretation of four-bit signed integers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B3BCC2E8-005A-41E5-8B6E-942CF6977BFB}"/>
                  </a:ext>
                </a:extLst>
              </p14:cNvPr>
              <p14:cNvContentPartPr/>
              <p14:nvPr/>
            </p14:nvContentPartPr>
            <p14:xfrm>
              <a:off x="2855520" y="1614600"/>
              <a:ext cx="3386520" cy="240660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B3BCC2E8-005A-41E5-8B6E-942CF6977BF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846160" y="1605240"/>
                <a:ext cx="3405240" cy="24253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7" name="Title 1">
            <a:extLst>
              <a:ext uri="{FF2B5EF4-FFF2-40B4-BE49-F238E27FC236}">
                <a16:creationId xmlns:a16="http://schemas.microsoft.com/office/drawing/2014/main" id="{9B992C9C-245A-4DA3-BD6B-2577BD29DF91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A) Example of 1’s complement addition</a:t>
            </a:r>
          </a:p>
        </p:txBody>
      </p:sp>
      <p:grpSp>
        <p:nvGrpSpPr>
          <p:cNvPr id="65557" name="Group 21">
            <a:extLst>
              <a:ext uri="{FF2B5EF4-FFF2-40B4-BE49-F238E27FC236}">
                <a16:creationId xmlns:a16="http://schemas.microsoft.com/office/drawing/2014/main" id="{BF4A1D4E-B818-4668-A0F6-45BEF249B96A}"/>
              </a:ext>
            </a:extLst>
          </p:cNvPr>
          <p:cNvGrpSpPr>
            <a:grpSpLocks/>
          </p:cNvGrpSpPr>
          <p:nvPr/>
        </p:nvGrpSpPr>
        <p:grpSpPr bwMode="auto">
          <a:xfrm>
            <a:off x="6019800" y="762000"/>
            <a:ext cx="2935288" cy="5535613"/>
            <a:chOff x="16274" y="1290719"/>
            <a:chExt cx="2782974" cy="5154721"/>
          </a:xfrm>
        </p:grpSpPr>
        <p:pic>
          <p:nvPicPr>
            <p:cNvPr id="65559" name="Picture 22" descr="Screen shot 2015-09-30 at 3.23.46 PM.png">
              <a:extLst>
                <a:ext uri="{FF2B5EF4-FFF2-40B4-BE49-F238E27FC236}">
                  <a16:creationId xmlns:a16="http://schemas.microsoft.com/office/drawing/2014/main" id="{0E385FD2-A5F5-4224-91DC-124F9E23B90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560" name="Picture 23" descr="Screen shot 2015-09-30 at 3.24.03 PM.png">
              <a:extLst>
                <a:ext uri="{FF2B5EF4-FFF2-40B4-BE49-F238E27FC236}">
                  <a16:creationId xmlns:a16="http://schemas.microsoft.com/office/drawing/2014/main" id="{2FCF6716-BA7C-42D8-8D8C-B2051789612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5558" name="TextBox 125">
            <a:extLst>
              <a:ext uri="{FF2B5EF4-FFF2-40B4-BE49-F238E27FC236}">
                <a16:creationId xmlns:a16="http://schemas.microsoft.com/office/drawing/2014/main" id="{9C34CCB6-80A8-44AD-B5AE-DC40FC33F4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13" y="6457950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3.8 from the textbook ]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D4895A75-758C-4BE9-B185-668FE189F8E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1600" y="2209800"/>
            <a:ext cx="3786640" cy="1868473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847C08E4-E61A-455E-8DEC-56C011B914A9}"/>
              </a:ext>
            </a:extLst>
          </p:cNvPr>
          <p:cNvSpPr/>
          <p:nvPr/>
        </p:nvSpPr>
        <p:spPr>
          <a:xfrm>
            <a:off x="5932487" y="6442911"/>
            <a:ext cx="3124200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Interpretation of four-bit signed integers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5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87DCB1C9-63DB-4F49-8D3A-55E60C35671A}"/>
                  </a:ext>
                </a:extLst>
              </p14:cNvPr>
              <p14:cNvContentPartPr/>
              <p14:nvPr/>
            </p14:nvContentPartPr>
            <p14:xfrm>
              <a:off x="4889520" y="2246040"/>
              <a:ext cx="2049120" cy="1135080"/>
            </p14:xfrm>
          </p:contentPart>
        </mc:Choice>
        <mc:Fallback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87DCB1C9-63DB-4F49-8D3A-55E60C35671A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880160" y="2236680"/>
                <a:ext cx="2067840" cy="1153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46649221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1" name="Title 1">
            <a:extLst>
              <a:ext uri="{FF2B5EF4-FFF2-40B4-BE49-F238E27FC236}">
                <a16:creationId xmlns:a16="http://schemas.microsoft.com/office/drawing/2014/main" id="{6DDFDFCE-6686-48F8-88AE-6186A2EE91CB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A) Example of 1’s complement addition</a:t>
            </a:r>
          </a:p>
        </p:txBody>
      </p:sp>
      <p:grpSp>
        <p:nvGrpSpPr>
          <p:cNvPr id="66581" name="Group 21">
            <a:extLst>
              <a:ext uri="{FF2B5EF4-FFF2-40B4-BE49-F238E27FC236}">
                <a16:creationId xmlns:a16="http://schemas.microsoft.com/office/drawing/2014/main" id="{4785EAC9-078B-4BB4-95BD-C4ACCA73AA06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1143000"/>
            <a:ext cx="2782888" cy="5154613"/>
            <a:chOff x="16274" y="1290719"/>
            <a:chExt cx="2782974" cy="5154721"/>
          </a:xfrm>
        </p:grpSpPr>
        <p:pic>
          <p:nvPicPr>
            <p:cNvPr id="66588" name="Picture 22" descr="Screen shot 2015-09-30 at 3.23.46 PM.png">
              <a:extLst>
                <a:ext uri="{FF2B5EF4-FFF2-40B4-BE49-F238E27FC236}">
                  <a16:creationId xmlns:a16="http://schemas.microsoft.com/office/drawing/2014/main" id="{A4BAC2AA-5997-420F-A5CD-FB5BB23DFF5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589" name="Picture 23" descr="Screen shot 2015-09-30 at 3.24.03 PM.png">
              <a:extLst>
                <a:ext uri="{FF2B5EF4-FFF2-40B4-BE49-F238E27FC236}">
                  <a16:creationId xmlns:a16="http://schemas.microsoft.com/office/drawing/2014/main" id="{7207CBDE-4070-4BCA-BC56-EB14B4363FF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6582" name="Rectangle 3">
            <a:extLst>
              <a:ext uri="{FF2B5EF4-FFF2-40B4-BE49-F238E27FC236}">
                <a16:creationId xmlns:a16="http://schemas.microsoft.com/office/drawing/2014/main" id="{7778FA50-333E-4A15-B75E-92DD2EB5B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0325" y="255905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6583" name="Rectangle 3">
            <a:extLst>
              <a:ext uri="{FF2B5EF4-FFF2-40B4-BE49-F238E27FC236}">
                <a16:creationId xmlns:a16="http://schemas.microsoft.com/office/drawing/2014/main" id="{67BB4B5B-B650-4661-9A56-2860576AEA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7150" y="3308350"/>
            <a:ext cx="1905000" cy="258763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6584" name="Rectangle 3">
            <a:extLst>
              <a:ext uri="{FF2B5EF4-FFF2-40B4-BE49-F238E27FC236}">
                <a16:creationId xmlns:a16="http://schemas.microsoft.com/office/drawing/2014/main" id="{FD62D28C-E90F-4621-A492-11180D7CB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3025" y="2014538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AAE6307-90EF-4599-93B5-05DC21CC5F7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45274" y="2362201"/>
            <a:ext cx="3626111" cy="1789262"/>
          </a:xfrm>
          <a:prstGeom prst="rect">
            <a:avLst/>
          </a:prstGeom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5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0B6701EE-0790-4E3E-876E-BCC810FB2AAC}"/>
                  </a:ext>
                </a:extLst>
              </p14:cNvPr>
              <p14:cNvContentPartPr/>
              <p14:nvPr/>
            </p14:nvContentPartPr>
            <p14:xfrm>
              <a:off x="3784680" y="3859920"/>
              <a:ext cx="1048320" cy="3168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0B6701EE-0790-4E3E-876E-BCC810FB2AAC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3775320" y="3850560"/>
                <a:ext cx="1067040" cy="504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5" name="Title 1">
            <a:extLst>
              <a:ext uri="{FF2B5EF4-FFF2-40B4-BE49-F238E27FC236}">
                <a16:creationId xmlns:a16="http://schemas.microsoft.com/office/drawing/2014/main" id="{02A69F62-8667-43C8-89B8-1C1DC045132E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B) Example of 1’s complement addition</a:t>
            </a:r>
          </a:p>
        </p:txBody>
      </p:sp>
      <p:grpSp>
        <p:nvGrpSpPr>
          <p:cNvPr id="67605" name="Group 21">
            <a:extLst>
              <a:ext uri="{FF2B5EF4-FFF2-40B4-BE49-F238E27FC236}">
                <a16:creationId xmlns:a16="http://schemas.microsoft.com/office/drawing/2014/main" id="{1DEE2AE5-C857-4756-A24F-8F9B67021FA3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1143000"/>
            <a:ext cx="2782888" cy="5154613"/>
            <a:chOff x="16274" y="1290719"/>
            <a:chExt cx="2782974" cy="5154721"/>
          </a:xfrm>
        </p:grpSpPr>
        <p:pic>
          <p:nvPicPr>
            <p:cNvPr id="67607" name="Picture 22" descr="Screen shot 2015-09-30 at 3.23.46 PM.png">
              <a:extLst>
                <a:ext uri="{FF2B5EF4-FFF2-40B4-BE49-F238E27FC236}">
                  <a16:creationId xmlns:a16="http://schemas.microsoft.com/office/drawing/2014/main" id="{06C2D44F-D7F3-47B7-880E-9399647B845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608" name="Picture 23" descr="Screen shot 2015-09-30 at 3.24.03 PM.png">
              <a:extLst>
                <a:ext uri="{FF2B5EF4-FFF2-40B4-BE49-F238E27FC236}">
                  <a16:creationId xmlns:a16="http://schemas.microsoft.com/office/drawing/2014/main" id="{1F78BB75-66C2-4E0D-9AA1-B554109623C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7606" name="TextBox 125">
            <a:extLst>
              <a:ext uri="{FF2B5EF4-FFF2-40B4-BE49-F238E27FC236}">
                <a16:creationId xmlns:a16="http://schemas.microsoft.com/office/drawing/2014/main" id="{916D4D57-64D1-478C-90AB-BA8E1C2EC3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13" y="6457950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3.8 from the textbook ]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9315CE44-4A60-43D3-8387-6FC096ECD06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2160601"/>
            <a:ext cx="3168936" cy="1563674"/>
          </a:xfrm>
          <a:prstGeom prst="rect">
            <a:avLst/>
          </a:prstGeom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5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2D573DB-9A1C-40F8-9E91-D2CE23AF110A}"/>
                  </a:ext>
                </a:extLst>
              </p14:cNvPr>
              <p14:cNvContentPartPr/>
              <p14:nvPr/>
            </p14:nvContentPartPr>
            <p14:xfrm>
              <a:off x="3026880" y="587880"/>
              <a:ext cx="5398200" cy="522216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2D573DB-9A1C-40F8-9E91-D2CE23AF110A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3017520" y="578520"/>
                <a:ext cx="5416920" cy="52408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5" name="Title 1">
            <a:extLst>
              <a:ext uri="{FF2B5EF4-FFF2-40B4-BE49-F238E27FC236}">
                <a16:creationId xmlns:a16="http://schemas.microsoft.com/office/drawing/2014/main" id="{02A69F62-8667-43C8-89B8-1C1DC045132E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B) Example of 1’s complement addition</a:t>
            </a:r>
          </a:p>
        </p:txBody>
      </p:sp>
      <p:grpSp>
        <p:nvGrpSpPr>
          <p:cNvPr id="67605" name="Group 21">
            <a:extLst>
              <a:ext uri="{FF2B5EF4-FFF2-40B4-BE49-F238E27FC236}">
                <a16:creationId xmlns:a16="http://schemas.microsoft.com/office/drawing/2014/main" id="{1DEE2AE5-C857-4756-A24F-8F9B67021FA3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1143000"/>
            <a:ext cx="2782888" cy="5154613"/>
            <a:chOff x="16274" y="1290719"/>
            <a:chExt cx="2782974" cy="5154721"/>
          </a:xfrm>
        </p:grpSpPr>
        <p:pic>
          <p:nvPicPr>
            <p:cNvPr id="67607" name="Picture 22" descr="Screen shot 2015-09-30 at 3.23.46 PM.png">
              <a:extLst>
                <a:ext uri="{FF2B5EF4-FFF2-40B4-BE49-F238E27FC236}">
                  <a16:creationId xmlns:a16="http://schemas.microsoft.com/office/drawing/2014/main" id="{06C2D44F-D7F3-47B7-880E-9399647B845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608" name="Picture 23" descr="Screen shot 2015-09-30 at 3.24.03 PM.png">
              <a:extLst>
                <a:ext uri="{FF2B5EF4-FFF2-40B4-BE49-F238E27FC236}">
                  <a16:creationId xmlns:a16="http://schemas.microsoft.com/office/drawing/2014/main" id="{1F78BB75-66C2-4E0D-9AA1-B554109623C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7606" name="TextBox 125">
            <a:extLst>
              <a:ext uri="{FF2B5EF4-FFF2-40B4-BE49-F238E27FC236}">
                <a16:creationId xmlns:a16="http://schemas.microsoft.com/office/drawing/2014/main" id="{916D4D57-64D1-478C-90AB-BA8E1C2EC3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13" y="6457950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3.8 from the textbook ]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9315CE44-4A60-43D3-8387-6FC096ECD06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2160601"/>
            <a:ext cx="3168936" cy="1563674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B9696352-D5D4-4177-B865-54F2FD08ED0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95797" y="2160601"/>
            <a:ext cx="3110970" cy="1518741"/>
          </a:xfrm>
          <a:prstGeom prst="rect">
            <a:avLst/>
          </a:prstGeom>
        </p:spPr>
      </p:pic>
      <p:sp>
        <p:nvSpPr>
          <p:cNvPr id="9" name="TextBox 31">
            <a:extLst>
              <a:ext uri="{FF2B5EF4-FFF2-40B4-BE49-F238E27FC236}">
                <a16:creationId xmlns:a16="http://schemas.microsoft.com/office/drawing/2014/main" id="{AE3AC8BD-62AD-4FCE-AABB-5B3DD3018F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55130" y="3581400"/>
            <a:ext cx="193835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But this is +2!</a:t>
            </a:r>
          </a:p>
        </p:txBody>
      </p:sp>
    </p:spTree>
    <p:extLst>
      <p:ext uri="{BB962C8B-B14F-4D97-AF65-F5344CB8AC3E}">
        <p14:creationId xmlns:p14="http://schemas.microsoft.com/office/powerpoint/2010/main" val="216616523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5" name="Title 1">
            <a:extLst>
              <a:ext uri="{FF2B5EF4-FFF2-40B4-BE49-F238E27FC236}">
                <a16:creationId xmlns:a16="http://schemas.microsoft.com/office/drawing/2014/main" id="{02A69F62-8667-43C8-89B8-1C1DC045132E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B) Example of 1’s complement addition</a:t>
            </a:r>
          </a:p>
        </p:txBody>
      </p:sp>
      <p:grpSp>
        <p:nvGrpSpPr>
          <p:cNvPr id="67605" name="Group 21">
            <a:extLst>
              <a:ext uri="{FF2B5EF4-FFF2-40B4-BE49-F238E27FC236}">
                <a16:creationId xmlns:a16="http://schemas.microsoft.com/office/drawing/2014/main" id="{1DEE2AE5-C857-4756-A24F-8F9B67021FA3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1143000"/>
            <a:ext cx="2782888" cy="5154613"/>
            <a:chOff x="16274" y="1290719"/>
            <a:chExt cx="2782974" cy="5154721"/>
          </a:xfrm>
        </p:grpSpPr>
        <p:pic>
          <p:nvPicPr>
            <p:cNvPr id="67607" name="Picture 22" descr="Screen shot 2015-09-30 at 3.23.46 PM.png">
              <a:extLst>
                <a:ext uri="{FF2B5EF4-FFF2-40B4-BE49-F238E27FC236}">
                  <a16:creationId xmlns:a16="http://schemas.microsoft.com/office/drawing/2014/main" id="{06C2D44F-D7F3-47B7-880E-9399647B845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608" name="Picture 23" descr="Screen shot 2015-09-30 at 3.24.03 PM.png">
              <a:extLst>
                <a:ext uri="{FF2B5EF4-FFF2-40B4-BE49-F238E27FC236}">
                  <a16:creationId xmlns:a16="http://schemas.microsoft.com/office/drawing/2014/main" id="{1F78BB75-66C2-4E0D-9AA1-B554109623C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7606" name="TextBox 125">
            <a:extLst>
              <a:ext uri="{FF2B5EF4-FFF2-40B4-BE49-F238E27FC236}">
                <a16:creationId xmlns:a16="http://schemas.microsoft.com/office/drawing/2014/main" id="{916D4D57-64D1-478C-90AB-BA8E1C2EC3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13" y="6457950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3.8 from the textbook ]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9315CE44-4A60-43D3-8387-6FC096ECD06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2160601"/>
            <a:ext cx="3168936" cy="1563674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B9696352-D5D4-4177-B865-54F2FD08ED0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95797" y="2160601"/>
            <a:ext cx="3110970" cy="1518741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2767B380-793C-4BB8-9A9E-A53865B3552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91807" y="3341126"/>
            <a:ext cx="1453532" cy="11546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0991080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3" name="Title 1">
            <a:extLst>
              <a:ext uri="{FF2B5EF4-FFF2-40B4-BE49-F238E27FC236}">
                <a16:creationId xmlns:a16="http://schemas.microsoft.com/office/drawing/2014/main" id="{C788C55D-4A6C-4D45-A4F7-5E9F57B613E0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D) Example of 1’s complement addition</a:t>
            </a:r>
          </a:p>
        </p:txBody>
      </p:sp>
      <p:grpSp>
        <p:nvGrpSpPr>
          <p:cNvPr id="74754" name="Group 21">
            <a:extLst>
              <a:ext uri="{FF2B5EF4-FFF2-40B4-BE49-F238E27FC236}">
                <a16:creationId xmlns:a16="http://schemas.microsoft.com/office/drawing/2014/main" id="{DC467BC3-3184-4319-86C8-AF0979E01FF5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1143000"/>
            <a:ext cx="2782888" cy="5154613"/>
            <a:chOff x="16274" y="1290719"/>
            <a:chExt cx="2782974" cy="5154721"/>
          </a:xfrm>
        </p:grpSpPr>
        <p:pic>
          <p:nvPicPr>
            <p:cNvPr id="74776" name="Picture 22" descr="Screen shot 2015-09-30 at 3.23.46 PM.png">
              <a:extLst>
                <a:ext uri="{FF2B5EF4-FFF2-40B4-BE49-F238E27FC236}">
                  <a16:creationId xmlns:a16="http://schemas.microsoft.com/office/drawing/2014/main" id="{A3FF359A-3300-4FDC-A43A-B578A3A1312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777" name="Picture 23" descr="Screen shot 2015-09-30 at 3.24.03 PM.png">
              <a:extLst>
                <a:ext uri="{FF2B5EF4-FFF2-40B4-BE49-F238E27FC236}">
                  <a16:creationId xmlns:a16="http://schemas.microsoft.com/office/drawing/2014/main" id="{47009B22-2412-40E8-B526-F70597420F8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74775" name="TextBox 125">
            <a:extLst>
              <a:ext uri="{FF2B5EF4-FFF2-40B4-BE49-F238E27FC236}">
                <a16:creationId xmlns:a16="http://schemas.microsoft.com/office/drawing/2014/main" id="{5BA48EC9-00B6-4EDE-A452-A6BF8473AB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13" y="6457950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3.8 from the textbook ]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FE993B20-B4B0-4B92-859C-FD8731166B5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7400" y="2667000"/>
            <a:ext cx="2846413" cy="1524000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A8A61F29-CC0C-4A7D-B9E2-DD333035F635}"/>
              </a:ext>
            </a:extLst>
          </p:cNvPr>
          <p:cNvSpPr/>
          <p:nvPr/>
        </p:nvSpPr>
        <p:spPr>
          <a:xfrm>
            <a:off x="3429000" y="2743200"/>
            <a:ext cx="1676400" cy="1219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5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FB678F8-DF1D-4B4B-8B6E-B8F8E91B63B6}"/>
                  </a:ext>
                </a:extLst>
              </p14:cNvPr>
              <p14:cNvContentPartPr/>
              <p14:nvPr/>
            </p14:nvContentPartPr>
            <p14:xfrm>
              <a:off x="3623760" y="2750040"/>
              <a:ext cx="4866480" cy="2966760"/>
            </p14:xfrm>
          </p:contentPart>
        </mc:Choice>
        <mc:Fallback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FB678F8-DF1D-4B4B-8B6E-B8F8E91B63B6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3614400" y="2740680"/>
                <a:ext cx="4885200" cy="29854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7" name="Title 1">
            <a:extLst>
              <a:ext uri="{FF2B5EF4-FFF2-40B4-BE49-F238E27FC236}">
                <a16:creationId xmlns:a16="http://schemas.microsoft.com/office/drawing/2014/main" id="{B0C843ED-E449-4148-A325-C40F7E3FED06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D) Example of 1’s complement addition</a:t>
            </a:r>
          </a:p>
        </p:txBody>
      </p:sp>
      <p:grpSp>
        <p:nvGrpSpPr>
          <p:cNvPr id="75778" name="Group 21">
            <a:extLst>
              <a:ext uri="{FF2B5EF4-FFF2-40B4-BE49-F238E27FC236}">
                <a16:creationId xmlns:a16="http://schemas.microsoft.com/office/drawing/2014/main" id="{962AFA37-B0DC-4A1F-89B5-D884C4E004DD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1143000"/>
            <a:ext cx="2782888" cy="5154613"/>
            <a:chOff x="16274" y="1290719"/>
            <a:chExt cx="2782974" cy="5154721"/>
          </a:xfrm>
        </p:grpSpPr>
        <p:pic>
          <p:nvPicPr>
            <p:cNvPr id="75805" name="Picture 22" descr="Screen shot 2015-09-30 at 3.23.46 PM.png">
              <a:extLst>
                <a:ext uri="{FF2B5EF4-FFF2-40B4-BE49-F238E27FC236}">
                  <a16:creationId xmlns:a16="http://schemas.microsoft.com/office/drawing/2014/main" id="{B9BBEF58-7241-4F97-9019-385AE41F84D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806" name="Picture 23" descr="Screen shot 2015-09-30 at 3.24.03 PM.png">
              <a:extLst>
                <a:ext uri="{FF2B5EF4-FFF2-40B4-BE49-F238E27FC236}">
                  <a16:creationId xmlns:a16="http://schemas.microsoft.com/office/drawing/2014/main" id="{C7394B4E-9606-472E-9CC7-0471624952D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75799" name="Rectangle 3">
            <a:extLst>
              <a:ext uri="{FF2B5EF4-FFF2-40B4-BE49-F238E27FC236}">
                <a16:creationId xmlns:a16="http://schemas.microsoft.com/office/drawing/2014/main" id="{83A7B723-61D9-4A38-A4C9-8BDE1B6A50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0325" y="461645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5800" name="Rectangle 3">
            <a:extLst>
              <a:ext uri="{FF2B5EF4-FFF2-40B4-BE49-F238E27FC236}">
                <a16:creationId xmlns:a16="http://schemas.microsoft.com/office/drawing/2014/main" id="{6A8D6A3E-4E80-45D4-B112-49FB5F6295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7150" y="5378450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5801" name="Rectangle 3">
            <a:extLst>
              <a:ext uri="{FF2B5EF4-FFF2-40B4-BE49-F238E27FC236}">
                <a16:creationId xmlns:a16="http://schemas.microsoft.com/office/drawing/2014/main" id="{0AC200DD-A264-4E14-AA28-A09AC47D5F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3025" y="2000250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DDB03ADD-005D-4AE9-A339-2B1C63BCFDD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830" y="2592839"/>
            <a:ext cx="3371188" cy="1672322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F1B30D02-258A-4A34-A0A1-5FA3E994F1D3}"/>
                  </a:ext>
                </a:extLst>
              </p14:cNvPr>
              <p14:cNvContentPartPr/>
              <p14:nvPr/>
            </p14:nvContentPartPr>
            <p14:xfrm>
              <a:off x="2127960" y="3281400"/>
              <a:ext cx="2520" cy="9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F1B30D02-258A-4A34-A0A1-5FA3E994F1D3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2118600" y="3272040"/>
                <a:ext cx="21240" cy="2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7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061DF7C6-A1FA-4CB8-AC7E-468150973E49}"/>
                  </a:ext>
                </a:extLst>
              </p14:cNvPr>
              <p14:cNvContentPartPr/>
              <p14:nvPr/>
            </p14:nvContentPartPr>
            <p14:xfrm>
              <a:off x="4217400" y="4404600"/>
              <a:ext cx="1465200" cy="911880"/>
            </p14:xfrm>
          </p:contentPart>
        </mc:Choice>
        <mc:Fallback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061DF7C6-A1FA-4CB8-AC7E-468150973E49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4208040" y="4395240"/>
                <a:ext cx="1483920" cy="9306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1" name="Title 1">
            <a:extLst>
              <a:ext uri="{FF2B5EF4-FFF2-40B4-BE49-F238E27FC236}">
                <a16:creationId xmlns:a16="http://schemas.microsoft.com/office/drawing/2014/main" id="{9E9DD992-DBC1-4C1B-B236-53E01BB44EA0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D) Example of 1’s complement addition</a:t>
            </a:r>
          </a:p>
        </p:txBody>
      </p:sp>
      <p:grpSp>
        <p:nvGrpSpPr>
          <p:cNvPr id="76802" name="Group 21">
            <a:extLst>
              <a:ext uri="{FF2B5EF4-FFF2-40B4-BE49-F238E27FC236}">
                <a16:creationId xmlns:a16="http://schemas.microsoft.com/office/drawing/2014/main" id="{3C1782D4-BD16-48D0-8353-EB311FCF5B97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1143000"/>
            <a:ext cx="2782888" cy="5154613"/>
            <a:chOff x="16274" y="1290719"/>
            <a:chExt cx="2782974" cy="5154721"/>
          </a:xfrm>
        </p:grpSpPr>
        <p:pic>
          <p:nvPicPr>
            <p:cNvPr id="76830" name="Picture 22" descr="Screen shot 2015-09-30 at 3.23.46 PM.png">
              <a:extLst>
                <a:ext uri="{FF2B5EF4-FFF2-40B4-BE49-F238E27FC236}">
                  <a16:creationId xmlns:a16="http://schemas.microsoft.com/office/drawing/2014/main" id="{1B752E80-97B7-4A96-9224-EE848DEF131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831" name="Picture 23" descr="Screen shot 2015-09-30 at 3.24.03 PM.png">
              <a:extLst>
                <a:ext uri="{FF2B5EF4-FFF2-40B4-BE49-F238E27FC236}">
                  <a16:creationId xmlns:a16="http://schemas.microsoft.com/office/drawing/2014/main" id="{0722D199-F90E-462B-9BFD-ED31CC9BB48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76823" name="Rectangle 3">
            <a:extLst>
              <a:ext uri="{FF2B5EF4-FFF2-40B4-BE49-F238E27FC236}">
                <a16:creationId xmlns:a16="http://schemas.microsoft.com/office/drawing/2014/main" id="{BE2BCE2D-A85F-4D97-858B-7229761F03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0325" y="461645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6824" name="Rectangle 3">
            <a:extLst>
              <a:ext uri="{FF2B5EF4-FFF2-40B4-BE49-F238E27FC236}">
                <a16:creationId xmlns:a16="http://schemas.microsoft.com/office/drawing/2014/main" id="{6C40A861-D25C-4365-8915-D72853660B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7150" y="5378450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6825" name="Rectangle 3">
            <a:extLst>
              <a:ext uri="{FF2B5EF4-FFF2-40B4-BE49-F238E27FC236}">
                <a16:creationId xmlns:a16="http://schemas.microsoft.com/office/drawing/2014/main" id="{ECD5F8DE-5702-4162-BC3D-DFF535904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3025" y="2000250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6829" name="TextBox 31">
            <a:extLst>
              <a:ext uri="{FF2B5EF4-FFF2-40B4-BE49-F238E27FC236}">
                <a16:creationId xmlns:a16="http://schemas.microsoft.com/office/drawing/2014/main" id="{9C3A15D3-1961-4360-A082-7708B1AA28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55130" y="3581400"/>
            <a:ext cx="19415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But this is +7!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185F95C4-5580-4FED-A238-8BA37734BE4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0929" y="2596125"/>
            <a:ext cx="3329135" cy="1651461"/>
          </a:xfrm>
          <a:prstGeom prst="rect">
            <a:avLst/>
          </a:prstGeom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49" name="Title 1">
            <a:extLst>
              <a:ext uri="{FF2B5EF4-FFF2-40B4-BE49-F238E27FC236}">
                <a16:creationId xmlns:a16="http://schemas.microsoft.com/office/drawing/2014/main" id="{AD5E94D1-EE31-475A-8885-0690D21610FE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D) Example of 1’s complement addition</a:t>
            </a:r>
          </a:p>
        </p:txBody>
      </p:sp>
      <p:grpSp>
        <p:nvGrpSpPr>
          <p:cNvPr id="78850" name="Group 21">
            <a:extLst>
              <a:ext uri="{FF2B5EF4-FFF2-40B4-BE49-F238E27FC236}">
                <a16:creationId xmlns:a16="http://schemas.microsoft.com/office/drawing/2014/main" id="{149D4B79-12E4-4D5D-B098-C5323D658357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1143000"/>
            <a:ext cx="2782888" cy="5154613"/>
            <a:chOff x="16274" y="1290719"/>
            <a:chExt cx="2782974" cy="5154721"/>
          </a:xfrm>
        </p:grpSpPr>
        <p:pic>
          <p:nvPicPr>
            <p:cNvPr id="78887" name="Picture 22" descr="Screen shot 2015-09-30 at 3.23.46 PM.png">
              <a:extLst>
                <a:ext uri="{FF2B5EF4-FFF2-40B4-BE49-F238E27FC236}">
                  <a16:creationId xmlns:a16="http://schemas.microsoft.com/office/drawing/2014/main" id="{35136A17-0AA0-45D7-92D8-BD6C245B394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888" name="Picture 23" descr="Screen shot 2015-09-30 at 3.24.03 PM.png">
              <a:extLst>
                <a:ext uri="{FF2B5EF4-FFF2-40B4-BE49-F238E27FC236}">
                  <a16:creationId xmlns:a16="http://schemas.microsoft.com/office/drawing/2014/main" id="{F309A0A8-F909-44B2-9906-3A7C3901FBB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78851" name="Rectangle 3">
            <a:extLst>
              <a:ext uri="{FF2B5EF4-FFF2-40B4-BE49-F238E27FC236}">
                <a16:creationId xmlns:a16="http://schemas.microsoft.com/office/drawing/2014/main" id="{342230BC-2DA9-4A0B-A833-E7B4286360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0325" y="2009775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8852" name="Rectangle 3">
            <a:extLst>
              <a:ext uri="{FF2B5EF4-FFF2-40B4-BE49-F238E27FC236}">
                <a16:creationId xmlns:a16="http://schemas.microsoft.com/office/drawing/2014/main" id="{BCE9676E-7773-4F20-877D-1E379962E0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7150" y="3590925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8853" name="Rectangle 3">
            <a:extLst>
              <a:ext uri="{FF2B5EF4-FFF2-40B4-BE49-F238E27FC236}">
                <a16:creationId xmlns:a16="http://schemas.microsoft.com/office/drawing/2014/main" id="{5A82D44F-9703-49FA-8DC2-BDD06F3A75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1913" y="4114800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8854" name="TextBox 66">
            <a:extLst>
              <a:ext uri="{FF2B5EF4-FFF2-40B4-BE49-F238E27FC236}">
                <a16:creationId xmlns:a16="http://schemas.microsoft.com/office/drawing/2014/main" id="{3AFD021E-C939-4B00-B4C5-6572DED4B3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8738" y="5029200"/>
            <a:ext cx="39878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We need to perform one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more addition to get the result.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82F9700-875D-4830-89DB-A2686FF6E47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33600" y="2132729"/>
            <a:ext cx="3371188" cy="2592542"/>
          </a:xfrm>
          <a:prstGeom prst="rect">
            <a:avLst/>
          </a:prstGeom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5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B45D7619-69DC-4F5D-9A34-369D1DD2B034}"/>
                  </a:ext>
                </a:extLst>
              </p14:cNvPr>
              <p14:cNvContentPartPr/>
              <p14:nvPr/>
            </p14:nvContentPartPr>
            <p14:xfrm>
              <a:off x="4038480" y="4013280"/>
              <a:ext cx="4419720" cy="65376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B45D7619-69DC-4F5D-9A34-369D1DD2B034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029120" y="4003920"/>
                <a:ext cx="4438440" cy="6724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48D4D7C-DBF2-4475-9703-D78B662541D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solidFill>
                  <a:schemeClr val="tx2"/>
                </a:solidFill>
              </a:rPr>
              <a:t>1’s complement addition-Summary</a:t>
            </a:r>
            <a:endParaRPr lang="en-US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92E63741-D350-4E75-927D-926F7DC4FDE1}"/>
              </a:ext>
            </a:extLst>
          </p:cNvPr>
          <p:cNvSpPr/>
          <p:nvPr/>
        </p:nvSpPr>
        <p:spPr>
          <a:xfrm>
            <a:off x="76200" y="1143000"/>
            <a:ext cx="8991600" cy="39703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If there is a carry-out, it will be added to the least significant bit.</a:t>
            </a:r>
          </a:p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-Roman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In some cases a correction is needed, which amounts to an extra addition that must be performed. </a:t>
            </a:r>
          </a:p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-Roman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Consequently, the time needed to add two 1’s complement numbers may be twice as long as the time needed to add two unsigned numbers.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5143179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3" name="TextBox 3">
            <a:extLst>
              <a:ext uri="{FF2B5EF4-FFF2-40B4-BE49-F238E27FC236}">
                <a16:creationId xmlns:a16="http://schemas.microsoft.com/office/drawing/2014/main" id="{10A5CD1D-1862-44AE-A3AD-8E1DDACA7B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762000"/>
            <a:ext cx="86106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Let K be the negative equivalent of an n-bit positive number P.</a:t>
            </a:r>
          </a:p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Then, in 2</a:t>
            </a:r>
            <a:r>
              <a:rPr kumimoji="0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s complement representation K is obtained by </a:t>
            </a:r>
            <a:r>
              <a:rPr kumimoji="0" lang="en-US" altLang="ja-JP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subtracting P from 2</a:t>
            </a:r>
            <a:r>
              <a:rPr kumimoji="0" lang="en-US" altLang="ja-JP" sz="2400" b="1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n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, namely</a:t>
            </a:r>
          </a:p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			K = 2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 –  P</a:t>
            </a:r>
          </a:p>
        </p:txBody>
      </p:sp>
      <p:sp>
        <p:nvSpPr>
          <p:cNvPr id="79874" name="Title 1">
            <a:extLst>
              <a:ext uri="{FF2B5EF4-FFF2-40B4-BE49-F238E27FC236}">
                <a16:creationId xmlns:a16="http://schemas.microsoft.com/office/drawing/2014/main" id="{45EE94B2-A4A5-49BF-BCAC-FA34D6122CE8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B53CE000-C653-4D68-B55E-E8ED2B6E6EDA}"/>
                  </a:ext>
                </a:extLst>
              </p14:cNvPr>
              <p14:cNvContentPartPr/>
              <p14:nvPr/>
            </p14:nvContentPartPr>
            <p14:xfrm>
              <a:off x="2297160" y="2265120"/>
              <a:ext cx="6788880" cy="446400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B53CE000-C653-4D68-B55E-E8ED2B6E6EDA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287800" y="2255760"/>
                <a:ext cx="6807600" cy="44827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TextBox 2">
            <a:extLst>
              <a:ext uri="{FF2B5EF4-FFF2-40B4-BE49-F238E27FC236}">
                <a16:creationId xmlns:a16="http://schemas.microsoft.com/office/drawing/2014/main" id="{02714B22-7B47-4262-B8D0-5BE2DA460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" y="762000"/>
            <a:ext cx="89916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For a positive n-bit number P, let K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and K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denote its 1</a:t>
            </a:r>
            <a:r>
              <a:rPr kumimoji="0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s and 2</a:t>
            </a:r>
            <a:r>
              <a:rPr kumimoji="0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s complements, respectively.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0898" name="TextBox 3">
            <a:extLst>
              <a:ext uri="{FF2B5EF4-FFF2-40B4-BE49-F238E27FC236}">
                <a16:creationId xmlns:a16="http://schemas.microsoft.com/office/drawing/2014/main" id="{A5A626BE-33B9-4953-9483-E68B29FEA4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9850" y="1971675"/>
            <a:ext cx="3562350" cy="1077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K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= (2</a:t>
            </a:r>
            <a:r>
              <a:rPr kumimoji="0" lang="en-US" altLang="en-US" sz="2400" b="0" i="0" u="none" strike="noStrike" kern="1200" cap="none" spc="0" normalizeH="0" baseline="3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– 1) – P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K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= 2</a:t>
            </a:r>
            <a:r>
              <a:rPr kumimoji="0" lang="en-US" altLang="en-US" sz="2400" b="0" i="0" u="none" strike="noStrike" kern="1200" cap="none" spc="0" normalizeH="0" baseline="3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– P</a:t>
            </a:r>
          </a:p>
        </p:txBody>
      </p:sp>
      <p:sp>
        <p:nvSpPr>
          <p:cNvPr id="80899" name="TextBox 4">
            <a:extLst>
              <a:ext uri="{FF2B5EF4-FFF2-40B4-BE49-F238E27FC236}">
                <a16:creationId xmlns:a16="http://schemas.microsoft.com/office/drawing/2014/main" id="{D25029E2-10AB-46CF-8FDD-615F552018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" y="3295650"/>
            <a:ext cx="899160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Since K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= K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+ 1, it is evident that in a logic circuit the 2</a:t>
            </a:r>
            <a:r>
              <a:rPr kumimoji="0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s complement can computed by </a:t>
            </a:r>
            <a:r>
              <a:rPr kumimoji="0" lang="en-US" altLang="ja-JP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inverting all bits of P and then adding 1 to the resulting 1</a:t>
            </a:r>
            <a:r>
              <a:rPr kumimoji="0" lang="ja-JP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s-complement number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0900" name="Title 1">
            <a:extLst>
              <a:ext uri="{FF2B5EF4-FFF2-40B4-BE49-F238E27FC236}">
                <a16:creationId xmlns:a16="http://schemas.microsoft.com/office/drawing/2014/main" id="{59BF1D76-EEFD-4344-8A03-704171A6F206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Deriving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1" name="Title 1">
            <a:extLst>
              <a:ext uri="{FF2B5EF4-FFF2-40B4-BE49-F238E27FC236}">
                <a16:creationId xmlns:a16="http://schemas.microsoft.com/office/drawing/2014/main" id="{3D901E97-52CA-4E5D-B6A4-EFE159E69713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Find the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of …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1922" name="TextBox 25">
            <a:extLst>
              <a:ext uri="{FF2B5EF4-FFF2-40B4-BE49-F238E27FC236}">
                <a16:creationId xmlns:a16="http://schemas.microsoft.com/office/drawing/2014/main" id="{DC53D41F-EA66-4D8F-8794-FA5A746444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7900" y="9906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0 1 0 1</a:t>
            </a:r>
          </a:p>
        </p:txBody>
      </p:sp>
      <p:sp>
        <p:nvSpPr>
          <p:cNvPr id="81923" name="TextBox 26">
            <a:extLst>
              <a:ext uri="{FF2B5EF4-FFF2-40B4-BE49-F238E27FC236}">
                <a16:creationId xmlns:a16="http://schemas.microsoft.com/office/drawing/2014/main" id="{CBA3A841-BCF0-4955-9D11-E6682EBC6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7450" y="99218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0 0 1 0</a:t>
            </a:r>
          </a:p>
        </p:txBody>
      </p:sp>
      <p:sp>
        <p:nvSpPr>
          <p:cNvPr id="81924" name="TextBox 27">
            <a:extLst>
              <a:ext uri="{FF2B5EF4-FFF2-40B4-BE49-F238E27FC236}">
                <a16:creationId xmlns:a16="http://schemas.microsoft.com/office/drawing/2014/main" id="{683F0D33-842F-4ED0-B361-F1B4C20EF6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7450" y="3598862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0 1 1 1</a:t>
            </a:r>
          </a:p>
        </p:txBody>
      </p:sp>
      <p:sp>
        <p:nvSpPr>
          <p:cNvPr id="81925" name="TextBox 28">
            <a:extLst>
              <a:ext uri="{FF2B5EF4-FFF2-40B4-BE49-F238E27FC236}">
                <a16:creationId xmlns:a16="http://schemas.microsoft.com/office/drawing/2014/main" id="{482C9D67-9688-4010-9571-1CC609EAD9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7900" y="3581400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0 1 0 0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5" name="Title 1">
            <a:extLst>
              <a:ext uri="{FF2B5EF4-FFF2-40B4-BE49-F238E27FC236}">
                <a16:creationId xmlns:a16="http://schemas.microsoft.com/office/drawing/2014/main" id="{DF7C8192-545E-4C75-8B5A-8DCA7AB11C4A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Find the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of …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2946" name="TextBox 25">
            <a:extLst>
              <a:ext uri="{FF2B5EF4-FFF2-40B4-BE49-F238E27FC236}">
                <a16:creationId xmlns:a16="http://schemas.microsoft.com/office/drawing/2014/main" id="{01FA9FCB-29E9-4DF4-9FDC-6D11181B47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10668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0 1 0 1</a:t>
            </a:r>
          </a:p>
        </p:txBody>
      </p:sp>
      <p:sp>
        <p:nvSpPr>
          <p:cNvPr id="82947" name="TextBox 26">
            <a:extLst>
              <a:ext uri="{FF2B5EF4-FFF2-40B4-BE49-F238E27FC236}">
                <a16:creationId xmlns:a16="http://schemas.microsoft.com/office/drawing/2014/main" id="{5AD95B17-D33C-4961-8B74-860B55C4FA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106838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0 0 1 0</a:t>
            </a:r>
          </a:p>
        </p:txBody>
      </p:sp>
      <p:sp>
        <p:nvSpPr>
          <p:cNvPr id="82948" name="TextBox 27">
            <a:extLst>
              <a:ext uri="{FF2B5EF4-FFF2-40B4-BE49-F238E27FC236}">
                <a16:creationId xmlns:a16="http://schemas.microsoft.com/office/drawing/2014/main" id="{4040B3B3-B857-4884-8A44-3826E1C553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41148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0 1 1 1</a:t>
            </a:r>
          </a:p>
        </p:txBody>
      </p:sp>
      <p:sp>
        <p:nvSpPr>
          <p:cNvPr id="82949" name="TextBox 28">
            <a:extLst>
              <a:ext uri="{FF2B5EF4-FFF2-40B4-BE49-F238E27FC236}">
                <a16:creationId xmlns:a16="http://schemas.microsoft.com/office/drawing/2014/main" id="{B8EBFFD3-72A1-4395-868D-F43425503F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409733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0 1 0 0</a:t>
            </a:r>
          </a:p>
        </p:txBody>
      </p:sp>
      <p:sp>
        <p:nvSpPr>
          <p:cNvPr id="82950" name="TextBox 25">
            <a:extLst>
              <a:ext uri="{FF2B5EF4-FFF2-40B4-BE49-F238E27FC236}">
                <a16:creationId xmlns:a16="http://schemas.microsoft.com/office/drawing/2014/main" id="{3F546DFE-20C5-4C32-81AA-15F236F271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16764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1 0 1 0</a:t>
            </a:r>
          </a:p>
        </p:txBody>
      </p:sp>
      <p:sp>
        <p:nvSpPr>
          <p:cNvPr id="82951" name="TextBox 25">
            <a:extLst>
              <a:ext uri="{FF2B5EF4-FFF2-40B4-BE49-F238E27FC236}">
                <a16:creationId xmlns:a16="http://schemas.microsoft.com/office/drawing/2014/main" id="{8C3BA896-982B-4BCC-9902-70811A3C1D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4684713"/>
            <a:ext cx="145415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1 0 1 1</a:t>
            </a:r>
          </a:p>
        </p:txBody>
      </p:sp>
      <p:sp>
        <p:nvSpPr>
          <p:cNvPr id="82952" name="TextBox 25">
            <a:extLst>
              <a:ext uri="{FF2B5EF4-FFF2-40B4-BE49-F238E27FC236}">
                <a16:creationId xmlns:a16="http://schemas.microsoft.com/office/drawing/2014/main" id="{BCB65C84-CAC8-4AA3-8945-67E2E344D5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6475" y="468788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1 0 0 0</a:t>
            </a:r>
          </a:p>
        </p:txBody>
      </p:sp>
      <p:sp>
        <p:nvSpPr>
          <p:cNvPr id="82953" name="TextBox 31">
            <a:extLst>
              <a:ext uri="{FF2B5EF4-FFF2-40B4-BE49-F238E27FC236}">
                <a16:creationId xmlns:a16="http://schemas.microsoft.com/office/drawing/2014/main" id="{2B57972C-A128-4219-94D2-7C1A45A96E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6475" y="1685925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1 1 0 1</a:t>
            </a:r>
          </a:p>
        </p:txBody>
      </p:sp>
      <p:sp>
        <p:nvSpPr>
          <p:cNvPr id="82954" name="TextBox 36">
            <a:extLst>
              <a:ext uri="{FF2B5EF4-FFF2-40B4-BE49-F238E27FC236}">
                <a16:creationId xmlns:a16="http://schemas.microsoft.com/office/drawing/2014/main" id="{9BEC5128-8FE9-4441-92DE-8FCF3E0136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7600" y="6305550"/>
            <a:ext cx="16160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Invert all bits.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Title 1">
            <a:extLst>
              <a:ext uri="{FF2B5EF4-FFF2-40B4-BE49-F238E27FC236}">
                <a16:creationId xmlns:a16="http://schemas.microsoft.com/office/drawing/2014/main" id="{E1CA29CC-90EA-4025-B042-FF4B75D4F4D0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Find the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of …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3970" name="TextBox 25">
            <a:extLst>
              <a:ext uri="{FF2B5EF4-FFF2-40B4-BE49-F238E27FC236}">
                <a16:creationId xmlns:a16="http://schemas.microsoft.com/office/drawing/2014/main" id="{DEB46EE7-A681-4544-8E98-0D9C044751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10668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0 1 0 1</a:t>
            </a:r>
          </a:p>
        </p:txBody>
      </p:sp>
      <p:sp>
        <p:nvSpPr>
          <p:cNvPr id="83971" name="TextBox 26">
            <a:extLst>
              <a:ext uri="{FF2B5EF4-FFF2-40B4-BE49-F238E27FC236}">
                <a16:creationId xmlns:a16="http://schemas.microsoft.com/office/drawing/2014/main" id="{57D5D1D5-B459-491E-B331-7CB98B795B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106838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0 0 1 0</a:t>
            </a:r>
          </a:p>
        </p:txBody>
      </p:sp>
      <p:sp>
        <p:nvSpPr>
          <p:cNvPr id="83972" name="TextBox 27">
            <a:extLst>
              <a:ext uri="{FF2B5EF4-FFF2-40B4-BE49-F238E27FC236}">
                <a16:creationId xmlns:a16="http://schemas.microsoft.com/office/drawing/2014/main" id="{A8865D63-5AAF-4C44-8053-372F2D002D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41148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0 1 1 1</a:t>
            </a:r>
          </a:p>
        </p:txBody>
      </p:sp>
      <p:sp>
        <p:nvSpPr>
          <p:cNvPr id="83973" name="TextBox 28">
            <a:extLst>
              <a:ext uri="{FF2B5EF4-FFF2-40B4-BE49-F238E27FC236}">
                <a16:creationId xmlns:a16="http://schemas.microsoft.com/office/drawing/2014/main" id="{A86C1BB9-612C-4395-BC31-F6F98EB565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409733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0 1 0 0</a:t>
            </a:r>
          </a:p>
        </p:txBody>
      </p:sp>
      <p:grpSp>
        <p:nvGrpSpPr>
          <p:cNvPr id="83974" name="Group 3">
            <a:extLst>
              <a:ext uri="{FF2B5EF4-FFF2-40B4-BE49-F238E27FC236}">
                <a16:creationId xmlns:a16="http://schemas.microsoft.com/office/drawing/2014/main" id="{19329051-A2A2-4C2C-9809-D291DB742D0B}"/>
              </a:ext>
            </a:extLst>
          </p:cNvPr>
          <p:cNvGrpSpPr>
            <a:grpSpLocks/>
          </p:cNvGrpSpPr>
          <p:nvPr/>
        </p:nvGrpSpPr>
        <p:grpSpPr bwMode="auto">
          <a:xfrm>
            <a:off x="820738" y="1676400"/>
            <a:ext cx="1998662" cy="1600200"/>
            <a:chOff x="821146" y="2057400"/>
            <a:chExt cx="1998254" cy="1600200"/>
          </a:xfrm>
        </p:grpSpPr>
        <p:sp>
          <p:nvSpPr>
            <p:cNvPr id="83994" name="TextBox 25">
              <a:extLst>
                <a:ext uri="{FF2B5EF4-FFF2-40B4-BE49-F238E27FC236}">
                  <a16:creationId xmlns:a16="http://schemas.microsoft.com/office/drawing/2014/main" id="{BB249D9E-7B0F-46B1-B7CC-BD8948B666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1 0 1 0</a:t>
              </a:r>
            </a:p>
          </p:txBody>
        </p:sp>
        <p:sp>
          <p:nvSpPr>
            <p:cNvPr id="83995" name="TextBox 25">
              <a:extLst>
                <a:ext uri="{FF2B5EF4-FFF2-40B4-BE49-F238E27FC236}">
                  <a16:creationId xmlns:a16="http://schemas.microsoft.com/office/drawing/2014/main" id="{7F1EA70E-B880-43F6-8416-6F90901FFB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1</a:t>
              </a:r>
            </a:p>
          </p:txBody>
        </p:sp>
        <p:sp>
          <p:nvSpPr>
            <p:cNvPr id="83996" name="TextBox 25">
              <a:extLst>
                <a:ext uri="{FF2B5EF4-FFF2-40B4-BE49-F238E27FC236}">
                  <a16:creationId xmlns:a16="http://schemas.microsoft.com/office/drawing/2014/main" id="{5790F920-C7F9-42A3-8D3E-4EE72D27C4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4150" cy="646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1 0 1 1</a:t>
              </a:r>
            </a:p>
          </p:txBody>
        </p:sp>
        <p:sp>
          <p:nvSpPr>
            <p:cNvPr id="83997" name="TextBox 25">
              <a:extLst>
                <a:ext uri="{FF2B5EF4-FFF2-40B4-BE49-F238E27FC236}">
                  <a16:creationId xmlns:a16="http://schemas.microsoft.com/office/drawing/2014/main" id="{C3C08F44-0314-499F-95A1-DDB12F1818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+</a:t>
              </a:r>
            </a:p>
          </p:txBody>
        </p:sp>
        <p:cxnSp>
          <p:nvCxnSpPr>
            <p:cNvPr id="83998" name="Straight Connector 2">
              <a:extLst>
                <a:ext uri="{FF2B5EF4-FFF2-40B4-BE49-F238E27FC236}">
                  <a16:creationId xmlns:a16="http://schemas.microsoft.com/office/drawing/2014/main" id="{61ACA222-03B0-4573-992D-EE4A7C4B5F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200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975" name="Group 18">
            <a:extLst>
              <a:ext uri="{FF2B5EF4-FFF2-40B4-BE49-F238E27FC236}">
                <a16:creationId xmlns:a16="http://schemas.microsoft.com/office/drawing/2014/main" id="{A8DD9B5E-B4FA-4525-A924-6522DB4D16FC}"/>
              </a:ext>
            </a:extLst>
          </p:cNvPr>
          <p:cNvGrpSpPr>
            <a:grpSpLocks/>
          </p:cNvGrpSpPr>
          <p:nvPr/>
        </p:nvGrpSpPr>
        <p:grpSpPr bwMode="auto">
          <a:xfrm>
            <a:off x="820738" y="4684713"/>
            <a:ext cx="1998662" cy="1601787"/>
            <a:chOff x="821146" y="2057400"/>
            <a:chExt cx="1998254" cy="1600418"/>
          </a:xfrm>
        </p:grpSpPr>
        <p:sp>
          <p:nvSpPr>
            <p:cNvPr id="83989" name="TextBox 25">
              <a:extLst>
                <a:ext uri="{FF2B5EF4-FFF2-40B4-BE49-F238E27FC236}">
                  <a16:creationId xmlns:a16="http://schemas.microsoft.com/office/drawing/2014/main" id="{92C91DC8-DACA-4DE7-A534-ABAC3C3633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1 0 1 1</a:t>
              </a:r>
            </a:p>
          </p:txBody>
        </p:sp>
        <p:sp>
          <p:nvSpPr>
            <p:cNvPr id="83990" name="TextBox 25">
              <a:extLst>
                <a:ext uri="{FF2B5EF4-FFF2-40B4-BE49-F238E27FC236}">
                  <a16:creationId xmlns:a16="http://schemas.microsoft.com/office/drawing/2014/main" id="{B5B27C74-409D-4464-BA35-9B3BA28A4A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1</a:t>
              </a:r>
            </a:p>
          </p:txBody>
        </p:sp>
        <p:sp>
          <p:nvSpPr>
            <p:cNvPr id="83991" name="TextBox 25">
              <a:extLst>
                <a:ext uri="{FF2B5EF4-FFF2-40B4-BE49-F238E27FC236}">
                  <a16:creationId xmlns:a16="http://schemas.microsoft.com/office/drawing/2014/main" id="{388BF23D-5F7D-42D4-9EA2-E7CE58D4B8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1 1 0 0</a:t>
              </a:r>
            </a:p>
          </p:txBody>
        </p:sp>
        <p:sp>
          <p:nvSpPr>
            <p:cNvPr id="83992" name="TextBox 25">
              <a:extLst>
                <a:ext uri="{FF2B5EF4-FFF2-40B4-BE49-F238E27FC236}">
                  <a16:creationId xmlns:a16="http://schemas.microsoft.com/office/drawing/2014/main" id="{8F37B9BA-286E-4EE8-A1CB-F5AF3D1309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+</a:t>
              </a:r>
            </a:p>
          </p:txBody>
        </p:sp>
        <p:cxnSp>
          <p:nvCxnSpPr>
            <p:cNvPr id="83993" name="Straight Connector 23">
              <a:extLst>
                <a:ext uri="{FF2B5EF4-FFF2-40B4-BE49-F238E27FC236}">
                  <a16:creationId xmlns:a16="http://schemas.microsoft.com/office/drawing/2014/main" id="{F5859C7A-3866-4595-B32F-0CF5638A43A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874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976" name="Group 24">
            <a:extLst>
              <a:ext uri="{FF2B5EF4-FFF2-40B4-BE49-F238E27FC236}">
                <a16:creationId xmlns:a16="http://schemas.microsoft.com/office/drawing/2014/main" id="{C82FB0CE-9D7C-4ECF-89D2-7D1D5D802E85}"/>
              </a:ext>
            </a:extLst>
          </p:cNvPr>
          <p:cNvGrpSpPr>
            <a:grpSpLocks/>
          </p:cNvGrpSpPr>
          <p:nvPr/>
        </p:nvGrpSpPr>
        <p:grpSpPr bwMode="auto">
          <a:xfrm>
            <a:off x="5611813" y="4687888"/>
            <a:ext cx="1998662" cy="1600200"/>
            <a:chOff x="821146" y="2057400"/>
            <a:chExt cx="1998254" cy="1600418"/>
          </a:xfrm>
        </p:grpSpPr>
        <p:sp>
          <p:nvSpPr>
            <p:cNvPr id="83984" name="TextBox 25">
              <a:extLst>
                <a:ext uri="{FF2B5EF4-FFF2-40B4-BE49-F238E27FC236}">
                  <a16:creationId xmlns:a16="http://schemas.microsoft.com/office/drawing/2014/main" id="{138946D8-4B1C-4FD5-8EA3-DE01E34E64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1 0 0 0</a:t>
              </a:r>
            </a:p>
          </p:txBody>
        </p:sp>
        <p:sp>
          <p:nvSpPr>
            <p:cNvPr id="83985" name="TextBox 25">
              <a:extLst>
                <a:ext uri="{FF2B5EF4-FFF2-40B4-BE49-F238E27FC236}">
                  <a16:creationId xmlns:a16="http://schemas.microsoft.com/office/drawing/2014/main" id="{DA3513C7-C695-4A33-9AE9-B2FD4EF2C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1</a:t>
              </a:r>
            </a:p>
          </p:txBody>
        </p:sp>
        <p:sp>
          <p:nvSpPr>
            <p:cNvPr id="83986" name="TextBox 25">
              <a:extLst>
                <a:ext uri="{FF2B5EF4-FFF2-40B4-BE49-F238E27FC236}">
                  <a16:creationId xmlns:a16="http://schemas.microsoft.com/office/drawing/2014/main" id="{CA7EBF41-6FD2-4B37-AC42-25187BB4DB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1 0 0 1</a:t>
              </a:r>
            </a:p>
          </p:txBody>
        </p:sp>
        <p:sp>
          <p:nvSpPr>
            <p:cNvPr id="83987" name="TextBox 25">
              <a:extLst>
                <a:ext uri="{FF2B5EF4-FFF2-40B4-BE49-F238E27FC236}">
                  <a16:creationId xmlns:a16="http://schemas.microsoft.com/office/drawing/2014/main" id="{9F2FF755-EAF8-4944-A464-499FFB58F4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+</a:t>
              </a:r>
            </a:p>
          </p:txBody>
        </p:sp>
        <p:cxnSp>
          <p:nvCxnSpPr>
            <p:cNvPr id="83988" name="Straight Connector 29">
              <a:extLst>
                <a:ext uri="{FF2B5EF4-FFF2-40B4-BE49-F238E27FC236}">
                  <a16:creationId xmlns:a16="http://schemas.microsoft.com/office/drawing/2014/main" id="{98BF19C9-FC4B-412E-94AF-335A4D2C29F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345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977" name="Group 30">
            <a:extLst>
              <a:ext uri="{FF2B5EF4-FFF2-40B4-BE49-F238E27FC236}">
                <a16:creationId xmlns:a16="http://schemas.microsoft.com/office/drawing/2014/main" id="{79493975-F4F5-4A38-B918-CB86007B9D5E}"/>
              </a:ext>
            </a:extLst>
          </p:cNvPr>
          <p:cNvGrpSpPr>
            <a:grpSpLocks/>
          </p:cNvGrpSpPr>
          <p:nvPr/>
        </p:nvGrpSpPr>
        <p:grpSpPr bwMode="auto">
          <a:xfrm>
            <a:off x="5611813" y="1685925"/>
            <a:ext cx="1998662" cy="1600200"/>
            <a:chOff x="821146" y="2057400"/>
            <a:chExt cx="1998254" cy="1600418"/>
          </a:xfrm>
        </p:grpSpPr>
        <p:sp>
          <p:nvSpPr>
            <p:cNvPr id="83979" name="TextBox 31">
              <a:extLst>
                <a:ext uri="{FF2B5EF4-FFF2-40B4-BE49-F238E27FC236}">
                  <a16:creationId xmlns:a16="http://schemas.microsoft.com/office/drawing/2014/main" id="{119B1CEF-552C-40DE-A30C-EB9FC68554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1 1 0 1</a:t>
              </a:r>
            </a:p>
          </p:txBody>
        </p:sp>
        <p:sp>
          <p:nvSpPr>
            <p:cNvPr id="83980" name="TextBox 25">
              <a:extLst>
                <a:ext uri="{FF2B5EF4-FFF2-40B4-BE49-F238E27FC236}">
                  <a16:creationId xmlns:a16="http://schemas.microsoft.com/office/drawing/2014/main" id="{BF7E8BF1-FC2D-4AC1-8DB8-98B8623997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1</a:t>
              </a:r>
            </a:p>
          </p:txBody>
        </p:sp>
        <p:sp>
          <p:nvSpPr>
            <p:cNvPr id="83981" name="TextBox 25">
              <a:extLst>
                <a:ext uri="{FF2B5EF4-FFF2-40B4-BE49-F238E27FC236}">
                  <a16:creationId xmlns:a16="http://schemas.microsoft.com/office/drawing/2014/main" id="{791831E4-FD89-40C3-8E3B-289C0EBEF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1 1 1 0</a:t>
              </a:r>
            </a:p>
          </p:txBody>
        </p:sp>
        <p:sp>
          <p:nvSpPr>
            <p:cNvPr id="83982" name="TextBox 25">
              <a:extLst>
                <a:ext uri="{FF2B5EF4-FFF2-40B4-BE49-F238E27FC236}">
                  <a16:creationId xmlns:a16="http://schemas.microsoft.com/office/drawing/2014/main" id="{8426049A-9D28-4600-8E79-973AC3FDB7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+</a:t>
              </a:r>
            </a:p>
          </p:txBody>
        </p:sp>
        <p:cxnSp>
          <p:nvCxnSpPr>
            <p:cNvPr id="83983" name="Straight Connector 35">
              <a:extLst>
                <a:ext uri="{FF2B5EF4-FFF2-40B4-BE49-F238E27FC236}">
                  <a16:creationId xmlns:a16="http://schemas.microsoft.com/office/drawing/2014/main" id="{ABB4B9E2-247E-4C96-8C21-5918BBD33F2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345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3978" name="TextBox 36">
            <a:extLst>
              <a:ext uri="{FF2B5EF4-FFF2-40B4-BE49-F238E27FC236}">
                <a16:creationId xmlns:a16="http://schemas.microsoft.com/office/drawing/2014/main" id="{D686EBD3-E30C-4246-8972-B7E901559D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7600" y="6305550"/>
            <a:ext cx="14033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Then add 1.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Rectangle 2">
            <a:extLst>
              <a:ext uri="{FF2B5EF4-FFF2-40B4-BE49-F238E27FC236}">
                <a16:creationId xmlns:a16="http://schemas.microsoft.com/office/drawing/2014/main" id="{2FC73BF6-EEF1-4833-A935-9A899C13874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8600" y="76200"/>
            <a:ext cx="8686800" cy="457200"/>
          </a:xfrm>
        </p:spPr>
        <p:txBody>
          <a:bodyPr/>
          <a:lstStyle/>
          <a:p>
            <a:pPr eaLnBrk="1" hangingPunct="1"/>
            <a:r>
              <a:rPr lang="en-US" altLang="en-US" sz="3400" dirty="0"/>
              <a:t>Quick Way to find 2’s complement</a:t>
            </a:r>
          </a:p>
        </p:txBody>
      </p:sp>
      <p:sp>
        <p:nvSpPr>
          <p:cNvPr id="84994" name="Rectangle 3">
            <a:extLst>
              <a:ext uri="{FF2B5EF4-FFF2-40B4-BE49-F238E27FC236}">
                <a16:creationId xmlns:a16="http://schemas.microsoft.com/office/drawing/2014/main" id="{9DB3D021-3110-44E4-8713-C54F9DA2E54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066800" y="914400"/>
            <a:ext cx="7162800" cy="4953000"/>
          </a:xfrm>
        </p:spPr>
        <p:txBody>
          <a:bodyPr/>
          <a:lstStyle/>
          <a:p>
            <a:pPr eaLnBrk="1" hangingPunct="1"/>
            <a:r>
              <a:rPr lang="en-US" altLang="en-US" dirty="0"/>
              <a:t>Scan the binary number from right to left</a:t>
            </a:r>
          </a:p>
          <a:p>
            <a:pPr eaLnBrk="1" hangingPunct="1"/>
            <a:endParaRPr lang="en-US" altLang="en-US" dirty="0"/>
          </a:p>
          <a:p>
            <a:pPr eaLnBrk="1" hangingPunct="1"/>
            <a:r>
              <a:rPr lang="en-US" altLang="en-US" dirty="0"/>
              <a:t>Copy all bits that are 0 from right to left</a:t>
            </a:r>
          </a:p>
          <a:p>
            <a:pPr eaLnBrk="1" hangingPunct="1"/>
            <a:endParaRPr lang="en-US" altLang="en-US" dirty="0"/>
          </a:p>
          <a:p>
            <a:pPr eaLnBrk="1" hangingPunct="1"/>
            <a:r>
              <a:rPr lang="en-US" altLang="en-US" dirty="0"/>
              <a:t>Stop at the first 1</a:t>
            </a:r>
          </a:p>
          <a:p>
            <a:pPr eaLnBrk="1" hangingPunct="1"/>
            <a:endParaRPr lang="en-US" altLang="en-US" dirty="0"/>
          </a:p>
          <a:p>
            <a:pPr eaLnBrk="1" hangingPunct="1"/>
            <a:r>
              <a:rPr lang="en-US" altLang="en-US" dirty="0"/>
              <a:t>Copy that 1 as well</a:t>
            </a:r>
          </a:p>
          <a:p>
            <a:pPr eaLnBrk="1" hangingPunct="1"/>
            <a:endParaRPr lang="en-US" altLang="en-US" dirty="0"/>
          </a:p>
          <a:p>
            <a:pPr eaLnBrk="1" hangingPunct="1"/>
            <a:r>
              <a:rPr lang="en-US" altLang="en-US" dirty="0"/>
              <a:t>Invert all remaining bits</a:t>
            </a:r>
          </a:p>
        </p:txBody>
      </p:sp>
      <p:sp>
        <p:nvSpPr>
          <p:cNvPr id="5" name="TextBox 26">
            <a:extLst>
              <a:ext uri="{FF2B5EF4-FFF2-40B4-BE49-F238E27FC236}">
                <a16:creationId xmlns:a16="http://schemas.microsoft.com/office/drawing/2014/main" id="{B3C5E138-1A8C-4DAB-A3B4-92510C474F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81800" y="2971800"/>
            <a:ext cx="145424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0 1 1 0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0EC4560-08EF-4A10-8D0F-9753DBDC836E}"/>
                  </a:ext>
                </a:extLst>
              </p14:cNvPr>
              <p14:cNvContentPartPr/>
              <p14:nvPr/>
            </p14:nvContentPartPr>
            <p14:xfrm>
              <a:off x="4826160" y="2941560"/>
              <a:ext cx="3600000" cy="331236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0EC4560-08EF-4A10-8D0F-9753DBDC836E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816800" y="2932200"/>
                <a:ext cx="3618720" cy="33310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7" name="Title 1">
            <a:extLst>
              <a:ext uri="{FF2B5EF4-FFF2-40B4-BE49-F238E27FC236}">
                <a16:creationId xmlns:a16="http://schemas.microsoft.com/office/drawing/2014/main" id="{B40F1A0A-55DD-47D3-9D4A-3178D8C748D9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Find the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of …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6018" name="TextBox 25">
            <a:extLst>
              <a:ext uri="{FF2B5EF4-FFF2-40B4-BE49-F238E27FC236}">
                <a16:creationId xmlns:a16="http://schemas.microsoft.com/office/drawing/2014/main" id="{F44D76F2-1A63-42E8-988E-625997987A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0650" y="14478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0 1 0 1</a:t>
            </a:r>
          </a:p>
        </p:txBody>
      </p:sp>
      <p:sp>
        <p:nvSpPr>
          <p:cNvPr id="86019" name="TextBox 26">
            <a:extLst>
              <a:ext uri="{FF2B5EF4-FFF2-40B4-BE49-F238E27FC236}">
                <a16:creationId xmlns:a16="http://schemas.microsoft.com/office/drawing/2014/main" id="{BA69AF8A-014B-4DBA-86FE-DD32467FB1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144938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0 0 1 0</a:t>
            </a:r>
          </a:p>
        </p:txBody>
      </p:sp>
      <p:sp>
        <p:nvSpPr>
          <p:cNvPr id="86020" name="TextBox 27">
            <a:extLst>
              <a:ext uri="{FF2B5EF4-FFF2-40B4-BE49-F238E27FC236}">
                <a16:creationId xmlns:a16="http://schemas.microsoft.com/office/drawing/2014/main" id="{F5572688-405E-4F0D-88A4-BA579A3234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42084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0 1 1 1</a:t>
            </a:r>
          </a:p>
        </p:txBody>
      </p:sp>
      <p:sp>
        <p:nvSpPr>
          <p:cNvPr id="86021" name="TextBox 28">
            <a:extLst>
              <a:ext uri="{FF2B5EF4-FFF2-40B4-BE49-F238E27FC236}">
                <a16:creationId xmlns:a16="http://schemas.microsoft.com/office/drawing/2014/main" id="{9DFEF496-77F8-4F45-BDBE-8F46865D5A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0650" y="41910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0 1 0 0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Title 1">
            <a:extLst>
              <a:ext uri="{FF2B5EF4-FFF2-40B4-BE49-F238E27FC236}">
                <a16:creationId xmlns:a16="http://schemas.microsoft.com/office/drawing/2014/main" id="{4F9C937E-610F-4B4B-9D9B-88873D1561E3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Find the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of …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7042" name="TextBox 25">
            <a:extLst>
              <a:ext uri="{FF2B5EF4-FFF2-40B4-BE49-F238E27FC236}">
                <a16:creationId xmlns:a16="http://schemas.microsoft.com/office/drawing/2014/main" id="{6BE2C00C-7518-407A-BC6F-D7CA6B1C4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14478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0 1 0 1</a:t>
            </a:r>
          </a:p>
        </p:txBody>
      </p:sp>
      <p:sp>
        <p:nvSpPr>
          <p:cNvPr id="87043" name="TextBox 26">
            <a:extLst>
              <a:ext uri="{FF2B5EF4-FFF2-40B4-BE49-F238E27FC236}">
                <a16:creationId xmlns:a16="http://schemas.microsoft.com/office/drawing/2014/main" id="{AB1363AD-0EAD-48C1-BCEE-81EC51F735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144938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0 0 1 0</a:t>
            </a:r>
          </a:p>
        </p:txBody>
      </p:sp>
      <p:sp>
        <p:nvSpPr>
          <p:cNvPr id="87044" name="TextBox 27">
            <a:extLst>
              <a:ext uri="{FF2B5EF4-FFF2-40B4-BE49-F238E27FC236}">
                <a16:creationId xmlns:a16="http://schemas.microsoft.com/office/drawing/2014/main" id="{A9637919-4C4B-4727-B51B-2742F643A5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42084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0 1 1 1</a:t>
            </a:r>
          </a:p>
        </p:txBody>
      </p:sp>
      <p:sp>
        <p:nvSpPr>
          <p:cNvPr id="87045" name="TextBox 28">
            <a:extLst>
              <a:ext uri="{FF2B5EF4-FFF2-40B4-BE49-F238E27FC236}">
                <a16:creationId xmlns:a16="http://schemas.microsoft.com/office/drawing/2014/main" id="{122FF31B-8EF5-4FBD-91C6-634064F93C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41910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0 1 0 0</a:t>
            </a:r>
          </a:p>
        </p:txBody>
      </p:sp>
      <p:sp>
        <p:nvSpPr>
          <p:cNvPr id="87046" name="TextBox 25">
            <a:extLst>
              <a:ext uri="{FF2B5EF4-FFF2-40B4-BE49-F238E27FC236}">
                <a16:creationId xmlns:a16="http://schemas.microsoft.com/office/drawing/2014/main" id="{8CBB6237-98CC-4B80-B0F1-2B00FC4108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2057400"/>
            <a:ext cx="13382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.  .  .  .</a:t>
            </a:r>
          </a:p>
        </p:txBody>
      </p:sp>
      <p:sp>
        <p:nvSpPr>
          <p:cNvPr id="87047" name="TextBox 25">
            <a:extLst>
              <a:ext uri="{FF2B5EF4-FFF2-40B4-BE49-F238E27FC236}">
                <a16:creationId xmlns:a16="http://schemas.microsoft.com/office/drawing/2014/main" id="{0E51EF63-674B-463E-9F42-8BE4C23909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4778375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.  .  0 0</a:t>
            </a:r>
          </a:p>
        </p:txBody>
      </p:sp>
      <p:sp>
        <p:nvSpPr>
          <p:cNvPr id="87048" name="TextBox 25">
            <a:extLst>
              <a:ext uri="{FF2B5EF4-FFF2-40B4-BE49-F238E27FC236}">
                <a16:creationId xmlns:a16="http://schemas.microsoft.com/office/drawing/2014/main" id="{92C131F6-1EFA-45B9-8812-FA78A166A5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6475" y="4779963"/>
            <a:ext cx="1338263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.  .  .  .</a:t>
            </a:r>
          </a:p>
        </p:txBody>
      </p:sp>
      <p:sp>
        <p:nvSpPr>
          <p:cNvPr id="87049" name="TextBox 31">
            <a:extLst>
              <a:ext uri="{FF2B5EF4-FFF2-40B4-BE49-F238E27FC236}">
                <a16:creationId xmlns:a16="http://schemas.microsoft.com/office/drawing/2014/main" id="{0E13E4EF-EC74-419C-9E4D-C27365751D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6475" y="2066925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.  .  .  0</a:t>
            </a:r>
          </a:p>
        </p:txBody>
      </p:sp>
      <p:sp>
        <p:nvSpPr>
          <p:cNvPr id="87050" name="TextBox 10">
            <a:extLst>
              <a:ext uri="{FF2B5EF4-FFF2-40B4-BE49-F238E27FC236}">
                <a16:creationId xmlns:a16="http://schemas.microsoft.com/office/drawing/2014/main" id="{D5CCCCDD-5163-4071-BCFB-0F6FA04F35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8713" y="6149975"/>
            <a:ext cx="43592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Copy all bits that are 0 from right to left.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5" name="Title 1">
            <a:extLst>
              <a:ext uri="{FF2B5EF4-FFF2-40B4-BE49-F238E27FC236}">
                <a16:creationId xmlns:a16="http://schemas.microsoft.com/office/drawing/2014/main" id="{CF328AEE-88A3-4D16-B5DE-E300F535EFF5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Find the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of …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8066" name="TextBox 25">
            <a:extLst>
              <a:ext uri="{FF2B5EF4-FFF2-40B4-BE49-F238E27FC236}">
                <a16:creationId xmlns:a16="http://schemas.microsoft.com/office/drawing/2014/main" id="{15B5D26C-0B57-4F47-8012-AFA92130E9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14478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0 1 0 1</a:t>
            </a:r>
          </a:p>
        </p:txBody>
      </p:sp>
      <p:sp>
        <p:nvSpPr>
          <p:cNvPr id="88067" name="TextBox 26">
            <a:extLst>
              <a:ext uri="{FF2B5EF4-FFF2-40B4-BE49-F238E27FC236}">
                <a16:creationId xmlns:a16="http://schemas.microsoft.com/office/drawing/2014/main" id="{595C95DD-4C16-4142-9969-6B50546FCB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144938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0 0 1 0</a:t>
            </a:r>
          </a:p>
        </p:txBody>
      </p:sp>
      <p:sp>
        <p:nvSpPr>
          <p:cNvPr id="88068" name="TextBox 27">
            <a:extLst>
              <a:ext uri="{FF2B5EF4-FFF2-40B4-BE49-F238E27FC236}">
                <a16:creationId xmlns:a16="http://schemas.microsoft.com/office/drawing/2014/main" id="{BDDC8FCD-5E0D-46D1-8522-CD32D6F141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42084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0 1 1 1</a:t>
            </a:r>
          </a:p>
        </p:txBody>
      </p:sp>
      <p:sp>
        <p:nvSpPr>
          <p:cNvPr id="88069" name="TextBox 28">
            <a:extLst>
              <a:ext uri="{FF2B5EF4-FFF2-40B4-BE49-F238E27FC236}">
                <a16:creationId xmlns:a16="http://schemas.microsoft.com/office/drawing/2014/main" id="{D51222C6-5F1D-452A-9FBA-064D2212F3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41910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0 1 0 0</a:t>
            </a:r>
          </a:p>
        </p:txBody>
      </p:sp>
      <p:sp>
        <p:nvSpPr>
          <p:cNvPr id="88070" name="TextBox 25">
            <a:extLst>
              <a:ext uri="{FF2B5EF4-FFF2-40B4-BE49-F238E27FC236}">
                <a16:creationId xmlns:a16="http://schemas.microsoft.com/office/drawing/2014/main" id="{EA5EB7AB-0229-45F5-82EF-778CCA8625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20574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.  .  .  1</a:t>
            </a:r>
          </a:p>
        </p:txBody>
      </p:sp>
      <p:sp>
        <p:nvSpPr>
          <p:cNvPr id="88071" name="TextBox 25">
            <a:extLst>
              <a:ext uri="{FF2B5EF4-FFF2-40B4-BE49-F238E27FC236}">
                <a16:creationId xmlns:a16="http://schemas.microsoft.com/office/drawing/2014/main" id="{4D8E296B-5AC3-4918-BA3B-920AF9BA5D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4778375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.  1 0 0</a:t>
            </a:r>
          </a:p>
        </p:txBody>
      </p:sp>
      <p:sp>
        <p:nvSpPr>
          <p:cNvPr id="88072" name="TextBox 25">
            <a:extLst>
              <a:ext uri="{FF2B5EF4-FFF2-40B4-BE49-F238E27FC236}">
                <a16:creationId xmlns:a16="http://schemas.microsoft.com/office/drawing/2014/main" id="{2A04608A-715D-4CAA-BFAA-D1A07AE5BF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6475" y="47799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.  .  .  1</a:t>
            </a:r>
          </a:p>
        </p:txBody>
      </p:sp>
      <p:sp>
        <p:nvSpPr>
          <p:cNvPr id="88073" name="TextBox 31">
            <a:extLst>
              <a:ext uri="{FF2B5EF4-FFF2-40B4-BE49-F238E27FC236}">
                <a16:creationId xmlns:a16="http://schemas.microsoft.com/office/drawing/2014/main" id="{37EBDE06-2A46-40C3-B93F-DAB20F1CE3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6475" y="2066925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.  .  1 0</a:t>
            </a:r>
          </a:p>
        </p:txBody>
      </p:sp>
      <p:sp>
        <p:nvSpPr>
          <p:cNvPr id="88074" name="TextBox 10">
            <a:extLst>
              <a:ext uri="{FF2B5EF4-FFF2-40B4-BE49-F238E27FC236}">
                <a16:creationId xmlns:a16="http://schemas.microsoft.com/office/drawing/2014/main" id="{227CF78E-4983-43E4-A4BE-D98CE81A2B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2538" y="6149975"/>
            <a:ext cx="41100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Stop at the first 1. Copy that 1 as well.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89" name="Title 1">
            <a:extLst>
              <a:ext uri="{FF2B5EF4-FFF2-40B4-BE49-F238E27FC236}">
                <a16:creationId xmlns:a16="http://schemas.microsoft.com/office/drawing/2014/main" id="{B71CF177-CCE8-4828-AD1B-E549907DD300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Find the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of …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9090" name="TextBox 25">
            <a:extLst>
              <a:ext uri="{FF2B5EF4-FFF2-40B4-BE49-F238E27FC236}">
                <a16:creationId xmlns:a16="http://schemas.microsoft.com/office/drawing/2014/main" id="{E62197BE-AA54-41A2-A75B-B5B6063748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14478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0 1 0 1</a:t>
            </a:r>
          </a:p>
        </p:txBody>
      </p:sp>
      <p:sp>
        <p:nvSpPr>
          <p:cNvPr id="89091" name="TextBox 26">
            <a:extLst>
              <a:ext uri="{FF2B5EF4-FFF2-40B4-BE49-F238E27FC236}">
                <a16:creationId xmlns:a16="http://schemas.microsoft.com/office/drawing/2014/main" id="{9AE15B44-DA16-4B63-9281-3E96D6CF13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144938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0 0 1 0</a:t>
            </a:r>
          </a:p>
        </p:txBody>
      </p:sp>
      <p:sp>
        <p:nvSpPr>
          <p:cNvPr id="89092" name="TextBox 27">
            <a:extLst>
              <a:ext uri="{FF2B5EF4-FFF2-40B4-BE49-F238E27FC236}">
                <a16:creationId xmlns:a16="http://schemas.microsoft.com/office/drawing/2014/main" id="{069DF5DD-801F-4FDC-B353-1B3326CEE9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42084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0 1 1 1</a:t>
            </a:r>
          </a:p>
        </p:txBody>
      </p:sp>
      <p:sp>
        <p:nvSpPr>
          <p:cNvPr id="89093" name="TextBox 28">
            <a:extLst>
              <a:ext uri="{FF2B5EF4-FFF2-40B4-BE49-F238E27FC236}">
                <a16:creationId xmlns:a16="http://schemas.microsoft.com/office/drawing/2014/main" id="{94EADE7E-0ECF-4206-8CFD-3BD623F727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41910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0 1 0 0</a:t>
            </a:r>
          </a:p>
        </p:txBody>
      </p:sp>
      <p:sp>
        <p:nvSpPr>
          <p:cNvPr id="89094" name="TextBox 25">
            <a:extLst>
              <a:ext uri="{FF2B5EF4-FFF2-40B4-BE49-F238E27FC236}">
                <a16:creationId xmlns:a16="http://schemas.microsoft.com/office/drawing/2014/main" id="{CF85CB58-F152-4A48-9F68-0CAD3BC3CC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20574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1 0 1 1</a:t>
            </a:r>
          </a:p>
        </p:txBody>
      </p:sp>
      <p:sp>
        <p:nvSpPr>
          <p:cNvPr id="89095" name="TextBox 25">
            <a:extLst>
              <a:ext uri="{FF2B5EF4-FFF2-40B4-BE49-F238E27FC236}">
                <a16:creationId xmlns:a16="http://schemas.microsoft.com/office/drawing/2014/main" id="{35533F9C-58E7-4346-B353-A91B8450B4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4778375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1 1 0 0</a:t>
            </a:r>
          </a:p>
        </p:txBody>
      </p:sp>
      <p:sp>
        <p:nvSpPr>
          <p:cNvPr id="89096" name="TextBox 25">
            <a:extLst>
              <a:ext uri="{FF2B5EF4-FFF2-40B4-BE49-F238E27FC236}">
                <a16:creationId xmlns:a16="http://schemas.microsoft.com/office/drawing/2014/main" id="{25112B0F-047B-4BCA-8013-A3FA0C1E7A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6475" y="47799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1 0 0 1</a:t>
            </a:r>
          </a:p>
        </p:txBody>
      </p:sp>
      <p:sp>
        <p:nvSpPr>
          <p:cNvPr id="89097" name="TextBox 31">
            <a:extLst>
              <a:ext uri="{FF2B5EF4-FFF2-40B4-BE49-F238E27FC236}">
                <a16:creationId xmlns:a16="http://schemas.microsoft.com/office/drawing/2014/main" id="{9DC67E5E-C1A2-48E5-837D-9796F36D1F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6475" y="2066925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1 1 1 0</a:t>
            </a:r>
          </a:p>
        </p:txBody>
      </p:sp>
      <p:sp>
        <p:nvSpPr>
          <p:cNvPr id="89098" name="TextBox 1">
            <a:extLst>
              <a:ext uri="{FF2B5EF4-FFF2-40B4-BE49-F238E27FC236}">
                <a16:creationId xmlns:a16="http://schemas.microsoft.com/office/drawing/2014/main" id="{E730DD0B-0816-4949-AA1F-8EA98C57C7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6172200"/>
            <a:ext cx="27209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Invert all remaining bits.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113" name="Picture 11">
            <a:extLst>
              <a:ext uri="{FF2B5EF4-FFF2-40B4-BE49-F238E27FC236}">
                <a16:creationId xmlns:a16="http://schemas.microsoft.com/office/drawing/2014/main" id="{0F8A565F-169B-4C22-A686-00706004FB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6400" y="564360"/>
            <a:ext cx="6632425" cy="5938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0114" name="TextBox 125">
            <a:extLst>
              <a:ext uri="{FF2B5EF4-FFF2-40B4-BE49-F238E27FC236}">
                <a16:creationId xmlns:a16="http://schemas.microsoft.com/office/drawing/2014/main" id="{DC5C4B0B-A1FE-4EF2-BB5A-A5BE874326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56400" y="6473825"/>
            <a:ext cx="23876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Table 3.2 from the textbook ]</a:t>
            </a:r>
          </a:p>
        </p:txBody>
      </p:sp>
      <p:sp>
        <p:nvSpPr>
          <p:cNvPr id="90115" name="Title 1">
            <a:extLst>
              <a:ext uri="{FF2B5EF4-FFF2-40B4-BE49-F238E27FC236}">
                <a16:creationId xmlns:a16="http://schemas.microsoft.com/office/drawing/2014/main" id="{4B0AAB4E-13D4-4D95-A33C-6A8F6A8C60B1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Interpretation of four-bit signed integers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DB8A107D-E19B-47E6-BA43-E6C2C2F70FF4}"/>
                  </a:ext>
                </a:extLst>
              </p14:cNvPr>
              <p14:cNvContentPartPr/>
              <p14:nvPr/>
            </p14:nvContentPartPr>
            <p14:xfrm>
              <a:off x="2041200" y="1306800"/>
              <a:ext cx="7020360" cy="504540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DB8A107D-E19B-47E6-BA43-E6C2C2F70FF4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031840" y="1297440"/>
                <a:ext cx="7039080" cy="50641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137" name="Picture 11">
            <a:extLst>
              <a:ext uri="{FF2B5EF4-FFF2-40B4-BE49-F238E27FC236}">
                <a16:creationId xmlns:a16="http://schemas.microsoft.com/office/drawing/2014/main" id="{FF082622-F8DC-4C00-99AF-6FFE5413FF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4246" y="650875"/>
            <a:ext cx="5825754" cy="521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1138" name="Title 1">
            <a:extLst>
              <a:ext uri="{FF2B5EF4-FFF2-40B4-BE49-F238E27FC236}">
                <a16:creationId xmlns:a16="http://schemas.microsoft.com/office/drawing/2014/main" id="{D08A17AF-F497-40D8-8823-D2BDE5B769D4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Interpretation of four-bit signed integers</a:t>
            </a:r>
          </a:p>
        </p:txBody>
      </p:sp>
      <p:sp>
        <p:nvSpPr>
          <p:cNvPr id="91139" name="Rectangle 1">
            <a:extLst>
              <a:ext uri="{FF2B5EF4-FFF2-40B4-BE49-F238E27FC236}">
                <a16:creationId xmlns:a16="http://schemas.microsoft.com/office/drawing/2014/main" id="{0E275EF8-9605-4A46-9192-B14E264E09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1675" y="1549401"/>
            <a:ext cx="5408613" cy="205581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1140" name="TextBox 5">
            <a:extLst>
              <a:ext uri="{FF2B5EF4-FFF2-40B4-BE49-F238E27FC236}">
                <a16:creationId xmlns:a16="http://schemas.microsoft.com/office/drawing/2014/main" id="{C868FF0B-0808-4315-88D0-E52F0997B8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7488" y="5943600"/>
            <a:ext cx="6543675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The top half is the same in all three representations.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It corresponds to the positive integers.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61" name="Picture 11">
            <a:extLst>
              <a:ext uri="{FF2B5EF4-FFF2-40B4-BE49-F238E27FC236}">
                <a16:creationId xmlns:a16="http://schemas.microsoft.com/office/drawing/2014/main" id="{6385DEE1-18D1-4F1D-B99C-FAA3A735FAD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0700" y="609600"/>
            <a:ext cx="5829300" cy="521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62" name="Title 1">
            <a:extLst>
              <a:ext uri="{FF2B5EF4-FFF2-40B4-BE49-F238E27FC236}">
                <a16:creationId xmlns:a16="http://schemas.microsoft.com/office/drawing/2014/main" id="{437E9197-158E-4056-9937-2B9124A39FCE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Interpretation of four-bit signed integers</a:t>
            </a:r>
          </a:p>
        </p:txBody>
      </p:sp>
      <p:sp>
        <p:nvSpPr>
          <p:cNvPr id="92163" name="Rectangle 1">
            <a:extLst>
              <a:ext uri="{FF2B5EF4-FFF2-40B4-BE49-F238E27FC236}">
                <a16:creationId xmlns:a16="http://schemas.microsoft.com/office/drawing/2014/main" id="{55E51B33-200E-4035-A099-6235957444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3587750"/>
            <a:ext cx="184150" cy="2116138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2164" name="TextBox 5">
            <a:extLst>
              <a:ext uri="{FF2B5EF4-FFF2-40B4-BE49-F238E27FC236}">
                <a16:creationId xmlns:a16="http://schemas.microsoft.com/office/drawing/2014/main" id="{6859F51B-9656-41E5-87F3-9312D209F5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1250" y="5943600"/>
            <a:ext cx="7296150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 all three representations the first bit represents the sign.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If that bit is 1, then the number is negative.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185" name="Picture 11">
            <a:extLst>
              <a:ext uri="{FF2B5EF4-FFF2-40B4-BE49-F238E27FC236}">
                <a16:creationId xmlns:a16="http://schemas.microsoft.com/office/drawing/2014/main" id="{AC977AB2-EF6E-48AF-885C-E97110C521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0700" y="987425"/>
            <a:ext cx="5829300" cy="521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186" name="Title 1">
            <a:extLst>
              <a:ext uri="{FF2B5EF4-FFF2-40B4-BE49-F238E27FC236}">
                <a16:creationId xmlns:a16="http://schemas.microsoft.com/office/drawing/2014/main" id="{C0122934-5EE1-4262-AFF0-F364BA5F672E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Interpretation of four-bit signed integers</a:t>
            </a:r>
          </a:p>
        </p:txBody>
      </p:sp>
      <p:sp>
        <p:nvSpPr>
          <p:cNvPr id="93187" name="Rectangle 3">
            <a:extLst>
              <a:ext uri="{FF2B5EF4-FFF2-40B4-BE49-F238E27FC236}">
                <a16:creationId xmlns:a16="http://schemas.microsoft.com/office/drawing/2014/main" id="{E99F0E2C-B753-4213-B2D5-D7D7F1748E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44850" y="3692525"/>
            <a:ext cx="466725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3188" name="Rectangle 3">
            <a:extLst>
              <a:ext uri="{FF2B5EF4-FFF2-40B4-BE49-F238E27FC236}">
                <a16:creationId xmlns:a16="http://schemas.microsoft.com/office/drawing/2014/main" id="{6598690A-D672-40A8-8129-7342D1CC41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1200" y="3976688"/>
            <a:ext cx="466725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3189" name="TextBox 1">
            <a:extLst>
              <a:ext uri="{FF2B5EF4-FFF2-40B4-BE49-F238E27FC236}">
                <a16:creationId xmlns:a16="http://schemas.microsoft.com/office/drawing/2014/main" id="{B957E116-A7A0-4786-A91D-A2E15B335B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63663" y="6305550"/>
            <a:ext cx="67135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Notice that in this representation there are two zeros!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209" name="Picture 11">
            <a:extLst>
              <a:ext uri="{FF2B5EF4-FFF2-40B4-BE49-F238E27FC236}">
                <a16:creationId xmlns:a16="http://schemas.microsoft.com/office/drawing/2014/main" id="{B0BB14C5-6F24-44AB-AF39-8E3B1C5354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0700" y="987425"/>
            <a:ext cx="5829300" cy="521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4210" name="Title 1">
            <a:extLst>
              <a:ext uri="{FF2B5EF4-FFF2-40B4-BE49-F238E27FC236}">
                <a16:creationId xmlns:a16="http://schemas.microsoft.com/office/drawing/2014/main" id="{899D721A-00A9-41DD-8FBE-2A4F744BC5D0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Interpretation of four-bit signed integers</a:t>
            </a:r>
          </a:p>
        </p:txBody>
      </p:sp>
      <p:sp>
        <p:nvSpPr>
          <p:cNvPr id="94211" name="Rectangle 3">
            <a:extLst>
              <a:ext uri="{FF2B5EF4-FFF2-40B4-BE49-F238E27FC236}">
                <a16:creationId xmlns:a16="http://schemas.microsoft.com/office/drawing/2014/main" id="{DCB813CB-FEB0-4FB9-B11A-10DB976936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698875"/>
            <a:ext cx="468312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12" name="Rectangle 3">
            <a:extLst>
              <a:ext uri="{FF2B5EF4-FFF2-40B4-BE49-F238E27FC236}">
                <a16:creationId xmlns:a16="http://schemas.microsoft.com/office/drawing/2014/main" id="{8FF46C6E-D8BD-4C98-8129-FD9C9049BD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51388" y="5792788"/>
            <a:ext cx="466725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13" name="TextBox 8">
            <a:extLst>
              <a:ext uri="{FF2B5EF4-FFF2-40B4-BE49-F238E27FC236}">
                <a16:creationId xmlns:a16="http://schemas.microsoft.com/office/drawing/2014/main" id="{DE73F0E4-5B0B-4E77-AA7C-2EE438FE9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0513" y="6305550"/>
            <a:ext cx="64404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There are two zeros in this representation as well!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233" name="Picture 11">
            <a:extLst>
              <a:ext uri="{FF2B5EF4-FFF2-40B4-BE49-F238E27FC236}">
                <a16:creationId xmlns:a16="http://schemas.microsoft.com/office/drawing/2014/main" id="{E95F55F1-63EF-4EBE-8B03-A5B565797E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914400"/>
            <a:ext cx="5829300" cy="521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234" name="Title 1">
            <a:extLst>
              <a:ext uri="{FF2B5EF4-FFF2-40B4-BE49-F238E27FC236}">
                <a16:creationId xmlns:a16="http://schemas.microsoft.com/office/drawing/2014/main" id="{CBC9F7AB-90F2-4C87-94F6-640487B951D8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Interpretation of four-bit signed integers</a:t>
            </a:r>
          </a:p>
        </p:txBody>
      </p:sp>
      <p:sp>
        <p:nvSpPr>
          <p:cNvPr id="95235" name="Rectangle 3">
            <a:extLst>
              <a:ext uri="{FF2B5EF4-FFF2-40B4-BE49-F238E27FC236}">
                <a16:creationId xmlns:a16="http://schemas.microsoft.com/office/drawing/2014/main" id="{8023F6A8-44DF-4A4B-B275-FA086BF24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52811" y="3886200"/>
            <a:ext cx="466725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36" name="TextBox 8">
            <a:extLst>
              <a:ext uri="{FF2B5EF4-FFF2-40B4-BE49-F238E27FC236}">
                <a16:creationId xmlns:a16="http://schemas.microsoft.com/office/drawing/2014/main" id="{4FFC72E0-1B54-409C-80F0-9CD10A6498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6305550"/>
            <a:ext cx="71850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 this representation there is one more negative number.</a:t>
            </a: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19863054-A617-4423-98FE-E016F25061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6211" y="3657600"/>
            <a:ext cx="466725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4DE3E3A3-C22F-4F7B-AD9D-6176020A9C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6211" y="3959225"/>
            <a:ext cx="466725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2A60AE79-5BAA-4E58-AB33-5CD7583206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0129" y="3640314"/>
            <a:ext cx="466725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5715C8EF-6DCD-40F3-A955-6C427F4CE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0128" y="5703358"/>
            <a:ext cx="466725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02D8DFF1-40BD-4069-A9F9-5BEAE23D0208}"/>
              </a:ext>
            </a:extLst>
          </p:cNvPr>
          <p:cNvSpPr/>
          <p:nvPr/>
        </p:nvSpPr>
        <p:spPr>
          <a:xfrm>
            <a:off x="6134100" y="1371600"/>
            <a:ext cx="29337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2’s complement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Largest negative number = −2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n−1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Largest positive number = 2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n−1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-1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7" name="Title 1">
            <a:extLst>
              <a:ext uri="{FF2B5EF4-FFF2-40B4-BE49-F238E27FC236}">
                <a16:creationId xmlns:a16="http://schemas.microsoft.com/office/drawing/2014/main" id="{1AA1D6E4-0085-4B9F-A2FA-69122E9AD90F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The number circle for 2's complement</a:t>
            </a:r>
          </a:p>
        </p:txBody>
      </p:sp>
      <p:pic>
        <p:nvPicPr>
          <p:cNvPr id="96258" name="Picture 2" descr="Screen shot 2016-09-28 at 3.56.38 PM.png">
            <a:extLst>
              <a:ext uri="{FF2B5EF4-FFF2-40B4-BE49-F238E27FC236}">
                <a16:creationId xmlns:a16="http://schemas.microsoft.com/office/drawing/2014/main" id="{084FA0B8-9A0D-4FCB-8C87-A0A8E34F035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0" y="685800"/>
            <a:ext cx="4579929" cy="4494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6259" name="TextBox 125">
            <a:extLst>
              <a:ext uri="{FF2B5EF4-FFF2-40B4-BE49-F238E27FC236}">
                <a16:creationId xmlns:a16="http://schemas.microsoft.com/office/drawing/2014/main" id="{A675BA84-1E95-4AEA-B0E6-599B42064F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6477000"/>
            <a:ext cx="26257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3.11a from the textbook ]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7EAC38DA-1869-48AA-B933-4F2FA79364B5}"/>
              </a:ext>
            </a:extLst>
          </p:cNvPr>
          <p:cNvSpPr/>
          <p:nvPr/>
        </p:nvSpPr>
        <p:spPr>
          <a:xfrm>
            <a:off x="76201" y="5493603"/>
            <a:ext cx="90265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The addition operation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is done by stepping in the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clockwise direction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by the magnitude of the number to be added.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040E7CB-E5CA-41D0-9B39-C17F48E7D3AC}"/>
              </a:ext>
            </a:extLst>
          </p:cNvPr>
          <p:cNvSpPr/>
          <p:nvPr/>
        </p:nvSpPr>
        <p:spPr>
          <a:xfrm>
            <a:off x="2362200" y="4766473"/>
            <a:ext cx="4876800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Fig: Graphical interpretation of four-bit 2’s complement numbers.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379D09D-1BF9-46D1-89E4-72F597B69E09}"/>
                  </a:ext>
                </a:extLst>
              </p14:cNvPr>
              <p14:cNvContentPartPr/>
              <p14:nvPr/>
            </p14:nvContentPartPr>
            <p14:xfrm>
              <a:off x="4745880" y="836280"/>
              <a:ext cx="3533400" cy="284184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379D09D-1BF9-46D1-89E4-72F597B69E09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736520" y="826920"/>
                <a:ext cx="3552120" cy="28605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1" name="Title 1">
            <a:extLst>
              <a:ext uri="{FF2B5EF4-FFF2-40B4-BE49-F238E27FC236}">
                <a16:creationId xmlns:a16="http://schemas.microsoft.com/office/drawing/2014/main" id="{37B1E110-AC6D-417C-B748-61013457AC44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A) Example of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addition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7282" name="TextBox 125">
            <a:extLst>
              <a:ext uri="{FF2B5EF4-FFF2-40B4-BE49-F238E27FC236}">
                <a16:creationId xmlns:a16="http://schemas.microsoft.com/office/drawing/2014/main" id="{2BFA51D5-FB07-4A18-9DD3-A4DE7D190B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6477000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3.9 from the textbook ]</a:t>
            </a:r>
          </a:p>
        </p:txBody>
      </p:sp>
      <p:grpSp>
        <p:nvGrpSpPr>
          <p:cNvPr id="97302" name="Group 5">
            <a:extLst>
              <a:ext uri="{FF2B5EF4-FFF2-40B4-BE49-F238E27FC236}">
                <a16:creationId xmlns:a16="http://schemas.microsoft.com/office/drawing/2014/main" id="{9C351E98-B988-4634-8883-D062D79B53F4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1143000"/>
            <a:ext cx="2803525" cy="5167313"/>
            <a:chOff x="6172200" y="1143000"/>
            <a:chExt cx="2803963" cy="5167923"/>
          </a:xfrm>
        </p:grpSpPr>
        <p:pic>
          <p:nvPicPr>
            <p:cNvPr id="97309" name="Picture 26" descr="Screen shot 2015-09-30 at 3.23.46 PM.png">
              <a:extLst>
                <a:ext uri="{FF2B5EF4-FFF2-40B4-BE49-F238E27FC236}">
                  <a16:creationId xmlns:a16="http://schemas.microsoft.com/office/drawing/2014/main" id="{00FCC02E-9C4F-4AD5-BFFA-A713391F2C7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310" name="Picture 4" descr="Screen shot 2015-09-30 at 3.24.18 PM.png">
              <a:extLst>
                <a:ext uri="{FF2B5EF4-FFF2-40B4-BE49-F238E27FC236}">
                  <a16:creationId xmlns:a16="http://schemas.microsoft.com/office/drawing/2014/main" id="{802A0E72-FFB8-4075-ACF8-E9E67DA409B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97303" name="Rectangle 3">
            <a:extLst>
              <a:ext uri="{FF2B5EF4-FFF2-40B4-BE49-F238E27FC236}">
                <a16:creationId xmlns:a16="http://schemas.microsoft.com/office/drawing/2014/main" id="{1D74C645-21A5-4E31-B95C-7646419152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5725" y="2536825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7304" name="Rectangle 3">
            <a:extLst>
              <a:ext uri="{FF2B5EF4-FFF2-40B4-BE49-F238E27FC236}">
                <a16:creationId xmlns:a16="http://schemas.microsoft.com/office/drawing/2014/main" id="{BF163D7C-F097-4501-BF02-77E4F9B9D2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2550" y="3309938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7305" name="Rectangle 3">
            <a:extLst>
              <a:ext uri="{FF2B5EF4-FFF2-40B4-BE49-F238E27FC236}">
                <a16:creationId xmlns:a16="http://schemas.microsoft.com/office/drawing/2014/main" id="{9574266B-6928-40ED-8D9F-A0D4EECB58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8425" y="2000250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8B6CA332-7F96-4726-A834-B909B368AC2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50067" y="2432935"/>
            <a:ext cx="3583905" cy="1754005"/>
          </a:xfrm>
          <a:prstGeom prst="rect">
            <a:avLst/>
          </a:prstGeom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5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17C282B6-CAAA-4C75-A047-BD26C3ED17B5}"/>
                  </a:ext>
                </a:extLst>
              </p14:cNvPr>
              <p14:cNvContentPartPr/>
              <p14:nvPr/>
            </p14:nvContentPartPr>
            <p14:xfrm>
              <a:off x="3899160" y="2192760"/>
              <a:ext cx="2530440" cy="176544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17C282B6-CAAA-4C75-A047-BD26C3ED17B5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3889800" y="2183400"/>
                <a:ext cx="2549160" cy="17841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5" name="Title 1">
            <a:extLst>
              <a:ext uri="{FF2B5EF4-FFF2-40B4-BE49-F238E27FC236}">
                <a16:creationId xmlns:a16="http://schemas.microsoft.com/office/drawing/2014/main" id="{5A16A515-9292-4C4E-A8C6-7D448EC32252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B) Example of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addition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8307" name="TextBox 125">
            <a:extLst>
              <a:ext uri="{FF2B5EF4-FFF2-40B4-BE49-F238E27FC236}">
                <a16:creationId xmlns:a16="http://schemas.microsoft.com/office/drawing/2014/main" id="{76C0CCDF-C2E5-4F66-86A6-50C75A66F0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6477000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3.9 from the textbook ]</a:t>
            </a:r>
          </a:p>
        </p:txBody>
      </p:sp>
      <p:grpSp>
        <p:nvGrpSpPr>
          <p:cNvPr id="98308" name="Group 23">
            <a:extLst>
              <a:ext uri="{FF2B5EF4-FFF2-40B4-BE49-F238E27FC236}">
                <a16:creationId xmlns:a16="http://schemas.microsoft.com/office/drawing/2014/main" id="{9A15FE3F-166C-4385-BB2F-BD1C0D16B8F3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1143000"/>
            <a:ext cx="2803525" cy="5167313"/>
            <a:chOff x="6172200" y="1143000"/>
            <a:chExt cx="2803963" cy="5167923"/>
          </a:xfrm>
        </p:grpSpPr>
        <p:pic>
          <p:nvPicPr>
            <p:cNvPr id="98315" name="Picture 24" descr="Screen shot 2015-09-30 at 3.23.46 PM.png">
              <a:extLst>
                <a:ext uri="{FF2B5EF4-FFF2-40B4-BE49-F238E27FC236}">
                  <a16:creationId xmlns:a16="http://schemas.microsoft.com/office/drawing/2014/main" id="{BB67F8FA-E64C-4DC5-846A-56A138A543C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316" name="Picture 25" descr="Screen shot 2015-09-30 at 3.24.18 PM.png">
              <a:extLst>
                <a:ext uri="{FF2B5EF4-FFF2-40B4-BE49-F238E27FC236}">
                  <a16:creationId xmlns:a16="http://schemas.microsoft.com/office/drawing/2014/main" id="{EDE133C8-69E0-4755-9364-554DC682676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98309" name="Rectangle 3">
            <a:extLst>
              <a:ext uri="{FF2B5EF4-FFF2-40B4-BE49-F238E27FC236}">
                <a16:creationId xmlns:a16="http://schemas.microsoft.com/office/drawing/2014/main" id="{40F5FC1F-2B2B-4E3B-AFD3-AB9C1C5162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5725" y="4878388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8310" name="Rectangle 3">
            <a:extLst>
              <a:ext uri="{FF2B5EF4-FFF2-40B4-BE49-F238E27FC236}">
                <a16:creationId xmlns:a16="http://schemas.microsoft.com/office/drawing/2014/main" id="{D4FEBDEB-4F78-432B-890A-3FEAAC40AB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2550" y="3309938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8311" name="Rectangle 3">
            <a:extLst>
              <a:ext uri="{FF2B5EF4-FFF2-40B4-BE49-F238E27FC236}">
                <a16:creationId xmlns:a16="http://schemas.microsoft.com/office/drawing/2014/main" id="{F9956E7C-D923-43A4-A379-CFD9227D62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8425" y="5400675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C507704C-3AC6-459D-8408-634DD9BA53A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4000" y="2465074"/>
            <a:ext cx="3452568" cy="1689727"/>
          </a:xfrm>
          <a:prstGeom prst="rect">
            <a:avLst/>
          </a:prstGeom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5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857E83D2-1412-4511-B402-5905A39F780F}"/>
                  </a:ext>
                </a:extLst>
              </p14:cNvPr>
              <p14:cNvContentPartPr/>
              <p14:nvPr/>
            </p14:nvContentPartPr>
            <p14:xfrm>
              <a:off x="2942280" y="579960"/>
              <a:ext cx="5465520" cy="541404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857E83D2-1412-4511-B402-5905A39F780F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2932920" y="570600"/>
                <a:ext cx="5484240" cy="54327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9" name="Title 1">
            <a:extLst>
              <a:ext uri="{FF2B5EF4-FFF2-40B4-BE49-F238E27FC236}">
                <a16:creationId xmlns:a16="http://schemas.microsoft.com/office/drawing/2014/main" id="{2315034C-0ED8-41D1-9A90-C5E13E1CBC79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C) Example of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addition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9331" name="TextBox 125">
            <a:extLst>
              <a:ext uri="{FF2B5EF4-FFF2-40B4-BE49-F238E27FC236}">
                <a16:creationId xmlns:a16="http://schemas.microsoft.com/office/drawing/2014/main" id="{EB5936A6-BC68-472C-B9A7-68F7733FE0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6477000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3.9 from the textbook ]</a:t>
            </a:r>
          </a:p>
        </p:txBody>
      </p:sp>
      <p:grpSp>
        <p:nvGrpSpPr>
          <p:cNvPr id="99332" name="Group 27">
            <a:extLst>
              <a:ext uri="{FF2B5EF4-FFF2-40B4-BE49-F238E27FC236}">
                <a16:creationId xmlns:a16="http://schemas.microsoft.com/office/drawing/2014/main" id="{94654CB5-727B-4396-AB91-4E53AEFAA62B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1143000"/>
            <a:ext cx="2803525" cy="5167313"/>
            <a:chOff x="6172200" y="1143000"/>
            <a:chExt cx="2803963" cy="5167923"/>
          </a:xfrm>
        </p:grpSpPr>
        <p:pic>
          <p:nvPicPr>
            <p:cNvPr id="99339" name="Picture 28" descr="Screen shot 2015-09-30 at 3.23.46 PM.png">
              <a:extLst>
                <a:ext uri="{FF2B5EF4-FFF2-40B4-BE49-F238E27FC236}">
                  <a16:creationId xmlns:a16="http://schemas.microsoft.com/office/drawing/2014/main" id="{B6A67280-EDE0-4A27-92CF-C78C2A3DD8A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340" name="Picture 29" descr="Screen shot 2015-09-30 at 3.24.18 PM.png">
              <a:extLst>
                <a:ext uri="{FF2B5EF4-FFF2-40B4-BE49-F238E27FC236}">
                  <a16:creationId xmlns:a16="http://schemas.microsoft.com/office/drawing/2014/main" id="{D9680D06-28E3-4684-95E2-9D1D6DD3DCE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99333" name="Rectangle 3">
            <a:extLst>
              <a:ext uri="{FF2B5EF4-FFF2-40B4-BE49-F238E27FC236}">
                <a16:creationId xmlns:a16="http://schemas.microsoft.com/office/drawing/2014/main" id="{ED1E6715-3E8D-4842-A4FD-93ED18EB10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5725" y="2536825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9334" name="Rectangle 3">
            <a:extLst>
              <a:ext uri="{FF2B5EF4-FFF2-40B4-BE49-F238E27FC236}">
                <a16:creationId xmlns:a16="http://schemas.microsoft.com/office/drawing/2014/main" id="{0A1F445D-A528-4F62-993A-3773CA5B0F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2550" y="5661025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9335" name="Rectangle 3">
            <a:extLst>
              <a:ext uri="{FF2B5EF4-FFF2-40B4-BE49-F238E27FC236}">
                <a16:creationId xmlns:a16="http://schemas.microsoft.com/office/drawing/2014/main" id="{4577F0E2-5FBB-41EB-87F7-9FCA486BE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8425" y="3060700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E25CB1C1-9E1E-49DE-88AC-5B05A7C5BCC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28800" y="2362200"/>
            <a:ext cx="3654664" cy="3059920"/>
          </a:xfrm>
          <a:prstGeom prst="rect">
            <a:avLst/>
          </a:prstGeom>
        </p:spPr>
      </p:pic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3" name="Title 1">
            <a:extLst>
              <a:ext uri="{FF2B5EF4-FFF2-40B4-BE49-F238E27FC236}">
                <a16:creationId xmlns:a16="http://schemas.microsoft.com/office/drawing/2014/main" id="{1AA3CE90-DBF6-406C-BB80-9585FBAB61F1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D) Example of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addition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0355" name="TextBox 125">
            <a:extLst>
              <a:ext uri="{FF2B5EF4-FFF2-40B4-BE49-F238E27FC236}">
                <a16:creationId xmlns:a16="http://schemas.microsoft.com/office/drawing/2014/main" id="{3BB44DCD-7072-4CEF-A844-9340ED2179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6477000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3.9 from the textbook ]</a:t>
            </a:r>
          </a:p>
        </p:txBody>
      </p:sp>
      <p:grpSp>
        <p:nvGrpSpPr>
          <p:cNvPr id="100356" name="Group 27">
            <a:extLst>
              <a:ext uri="{FF2B5EF4-FFF2-40B4-BE49-F238E27FC236}">
                <a16:creationId xmlns:a16="http://schemas.microsoft.com/office/drawing/2014/main" id="{72D03B68-A686-460F-B3DD-A39AB6C567BC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1143000"/>
            <a:ext cx="2803525" cy="5167313"/>
            <a:chOff x="6172200" y="1143000"/>
            <a:chExt cx="2803963" cy="5167923"/>
          </a:xfrm>
        </p:grpSpPr>
        <p:pic>
          <p:nvPicPr>
            <p:cNvPr id="100363" name="Picture 28" descr="Screen shot 2015-09-30 at 3.23.46 PM.png">
              <a:extLst>
                <a:ext uri="{FF2B5EF4-FFF2-40B4-BE49-F238E27FC236}">
                  <a16:creationId xmlns:a16="http://schemas.microsoft.com/office/drawing/2014/main" id="{36DCA57F-E97D-486A-908F-4A4AA97F532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364" name="Picture 29" descr="Screen shot 2015-09-30 at 3.24.18 PM.png">
              <a:extLst>
                <a:ext uri="{FF2B5EF4-FFF2-40B4-BE49-F238E27FC236}">
                  <a16:creationId xmlns:a16="http://schemas.microsoft.com/office/drawing/2014/main" id="{BF3F6F6C-04B6-4B59-B314-FD629187AA3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0357" name="Rectangle 3">
            <a:extLst>
              <a:ext uri="{FF2B5EF4-FFF2-40B4-BE49-F238E27FC236}">
                <a16:creationId xmlns:a16="http://schemas.microsoft.com/office/drawing/2014/main" id="{E2965915-79F7-44E2-806D-B742CA35F9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5725" y="4887913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0358" name="Rectangle 3">
            <a:extLst>
              <a:ext uri="{FF2B5EF4-FFF2-40B4-BE49-F238E27FC236}">
                <a16:creationId xmlns:a16="http://schemas.microsoft.com/office/drawing/2014/main" id="{275997C8-5106-43C3-85C7-9866D873AC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2550" y="56499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0359" name="Rectangle 3">
            <a:extLst>
              <a:ext uri="{FF2B5EF4-FFF2-40B4-BE49-F238E27FC236}">
                <a16:creationId xmlns:a16="http://schemas.microsoft.com/office/drawing/2014/main" id="{C249FD96-915F-447C-A581-E8E93341E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8425" y="4365625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182F2202-F338-4A50-A636-935B724FFA9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36636" y="2286001"/>
            <a:ext cx="3261623" cy="2732088"/>
          </a:xfrm>
          <a:prstGeom prst="rect">
            <a:avLst/>
          </a:prstGeom>
        </p:spPr>
      </p:pic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9F09BC5-54FA-4838-8B40-36C367A05D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2's Complement Summary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B778817-A596-4422-B43B-B63F07928841}"/>
              </a:ext>
            </a:extLst>
          </p:cNvPr>
          <p:cNvSpPr/>
          <p:nvPr/>
        </p:nvSpPr>
        <p:spPr>
          <a:xfrm>
            <a:off x="152400" y="990600"/>
            <a:ext cx="8839200" cy="24929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When the numbers are added, the result is always correct. </a:t>
            </a:r>
            <a:r>
              <a:rPr kumimoji="0" 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If there is a carry-out from the sign-bit position, it is simply ignored.</a:t>
            </a:r>
          </a:p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Therefore, the addition process is the same, regardless of the signs of the operands.</a:t>
            </a:r>
          </a:p>
        </p:txBody>
      </p:sp>
    </p:spTree>
    <p:extLst>
      <p:ext uri="{BB962C8B-B14F-4D97-AF65-F5344CB8AC3E}">
        <p14:creationId xmlns:p14="http://schemas.microsoft.com/office/powerpoint/2010/main" val="3240350077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49" name="Title 1">
            <a:extLst>
              <a:ext uri="{FF2B5EF4-FFF2-40B4-BE49-F238E27FC236}">
                <a16:creationId xmlns:a16="http://schemas.microsoft.com/office/drawing/2014/main" id="{DD6C8027-D9EE-4963-837A-1B605F34D0BF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 of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</a:t>
            </a:r>
            <a:r>
              <a:rPr kumimoji="0" lang="en-US" altLang="ja-JP" sz="3200" b="1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subtraction</a:t>
            </a:r>
            <a:endParaRPr kumimoji="0" lang="en-US" altLang="en-US" sz="3200" b="1" i="0" u="sng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45687553-FC34-4B25-8CC5-6ED78A19557A}"/>
              </a:ext>
            </a:extLst>
          </p:cNvPr>
          <p:cNvGrpSpPr/>
          <p:nvPr/>
        </p:nvGrpSpPr>
        <p:grpSpPr>
          <a:xfrm>
            <a:off x="2209800" y="2286000"/>
            <a:ext cx="4685341" cy="2156857"/>
            <a:chOff x="2511425" y="2705100"/>
            <a:chExt cx="4380071" cy="1737757"/>
          </a:xfrm>
        </p:grpSpPr>
        <p:sp>
          <p:nvSpPr>
            <p:cNvPr id="104450" name="Rectangle 5">
              <a:extLst>
                <a:ext uri="{FF2B5EF4-FFF2-40B4-BE49-F238E27FC236}">
                  <a16:creationId xmlns:a16="http://schemas.microsoft.com/office/drawing/2014/main" id="{4B42F94A-24BE-418C-A765-DB5F2F27A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2952750"/>
              <a:ext cx="1538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–</a:t>
              </a:r>
            </a:p>
          </p:txBody>
        </p:sp>
        <p:sp>
          <p:nvSpPr>
            <p:cNvPr id="104451" name="Rectangle 6">
              <a:extLst>
                <a:ext uri="{FF2B5EF4-FFF2-40B4-BE49-F238E27FC236}">
                  <a16:creationId xmlns:a16="http://schemas.microsoft.com/office/drawing/2014/main" id="{F62436B4-B089-4C9B-A7E9-F672C0933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8738" y="2714625"/>
              <a:ext cx="84638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0 1 0 1</a:t>
              </a:r>
            </a:p>
          </p:txBody>
        </p:sp>
        <p:sp>
          <p:nvSpPr>
            <p:cNvPr id="104452" name="Line 7">
              <a:extLst>
                <a:ext uri="{FF2B5EF4-FFF2-40B4-BE49-F238E27FC236}">
                  <a16:creationId xmlns:a16="http://schemas.microsoft.com/office/drawing/2014/main" id="{3A28C0A0-0322-47B0-8689-D17B702D92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91620" y="3224213"/>
              <a:ext cx="956862" cy="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53" name="Line 8">
              <a:extLst>
                <a:ext uri="{FF2B5EF4-FFF2-40B4-BE49-F238E27FC236}">
                  <a16:creationId xmlns:a16="http://schemas.microsoft.com/office/drawing/2014/main" id="{FB12E5E2-693A-4A20-8C15-8BE6AC69FD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11425" y="3224213"/>
              <a:ext cx="620713" cy="15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54" name="Rectangle 9">
              <a:extLst>
                <a:ext uri="{FF2B5EF4-FFF2-40B4-BE49-F238E27FC236}">
                  <a16:creationId xmlns:a16="http://schemas.microsoft.com/office/drawing/2014/main" id="{7E6AFD52-E5F9-47A1-BAFC-E301B6286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8738" y="2954338"/>
              <a:ext cx="84638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0 0 1 0</a:t>
              </a:r>
            </a:p>
          </p:txBody>
        </p:sp>
        <p:sp>
          <p:nvSpPr>
            <p:cNvPr id="104455" name="Rectangle 10">
              <a:extLst>
                <a:ext uri="{FF2B5EF4-FFF2-40B4-BE49-F238E27FC236}">
                  <a16:creationId xmlns:a16="http://schemas.microsoft.com/office/drawing/2014/main" id="{9D306B65-9723-4AE5-85B5-9A95B9D52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813" y="2711450"/>
              <a:ext cx="1538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5</a:t>
              </a:r>
            </a:p>
          </p:txBody>
        </p:sp>
        <p:sp>
          <p:nvSpPr>
            <p:cNvPr id="104456" name="Rectangle 11">
              <a:extLst>
                <a:ext uri="{FF2B5EF4-FFF2-40B4-BE49-F238E27FC236}">
                  <a16:creationId xmlns:a16="http://schemas.microsoft.com/office/drawing/2014/main" id="{F9C1FF6F-1E90-406D-AC52-9AB172101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238" y="2711450"/>
              <a:ext cx="17312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+</a:t>
              </a:r>
            </a:p>
          </p:txBody>
        </p:sp>
        <p:sp>
          <p:nvSpPr>
            <p:cNvPr id="104457" name="Rectangle 12">
              <a:extLst>
                <a:ext uri="{FF2B5EF4-FFF2-40B4-BE49-F238E27FC236}">
                  <a16:creationId xmlns:a16="http://schemas.microsoft.com/office/drawing/2014/main" id="{15C40EE7-2C5E-4A03-9F77-DC6665BED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450" y="2705100"/>
              <a:ext cx="1025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(</a:t>
              </a:r>
            </a:p>
          </p:txBody>
        </p:sp>
        <p:sp>
          <p:nvSpPr>
            <p:cNvPr id="104458" name="Rectangle 13">
              <a:extLst>
                <a:ext uri="{FF2B5EF4-FFF2-40B4-BE49-F238E27FC236}">
                  <a16:creationId xmlns:a16="http://schemas.microsoft.com/office/drawing/2014/main" id="{79EAD15A-BD17-4F43-945C-88A0228F6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705100"/>
              <a:ext cx="1025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)</a:t>
              </a:r>
            </a:p>
          </p:txBody>
        </p:sp>
        <p:sp>
          <p:nvSpPr>
            <p:cNvPr id="104459" name="Rectangle 14">
              <a:extLst>
                <a:ext uri="{FF2B5EF4-FFF2-40B4-BE49-F238E27FC236}">
                  <a16:creationId xmlns:a16="http://schemas.microsoft.com/office/drawing/2014/main" id="{033B0DEB-BC63-4931-B997-2CA896060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813" y="2952750"/>
              <a:ext cx="1538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2</a:t>
              </a:r>
            </a:p>
          </p:txBody>
        </p:sp>
        <p:sp>
          <p:nvSpPr>
            <p:cNvPr id="104460" name="Rectangle 15">
              <a:extLst>
                <a:ext uri="{FF2B5EF4-FFF2-40B4-BE49-F238E27FC236}">
                  <a16:creationId xmlns:a16="http://schemas.microsoft.com/office/drawing/2014/main" id="{CFEFCF3E-5C36-4E9F-8F9D-0E782D24B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238" y="2952750"/>
              <a:ext cx="17312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+</a:t>
              </a:r>
            </a:p>
          </p:txBody>
        </p:sp>
        <p:sp>
          <p:nvSpPr>
            <p:cNvPr id="104461" name="Rectangle 16">
              <a:extLst>
                <a:ext uri="{FF2B5EF4-FFF2-40B4-BE49-F238E27FC236}">
                  <a16:creationId xmlns:a16="http://schemas.microsoft.com/office/drawing/2014/main" id="{73718827-AB18-4C97-A43D-41AFC4B2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450" y="2946400"/>
              <a:ext cx="1025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(</a:t>
              </a:r>
            </a:p>
          </p:txBody>
        </p:sp>
        <p:sp>
          <p:nvSpPr>
            <p:cNvPr id="104462" name="Rectangle 17">
              <a:extLst>
                <a:ext uri="{FF2B5EF4-FFF2-40B4-BE49-F238E27FC236}">
                  <a16:creationId xmlns:a16="http://schemas.microsoft.com/office/drawing/2014/main" id="{36850F1F-8D15-492B-9E4A-2B9D44349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946400"/>
              <a:ext cx="1025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)</a:t>
              </a:r>
            </a:p>
          </p:txBody>
        </p:sp>
        <p:sp>
          <p:nvSpPr>
            <p:cNvPr id="104463" name="Rectangle 18">
              <a:extLst>
                <a:ext uri="{FF2B5EF4-FFF2-40B4-BE49-F238E27FC236}">
                  <a16:creationId xmlns:a16="http://schemas.microsoft.com/office/drawing/2014/main" id="{F38F8987-C59B-46F3-A02C-CA5893835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813" y="3322638"/>
              <a:ext cx="1538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04464" name="Rectangle 19">
              <a:extLst>
                <a:ext uri="{FF2B5EF4-FFF2-40B4-BE49-F238E27FC236}">
                  <a16:creationId xmlns:a16="http://schemas.microsoft.com/office/drawing/2014/main" id="{C14FD3DD-DA9C-4428-9113-93E40887B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238" y="3322638"/>
              <a:ext cx="17312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+</a:t>
              </a:r>
            </a:p>
          </p:txBody>
        </p:sp>
        <p:sp>
          <p:nvSpPr>
            <p:cNvPr id="104465" name="Rectangle 20">
              <a:extLst>
                <a:ext uri="{FF2B5EF4-FFF2-40B4-BE49-F238E27FC236}">
                  <a16:creationId xmlns:a16="http://schemas.microsoft.com/office/drawing/2014/main" id="{C596F70B-1A56-4D57-A429-C9C2684DA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450" y="3314700"/>
              <a:ext cx="1025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(</a:t>
              </a:r>
            </a:p>
          </p:txBody>
        </p:sp>
        <p:sp>
          <p:nvSpPr>
            <p:cNvPr id="104466" name="Rectangle 21">
              <a:extLst>
                <a:ext uri="{FF2B5EF4-FFF2-40B4-BE49-F238E27FC236}">
                  <a16:creationId xmlns:a16="http://schemas.microsoft.com/office/drawing/2014/main" id="{B5D16480-D6B0-4513-ACD0-D3BBBFE34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3314700"/>
              <a:ext cx="1025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)</a:t>
              </a:r>
            </a:p>
          </p:txBody>
        </p:sp>
        <p:sp>
          <p:nvSpPr>
            <p:cNvPr id="104467" name="Rectangle 22">
              <a:extLst>
                <a:ext uri="{FF2B5EF4-FFF2-40B4-BE49-F238E27FC236}">
                  <a16:creationId xmlns:a16="http://schemas.microsoft.com/office/drawing/2014/main" id="{B93D2E0D-5741-43BB-B44B-AF1BFF393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2952750"/>
              <a:ext cx="1538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–</a:t>
              </a:r>
            </a:p>
          </p:txBody>
        </p:sp>
        <p:sp>
          <p:nvSpPr>
            <p:cNvPr id="104468" name="Freeform 23">
              <a:extLst>
                <a:ext uri="{FF2B5EF4-FFF2-40B4-BE49-F238E27FC236}">
                  <a16:creationId xmlns:a16="http://schemas.microsoft.com/office/drawing/2014/main" id="{81AEAB18-0BA3-492C-9BD1-38068877E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1525" y="3608388"/>
              <a:ext cx="65088" cy="171450"/>
            </a:xfrm>
            <a:custGeom>
              <a:avLst/>
              <a:gdLst>
                <a:gd name="T0" fmla="*/ 2147483646 w 41"/>
                <a:gd name="T1" fmla="*/ 2147483646 h 108"/>
                <a:gd name="T2" fmla="*/ 2147483646 w 41"/>
                <a:gd name="T3" fmla="*/ 0 h 108"/>
                <a:gd name="T4" fmla="*/ 0 w 41"/>
                <a:gd name="T5" fmla="*/ 2147483646 h 108"/>
                <a:gd name="T6" fmla="*/ 2147483646 w 41"/>
                <a:gd name="T7" fmla="*/ 2147483646 h 108"/>
                <a:gd name="T8" fmla="*/ 2147483646 w 41"/>
                <a:gd name="T9" fmla="*/ 2147483646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1"/>
                <a:gd name="T16" fmla="*/ 0 h 108"/>
                <a:gd name="T17" fmla="*/ 41 w 41"/>
                <a:gd name="T18" fmla="*/ 108 h 1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1" h="108">
                  <a:moveTo>
                    <a:pt x="41" y="108"/>
                  </a:moveTo>
                  <a:lnTo>
                    <a:pt x="14" y="0"/>
                  </a:lnTo>
                  <a:lnTo>
                    <a:pt x="0" y="108"/>
                  </a:lnTo>
                  <a:lnTo>
                    <a:pt x="14" y="108"/>
                  </a:lnTo>
                  <a:lnTo>
                    <a:pt x="41" y="108"/>
                  </a:lnTo>
                  <a:close/>
                </a:path>
              </a:pathLst>
            </a:custGeom>
            <a:solidFill>
              <a:srgbClr val="0000FF"/>
            </a:solidFill>
            <a:ln w="20638">
              <a:solidFill>
                <a:srgbClr val="0000FF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69" name="Line 24">
              <a:extLst>
                <a:ext uri="{FF2B5EF4-FFF2-40B4-BE49-F238E27FC236}">
                  <a16:creationId xmlns:a16="http://schemas.microsoft.com/office/drawing/2014/main" id="{B9C44851-C9D6-4905-B5B4-29BB2AC840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73750" y="3800475"/>
              <a:ext cx="1588" cy="234950"/>
            </a:xfrm>
            <a:prstGeom prst="line">
              <a:avLst/>
            </a:pr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70" name="Rectangle 25">
              <a:extLst>
                <a:ext uri="{FF2B5EF4-FFF2-40B4-BE49-F238E27FC236}">
                  <a16:creationId xmlns:a16="http://schemas.microsoft.com/office/drawing/2014/main" id="{AD8C54EC-B743-4FF5-8882-DEE4003B9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324225"/>
              <a:ext cx="1538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04471" name="Rectangle 26">
              <a:extLst>
                <a:ext uri="{FF2B5EF4-FFF2-40B4-BE49-F238E27FC236}">
                  <a16:creationId xmlns:a16="http://schemas.microsoft.com/office/drawing/2014/main" id="{ECB950A4-445A-4DE3-B18B-394A86323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5625" y="4073525"/>
              <a:ext cx="78547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ignore</a:t>
              </a:r>
            </a:p>
          </p:txBody>
        </p:sp>
        <p:sp>
          <p:nvSpPr>
            <p:cNvPr id="104472" name="Rectangle 27">
              <a:extLst>
                <a:ext uri="{FF2B5EF4-FFF2-40B4-BE49-F238E27FC236}">
                  <a16:creationId xmlns:a16="http://schemas.microsoft.com/office/drawing/2014/main" id="{4F48CADD-B007-4919-8D23-97FFA2B4D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850" y="2952750"/>
              <a:ext cx="17312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+</a:t>
              </a:r>
            </a:p>
          </p:txBody>
        </p:sp>
        <p:sp>
          <p:nvSpPr>
            <p:cNvPr id="104473" name="Rectangle 28">
              <a:extLst>
                <a:ext uri="{FF2B5EF4-FFF2-40B4-BE49-F238E27FC236}">
                  <a16:creationId xmlns:a16="http://schemas.microsoft.com/office/drawing/2014/main" id="{3F746B1D-0222-4EFB-9BAB-3DA6B3DE3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324225"/>
              <a:ext cx="84638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0 0 1 1</a:t>
              </a:r>
            </a:p>
          </p:txBody>
        </p:sp>
        <p:sp>
          <p:nvSpPr>
            <p:cNvPr id="104474" name="Rectangle 29">
              <a:extLst>
                <a:ext uri="{FF2B5EF4-FFF2-40B4-BE49-F238E27FC236}">
                  <a16:creationId xmlns:a16="http://schemas.microsoft.com/office/drawing/2014/main" id="{46EB7714-E906-422F-8AF1-3F6A947AF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714625"/>
              <a:ext cx="84638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0 1 0 1</a:t>
              </a:r>
            </a:p>
          </p:txBody>
        </p:sp>
        <p:sp>
          <p:nvSpPr>
            <p:cNvPr id="104475" name="Line 30">
              <a:extLst>
                <a:ext uri="{FF2B5EF4-FFF2-40B4-BE49-F238E27FC236}">
                  <a16:creationId xmlns:a16="http://schemas.microsoft.com/office/drawing/2014/main" id="{80307172-C38B-41C6-A465-1B5BA9E1F4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765799" y="3225800"/>
              <a:ext cx="1125697" cy="7614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76" name="Freeform 31">
              <a:extLst>
                <a:ext uri="{FF2B5EF4-FFF2-40B4-BE49-F238E27FC236}">
                  <a16:creationId xmlns:a16="http://schemas.microsoft.com/office/drawing/2014/main" id="{F8948EB6-DF65-4C3E-B7F4-2C1F7C911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413" y="298926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77" name="Rectangle 32">
              <a:extLst>
                <a:ext uri="{FF2B5EF4-FFF2-40B4-BE49-F238E27FC236}">
                  <a16:creationId xmlns:a16="http://schemas.microsoft.com/office/drawing/2014/main" id="{8556800E-7A28-4271-824D-5111E9BCA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54338"/>
              <a:ext cx="84638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/>
                  <a:ea typeface="MS PGothic" panose="020B0600070205080204" pitchFamily="34" charset="-128"/>
                  <a:cs typeface="+mn-cs"/>
                </a:rPr>
                <a:t>1 1 1 0</a:t>
              </a:r>
            </a:p>
          </p:txBody>
        </p:sp>
      </p:grpSp>
      <p:sp>
        <p:nvSpPr>
          <p:cNvPr id="104478" name="TextBox 125">
            <a:extLst>
              <a:ext uri="{FF2B5EF4-FFF2-40B4-BE49-F238E27FC236}">
                <a16:creationId xmlns:a16="http://schemas.microsoft.com/office/drawing/2014/main" id="{282974CC-B31B-4913-AE74-F131086B6A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64770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3.10 from the textbook ]</a:t>
            </a:r>
          </a:p>
        </p:txBody>
      </p:sp>
      <p:sp>
        <p:nvSpPr>
          <p:cNvPr id="104479" name="Freeform 31">
            <a:extLst>
              <a:ext uri="{FF2B5EF4-FFF2-40B4-BE49-F238E27FC236}">
                <a16:creationId xmlns:a16="http://schemas.microsoft.com/office/drawing/2014/main" id="{4247BEB9-5170-4A6D-90A6-1C3803816C79}"/>
              </a:ext>
            </a:extLst>
          </p:cNvPr>
          <p:cNvSpPr>
            <a:spLocks/>
          </p:cNvSpPr>
          <p:nvPr/>
        </p:nvSpPr>
        <p:spPr bwMode="auto">
          <a:xfrm>
            <a:off x="2057400" y="5449887"/>
            <a:ext cx="557213" cy="192088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4480" name="TextBox 1">
            <a:extLst>
              <a:ext uri="{FF2B5EF4-FFF2-40B4-BE49-F238E27FC236}">
                <a16:creationId xmlns:a16="http://schemas.microsoft.com/office/drawing/2014/main" id="{FBE67867-FC81-48E5-A144-6758CC63BF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3525" y="5257800"/>
            <a:ext cx="40195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means take the 2's complement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793F3F24-8817-419F-8C0D-F7C3E25F9D11}"/>
                  </a:ext>
                </a:extLst>
              </p14:cNvPr>
              <p14:cNvContentPartPr/>
              <p14:nvPr/>
            </p14:nvContentPartPr>
            <p14:xfrm>
              <a:off x="3376440" y="618120"/>
              <a:ext cx="4854600" cy="280188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793F3F24-8817-419F-8C0D-F7C3E25F9D1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367080" y="608760"/>
                <a:ext cx="4873320" cy="28206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Title 1">
            <a:extLst>
              <a:ext uri="{FF2B5EF4-FFF2-40B4-BE49-F238E27FC236}">
                <a16:creationId xmlns:a16="http://schemas.microsoft.com/office/drawing/2014/main" id="{343A4FAA-01DE-4F23-9B3A-3D8D83156FCF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 of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</a:t>
            </a:r>
            <a:r>
              <a:rPr kumimoji="0" lang="en-US" altLang="ja-JP" sz="3200" b="1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subtraction</a:t>
            </a:r>
            <a:endParaRPr kumimoji="0" lang="en-US" altLang="en-US" sz="3200" b="1" i="0" u="sng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74" name="Rectangle 5">
            <a:extLst>
              <a:ext uri="{FF2B5EF4-FFF2-40B4-BE49-F238E27FC236}">
                <a16:creationId xmlns:a16="http://schemas.microsoft.com/office/drawing/2014/main" id="{D1267172-986E-48AD-90EB-3B7547D9B4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8238" y="1543050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75" name="Rectangle 6">
            <a:extLst>
              <a:ext uri="{FF2B5EF4-FFF2-40B4-BE49-F238E27FC236}">
                <a16:creationId xmlns:a16="http://schemas.microsoft.com/office/drawing/2014/main" id="{0C332F39-ED22-4152-8284-80D74D8F00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8738" y="1304925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76" name="Line 7">
            <a:extLst>
              <a:ext uri="{FF2B5EF4-FFF2-40B4-BE49-F238E27FC236}">
                <a16:creationId xmlns:a16="http://schemas.microsoft.com/office/drawing/2014/main" id="{3DC6D680-D523-4748-A530-46094BE3AD3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46488" y="1814513"/>
            <a:ext cx="792162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77" name="Line 8">
            <a:extLst>
              <a:ext uri="{FF2B5EF4-FFF2-40B4-BE49-F238E27FC236}">
                <a16:creationId xmlns:a16="http://schemas.microsoft.com/office/drawing/2014/main" id="{EF896A11-F23B-4511-B86C-262815589C8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11425" y="1814513"/>
            <a:ext cx="62071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78" name="Rectangle 9">
            <a:extLst>
              <a:ext uri="{FF2B5EF4-FFF2-40B4-BE49-F238E27FC236}">
                <a16:creationId xmlns:a16="http://schemas.microsoft.com/office/drawing/2014/main" id="{552911EE-81D6-4D22-836F-AE7B22F2AF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8738" y="1544638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79" name="Rectangle 10">
            <a:extLst>
              <a:ext uri="{FF2B5EF4-FFF2-40B4-BE49-F238E27FC236}">
                <a16:creationId xmlns:a16="http://schemas.microsoft.com/office/drawing/2014/main" id="{CB7A3DA7-8D6A-4580-A8E2-AA845C0985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4813" y="1301750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80" name="Rectangle 11">
            <a:extLst>
              <a:ext uri="{FF2B5EF4-FFF2-40B4-BE49-F238E27FC236}">
                <a16:creationId xmlns:a16="http://schemas.microsoft.com/office/drawing/2014/main" id="{FEBC56A5-F204-4E0C-A6A7-46A4029730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89238" y="1301750"/>
            <a:ext cx="2095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81" name="Rectangle 12">
            <a:extLst>
              <a:ext uri="{FF2B5EF4-FFF2-40B4-BE49-F238E27FC236}">
                <a16:creationId xmlns:a16="http://schemas.microsoft.com/office/drawing/2014/main" id="{13D44045-6380-470A-A2B7-986C1072D5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1450" y="1295400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82" name="Rectangle 13">
            <a:extLst>
              <a:ext uri="{FF2B5EF4-FFF2-40B4-BE49-F238E27FC236}">
                <a16:creationId xmlns:a16="http://schemas.microsoft.com/office/drawing/2014/main" id="{31D13FA7-F3EC-4BBC-BE49-74B09F234B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888" y="1295400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83" name="Rectangle 14">
            <a:extLst>
              <a:ext uri="{FF2B5EF4-FFF2-40B4-BE49-F238E27FC236}">
                <a16:creationId xmlns:a16="http://schemas.microsoft.com/office/drawing/2014/main" id="{CE53874A-A6C0-4E95-8ED8-A840E31436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4813" y="1543050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84" name="Rectangle 15">
            <a:extLst>
              <a:ext uri="{FF2B5EF4-FFF2-40B4-BE49-F238E27FC236}">
                <a16:creationId xmlns:a16="http://schemas.microsoft.com/office/drawing/2014/main" id="{D4511015-5C6D-4DE4-AC74-BBC0F4AD95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89238" y="1543050"/>
            <a:ext cx="2095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85" name="Rectangle 16">
            <a:extLst>
              <a:ext uri="{FF2B5EF4-FFF2-40B4-BE49-F238E27FC236}">
                <a16:creationId xmlns:a16="http://schemas.microsoft.com/office/drawing/2014/main" id="{FE62DCA6-B183-4D01-A7D2-662FDFB335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1450" y="1536700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86" name="Rectangle 17">
            <a:extLst>
              <a:ext uri="{FF2B5EF4-FFF2-40B4-BE49-F238E27FC236}">
                <a16:creationId xmlns:a16="http://schemas.microsoft.com/office/drawing/2014/main" id="{3A81D350-C0E6-446D-9FD5-D885BF94A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888" y="1536700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87" name="Rectangle 18">
            <a:extLst>
              <a:ext uri="{FF2B5EF4-FFF2-40B4-BE49-F238E27FC236}">
                <a16:creationId xmlns:a16="http://schemas.microsoft.com/office/drawing/2014/main" id="{4E1DC81F-C6EE-40EA-920D-CE4AC7FF71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4813" y="1912938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88" name="Rectangle 19">
            <a:extLst>
              <a:ext uri="{FF2B5EF4-FFF2-40B4-BE49-F238E27FC236}">
                <a16:creationId xmlns:a16="http://schemas.microsoft.com/office/drawing/2014/main" id="{F2A108B9-4EAA-4C4E-9FFB-AB020B8028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89238" y="1912938"/>
            <a:ext cx="2095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89" name="Rectangle 20">
            <a:extLst>
              <a:ext uri="{FF2B5EF4-FFF2-40B4-BE49-F238E27FC236}">
                <a16:creationId xmlns:a16="http://schemas.microsoft.com/office/drawing/2014/main" id="{AC323934-84B9-4BCF-97D6-D4220DD60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1450" y="1905000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90" name="Rectangle 21">
            <a:extLst>
              <a:ext uri="{FF2B5EF4-FFF2-40B4-BE49-F238E27FC236}">
                <a16:creationId xmlns:a16="http://schemas.microsoft.com/office/drawing/2014/main" id="{37CD7F91-6974-4B14-9764-AF5E0B773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888" y="1905000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91" name="Rectangle 22">
            <a:extLst>
              <a:ext uri="{FF2B5EF4-FFF2-40B4-BE49-F238E27FC236}">
                <a16:creationId xmlns:a16="http://schemas.microsoft.com/office/drawing/2014/main" id="{2757AB33-FE1B-4FBE-9DA0-6E31F13997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7938" y="1543050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92" name="Freeform 23">
            <a:extLst>
              <a:ext uri="{FF2B5EF4-FFF2-40B4-BE49-F238E27FC236}">
                <a16:creationId xmlns:a16="http://schemas.microsoft.com/office/drawing/2014/main" id="{B50A1A94-D657-4CE1-8687-C6C7F6402B29}"/>
              </a:ext>
            </a:extLst>
          </p:cNvPr>
          <p:cNvSpPr>
            <a:spLocks/>
          </p:cNvSpPr>
          <p:nvPr/>
        </p:nvSpPr>
        <p:spPr bwMode="auto">
          <a:xfrm>
            <a:off x="5851525" y="2198688"/>
            <a:ext cx="65088" cy="171450"/>
          </a:xfrm>
          <a:custGeom>
            <a:avLst/>
            <a:gdLst>
              <a:gd name="T0" fmla="*/ 2147483646 w 41"/>
              <a:gd name="T1" fmla="*/ 2147483646 h 108"/>
              <a:gd name="T2" fmla="*/ 2147483646 w 41"/>
              <a:gd name="T3" fmla="*/ 0 h 108"/>
              <a:gd name="T4" fmla="*/ 0 w 41"/>
              <a:gd name="T5" fmla="*/ 2147483646 h 108"/>
              <a:gd name="T6" fmla="*/ 2147483646 w 41"/>
              <a:gd name="T7" fmla="*/ 2147483646 h 108"/>
              <a:gd name="T8" fmla="*/ 2147483646 w 41"/>
              <a:gd name="T9" fmla="*/ 2147483646 h 10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108"/>
              <a:gd name="T17" fmla="*/ 41 w 41"/>
              <a:gd name="T18" fmla="*/ 108 h 10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108">
                <a:moveTo>
                  <a:pt x="41" y="108"/>
                </a:moveTo>
                <a:lnTo>
                  <a:pt x="14" y="0"/>
                </a:lnTo>
                <a:lnTo>
                  <a:pt x="0" y="108"/>
                </a:lnTo>
                <a:lnTo>
                  <a:pt x="14" y="108"/>
                </a:lnTo>
                <a:lnTo>
                  <a:pt x="41" y="108"/>
                </a:lnTo>
                <a:close/>
              </a:path>
            </a:pathLst>
          </a:custGeom>
          <a:solidFill>
            <a:srgbClr val="0000FF"/>
          </a:solidFill>
          <a:ln w="20638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93" name="Line 24">
            <a:extLst>
              <a:ext uri="{FF2B5EF4-FFF2-40B4-BE49-F238E27FC236}">
                <a16:creationId xmlns:a16="http://schemas.microsoft.com/office/drawing/2014/main" id="{24480384-C7FD-4DEE-8917-E0BC02BF5C5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73750" y="2390775"/>
            <a:ext cx="1588" cy="234950"/>
          </a:xfrm>
          <a:prstGeom prst="line">
            <a:avLst/>
          </a:pr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94" name="Rectangle 25">
            <a:extLst>
              <a:ext uri="{FF2B5EF4-FFF2-40B4-BE49-F238E27FC236}">
                <a16:creationId xmlns:a16="http://schemas.microsoft.com/office/drawing/2014/main" id="{0B382FBD-3D17-4AB9-9866-B790A08A8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4063" y="1914525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95" name="Rectangle 26">
            <a:extLst>
              <a:ext uri="{FF2B5EF4-FFF2-40B4-BE49-F238E27FC236}">
                <a16:creationId xmlns:a16="http://schemas.microsoft.com/office/drawing/2014/main" id="{F2D46976-F605-4666-8751-9FF61A9DEE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25" y="2663825"/>
            <a:ext cx="523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ignore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96" name="Rectangle 27">
            <a:extLst>
              <a:ext uri="{FF2B5EF4-FFF2-40B4-BE49-F238E27FC236}">
                <a16:creationId xmlns:a16="http://schemas.microsoft.com/office/drawing/2014/main" id="{2F227A5B-E36D-4A8A-A925-22AB6484BB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1543050"/>
            <a:ext cx="2095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97" name="Rectangle 28">
            <a:extLst>
              <a:ext uri="{FF2B5EF4-FFF2-40B4-BE49-F238E27FC236}">
                <a16:creationId xmlns:a16="http://schemas.microsoft.com/office/drawing/2014/main" id="{A60CF763-9399-4772-A86D-C1E7C1E02D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1914525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98" name="Rectangle 29">
            <a:extLst>
              <a:ext uri="{FF2B5EF4-FFF2-40B4-BE49-F238E27FC236}">
                <a16:creationId xmlns:a16="http://schemas.microsoft.com/office/drawing/2014/main" id="{C859E808-6862-4EC6-B43A-8C0663796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1304925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99" name="Line 30">
            <a:extLst>
              <a:ext uri="{FF2B5EF4-FFF2-40B4-BE49-F238E27FC236}">
                <a16:creationId xmlns:a16="http://schemas.microsoft.com/office/drawing/2014/main" id="{D0A15591-F749-4786-AD8B-EC8D84B9D22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65800" y="1814513"/>
            <a:ext cx="7921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500" name="Freeform 31">
            <a:extLst>
              <a:ext uri="{FF2B5EF4-FFF2-40B4-BE49-F238E27FC236}">
                <a16:creationId xmlns:a16="http://schemas.microsoft.com/office/drawing/2014/main" id="{D7AAFAD6-5841-4373-90AA-76BFED5611BA}"/>
              </a:ext>
            </a:extLst>
          </p:cNvPr>
          <p:cNvSpPr>
            <a:spLocks/>
          </p:cNvSpPr>
          <p:nvPr/>
        </p:nvSpPr>
        <p:spPr bwMode="auto">
          <a:xfrm>
            <a:off x="4824413" y="1579563"/>
            <a:ext cx="557212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501" name="Rectangle 32">
            <a:extLst>
              <a:ext uri="{FF2B5EF4-FFF2-40B4-BE49-F238E27FC236}">
                <a16:creationId xmlns:a16="http://schemas.microsoft.com/office/drawing/2014/main" id="{EB525671-2F11-43BF-9F73-2E98CB5E8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1544638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502" name="TextBox 125">
            <a:extLst>
              <a:ext uri="{FF2B5EF4-FFF2-40B4-BE49-F238E27FC236}">
                <a16:creationId xmlns:a16="http://schemas.microsoft.com/office/drawing/2014/main" id="{1352CCC6-F50A-4949-B132-5F00AE42A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64770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3.10 from the textbook ]</a:t>
            </a:r>
          </a:p>
        </p:txBody>
      </p:sp>
      <p:sp>
        <p:nvSpPr>
          <p:cNvPr id="105503" name="Freeform 31">
            <a:extLst>
              <a:ext uri="{FF2B5EF4-FFF2-40B4-BE49-F238E27FC236}">
                <a16:creationId xmlns:a16="http://schemas.microsoft.com/office/drawing/2014/main" id="{05E7994F-1BA3-4992-A351-7500C9D4BEC7}"/>
              </a:ext>
            </a:extLst>
          </p:cNvPr>
          <p:cNvSpPr>
            <a:spLocks/>
          </p:cNvSpPr>
          <p:nvPr/>
        </p:nvSpPr>
        <p:spPr bwMode="auto">
          <a:xfrm>
            <a:off x="2057400" y="4686300"/>
            <a:ext cx="557213" cy="192088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504" name="TextBox 1">
            <a:extLst>
              <a:ext uri="{FF2B5EF4-FFF2-40B4-BE49-F238E27FC236}">
                <a16:creationId xmlns:a16="http://schemas.microsoft.com/office/drawing/2014/main" id="{C563EDE6-2794-42E5-9DC1-2FC4D0471B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3525" y="4494213"/>
            <a:ext cx="40195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means take the 2's complement</a:t>
            </a:r>
          </a:p>
        </p:txBody>
      </p:sp>
      <p:sp>
        <p:nvSpPr>
          <p:cNvPr id="2" name="Donut 1">
            <a:extLst>
              <a:ext uri="{FF2B5EF4-FFF2-40B4-BE49-F238E27FC236}">
                <a16:creationId xmlns:a16="http://schemas.microsoft.com/office/drawing/2014/main" id="{E200ADBF-16B8-0943-89A8-7ECCF4F1AAAA}"/>
              </a:ext>
            </a:extLst>
          </p:cNvPr>
          <p:cNvSpPr/>
          <p:nvPr/>
        </p:nvSpPr>
        <p:spPr bwMode="auto">
          <a:xfrm>
            <a:off x="2428875" y="1544638"/>
            <a:ext cx="304800" cy="277812"/>
          </a:xfrm>
          <a:prstGeom prst="donut">
            <a:avLst>
              <a:gd name="adj" fmla="val 8455"/>
            </a:avLst>
          </a:prstGeom>
          <a:solidFill>
            <a:srgbClr val="FF0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 charset="0"/>
              <a:cs typeface="+mn-cs"/>
            </a:endParaRPr>
          </a:p>
        </p:txBody>
      </p:sp>
      <p:sp>
        <p:nvSpPr>
          <p:cNvPr id="35" name="Donut 34">
            <a:extLst>
              <a:ext uri="{FF2B5EF4-FFF2-40B4-BE49-F238E27FC236}">
                <a16:creationId xmlns:a16="http://schemas.microsoft.com/office/drawing/2014/main" id="{32BB6B8C-D383-D94F-8930-9B8F0A0D342F}"/>
              </a:ext>
            </a:extLst>
          </p:cNvPr>
          <p:cNvSpPr/>
          <p:nvPr/>
        </p:nvSpPr>
        <p:spPr bwMode="auto">
          <a:xfrm>
            <a:off x="5681663" y="1539875"/>
            <a:ext cx="304800" cy="277813"/>
          </a:xfrm>
          <a:prstGeom prst="donut">
            <a:avLst>
              <a:gd name="adj" fmla="val 8455"/>
            </a:avLst>
          </a:prstGeom>
          <a:solidFill>
            <a:srgbClr val="FF0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 charset="0"/>
              <a:cs typeface="+mn-cs"/>
            </a:endParaRPr>
          </a:p>
        </p:txBody>
      </p:sp>
      <p:sp>
        <p:nvSpPr>
          <p:cNvPr id="105507" name="TextBox 2">
            <a:extLst>
              <a:ext uri="{FF2B5EF4-FFF2-40B4-BE49-F238E27FC236}">
                <a16:creationId xmlns:a16="http://schemas.microsoft.com/office/drawing/2014/main" id="{03655B75-4391-42FB-A534-6FD03EFF9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7563" y="3565525"/>
            <a:ext cx="50847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Notice that the minus changes to a plus.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7" name="Title 1">
            <a:extLst>
              <a:ext uri="{FF2B5EF4-FFF2-40B4-BE49-F238E27FC236}">
                <a16:creationId xmlns:a16="http://schemas.microsoft.com/office/drawing/2014/main" id="{F848646B-6D80-4975-B93A-24EFF7DC3BB2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 of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</a:t>
            </a:r>
            <a:r>
              <a:rPr kumimoji="0" lang="en-US" altLang="ja-JP" sz="3200" b="1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subtraction</a:t>
            </a:r>
            <a:endParaRPr kumimoji="0" lang="en-US" altLang="en-US" sz="3200" b="1" i="0" u="sng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498" name="Rectangle 5">
            <a:extLst>
              <a:ext uri="{FF2B5EF4-FFF2-40B4-BE49-F238E27FC236}">
                <a16:creationId xmlns:a16="http://schemas.microsoft.com/office/drawing/2014/main" id="{89F400F1-07F8-497E-9E78-B8604F8177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5013" y="2171700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499" name="Rectangle 6">
            <a:extLst>
              <a:ext uri="{FF2B5EF4-FFF2-40B4-BE49-F238E27FC236}">
                <a16:creationId xmlns:a16="http://schemas.microsoft.com/office/drawing/2014/main" id="{07BFB343-6100-4722-957E-6B3A52824D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5513" y="1933575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00" name="Line 7">
            <a:extLst>
              <a:ext uri="{FF2B5EF4-FFF2-40B4-BE49-F238E27FC236}">
                <a16:creationId xmlns:a16="http://schemas.microsoft.com/office/drawing/2014/main" id="{E4EC6987-8F14-497B-ADF5-6050D84F4F4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73263" y="2443163"/>
            <a:ext cx="792162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01" name="Line 8">
            <a:extLst>
              <a:ext uri="{FF2B5EF4-FFF2-40B4-BE49-F238E27FC236}">
                <a16:creationId xmlns:a16="http://schemas.microsoft.com/office/drawing/2014/main" id="{69F5B930-B2C2-4393-9128-AE35B4BEBC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8200" y="2443163"/>
            <a:ext cx="62071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02" name="Rectangle 9">
            <a:extLst>
              <a:ext uri="{FF2B5EF4-FFF2-40B4-BE49-F238E27FC236}">
                <a16:creationId xmlns:a16="http://schemas.microsoft.com/office/drawing/2014/main" id="{16C9D526-FC08-4545-8E47-91F70A787E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5513" y="2173288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03" name="Rectangle 10">
            <a:extLst>
              <a:ext uri="{FF2B5EF4-FFF2-40B4-BE49-F238E27FC236}">
                <a16:creationId xmlns:a16="http://schemas.microsoft.com/office/drawing/2014/main" id="{50D387FE-BCF6-44F9-BA74-3294CF2109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1588" y="1930400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04" name="Rectangle 11">
            <a:extLst>
              <a:ext uri="{FF2B5EF4-FFF2-40B4-BE49-F238E27FC236}">
                <a16:creationId xmlns:a16="http://schemas.microsoft.com/office/drawing/2014/main" id="{249DF658-F052-468F-B45A-A1C310A786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6013" y="1930400"/>
            <a:ext cx="2095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05" name="Rectangle 12">
            <a:extLst>
              <a:ext uri="{FF2B5EF4-FFF2-40B4-BE49-F238E27FC236}">
                <a16:creationId xmlns:a16="http://schemas.microsoft.com/office/drawing/2014/main" id="{0BCBB3FC-D0E6-426D-B282-48F80EB8A7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8225" y="1924050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06" name="Rectangle 13">
            <a:extLst>
              <a:ext uri="{FF2B5EF4-FFF2-40B4-BE49-F238E27FC236}">
                <a16:creationId xmlns:a16="http://schemas.microsoft.com/office/drawing/2014/main" id="{009B1F3B-8936-4E29-ACC9-95B0B92C6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63663" y="1924050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07" name="Rectangle 14">
            <a:extLst>
              <a:ext uri="{FF2B5EF4-FFF2-40B4-BE49-F238E27FC236}">
                <a16:creationId xmlns:a16="http://schemas.microsoft.com/office/drawing/2014/main" id="{69B23086-C208-4218-B995-67CD21B7A5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1588" y="2171700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08" name="Rectangle 15">
            <a:extLst>
              <a:ext uri="{FF2B5EF4-FFF2-40B4-BE49-F238E27FC236}">
                <a16:creationId xmlns:a16="http://schemas.microsoft.com/office/drawing/2014/main" id="{F298651B-8404-4CFB-A5B9-C91A5D415B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6013" y="2171700"/>
            <a:ext cx="2095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09" name="Rectangle 16">
            <a:extLst>
              <a:ext uri="{FF2B5EF4-FFF2-40B4-BE49-F238E27FC236}">
                <a16:creationId xmlns:a16="http://schemas.microsoft.com/office/drawing/2014/main" id="{8E04FDDE-0130-4AD3-AAD4-15BFB24222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8225" y="2165350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10" name="Rectangle 17">
            <a:extLst>
              <a:ext uri="{FF2B5EF4-FFF2-40B4-BE49-F238E27FC236}">
                <a16:creationId xmlns:a16="http://schemas.microsoft.com/office/drawing/2014/main" id="{293573FA-D563-4FCD-A0D9-658FD79BC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63663" y="2165350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11" name="Rectangle 18">
            <a:extLst>
              <a:ext uri="{FF2B5EF4-FFF2-40B4-BE49-F238E27FC236}">
                <a16:creationId xmlns:a16="http://schemas.microsoft.com/office/drawing/2014/main" id="{DF8882BA-9185-417C-8048-C4A887B20E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1588" y="2541588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12" name="Rectangle 19">
            <a:extLst>
              <a:ext uri="{FF2B5EF4-FFF2-40B4-BE49-F238E27FC236}">
                <a16:creationId xmlns:a16="http://schemas.microsoft.com/office/drawing/2014/main" id="{633C728F-C5FD-4083-BD16-867D410EF0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6013" y="2541588"/>
            <a:ext cx="2095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13" name="Rectangle 20">
            <a:extLst>
              <a:ext uri="{FF2B5EF4-FFF2-40B4-BE49-F238E27FC236}">
                <a16:creationId xmlns:a16="http://schemas.microsoft.com/office/drawing/2014/main" id="{AE7D42F0-CF78-4342-89BD-1DF9A531F5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8225" y="2533650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14" name="Rectangle 21">
            <a:extLst>
              <a:ext uri="{FF2B5EF4-FFF2-40B4-BE49-F238E27FC236}">
                <a16:creationId xmlns:a16="http://schemas.microsoft.com/office/drawing/2014/main" id="{06090BC0-D394-489E-8DA3-B1F95EB3C9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63663" y="2533650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15" name="Rectangle 22">
            <a:extLst>
              <a:ext uri="{FF2B5EF4-FFF2-40B4-BE49-F238E27FC236}">
                <a16:creationId xmlns:a16="http://schemas.microsoft.com/office/drawing/2014/main" id="{9CFF4B9C-79A3-4D09-82CD-4A8802D098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4713" y="2171700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16" name="Freeform 23">
            <a:extLst>
              <a:ext uri="{FF2B5EF4-FFF2-40B4-BE49-F238E27FC236}">
                <a16:creationId xmlns:a16="http://schemas.microsoft.com/office/drawing/2014/main" id="{B08F2E4B-D351-4DD2-BE5A-BB681113B450}"/>
              </a:ext>
            </a:extLst>
          </p:cNvPr>
          <p:cNvSpPr>
            <a:spLocks/>
          </p:cNvSpPr>
          <p:nvPr/>
        </p:nvSpPr>
        <p:spPr bwMode="auto">
          <a:xfrm>
            <a:off x="4178300" y="2827338"/>
            <a:ext cx="65088" cy="171450"/>
          </a:xfrm>
          <a:custGeom>
            <a:avLst/>
            <a:gdLst>
              <a:gd name="T0" fmla="*/ 2147483646 w 41"/>
              <a:gd name="T1" fmla="*/ 2147483646 h 108"/>
              <a:gd name="T2" fmla="*/ 2147483646 w 41"/>
              <a:gd name="T3" fmla="*/ 0 h 108"/>
              <a:gd name="T4" fmla="*/ 0 w 41"/>
              <a:gd name="T5" fmla="*/ 2147483646 h 108"/>
              <a:gd name="T6" fmla="*/ 2147483646 w 41"/>
              <a:gd name="T7" fmla="*/ 2147483646 h 108"/>
              <a:gd name="T8" fmla="*/ 2147483646 w 41"/>
              <a:gd name="T9" fmla="*/ 2147483646 h 10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108"/>
              <a:gd name="T17" fmla="*/ 41 w 41"/>
              <a:gd name="T18" fmla="*/ 108 h 10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108">
                <a:moveTo>
                  <a:pt x="41" y="108"/>
                </a:moveTo>
                <a:lnTo>
                  <a:pt x="14" y="0"/>
                </a:lnTo>
                <a:lnTo>
                  <a:pt x="0" y="108"/>
                </a:lnTo>
                <a:lnTo>
                  <a:pt x="14" y="108"/>
                </a:lnTo>
                <a:lnTo>
                  <a:pt x="41" y="108"/>
                </a:lnTo>
                <a:close/>
              </a:path>
            </a:pathLst>
          </a:custGeom>
          <a:solidFill>
            <a:srgbClr val="0000FF"/>
          </a:solidFill>
          <a:ln w="20638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17" name="Line 24">
            <a:extLst>
              <a:ext uri="{FF2B5EF4-FFF2-40B4-BE49-F238E27FC236}">
                <a16:creationId xmlns:a16="http://schemas.microsoft.com/office/drawing/2014/main" id="{01B4A093-27ED-4A6A-A743-DCC9904DC7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00525" y="3019425"/>
            <a:ext cx="1588" cy="234950"/>
          </a:xfrm>
          <a:prstGeom prst="line">
            <a:avLst/>
          </a:pr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18" name="Rectangle 25">
            <a:extLst>
              <a:ext uri="{FF2B5EF4-FFF2-40B4-BE49-F238E27FC236}">
                <a16:creationId xmlns:a16="http://schemas.microsoft.com/office/drawing/2014/main" id="{C30C2E4E-D0E5-45FB-93EB-E3EA91F4A0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0838" y="2543175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19" name="Rectangle 26">
            <a:extLst>
              <a:ext uri="{FF2B5EF4-FFF2-40B4-BE49-F238E27FC236}">
                <a16:creationId xmlns:a16="http://schemas.microsoft.com/office/drawing/2014/main" id="{22E0F652-BC03-45F4-8E1F-83DA8765D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292475"/>
            <a:ext cx="523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ignore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20" name="Rectangle 27">
            <a:extLst>
              <a:ext uri="{FF2B5EF4-FFF2-40B4-BE49-F238E27FC236}">
                <a16:creationId xmlns:a16="http://schemas.microsoft.com/office/drawing/2014/main" id="{A36D68C5-D65B-4FBD-8B14-32E92FA3FC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1625" y="2171700"/>
            <a:ext cx="2095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21" name="Rectangle 28">
            <a:extLst>
              <a:ext uri="{FF2B5EF4-FFF2-40B4-BE49-F238E27FC236}">
                <a16:creationId xmlns:a16="http://schemas.microsoft.com/office/drawing/2014/main" id="{8D853974-E90E-42C6-99B3-F3B393836A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9588" y="2543175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22" name="Rectangle 29">
            <a:extLst>
              <a:ext uri="{FF2B5EF4-FFF2-40B4-BE49-F238E27FC236}">
                <a16:creationId xmlns:a16="http://schemas.microsoft.com/office/drawing/2014/main" id="{042EBE09-24BD-4245-9A96-1E02429068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9588" y="1933575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23" name="Line 30">
            <a:extLst>
              <a:ext uri="{FF2B5EF4-FFF2-40B4-BE49-F238E27FC236}">
                <a16:creationId xmlns:a16="http://schemas.microsoft.com/office/drawing/2014/main" id="{57E3DF30-6AF0-4AF7-83F7-EA1F01AA0A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92575" y="2443163"/>
            <a:ext cx="7921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24" name="Freeform 31">
            <a:extLst>
              <a:ext uri="{FF2B5EF4-FFF2-40B4-BE49-F238E27FC236}">
                <a16:creationId xmlns:a16="http://schemas.microsoft.com/office/drawing/2014/main" id="{920740A6-6868-4FE9-9772-8FB006A468CB}"/>
              </a:ext>
            </a:extLst>
          </p:cNvPr>
          <p:cNvSpPr>
            <a:spLocks/>
          </p:cNvSpPr>
          <p:nvPr/>
        </p:nvSpPr>
        <p:spPr bwMode="auto">
          <a:xfrm>
            <a:off x="3151188" y="2208213"/>
            <a:ext cx="557212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25" name="Rectangle 32">
            <a:extLst>
              <a:ext uri="{FF2B5EF4-FFF2-40B4-BE49-F238E27FC236}">
                <a16:creationId xmlns:a16="http://schemas.microsoft.com/office/drawing/2014/main" id="{266CB1B5-999C-4E7C-A170-937A8F9FDA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9588" y="2173288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06526" name="Group 27">
            <a:extLst>
              <a:ext uri="{FF2B5EF4-FFF2-40B4-BE49-F238E27FC236}">
                <a16:creationId xmlns:a16="http://schemas.microsoft.com/office/drawing/2014/main" id="{454A7E3F-BD37-42DE-B835-9CD1BDAD28B4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1143000"/>
            <a:ext cx="2803525" cy="5167313"/>
            <a:chOff x="6172200" y="1143000"/>
            <a:chExt cx="2803963" cy="5167923"/>
          </a:xfrm>
        </p:grpSpPr>
        <p:pic>
          <p:nvPicPr>
            <p:cNvPr id="106532" name="Picture 28" descr="Screen shot 2015-09-30 at 3.23.46 PM.png">
              <a:extLst>
                <a:ext uri="{FF2B5EF4-FFF2-40B4-BE49-F238E27FC236}">
                  <a16:creationId xmlns:a16="http://schemas.microsoft.com/office/drawing/2014/main" id="{481C773C-17E4-4E94-A29F-C0D8E7A9720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533" name="Picture 29" descr="Screen shot 2015-09-30 at 3.24.18 PM.png">
              <a:extLst>
                <a:ext uri="{FF2B5EF4-FFF2-40B4-BE49-F238E27FC236}">
                  <a16:creationId xmlns:a16="http://schemas.microsoft.com/office/drawing/2014/main" id="{BADFB0DB-4A15-4E91-81B6-42C4506AD4F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6527" name="Rectangle 3">
            <a:extLst>
              <a:ext uri="{FF2B5EF4-FFF2-40B4-BE49-F238E27FC236}">
                <a16:creationId xmlns:a16="http://schemas.microsoft.com/office/drawing/2014/main" id="{C221E644-24F5-4F45-9579-78774C1AA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5088" y="254000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28" name="Rectangle 3">
            <a:extLst>
              <a:ext uri="{FF2B5EF4-FFF2-40B4-BE49-F238E27FC236}">
                <a16:creationId xmlns:a16="http://schemas.microsoft.com/office/drawing/2014/main" id="{58D97ABB-15C3-4B09-A7DC-4BB6994F82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9850" y="33131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29" name="Rectangle 3">
            <a:extLst>
              <a:ext uri="{FF2B5EF4-FFF2-40B4-BE49-F238E27FC236}">
                <a16:creationId xmlns:a16="http://schemas.microsoft.com/office/drawing/2014/main" id="{CE69197D-0B91-4942-9DD3-B5618EB5D2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3125" y="1905000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30" name="Rectangle 3">
            <a:extLst>
              <a:ext uri="{FF2B5EF4-FFF2-40B4-BE49-F238E27FC236}">
                <a16:creationId xmlns:a16="http://schemas.microsoft.com/office/drawing/2014/main" id="{D01D723E-BFC8-4FBC-8690-4D767E0D3D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3125" y="2176463"/>
            <a:ext cx="628650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31" name="TextBox 125">
            <a:extLst>
              <a:ext uri="{FF2B5EF4-FFF2-40B4-BE49-F238E27FC236}">
                <a16:creationId xmlns:a16="http://schemas.microsoft.com/office/drawing/2014/main" id="{4341F037-0CE0-43B8-BEEB-E1E622FEF6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788" y="64008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3.10 from the textbook ]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1" name="Title 1">
            <a:extLst>
              <a:ext uri="{FF2B5EF4-FFF2-40B4-BE49-F238E27FC236}">
                <a16:creationId xmlns:a16="http://schemas.microsoft.com/office/drawing/2014/main" id="{271EB3DD-4DE3-450E-9280-FB326DE42116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 of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</a:t>
            </a:r>
            <a:r>
              <a:rPr kumimoji="0" lang="en-US" altLang="ja-JP" sz="3200" b="1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subtraction</a:t>
            </a:r>
            <a:endParaRPr kumimoji="0" lang="en-US" altLang="en-US" sz="3200" b="1" i="0" u="sng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22" name="Rectangle 5">
            <a:extLst>
              <a:ext uri="{FF2B5EF4-FFF2-40B4-BE49-F238E27FC236}">
                <a16:creationId xmlns:a16="http://schemas.microsoft.com/office/drawing/2014/main" id="{A6EB03D5-4D8E-49F3-AB5E-A1D78D2D6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5013" y="2952750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23" name="Rectangle 6">
            <a:extLst>
              <a:ext uri="{FF2B5EF4-FFF2-40B4-BE49-F238E27FC236}">
                <a16:creationId xmlns:a16="http://schemas.microsoft.com/office/drawing/2014/main" id="{D0FFEAF0-C6E0-49A5-AD9E-3FD0496D36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5513" y="2714625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24" name="Line 7">
            <a:extLst>
              <a:ext uri="{FF2B5EF4-FFF2-40B4-BE49-F238E27FC236}">
                <a16:creationId xmlns:a16="http://schemas.microsoft.com/office/drawing/2014/main" id="{795AF693-B467-4B67-B78D-A22A2B5FF82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73263" y="3224213"/>
            <a:ext cx="792162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25" name="Line 8">
            <a:extLst>
              <a:ext uri="{FF2B5EF4-FFF2-40B4-BE49-F238E27FC236}">
                <a16:creationId xmlns:a16="http://schemas.microsoft.com/office/drawing/2014/main" id="{81B917BB-9748-467D-92F7-85CCA948249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8200" y="3224213"/>
            <a:ext cx="62071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26" name="Rectangle 9">
            <a:extLst>
              <a:ext uri="{FF2B5EF4-FFF2-40B4-BE49-F238E27FC236}">
                <a16:creationId xmlns:a16="http://schemas.microsoft.com/office/drawing/2014/main" id="{C6AFA859-C9A3-4B5F-83AB-284710664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5513" y="2954338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27" name="Rectangle 10">
            <a:extLst>
              <a:ext uri="{FF2B5EF4-FFF2-40B4-BE49-F238E27FC236}">
                <a16:creationId xmlns:a16="http://schemas.microsoft.com/office/drawing/2014/main" id="{01FFF429-4410-4422-B4B7-60FAD58D82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1588" y="2711450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28" name="Rectangle 11">
            <a:extLst>
              <a:ext uri="{FF2B5EF4-FFF2-40B4-BE49-F238E27FC236}">
                <a16:creationId xmlns:a16="http://schemas.microsoft.com/office/drawing/2014/main" id="{DB14E7B3-3E48-4392-A623-8DF932BD4B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6013" y="2711450"/>
            <a:ext cx="2095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29" name="Rectangle 12">
            <a:extLst>
              <a:ext uri="{FF2B5EF4-FFF2-40B4-BE49-F238E27FC236}">
                <a16:creationId xmlns:a16="http://schemas.microsoft.com/office/drawing/2014/main" id="{55B5CACF-2213-4FA3-B03B-29C3C8FD01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8225" y="2705100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30" name="Rectangle 13">
            <a:extLst>
              <a:ext uri="{FF2B5EF4-FFF2-40B4-BE49-F238E27FC236}">
                <a16:creationId xmlns:a16="http://schemas.microsoft.com/office/drawing/2014/main" id="{3F89617F-DF80-4EE9-AF8A-62CA52CB9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63663" y="2705100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31" name="Rectangle 14">
            <a:extLst>
              <a:ext uri="{FF2B5EF4-FFF2-40B4-BE49-F238E27FC236}">
                <a16:creationId xmlns:a16="http://schemas.microsoft.com/office/drawing/2014/main" id="{8EA2626E-B266-49F9-A2E4-D427875C7A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1588" y="2952750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32" name="Rectangle 15">
            <a:extLst>
              <a:ext uri="{FF2B5EF4-FFF2-40B4-BE49-F238E27FC236}">
                <a16:creationId xmlns:a16="http://schemas.microsoft.com/office/drawing/2014/main" id="{D7D76E21-C8AC-49BF-A1B6-7DE30400B0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6013" y="2952750"/>
            <a:ext cx="2095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33" name="Rectangle 16">
            <a:extLst>
              <a:ext uri="{FF2B5EF4-FFF2-40B4-BE49-F238E27FC236}">
                <a16:creationId xmlns:a16="http://schemas.microsoft.com/office/drawing/2014/main" id="{2DBDEABA-2A57-4506-909C-2D15FC055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8225" y="2946400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34" name="Rectangle 17">
            <a:extLst>
              <a:ext uri="{FF2B5EF4-FFF2-40B4-BE49-F238E27FC236}">
                <a16:creationId xmlns:a16="http://schemas.microsoft.com/office/drawing/2014/main" id="{98D86286-FE7D-47E0-A77C-89D8E50499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63663" y="2946400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35" name="Rectangle 18">
            <a:extLst>
              <a:ext uri="{FF2B5EF4-FFF2-40B4-BE49-F238E27FC236}">
                <a16:creationId xmlns:a16="http://schemas.microsoft.com/office/drawing/2014/main" id="{E95444BC-D73C-469F-9687-EA8086AB99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1588" y="3322638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36" name="Rectangle 19">
            <a:extLst>
              <a:ext uri="{FF2B5EF4-FFF2-40B4-BE49-F238E27FC236}">
                <a16:creationId xmlns:a16="http://schemas.microsoft.com/office/drawing/2014/main" id="{107BAB7B-D4A1-4D87-AE3E-D7BC07ECD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6013" y="3322638"/>
            <a:ext cx="2095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37" name="Rectangle 20">
            <a:extLst>
              <a:ext uri="{FF2B5EF4-FFF2-40B4-BE49-F238E27FC236}">
                <a16:creationId xmlns:a16="http://schemas.microsoft.com/office/drawing/2014/main" id="{CF84F2FF-4759-466D-BFBA-4C0CE55478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8225" y="3314700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38" name="Rectangle 21">
            <a:extLst>
              <a:ext uri="{FF2B5EF4-FFF2-40B4-BE49-F238E27FC236}">
                <a16:creationId xmlns:a16="http://schemas.microsoft.com/office/drawing/2014/main" id="{EA3ECCD5-0C07-45F6-A887-62A9CBA9BF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63663" y="3314700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39" name="Rectangle 22">
            <a:extLst>
              <a:ext uri="{FF2B5EF4-FFF2-40B4-BE49-F238E27FC236}">
                <a16:creationId xmlns:a16="http://schemas.microsoft.com/office/drawing/2014/main" id="{A485194C-2360-4026-9D34-145052ACE9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4713" y="2952750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40" name="Freeform 23">
            <a:extLst>
              <a:ext uri="{FF2B5EF4-FFF2-40B4-BE49-F238E27FC236}">
                <a16:creationId xmlns:a16="http://schemas.microsoft.com/office/drawing/2014/main" id="{1CD81F40-E2C5-4A54-8F90-EE36D81FDFA2}"/>
              </a:ext>
            </a:extLst>
          </p:cNvPr>
          <p:cNvSpPr>
            <a:spLocks/>
          </p:cNvSpPr>
          <p:nvPr/>
        </p:nvSpPr>
        <p:spPr bwMode="auto">
          <a:xfrm>
            <a:off x="4178300" y="3608388"/>
            <a:ext cx="65088" cy="171450"/>
          </a:xfrm>
          <a:custGeom>
            <a:avLst/>
            <a:gdLst>
              <a:gd name="T0" fmla="*/ 2147483646 w 41"/>
              <a:gd name="T1" fmla="*/ 2147483646 h 108"/>
              <a:gd name="T2" fmla="*/ 2147483646 w 41"/>
              <a:gd name="T3" fmla="*/ 0 h 108"/>
              <a:gd name="T4" fmla="*/ 0 w 41"/>
              <a:gd name="T5" fmla="*/ 2147483646 h 108"/>
              <a:gd name="T6" fmla="*/ 2147483646 w 41"/>
              <a:gd name="T7" fmla="*/ 2147483646 h 108"/>
              <a:gd name="T8" fmla="*/ 2147483646 w 41"/>
              <a:gd name="T9" fmla="*/ 2147483646 h 10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108"/>
              <a:gd name="T17" fmla="*/ 41 w 41"/>
              <a:gd name="T18" fmla="*/ 108 h 10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108">
                <a:moveTo>
                  <a:pt x="41" y="108"/>
                </a:moveTo>
                <a:lnTo>
                  <a:pt x="14" y="0"/>
                </a:lnTo>
                <a:lnTo>
                  <a:pt x="0" y="108"/>
                </a:lnTo>
                <a:lnTo>
                  <a:pt x="14" y="108"/>
                </a:lnTo>
                <a:lnTo>
                  <a:pt x="41" y="108"/>
                </a:lnTo>
                <a:close/>
              </a:path>
            </a:pathLst>
          </a:custGeom>
          <a:solidFill>
            <a:srgbClr val="0000FF"/>
          </a:solidFill>
          <a:ln w="20638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41" name="Line 24">
            <a:extLst>
              <a:ext uri="{FF2B5EF4-FFF2-40B4-BE49-F238E27FC236}">
                <a16:creationId xmlns:a16="http://schemas.microsoft.com/office/drawing/2014/main" id="{1AEE27ED-5270-4C38-BC7B-CBB3F137705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00525" y="3800475"/>
            <a:ext cx="1588" cy="234950"/>
          </a:xfrm>
          <a:prstGeom prst="line">
            <a:avLst/>
          </a:pr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42" name="Rectangle 25">
            <a:extLst>
              <a:ext uri="{FF2B5EF4-FFF2-40B4-BE49-F238E27FC236}">
                <a16:creationId xmlns:a16="http://schemas.microsoft.com/office/drawing/2014/main" id="{9DA934CC-ACE3-460B-91C1-F669339CC7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0838" y="3324225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43" name="Rectangle 26">
            <a:extLst>
              <a:ext uri="{FF2B5EF4-FFF2-40B4-BE49-F238E27FC236}">
                <a16:creationId xmlns:a16="http://schemas.microsoft.com/office/drawing/2014/main" id="{344225BB-F5EA-4695-9150-AA2B252696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4073525"/>
            <a:ext cx="523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ignore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44" name="Rectangle 27">
            <a:extLst>
              <a:ext uri="{FF2B5EF4-FFF2-40B4-BE49-F238E27FC236}">
                <a16:creationId xmlns:a16="http://schemas.microsoft.com/office/drawing/2014/main" id="{13EABB28-7519-4F79-A9DD-AB4A957763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1625" y="2952750"/>
            <a:ext cx="2095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45" name="Rectangle 28">
            <a:extLst>
              <a:ext uri="{FF2B5EF4-FFF2-40B4-BE49-F238E27FC236}">
                <a16:creationId xmlns:a16="http://schemas.microsoft.com/office/drawing/2014/main" id="{CA0ACC43-8864-4D2D-90A6-7F2AFBB651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9588" y="3324225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46" name="Rectangle 29">
            <a:extLst>
              <a:ext uri="{FF2B5EF4-FFF2-40B4-BE49-F238E27FC236}">
                <a16:creationId xmlns:a16="http://schemas.microsoft.com/office/drawing/2014/main" id="{54728ACF-A0F5-4057-BDDD-B4802067F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9588" y="2714625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47" name="Line 30">
            <a:extLst>
              <a:ext uri="{FF2B5EF4-FFF2-40B4-BE49-F238E27FC236}">
                <a16:creationId xmlns:a16="http://schemas.microsoft.com/office/drawing/2014/main" id="{65CA6809-4C73-420F-BA76-3DE2C5CB3ED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92575" y="3224213"/>
            <a:ext cx="7921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48" name="Freeform 31">
            <a:extLst>
              <a:ext uri="{FF2B5EF4-FFF2-40B4-BE49-F238E27FC236}">
                <a16:creationId xmlns:a16="http://schemas.microsoft.com/office/drawing/2014/main" id="{22729BCC-640B-4937-9180-C514C517CDBE}"/>
              </a:ext>
            </a:extLst>
          </p:cNvPr>
          <p:cNvSpPr>
            <a:spLocks/>
          </p:cNvSpPr>
          <p:nvPr/>
        </p:nvSpPr>
        <p:spPr bwMode="auto">
          <a:xfrm>
            <a:off x="3151188" y="2989263"/>
            <a:ext cx="557212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49" name="Rectangle 32">
            <a:extLst>
              <a:ext uri="{FF2B5EF4-FFF2-40B4-BE49-F238E27FC236}">
                <a16:creationId xmlns:a16="http://schemas.microsoft.com/office/drawing/2014/main" id="{E3887978-CE5F-4182-9AC9-313A526D7E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9588" y="2954338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07550" name="Group 27">
            <a:extLst>
              <a:ext uri="{FF2B5EF4-FFF2-40B4-BE49-F238E27FC236}">
                <a16:creationId xmlns:a16="http://schemas.microsoft.com/office/drawing/2014/main" id="{1FAE4545-5D72-4A4A-B711-30F9BFDE1990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1143000"/>
            <a:ext cx="2803525" cy="5167313"/>
            <a:chOff x="6172200" y="1143000"/>
            <a:chExt cx="2803963" cy="5167923"/>
          </a:xfrm>
        </p:grpSpPr>
        <p:pic>
          <p:nvPicPr>
            <p:cNvPr id="107561" name="Picture 28" descr="Screen shot 2015-09-30 at 3.23.46 PM.png">
              <a:extLst>
                <a:ext uri="{FF2B5EF4-FFF2-40B4-BE49-F238E27FC236}">
                  <a16:creationId xmlns:a16="http://schemas.microsoft.com/office/drawing/2014/main" id="{A7B20E41-B42F-4DC4-87AD-BA057A987A9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562" name="Picture 29" descr="Screen shot 2015-09-30 at 3.24.18 PM.png">
              <a:extLst>
                <a:ext uri="{FF2B5EF4-FFF2-40B4-BE49-F238E27FC236}">
                  <a16:creationId xmlns:a16="http://schemas.microsoft.com/office/drawing/2014/main" id="{C1B53EFA-09CD-4BF3-9DC3-4EAA3F58370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7551" name="Rectangle 3">
            <a:extLst>
              <a:ext uri="{FF2B5EF4-FFF2-40B4-BE49-F238E27FC236}">
                <a16:creationId xmlns:a16="http://schemas.microsoft.com/office/drawing/2014/main" id="{37B30BFE-F0D5-44F7-ACE3-1BDD6DF63E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5088" y="254000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52" name="Rectangle 3">
            <a:extLst>
              <a:ext uri="{FF2B5EF4-FFF2-40B4-BE49-F238E27FC236}">
                <a16:creationId xmlns:a16="http://schemas.microsoft.com/office/drawing/2014/main" id="{013874F4-7EFC-40BC-98CD-ABA34CB196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2550" y="56499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53" name="Rectangle 3">
            <a:extLst>
              <a:ext uri="{FF2B5EF4-FFF2-40B4-BE49-F238E27FC236}">
                <a16:creationId xmlns:a16="http://schemas.microsoft.com/office/drawing/2014/main" id="{04E01DA7-69DA-4550-8A51-FAD561AFD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2550" y="3048000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54" name="Rectangle 3">
            <a:extLst>
              <a:ext uri="{FF2B5EF4-FFF2-40B4-BE49-F238E27FC236}">
                <a16:creationId xmlns:a16="http://schemas.microsoft.com/office/drawing/2014/main" id="{A6D67729-D8E4-457D-A67F-E76F0873B8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9850" y="33131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55" name="Rectangle 3">
            <a:extLst>
              <a:ext uri="{FF2B5EF4-FFF2-40B4-BE49-F238E27FC236}">
                <a16:creationId xmlns:a16="http://schemas.microsoft.com/office/drawing/2014/main" id="{82007DEE-99C8-4529-B331-BAAE624E55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1488" y="2987675"/>
            <a:ext cx="628650" cy="211138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56" name="Rectangle 3">
            <a:extLst>
              <a:ext uri="{FF2B5EF4-FFF2-40B4-BE49-F238E27FC236}">
                <a16:creationId xmlns:a16="http://schemas.microsoft.com/office/drawing/2014/main" id="{FCA3E3D5-8493-4F26-82CE-DF03D83A2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4663" y="2709863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57" name="Rectangle 45">
            <a:extLst>
              <a:ext uri="{FF2B5EF4-FFF2-40B4-BE49-F238E27FC236}">
                <a16:creationId xmlns:a16="http://schemas.microsoft.com/office/drawing/2014/main" id="{B8136C82-D0B4-45D9-AAA0-1CFF9079D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6725" y="3346450"/>
            <a:ext cx="628650" cy="211138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58" name="Rectangle 3">
            <a:extLst>
              <a:ext uri="{FF2B5EF4-FFF2-40B4-BE49-F238E27FC236}">
                <a16:creationId xmlns:a16="http://schemas.microsoft.com/office/drawing/2014/main" id="{8978F0AA-8859-432C-A82D-BC362E885F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3125" y="2686050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59" name="Rectangle 3">
            <a:extLst>
              <a:ext uri="{FF2B5EF4-FFF2-40B4-BE49-F238E27FC236}">
                <a16:creationId xmlns:a16="http://schemas.microsoft.com/office/drawing/2014/main" id="{909B8B94-BDF6-4645-A93F-68B22F1670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3125" y="2957513"/>
            <a:ext cx="628650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560" name="TextBox 125">
            <a:extLst>
              <a:ext uri="{FF2B5EF4-FFF2-40B4-BE49-F238E27FC236}">
                <a16:creationId xmlns:a16="http://schemas.microsoft.com/office/drawing/2014/main" id="{4FDBBBC6-64C8-4ABF-8481-BCF12C331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788" y="64008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3.10 from the textbook ]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8545" name="Picture 2">
            <a:extLst>
              <a:ext uri="{FF2B5EF4-FFF2-40B4-BE49-F238E27FC236}">
                <a16:creationId xmlns:a16="http://schemas.microsoft.com/office/drawing/2014/main" id="{33E8E96C-B884-4F27-ADA3-39E7AD874E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2888" y="1438275"/>
            <a:ext cx="8658225" cy="488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8546" name="TextBox 125">
            <a:extLst>
              <a:ext uri="{FF2B5EF4-FFF2-40B4-BE49-F238E27FC236}">
                <a16:creationId xmlns:a16="http://schemas.microsoft.com/office/drawing/2014/main" id="{9CCDCA09-3D80-4F4F-85F1-91C9C95941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64770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3.11 from the textbook ]</a:t>
            </a:r>
          </a:p>
        </p:txBody>
      </p:sp>
      <p:sp>
        <p:nvSpPr>
          <p:cNvPr id="108547" name="Title 1">
            <a:extLst>
              <a:ext uri="{FF2B5EF4-FFF2-40B4-BE49-F238E27FC236}">
                <a16:creationId xmlns:a16="http://schemas.microsoft.com/office/drawing/2014/main" id="{9E333198-EA0E-4F87-955F-1A38715F325C}"/>
              </a:ext>
            </a:extLst>
          </p:cNvPr>
          <p:cNvSpPr txBox="1">
            <a:spLocks/>
          </p:cNvSpPr>
          <p:nvPr/>
        </p:nvSpPr>
        <p:spPr bwMode="auto">
          <a:xfrm>
            <a:off x="0" y="30163"/>
            <a:ext cx="9144000" cy="1036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Graphical interpretation of four-bit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2’s complement numbers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20559E1-A5C9-4A5A-B2B1-5CF3E4EA0DAD}"/>
                  </a:ext>
                </a:extLst>
              </p14:cNvPr>
              <p14:cNvContentPartPr/>
              <p14:nvPr/>
            </p14:nvContentPartPr>
            <p14:xfrm>
              <a:off x="5569920" y="664920"/>
              <a:ext cx="3044520" cy="342000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20559E1-A5C9-4A5A-B2B1-5CF3E4EA0DAD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560560" y="655560"/>
                <a:ext cx="3063240" cy="34387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Title 1">
            <a:extLst>
              <a:ext uri="{FF2B5EF4-FFF2-40B4-BE49-F238E27FC236}">
                <a16:creationId xmlns:a16="http://schemas.microsoft.com/office/drawing/2014/main" id="{241DA588-F426-40BD-AC66-AB01567387AE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 of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subtraction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70" name="TextBox 125">
            <a:extLst>
              <a:ext uri="{FF2B5EF4-FFF2-40B4-BE49-F238E27FC236}">
                <a16:creationId xmlns:a16="http://schemas.microsoft.com/office/drawing/2014/main" id="{62736FB9-5374-4152-9649-7F6182D63C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788" y="64008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3.10 from the textbook ]</a:t>
            </a:r>
          </a:p>
        </p:txBody>
      </p:sp>
      <p:sp>
        <p:nvSpPr>
          <p:cNvPr id="109571" name="Rectangle 33">
            <a:extLst>
              <a:ext uri="{FF2B5EF4-FFF2-40B4-BE49-F238E27FC236}">
                <a16:creationId xmlns:a16="http://schemas.microsoft.com/office/drawing/2014/main" id="{F0547FC3-42A0-4985-AFA5-27A728E6B5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7413" y="3135313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72" name="Rectangle 34">
            <a:extLst>
              <a:ext uri="{FF2B5EF4-FFF2-40B4-BE49-F238E27FC236}">
                <a16:creationId xmlns:a16="http://schemas.microsoft.com/office/drawing/2014/main" id="{B7A9F6E4-DFAB-40E1-B3EC-16B634A2D9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7913" y="2897188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73" name="Line 35">
            <a:extLst>
              <a:ext uri="{FF2B5EF4-FFF2-40B4-BE49-F238E27FC236}">
                <a16:creationId xmlns:a16="http://schemas.microsoft.com/office/drawing/2014/main" id="{41B870EB-CE55-467F-AB05-6EB7A9AACD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25663" y="3405188"/>
            <a:ext cx="792162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74" name="Line 36">
            <a:extLst>
              <a:ext uri="{FF2B5EF4-FFF2-40B4-BE49-F238E27FC236}">
                <a16:creationId xmlns:a16="http://schemas.microsoft.com/office/drawing/2014/main" id="{1BEFFCE0-1552-498B-A0E1-8C91C2CB514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90600" y="3405188"/>
            <a:ext cx="62071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75" name="Rectangle 37">
            <a:extLst>
              <a:ext uri="{FF2B5EF4-FFF2-40B4-BE49-F238E27FC236}">
                <a16:creationId xmlns:a16="http://schemas.microsoft.com/office/drawing/2014/main" id="{19701CF1-63A3-41B9-9CCE-CEE85C81C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7913" y="3136900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76" name="Rectangle 38">
            <a:extLst>
              <a:ext uri="{FF2B5EF4-FFF2-40B4-BE49-F238E27FC236}">
                <a16:creationId xmlns:a16="http://schemas.microsoft.com/office/drawing/2014/main" id="{8A92A3F3-6920-40E0-8AE0-585AA3C4FC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113" y="3135313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77" name="Freeform 39">
            <a:extLst>
              <a:ext uri="{FF2B5EF4-FFF2-40B4-BE49-F238E27FC236}">
                <a16:creationId xmlns:a16="http://schemas.microsoft.com/office/drawing/2014/main" id="{A9085575-2B57-42EB-B1C4-90D70977EB6B}"/>
              </a:ext>
            </a:extLst>
          </p:cNvPr>
          <p:cNvSpPr>
            <a:spLocks/>
          </p:cNvSpPr>
          <p:nvPr/>
        </p:nvSpPr>
        <p:spPr bwMode="auto">
          <a:xfrm>
            <a:off x="4330700" y="3789363"/>
            <a:ext cx="65088" cy="171450"/>
          </a:xfrm>
          <a:custGeom>
            <a:avLst/>
            <a:gdLst>
              <a:gd name="T0" fmla="*/ 2147483646 w 41"/>
              <a:gd name="T1" fmla="*/ 2147483646 h 108"/>
              <a:gd name="T2" fmla="*/ 2147483646 w 41"/>
              <a:gd name="T3" fmla="*/ 0 h 108"/>
              <a:gd name="T4" fmla="*/ 0 w 41"/>
              <a:gd name="T5" fmla="*/ 2147483646 h 108"/>
              <a:gd name="T6" fmla="*/ 2147483646 w 41"/>
              <a:gd name="T7" fmla="*/ 2147483646 h 108"/>
              <a:gd name="T8" fmla="*/ 2147483646 w 41"/>
              <a:gd name="T9" fmla="*/ 2147483646 h 10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108"/>
              <a:gd name="T17" fmla="*/ 41 w 41"/>
              <a:gd name="T18" fmla="*/ 108 h 10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108">
                <a:moveTo>
                  <a:pt x="41" y="108"/>
                </a:moveTo>
                <a:lnTo>
                  <a:pt x="14" y="0"/>
                </a:lnTo>
                <a:lnTo>
                  <a:pt x="0" y="108"/>
                </a:lnTo>
                <a:lnTo>
                  <a:pt x="14" y="108"/>
                </a:lnTo>
                <a:lnTo>
                  <a:pt x="41" y="108"/>
                </a:lnTo>
                <a:close/>
              </a:path>
            </a:pathLst>
          </a:custGeom>
          <a:solidFill>
            <a:srgbClr val="0000FF"/>
          </a:solidFill>
          <a:ln w="20638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78" name="Line 40">
            <a:extLst>
              <a:ext uri="{FF2B5EF4-FFF2-40B4-BE49-F238E27FC236}">
                <a16:creationId xmlns:a16="http://schemas.microsoft.com/office/drawing/2014/main" id="{A5DF8B5F-549B-4459-BE72-95D02357EC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52925" y="3983038"/>
            <a:ext cx="1588" cy="234950"/>
          </a:xfrm>
          <a:prstGeom prst="line">
            <a:avLst/>
          </a:pr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79" name="Rectangle 41">
            <a:extLst>
              <a:ext uri="{FF2B5EF4-FFF2-40B4-BE49-F238E27FC236}">
                <a16:creationId xmlns:a16="http://schemas.microsoft.com/office/drawing/2014/main" id="{B5F6DC70-42A6-4C34-8929-5F8B079565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3238" y="3506788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80" name="Rectangle 42">
            <a:extLst>
              <a:ext uri="{FF2B5EF4-FFF2-40B4-BE49-F238E27FC236}">
                <a16:creationId xmlns:a16="http://schemas.microsoft.com/office/drawing/2014/main" id="{09CC4367-08D3-478B-86E7-B7924A2C8B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4800" y="4256088"/>
            <a:ext cx="5238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ignore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81" name="Rectangle 43">
            <a:extLst>
              <a:ext uri="{FF2B5EF4-FFF2-40B4-BE49-F238E27FC236}">
                <a16:creationId xmlns:a16="http://schemas.microsoft.com/office/drawing/2014/main" id="{D24DD2D1-C6B7-4922-9111-646D751A3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4025" y="3135313"/>
            <a:ext cx="2095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82" name="Rectangle 44">
            <a:extLst>
              <a:ext uri="{FF2B5EF4-FFF2-40B4-BE49-F238E27FC236}">
                <a16:creationId xmlns:a16="http://schemas.microsoft.com/office/drawing/2014/main" id="{71000FCB-3F38-4BA3-BCDF-1C2DEC542C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1988" y="3506788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83" name="Rectangle 45">
            <a:extLst>
              <a:ext uri="{FF2B5EF4-FFF2-40B4-BE49-F238E27FC236}">
                <a16:creationId xmlns:a16="http://schemas.microsoft.com/office/drawing/2014/main" id="{BC8C20C5-D680-4E5B-8E41-7D1C189EAF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1988" y="2897188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84" name="Line 46">
            <a:extLst>
              <a:ext uri="{FF2B5EF4-FFF2-40B4-BE49-F238E27FC236}">
                <a16:creationId xmlns:a16="http://schemas.microsoft.com/office/drawing/2014/main" id="{69F1942E-41D1-4C79-8E31-C58A883DF47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44975" y="3405188"/>
            <a:ext cx="7921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85" name="Rectangle 48">
            <a:extLst>
              <a:ext uri="{FF2B5EF4-FFF2-40B4-BE49-F238E27FC236}">
                <a16:creationId xmlns:a16="http://schemas.microsoft.com/office/drawing/2014/main" id="{7A55CB72-089A-410D-9F93-73C5D94CE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1988" y="3136900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86" name="Rectangle 69">
            <a:extLst>
              <a:ext uri="{FF2B5EF4-FFF2-40B4-BE49-F238E27FC236}">
                <a16:creationId xmlns:a16="http://schemas.microsoft.com/office/drawing/2014/main" id="{7F021EA1-BD59-4CFA-B52A-489C89DAB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1763" y="2900363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87" name="Rectangle 70">
            <a:extLst>
              <a:ext uri="{FF2B5EF4-FFF2-40B4-BE49-F238E27FC236}">
                <a16:creationId xmlns:a16="http://schemas.microsoft.com/office/drawing/2014/main" id="{5A88F361-1B83-48E9-9E9B-DCAC54C4AF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8575" y="2900363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88" name="Rectangle 71">
            <a:extLst>
              <a:ext uri="{FF2B5EF4-FFF2-40B4-BE49-F238E27FC236}">
                <a16:creationId xmlns:a16="http://schemas.microsoft.com/office/drawing/2014/main" id="{E9CE7611-CC26-4B5D-B12B-30F62E60AA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5550" y="2895600"/>
            <a:ext cx="1905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89" name="Rectangle 72">
            <a:extLst>
              <a:ext uri="{FF2B5EF4-FFF2-40B4-BE49-F238E27FC236}">
                <a16:creationId xmlns:a16="http://schemas.microsoft.com/office/drawing/2014/main" id="{0B1615AB-DF71-4742-86C8-2F00442D49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7650" y="2895600"/>
            <a:ext cx="1905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90" name="Rectangle 73">
            <a:extLst>
              <a:ext uri="{FF2B5EF4-FFF2-40B4-BE49-F238E27FC236}">
                <a16:creationId xmlns:a16="http://schemas.microsoft.com/office/drawing/2014/main" id="{41D072C7-BDE3-4DB5-9FE9-690CF54A2D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1763" y="3511550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91" name="Rectangle 74">
            <a:extLst>
              <a:ext uri="{FF2B5EF4-FFF2-40B4-BE49-F238E27FC236}">
                <a16:creationId xmlns:a16="http://schemas.microsoft.com/office/drawing/2014/main" id="{6E8D1A4D-CAE0-43EE-8755-931C4E6A6C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8575" y="3511550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92" name="Rectangle 75">
            <a:extLst>
              <a:ext uri="{FF2B5EF4-FFF2-40B4-BE49-F238E27FC236}">
                <a16:creationId xmlns:a16="http://schemas.microsoft.com/office/drawing/2014/main" id="{215A3262-681F-4EB9-9997-620849BE60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5550" y="3506788"/>
            <a:ext cx="1905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93" name="Rectangle 76">
            <a:extLst>
              <a:ext uri="{FF2B5EF4-FFF2-40B4-BE49-F238E27FC236}">
                <a16:creationId xmlns:a16="http://schemas.microsoft.com/office/drawing/2014/main" id="{4B0A3808-4011-4F3B-8F91-CF5122CEC3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7650" y="3506788"/>
            <a:ext cx="1905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94" name="Rectangle 77">
            <a:extLst>
              <a:ext uri="{FF2B5EF4-FFF2-40B4-BE49-F238E27FC236}">
                <a16:creationId xmlns:a16="http://schemas.microsoft.com/office/drawing/2014/main" id="{141CDFA3-FDB9-4640-83E2-6B34AF9805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23988" y="3132138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95" name="Rectangle 78">
            <a:extLst>
              <a:ext uri="{FF2B5EF4-FFF2-40B4-BE49-F238E27FC236}">
                <a16:creationId xmlns:a16="http://schemas.microsoft.com/office/drawing/2014/main" id="{D0717ACA-E798-4518-B7D0-ABAC43FA3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8413" y="3132138"/>
            <a:ext cx="2095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96" name="Rectangle 79">
            <a:extLst>
              <a:ext uri="{FF2B5EF4-FFF2-40B4-BE49-F238E27FC236}">
                <a16:creationId xmlns:a16="http://schemas.microsoft.com/office/drawing/2014/main" id="{9B77B90C-8E28-48F3-8B6E-04F61387F6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90625" y="3125788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97" name="Rectangle 80">
            <a:extLst>
              <a:ext uri="{FF2B5EF4-FFF2-40B4-BE49-F238E27FC236}">
                <a16:creationId xmlns:a16="http://schemas.microsoft.com/office/drawing/2014/main" id="{12E9EBBF-4C8B-4DAA-8F02-ACDBEBBAF6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6063" y="3125788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98" name="Freeform 31">
            <a:extLst>
              <a:ext uri="{FF2B5EF4-FFF2-40B4-BE49-F238E27FC236}">
                <a16:creationId xmlns:a16="http://schemas.microsoft.com/office/drawing/2014/main" id="{FDEFDFF9-B639-4C86-90B4-443E5DF25122}"/>
              </a:ext>
            </a:extLst>
          </p:cNvPr>
          <p:cNvSpPr>
            <a:spLocks/>
          </p:cNvSpPr>
          <p:nvPr/>
        </p:nvSpPr>
        <p:spPr bwMode="auto">
          <a:xfrm>
            <a:off x="3355975" y="3236913"/>
            <a:ext cx="557213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09599" name="Group 27">
            <a:extLst>
              <a:ext uri="{FF2B5EF4-FFF2-40B4-BE49-F238E27FC236}">
                <a16:creationId xmlns:a16="http://schemas.microsoft.com/office/drawing/2014/main" id="{BD0E6218-8975-4869-928F-4920583C12CA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1143000"/>
            <a:ext cx="2803525" cy="5167313"/>
            <a:chOff x="6172200" y="1143000"/>
            <a:chExt cx="2803963" cy="5167923"/>
          </a:xfrm>
        </p:grpSpPr>
        <p:pic>
          <p:nvPicPr>
            <p:cNvPr id="109609" name="Picture 28" descr="Screen shot 2015-09-30 at 3.23.46 PM.png">
              <a:extLst>
                <a:ext uri="{FF2B5EF4-FFF2-40B4-BE49-F238E27FC236}">
                  <a16:creationId xmlns:a16="http://schemas.microsoft.com/office/drawing/2014/main" id="{56ED184C-38F6-4CCC-9E36-090EE146E42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610" name="Picture 29" descr="Screen shot 2015-09-30 at 3.24.18 PM.png">
              <a:extLst>
                <a:ext uri="{FF2B5EF4-FFF2-40B4-BE49-F238E27FC236}">
                  <a16:creationId xmlns:a16="http://schemas.microsoft.com/office/drawing/2014/main" id="{5FF7956C-EAE0-4C20-82B0-A7369D67746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9600" name="Rectangle 3">
            <a:extLst>
              <a:ext uri="{FF2B5EF4-FFF2-40B4-BE49-F238E27FC236}">
                <a16:creationId xmlns:a16="http://schemas.microsoft.com/office/drawing/2014/main" id="{B3E789F6-E351-479C-87AA-546331AC70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5725" y="4887913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01" name="Rectangle 3">
            <a:extLst>
              <a:ext uri="{FF2B5EF4-FFF2-40B4-BE49-F238E27FC236}">
                <a16:creationId xmlns:a16="http://schemas.microsoft.com/office/drawing/2014/main" id="{90A760A5-04D1-4F8A-A354-7C8FF5AA1E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2550" y="56499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02" name="Rectangle 3">
            <a:extLst>
              <a:ext uri="{FF2B5EF4-FFF2-40B4-BE49-F238E27FC236}">
                <a16:creationId xmlns:a16="http://schemas.microsoft.com/office/drawing/2014/main" id="{B25D6B3B-D002-413F-8D8D-1B5054C3AE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8425" y="4365625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03" name="Rectangle 3">
            <a:extLst>
              <a:ext uri="{FF2B5EF4-FFF2-40B4-BE49-F238E27FC236}">
                <a16:creationId xmlns:a16="http://schemas.microsoft.com/office/drawing/2014/main" id="{E0D74B32-57AE-47B4-98E8-07F60A4684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4363" y="3163888"/>
            <a:ext cx="630237" cy="211137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04" name="Rectangle 3">
            <a:extLst>
              <a:ext uri="{FF2B5EF4-FFF2-40B4-BE49-F238E27FC236}">
                <a16:creationId xmlns:a16="http://schemas.microsoft.com/office/drawing/2014/main" id="{8410C239-13A6-4A73-BE19-6520F5ED6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7538" y="2886075"/>
            <a:ext cx="630237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05" name="Rectangle 39">
            <a:extLst>
              <a:ext uri="{FF2B5EF4-FFF2-40B4-BE49-F238E27FC236}">
                <a16:creationId xmlns:a16="http://schemas.microsoft.com/office/drawing/2014/main" id="{AAF7C427-C947-4F93-B20E-11A3DF1F3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9600" y="3522663"/>
            <a:ext cx="630238" cy="211137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06" name="Rectangle 3">
            <a:extLst>
              <a:ext uri="{FF2B5EF4-FFF2-40B4-BE49-F238E27FC236}">
                <a16:creationId xmlns:a16="http://schemas.microsoft.com/office/drawing/2014/main" id="{491F8414-03FC-4402-A16F-328DDD47F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97113" y="2873375"/>
            <a:ext cx="630237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07" name="Rectangle 3">
            <a:extLst>
              <a:ext uri="{FF2B5EF4-FFF2-40B4-BE49-F238E27FC236}">
                <a16:creationId xmlns:a16="http://schemas.microsoft.com/office/drawing/2014/main" id="{3A2EE0B1-0C34-4D67-A0ED-06EE700AF6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97113" y="3144838"/>
            <a:ext cx="630237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08" name="Rectangle 3">
            <a:extLst>
              <a:ext uri="{FF2B5EF4-FFF2-40B4-BE49-F238E27FC236}">
                <a16:creationId xmlns:a16="http://schemas.microsoft.com/office/drawing/2014/main" id="{593ECC90-0065-498E-9089-1D0D1916F8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9850" y="33131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D8946012-F73F-44C3-A726-EBC8FECCD553}"/>
                  </a:ext>
                </a:extLst>
              </p14:cNvPr>
              <p14:cNvContentPartPr/>
              <p14:nvPr/>
            </p14:nvContentPartPr>
            <p14:xfrm>
              <a:off x="4790880" y="685800"/>
              <a:ext cx="1946160" cy="44344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D8946012-F73F-44C3-A726-EBC8FECCD55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781520" y="676440"/>
                <a:ext cx="1964880" cy="44532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3" name="Title 1">
            <a:extLst>
              <a:ext uri="{FF2B5EF4-FFF2-40B4-BE49-F238E27FC236}">
                <a16:creationId xmlns:a16="http://schemas.microsoft.com/office/drawing/2014/main" id="{76608219-211E-42B6-805C-FE6066D78366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 of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subtraction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594" name="Rectangle 49">
            <a:extLst>
              <a:ext uri="{FF2B5EF4-FFF2-40B4-BE49-F238E27FC236}">
                <a16:creationId xmlns:a16="http://schemas.microsoft.com/office/drawing/2014/main" id="{52A79B3A-AE48-4CFE-B790-32CB9E16DE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3925" y="3124200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595" name="Rectangle 50">
            <a:extLst>
              <a:ext uri="{FF2B5EF4-FFF2-40B4-BE49-F238E27FC236}">
                <a16:creationId xmlns:a16="http://schemas.microsoft.com/office/drawing/2014/main" id="{212E045A-532A-4302-B1E2-CE1370D19A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4425" y="2887663"/>
            <a:ext cx="71278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596" name="Line 51">
            <a:extLst>
              <a:ext uri="{FF2B5EF4-FFF2-40B4-BE49-F238E27FC236}">
                <a16:creationId xmlns:a16="http://schemas.microsoft.com/office/drawing/2014/main" id="{BE54C683-217A-4E3E-ADC8-39A7C4B9872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62175" y="3394075"/>
            <a:ext cx="792163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597" name="Line 52">
            <a:extLst>
              <a:ext uri="{FF2B5EF4-FFF2-40B4-BE49-F238E27FC236}">
                <a16:creationId xmlns:a16="http://schemas.microsoft.com/office/drawing/2014/main" id="{76469B36-CF93-449E-9D9C-6CC7D74258D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27113" y="3394075"/>
            <a:ext cx="62071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598" name="Rectangle 53">
            <a:extLst>
              <a:ext uri="{FF2B5EF4-FFF2-40B4-BE49-F238E27FC236}">
                <a16:creationId xmlns:a16="http://schemas.microsoft.com/office/drawing/2014/main" id="{4CF8665E-AC85-4801-BC2B-FFDE2DB2E4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4425" y="3127375"/>
            <a:ext cx="71278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599" name="Rectangle 54">
            <a:extLst>
              <a:ext uri="{FF2B5EF4-FFF2-40B4-BE49-F238E27FC236}">
                <a16:creationId xmlns:a16="http://schemas.microsoft.com/office/drawing/2014/main" id="{BCF0573F-956C-4905-B597-B17A0D2890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0500" y="2884488"/>
            <a:ext cx="201613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0" name="Rectangle 55">
            <a:extLst>
              <a:ext uri="{FF2B5EF4-FFF2-40B4-BE49-F238E27FC236}">
                <a16:creationId xmlns:a16="http://schemas.microsoft.com/office/drawing/2014/main" id="{516C733E-1569-4096-AEFA-3CD74180D0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4925" y="2884488"/>
            <a:ext cx="2095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1" name="Rectangle 56">
            <a:extLst>
              <a:ext uri="{FF2B5EF4-FFF2-40B4-BE49-F238E27FC236}">
                <a16:creationId xmlns:a16="http://schemas.microsoft.com/office/drawing/2014/main" id="{E639A783-9D86-4703-BC3B-3E3CA15723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7138" y="2878138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2" name="Rectangle 57">
            <a:extLst>
              <a:ext uri="{FF2B5EF4-FFF2-40B4-BE49-F238E27FC236}">
                <a16:creationId xmlns:a16="http://schemas.microsoft.com/office/drawing/2014/main" id="{52297ED1-B2EF-4A68-B71C-577D81FFE7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2575" y="2878138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3" name="Rectangle 58">
            <a:extLst>
              <a:ext uri="{FF2B5EF4-FFF2-40B4-BE49-F238E27FC236}">
                <a16:creationId xmlns:a16="http://schemas.microsoft.com/office/drawing/2014/main" id="{ED1BBE6F-D557-4976-83CA-5C740514C8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0500" y="3495675"/>
            <a:ext cx="201613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4" name="Rectangle 59">
            <a:extLst>
              <a:ext uri="{FF2B5EF4-FFF2-40B4-BE49-F238E27FC236}">
                <a16:creationId xmlns:a16="http://schemas.microsoft.com/office/drawing/2014/main" id="{F9229654-89C3-4A8C-9E59-B41DE60E0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4925" y="3495675"/>
            <a:ext cx="2095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5" name="Rectangle 60">
            <a:extLst>
              <a:ext uri="{FF2B5EF4-FFF2-40B4-BE49-F238E27FC236}">
                <a16:creationId xmlns:a16="http://schemas.microsoft.com/office/drawing/2014/main" id="{5ADC640B-014E-4608-8A8D-CF901D3DFB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7138" y="3487738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6" name="Rectangle 61">
            <a:extLst>
              <a:ext uri="{FF2B5EF4-FFF2-40B4-BE49-F238E27FC236}">
                <a16:creationId xmlns:a16="http://schemas.microsoft.com/office/drawing/2014/main" id="{2CDC1E3D-0CEC-4693-A6B0-9C925BDCA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2575" y="3487738"/>
            <a:ext cx="1587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7" name="Rectangle 62">
            <a:extLst>
              <a:ext uri="{FF2B5EF4-FFF2-40B4-BE49-F238E27FC236}">
                <a16:creationId xmlns:a16="http://schemas.microsoft.com/office/drawing/2014/main" id="{D7332AED-11F2-4221-9D28-5FBE2B940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3625" y="3125788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8" name="Rectangle 63">
            <a:extLst>
              <a:ext uri="{FF2B5EF4-FFF2-40B4-BE49-F238E27FC236}">
                <a16:creationId xmlns:a16="http://schemas.microsoft.com/office/drawing/2014/main" id="{F125F34A-8E8A-41C8-A6BF-DC239583D5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0538" y="3124200"/>
            <a:ext cx="2095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9" name="Rectangle 64">
            <a:extLst>
              <a:ext uri="{FF2B5EF4-FFF2-40B4-BE49-F238E27FC236}">
                <a16:creationId xmlns:a16="http://schemas.microsoft.com/office/drawing/2014/main" id="{6FA9DC14-4BBE-4BA6-A697-15D584D15A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8500" y="3495675"/>
            <a:ext cx="71278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10" name="Rectangle 65">
            <a:extLst>
              <a:ext uri="{FF2B5EF4-FFF2-40B4-BE49-F238E27FC236}">
                <a16:creationId xmlns:a16="http://schemas.microsoft.com/office/drawing/2014/main" id="{AEF075E1-6959-496C-BA2E-C1C40DB2A4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8500" y="2887663"/>
            <a:ext cx="71278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11" name="Line 66">
            <a:extLst>
              <a:ext uri="{FF2B5EF4-FFF2-40B4-BE49-F238E27FC236}">
                <a16:creationId xmlns:a16="http://schemas.microsoft.com/office/drawing/2014/main" id="{2B3A2016-DAD6-4F4A-AEF6-D9B7D97EA29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81488" y="3394075"/>
            <a:ext cx="79216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12" name="Rectangle 68">
            <a:extLst>
              <a:ext uri="{FF2B5EF4-FFF2-40B4-BE49-F238E27FC236}">
                <a16:creationId xmlns:a16="http://schemas.microsoft.com/office/drawing/2014/main" id="{47021103-9104-48F6-B2E9-42EED5D9F7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8500" y="3127375"/>
            <a:ext cx="71278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13" name="Rectangle 81">
            <a:extLst>
              <a:ext uri="{FF2B5EF4-FFF2-40B4-BE49-F238E27FC236}">
                <a16:creationId xmlns:a16="http://schemas.microsoft.com/office/drawing/2014/main" id="{1EE2F918-493E-4A7C-971F-112A4E8FFA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1450" y="3127375"/>
            <a:ext cx="201613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14" name="Rectangle 82">
            <a:extLst>
              <a:ext uri="{FF2B5EF4-FFF2-40B4-BE49-F238E27FC236}">
                <a16:creationId xmlns:a16="http://schemas.microsoft.com/office/drawing/2014/main" id="{869CCCF9-CFC6-4495-842E-0619E66263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8263" y="3127375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15" name="Rectangle 83">
            <a:extLst>
              <a:ext uri="{FF2B5EF4-FFF2-40B4-BE49-F238E27FC236}">
                <a16:creationId xmlns:a16="http://schemas.microsoft.com/office/drawing/2014/main" id="{43AD5911-88AD-44F8-A042-2B934F661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5238" y="3122613"/>
            <a:ext cx="1905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16" name="Rectangle 84">
            <a:extLst>
              <a:ext uri="{FF2B5EF4-FFF2-40B4-BE49-F238E27FC236}">
                <a16:creationId xmlns:a16="http://schemas.microsoft.com/office/drawing/2014/main" id="{553F964A-4D15-4154-B15A-40866E52EE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5750" y="3122613"/>
            <a:ext cx="1905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17" name="Freeform 31">
            <a:extLst>
              <a:ext uri="{FF2B5EF4-FFF2-40B4-BE49-F238E27FC236}">
                <a16:creationId xmlns:a16="http://schemas.microsoft.com/office/drawing/2014/main" id="{D4C5EDD3-9D11-40BA-A31E-9581023BDB78}"/>
              </a:ext>
            </a:extLst>
          </p:cNvPr>
          <p:cNvSpPr>
            <a:spLocks/>
          </p:cNvSpPr>
          <p:nvPr/>
        </p:nvSpPr>
        <p:spPr bwMode="auto">
          <a:xfrm>
            <a:off x="3340100" y="3219450"/>
            <a:ext cx="557213" cy="192088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18" name="TextBox 125">
            <a:extLst>
              <a:ext uri="{FF2B5EF4-FFF2-40B4-BE49-F238E27FC236}">
                <a16:creationId xmlns:a16="http://schemas.microsoft.com/office/drawing/2014/main" id="{1D39026F-335E-434B-AB44-11E7961FCD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788" y="64008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3.10 from the textbook ]</a:t>
            </a:r>
          </a:p>
        </p:txBody>
      </p:sp>
      <p:grpSp>
        <p:nvGrpSpPr>
          <p:cNvPr id="110619" name="Group 27">
            <a:extLst>
              <a:ext uri="{FF2B5EF4-FFF2-40B4-BE49-F238E27FC236}">
                <a16:creationId xmlns:a16="http://schemas.microsoft.com/office/drawing/2014/main" id="{3F9D7154-FA14-478E-AC50-B54553B09D9D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1143000"/>
            <a:ext cx="2803525" cy="5167313"/>
            <a:chOff x="6172200" y="1143000"/>
            <a:chExt cx="2803963" cy="5167923"/>
          </a:xfrm>
        </p:grpSpPr>
        <p:pic>
          <p:nvPicPr>
            <p:cNvPr id="110629" name="Picture 28" descr="Screen shot 2015-09-30 at 3.23.46 PM.png">
              <a:extLst>
                <a:ext uri="{FF2B5EF4-FFF2-40B4-BE49-F238E27FC236}">
                  <a16:creationId xmlns:a16="http://schemas.microsoft.com/office/drawing/2014/main" id="{72D2A45F-ADDA-4E19-8CAE-18F1F5B7256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630" name="Picture 29" descr="Screen shot 2015-09-30 at 3.24.18 PM.png">
              <a:extLst>
                <a:ext uri="{FF2B5EF4-FFF2-40B4-BE49-F238E27FC236}">
                  <a16:creationId xmlns:a16="http://schemas.microsoft.com/office/drawing/2014/main" id="{AD73693E-89E2-4BD5-9801-91964848F9A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10620" name="Rectangle 3">
            <a:extLst>
              <a:ext uri="{FF2B5EF4-FFF2-40B4-BE49-F238E27FC236}">
                <a16:creationId xmlns:a16="http://schemas.microsoft.com/office/drawing/2014/main" id="{F1217D7A-85D1-46D9-9B8C-A48B7B3EC6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2550" y="2555875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21" name="Rectangle 3">
            <a:extLst>
              <a:ext uri="{FF2B5EF4-FFF2-40B4-BE49-F238E27FC236}">
                <a16:creationId xmlns:a16="http://schemas.microsoft.com/office/drawing/2014/main" id="{CC552D50-84F8-4080-8C7C-B52DD24D5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2550" y="56499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22" name="Rectangle 3">
            <a:extLst>
              <a:ext uri="{FF2B5EF4-FFF2-40B4-BE49-F238E27FC236}">
                <a16:creationId xmlns:a16="http://schemas.microsoft.com/office/drawing/2014/main" id="{B7B3C934-7F55-4AE8-9FA9-90B8166B7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5725" y="1997075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23" name="Rectangle 3">
            <a:extLst>
              <a:ext uri="{FF2B5EF4-FFF2-40B4-BE49-F238E27FC236}">
                <a16:creationId xmlns:a16="http://schemas.microsoft.com/office/drawing/2014/main" id="{8CD38681-4A92-41DF-880C-9AFB96700E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9850" y="33131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24" name="Rectangle 3">
            <a:extLst>
              <a:ext uri="{FF2B5EF4-FFF2-40B4-BE49-F238E27FC236}">
                <a16:creationId xmlns:a16="http://schemas.microsoft.com/office/drawing/2014/main" id="{6CB047DF-1FFB-4881-A832-2172F63549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1988" y="3163888"/>
            <a:ext cx="630237" cy="211137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25" name="Rectangle 3">
            <a:extLst>
              <a:ext uri="{FF2B5EF4-FFF2-40B4-BE49-F238E27FC236}">
                <a16:creationId xmlns:a16="http://schemas.microsoft.com/office/drawing/2014/main" id="{6C8BD04E-41F2-45BC-95D4-D1345B408D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5163" y="2886075"/>
            <a:ext cx="630237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26" name="Rectangle 41">
            <a:extLst>
              <a:ext uri="{FF2B5EF4-FFF2-40B4-BE49-F238E27FC236}">
                <a16:creationId xmlns:a16="http://schemas.microsoft.com/office/drawing/2014/main" id="{E01E75A2-EFB9-44D0-95B9-53DEA78BC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7225" y="3522663"/>
            <a:ext cx="630238" cy="211137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27" name="Rectangle 3">
            <a:extLst>
              <a:ext uri="{FF2B5EF4-FFF2-40B4-BE49-F238E27FC236}">
                <a16:creationId xmlns:a16="http://schemas.microsoft.com/office/drawing/2014/main" id="{782F20A2-2FAD-4194-8AD7-D1B6E8C286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97113" y="2873375"/>
            <a:ext cx="630237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28" name="Rectangle 3">
            <a:extLst>
              <a:ext uri="{FF2B5EF4-FFF2-40B4-BE49-F238E27FC236}">
                <a16:creationId xmlns:a16="http://schemas.microsoft.com/office/drawing/2014/main" id="{EB73CAE3-FDB0-4D37-8BC1-69ED790B5B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97113" y="3144838"/>
            <a:ext cx="630237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7" name="Title 1">
            <a:extLst>
              <a:ext uri="{FF2B5EF4-FFF2-40B4-BE49-F238E27FC236}">
                <a16:creationId xmlns:a16="http://schemas.microsoft.com/office/drawing/2014/main" id="{EFB7064D-2A87-4D58-9530-2E73FA8E7A93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 of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subtraction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18" name="Rectangle 85">
            <a:extLst>
              <a:ext uri="{FF2B5EF4-FFF2-40B4-BE49-F238E27FC236}">
                <a16:creationId xmlns:a16="http://schemas.microsoft.com/office/drawing/2014/main" id="{A646BE4C-F217-452C-BEC7-571E826339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2963" y="3141663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19" name="Rectangle 86">
            <a:extLst>
              <a:ext uri="{FF2B5EF4-FFF2-40B4-BE49-F238E27FC236}">
                <a16:creationId xmlns:a16="http://schemas.microsoft.com/office/drawing/2014/main" id="{DF03C9FA-F9BB-4E19-8EA8-C0D2452C3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3463" y="2905125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0" name="Line 87">
            <a:extLst>
              <a:ext uri="{FF2B5EF4-FFF2-40B4-BE49-F238E27FC236}">
                <a16:creationId xmlns:a16="http://schemas.microsoft.com/office/drawing/2014/main" id="{B1489318-3592-4D1C-8A54-95E1508CE8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81213" y="3419475"/>
            <a:ext cx="79216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1" name="Line 88">
            <a:extLst>
              <a:ext uri="{FF2B5EF4-FFF2-40B4-BE49-F238E27FC236}">
                <a16:creationId xmlns:a16="http://schemas.microsoft.com/office/drawing/2014/main" id="{9F37333A-6BF1-438D-9FA3-593A622CBD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46150" y="3419475"/>
            <a:ext cx="620713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2" name="Rectangle 89">
            <a:extLst>
              <a:ext uri="{FF2B5EF4-FFF2-40B4-BE49-F238E27FC236}">
                <a16:creationId xmlns:a16="http://schemas.microsoft.com/office/drawing/2014/main" id="{59ADC00A-A598-4CEE-A02C-5D6E1BCCA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3463" y="3144838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3" name="Rectangle 90">
            <a:extLst>
              <a:ext uri="{FF2B5EF4-FFF2-40B4-BE49-F238E27FC236}">
                <a16:creationId xmlns:a16="http://schemas.microsoft.com/office/drawing/2014/main" id="{E40D4267-BAF4-4FF9-85A7-0F7A86F182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2663" y="3143250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4" name="Rectangle 91">
            <a:extLst>
              <a:ext uri="{FF2B5EF4-FFF2-40B4-BE49-F238E27FC236}">
                <a16:creationId xmlns:a16="http://schemas.microsoft.com/office/drawing/2014/main" id="{59B5A799-2992-4041-92C1-922AB21FEC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9575" y="3141663"/>
            <a:ext cx="2095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5" name="Rectangle 92">
            <a:extLst>
              <a:ext uri="{FF2B5EF4-FFF2-40B4-BE49-F238E27FC236}">
                <a16:creationId xmlns:a16="http://schemas.microsoft.com/office/drawing/2014/main" id="{6EDF8221-FA0E-4660-B4CD-67AFCA14B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7538" y="3514725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6" name="Rectangle 93">
            <a:extLst>
              <a:ext uri="{FF2B5EF4-FFF2-40B4-BE49-F238E27FC236}">
                <a16:creationId xmlns:a16="http://schemas.microsoft.com/office/drawing/2014/main" id="{00934624-AB95-4D2E-8819-9489A969DC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7538" y="2905125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7" name="Line 94">
            <a:extLst>
              <a:ext uri="{FF2B5EF4-FFF2-40B4-BE49-F238E27FC236}">
                <a16:creationId xmlns:a16="http://schemas.microsoft.com/office/drawing/2014/main" id="{6E5762F6-26F7-4F52-AAFF-866394EA757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00525" y="3419475"/>
            <a:ext cx="792163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8" name="Rectangle 96">
            <a:extLst>
              <a:ext uri="{FF2B5EF4-FFF2-40B4-BE49-F238E27FC236}">
                <a16:creationId xmlns:a16="http://schemas.microsoft.com/office/drawing/2014/main" id="{08867AB2-0EEC-4D74-B8DC-DE2E92FDB2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7538" y="3144838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9" name="Rectangle 97">
            <a:extLst>
              <a:ext uri="{FF2B5EF4-FFF2-40B4-BE49-F238E27FC236}">
                <a16:creationId xmlns:a16="http://schemas.microsoft.com/office/drawing/2014/main" id="{86BBF54C-E549-4997-91B5-CABAAE94E9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60488" y="3144838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0" name="Rectangle 98">
            <a:extLst>
              <a:ext uri="{FF2B5EF4-FFF2-40B4-BE49-F238E27FC236}">
                <a16:creationId xmlns:a16="http://schemas.microsoft.com/office/drawing/2014/main" id="{899C76BB-BDD3-4834-A6B0-597D8E9134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57300" y="3144838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1" name="Rectangle 99">
            <a:extLst>
              <a:ext uri="{FF2B5EF4-FFF2-40B4-BE49-F238E27FC236}">
                <a16:creationId xmlns:a16="http://schemas.microsoft.com/office/drawing/2014/main" id="{6DA569E9-147D-4E73-A591-659D0B8CC9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4275" y="3140075"/>
            <a:ext cx="1905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2" name="Rectangle 100">
            <a:extLst>
              <a:ext uri="{FF2B5EF4-FFF2-40B4-BE49-F238E27FC236}">
                <a16:creationId xmlns:a16="http://schemas.microsoft.com/office/drawing/2014/main" id="{FF685D3F-EC8F-42DD-B89E-BAF977D003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4788" y="3140075"/>
            <a:ext cx="1905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3" name="Rectangle 101">
            <a:extLst>
              <a:ext uri="{FF2B5EF4-FFF2-40B4-BE49-F238E27FC236}">
                <a16:creationId xmlns:a16="http://schemas.microsoft.com/office/drawing/2014/main" id="{0E65999A-C3F7-40A8-BFAC-3D51689E1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7313" y="2906713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4" name="Rectangle 102">
            <a:extLst>
              <a:ext uri="{FF2B5EF4-FFF2-40B4-BE49-F238E27FC236}">
                <a16:creationId xmlns:a16="http://schemas.microsoft.com/office/drawing/2014/main" id="{81604789-0F79-440E-AA26-E2DD6D6813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54125" y="2906713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5" name="Rectangle 103">
            <a:extLst>
              <a:ext uri="{FF2B5EF4-FFF2-40B4-BE49-F238E27FC236}">
                <a16:creationId xmlns:a16="http://schemas.microsoft.com/office/drawing/2014/main" id="{2BBC2BE7-E134-43E2-9863-7F1C5D8DB3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2901950"/>
            <a:ext cx="1905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6" name="Rectangle 104">
            <a:extLst>
              <a:ext uri="{FF2B5EF4-FFF2-40B4-BE49-F238E27FC236}">
                <a16:creationId xmlns:a16="http://schemas.microsoft.com/office/drawing/2014/main" id="{B3FB60E9-8B13-4419-947E-93F53176CA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3200" y="2901950"/>
            <a:ext cx="1905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7" name="Rectangle 105">
            <a:extLst>
              <a:ext uri="{FF2B5EF4-FFF2-40B4-BE49-F238E27FC236}">
                <a16:creationId xmlns:a16="http://schemas.microsoft.com/office/drawing/2014/main" id="{D9201895-E297-46AC-85C5-BFD32B9C8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5088" y="3524250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8" name="Rectangle 106">
            <a:extLst>
              <a:ext uri="{FF2B5EF4-FFF2-40B4-BE49-F238E27FC236}">
                <a16:creationId xmlns:a16="http://schemas.microsoft.com/office/drawing/2014/main" id="{BADFCA0F-300D-46FE-9E2F-4A9A088470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1900" y="3524250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9" name="Rectangle 107">
            <a:extLst>
              <a:ext uri="{FF2B5EF4-FFF2-40B4-BE49-F238E27FC236}">
                <a16:creationId xmlns:a16="http://schemas.microsoft.com/office/drawing/2014/main" id="{949D46DB-5B51-40FB-9395-4340D696FC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8875" y="3519488"/>
            <a:ext cx="1905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40" name="Rectangle 108">
            <a:extLst>
              <a:ext uri="{FF2B5EF4-FFF2-40B4-BE49-F238E27FC236}">
                <a16:creationId xmlns:a16="http://schemas.microsoft.com/office/drawing/2014/main" id="{423AF2CC-3961-476B-B5FC-EE52D1F5FF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50975" y="3519488"/>
            <a:ext cx="1905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41" name="Freeform 31">
            <a:extLst>
              <a:ext uri="{FF2B5EF4-FFF2-40B4-BE49-F238E27FC236}">
                <a16:creationId xmlns:a16="http://schemas.microsoft.com/office/drawing/2014/main" id="{4B3B2E74-1958-472A-A51D-E8FF9583D03D}"/>
              </a:ext>
            </a:extLst>
          </p:cNvPr>
          <p:cNvSpPr>
            <a:spLocks/>
          </p:cNvSpPr>
          <p:nvPr/>
        </p:nvSpPr>
        <p:spPr bwMode="auto">
          <a:xfrm>
            <a:off x="3335338" y="3243263"/>
            <a:ext cx="557212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42" name="TextBox 125">
            <a:extLst>
              <a:ext uri="{FF2B5EF4-FFF2-40B4-BE49-F238E27FC236}">
                <a16:creationId xmlns:a16="http://schemas.microsoft.com/office/drawing/2014/main" id="{5A469DF5-C271-4C96-94A6-B33D2A5172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788" y="64008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3.10 from the textbook ]</a:t>
            </a:r>
          </a:p>
        </p:txBody>
      </p:sp>
      <p:grpSp>
        <p:nvGrpSpPr>
          <p:cNvPr id="111643" name="Group 27">
            <a:extLst>
              <a:ext uri="{FF2B5EF4-FFF2-40B4-BE49-F238E27FC236}">
                <a16:creationId xmlns:a16="http://schemas.microsoft.com/office/drawing/2014/main" id="{A8E1C5AC-D867-454F-8079-6B3CB71F331A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1143000"/>
            <a:ext cx="2803525" cy="5167313"/>
            <a:chOff x="6172200" y="1143000"/>
            <a:chExt cx="2803963" cy="5167923"/>
          </a:xfrm>
        </p:grpSpPr>
        <p:pic>
          <p:nvPicPr>
            <p:cNvPr id="111653" name="Picture 28" descr="Screen shot 2015-09-30 at 3.23.46 PM.png">
              <a:extLst>
                <a:ext uri="{FF2B5EF4-FFF2-40B4-BE49-F238E27FC236}">
                  <a16:creationId xmlns:a16="http://schemas.microsoft.com/office/drawing/2014/main" id="{9AD08A93-7C2F-4DD7-83D9-4CF2E3ECEDA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654" name="Picture 29" descr="Screen shot 2015-09-30 at 3.24.18 PM.png">
              <a:extLst>
                <a:ext uri="{FF2B5EF4-FFF2-40B4-BE49-F238E27FC236}">
                  <a16:creationId xmlns:a16="http://schemas.microsoft.com/office/drawing/2014/main" id="{424ABC05-204C-40CE-BB81-5880DF92B04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11644" name="Rectangle 3">
            <a:extLst>
              <a:ext uri="{FF2B5EF4-FFF2-40B4-BE49-F238E27FC236}">
                <a16:creationId xmlns:a16="http://schemas.microsoft.com/office/drawing/2014/main" id="{1E7AB039-9C72-4D8B-9C89-BCC50C807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2550" y="487680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45" name="Rectangle 3">
            <a:extLst>
              <a:ext uri="{FF2B5EF4-FFF2-40B4-BE49-F238E27FC236}">
                <a16:creationId xmlns:a16="http://schemas.microsoft.com/office/drawing/2014/main" id="{8CA23761-CC05-4CA7-9186-B8A9E884FA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2550" y="56499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46" name="Rectangle 3">
            <a:extLst>
              <a:ext uri="{FF2B5EF4-FFF2-40B4-BE49-F238E27FC236}">
                <a16:creationId xmlns:a16="http://schemas.microsoft.com/office/drawing/2014/main" id="{4624C330-A3CF-49D9-B7AF-C02928DE9E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5725" y="5389563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47" name="Rectangle 3">
            <a:extLst>
              <a:ext uri="{FF2B5EF4-FFF2-40B4-BE49-F238E27FC236}">
                <a16:creationId xmlns:a16="http://schemas.microsoft.com/office/drawing/2014/main" id="{378767B2-9F5E-44D2-8FC8-074F4F851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9850" y="33131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48" name="Rectangle 3">
            <a:extLst>
              <a:ext uri="{FF2B5EF4-FFF2-40B4-BE49-F238E27FC236}">
                <a16:creationId xmlns:a16="http://schemas.microsoft.com/office/drawing/2014/main" id="{0371A8F5-FC9A-44DA-BC8C-86DF598382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2613" y="3163888"/>
            <a:ext cx="628650" cy="211137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49" name="Rectangle 3">
            <a:extLst>
              <a:ext uri="{FF2B5EF4-FFF2-40B4-BE49-F238E27FC236}">
                <a16:creationId xmlns:a16="http://schemas.microsoft.com/office/drawing/2014/main" id="{DB4767CC-C136-4B13-8B39-E244145684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5788" y="2886075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50" name="Rectangle 41">
            <a:extLst>
              <a:ext uri="{FF2B5EF4-FFF2-40B4-BE49-F238E27FC236}">
                <a16:creationId xmlns:a16="http://schemas.microsoft.com/office/drawing/2014/main" id="{4AC56D0E-60F1-462B-A416-9941C7E2A0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7850" y="3522663"/>
            <a:ext cx="628650" cy="211137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51" name="Rectangle 3">
            <a:extLst>
              <a:ext uri="{FF2B5EF4-FFF2-40B4-BE49-F238E27FC236}">
                <a16:creationId xmlns:a16="http://schemas.microsoft.com/office/drawing/2014/main" id="{EE320438-B502-4A81-9CDD-B759A4933A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6475" y="2884488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52" name="Rectangle 3">
            <a:extLst>
              <a:ext uri="{FF2B5EF4-FFF2-40B4-BE49-F238E27FC236}">
                <a16:creationId xmlns:a16="http://schemas.microsoft.com/office/drawing/2014/main" id="{9CB8B595-752D-4475-B26C-59814CD961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6475" y="3155950"/>
            <a:ext cx="628650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378734E1-4A19-6A48-9CCA-034CB2B8E5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5977897"/>
              </p:ext>
            </p:extLst>
          </p:nvPr>
        </p:nvGraphicFramePr>
        <p:xfrm>
          <a:off x="990600" y="609600"/>
          <a:ext cx="7162800" cy="6004254"/>
        </p:xfrm>
        <a:graphic>
          <a:graphicData uri="http://schemas.openxmlformats.org/drawingml/2006/table">
            <a:tbl>
              <a:tblPr/>
              <a:tblGrid>
                <a:gridCol w="1431925">
                  <a:extLst>
                    <a:ext uri="{9D8B030D-6E8A-4147-A177-3AD203B41FA5}">
                      <a16:colId xmlns:a16="http://schemas.microsoft.com/office/drawing/2014/main" val="2613280724"/>
                    </a:ext>
                  </a:extLst>
                </a:gridCol>
                <a:gridCol w="1433513">
                  <a:extLst>
                    <a:ext uri="{9D8B030D-6E8A-4147-A177-3AD203B41FA5}">
                      <a16:colId xmlns:a16="http://schemas.microsoft.com/office/drawing/2014/main" val="503523684"/>
                    </a:ext>
                  </a:extLst>
                </a:gridCol>
                <a:gridCol w="1554162">
                  <a:extLst>
                    <a:ext uri="{9D8B030D-6E8A-4147-A177-3AD203B41FA5}">
                      <a16:colId xmlns:a16="http://schemas.microsoft.com/office/drawing/2014/main" val="4070741433"/>
                    </a:ext>
                  </a:extLst>
                </a:gridCol>
                <a:gridCol w="1311275">
                  <a:extLst>
                    <a:ext uri="{9D8B030D-6E8A-4147-A177-3AD203B41FA5}">
                      <a16:colId xmlns:a16="http://schemas.microsoft.com/office/drawing/2014/main" val="172070668"/>
                    </a:ext>
                  </a:extLst>
                </a:gridCol>
                <a:gridCol w="1431925">
                  <a:extLst>
                    <a:ext uri="{9D8B030D-6E8A-4147-A177-3AD203B41FA5}">
                      <a16:colId xmlns:a16="http://schemas.microsoft.com/office/drawing/2014/main" val="274277827"/>
                    </a:ext>
                  </a:extLst>
                </a:gridCol>
              </a:tblGrid>
              <a:tr h="64002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decimal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3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2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take the 2's complement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3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2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decimal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8712519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+7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-7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8681319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+6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-6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1214743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+5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-5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3970437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+4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-4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6942884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+3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-3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26760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+2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-2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1998341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8531088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99447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-8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-8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0698104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-7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+7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0505165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-6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+6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7405804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-5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+5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0288629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-4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+4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8962979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-3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+3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2636962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-2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+2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0493544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1655276"/>
                  </a:ext>
                </a:extLst>
              </a:tr>
            </a:tbl>
          </a:graphicData>
        </a:graphic>
      </p:graphicFrame>
      <p:grpSp>
        <p:nvGrpSpPr>
          <p:cNvPr id="112751" name="Group 22">
            <a:extLst>
              <a:ext uri="{FF2B5EF4-FFF2-40B4-BE49-F238E27FC236}">
                <a16:creationId xmlns:a16="http://schemas.microsoft.com/office/drawing/2014/main" id="{9C13CBDF-E476-45B0-B006-8B25B285919F}"/>
              </a:ext>
            </a:extLst>
          </p:cNvPr>
          <p:cNvGrpSpPr>
            <a:grpSpLocks/>
          </p:cNvGrpSpPr>
          <p:nvPr/>
        </p:nvGrpSpPr>
        <p:grpSpPr bwMode="auto">
          <a:xfrm>
            <a:off x="4310063" y="1355725"/>
            <a:ext cx="577850" cy="5191125"/>
            <a:chOff x="4509680" y="872900"/>
            <a:chExt cx="578172" cy="5742620"/>
          </a:xfrm>
        </p:grpSpPr>
        <p:sp>
          <p:nvSpPr>
            <p:cNvPr id="112753" name="Freeform 5">
              <a:extLst>
                <a:ext uri="{FF2B5EF4-FFF2-40B4-BE49-F238E27FC236}">
                  <a16:creationId xmlns:a16="http://schemas.microsoft.com/office/drawing/2014/main" id="{E9CE590D-96F3-49EC-A0F7-1CB1BD084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518" y="87290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754" name="Freeform 6">
              <a:extLst>
                <a:ext uri="{FF2B5EF4-FFF2-40B4-BE49-F238E27FC236}">
                  <a16:creationId xmlns:a16="http://schemas.microsoft.com/office/drawing/2014/main" id="{B04135B5-F636-4148-8A68-05D65FA37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560" y="125390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755" name="Freeform 8">
              <a:extLst>
                <a:ext uri="{FF2B5EF4-FFF2-40B4-BE49-F238E27FC236}">
                  <a16:creationId xmlns:a16="http://schemas.microsoft.com/office/drawing/2014/main" id="{04C3A699-D44F-4085-99A6-70370D5E9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368" y="163671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756" name="Freeform 9">
              <a:extLst>
                <a:ext uri="{FF2B5EF4-FFF2-40B4-BE49-F238E27FC236}">
                  <a16:creationId xmlns:a16="http://schemas.microsoft.com/office/drawing/2014/main" id="{537247C4-7CC5-4845-8A6B-0C3C9E704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640" y="197607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757" name="Freeform 10">
              <a:extLst>
                <a:ext uri="{FF2B5EF4-FFF2-40B4-BE49-F238E27FC236}">
                  <a16:creationId xmlns:a16="http://schemas.microsoft.com/office/drawing/2014/main" id="{12C38E65-D193-4ECD-810D-A2C6FB66F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238" y="236234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758" name="Freeform 11">
              <a:extLst>
                <a:ext uri="{FF2B5EF4-FFF2-40B4-BE49-F238E27FC236}">
                  <a16:creationId xmlns:a16="http://schemas.microsoft.com/office/drawing/2014/main" id="{57241A4E-E2E1-4EBE-B02A-ECF70E1E9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280" y="274334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759" name="Freeform 12">
              <a:extLst>
                <a:ext uri="{FF2B5EF4-FFF2-40B4-BE49-F238E27FC236}">
                  <a16:creationId xmlns:a16="http://schemas.microsoft.com/office/drawing/2014/main" id="{029AEF3A-04B0-4BC0-8C9B-5ABCB7391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088" y="312615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760" name="Freeform 13">
              <a:extLst>
                <a:ext uri="{FF2B5EF4-FFF2-40B4-BE49-F238E27FC236}">
                  <a16:creationId xmlns:a16="http://schemas.microsoft.com/office/drawing/2014/main" id="{5A2D3176-527B-4EC4-A984-D66E283EB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360" y="346551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761" name="Freeform 14">
              <a:extLst>
                <a:ext uri="{FF2B5EF4-FFF2-40B4-BE49-F238E27FC236}">
                  <a16:creationId xmlns:a16="http://schemas.microsoft.com/office/drawing/2014/main" id="{7F089ED3-F016-4E6D-A006-974DAD718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680" y="38377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762" name="Freeform 15">
              <a:extLst>
                <a:ext uri="{FF2B5EF4-FFF2-40B4-BE49-F238E27FC236}">
                  <a16:creationId xmlns:a16="http://schemas.microsoft.com/office/drawing/2014/main" id="{4AA6387E-AAEF-4341-868C-019ABAF50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722" y="42187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763" name="Freeform 16">
              <a:extLst>
                <a:ext uri="{FF2B5EF4-FFF2-40B4-BE49-F238E27FC236}">
                  <a16:creationId xmlns:a16="http://schemas.microsoft.com/office/drawing/2014/main" id="{5ACC3B4A-DE17-4B4D-A61C-60A8407B4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530" y="460157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764" name="Freeform 17">
              <a:extLst>
                <a:ext uri="{FF2B5EF4-FFF2-40B4-BE49-F238E27FC236}">
                  <a16:creationId xmlns:a16="http://schemas.microsoft.com/office/drawing/2014/main" id="{FEDC2252-9647-4960-914E-ADD44B0EC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802" y="494093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765" name="Freeform 18">
              <a:extLst>
                <a:ext uri="{FF2B5EF4-FFF2-40B4-BE49-F238E27FC236}">
                  <a16:creationId xmlns:a16="http://schemas.microsoft.com/office/drawing/2014/main" id="{88630F9E-DF59-468A-A9D0-62A973F95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820" y="53202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766" name="Freeform 19">
              <a:extLst>
                <a:ext uri="{FF2B5EF4-FFF2-40B4-BE49-F238E27FC236}">
                  <a16:creationId xmlns:a16="http://schemas.microsoft.com/office/drawing/2014/main" id="{7EB83168-A596-467E-9C3F-9C78E2512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862" y="57012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767" name="Freeform 20">
              <a:extLst>
                <a:ext uri="{FF2B5EF4-FFF2-40B4-BE49-F238E27FC236}">
                  <a16:creationId xmlns:a16="http://schemas.microsoft.com/office/drawing/2014/main" id="{993D9731-5F7C-49B8-897F-DF45EF650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670" y="608407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768" name="Freeform 21">
              <a:extLst>
                <a:ext uri="{FF2B5EF4-FFF2-40B4-BE49-F238E27FC236}">
                  <a16:creationId xmlns:a16="http://schemas.microsoft.com/office/drawing/2014/main" id="{8AB459CD-F209-4C63-9B43-F0BF03D51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942" y="642343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12752" name="Title 1">
            <a:extLst>
              <a:ext uri="{FF2B5EF4-FFF2-40B4-BE49-F238E27FC236}">
                <a16:creationId xmlns:a16="http://schemas.microsoft.com/office/drawing/2014/main" id="{399FD013-0FB4-44A7-BC6B-1D9DEA18B42F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Taking the 2</a:t>
            </a:r>
            <a:r>
              <a:rPr kumimoji="0" lang="ja-JP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negates the number</a:t>
            </a:r>
            <a:endParaRPr kumimoji="0" lang="en-US" altLang="en-US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E11036C8-A160-44CC-B0A3-0161EAB2D4B9}"/>
                  </a:ext>
                </a:extLst>
              </p14:cNvPr>
              <p14:cNvContentPartPr/>
              <p14:nvPr/>
            </p14:nvContentPartPr>
            <p14:xfrm>
              <a:off x="7092720" y="1182960"/>
              <a:ext cx="2034000" cy="331056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E11036C8-A160-44CC-B0A3-0161EAB2D4B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083360" y="1173600"/>
                <a:ext cx="2052720" cy="33292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539C01B1-D25E-D648-BC7D-5CA70DFC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3314952"/>
              </p:ext>
            </p:extLst>
          </p:nvPr>
        </p:nvGraphicFramePr>
        <p:xfrm>
          <a:off x="990600" y="625146"/>
          <a:ext cx="7162800" cy="6004254"/>
        </p:xfrm>
        <a:graphic>
          <a:graphicData uri="http://schemas.openxmlformats.org/drawingml/2006/table">
            <a:tbl>
              <a:tblPr/>
              <a:tblGrid>
                <a:gridCol w="1431925">
                  <a:extLst>
                    <a:ext uri="{9D8B030D-6E8A-4147-A177-3AD203B41FA5}">
                      <a16:colId xmlns:a16="http://schemas.microsoft.com/office/drawing/2014/main" val="183278525"/>
                    </a:ext>
                  </a:extLst>
                </a:gridCol>
                <a:gridCol w="1433513">
                  <a:extLst>
                    <a:ext uri="{9D8B030D-6E8A-4147-A177-3AD203B41FA5}">
                      <a16:colId xmlns:a16="http://schemas.microsoft.com/office/drawing/2014/main" val="2139475480"/>
                    </a:ext>
                  </a:extLst>
                </a:gridCol>
                <a:gridCol w="1554162">
                  <a:extLst>
                    <a:ext uri="{9D8B030D-6E8A-4147-A177-3AD203B41FA5}">
                      <a16:colId xmlns:a16="http://schemas.microsoft.com/office/drawing/2014/main" val="648901665"/>
                    </a:ext>
                  </a:extLst>
                </a:gridCol>
                <a:gridCol w="1311275">
                  <a:extLst>
                    <a:ext uri="{9D8B030D-6E8A-4147-A177-3AD203B41FA5}">
                      <a16:colId xmlns:a16="http://schemas.microsoft.com/office/drawing/2014/main" val="1490589361"/>
                    </a:ext>
                  </a:extLst>
                </a:gridCol>
                <a:gridCol w="1431925">
                  <a:extLst>
                    <a:ext uri="{9D8B030D-6E8A-4147-A177-3AD203B41FA5}">
                      <a16:colId xmlns:a16="http://schemas.microsoft.com/office/drawing/2014/main" val="440373688"/>
                    </a:ext>
                  </a:extLst>
                </a:gridCol>
              </a:tblGrid>
              <a:tr h="64002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decimal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3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2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take the 2's complement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3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2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decimal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8173508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+7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-7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037064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+6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-6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3010889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+5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-5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2849554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+4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-4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6343327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+3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-3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017125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+2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-2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9469491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1238156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3832076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-8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-8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7573562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-7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+7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2140835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-6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+6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303022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-5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+5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5433382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-4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+4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8210842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-3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+3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2475292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-2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+2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367671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845367"/>
                  </a:ext>
                </a:extLst>
              </a:tr>
            </a:tbl>
          </a:graphicData>
        </a:graphic>
      </p:graphicFrame>
      <p:grpSp>
        <p:nvGrpSpPr>
          <p:cNvPr id="113775" name="Group 22">
            <a:extLst>
              <a:ext uri="{FF2B5EF4-FFF2-40B4-BE49-F238E27FC236}">
                <a16:creationId xmlns:a16="http://schemas.microsoft.com/office/drawing/2014/main" id="{5A829D6B-CC01-44AF-9830-A6D8BDA03D29}"/>
              </a:ext>
            </a:extLst>
          </p:cNvPr>
          <p:cNvGrpSpPr>
            <a:grpSpLocks/>
          </p:cNvGrpSpPr>
          <p:nvPr/>
        </p:nvGrpSpPr>
        <p:grpSpPr bwMode="auto">
          <a:xfrm>
            <a:off x="4310063" y="1371271"/>
            <a:ext cx="577850" cy="5191125"/>
            <a:chOff x="4509680" y="872900"/>
            <a:chExt cx="578172" cy="5742620"/>
          </a:xfrm>
        </p:grpSpPr>
        <p:sp>
          <p:nvSpPr>
            <p:cNvPr id="113780" name="Freeform 5">
              <a:extLst>
                <a:ext uri="{FF2B5EF4-FFF2-40B4-BE49-F238E27FC236}">
                  <a16:creationId xmlns:a16="http://schemas.microsoft.com/office/drawing/2014/main" id="{43C2C82B-41CE-4821-BC1A-473525445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518" y="87290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781" name="Freeform 6">
              <a:extLst>
                <a:ext uri="{FF2B5EF4-FFF2-40B4-BE49-F238E27FC236}">
                  <a16:creationId xmlns:a16="http://schemas.microsoft.com/office/drawing/2014/main" id="{B601A2D5-B9BF-4607-B800-D948F8C94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560" y="125390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782" name="Freeform 8">
              <a:extLst>
                <a:ext uri="{FF2B5EF4-FFF2-40B4-BE49-F238E27FC236}">
                  <a16:creationId xmlns:a16="http://schemas.microsoft.com/office/drawing/2014/main" id="{0B13E512-6149-42B8-A95E-91580B314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368" y="163671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783" name="Freeform 9">
              <a:extLst>
                <a:ext uri="{FF2B5EF4-FFF2-40B4-BE49-F238E27FC236}">
                  <a16:creationId xmlns:a16="http://schemas.microsoft.com/office/drawing/2014/main" id="{AAB42281-142D-4C36-B9FE-83B4DB18D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640" y="197607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784" name="Freeform 10">
              <a:extLst>
                <a:ext uri="{FF2B5EF4-FFF2-40B4-BE49-F238E27FC236}">
                  <a16:creationId xmlns:a16="http://schemas.microsoft.com/office/drawing/2014/main" id="{624516F0-DF75-4247-A230-999E16883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238" y="236234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785" name="Freeform 11">
              <a:extLst>
                <a:ext uri="{FF2B5EF4-FFF2-40B4-BE49-F238E27FC236}">
                  <a16:creationId xmlns:a16="http://schemas.microsoft.com/office/drawing/2014/main" id="{71A5310C-6A99-4DA8-ADC8-F36538C42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280" y="274334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786" name="Freeform 12">
              <a:extLst>
                <a:ext uri="{FF2B5EF4-FFF2-40B4-BE49-F238E27FC236}">
                  <a16:creationId xmlns:a16="http://schemas.microsoft.com/office/drawing/2014/main" id="{04E1E399-36CB-4697-B8C8-B43F94D7F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088" y="312615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787" name="Freeform 13">
              <a:extLst>
                <a:ext uri="{FF2B5EF4-FFF2-40B4-BE49-F238E27FC236}">
                  <a16:creationId xmlns:a16="http://schemas.microsoft.com/office/drawing/2014/main" id="{E7E96614-EFF4-4DED-988E-91B8BD48D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360" y="346551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788" name="Freeform 14">
              <a:extLst>
                <a:ext uri="{FF2B5EF4-FFF2-40B4-BE49-F238E27FC236}">
                  <a16:creationId xmlns:a16="http://schemas.microsoft.com/office/drawing/2014/main" id="{34DB77AB-D6C7-4321-9AAA-075885D8C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680" y="38377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789" name="Freeform 15">
              <a:extLst>
                <a:ext uri="{FF2B5EF4-FFF2-40B4-BE49-F238E27FC236}">
                  <a16:creationId xmlns:a16="http://schemas.microsoft.com/office/drawing/2014/main" id="{506DE375-7844-4280-8C83-8E1682F47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722" y="42187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790" name="Freeform 16">
              <a:extLst>
                <a:ext uri="{FF2B5EF4-FFF2-40B4-BE49-F238E27FC236}">
                  <a16:creationId xmlns:a16="http://schemas.microsoft.com/office/drawing/2014/main" id="{8FB32451-E894-40FB-85FD-ADF092C25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530" y="460157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791" name="Freeform 17">
              <a:extLst>
                <a:ext uri="{FF2B5EF4-FFF2-40B4-BE49-F238E27FC236}">
                  <a16:creationId xmlns:a16="http://schemas.microsoft.com/office/drawing/2014/main" id="{E59D0662-3371-4E81-9D99-A956FBDD4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802" y="494093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792" name="Freeform 18">
              <a:extLst>
                <a:ext uri="{FF2B5EF4-FFF2-40B4-BE49-F238E27FC236}">
                  <a16:creationId xmlns:a16="http://schemas.microsoft.com/office/drawing/2014/main" id="{366EBC3B-C5A0-44FE-B546-61F560C4E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820" y="53202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793" name="Freeform 19">
              <a:extLst>
                <a:ext uri="{FF2B5EF4-FFF2-40B4-BE49-F238E27FC236}">
                  <a16:creationId xmlns:a16="http://schemas.microsoft.com/office/drawing/2014/main" id="{7162FBB0-AFD6-4862-90CA-C7704ACC1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862" y="57012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794" name="Freeform 20">
              <a:extLst>
                <a:ext uri="{FF2B5EF4-FFF2-40B4-BE49-F238E27FC236}">
                  <a16:creationId xmlns:a16="http://schemas.microsoft.com/office/drawing/2014/main" id="{B211A481-B614-4013-8E25-0D4546829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670" y="608407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795" name="Freeform 21">
              <a:extLst>
                <a:ext uri="{FF2B5EF4-FFF2-40B4-BE49-F238E27FC236}">
                  <a16:creationId xmlns:a16="http://schemas.microsoft.com/office/drawing/2014/main" id="{EA5AE191-A36A-4D3A-A37F-F9F46CAAE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942" y="642343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13776" name="Title 1">
            <a:extLst>
              <a:ext uri="{FF2B5EF4-FFF2-40B4-BE49-F238E27FC236}">
                <a16:creationId xmlns:a16="http://schemas.microsoft.com/office/drawing/2014/main" id="{36E44045-A6DA-4862-9FB6-C13F0F8E9115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Taking the 2</a:t>
            </a:r>
            <a:r>
              <a:rPr kumimoji="0" lang="ja-JP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negates the number</a:t>
            </a:r>
            <a:endParaRPr kumimoji="0" lang="en-US" altLang="en-US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3777" name="Rectangle 3">
            <a:extLst>
              <a:ext uri="{FF2B5EF4-FFF2-40B4-BE49-F238E27FC236}">
                <a16:creationId xmlns:a16="http://schemas.microsoft.com/office/drawing/2014/main" id="{86DA8574-1F70-44A0-835B-D0D170135D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9950" y="3641396"/>
            <a:ext cx="466725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3778" name="Rectangle 3">
            <a:extLst>
              <a:ext uri="{FF2B5EF4-FFF2-40B4-BE49-F238E27FC236}">
                <a16:creationId xmlns:a16="http://schemas.microsoft.com/office/drawing/2014/main" id="{9E13BA35-6EF7-4C40-BDF6-83711C9154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0663" y="3623934"/>
            <a:ext cx="468312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3779" name="TextBox 26">
            <a:extLst>
              <a:ext uri="{FF2B5EF4-FFF2-40B4-BE49-F238E27FC236}">
                <a16:creationId xmlns:a16="http://schemas.microsoft.com/office/drawing/2014/main" id="{94C1F441-C225-4B5B-9BD0-DCB2BE8B5C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2875" y="3154034"/>
            <a:ext cx="1381125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This is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the only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exception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CD1D3C99-D5CA-1A4B-B763-B70334B0F3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641716"/>
              </p:ext>
            </p:extLst>
          </p:nvPr>
        </p:nvGraphicFramePr>
        <p:xfrm>
          <a:off x="990600" y="609600"/>
          <a:ext cx="7162800" cy="6004254"/>
        </p:xfrm>
        <a:graphic>
          <a:graphicData uri="http://schemas.openxmlformats.org/drawingml/2006/table">
            <a:tbl>
              <a:tblPr/>
              <a:tblGrid>
                <a:gridCol w="1431925">
                  <a:extLst>
                    <a:ext uri="{9D8B030D-6E8A-4147-A177-3AD203B41FA5}">
                      <a16:colId xmlns:a16="http://schemas.microsoft.com/office/drawing/2014/main" val="3827900690"/>
                    </a:ext>
                  </a:extLst>
                </a:gridCol>
                <a:gridCol w="1433513">
                  <a:extLst>
                    <a:ext uri="{9D8B030D-6E8A-4147-A177-3AD203B41FA5}">
                      <a16:colId xmlns:a16="http://schemas.microsoft.com/office/drawing/2014/main" val="1025484083"/>
                    </a:ext>
                  </a:extLst>
                </a:gridCol>
                <a:gridCol w="1554162">
                  <a:extLst>
                    <a:ext uri="{9D8B030D-6E8A-4147-A177-3AD203B41FA5}">
                      <a16:colId xmlns:a16="http://schemas.microsoft.com/office/drawing/2014/main" val="1660311647"/>
                    </a:ext>
                  </a:extLst>
                </a:gridCol>
                <a:gridCol w="1311275">
                  <a:extLst>
                    <a:ext uri="{9D8B030D-6E8A-4147-A177-3AD203B41FA5}">
                      <a16:colId xmlns:a16="http://schemas.microsoft.com/office/drawing/2014/main" val="1583739808"/>
                    </a:ext>
                  </a:extLst>
                </a:gridCol>
                <a:gridCol w="1431925">
                  <a:extLst>
                    <a:ext uri="{9D8B030D-6E8A-4147-A177-3AD203B41FA5}">
                      <a16:colId xmlns:a16="http://schemas.microsoft.com/office/drawing/2014/main" val="4125268134"/>
                    </a:ext>
                  </a:extLst>
                </a:gridCol>
              </a:tblGrid>
              <a:tr h="64002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decimal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3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2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take the 2's complement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3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2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decimal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099325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+7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-7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203020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+6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-6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636732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+5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-5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8387299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+4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-4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9599489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+3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-3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149671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+2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-2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8439283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7704244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7006047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-8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-8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4366667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-7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+7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644559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-6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+6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0556853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-5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+5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1503658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-4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+4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4085764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-3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+3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4636552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-2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+2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7517806"/>
                  </a:ext>
                </a:extLst>
              </a:tr>
              <a:tr h="335244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0769986"/>
                  </a:ext>
                </a:extLst>
              </a:tr>
            </a:tbl>
          </a:graphicData>
        </a:graphic>
      </p:graphicFrame>
      <p:grpSp>
        <p:nvGrpSpPr>
          <p:cNvPr id="114799" name="Group 22">
            <a:extLst>
              <a:ext uri="{FF2B5EF4-FFF2-40B4-BE49-F238E27FC236}">
                <a16:creationId xmlns:a16="http://schemas.microsoft.com/office/drawing/2014/main" id="{F93FDC9C-9E8E-48B6-9305-6C548AC1F557}"/>
              </a:ext>
            </a:extLst>
          </p:cNvPr>
          <p:cNvGrpSpPr>
            <a:grpSpLocks/>
          </p:cNvGrpSpPr>
          <p:nvPr/>
        </p:nvGrpSpPr>
        <p:grpSpPr bwMode="auto">
          <a:xfrm>
            <a:off x="4310063" y="1355725"/>
            <a:ext cx="577850" cy="5191125"/>
            <a:chOff x="4509680" y="872900"/>
            <a:chExt cx="578172" cy="5742620"/>
          </a:xfrm>
        </p:grpSpPr>
        <p:sp>
          <p:nvSpPr>
            <p:cNvPr id="114804" name="Freeform 5">
              <a:extLst>
                <a:ext uri="{FF2B5EF4-FFF2-40B4-BE49-F238E27FC236}">
                  <a16:creationId xmlns:a16="http://schemas.microsoft.com/office/drawing/2014/main" id="{843A5FE8-F982-4FDF-965F-F5D60423A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518" y="87290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805" name="Freeform 6">
              <a:extLst>
                <a:ext uri="{FF2B5EF4-FFF2-40B4-BE49-F238E27FC236}">
                  <a16:creationId xmlns:a16="http://schemas.microsoft.com/office/drawing/2014/main" id="{1DFF5145-CF75-49B1-A45A-C1D512D30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560" y="125390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806" name="Freeform 8">
              <a:extLst>
                <a:ext uri="{FF2B5EF4-FFF2-40B4-BE49-F238E27FC236}">
                  <a16:creationId xmlns:a16="http://schemas.microsoft.com/office/drawing/2014/main" id="{8F1F3817-3120-4119-AEE4-93E8267CF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368" y="163671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807" name="Freeform 9">
              <a:extLst>
                <a:ext uri="{FF2B5EF4-FFF2-40B4-BE49-F238E27FC236}">
                  <a16:creationId xmlns:a16="http://schemas.microsoft.com/office/drawing/2014/main" id="{70A36B7B-C675-438E-BF56-30B5DCD27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640" y="197607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808" name="Freeform 10">
              <a:extLst>
                <a:ext uri="{FF2B5EF4-FFF2-40B4-BE49-F238E27FC236}">
                  <a16:creationId xmlns:a16="http://schemas.microsoft.com/office/drawing/2014/main" id="{79AC2FEC-EEC4-457D-952B-AD2E9E254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238" y="236234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809" name="Freeform 11">
              <a:extLst>
                <a:ext uri="{FF2B5EF4-FFF2-40B4-BE49-F238E27FC236}">
                  <a16:creationId xmlns:a16="http://schemas.microsoft.com/office/drawing/2014/main" id="{88B94281-938B-4F51-8B93-5BD28208D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280" y="274334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810" name="Freeform 12">
              <a:extLst>
                <a:ext uri="{FF2B5EF4-FFF2-40B4-BE49-F238E27FC236}">
                  <a16:creationId xmlns:a16="http://schemas.microsoft.com/office/drawing/2014/main" id="{8AF3073B-6CB6-4655-A244-80BD013C4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088" y="312615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811" name="Freeform 13">
              <a:extLst>
                <a:ext uri="{FF2B5EF4-FFF2-40B4-BE49-F238E27FC236}">
                  <a16:creationId xmlns:a16="http://schemas.microsoft.com/office/drawing/2014/main" id="{C86B4CBF-7B46-48AB-8AAB-098AF21B7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360" y="346551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812" name="Freeform 14">
              <a:extLst>
                <a:ext uri="{FF2B5EF4-FFF2-40B4-BE49-F238E27FC236}">
                  <a16:creationId xmlns:a16="http://schemas.microsoft.com/office/drawing/2014/main" id="{79261360-76D8-4A7C-A67B-09CCD39D2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680" y="38377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813" name="Freeform 15">
              <a:extLst>
                <a:ext uri="{FF2B5EF4-FFF2-40B4-BE49-F238E27FC236}">
                  <a16:creationId xmlns:a16="http://schemas.microsoft.com/office/drawing/2014/main" id="{0715355D-74B6-4720-87D9-1550351F1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722" y="42187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814" name="Freeform 16">
              <a:extLst>
                <a:ext uri="{FF2B5EF4-FFF2-40B4-BE49-F238E27FC236}">
                  <a16:creationId xmlns:a16="http://schemas.microsoft.com/office/drawing/2014/main" id="{8925A10A-A52B-48F2-8270-184F4D83B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530" y="460157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815" name="Freeform 17">
              <a:extLst>
                <a:ext uri="{FF2B5EF4-FFF2-40B4-BE49-F238E27FC236}">
                  <a16:creationId xmlns:a16="http://schemas.microsoft.com/office/drawing/2014/main" id="{2AC8D36C-F81C-415A-9E86-80915507C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802" y="494093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816" name="Freeform 18">
              <a:extLst>
                <a:ext uri="{FF2B5EF4-FFF2-40B4-BE49-F238E27FC236}">
                  <a16:creationId xmlns:a16="http://schemas.microsoft.com/office/drawing/2014/main" id="{C5901EB7-E906-4436-B084-DFAA68C7F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820" y="53202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817" name="Freeform 19">
              <a:extLst>
                <a:ext uri="{FF2B5EF4-FFF2-40B4-BE49-F238E27FC236}">
                  <a16:creationId xmlns:a16="http://schemas.microsoft.com/office/drawing/2014/main" id="{940AEDC0-C6D4-4B80-A290-9D7A8EE09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862" y="57012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818" name="Freeform 20">
              <a:extLst>
                <a:ext uri="{FF2B5EF4-FFF2-40B4-BE49-F238E27FC236}">
                  <a16:creationId xmlns:a16="http://schemas.microsoft.com/office/drawing/2014/main" id="{135002B4-A5D1-43D6-B8E4-527191B33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670" y="608407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819" name="Freeform 21">
              <a:extLst>
                <a:ext uri="{FF2B5EF4-FFF2-40B4-BE49-F238E27FC236}">
                  <a16:creationId xmlns:a16="http://schemas.microsoft.com/office/drawing/2014/main" id="{4767E735-F6C6-475A-B8EA-A9335884D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942" y="642343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14800" name="Title 1">
            <a:extLst>
              <a:ext uri="{FF2B5EF4-FFF2-40B4-BE49-F238E27FC236}">
                <a16:creationId xmlns:a16="http://schemas.microsoft.com/office/drawing/2014/main" id="{952AA921-C3B8-430A-93BD-1C03C26CBC89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Taking the 2</a:t>
            </a:r>
            <a:r>
              <a:rPr kumimoji="0" lang="ja-JP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negates the number</a:t>
            </a:r>
            <a:endParaRPr kumimoji="0" lang="en-US" altLang="en-US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4801" name="Rectangle 3">
            <a:extLst>
              <a:ext uri="{FF2B5EF4-FFF2-40B4-BE49-F238E27FC236}">
                <a16:creationId xmlns:a16="http://schemas.microsoft.com/office/drawing/2014/main" id="{5A7AF532-DE90-4687-88AF-DE922D7F8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9950" y="4006850"/>
            <a:ext cx="466725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4802" name="Rectangle 3">
            <a:extLst>
              <a:ext uri="{FF2B5EF4-FFF2-40B4-BE49-F238E27FC236}">
                <a16:creationId xmlns:a16="http://schemas.microsoft.com/office/drawing/2014/main" id="{8E061A6B-6A74-49D0-B9DF-CD49A1E227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0663" y="3989388"/>
            <a:ext cx="468312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4803" name="TextBox 26">
            <a:extLst>
              <a:ext uri="{FF2B5EF4-FFF2-40B4-BE49-F238E27FC236}">
                <a16:creationId xmlns:a16="http://schemas.microsoft.com/office/drawing/2014/main" id="{6B31676C-98A3-4683-8EFF-49367736C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99388" y="3641725"/>
            <a:ext cx="13128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And this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one too.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6" name="Line 88">
            <a:extLst>
              <a:ext uri="{FF2B5EF4-FFF2-40B4-BE49-F238E27FC236}">
                <a16:creationId xmlns:a16="http://schemas.microsoft.com/office/drawing/2014/main" id="{AB041E43-C6E7-459F-B0C4-15611C9F64A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35225" y="2574925"/>
            <a:ext cx="620713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18" name="Rectangle 90">
            <a:extLst>
              <a:ext uri="{FF2B5EF4-FFF2-40B4-BE49-F238E27FC236}">
                <a16:creationId xmlns:a16="http://schemas.microsoft.com/office/drawing/2014/main" id="{3B55CF0B-BFDF-43F8-B67B-DC5978381D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1738" y="2298700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24" name="Rectangle 97">
            <a:extLst>
              <a:ext uri="{FF2B5EF4-FFF2-40B4-BE49-F238E27FC236}">
                <a16:creationId xmlns:a16="http://schemas.microsoft.com/office/drawing/2014/main" id="{C6E75B32-29C6-425E-B563-ECD14C008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9563" y="2300288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8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25" name="Rectangle 98">
            <a:extLst>
              <a:ext uri="{FF2B5EF4-FFF2-40B4-BE49-F238E27FC236}">
                <a16:creationId xmlns:a16="http://schemas.microsoft.com/office/drawing/2014/main" id="{DFFC5EB0-91A0-457E-9E0F-3DDFB3C88B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6375" y="2300288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26" name="Rectangle 99">
            <a:extLst>
              <a:ext uri="{FF2B5EF4-FFF2-40B4-BE49-F238E27FC236}">
                <a16:creationId xmlns:a16="http://schemas.microsoft.com/office/drawing/2014/main" id="{568FEF79-9EE6-49C7-85C1-12BB2058B3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3350" y="2295525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27" name="Rectangle 100">
            <a:extLst>
              <a:ext uri="{FF2B5EF4-FFF2-40B4-BE49-F238E27FC236}">
                <a16:creationId xmlns:a16="http://schemas.microsoft.com/office/drawing/2014/main" id="{F920EED0-C2EE-4755-A728-43DB7A636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3863" y="2295525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28" name="Rectangle 101">
            <a:extLst>
              <a:ext uri="{FF2B5EF4-FFF2-40B4-BE49-F238E27FC236}">
                <a16:creationId xmlns:a16="http://schemas.microsoft.com/office/drawing/2014/main" id="{84362F5C-F240-4CDC-B450-D25AD9713D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6388" y="2062163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29" name="Rectangle 102">
            <a:extLst>
              <a:ext uri="{FF2B5EF4-FFF2-40B4-BE49-F238E27FC236}">
                <a16:creationId xmlns:a16="http://schemas.microsoft.com/office/drawing/2014/main" id="{AE90FF10-491B-4D7A-B463-19003600A3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062163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30" name="Rectangle 103">
            <a:extLst>
              <a:ext uri="{FF2B5EF4-FFF2-40B4-BE49-F238E27FC236}">
                <a16:creationId xmlns:a16="http://schemas.microsoft.com/office/drawing/2014/main" id="{6994BF7D-27E4-4E04-8C44-72385CAEA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0175" y="2057400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31" name="Rectangle 104">
            <a:extLst>
              <a:ext uri="{FF2B5EF4-FFF2-40B4-BE49-F238E27FC236}">
                <a16:creationId xmlns:a16="http://schemas.microsoft.com/office/drawing/2014/main" id="{37C5FDAE-8AE6-4823-B28E-371242C0E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2275" y="2057400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32" name="Rectangle 105">
            <a:extLst>
              <a:ext uri="{FF2B5EF4-FFF2-40B4-BE49-F238E27FC236}">
                <a16:creationId xmlns:a16="http://schemas.microsoft.com/office/drawing/2014/main" id="{A26603A4-71E3-4215-95CD-852AA44FD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6388" y="2679700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33" name="Rectangle 106">
            <a:extLst>
              <a:ext uri="{FF2B5EF4-FFF2-40B4-BE49-F238E27FC236}">
                <a16:creationId xmlns:a16="http://schemas.microsoft.com/office/drawing/2014/main" id="{099ECE66-1CEE-4A85-BC44-EB50CBAFD2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0975" y="2679700"/>
            <a:ext cx="20839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 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34" name="Rectangle 107">
            <a:extLst>
              <a:ext uri="{FF2B5EF4-FFF2-40B4-BE49-F238E27FC236}">
                <a16:creationId xmlns:a16="http://schemas.microsoft.com/office/drawing/2014/main" id="{72DD65AA-300B-4742-B7F5-0A89134E9A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7950" y="2674938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35" name="Rectangle 108">
            <a:extLst>
              <a:ext uri="{FF2B5EF4-FFF2-40B4-BE49-F238E27FC236}">
                <a16:creationId xmlns:a16="http://schemas.microsoft.com/office/drawing/2014/main" id="{21CA4C5B-4483-4155-93F3-A75E8AF3B5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0050" y="2674938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40" name="Title 1">
            <a:extLst>
              <a:ext uri="{FF2B5EF4-FFF2-40B4-BE49-F238E27FC236}">
                <a16:creationId xmlns:a16="http://schemas.microsoft.com/office/drawing/2014/main" id="{43743322-44BE-420F-AF38-BE6D863C7AA7}"/>
              </a:ext>
            </a:extLst>
          </p:cNvPr>
          <p:cNvSpPr txBox="1">
            <a:spLocks/>
          </p:cNvSpPr>
          <p:nvPr/>
        </p:nvSpPr>
        <p:spPr bwMode="auto">
          <a:xfrm>
            <a:off x="0" y="152400"/>
            <a:ext cx="91440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But that exception does not matter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3" name="Rectangle 85">
            <a:extLst>
              <a:ext uri="{FF2B5EF4-FFF2-40B4-BE49-F238E27FC236}">
                <a16:creationId xmlns:a16="http://schemas.microsoft.com/office/drawing/2014/main" id="{787CBD98-7E11-4171-892D-421B32B71E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2038" y="2297113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14" name="Rectangle 86">
            <a:extLst>
              <a:ext uri="{FF2B5EF4-FFF2-40B4-BE49-F238E27FC236}">
                <a16:creationId xmlns:a16="http://schemas.microsoft.com/office/drawing/2014/main" id="{72A037E2-3613-4A66-B66C-2216DE9D1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2538" y="2060575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15" name="Line 87">
            <a:extLst>
              <a:ext uri="{FF2B5EF4-FFF2-40B4-BE49-F238E27FC236}">
                <a16:creationId xmlns:a16="http://schemas.microsoft.com/office/drawing/2014/main" id="{FE4C13E0-D374-4A1D-9D07-8376F0EB6F2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70288" y="2574925"/>
            <a:ext cx="79216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16" name="Line 88">
            <a:extLst>
              <a:ext uri="{FF2B5EF4-FFF2-40B4-BE49-F238E27FC236}">
                <a16:creationId xmlns:a16="http://schemas.microsoft.com/office/drawing/2014/main" id="{AB041E43-C6E7-459F-B0C4-15611C9F64A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35225" y="2574925"/>
            <a:ext cx="620713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17" name="Rectangle 89">
            <a:extLst>
              <a:ext uri="{FF2B5EF4-FFF2-40B4-BE49-F238E27FC236}">
                <a16:creationId xmlns:a16="http://schemas.microsoft.com/office/drawing/2014/main" id="{B715C82D-6AE7-41CF-8867-1A579834CE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2538" y="2300288"/>
            <a:ext cx="563562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18" name="Rectangle 90">
            <a:extLst>
              <a:ext uri="{FF2B5EF4-FFF2-40B4-BE49-F238E27FC236}">
                <a16:creationId xmlns:a16="http://schemas.microsoft.com/office/drawing/2014/main" id="{3B55CF0B-BFDF-43F8-B67B-DC5978381D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1738" y="2298700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19" name="Rectangle 91">
            <a:extLst>
              <a:ext uri="{FF2B5EF4-FFF2-40B4-BE49-F238E27FC236}">
                <a16:creationId xmlns:a16="http://schemas.microsoft.com/office/drawing/2014/main" id="{90D6C498-5552-42FE-A48B-4D3D92B78C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8650" y="2297113"/>
            <a:ext cx="209550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20" name="Rectangle 92">
            <a:extLst>
              <a:ext uri="{FF2B5EF4-FFF2-40B4-BE49-F238E27FC236}">
                <a16:creationId xmlns:a16="http://schemas.microsoft.com/office/drawing/2014/main" id="{8359F01F-0FFD-4FE1-8968-960535FA93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8975" y="2670175"/>
            <a:ext cx="7191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21" name="Rectangle 93">
            <a:extLst>
              <a:ext uri="{FF2B5EF4-FFF2-40B4-BE49-F238E27FC236}">
                <a16:creationId xmlns:a16="http://schemas.microsoft.com/office/drawing/2014/main" id="{588C0D58-8957-46A9-AA17-5DBBC0B76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6613" y="2060575"/>
            <a:ext cx="7127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22" name="Line 94">
            <a:extLst>
              <a:ext uri="{FF2B5EF4-FFF2-40B4-BE49-F238E27FC236}">
                <a16:creationId xmlns:a16="http://schemas.microsoft.com/office/drawing/2014/main" id="{19BE7CA8-2211-4854-9B37-6599B952F6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89600" y="2574925"/>
            <a:ext cx="792163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23" name="Rectangle 96">
            <a:extLst>
              <a:ext uri="{FF2B5EF4-FFF2-40B4-BE49-F238E27FC236}">
                <a16:creationId xmlns:a16="http://schemas.microsoft.com/office/drawing/2014/main" id="{025E7DCE-A914-4F42-A908-FD85A0095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6613" y="2300288"/>
            <a:ext cx="563562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24" name="Rectangle 97">
            <a:extLst>
              <a:ext uri="{FF2B5EF4-FFF2-40B4-BE49-F238E27FC236}">
                <a16:creationId xmlns:a16="http://schemas.microsoft.com/office/drawing/2014/main" id="{C6E75B32-29C6-425E-B563-ECD14C008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9563" y="2300288"/>
            <a:ext cx="10318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8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25" name="Rectangle 98">
            <a:extLst>
              <a:ext uri="{FF2B5EF4-FFF2-40B4-BE49-F238E27FC236}">
                <a16:creationId xmlns:a16="http://schemas.microsoft.com/office/drawing/2014/main" id="{DFFC5EB0-91A0-457E-9E0F-3DDFB3C88B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6375" y="2300288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26" name="Rectangle 99">
            <a:extLst>
              <a:ext uri="{FF2B5EF4-FFF2-40B4-BE49-F238E27FC236}">
                <a16:creationId xmlns:a16="http://schemas.microsoft.com/office/drawing/2014/main" id="{568FEF79-9EE6-49C7-85C1-12BB2058B3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3350" y="2295525"/>
            <a:ext cx="1905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27" name="Rectangle 100">
            <a:extLst>
              <a:ext uri="{FF2B5EF4-FFF2-40B4-BE49-F238E27FC236}">
                <a16:creationId xmlns:a16="http://schemas.microsoft.com/office/drawing/2014/main" id="{F920EED0-C2EE-4755-A728-43DB7A636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3863" y="2295525"/>
            <a:ext cx="1905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28" name="Rectangle 101">
            <a:extLst>
              <a:ext uri="{FF2B5EF4-FFF2-40B4-BE49-F238E27FC236}">
                <a16:creationId xmlns:a16="http://schemas.microsoft.com/office/drawing/2014/main" id="{84362F5C-F240-4CDC-B450-D25AD9713D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6388" y="2062163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29" name="Rectangle 102">
            <a:extLst>
              <a:ext uri="{FF2B5EF4-FFF2-40B4-BE49-F238E27FC236}">
                <a16:creationId xmlns:a16="http://schemas.microsoft.com/office/drawing/2014/main" id="{AE90FF10-491B-4D7A-B463-19003600A3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062163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30" name="Rectangle 103">
            <a:extLst>
              <a:ext uri="{FF2B5EF4-FFF2-40B4-BE49-F238E27FC236}">
                <a16:creationId xmlns:a16="http://schemas.microsoft.com/office/drawing/2014/main" id="{6994BF7D-27E4-4E04-8C44-72385CAEA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0175" y="2057400"/>
            <a:ext cx="1905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31" name="Rectangle 104">
            <a:extLst>
              <a:ext uri="{FF2B5EF4-FFF2-40B4-BE49-F238E27FC236}">
                <a16:creationId xmlns:a16="http://schemas.microsoft.com/office/drawing/2014/main" id="{37C5FDAE-8AE6-4823-B28E-371242C0E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2275" y="2057400"/>
            <a:ext cx="1905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32" name="Rectangle 105">
            <a:extLst>
              <a:ext uri="{FF2B5EF4-FFF2-40B4-BE49-F238E27FC236}">
                <a16:creationId xmlns:a16="http://schemas.microsoft.com/office/drawing/2014/main" id="{A26603A4-71E3-4215-95CD-852AA44FD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6388" y="2679700"/>
            <a:ext cx="201612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33" name="Rectangle 106">
            <a:extLst>
              <a:ext uri="{FF2B5EF4-FFF2-40B4-BE49-F238E27FC236}">
                <a16:creationId xmlns:a16="http://schemas.microsoft.com/office/drawing/2014/main" id="{099ECE66-1CEE-4A85-BC44-EB50CBAFD2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0975" y="2679700"/>
            <a:ext cx="1158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34" name="Rectangle 107">
            <a:extLst>
              <a:ext uri="{FF2B5EF4-FFF2-40B4-BE49-F238E27FC236}">
                <a16:creationId xmlns:a16="http://schemas.microsoft.com/office/drawing/2014/main" id="{72DD65AA-300B-4742-B7F5-0A89134E9A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7950" y="2674938"/>
            <a:ext cx="1905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35" name="Rectangle 108">
            <a:extLst>
              <a:ext uri="{FF2B5EF4-FFF2-40B4-BE49-F238E27FC236}">
                <a16:creationId xmlns:a16="http://schemas.microsoft.com/office/drawing/2014/main" id="{21CA4C5B-4483-4155-93F3-A75E8AF3B5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0050" y="2674938"/>
            <a:ext cx="1905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36" name="Freeform 31">
            <a:extLst>
              <a:ext uri="{FF2B5EF4-FFF2-40B4-BE49-F238E27FC236}">
                <a16:creationId xmlns:a16="http://schemas.microsoft.com/office/drawing/2014/main" id="{3C8F4DA0-78FD-4C28-85B6-4BE188CECE57}"/>
              </a:ext>
            </a:extLst>
          </p:cNvPr>
          <p:cNvSpPr>
            <a:spLocks/>
          </p:cNvSpPr>
          <p:nvPr/>
        </p:nvSpPr>
        <p:spPr bwMode="auto">
          <a:xfrm>
            <a:off x="4824413" y="2398713"/>
            <a:ext cx="557212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37" name="Freeform 39">
            <a:extLst>
              <a:ext uri="{FF2B5EF4-FFF2-40B4-BE49-F238E27FC236}">
                <a16:creationId xmlns:a16="http://schemas.microsoft.com/office/drawing/2014/main" id="{EBABE32F-44E3-4DB6-B598-A737545371CA}"/>
              </a:ext>
            </a:extLst>
          </p:cNvPr>
          <p:cNvSpPr>
            <a:spLocks/>
          </p:cNvSpPr>
          <p:nvPr/>
        </p:nvSpPr>
        <p:spPr bwMode="auto">
          <a:xfrm>
            <a:off x="5800725" y="3065463"/>
            <a:ext cx="65088" cy="171450"/>
          </a:xfrm>
          <a:custGeom>
            <a:avLst/>
            <a:gdLst>
              <a:gd name="T0" fmla="*/ 2147483646 w 41"/>
              <a:gd name="T1" fmla="*/ 2147483646 h 108"/>
              <a:gd name="T2" fmla="*/ 2147483646 w 41"/>
              <a:gd name="T3" fmla="*/ 0 h 108"/>
              <a:gd name="T4" fmla="*/ 0 w 41"/>
              <a:gd name="T5" fmla="*/ 2147483646 h 108"/>
              <a:gd name="T6" fmla="*/ 2147483646 w 41"/>
              <a:gd name="T7" fmla="*/ 2147483646 h 108"/>
              <a:gd name="T8" fmla="*/ 2147483646 w 41"/>
              <a:gd name="T9" fmla="*/ 2147483646 h 10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108"/>
              <a:gd name="T17" fmla="*/ 41 w 41"/>
              <a:gd name="T18" fmla="*/ 108 h 10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108">
                <a:moveTo>
                  <a:pt x="41" y="108"/>
                </a:moveTo>
                <a:lnTo>
                  <a:pt x="14" y="0"/>
                </a:lnTo>
                <a:lnTo>
                  <a:pt x="0" y="108"/>
                </a:lnTo>
                <a:lnTo>
                  <a:pt x="14" y="108"/>
                </a:lnTo>
                <a:lnTo>
                  <a:pt x="41" y="108"/>
                </a:lnTo>
                <a:close/>
              </a:path>
            </a:pathLst>
          </a:custGeom>
          <a:solidFill>
            <a:srgbClr val="0000FF"/>
          </a:solidFill>
          <a:ln w="20638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38" name="Line 40">
            <a:extLst>
              <a:ext uri="{FF2B5EF4-FFF2-40B4-BE49-F238E27FC236}">
                <a16:creationId xmlns:a16="http://schemas.microsoft.com/office/drawing/2014/main" id="{BF4E0E62-2673-44F3-BC1B-E7BF22FD374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22950" y="3259138"/>
            <a:ext cx="1588" cy="234950"/>
          </a:xfrm>
          <a:prstGeom prst="line">
            <a:avLst/>
          </a:pr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39" name="Rectangle 42">
            <a:extLst>
              <a:ext uri="{FF2B5EF4-FFF2-40B4-BE49-F238E27FC236}">
                <a16:creationId xmlns:a16="http://schemas.microsoft.com/office/drawing/2014/main" id="{2A310239-43D1-4A96-AB5B-612DE4613A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4825" y="3532188"/>
            <a:ext cx="5238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ignore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40" name="Title 1">
            <a:extLst>
              <a:ext uri="{FF2B5EF4-FFF2-40B4-BE49-F238E27FC236}">
                <a16:creationId xmlns:a16="http://schemas.microsoft.com/office/drawing/2014/main" id="{43743322-44BE-420F-AF38-BE6D863C7AA7}"/>
              </a:ext>
            </a:extLst>
          </p:cNvPr>
          <p:cNvSpPr txBox="1">
            <a:spLocks/>
          </p:cNvSpPr>
          <p:nvPr/>
        </p:nvSpPr>
        <p:spPr bwMode="auto">
          <a:xfrm>
            <a:off x="0" y="152400"/>
            <a:ext cx="91440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But that exception does not matter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448D7AD3-5E7B-4B42-8040-23B654DFEDAC}"/>
                  </a:ext>
                </a:extLst>
              </p14:cNvPr>
              <p14:cNvContentPartPr/>
              <p14:nvPr/>
            </p14:nvContentPartPr>
            <p14:xfrm>
              <a:off x="3509280" y="2310840"/>
              <a:ext cx="3047760" cy="60516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448D7AD3-5E7B-4B42-8040-23B654DFEDA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99920" y="2301480"/>
                <a:ext cx="3066480" cy="623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95840371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7" name="Title 1">
            <a:extLst>
              <a:ext uri="{FF2B5EF4-FFF2-40B4-BE49-F238E27FC236}">
                <a16:creationId xmlns:a16="http://schemas.microsoft.com/office/drawing/2014/main" id="{0C99AE0B-A334-451C-A183-E025425EC175}"/>
              </a:ext>
            </a:extLst>
          </p:cNvPr>
          <p:cNvSpPr txBox="1">
            <a:spLocks/>
          </p:cNvSpPr>
          <p:nvPr/>
        </p:nvSpPr>
        <p:spPr bwMode="auto">
          <a:xfrm>
            <a:off x="0" y="152400"/>
            <a:ext cx="91440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But that exception does not matter</a:t>
            </a:r>
          </a:p>
        </p:txBody>
      </p:sp>
      <p:pic>
        <p:nvPicPr>
          <p:cNvPr id="116738" name="Picture 2" descr="Screen shot 2016-09-28 at 3.56.38 PM.png">
            <a:extLst>
              <a:ext uri="{FF2B5EF4-FFF2-40B4-BE49-F238E27FC236}">
                <a16:creationId xmlns:a16="http://schemas.microsoft.com/office/drawing/2014/main" id="{45E35272-F15B-46D2-AC7C-307EE6EA670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8313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6739" name="Group 11">
            <a:extLst>
              <a:ext uri="{FF2B5EF4-FFF2-40B4-BE49-F238E27FC236}">
                <a16:creationId xmlns:a16="http://schemas.microsoft.com/office/drawing/2014/main" id="{8B612CF4-42EC-409C-A413-AB194F5FB529}"/>
              </a:ext>
            </a:extLst>
          </p:cNvPr>
          <p:cNvGrpSpPr>
            <a:grpSpLocks/>
          </p:cNvGrpSpPr>
          <p:nvPr/>
        </p:nvGrpSpPr>
        <p:grpSpPr bwMode="auto">
          <a:xfrm>
            <a:off x="1973263" y="957263"/>
            <a:ext cx="5180012" cy="5095875"/>
            <a:chOff x="1973606" y="957997"/>
            <a:chExt cx="5179251" cy="5095239"/>
          </a:xfrm>
        </p:grpSpPr>
        <p:sp>
          <p:nvSpPr>
            <p:cNvPr id="6" name="Block Arc 5">
              <a:extLst>
                <a:ext uri="{FF2B5EF4-FFF2-40B4-BE49-F238E27FC236}">
                  <a16:creationId xmlns:a16="http://schemas.microsoft.com/office/drawing/2014/main" id="{DE960EA7-1290-064F-8917-30A5CD73D46D}"/>
                </a:ext>
              </a:extLst>
            </p:cNvPr>
            <p:cNvSpPr/>
            <p:nvPr/>
          </p:nvSpPr>
          <p:spPr bwMode="auto">
            <a:xfrm rot="20100000">
              <a:off x="1973606" y="957997"/>
              <a:ext cx="5179251" cy="5095239"/>
            </a:xfrm>
            <a:prstGeom prst="blockArc">
              <a:avLst>
                <a:gd name="adj1" fmla="val 10800000"/>
                <a:gd name="adj2" fmla="val 0"/>
                <a:gd name="adj3" fmla="val 2717"/>
              </a:avLst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ＭＳ Ｐゴシック" charset="0"/>
                <a:cs typeface="MS PGothic" charset="0"/>
              </a:endParaRPr>
            </a:p>
          </p:txBody>
        </p:sp>
        <p:cxnSp>
          <p:nvCxnSpPr>
            <p:cNvPr id="116744" name="Straight Arrow Connector 7">
              <a:extLst>
                <a:ext uri="{FF2B5EF4-FFF2-40B4-BE49-F238E27FC236}">
                  <a16:creationId xmlns:a16="http://schemas.microsoft.com/office/drawing/2014/main" id="{870449B0-D879-4448-BDD4-DC3987A79D4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-360000">
              <a:off x="6765564" y="2219901"/>
              <a:ext cx="155552" cy="380952"/>
            </a:xfrm>
            <a:prstGeom prst="straightConnector1">
              <a:avLst/>
            </a:prstGeom>
            <a:noFill/>
            <a:ln w="117475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116740" name="Straight Connector 9">
            <a:extLst>
              <a:ext uri="{FF2B5EF4-FFF2-40B4-BE49-F238E27FC236}">
                <a16:creationId xmlns:a16="http://schemas.microsoft.com/office/drawing/2014/main" id="{0174F5CB-56A8-4240-86DD-C2037515B4BA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1862138" y="4222750"/>
            <a:ext cx="1143000" cy="533400"/>
          </a:xfrm>
          <a:prstGeom prst="line">
            <a:avLst/>
          </a:prstGeom>
          <a:noFill/>
          <a:ln w="34925">
            <a:solidFill>
              <a:srgbClr val="FF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6741" name="Straight Connector 10">
            <a:extLst>
              <a:ext uri="{FF2B5EF4-FFF2-40B4-BE49-F238E27FC236}">
                <a16:creationId xmlns:a16="http://schemas.microsoft.com/office/drawing/2014/main" id="{26222282-32D2-433B-9E38-01A9FBA1BDA6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184900" y="2382838"/>
            <a:ext cx="1143000" cy="533400"/>
          </a:xfrm>
          <a:prstGeom prst="line">
            <a:avLst/>
          </a:prstGeom>
          <a:noFill/>
          <a:ln w="34925">
            <a:solidFill>
              <a:srgbClr val="FF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6742" name="TextBox 12">
            <a:extLst>
              <a:ext uri="{FF2B5EF4-FFF2-40B4-BE49-F238E27FC236}">
                <a16:creationId xmlns:a16="http://schemas.microsoft.com/office/drawing/2014/main" id="{666DEFE4-EC5E-4185-BE67-5093E2821D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4888" y="1739900"/>
            <a:ext cx="9461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Add 8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761" name="Picture 2" descr="Screen shot 2016-09-28 at 3.56.38 PM.png">
            <a:extLst>
              <a:ext uri="{FF2B5EF4-FFF2-40B4-BE49-F238E27FC236}">
                <a16:creationId xmlns:a16="http://schemas.microsoft.com/office/drawing/2014/main" id="{B39A6E73-42D6-4D38-ABFC-48E5063CE61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8313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7762" name="Group 4">
            <a:extLst>
              <a:ext uri="{FF2B5EF4-FFF2-40B4-BE49-F238E27FC236}">
                <a16:creationId xmlns:a16="http://schemas.microsoft.com/office/drawing/2014/main" id="{EA66F15B-55E3-43D5-A07D-564489039E26}"/>
              </a:ext>
            </a:extLst>
          </p:cNvPr>
          <p:cNvGrpSpPr>
            <a:grpSpLocks/>
          </p:cNvGrpSpPr>
          <p:nvPr/>
        </p:nvGrpSpPr>
        <p:grpSpPr bwMode="auto">
          <a:xfrm>
            <a:off x="2141538" y="1128713"/>
            <a:ext cx="5178425" cy="5094287"/>
            <a:chOff x="2140828" y="1128127"/>
            <a:chExt cx="5179251" cy="5095239"/>
          </a:xfrm>
        </p:grpSpPr>
        <p:sp>
          <p:nvSpPr>
            <p:cNvPr id="6" name="Block Arc 5">
              <a:extLst>
                <a:ext uri="{FF2B5EF4-FFF2-40B4-BE49-F238E27FC236}">
                  <a16:creationId xmlns:a16="http://schemas.microsoft.com/office/drawing/2014/main" id="{E5FA12E6-6CBD-BB46-B7FA-9FD041A3817F}"/>
                </a:ext>
              </a:extLst>
            </p:cNvPr>
            <p:cNvSpPr/>
            <p:nvPr/>
          </p:nvSpPr>
          <p:spPr bwMode="auto">
            <a:xfrm rot="9600000">
              <a:off x="2140828" y="1128127"/>
              <a:ext cx="5179251" cy="5095239"/>
            </a:xfrm>
            <a:prstGeom prst="blockArc">
              <a:avLst>
                <a:gd name="adj1" fmla="val 10800000"/>
                <a:gd name="adj2" fmla="val 0"/>
                <a:gd name="adj3" fmla="val 2717"/>
              </a:avLst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ＭＳ Ｐゴシック" charset="0"/>
                <a:cs typeface="MS PGothic" charset="0"/>
              </a:endParaRPr>
            </a:p>
          </p:txBody>
        </p:sp>
        <p:cxnSp>
          <p:nvCxnSpPr>
            <p:cNvPr id="117768" name="Straight Arrow Connector 7">
              <a:extLst>
                <a:ext uri="{FF2B5EF4-FFF2-40B4-BE49-F238E27FC236}">
                  <a16:creationId xmlns:a16="http://schemas.microsoft.com/office/drawing/2014/main" id="{D78A26B4-126D-4994-8C1D-7DFE8962D4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440000">
              <a:off x="6980300" y="2561907"/>
              <a:ext cx="154012" cy="381071"/>
            </a:xfrm>
            <a:prstGeom prst="straightConnector1">
              <a:avLst/>
            </a:prstGeom>
            <a:noFill/>
            <a:ln w="117475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117763" name="Straight Connector 9">
            <a:extLst>
              <a:ext uri="{FF2B5EF4-FFF2-40B4-BE49-F238E27FC236}">
                <a16:creationId xmlns:a16="http://schemas.microsoft.com/office/drawing/2014/main" id="{8FCF4DF8-7D93-4906-9B7C-02B21B7A24BB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1862138" y="4222750"/>
            <a:ext cx="1143000" cy="533400"/>
          </a:xfrm>
          <a:prstGeom prst="line">
            <a:avLst/>
          </a:prstGeom>
          <a:noFill/>
          <a:ln w="34925">
            <a:solidFill>
              <a:srgbClr val="FF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7764" name="Straight Connector 10">
            <a:extLst>
              <a:ext uri="{FF2B5EF4-FFF2-40B4-BE49-F238E27FC236}">
                <a16:creationId xmlns:a16="http://schemas.microsoft.com/office/drawing/2014/main" id="{1FB7A4B1-91B1-4EDB-B471-D3F6D7EAB21A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184900" y="2382838"/>
            <a:ext cx="1143000" cy="533400"/>
          </a:xfrm>
          <a:prstGeom prst="line">
            <a:avLst/>
          </a:prstGeom>
          <a:noFill/>
          <a:ln w="34925">
            <a:solidFill>
              <a:srgbClr val="FF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7765" name="TextBox 11">
            <a:extLst>
              <a:ext uri="{FF2B5EF4-FFF2-40B4-BE49-F238E27FC236}">
                <a16:creationId xmlns:a16="http://schemas.microsoft.com/office/drawing/2014/main" id="{8CA180A0-7197-4E24-B5F4-9D2529CFED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7388" y="5726113"/>
            <a:ext cx="14414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Subtract 8</a:t>
            </a:r>
          </a:p>
        </p:txBody>
      </p:sp>
      <p:sp>
        <p:nvSpPr>
          <p:cNvPr id="117766" name="Title 1">
            <a:extLst>
              <a:ext uri="{FF2B5EF4-FFF2-40B4-BE49-F238E27FC236}">
                <a16:creationId xmlns:a16="http://schemas.microsoft.com/office/drawing/2014/main" id="{F8787664-B55C-4D2C-9679-5570C6B65112}"/>
              </a:ext>
            </a:extLst>
          </p:cNvPr>
          <p:cNvSpPr txBox="1">
            <a:spLocks/>
          </p:cNvSpPr>
          <p:nvPr/>
        </p:nvSpPr>
        <p:spPr bwMode="auto">
          <a:xfrm>
            <a:off x="0" y="152400"/>
            <a:ext cx="91440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But that exception does not matter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FAF9464D-C699-8341-979C-484198DA1F9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Take-Home Message</a:t>
            </a:r>
          </a:p>
        </p:txBody>
      </p:sp>
      <p:sp>
        <p:nvSpPr>
          <p:cNvPr id="118786" name="Rectangle 3">
            <a:extLst>
              <a:ext uri="{FF2B5EF4-FFF2-40B4-BE49-F238E27FC236}">
                <a16:creationId xmlns:a16="http://schemas.microsoft.com/office/drawing/2014/main" id="{3F9EF09C-CC65-4023-8D87-6C6D764DF30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76200" y="990600"/>
            <a:ext cx="8991600" cy="2971800"/>
          </a:xfrm>
        </p:spPr>
        <p:txBody>
          <a:bodyPr/>
          <a:lstStyle/>
          <a:p>
            <a:pPr algn="just" eaLnBrk="1" hangingPunct="1"/>
            <a:r>
              <a:rPr lang="en-US" altLang="en-US" dirty="0"/>
              <a:t>Subtraction can be performed by simply adding the 2’s complement of the second number, regardless of the signs of the two numbers.</a:t>
            </a:r>
          </a:p>
          <a:p>
            <a:pPr algn="just" eaLnBrk="1" hangingPunct="1"/>
            <a:endParaRPr lang="en-US" altLang="en-US" dirty="0"/>
          </a:p>
          <a:p>
            <a:pPr algn="just" eaLnBrk="1" hangingPunct="1"/>
            <a:r>
              <a:rPr lang="en-US" altLang="en-US" dirty="0">
                <a:solidFill>
                  <a:srgbClr val="0070C0"/>
                </a:solidFill>
              </a:rPr>
              <a:t>Thus, the same adder circuit can be used to perform </a:t>
            </a:r>
            <a:r>
              <a:rPr lang="en-US" altLang="en-US" u="sng" dirty="0">
                <a:solidFill>
                  <a:srgbClr val="0070C0"/>
                </a:solidFill>
              </a:rPr>
              <a:t>both addition and subtraction</a:t>
            </a:r>
            <a:r>
              <a:rPr lang="en-US" altLang="en-US" dirty="0">
                <a:solidFill>
                  <a:srgbClr val="0070C0"/>
                </a:solidFill>
              </a:rPr>
              <a:t> !!!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09" name="Line 4">
            <a:extLst>
              <a:ext uri="{FF2B5EF4-FFF2-40B4-BE49-F238E27FC236}">
                <a16:creationId xmlns:a16="http://schemas.microsoft.com/office/drawing/2014/main" id="{EB9F043D-0CB1-45A3-BBDB-F10221CB53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99138" y="17653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0" name="Freeform 5">
            <a:extLst>
              <a:ext uri="{FF2B5EF4-FFF2-40B4-BE49-F238E27FC236}">
                <a16:creationId xmlns:a16="http://schemas.microsoft.com/office/drawing/2014/main" id="{7E289559-2087-4952-9C04-746A66482636}"/>
              </a:ext>
            </a:extLst>
          </p:cNvPr>
          <p:cNvSpPr>
            <a:spLocks/>
          </p:cNvSpPr>
          <p:nvPr/>
        </p:nvSpPr>
        <p:spPr bwMode="auto">
          <a:xfrm>
            <a:off x="6178550" y="1743075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1" name="Line 6">
            <a:extLst>
              <a:ext uri="{FF2B5EF4-FFF2-40B4-BE49-F238E27FC236}">
                <a16:creationId xmlns:a16="http://schemas.microsoft.com/office/drawing/2014/main" id="{CF992CE5-8E52-454E-AC4E-F435ABA4094F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20589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2" name="Line 7">
            <a:extLst>
              <a:ext uri="{FF2B5EF4-FFF2-40B4-BE49-F238E27FC236}">
                <a16:creationId xmlns:a16="http://schemas.microsoft.com/office/drawing/2014/main" id="{F53BB240-A100-4FB8-8AA0-FD3CC2F9D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6642100" y="2058988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3" name="Line 8">
            <a:extLst>
              <a:ext uri="{FF2B5EF4-FFF2-40B4-BE49-F238E27FC236}">
                <a16:creationId xmlns:a16="http://schemas.microsoft.com/office/drawing/2014/main" id="{4BAEC3B2-CFE1-4B57-886E-AA6DB01E88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9738" y="29019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4" name="Freeform 9">
            <a:extLst>
              <a:ext uri="{FF2B5EF4-FFF2-40B4-BE49-F238E27FC236}">
                <a16:creationId xmlns:a16="http://schemas.microsoft.com/office/drawing/2014/main" id="{4446B1B0-8EEB-4717-90DE-1E61B618F6B4}"/>
              </a:ext>
            </a:extLst>
          </p:cNvPr>
          <p:cNvSpPr>
            <a:spLocks/>
          </p:cNvSpPr>
          <p:nvPr/>
        </p:nvSpPr>
        <p:spPr bwMode="auto">
          <a:xfrm>
            <a:off x="6784975" y="23114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5" name="Freeform 10">
            <a:extLst>
              <a:ext uri="{FF2B5EF4-FFF2-40B4-BE49-F238E27FC236}">
                <a16:creationId xmlns:a16="http://schemas.microsoft.com/office/drawing/2014/main" id="{0C79CB8D-FFB3-490A-99AF-E16226ABB5F8}"/>
              </a:ext>
            </a:extLst>
          </p:cNvPr>
          <p:cNvSpPr>
            <a:spLocks/>
          </p:cNvSpPr>
          <p:nvPr/>
        </p:nvSpPr>
        <p:spPr bwMode="auto">
          <a:xfrm>
            <a:off x="6545263" y="23114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6" name="Freeform 11">
            <a:extLst>
              <a:ext uri="{FF2B5EF4-FFF2-40B4-BE49-F238E27FC236}">
                <a16:creationId xmlns:a16="http://schemas.microsoft.com/office/drawing/2014/main" id="{E9DF1B87-7300-4759-A32E-31C4B3E9CE8A}"/>
              </a:ext>
            </a:extLst>
          </p:cNvPr>
          <p:cNvSpPr>
            <a:spLocks/>
          </p:cNvSpPr>
          <p:nvPr/>
        </p:nvSpPr>
        <p:spPr bwMode="auto">
          <a:xfrm>
            <a:off x="6783388" y="23050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7" name="Freeform 12">
            <a:extLst>
              <a:ext uri="{FF2B5EF4-FFF2-40B4-BE49-F238E27FC236}">
                <a16:creationId xmlns:a16="http://schemas.microsoft.com/office/drawing/2014/main" id="{1D182B00-766B-4AF7-9950-5946F7644A73}"/>
              </a:ext>
            </a:extLst>
          </p:cNvPr>
          <p:cNvSpPr>
            <a:spLocks/>
          </p:cNvSpPr>
          <p:nvPr/>
        </p:nvSpPr>
        <p:spPr bwMode="auto">
          <a:xfrm>
            <a:off x="6545263" y="23050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8" name="Freeform 13">
            <a:extLst>
              <a:ext uri="{FF2B5EF4-FFF2-40B4-BE49-F238E27FC236}">
                <a16:creationId xmlns:a16="http://schemas.microsoft.com/office/drawing/2014/main" id="{A2244A9D-D7EC-4D76-8CF8-B5E6957E40E6}"/>
              </a:ext>
            </a:extLst>
          </p:cNvPr>
          <p:cNvSpPr>
            <a:spLocks/>
          </p:cNvSpPr>
          <p:nvPr/>
        </p:nvSpPr>
        <p:spPr bwMode="auto">
          <a:xfrm>
            <a:off x="6783388" y="22272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9" name="Freeform 14">
            <a:extLst>
              <a:ext uri="{FF2B5EF4-FFF2-40B4-BE49-F238E27FC236}">
                <a16:creationId xmlns:a16="http://schemas.microsoft.com/office/drawing/2014/main" id="{04F2FD05-68DE-4EB9-872B-665E8DF84238}"/>
              </a:ext>
            </a:extLst>
          </p:cNvPr>
          <p:cNvSpPr>
            <a:spLocks/>
          </p:cNvSpPr>
          <p:nvPr/>
        </p:nvSpPr>
        <p:spPr bwMode="auto">
          <a:xfrm>
            <a:off x="6545263" y="22272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20" name="Freeform 15">
            <a:extLst>
              <a:ext uri="{FF2B5EF4-FFF2-40B4-BE49-F238E27FC236}">
                <a16:creationId xmlns:a16="http://schemas.microsoft.com/office/drawing/2014/main" id="{6DE22183-7430-4C5E-9397-B0E72CC39A35}"/>
              </a:ext>
            </a:extLst>
          </p:cNvPr>
          <p:cNvSpPr>
            <a:spLocks/>
          </p:cNvSpPr>
          <p:nvPr/>
        </p:nvSpPr>
        <p:spPr bwMode="auto">
          <a:xfrm>
            <a:off x="1541463" y="33242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21" name="Line 16">
            <a:extLst>
              <a:ext uri="{FF2B5EF4-FFF2-40B4-BE49-F238E27FC236}">
                <a16:creationId xmlns:a16="http://schemas.microsoft.com/office/drawing/2014/main" id="{51A5C356-EA76-4113-8878-677BA0085EC4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7900" y="2038350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22" name="Line 17">
            <a:extLst>
              <a:ext uri="{FF2B5EF4-FFF2-40B4-BE49-F238E27FC236}">
                <a16:creationId xmlns:a16="http://schemas.microsoft.com/office/drawing/2014/main" id="{B25355FC-0012-45A3-9D11-B30DCE6F3725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3263" y="20589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23" name="Line 18">
            <a:extLst>
              <a:ext uri="{FF2B5EF4-FFF2-40B4-BE49-F238E27FC236}">
                <a16:creationId xmlns:a16="http://schemas.microsoft.com/office/drawing/2014/main" id="{FF738C64-5707-4F26-83D6-A80D98EFA7D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60900" y="29019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19824" name="Group 111">
            <a:extLst>
              <a:ext uri="{FF2B5EF4-FFF2-40B4-BE49-F238E27FC236}">
                <a16:creationId xmlns:a16="http://schemas.microsoft.com/office/drawing/2014/main" id="{26290DD0-14C5-412A-B8BA-E05E00C62CEC}"/>
              </a:ext>
            </a:extLst>
          </p:cNvPr>
          <p:cNvGrpSpPr>
            <a:grpSpLocks/>
          </p:cNvGrpSpPr>
          <p:nvPr/>
        </p:nvGrpSpPr>
        <p:grpSpPr bwMode="auto">
          <a:xfrm>
            <a:off x="4418013" y="2225675"/>
            <a:ext cx="476250" cy="682625"/>
            <a:chOff x="2783" y="1185"/>
            <a:chExt cx="300" cy="430"/>
          </a:xfrm>
        </p:grpSpPr>
        <p:sp>
          <p:nvSpPr>
            <p:cNvPr id="119913" name="Freeform 19">
              <a:extLst>
                <a:ext uri="{FF2B5EF4-FFF2-40B4-BE49-F238E27FC236}">
                  <a16:creationId xmlns:a16="http://schemas.microsoft.com/office/drawing/2014/main" id="{F4806894-B403-40FA-AD11-E26BD705B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14" name="Freeform 20">
              <a:extLst>
                <a:ext uri="{FF2B5EF4-FFF2-40B4-BE49-F238E27FC236}">
                  <a16:creationId xmlns:a16="http://schemas.microsoft.com/office/drawing/2014/main" id="{48BCCCFA-3C34-41A2-8626-6A6FFD917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15" name="Freeform 21">
              <a:extLst>
                <a:ext uri="{FF2B5EF4-FFF2-40B4-BE49-F238E27FC236}">
                  <a16:creationId xmlns:a16="http://schemas.microsoft.com/office/drawing/2014/main" id="{56616A94-165F-452A-A63F-7A10B68A2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16" name="Freeform 22">
              <a:extLst>
                <a:ext uri="{FF2B5EF4-FFF2-40B4-BE49-F238E27FC236}">
                  <a16:creationId xmlns:a16="http://schemas.microsoft.com/office/drawing/2014/main" id="{5182F601-886A-4617-B002-794AE27B9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17" name="Freeform 23">
              <a:extLst>
                <a:ext uri="{FF2B5EF4-FFF2-40B4-BE49-F238E27FC236}">
                  <a16:creationId xmlns:a16="http://schemas.microsoft.com/office/drawing/2014/main" id="{12F934ED-8A4E-4147-82DA-EFD6F2D51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18" name="Freeform 24">
              <a:extLst>
                <a:ext uri="{FF2B5EF4-FFF2-40B4-BE49-F238E27FC236}">
                  <a16:creationId xmlns:a16="http://schemas.microsoft.com/office/drawing/2014/main" id="{26A35850-2C51-4D60-AB05-65E861B38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19825" name="Line 25">
            <a:extLst>
              <a:ext uri="{FF2B5EF4-FFF2-40B4-BE49-F238E27FC236}">
                <a16:creationId xmlns:a16="http://schemas.microsoft.com/office/drawing/2014/main" id="{A6CF1101-0C20-41F4-82A3-D69C473689FB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1413" y="2038350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26" name="Line 26">
            <a:extLst>
              <a:ext uri="{FF2B5EF4-FFF2-40B4-BE49-F238E27FC236}">
                <a16:creationId xmlns:a16="http://schemas.microsoft.com/office/drawing/2014/main" id="{BF738B24-4BED-49BD-A255-0F350F53B27C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6138" y="20589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27" name="Line 27">
            <a:extLst>
              <a:ext uri="{FF2B5EF4-FFF2-40B4-BE49-F238E27FC236}">
                <a16:creationId xmlns:a16="http://schemas.microsoft.com/office/drawing/2014/main" id="{C9C04A15-0A60-406D-8C80-D5EA180E6D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3775" y="29019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28" name="Freeform 28">
            <a:extLst>
              <a:ext uri="{FF2B5EF4-FFF2-40B4-BE49-F238E27FC236}">
                <a16:creationId xmlns:a16="http://schemas.microsoft.com/office/drawing/2014/main" id="{F3310869-5EA0-46B5-BF7B-D9EDA3162768}"/>
              </a:ext>
            </a:extLst>
          </p:cNvPr>
          <p:cNvSpPr>
            <a:spLocks/>
          </p:cNvSpPr>
          <p:nvPr/>
        </p:nvSpPr>
        <p:spPr bwMode="auto">
          <a:xfrm>
            <a:off x="6075363" y="2309813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29" name="Freeform 29">
            <a:extLst>
              <a:ext uri="{FF2B5EF4-FFF2-40B4-BE49-F238E27FC236}">
                <a16:creationId xmlns:a16="http://schemas.microsoft.com/office/drawing/2014/main" id="{E4737407-3C7D-4206-932B-7509B788D234}"/>
              </a:ext>
            </a:extLst>
          </p:cNvPr>
          <p:cNvSpPr>
            <a:spLocks/>
          </p:cNvSpPr>
          <p:nvPr/>
        </p:nvSpPr>
        <p:spPr bwMode="auto">
          <a:xfrm>
            <a:off x="5835650" y="2309813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30" name="Freeform 30">
            <a:extLst>
              <a:ext uri="{FF2B5EF4-FFF2-40B4-BE49-F238E27FC236}">
                <a16:creationId xmlns:a16="http://schemas.microsoft.com/office/drawing/2014/main" id="{5A583602-194C-4390-B9EE-E2C7513E5179}"/>
              </a:ext>
            </a:extLst>
          </p:cNvPr>
          <p:cNvSpPr>
            <a:spLocks/>
          </p:cNvSpPr>
          <p:nvPr/>
        </p:nvSpPr>
        <p:spPr bwMode="auto">
          <a:xfrm>
            <a:off x="6073775" y="2303463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31" name="Freeform 31">
            <a:extLst>
              <a:ext uri="{FF2B5EF4-FFF2-40B4-BE49-F238E27FC236}">
                <a16:creationId xmlns:a16="http://schemas.microsoft.com/office/drawing/2014/main" id="{09A5EBDC-E3CA-4BE0-B652-DE8663DD2936}"/>
              </a:ext>
            </a:extLst>
          </p:cNvPr>
          <p:cNvSpPr>
            <a:spLocks/>
          </p:cNvSpPr>
          <p:nvPr/>
        </p:nvSpPr>
        <p:spPr bwMode="auto">
          <a:xfrm>
            <a:off x="5835650" y="2303463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32" name="Freeform 32">
            <a:extLst>
              <a:ext uri="{FF2B5EF4-FFF2-40B4-BE49-F238E27FC236}">
                <a16:creationId xmlns:a16="http://schemas.microsoft.com/office/drawing/2014/main" id="{7BAA1D1C-0CAB-44E9-8FE5-CB38B6EC077B}"/>
              </a:ext>
            </a:extLst>
          </p:cNvPr>
          <p:cNvSpPr>
            <a:spLocks/>
          </p:cNvSpPr>
          <p:nvPr/>
        </p:nvSpPr>
        <p:spPr bwMode="auto">
          <a:xfrm>
            <a:off x="6073775" y="22256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33" name="Freeform 33">
            <a:extLst>
              <a:ext uri="{FF2B5EF4-FFF2-40B4-BE49-F238E27FC236}">
                <a16:creationId xmlns:a16="http://schemas.microsoft.com/office/drawing/2014/main" id="{65C78B4D-B8B9-479C-B577-ABCCE0DC77E0}"/>
              </a:ext>
            </a:extLst>
          </p:cNvPr>
          <p:cNvSpPr>
            <a:spLocks/>
          </p:cNvSpPr>
          <p:nvPr/>
        </p:nvSpPr>
        <p:spPr bwMode="auto">
          <a:xfrm>
            <a:off x="5835650" y="22256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34" name="Freeform 34">
            <a:extLst>
              <a:ext uri="{FF2B5EF4-FFF2-40B4-BE49-F238E27FC236}">
                <a16:creationId xmlns:a16="http://schemas.microsoft.com/office/drawing/2014/main" id="{58FD1674-6A01-4311-B9DB-750F577D7348}"/>
              </a:ext>
            </a:extLst>
          </p:cNvPr>
          <p:cNvSpPr>
            <a:spLocks/>
          </p:cNvSpPr>
          <p:nvPr/>
        </p:nvSpPr>
        <p:spPr bwMode="auto">
          <a:xfrm>
            <a:off x="6748463" y="31765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35" name="Line 35">
            <a:extLst>
              <a:ext uri="{FF2B5EF4-FFF2-40B4-BE49-F238E27FC236}">
                <a16:creationId xmlns:a16="http://schemas.microsoft.com/office/drawing/2014/main" id="{D0668570-04E0-4B9F-B372-BD7D2497410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9738" y="30495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36" name="Freeform 36">
            <a:extLst>
              <a:ext uri="{FF2B5EF4-FFF2-40B4-BE49-F238E27FC236}">
                <a16:creationId xmlns:a16="http://schemas.microsoft.com/office/drawing/2014/main" id="{07F9BF3C-70B8-4A07-8E4F-B39FD696E75B}"/>
              </a:ext>
            </a:extLst>
          </p:cNvPr>
          <p:cNvSpPr>
            <a:spLocks/>
          </p:cNvSpPr>
          <p:nvPr/>
        </p:nvSpPr>
        <p:spPr bwMode="auto">
          <a:xfrm>
            <a:off x="4619625" y="31765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37" name="Line 37">
            <a:extLst>
              <a:ext uri="{FF2B5EF4-FFF2-40B4-BE49-F238E27FC236}">
                <a16:creationId xmlns:a16="http://schemas.microsoft.com/office/drawing/2014/main" id="{B80910B3-F90B-49D0-9B98-614AEFDF58E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60900" y="30495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38" name="Freeform 38">
            <a:extLst>
              <a:ext uri="{FF2B5EF4-FFF2-40B4-BE49-F238E27FC236}">
                <a16:creationId xmlns:a16="http://schemas.microsoft.com/office/drawing/2014/main" id="{3356A14A-C2C7-4542-89E7-557C42C376BC}"/>
              </a:ext>
            </a:extLst>
          </p:cNvPr>
          <p:cNvSpPr>
            <a:spLocks/>
          </p:cNvSpPr>
          <p:nvPr/>
        </p:nvSpPr>
        <p:spPr bwMode="auto">
          <a:xfrm>
            <a:off x="6051550" y="31765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39" name="Line 39">
            <a:extLst>
              <a:ext uri="{FF2B5EF4-FFF2-40B4-BE49-F238E27FC236}">
                <a16:creationId xmlns:a16="http://schemas.microsoft.com/office/drawing/2014/main" id="{6D354AB2-8F5B-472B-89A3-3E5264B84A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3775" y="30495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0" name="Freeform 40">
            <a:extLst>
              <a:ext uri="{FF2B5EF4-FFF2-40B4-BE49-F238E27FC236}">
                <a16:creationId xmlns:a16="http://schemas.microsoft.com/office/drawing/2014/main" id="{B4567B77-CC8F-44CF-B037-541990330DE9}"/>
              </a:ext>
            </a:extLst>
          </p:cNvPr>
          <p:cNvSpPr>
            <a:spLocks/>
          </p:cNvSpPr>
          <p:nvPr/>
        </p:nvSpPr>
        <p:spPr bwMode="auto">
          <a:xfrm>
            <a:off x="5187950" y="2544763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1" name="Freeform 41">
            <a:extLst>
              <a:ext uri="{FF2B5EF4-FFF2-40B4-BE49-F238E27FC236}">
                <a16:creationId xmlns:a16="http://schemas.microsoft.com/office/drawing/2014/main" id="{7A670CC6-2E76-46A4-A8D5-0E544CCDC2A5}"/>
              </a:ext>
            </a:extLst>
          </p:cNvPr>
          <p:cNvSpPr>
            <a:spLocks/>
          </p:cNvSpPr>
          <p:nvPr/>
        </p:nvSpPr>
        <p:spPr bwMode="auto">
          <a:xfrm>
            <a:off x="5335588" y="2544763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2" name="Freeform 42">
            <a:extLst>
              <a:ext uri="{FF2B5EF4-FFF2-40B4-BE49-F238E27FC236}">
                <a16:creationId xmlns:a16="http://schemas.microsoft.com/office/drawing/2014/main" id="{A97C482A-7A3A-4245-8FB3-1309D1ABB41C}"/>
              </a:ext>
            </a:extLst>
          </p:cNvPr>
          <p:cNvSpPr>
            <a:spLocks/>
          </p:cNvSpPr>
          <p:nvPr/>
        </p:nvSpPr>
        <p:spPr bwMode="auto">
          <a:xfrm>
            <a:off x="5503863" y="2544763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3" name="Freeform 43">
            <a:extLst>
              <a:ext uri="{FF2B5EF4-FFF2-40B4-BE49-F238E27FC236}">
                <a16:creationId xmlns:a16="http://schemas.microsoft.com/office/drawing/2014/main" id="{45E26594-B2DD-4B79-AF6F-3FFE2E60D542}"/>
              </a:ext>
            </a:extLst>
          </p:cNvPr>
          <p:cNvSpPr>
            <a:spLocks/>
          </p:cNvSpPr>
          <p:nvPr/>
        </p:nvSpPr>
        <p:spPr bwMode="auto">
          <a:xfrm>
            <a:off x="4787900" y="17653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4" name="Freeform 44">
            <a:extLst>
              <a:ext uri="{FF2B5EF4-FFF2-40B4-BE49-F238E27FC236}">
                <a16:creationId xmlns:a16="http://schemas.microsoft.com/office/drawing/2014/main" id="{5AB4150E-A22D-48BE-B2C6-910528426236}"/>
              </a:ext>
            </a:extLst>
          </p:cNvPr>
          <p:cNvSpPr>
            <a:spLocks/>
          </p:cNvSpPr>
          <p:nvPr/>
        </p:nvSpPr>
        <p:spPr bwMode="auto">
          <a:xfrm>
            <a:off x="5187950" y="1743075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5" name="Freeform 45">
            <a:extLst>
              <a:ext uri="{FF2B5EF4-FFF2-40B4-BE49-F238E27FC236}">
                <a16:creationId xmlns:a16="http://schemas.microsoft.com/office/drawing/2014/main" id="{DA113702-928A-4BDE-B345-FB3E87B80883}"/>
              </a:ext>
            </a:extLst>
          </p:cNvPr>
          <p:cNvSpPr>
            <a:spLocks/>
          </p:cNvSpPr>
          <p:nvPr/>
        </p:nvSpPr>
        <p:spPr bwMode="auto">
          <a:xfrm>
            <a:off x="5335588" y="1743075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6" name="Freeform 46">
            <a:extLst>
              <a:ext uri="{FF2B5EF4-FFF2-40B4-BE49-F238E27FC236}">
                <a16:creationId xmlns:a16="http://schemas.microsoft.com/office/drawing/2014/main" id="{00BFAF80-F430-48F7-A126-17BEABE5DF81}"/>
              </a:ext>
            </a:extLst>
          </p:cNvPr>
          <p:cNvSpPr>
            <a:spLocks/>
          </p:cNvSpPr>
          <p:nvPr/>
        </p:nvSpPr>
        <p:spPr bwMode="auto">
          <a:xfrm>
            <a:off x="5503863" y="1743075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7" name="Line 47">
            <a:extLst>
              <a:ext uri="{FF2B5EF4-FFF2-40B4-BE49-F238E27FC236}">
                <a16:creationId xmlns:a16="http://schemas.microsoft.com/office/drawing/2014/main" id="{F236C58A-4228-4C44-A358-69D71B5B18EE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6138" y="1490663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8" name="Line 48">
            <a:extLst>
              <a:ext uri="{FF2B5EF4-FFF2-40B4-BE49-F238E27FC236}">
                <a16:creationId xmlns:a16="http://schemas.microsoft.com/office/drawing/2014/main" id="{DA65EB4D-9202-4AA9-A3D3-A06E07333F60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1413" y="17653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9" name="Line 49">
            <a:extLst>
              <a:ext uri="{FF2B5EF4-FFF2-40B4-BE49-F238E27FC236}">
                <a16:creationId xmlns:a16="http://schemas.microsoft.com/office/drawing/2014/main" id="{BB3F0D80-7294-4E29-9ACF-BD0AE51EA92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42100" y="1490663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50" name="Line 50">
            <a:extLst>
              <a:ext uri="{FF2B5EF4-FFF2-40B4-BE49-F238E27FC236}">
                <a16:creationId xmlns:a16="http://schemas.microsoft.com/office/drawing/2014/main" id="{3C78702B-77BD-4B9D-B152-65B416289C51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17653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51" name="Line 51">
            <a:extLst>
              <a:ext uri="{FF2B5EF4-FFF2-40B4-BE49-F238E27FC236}">
                <a16:creationId xmlns:a16="http://schemas.microsoft.com/office/drawing/2014/main" id="{B5F5D8BC-4E76-4136-B032-CCC4E1BFF55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3263" y="1490663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52" name="Freeform 52">
            <a:extLst>
              <a:ext uri="{FF2B5EF4-FFF2-40B4-BE49-F238E27FC236}">
                <a16:creationId xmlns:a16="http://schemas.microsoft.com/office/drawing/2014/main" id="{AF2E29BC-F1A0-4A48-855A-03FD3D5F837C}"/>
              </a:ext>
            </a:extLst>
          </p:cNvPr>
          <p:cNvSpPr>
            <a:spLocks/>
          </p:cNvSpPr>
          <p:nvPr/>
        </p:nvSpPr>
        <p:spPr bwMode="auto">
          <a:xfrm>
            <a:off x="6896100" y="1743075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53" name="Freeform 53">
            <a:extLst>
              <a:ext uri="{FF2B5EF4-FFF2-40B4-BE49-F238E27FC236}">
                <a16:creationId xmlns:a16="http://schemas.microsoft.com/office/drawing/2014/main" id="{35D57D6F-2C06-4452-9EC7-A4E033B61E43}"/>
              </a:ext>
            </a:extLst>
          </p:cNvPr>
          <p:cNvSpPr>
            <a:spLocks/>
          </p:cNvSpPr>
          <p:nvPr/>
        </p:nvSpPr>
        <p:spPr bwMode="auto">
          <a:xfrm>
            <a:off x="7316788" y="1743075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54" name="Freeform 54">
            <a:extLst>
              <a:ext uri="{FF2B5EF4-FFF2-40B4-BE49-F238E27FC236}">
                <a16:creationId xmlns:a16="http://schemas.microsoft.com/office/drawing/2014/main" id="{57708D8C-AB93-4B0F-848D-CD44BC5590E4}"/>
              </a:ext>
            </a:extLst>
          </p:cNvPr>
          <p:cNvSpPr>
            <a:spLocks/>
          </p:cNvSpPr>
          <p:nvPr/>
        </p:nvSpPr>
        <p:spPr bwMode="auto">
          <a:xfrm>
            <a:off x="6664325" y="3871913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55" name="Freeform 55">
            <a:extLst>
              <a:ext uri="{FF2B5EF4-FFF2-40B4-BE49-F238E27FC236}">
                <a16:creationId xmlns:a16="http://schemas.microsoft.com/office/drawing/2014/main" id="{53519242-16AB-41AA-8BDE-FD1CB60487BC}"/>
              </a:ext>
            </a:extLst>
          </p:cNvPr>
          <p:cNvSpPr>
            <a:spLocks/>
          </p:cNvSpPr>
          <p:nvPr/>
        </p:nvSpPr>
        <p:spPr bwMode="auto">
          <a:xfrm>
            <a:off x="6810375" y="17653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56" name="Freeform 56">
            <a:extLst>
              <a:ext uri="{FF2B5EF4-FFF2-40B4-BE49-F238E27FC236}">
                <a16:creationId xmlns:a16="http://schemas.microsoft.com/office/drawing/2014/main" id="{584405B2-2BBF-4AC8-8B0A-3D8E990E78B4}"/>
              </a:ext>
            </a:extLst>
          </p:cNvPr>
          <p:cNvSpPr>
            <a:spLocks/>
          </p:cNvSpPr>
          <p:nvPr/>
        </p:nvSpPr>
        <p:spPr bwMode="auto">
          <a:xfrm>
            <a:off x="3629025" y="31765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57" name="Line 57">
            <a:extLst>
              <a:ext uri="{FF2B5EF4-FFF2-40B4-BE49-F238E27FC236}">
                <a16:creationId xmlns:a16="http://schemas.microsoft.com/office/drawing/2014/main" id="{04F9A966-BCD7-4F43-A668-860CA1BC833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300" y="2754313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58" name="Freeform 58">
            <a:extLst>
              <a:ext uri="{FF2B5EF4-FFF2-40B4-BE49-F238E27FC236}">
                <a16:creationId xmlns:a16="http://schemas.microsoft.com/office/drawing/2014/main" id="{F4534D6E-89EA-4096-BB3F-A059E4DE8395}"/>
              </a:ext>
            </a:extLst>
          </p:cNvPr>
          <p:cNvSpPr>
            <a:spLocks/>
          </p:cNvSpPr>
          <p:nvPr/>
        </p:nvSpPr>
        <p:spPr bwMode="auto">
          <a:xfrm>
            <a:off x="3206750" y="31765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59" name="Line 59">
            <a:extLst>
              <a:ext uri="{FF2B5EF4-FFF2-40B4-BE49-F238E27FC236}">
                <a16:creationId xmlns:a16="http://schemas.microsoft.com/office/drawing/2014/main" id="{A86B2B94-EECA-493E-B9A3-101A8662361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27388" y="2754313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60" name="Freeform 60">
            <a:extLst>
              <a:ext uri="{FF2B5EF4-FFF2-40B4-BE49-F238E27FC236}">
                <a16:creationId xmlns:a16="http://schemas.microsoft.com/office/drawing/2014/main" id="{31600B87-1D29-4EF5-9B61-314E30DAB240}"/>
              </a:ext>
            </a:extLst>
          </p:cNvPr>
          <p:cNvSpPr>
            <a:spLocks/>
          </p:cNvSpPr>
          <p:nvPr/>
        </p:nvSpPr>
        <p:spPr bwMode="auto">
          <a:xfrm>
            <a:off x="1795463" y="31765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61" name="Line 61">
            <a:extLst>
              <a:ext uri="{FF2B5EF4-FFF2-40B4-BE49-F238E27FC236}">
                <a16:creationId xmlns:a16="http://schemas.microsoft.com/office/drawing/2014/main" id="{435D0DBF-2B1F-47BC-A0FB-69678574F6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16100" y="2754313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62" name="Freeform 62">
            <a:extLst>
              <a:ext uri="{FF2B5EF4-FFF2-40B4-BE49-F238E27FC236}">
                <a16:creationId xmlns:a16="http://schemas.microsoft.com/office/drawing/2014/main" id="{25A547F4-43C4-4484-9E10-9B93C7C98DA2}"/>
              </a:ext>
            </a:extLst>
          </p:cNvPr>
          <p:cNvSpPr>
            <a:spLocks/>
          </p:cNvSpPr>
          <p:nvPr/>
        </p:nvSpPr>
        <p:spPr bwMode="auto">
          <a:xfrm>
            <a:off x="1289050" y="3871913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63" name="Line 63">
            <a:extLst>
              <a:ext uri="{FF2B5EF4-FFF2-40B4-BE49-F238E27FC236}">
                <a16:creationId xmlns:a16="http://schemas.microsoft.com/office/drawing/2014/main" id="{DA773644-F855-4363-9956-FCAC8DC29E33}"/>
              </a:ext>
            </a:extLst>
          </p:cNvPr>
          <p:cNvSpPr>
            <a:spLocks noChangeShapeType="1"/>
          </p:cNvSpPr>
          <p:nvPr/>
        </p:nvSpPr>
        <p:spPr bwMode="auto">
          <a:xfrm>
            <a:off x="1416050" y="38925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64" name="Freeform 64">
            <a:extLst>
              <a:ext uri="{FF2B5EF4-FFF2-40B4-BE49-F238E27FC236}">
                <a16:creationId xmlns:a16="http://schemas.microsoft.com/office/drawing/2014/main" id="{E7213AB0-8220-4C84-91A3-5987C0DFD7A2}"/>
              </a:ext>
            </a:extLst>
          </p:cNvPr>
          <p:cNvSpPr>
            <a:spLocks/>
          </p:cNvSpPr>
          <p:nvPr/>
        </p:nvSpPr>
        <p:spPr bwMode="auto">
          <a:xfrm>
            <a:off x="2490788" y="48625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65" name="Line 65">
            <a:extLst>
              <a:ext uri="{FF2B5EF4-FFF2-40B4-BE49-F238E27FC236}">
                <a16:creationId xmlns:a16="http://schemas.microsoft.com/office/drawing/2014/main" id="{A656A2CF-8377-4C5A-BF63-3D3DF5BA17F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32063" y="44608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66" name="Freeform 66">
            <a:extLst>
              <a:ext uri="{FF2B5EF4-FFF2-40B4-BE49-F238E27FC236}">
                <a16:creationId xmlns:a16="http://schemas.microsoft.com/office/drawing/2014/main" id="{3154C8FE-F0E9-4D9C-A994-F860B66F2263}"/>
              </a:ext>
            </a:extLst>
          </p:cNvPr>
          <p:cNvSpPr>
            <a:spLocks/>
          </p:cNvSpPr>
          <p:nvPr/>
        </p:nvSpPr>
        <p:spPr bwMode="auto">
          <a:xfrm>
            <a:off x="5905500" y="48625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67" name="Line 67">
            <a:extLst>
              <a:ext uri="{FF2B5EF4-FFF2-40B4-BE49-F238E27FC236}">
                <a16:creationId xmlns:a16="http://schemas.microsoft.com/office/drawing/2014/main" id="{BE45A7B2-5E22-4EFE-845B-83EA4B4B62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26138" y="44608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68" name="Freeform 68">
            <a:extLst>
              <a:ext uri="{FF2B5EF4-FFF2-40B4-BE49-F238E27FC236}">
                <a16:creationId xmlns:a16="http://schemas.microsoft.com/office/drawing/2014/main" id="{B7E328A7-047C-49D5-8428-E06878B25DF6}"/>
              </a:ext>
            </a:extLst>
          </p:cNvPr>
          <p:cNvSpPr>
            <a:spLocks/>
          </p:cNvSpPr>
          <p:nvPr/>
        </p:nvSpPr>
        <p:spPr bwMode="auto">
          <a:xfrm>
            <a:off x="5335588" y="48625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69" name="Line 69">
            <a:extLst>
              <a:ext uri="{FF2B5EF4-FFF2-40B4-BE49-F238E27FC236}">
                <a16:creationId xmlns:a16="http://schemas.microsoft.com/office/drawing/2014/main" id="{DB69E24C-3D84-4DAE-94A0-C09D15AE61F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56225" y="44608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70" name="Freeform 70">
            <a:extLst>
              <a:ext uri="{FF2B5EF4-FFF2-40B4-BE49-F238E27FC236}">
                <a16:creationId xmlns:a16="http://schemas.microsoft.com/office/drawing/2014/main" id="{DA89E201-4BEC-4FB1-BCB0-5B6F417316C4}"/>
              </a:ext>
            </a:extLst>
          </p:cNvPr>
          <p:cNvSpPr>
            <a:spLocks/>
          </p:cNvSpPr>
          <p:nvPr/>
        </p:nvSpPr>
        <p:spPr bwMode="auto">
          <a:xfrm>
            <a:off x="2343150" y="3028950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71" name="Freeform 71">
            <a:extLst>
              <a:ext uri="{FF2B5EF4-FFF2-40B4-BE49-F238E27FC236}">
                <a16:creationId xmlns:a16="http://schemas.microsoft.com/office/drawing/2014/main" id="{2B557E8E-B12D-462E-93F2-5521BA6EE6C9}"/>
              </a:ext>
            </a:extLst>
          </p:cNvPr>
          <p:cNvSpPr>
            <a:spLocks/>
          </p:cNvSpPr>
          <p:nvPr/>
        </p:nvSpPr>
        <p:spPr bwMode="auto">
          <a:xfrm>
            <a:off x="2511425" y="3028950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72" name="Freeform 72">
            <a:extLst>
              <a:ext uri="{FF2B5EF4-FFF2-40B4-BE49-F238E27FC236}">
                <a16:creationId xmlns:a16="http://schemas.microsoft.com/office/drawing/2014/main" id="{627347C3-5892-47C6-83B6-B6B3D320FD60}"/>
              </a:ext>
            </a:extLst>
          </p:cNvPr>
          <p:cNvSpPr>
            <a:spLocks/>
          </p:cNvSpPr>
          <p:nvPr/>
        </p:nvSpPr>
        <p:spPr bwMode="auto">
          <a:xfrm>
            <a:off x="2659063" y="3028950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73" name="Freeform 73">
            <a:extLst>
              <a:ext uri="{FF2B5EF4-FFF2-40B4-BE49-F238E27FC236}">
                <a16:creationId xmlns:a16="http://schemas.microsoft.com/office/drawing/2014/main" id="{FD2B1622-8DFD-46DF-AB5A-86DC4C11C3F7}"/>
              </a:ext>
            </a:extLst>
          </p:cNvPr>
          <p:cNvSpPr>
            <a:spLocks/>
          </p:cNvSpPr>
          <p:nvPr/>
        </p:nvSpPr>
        <p:spPr bwMode="auto">
          <a:xfrm>
            <a:off x="3754438" y="47148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74" name="Freeform 74">
            <a:extLst>
              <a:ext uri="{FF2B5EF4-FFF2-40B4-BE49-F238E27FC236}">
                <a16:creationId xmlns:a16="http://schemas.microsoft.com/office/drawing/2014/main" id="{EDCF2E92-298A-4E1B-93E8-9D7C1B996019}"/>
              </a:ext>
            </a:extLst>
          </p:cNvPr>
          <p:cNvSpPr>
            <a:spLocks/>
          </p:cNvSpPr>
          <p:nvPr/>
        </p:nvSpPr>
        <p:spPr bwMode="auto">
          <a:xfrm>
            <a:off x="3924300" y="47148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75" name="Freeform 75">
            <a:extLst>
              <a:ext uri="{FF2B5EF4-FFF2-40B4-BE49-F238E27FC236}">
                <a16:creationId xmlns:a16="http://schemas.microsoft.com/office/drawing/2014/main" id="{CA9F223D-9DE4-4E8A-BABB-0F9759B1DE5B}"/>
              </a:ext>
            </a:extLst>
          </p:cNvPr>
          <p:cNvSpPr>
            <a:spLocks/>
          </p:cNvSpPr>
          <p:nvPr/>
        </p:nvSpPr>
        <p:spPr bwMode="auto">
          <a:xfrm>
            <a:off x="4092575" y="47148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76" name="Rectangle 76">
            <a:extLst>
              <a:ext uri="{FF2B5EF4-FFF2-40B4-BE49-F238E27FC236}">
                <a16:creationId xmlns:a16="http://schemas.microsoft.com/office/drawing/2014/main" id="{6CADB7D2-B8D4-4B58-A4EC-F3608AC27A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1050" y="5075238"/>
            <a:ext cx="211138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77" name="Rectangle 77">
            <a:extLst>
              <a:ext uri="{FF2B5EF4-FFF2-40B4-BE49-F238E27FC236}">
                <a16:creationId xmlns:a16="http://schemas.microsoft.com/office/drawing/2014/main" id="{82E560AB-4685-465F-9D6F-28FB7AEBC6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013" y="517048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78" name="Rectangle 78">
            <a:extLst>
              <a:ext uri="{FF2B5EF4-FFF2-40B4-BE49-F238E27FC236}">
                <a16:creationId xmlns:a16="http://schemas.microsoft.com/office/drawing/2014/main" id="{77736469-5AA7-4B39-8353-E47B37F6C2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1138" y="5075238"/>
            <a:ext cx="2111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79" name="Rectangle 79">
            <a:extLst>
              <a:ext uri="{FF2B5EF4-FFF2-40B4-BE49-F238E27FC236}">
                <a16:creationId xmlns:a16="http://schemas.microsoft.com/office/drawing/2014/main" id="{3E441142-B0D0-4CCC-89DA-6D585A5030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2100" y="51704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80" name="Rectangle 80">
            <a:extLst>
              <a:ext uri="{FF2B5EF4-FFF2-40B4-BE49-F238E27FC236}">
                <a16:creationId xmlns:a16="http://schemas.microsoft.com/office/drawing/2014/main" id="{65B78EF3-91F0-484A-9BC4-88BF0F8EE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1563" y="5075238"/>
            <a:ext cx="2111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81" name="Rectangle 81">
            <a:extLst>
              <a:ext uri="{FF2B5EF4-FFF2-40B4-BE49-F238E27FC236}">
                <a16:creationId xmlns:a16="http://schemas.microsoft.com/office/drawing/2014/main" id="{699E6B4F-1E12-4D14-91C8-9850FC335E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22525" y="51704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82" name="Rectangle 82">
            <a:extLst>
              <a:ext uri="{FF2B5EF4-FFF2-40B4-BE49-F238E27FC236}">
                <a16:creationId xmlns:a16="http://schemas.microsoft.com/office/drawing/2014/main" id="{63379589-0E5D-4B68-9C65-A5355A7E9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51704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83" name="Rectangle 83">
            <a:extLst>
              <a:ext uri="{FF2B5EF4-FFF2-40B4-BE49-F238E27FC236}">
                <a16:creationId xmlns:a16="http://schemas.microsoft.com/office/drawing/2014/main" id="{CC36BC4B-999C-417A-B2CD-DF5EB50EC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51704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84" name="Rectangle 84">
            <a:extLst>
              <a:ext uri="{FF2B5EF4-FFF2-40B4-BE49-F238E27FC236}">
                <a16:creationId xmlns:a16="http://schemas.microsoft.com/office/drawing/2014/main" id="{D64D45E2-16E0-4C7E-8D30-BCE5B6E42B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24161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85" name="Rectangle 85">
            <a:extLst>
              <a:ext uri="{FF2B5EF4-FFF2-40B4-BE49-F238E27FC236}">
                <a16:creationId xmlns:a16="http://schemas.microsoft.com/office/drawing/2014/main" id="{CB4281DD-E25E-49D6-BFE4-70CD830C34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3475" y="25114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86" name="Rectangle 86">
            <a:extLst>
              <a:ext uri="{FF2B5EF4-FFF2-40B4-BE49-F238E27FC236}">
                <a16:creationId xmlns:a16="http://schemas.microsoft.com/office/drawing/2014/main" id="{F1013F5D-A2FB-492F-8467-8C7E8E0EC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2300" y="24161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87" name="Rectangle 87">
            <a:extLst>
              <a:ext uri="{FF2B5EF4-FFF2-40B4-BE49-F238E27FC236}">
                <a16:creationId xmlns:a16="http://schemas.microsoft.com/office/drawing/2014/main" id="{7848BF39-4EC6-4AFE-890C-E54E6319E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2788" y="25114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88" name="Rectangle 88">
            <a:extLst>
              <a:ext uri="{FF2B5EF4-FFF2-40B4-BE49-F238E27FC236}">
                <a16:creationId xmlns:a16="http://schemas.microsoft.com/office/drawing/2014/main" id="{551E0A12-8BA9-43B6-8BAB-CB1A45B6D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8300" y="24161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89" name="Rectangle 89">
            <a:extLst>
              <a:ext uri="{FF2B5EF4-FFF2-40B4-BE49-F238E27FC236}">
                <a16:creationId xmlns:a16="http://schemas.microsoft.com/office/drawing/2014/main" id="{0EF95290-310E-4620-BF5E-A2DCE502AC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0375" y="25114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90" name="Rectangle 90">
            <a:extLst>
              <a:ext uri="{FF2B5EF4-FFF2-40B4-BE49-F238E27FC236}">
                <a16:creationId xmlns:a16="http://schemas.microsoft.com/office/drawing/2014/main" id="{41ACC60F-84AD-4DDF-8DAF-E67EF43667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1038" y="25114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91" name="Rectangle 91">
            <a:extLst>
              <a:ext uri="{FF2B5EF4-FFF2-40B4-BE49-F238E27FC236}">
                <a16:creationId xmlns:a16="http://schemas.microsoft.com/office/drawing/2014/main" id="{5B2EC10E-46E5-418F-8758-F26BB9A4FA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1500" y="251142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92" name="Rectangle 92">
            <a:extLst>
              <a:ext uri="{FF2B5EF4-FFF2-40B4-BE49-F238E27FC236}">
                <a16:creationId xmlns:a16="http://schemas.microsoft.com/office/drawing/2014/main" id="{7D1537FC-EE92-4BEE-9DFF-EFBC6DFE3D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113" y="3763963"/>
            <a:ext cx="2238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93" name="Rectangle 93">
            <a:extLst>
              <a:ext uri="{FF2B5EF4-FFF2-40B4-BE49-F238E27FC236}">
                <a16:creationId xmlns:a16="http://schemas.microsoft.com/office/drawing/2014/main" id="{8725A210-00BD-41FE-8C49-01F071E0CB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9188" y="3860800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94" name="Rectangle 94">
            <a:extLst>
              <a:ext uri="{FF2B5EF4-FFF2-40B4-BE49-F238E27FC236}">
                <a16:creationId xmlns:a16="http://schemas.microsoft.com/office/drawing/2014/main" id="{C4804CFE-D361-4575-8E25-8CA578BC9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0" y="37988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95" name="Rectangle 95">
            <a:extLst>
              <a:ext uri="{FF2B5EF4-FFF2-40B4-BE49-F238E27FC236}">
                <a16:creationId xmlns:a16="http://schemas.microsoft.com/office/drawing/2014/main" id="{D0248964-B5E6-40E1-974D-127DA0DDD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1600" y="37988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-bit adder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96" name="Rectangle 96">
            <a:extLst>
              <a:ext uri="{FF2B5EF4-FFF2-40B4-BE49-F238E27FC236}">
                <a16:creationId xmlns:a16="http://schemas.microsoft.com/office/drawing/2014/main" id="{4A4D6CB4-2632-4BED-BDF1-A800A908A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1775" y="1143000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97" name="Rectangle 97">
            <a:extLst>
              <a:ext uri="{FF2B5EF4-FFF2-40B4-BE49-F238E27FC236}">
                <a16:creationId xmlns:a16="http://schemas.microsoft.com/office/drawing/2014/main" id="{3C3D4F13-FCCB-489D-9B63-606C0EC91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2263" y="12398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98" name="Rectangle 98">
            <a:extLst>
              <a:ext uri="{FF2B5EF4-FFF2-40B4-BE49-F238E27FC236}">
                <a16:creationId xmlns:a16="http://schemas.microsoft.com/office/drawing/2014/main" id="{DB094621-C03C-4DEC-9BA3-568CC21EB1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9938" y="1143000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99" name="Rectangle 99">
            <a:extLst>
              <a:ext uri="{FF2B5EF4-FFF2-40B4-BE49-F238E27FC236}">
                <a16:creationId xmlns:a16="http://schemas.microsoft.com/office/drawing/2014/main" id="{2D783636-532C-4AB8-B496-09C697437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013" y="12398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00" name="Rectangle 100">
            <a:extLst>
              <a:ext uri="{FF2B5EF4-FFF2-40B4-BE49-F238E27FC236}">
                <a16:creationId xmlns:a16="http://schemas.microsoft.com/office/drawing/2014/main" id="{C62B0FBC-B0A5-48BC-8B7E-18FC0C63E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9113" y="1143000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01" name="Rectangle 101">
            <a:extLst>
              <a:ext uri="{FF2B5EF4-FFF2-40B4-BE49-F238E27FC236}">
                <a16:creationId xmlns:a16="http://schemas.microsoft.com/office/drawing/2014/main" id="{D8390E70-2026-4979-859E-D1DA6FE28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1188" y="12398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02" name="Rectangle 102">
            <a:extLst>
              <a:ext uri="{FF2B5EF4-FFF2-40B4-BE49-F238E27FC236}">
                <a16:creationId xmlns:a16="http://schemas.microsoft.com/office/drawing/2014/main" id="{A1CA7A77-32A7-4CB2-87E8-177D4AB80B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1850" y="123983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03" name="Rectangle 103">
            <a:extLst>
              <a:ext uri="{FF2B5EF4-FFF2-40B4-BE49-F238E27FC236}">
                <a16:creationId xmlns:a16="http://schemas.microsoft.com/office/drawing/2014/main" id="{63375257-2C22-4CC7-8F70-0C5C03D2C0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2313" y="12398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04" name="Rectangle 104">
            <a:extLst>
              <a:ext uri="{FF2B5EF4-FFF2-40B4-BE49-F238E27FC236}">
                <a16:creationId xmlns:a16="http://schemas.microsoft.com/office/drawing/2014/main" id="{C2352562-448F-4192-9A6D-08887B7940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6013" y="3743325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05" name="Rectangle 105">
            <a:extLst>
              <a:ext uri="{FF2B5EF4-FFF2-40B4-BE49-F238E27FC236}">
                <a16:creationId xmlns:a16="http://schemas.microsoft.com/office/drawing/2014/main" id="{D290D57C-47D4-4920-8376-0E9F52AD06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8088" y="3840163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06" name="Rectangle 106">
            <a:extLst>
              <a:ext uri="{FF2B5EF4-FFF2-40B4-BE49-F238E27FC236}">
                <a16:creationId xmlns:a16="http://schemas.microsoft.com/office/drawing/2014/main" id="{AF8E1291-9D75-4ADB-9894-D97D3ED65C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6038" y="1541463"/>
            <a:ext cx="4826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Add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07" name="Line 107">
            <a:extLst>
              <a:ext uri="{FF2B5EF4-FFF2-40B4-BE49-F238E27FC236}">
                <a16:creationId xmlns:a16="http://schemas.microsoft.com/office/drawing/2014/main" id="{732F560F-6D71-477E-A1A5-2CF62A910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5563" y="15335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08" name="Rectangle 108">
            <a:extLst>
              <a:ext uri="{FF2B5EF4-FFF2-40B4-BE49-F238E27FC236}">
                <a16:creationId xmlns:a16="http://schemas.microsoft.com/office/drawing/2014/main" id="{1D48CA87-A154-43B6-8311-858B2BE707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2913" y="1536700"/>
            <a:ext cx="206375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¤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09" name="Rectangle 109">
            <a:extLst>
              <a:ext uri="{FF2B5EF4-FFF2-40B4-BE49-F238E27FC236}">
                <a16:creationId xmlns:a16="http://schemas.microsoft.com/office/drawing/2014/main" id="{E38FF79C-CC81-41FB-AC43-91CEC4F28D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53400" y="1543050"/>
            <a:ext cx="44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Sub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10" name="Rectangle 110">
            <a:extLst>
              <a:ext uri="{FF2B5EF4-FFF2-40B4-BE49-F238E27FC236}">
                <a16:creationId xmlns:a16="http://schemas.microsoft.com/office/drawing/2014/main" id="{5614E388-BCA0-4109-8562-5C9056EFC9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9863" y="1743075"/>
            <a:ext cx="70961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control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11" name="TextBox 125">
            <a:extLst>
              <a:ext uri="{FF2B5EF4-FFF2-40B4-BE49-F238E27FC236}">
                <a16:creationId xmlns:a16="http://schemas.microsoft.com/office/drawing/2014/main" id="{69398461-D9F0-4082-B51A-1B6F33FC0B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64770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3.12 from the textbook ]</a:t>
            </a:r>
          </a:p>
        </p:txBody>
      </p:sp>
      <p:sp>
        <p:nvSpPr>
          <p:cNvPr id="119912" name="Title 1">
            <a:extLst>
              <a:ext uri="{FF2B5EF4-FFF2-40B4-BE49-F238E27FC236}">
                <a16:creationId xmlns:a16="http://schemas.microsoft.com/office/drawing/2014/main" id="{D5635B7F-39E1-456E-9587-270E8C679014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Adder/subtractor unit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B148F7A2-B69B-48BD-828A-D9E55AE67171}"/>
                  </a:ext>
                </a:extLst>
              </p14:cNvPr>
              <p14:cNvContentPartPr/>
              <p14:nvPr/>
            </p14:nvContentPartPr>
            <p14:xfrm>
              <a:off x="7340040" y="1297440"/>
              <a:ext cx="1382760" cy="9644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B148F7A2-B69B-48BD-828A-D9E55AE6717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330680" y="1288080"/>
                <a:ext cx="1401480" cy="9831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3" name="Title 1">
            <a:extLst>
              <a:ext uri="{FF2B5EF4-FFF2-40B4-BE49-F238E27FC236}">
                <a16:creationId xmlns:a16="http://schemas.microsoft.com/office/drawing/2014/main" id="{5BA42511-1D13-4115-BF0B-CBAD11E7FC9B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XOR Tricks</a:t>
            </a:r>
          </a:p>
        </p:txBody>
      </p:sp>
      <p:grpSp>
        <p:nvGrpSpPr>
          <p:cNvPr id="120834" name="Group 27">
            <a:extLst>
              <a:ext uri="{FF2B5EF4-FFF2-40B4-BE49-F238E27FC236}">
                <a16:creationId xmlns:a16="http://schemas.microsoft.com/office/drawing/2014/main" id="{FCD3F5AC-E8D6-4FC4-ACD5-ADDFE07CE772}"/>
              </a:ext>
            </a:extLst>
          </p:cNvPr>
          <p:cNvGrpSpPr>
            <a:grpSpLocks/>
          </p:cNvGrpSpPr>
          <p:nvPr/>
        </p:nvGrpSpPr>
        <p:grpSpPr bwMode="auto">
          <a:xfrm>
            <a:off x="3308350" y="3579813"/>
            <a:ext cx="5378450" cy="2592387"/>
            <a:chOff x="3309112" y="3580279"/>
            <a:chExt cx="5377688" cy="2591921"/>
          </a:xfrm>
        </p:grpSpPr>
        <p:pic>
          <p:nvPicPr>
            <p:cNvPr id="120836" name="Picture 19" descr="Screen shot 2013-10-04 at 6.35.55 PM.png">
              <a:extLst>
                <a:ext uri="{FF2B5EF4-FFF2-40B4-BE49-F238E27FC236}">
                  <a16:creationId xmlns:a16="http://schemas.microsoft.com/office/drawing/2014/main" id="{AB335A3D-A934-44FC-B77B-16726A870C4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5318917" y="2818840"/>
              <a:ext cx="1906120" cy="4800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0837" name="TextBox 21">
              <a:extLst>
                <a:ext uri="{FF2B5EF4-FFF2-40B4-BE49-F238E27FC236}">
                  <a16:creationId xmlns:a16="http://schemas.microsoft.com/office/drawing/2014/main" id="{49067F1D-AB88-45F2-84FF-F171AB7732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9112" y="4986697"/>
              <a:ext cx="586369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</a:p>
          </p:txBody>
        </p:sp>
        <p:sp>
          <p:nvSpPr>
            <p:cNvPr id="120838" name="TextBox 23">
              <a:extLst>
                <a:ext uri="{FF2B5EF4-FFF2-40B4-BE49-F238E27FC236}">
                  <a16:creationId xmlns:a16="http://schemas.microsoft.com/office/drawing/2014/main" id="{146F163F-28EB-41C5-9F96-4973CBC8D2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1677" y="3580279"/>
              <a:ext cx="1782935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control</a:t>
              </a:r>
            </a:p>
          </p:txBody>
        </p:sp>
        <p:sp>
          <p:nvSpPr>
            <p:cNvPr id="120839" name="TextBox 24">
              <a:extLst>
                <a:ext uri="{FF2B5EF4-FFF2-40B4-BE49-F238E27FC236}">
                  <a16:creationId xmlns:a16="http://schemas.microsoft.com/office/drawing/2014/main" id="{651FC199-0CA4-46DF-BC11-74C082F948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81108" y="4113679"/>
              <a:ext cx="905692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</a:t>
              </a:r>
            </a:p>
          </p:txBody>
        </p:sp>
      </p:grpSp>
      <p:pic>
        <p:nvPicPr>
          <p:cNvPr id="120835" name="Picture 26" descr="Screen shot 2013-10-04 at 6.51.57 PM.png">
            <a:extLst>
              <a:ext uri="{FF2B5EF4-FFF2-40B4-BE49-F238E27FC236}">
                <a16:creationId xmlns:a16="http://schemas.microsoft.com/office/drawing/2014/main" id="{0030FEEC-35DC-4C7B-99CA-53EEF18B66A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" y="1295400"/>
            <a:ext cx="2644775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857" name="Group 27">
            <a:extLst>
              <a:ext uri="{FF2B5EF4-FFF2-40B4-BE49-F238E27FC236}">
                <a16:creationId xmlns:a16="http://schemas.microsoft.com/office/drawing/2014/main" id="{8E659AE7-AC48-4B25-8365-ED6FF83F947C}"/>
              </a:ext>
            </a:extLst>
          </p:cNvPr>
          <p:cNvGrpSpPr>
            <a:grpSpLocks/>
          </p:cNvGrpSpPr>
          <p:nvPr/>
        </p:nvGrpSpPr>
        <p:grpSpPr bwMode="auto">
          <a:xfrm>
            <a:off x="3308350" y="3579813"/>
            <a:ext cx="5364163" cy="2592387"/>
            <a:chOff x="3309112" y="3580279"/>
            <a:chExt cx="5363165" cy="2591921"/>
          </a:xfrm>
        </p:grpSpPr>
        <p:pic>
          <p:nvPicPr>
            <p:cNvPr id="121861" name="Picture 19" descr="Screen shot 2013-10-04 at 6.35.55 PM.png">
              <a:extLst>
                <a:ext uri="{FF2B5EF4-FFF2-40B4-BE49-F238E27FC236}">
                  <a16:creationId xmlns:a16="http://schemas.microsoft.com/office/drawing/2014/main" id="{89C4F9B7-2BBF-41F1-BEED-57A40A7F66B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5318917" y="2818840"/>
              <a:ext cx="1906120" cy="4800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1862" name="TextBox 21">
              <a:extLst>
                <a:ext uri="{FF2B5EF4-FFF2-40B4-BE49-F238E27FC236}">
                  <a16:creationId xmlns:a16="http://schemas.microsoft.com/office/drawing/2014/main" id="{A67AB87E-2EA1-41D3-836D-71A59D03D8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9112" y="4986697"/>
              <a:ext cx="586369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</a:p>
          </p:txBody>
        </p:sp>
        <p:sp>
          <p:nvSpPr>
            <p:cNvPr id="121863" name="TextBox 23">
              <a:extLst>
                <a:ext uri="{FF2B5EF4-FFF2-40B4-BE49-F238E27FC236}">
                  <a16:creationId xmlns:a16="http://schemas.microsoft.com/office/drawing/2014/main" id="{3D916E44-BE91-439B-8BC0-F7F43869E7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6206" y="3580279"/>
              <a:ext cx="46679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1864" name="TextBox 24">
              <a:extLst>
                <a:ext uri="{FF2B5EF4-FFF2-40B4-BE49-F238E27FC236}">
                  <a16:creationId xmlns:a16="http://schemas.microsoft.com/office/drawing/2014/main" id="{4E779521-413F-4A79-9312-E49370F8EB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1000" y="4113679"/>
              <a:ext cx="586369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</a:p>
          </p:txBody>
        </p:sp>
      </p:grpSp>
      <p:pic>
        <p:nvPicPr>
          <p:cNvPr id="121858" name="Picture 26" descr="Screen shot 2013-10-04 at 6.51.57 PM.png">
            <a:extLst>
              <a:ext uri="{FF2B5EF4-FFF2-40B4-BE49-F238E27FC236}">
                <a16:creationId xmlns:a16="http://schemas.microsoft.com/office/drawing/2014/main" id="{8F2F34AB-8B86-4B33-A8C6-FDD628817CC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" y="1295400"/>
            <a:ext cx="2644775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1859" name="Title 1">
            <a:extLst>
              <a:ext uri="{FF2B5EF4-FFF2-40B4-BE49-F238E27FC236}">
                <a16:creationId xmlns:a16="http://schemas.microsoft.com/office/drawing/2014/main" id="{D445B492-5826-4115-B590-38F8C3734602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XOR as a repeater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FACFC8DB-F3D7-8147-AD64-08843C6F97AF}"/>
              </a:ext>
            </a:extLst>
          </p:cNvPr>
          <p:cNvSpPr/>
          <p:nvPr/>
        </p:nvSpPr>
        <p:spPr bwMode="auto">
          <a:xfrm>
            <a:off x="381000" y="2971800"/>
            <a:ext cx="2209800" cy="10668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itchFamily="2" charset="0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881" name="Group 27">
            <a:extLst>
              <a:ext uri="{FF2B5EF4-FFF2-40B4-BE49-F238E27FC236}">
                <a16:creationId xmlns:a16="http://schemas.microsoft.com/office/drawing/2014/main" id="{56A4AB28-91B1-4137-966C-343D0ED9916D}"/>
              </a:ext>
            </a:extLst>
          </p:cNvPr>
          <p:cNvGrpSpPr>
            <a:grpSpLocks/>
          </p:cNvGrpSpPr>
          <p:nvPr/>
        </p:nvGrpSpPr>
        <p:grpSpPr bwMode="auto">
          <a:xfrm>
            <a:off x="3308350" y="3579813"/>
            <a:ext cx="5364163" cy="2592387"/>
            <a:chOff x="3309112" y="3580279"/>
            <a:chExt cx="5363165" cy="2591921"/>
          </a:xfrm>
        </p:grpSpPr>
        <p:pic>
          <p:nvPicPr>
            <p:cNvPr id="122887" name="Picture 19" descr="Screen shot 2013-10-04 at 6.35.55 PM.png">
              <a:extLst>
                <a:ext uri="{FF2B5EF4-FFF2-40B4-BE49-F238E27FC236}">
                  <a16:creationId xmlns:a16="http://schemas.microsoft.com/office/drawing/2014/main" id="{841B5BD0-F5AF-44AE-9C3C-8AB801816D9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5318917" y="2818840"/>
              <a:ext cx="1906120" cy="4800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888" name="TextBox 21">
              <a:extLst>
                <a:ext uri="{FF2B5EF4-FFF2-40B4-BE49-F238E27FC236}">
                  <a16:creationId xmlns:a16="http://schemas.microsoft.com/office/drawing/2014/main" id="{7361BC77-2DA2-4E7F-A975-54664E1FA4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9112" y="4986697"/>
              <a:ext cx="586369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</a:p>
          </p:txBody>
        </p:sp>
        <p:sp>
          <p:nvSpPr>
            <p:cNvPr id="122889" name="TextBox 23">
              <a:extLst>
                <a:ext uri="{FF2B5EF4-FFF2-40B4-BE49-F238E27FC236}">
                  <a16:creationId xmlns:a16="http://schemas.microsoft.com/office/drawing/2014/main" id="{7A294E4E-09F6-41D6-B624-5360BF55B6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6206" y="3580279"/>
              <a:ext cx="46679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22890" name="TextBox 24">
              <a:extLst>
                <a:ext uri="{FF2B5EF4-FFF2-40B4-BE49-F238E27FC236}">
                  <a16:creationId xmlns:a16="http://schemas.microsoft.com/office/drawing/2014/main" id="{0226B7A8-E22A-4670-9537-4316AE3192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1000" y="4113679"/>
              <a:ext cx="586369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</a:p>
          </p:txBody>
        </p:sp>
      </p:grpSp>
      <p:pic>
        <p:nvPicPr>
          <p:cNvPr id="122882" name="Picture 26" descr="Screen shot 2013-10-04 at 6.51.57 PM.png">
            <a:extLst>
              <a:ext uri="{FF2B5EF4-FFF2-40B4-BE49-F238E27FC236}">
                <a16:creationId xmlns:a16="http://schemas.microsoft.com/office/drawing/2014/main" id="{F88193D4-77BF-4763-A25A-B3AC1F2BD54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" y="1295400"/>
            <a:ext cx="2644775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883" name="Title 1">
            <a:extLst>
              <a:ext uri="{FF2B5EF4-FFF2-40B4-BE49-F238E27FC236}">
                <a16:creationId xmlns:a16="http://schemas.microsoft.com/office/drawing/2014/main" id="{6346FC09-51CB-41EF-8675-689E9318E556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XOR as an inverter</a:t>
            </a:r>
          </a:p>
        </p:txBody>
      </p:sp>
      <p:cxnSp>
        <p:nvCxnSpPr>
          <p:cNvPr id="122884" name="Straight Connector 9">
            <a:extLst>
              <a:ext uri="{FF2B5EF4-FFF2-40B4-BE49-F238E27FC236}">
                <a16:creationId xmlns:a16="http://schemas.microsoft.com/office/drawing/2014/main" id="{B8E9B8EB-79C9-4A28-9AE6-90FA6C6FE6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053388" y="4302125"/>
            <a:ext cx="304800" cy="0"/>
          </a:xfrm>
          <a:prstGeom prst="line">
            <a:avLst/>
          </a:prstGeom>
          <a:noFill/>
          <a:ln w="349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31C47BCC-2067-0A46-ADD9-BE91F48D217E}"/>
              </a:ext>
            </a:extLst>
          </p:cNvPr>
          <p:cNvSpPr/>
          <p:nvPr/>
        </p:nvSpPr>
        <p:spPr bwMode="auto">
          <a:xfrm>
            <a:off x="390525" y="2133600"/>
            <a:ext cx="1219200" cy="8382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itchFamily="2" charset="0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8941F6D6-F144-AD4F-8073-80CE5947C313}"/>
              </a:ext>
            </a:extLst>
          </p:cNvPr>
          <p:cNvSpPr/>
          <p:nvPr/>
        </p:nvSpPr>
        <p:spPr bwMode="auto">
          <a:xfrm>
            <a:off x="1670050" y="2132013"/>
            <a:ext cx="911225" cy="8382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itchFamily="2" charset="0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912" name="Title 1">
            <a:extLst>
              <a:ext uri="{FF2B5EF4-FFF2-40B4-BE49-F238E27FC236}">
                <a16:creationId xmlns:a16="http://schemas.microsoft.com/office/drawing/2014/main" id="{D5635B7F-39E1-456E-9587-270E8C679014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Adder/subtractor unit</a:t>
            </a:r>
          </a:p>
        </p:txBody>
      </p:sp>
      <p:grpSp>
        <p:nvGrpSpPr>
          <p:cNvPr id="112" name="Group 1">
            <a:extLst>
              <a:ext uri="{FF2B5EF4-FFF2-40B4-BE49-F238E27FC236}">
                <a16:creationId xmlns:a16="http://schemas.microsoft.com/office/drawing/2014/main" id="{E55079AC-2057-45E3-BF6F-DF53A939F669}"/>
              </a:ext>
            </a:extLst>
          </p:cNvPr>
          <p:cNvGrpSpPr>
            <a:grpSpLocks/>
          </p:cNvGrpSpPr>
          <p:nvPr/>
        </p:nvGrpSpPr>
        <p:grpSpPr bwMode="auto">
          <a:xfrm>
            <a:off x="954088" y="2286000"/>
            <a:ext cx="7504112" cy="2474913"/>
            <a:chOff x="954088" y="2286000"/>
            <a:chExt cx="7504112" cy="2474913"/>
          </a:xfrm>
        </p:grpSpPr>
        <p:sp>
          <p:nvSpPr>
            <p:cNvPr id="113" name="Freeform 5">
              <a:extLst>
                <a:ext uri="{FF2B5EF4-FFF2-40B4-BE49-F238E27FC236}">
                  <a16:creationId xmlns:a16="http://schemas.microsoft.com/office/drawing/2014/main" id="{86094535-CFB9-4715-8B16-63C6265B4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500" y="3544888"/>
              <a:ext cx="127000" cy="63500"/>
            </a:xfrm>
            <a:custGeom>
              <a:avLst/>
              <a:gdLst>
                <a:gd name="T0" fmla="*/ 2147483646 w 159"/>
                <a:gd name="T1" fmla="*/ 0 h 79"/>
                <a:gd name="T2" fmla="*/ 0 w 159"/>
                <a:gd name="T3" fmla="*/ 2147483646 h 79"/>
                <a:gd name="T4" fmla="*/ 2147483646 w 159"/>
                <a:gd name="T5" fmla="*/ 2147483646 h 79"/>
                <a:gd name="T6" fmla="*/ 2147483646 w 159"/>
                <a:gd name="T7" fmla="*/ 2147483646 h 79"/>
                <a:gd name="T8" fmla="*/ 2147483646 w 159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79"/>
                <a:gd name="T17" fmla="*/ 159 w 159"/>
                <a:gd name="T18" fmla="*/ 79 h 7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79">
                  <a:moveTo>
                    <a:pt x="159" y="0"/>
                  </a:moveTo>
                  <a:lnTo>
                    <a:pt x="0" y="26"/>
                  </a:lnTo>
                  <a:lnTo>
                    <a:pt x="159" y="79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chemeClr val="tx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" name="Line 6">
              <a:extLst>
                <a:ext uri="{FF2B5EF4-FFF2-40B4-BE49-F238E27FC236}">
                  <a16:creationId xmlns:a16="http://schemas.microsoft.com/office/drawing/2014/main" id="{9FE36A2E-9E5F-4226-BDE8-F3EF261652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3500" y="3565525"/>
              <a:ext cx="4413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5" name="Rectangle 10">
              <a:extLst>
                <a:ext uri="{FF2B5EF4-FFF2-40B4-BE49-F238E27FC236}">
                  <a16:creationId xmlns:a16="http://schemas.microsoft.com/office/drawing/2014/main" id="{2CA02FA9-112F-40DA-8DC5-481A8F259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6725" y="2352675"/>
              <a:ext cx="223838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" name="Rectangle 11">
              <a:extLst>
                <a:ext uri="{FF2B5EF4-FFF2-40B4-BE49-F238E27FC236}">
                  <a16:creationId xmlns:a16="http://schemas.microsoft.com/office/drawing/2014/main" id="{6455C707-94FF-4BA9-A6D8-C5DF3F4D9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8800" y="2447925"/>
              <a:ext cx="1905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n –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" name="Rectangle 12">
              <a:extLst>
                <a:ext uri="{FF2B5EF4-FFF2-40B4-BE49-F238E27FC236}">
                  <a16:creationId xmlns:a16="http://schemas.microsoft.com/office/drawing/2014/main" id="{137406B3-C80A-4B0D-AD85-D236EB0AE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463" y="2447925"/>
              <a:ext cx="176212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8" name="Rectangle 14">
              <a:extLst>
                <a:ext uri="{FF2B5EF4-FFF2-40B4-BE49-F238E27FC236}">
                  <a16:creationId xmlns:a16="http://schemas.microsoft.com/office/drawing/2014/main" id="{2B290DF8-7EE0-4302-AB62-CA65BFE86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4088" y="3419475"/>
              <a:ext cx="223837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" name="Rectangle 15">
              <a:extLst>
                <a:ext uri="{FF2B5EF4-FFF2-40B4-BE49-F238E27FC236}">
                  <a16:creationId xmlns:a16="http://schemas.microsoft.com/office/drawing/2014/main" id="{5C3757F7-CFE6-49B4-8F6B-5554B672B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163" y="3513138"/>
              <a:ext cx="176212" cy="211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n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0" name="Freeform 19">
              <a:extLst>
                <a:ext uri="{FF2B5EF4-FFF2-40B4-BE49-F238E27FC236}">
                  <a16:creationId xmlns:a16="http://schemas.microsoft.com/office/drawing/2014/main" id="{9E283169-44DC-4541-AB09-A38ACAF47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513" y="4302125"/>
              <a:ext cx="42862" cy="127000"/>
            </a:xfrm>
            <a:custGeom>
              <a:avLst/>
              <a:gdLst>
                <a:gd name="T0" fmla="*/ 0 w 53"/>
                <a:gd name="T1" fmla="*/ 0 h 159"/>
                <a:gd name="T2" fmla="*/ 2147483646 w 53"/>
                <a:gd name="T3" fmla="*/ 2147483646 h 159"/>
                <a:gd name="T4" fmla="*/ 2147483646 w 53"/>
                <a:gd name="T5" fmla="*/ 0 h 159"/>
                <a:gd name="T6" fmla="*/ 2147483646 w 53"/>
                <a:gd name="T7" fmla="*/ 0 h 159"/>
                <a:gd name="T8" fmla="*/ 0 w 53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59"/>
                <a:gd name="T17" fmla="*/ 53 w 53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59">
                  <a:moveTo>
                    <a:pt x="0" y="0"/>
                  </a:moveTo>
                  <a:lnTo>
                    <a:pt x="26" y="159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" name="Line 20">
              <a:extLst>
                <a:ext uri="{FF2B5EF4-FFF2-40B4-BE49-F238E27FC236}">
                  <a16:creationId xmlns:a16="http://schemas.microsoft.com/office/drawing/2014/main" id="{4CABC821-1B5D-45D6-B743-8EF7390CD2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7738" y="3860800"/>
              <a:ext cx="1587" cy="4413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2" name="Freeform 21">
              <a:extLst>
                <a:ext uri="{FF2B5EF4-FFF2-40B4-BE49-F238E27FC236}">
                  <a16:creationId xmlns:a16="http://schemas.microsoft.com/office/drawing/2014/main" id="{AD446A74-9EDD-46C2-84A8-DDB13C869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000" y="3124200"/>
              <a:ext cx="63500" cy="125413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53" y="160"/>
                  </a:lnTo>
                  <a:lnTo>
                    <a:pt x="79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3" name="Line 22">
              <a:extLst>
                <a:ext uri="{FF2B5EF4-FFF2-40B4-BE49-F238E27FC236}">
                  <a16:creationId xmlns:a16="http://schemas.microsoft.com/office/drawing/2014/main" id="{B2CA82DC-3E62-470D-A15E-1909AD78F9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70275" y="2681288"/>
              <a:ext cx="1588" cy="4206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4" name="Freeform 23">
              <a:extLst>
                <a:ext uri="{FF2B5EF4-FFF2-40B4-BE49-F238E27FC236}">
                  <a16:creationId xmlns:a16="http://schemas.microsoft.com/office/drawing/2014/main" id="{A54240FF-D52D-490C-BAE9-1B1F6EFBB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325" y="3124200"/>
              <a:ext cx="61913" cy="125413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5" name="Line 24">
              <a:extLst>
                <a:ext uri="{FF2B5EF4-FFF2-40B4-BE49-F238E27FC236}">
                  <a16:creationId xmlns:a16="http://schemas.microsoft.com/office/drawing/2014/main" id="{5CD2EF33-0556-40CD-8833-7C82106565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5963" y="2681288"/>
              <a:ext cx="1587" cy="4206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" name="Rectangle 26">
              <a:extLst>
                <a:ext uri="{FF2B5EF4-FFF2-40B4-BE49-F238E27FC236}">
                  <a16:creationId xmlns:a16="http://schemas.microsoft.com/office/drawing/2014/main" id="{B0DB79B9-A395-4D0C-BB18-77C4A019A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850" y="2352675"/>
              <a:ext cx="223838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" name="Rectangle 27">
              <a:extLst>
                <a:ext uri="{FF2B5EF4-FFF2-40B4-BE49-F238E27FC236}">
                  <a16:creationId xmlns:a16="http://schemas.microsoft.com/office/drawing/2014/main" id="{1A6120D6-BC5A-42FE-A408-CA289B7E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1925" y="2447925"/>
              <a:ext cx="176213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n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" name="Rectangle 28">
              <a:extLst>
                <a:ext uri="{FF2B5EF4-FFF2-40B4-BE49-F238E27FC236}">
                  <a16:creationId xmlns:a16="http://schemas.microsoft.com/office/drawing/2014/main" id="{D1126A69-8F37-4E3C-8FC7-D523D0701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2447925"/>
              <a:ext cx="176212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" name="Rectangle 29">
              <a:extLst>
                <a:ext uri="{FF2B5EF4-FFF2-40B4-BE49-F238E27FC236}">
                  <a16:creationId xmlns:a16="http://schemas.microsoft.com/office/drawing/2014/main" id="{45FEDC88-6F2B-4ACA-87ED-E2E48C88F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2447925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" name="Rectangle 30">
              <a:extLst>
                <a:ext uri="{FF2B5EF4-FFF2-40B4-BE49-F238E27FC236}">
                  <a16:creationId xmlns:a16="http://schemas.microsoft.com/office/drawing/2014/main" id="{1D40B3A0-7A36-4D45-9E28-B33E3E456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938" y="4456113"/>
              <a:ext cx="211137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" name="Rectangle 31">
              <a:extLst>
                <a:ext uri="{FF2B5EF4-FFF2-40B4-BE49-F238E27FC236}">
                  <a16:creationId xmlns:a16="http://schemas.microsoft.com/office/drawing/2014/main" id="{16B6ACE9-8069-486A-9DCB-4ECC4F4157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0900" y="4549775"/>
              <a:ext cx="176213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n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" name="Rectangle 32">
              <a:extLst>
                <a:ext uri="{FF2B5EF4-FFF2-40B4-BE49-F238E27FC236}">
                  <a16:creationId xmlns:a16="http://schemas.microsoft.com/office/drawing/2014/main" id="{C046464A-A3C2-46ED-9456-D429383F9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1563" y="4549775"/>
              <a:ext cx="176212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" name="Rectangle 38">
              <a:extLst>
                <a:ext uri="{FF2B5EF4-FFF2-40B4-BE49-F238E27FC236}">
                  <a16:creationId xmlns:a16="http://schemas.microsoft.com/office/drawing/2014/main" id="{444B9EAE-253A-4267-A0A7-F9C306B12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025" y="4549775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" name="Rectangle 40">
              <a:extLst>
                <a:ext uri="{FF2B5EF4-FFF2-40B4-BE49-F238E27FC236}">
                  <a16:creationId xmlns:a16="http://schemas.microsoft.com/office/drawing/2014/main" id="{EDB26BD6-916E-4746-9D78-6DD43CE83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2800" y="2286000"/>
              <a:ext cx="223837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" name="Rectangle 41">
              <a:extLst>
                <a:ext uri="{FF2B5EF4-FFF2-40B4-BE49-F238E27FC236}">
                  <a16:creationId xmlns:a16="http://schemas.microsoft.com/office/drawing/2014/main" id="{8A54CD2D-F032-4FA6-98E8-FB83713FD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462" y="2379662"/>
              <a:ext cx="176213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" name="Freeform 43">
              <a:extLst>
                <a:ext uri="{FF2B5EF4-FFF2-40B4-BE49-F238E27FC236}">
                  <a16:creationId xmlns:a16="http://schemas.microsoft.com/office/drawing/2014/main" id="{64C7772B-5F4F-4F63-A163-B1877AFF8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1325" y="4302125"/>
              <a:ext cx="41275" cy="127000"/>
            </a:xfrm>
            <a:custGeom>
              <a:avLst/>
              <a:gdLst>
                <a:gd name="T0" fmla="*/ 0 w 53"/>
                <a:gd name="T1" fmla="*/ 0 h 159"/>
                <a:gd name="T2" fmla="*/ 2147483646 w 53"/>
                <a:gd name="T3" fmla="*/ 2147483646 h 159"/>
                <a:gd name="T4" fmla="*/ 2147483646 w 53"/>
                <a:gd name="T5" fmla="*/ 0 h 159"/>
                <a:gd name="T6" fmla="*/ 2147483646 w 53"/>
                <a:gd name="T7" fmla="*/ 0 h 159"/>
                <a:gd name="T8" fmla="*/ 0 w 53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59"/>
                <a:gd name="T17" fmla="*/ 53 w 53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59">
                  <a:moveTo>
                    <a:pt x="0" y="0"/>
                  </a:moveTo>
                  <a:lnTo>
                    <a:pt x="26" y="159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82ED46C2-37D8-4E42-8E2A-39BF4B1337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1963" y="3860800"/>
              <a:ext cx="1587" cy="4413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8" name="Freeform 45">
              <a:extLst>
                <a:ext uri="{FF2B5EF4-FFF2-40B4-BE49-F238E27FC236}">
                  <a16:creationId xmlns:a16="http://schemas.microsoft.com/office/drawing/2014/main" id="{8705051F-02A0-4AF2-89EA-35895CE75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900" y="3124200"/>
              <a:ext cx="63500" cy="125413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53" y="160"/>
                  </a:lnTo>
                  <a:lnTo>
                    <a:pt x="79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" name="Line 46">
              <a:extLst>
                <a:ext uri="{FF2B5EF4-FFF2-40B4-BE49-F238E27FC236}">
                  <a16:creationId xmlns:a16="http://schemas.microsoft.com/office/drawing/2014/main" id="{B5291742-B320-4939-95D7-E706BE17DE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41763" y="2681288"/>
              <a:ext cx="1587" cy="4206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" name="Freeform 47">
              <a:extLst>
                <a:ext uri="{FF2B5EF4-FFF2-40B4-BE49-F238E27FC236}">
                  <a16:creationId xmlns:a16="http://schemas.microsoft.com/office/drawing/2014/main" id="{B4FCA652-BB49-4429-8BA3-F868AB83B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9550" y="3124200"/>
              <a:ext cx="63500" cy="125413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" name="Line 48">
              <a:extLst>
                <a:ext uri="{FF2B5EF4-FFF2-40B4-BE49-F238E27FC236}">
                  <a16:creationId xmlns:a16="http://schemas.microsoft.com/office/drawing/2014/main" id="{92C1D51F-8A84-4196-93BC-803C636565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0188" y="2681288"/>
              <a:ext cx="1587" cy="4206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" name="Rectangle 50">
              <a:extLst>
                <a:ext uri="{FF2B5EF4-FFF2-40B4-BE49-F238E27FC236}">
                  <a16:creationId xmlns:a16="http://schemas.microsoft.com/office/drawing/2014/main" id="{9385EF79-B981-486B-A9FF-42B903FCC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5600" y="2347913"/>
              <a:ext cx="223838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" name="Rectangle 51">
              <a:extLst>
                <a:ext uri="{FF2B5EF4-FFF2-40B4-BE49-F238E27FC236}">
                  <a16:creationId xmlns:a16="http://schemas.microsoft.com/office/drawing/2014/main" id="{E6FB1C0F-7017-48E9-B145-4D4450CE1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7675" y="2441575"/>
              <a:ext cx="176213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4" name="Rectangle 52">
              <a:extLst>
                <a:ext uri="{FF2B5EF4-FFF2-40B4-BE49-F238E27FC236}">
                  <a16:creationId xmlns:a16="http://schemas.microsoft.com/office/drawing/2014/main" id="{1345E2E1-7B29-4B87-B8F4-00AE81B77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6875" y="4456113"/>
              <a:ext cx="211138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5" name="Freeform 54">
              <a:extLst>
                <a:ext uri="{FF2B5EF4-FFF2-40B4-BE49-F238E27FC236}">
                  <a16:creationId xmlns:a16="http://schemas.microsoft.com/office/drawing/2014/main" id="{1B83DF45-F79D-4E3C-A881-96BDEB781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9988" y="3544888"/>
              <a:ext cx="127000" cy="63500"/>
            </a:xfrm>
            <a:custGeom>
              <a:avLst/>
              <a:gdLst>
                <a:gd name="T0" fmla="*/ 2147483646 w 159"/>
                <a:gd name="T1" fmla="*/ 0 h 79"/>
                <a:gd name="T2" fmla="*/ 0 w 159"/>
                <a:gd name="T3" fmla="*/ 2147483646 h 79"/>
                <a:gd name="T4" fmla="*/ 2147483646 w 159"/>
                <a:gd name="T5" fmla="*/ 2147483646 h 79"/>
                <a:gd name="T6" fmla="*/ 2147483646 w 159"/>
                <a:gd name="T7" fmla="*/ 2147483646 h 79"/>
                <a:gd name="T8" fmla="*/ 2147483646 w 159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79"/>
                <a:gd name="T17" fmla="*/ 159 w 159"/>
                <a:gd name="T18" fmla="*/ 79 h 7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79">
                  <a:moveTo>
                    <a:pt x="159" y="0"/>
                  </a:moveTo>
                  <a:lnTo>
                    <a:pt x="0" y="26"/>
                  </a:lnTo>
                  <a:lnTo>
                    <a:pt x="159" y="79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" name="Line 55">
              <a:extLst>
                <a:ext uri="{FF2B5EF4-FFF2-40B4-BE49-F238E27FC236}">
                  <a16:creationId xmlns:a16="http://schemas.microsoft.com/office/drawing/2014/main" id="{D5D2869D-606D-4ED6-B683-70AA98FD50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46988" y="3565525"/>
              <a:ext cx="4413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" name="Rectangle 56">
              <a:extLst>
                <a:ext uri="{FF2B5EF4-FFF2-40B4-BE49-F238E27FC236}">
                  <a16:creationId xmlns:a16="http://schemas.microsoft.com/office/drawing/2014/main" id="{0872C624-8C62-4B23-9BD6-BB7C9D449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4549775"/>
              <a:ext cx="176212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" name="Freeform 57">
              <a:extLst>
                <a:ext uri="{FF2B5EF4-FFF2-40B4-BE49-F238E27FC236}">
                  <a16:creationId xmlns:a16="http://schemas.microsoft.com/office/drawing/2014/main" id="{14D298DA-37C4-4BB8-8631-8E3B7E33F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5163" y="4302125"/>
              <a:ext cx="42862" cy="127000"/>
            </a:xfrm>
            <a:custGeom>
              <a:avLst/>
              <a:gdLst>
                <a:gd name="T0" fmla="*/ 0 w 53"/>
                <a:gd name="T1" fmla="*/ 0 h 159"/>
                <a:gd name="T2" fmla="*/ 2147483646 w 53"/>
                <a:gd name="T3" fmla="*/ 2147483646 h 159"/>
                <a:gd name="T4" fmla="*/ 2147483646 w 53"/>
                <a:gd name="T5" fmla="*/ 0 h 159"/>
                <a:gd name="T6" fmla="*/ 2147483646 w 53"/>
                <a:gd name="T7" fmla="*/ 0 h 159"/>
                <a:gd name="T8" fmla="*/ 0 w 53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59"/>
                <a:gd name="T17" fmla="*/ 53 w 53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59">
                  <a:moveTo>
                    <a:pt x="0" y="0"/>
                  </a:moveTo>
                  <a:lnTo>
                    <a:pt x="27" y="159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" name="Line 58">
              <a:extLst>
                <a:ext uri="{FF2B5EF4-FFF2-40B4-BE49-F238E27FC236}">
                  <a16:creationId xmlns:a16="http://schemas.microsoft.com/office/drawing/2014/main" id="{13E4D77F-FBEF-487C-BFAD-684144228C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35800" y="3860800"/>
              <a:ext cx="1588" cy="4413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" name="Freeform 59">
              <a:extLst>
                <a:ext uri="{FF2B5EF4-FFF2-40B4-BE49-F238E27FC236}">
                  <a16:creationId xmlns:a16="http://schemas.microsoft.com/office/drawing/2014/main" id="{E9732916-63D3-4272-856D-BD14F1120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6300" y="3124200"/>
              <a:ext cx="61913" cy="125413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1" name="Line 60">
              <a:extLst>
                <a:ext uri="{FF2B5EF4-FFF2-40B4-BE49-F238E27FC236}">
                  <a16:creationId xmlns:a16="http://schemas.microsoft.com/office/drawing/2014/main" id="{DEBCE5A9-2B79-41DA-8B25-F3D2B2C5DB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67575" y="2681288"/>
              <a:ext cx="1588" cy="4206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2" name="Freeform 61">
              <a:extLst>
                <a:ext uri="{FF2B5EF4-FFF2-40B4-BE49-F238E27FC236}">
                  <a16:creationId xmlns:a16="http://schemas.microsoft.com/office/drawing/2014/main" id="{6387DF36-BFB2-4EC9-82B5-F4CB010B7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3388" y="3124200"/>
              <a:ext cx="63500" cy="125413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" name="Line 62">
              <a:extLst>
                <a:ext uri="{FF2B5EF4-FFF2-40B4-BE49-F238E27FC236}">
                  <a16:creationId xmlns:a16="http://schemas.microsoft.com/office/drawing/2014/main" id="{57240663-7130-4BDA-932B-21528BB705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04025" y="2681288"/>
              <a:ext cx="1588" cy="4206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" name="Rectangle 64">
              <a:extLst>
                <a:ext uri="{FF2B5EF4-FFF2-40B4-BE49-F238E27FC236}">
                  <a16:creationId xmlns:a16="http://schemas.microsoft.com/office/drawing/2014/main" id="{14B366BB-8D11-4DC3-B910-88FD83969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0300" y="3221038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5" name="Rectangle 68">
              <a:extLst>
                <a:ext uri="{FF2B5EF4-FFF2-40B4-BE49-F238E27FC236}">
                  <a16:creationId xmlns:a16="http://schemas.microsoft.com/office/drawing/2014/main" id="{0249C870-6B15-4ADF-A872-68B49D410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347913"/>
              <a:ext cx="223838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6" name="Rectangle 69">
              <a:extLst>
                <a:ext uri="{FF2B5EF4-FFF2-40B4-BE49-F238E27FC236}">
                  <a16:creationId xmlns:a16="http://schemas.microsoft.com/office/drawing/2014/main" id="{5D8F3A6F-C343-4175-BD4A-5D591A4AF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0275" y="2441575"/>
              <a:ext cx="176213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7" name="Rectangle 70">
              <a:extLst>
                <a:ext uri="{FF2B5EF4-FFF2-40B4-BE49-F238E27FC236}">
                  <a16:creationId xmlns:a16="http://schemas.microsoft.com/office/drawing/2014/main" id="{5C023A41-9D7F-4D9B-BE48-B3431B7D2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54838" y="4456113"/>
              <a:ext cx="211137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8" name="Rectangle 71">
              <a:extLst>
                <a:ext uri="{FF2B5EF4-FFF2-40B4-BE49-F238E27FC236}">
                  <a16:creationId xmlns:a16="http://schemas.microsoft.com/office/drawing/2014/main" id="{34D8B68B-93AA-48FC-8DAD-6634173B7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5800" y="4549775"/>
              <a:ext cx="176213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9" name="Rectangle 72">
              <a:extLst>
                <a:ext uri="{FF2B5EF4-FFF2-40B4-BE49-F238E27FC236}">
                  <a16:creationId xmlns:a16="http://schemas.microsoft.com/office/drawing/2014/main" id="{A0158F9C-7227-425F-B75A-8D010F6B8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9913" y="3433763"/>
              <a:ext cx="223837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0" name="Rectangle 76">
              <a:extLst>
                <a:ext uri="{FF2B5EF4-FFF2-40B4-BE49-F238E27FC236}">
                  <a16:creationId xmlns:a16="http://schemas.microsoft.com/office/drawing/2014/main" id="{B0A7B187-9D42-4EBB-895C-9FD4F7975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1988" y="3527425"/>
              <a:ext cx="176212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1" name="Freeform 15">
              <a:extLst>
                <a:ext uri="{FF2B5EF4-FFF2-40B4-BE49-F238E27FC236}">
                  <a16:creationId xmlns:a16="http://schemas.microsoft.com/office/drawing/2014/main" id="{61E78202-121F-4E2A-AE02-21CACA7BE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000" y="2971800"/>
              <a:ext cx="7010400" cy="1219201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2" name="Rectangle 40">
              <a:extLst>
                <a:ext uri="{FF2B5EF4-FFF2-40B4-BE49-F238E27FC236}">
                  <a16:creationId xmlns:a16="http://schemas.microsoft.com/office/drawing/2014/main" id="{B3BE3B00-8A66-41D3-846A-905812054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304" y="2286000"/>
              <a:ext cx="223837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3" name="Rectangle 41">
              <a:extLst>
                <a:ext uri="{FF2B5EF4-FFF2-40B4-BE49-F238E27FC236}">
                  <a16:creationId xmlns:a16="http://schemas.microsoft.com/office/drawing/2014/main" id="{5740226E-6D78-4EC2-B225-85DBB66F2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7966" y="2379662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002CD62F-2639-43BB-AA49-00BAAD9139F0}"/>
                  </a:ext>
                </a:extLst>
              </p14:cNvPr>
              <p14:cNvContentPartPr/>
              <p14:nvPr/>
            </p14:nvContentPartPr>
            <p14:xfrm>
              <a:off x="7077600" y="250560"/>
              <a:ext cx="1864800" cy="387540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002CD62F-2639-43BB-AA49-00BAAD9139F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068240" y="241200"/>
                <a:ext cx="1883520" cy="38941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206559926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5" name="Line 4">
            <a:extLst>
              <a:ext uri="{FF2B5EF4-FFF2-40B4-BE49-F238E27FC236}">
                <a16:creationId xmlns:a16="http://schemas.microsoft.com/office/drawing/2014/main" id="{E29FD114-5F0F-4319-B7AC-C5FBA9BFA63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991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06" name="Freeform 5">
            <a:extLst>
              <a:ext uri="{FF2B5EF4-FFF2-40B4-BE49-F238E27FC236}">
                <a16:creationId xmlns:a16="http://schemas.microsoft.com/office/drawing/2014/main" id="{BF20E98B-F98E-4BAD-BF0E-8B04710E7F84}"/>
              </a:ext>
            </a:extLst>
          </p:cNvPr>
          <p:cNvSpPr>
            <a:spLocks/>
          </p:cNvSpPr>
          <p:nvPr/>
        </p:nvSpPr>
        <p:spPr bwMode="auto">
          <a:xfrm>
            <a:off x="6178550" y="2200275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07" name="Line 6">
            <a:extLst>
              <a:ext uri="{FF2B5EF4-FFF2-40B4-BE49-F238E27FC236}">
                <a16:creationId xmlns:a16="http://schemas.microsoft.com/office/drawing/2014/main" id="{F3B6984B-2C66-4B4F-93EB-B114AA05AC19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08" name="Line 7">
            <a:extLst>
              <a:ext uri="{FF2B5EF4-FFF2-40B4-BE49-F238E27FC236}">
                <a16:creationId xmlns:a16="http://schemas.microsoft.com/office/drawing/2014/main" id="{532C9422-D533-4BD0-ABFB-C82A484D78F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42100" y="2516188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09" name="Line 8">
            <a:extLst>
              <a:ext uri="{FF2B5EF4-FFF2-40B4-BE49-F238E27FC236}">
                <a16:creationId xmlns:a16="http://schemas.microsoft.com/office/drawing/2014/main" id="{852F1147-F722-4539-9279-9CA65868C2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9738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10" name="Freeform 9">
            <a:extLst>
              <a:ext uri="{FF2B5EF4-FFF2-40B4-BE49-F238E27FC236}">
                <a16:creationId xmlns:a16="http://schemas.microsoft.com/office/drawing/2014/main" id="{AC292F44-0BD6-4195-9A5B-0DACE7166613}"/>
              </a:ext>
            </a:extLst>
          </p:cNvPr>
          <p:cNvSpPr>
            <a:spLocks/>
          </p:cNvSpPr>
          <p:nvPr/>
        </p:nvSpPr>
        <p:spPr bwMode="auto">
          <a:xfrm>
            <a:off x="6784975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11" name="Freeform 10">
            <a:extLst>
              <a:ext uri="{FF2B5EF4-FFF2-40B4-BE49-F238E27FC236}">
                <a16:creationId xmlns:a16="http://schemas.microsoft.com/office/drawing/2014/main" id="{570C512E-A4D6-409E-B933-D70018CF394B}"/>
              </a:ext>
            </a:extLst>
          </p:cNvPr>
          <p:cNvSpPr>
            <a:spLocks/>
          </p:cNvSpPr>
          <p:nvPr/>
        </p:nvSpPr>
        <p:spPr bwMode="auto">
          <a:xfrm>
            <a:off x="6545263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12" name="Freeform 11">
            <a:extLst>
              <a:ext uri="{FF2B5EF4-FFF2-40B4-BE49-F238E27FC236}">
                <a16:creationId xmlns:a16="http://schemas.microsoft.com/office/drawing/2014/main" id="{DD2CA59F-0BDF-4E6B-ABB1-0745C1B33A30}"/>
              </a:ext>
            </a:extLst>
          </p:cNvPr>
          <p:cNvSpPr>
            <a:spLocks/>
          </p:cNvSpPr>
          <p:nvPr/>
        </p:nvSpPr>
        <p:spPr bwMode="auto">
          <a:xfrm>
            <a:off x="67833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13" name="Freeform 12">
            <a:extLst>
              <a:ext uri="{FF2B5EF4-FFF2-40B4-BE49-F238E27FC236}">
                <a16:creationId xmlns:a16="http://schemas.microsoft.com/office/drawing/2014/main" id="{27557DA4-A958-4F3C-90D3-41F3AAFE8047}"/>
              </a:ext>
            </a:extLst>
          </p:cNvPr>
          <p:cNvSpPr>
            <a:spLocks/>
          </p:cNvSpPr>
          <p:nvPr/>
        </p:nvSpPr>
        <p:spPr bwMode="auto">
          <a:xfrm>
            <a:off x="65452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14" name="Freeform 13">
            <a:extLst>
              <a:ext uri="{FF2B5EF4-FFF2-40B4-BE49-F238E27FC236}">
                <a16:creationId xmlns:a16="http://schemas.microsoft.com/office/drawing/2014/main" id="{75D34DA1-0501-4505-B0E5-FBCEFBA08006}"/>
              </a:ext>
            </a:extLst>
          </p:cNvPr>
          <p:cNvSpPr>
            <a:spLocks/>
          </p:cNvSpPr>
          <p:nvPr/>
        </p:nvSpPr>
        <p:spPr bwMode="auto">
          <a:xfrm>
            <a:off x="67833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15" name="Freeform 14">
            <a:extLst>
              <a:ext uri="{FF2B5EF4-FFF2-40B4-BE49-F238E27FC236}">
                <a16:creationId xmlns:a16="http://schemas.microsoft.com/office/drawing/2014/main" id="{A46D2A52-2683-47A3-8848-0C8835B7AA46}"/>
              </a:ext>
            </a:extLst>
          </p:cNvPr>
          <p:cNvSpPr>
            <a:spLocks/>
          </p:cNvSpPr>
          <p:nvPr/>
        </p:nvSpPr>
        <p:spPr bwMode="auto">
          <a:xfrm>
            <a:off x="65452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16" name="Freeform 15">
            <a:extLst>
              <a:ext uri="{FF2B5EF4-FFF2-40B4-BE49-F238E27FC236}">
                <a16:creationId xmlns:a16="http://schemas.microsoft.com/office/drawing/2014/main" id="{3C927F11-D8B9-4A31-9130-E3978E64DDF0}"/>
              </a:ext>
            </a:extLst>
          </p:cNvPr>
          <p:cNvSpPr>
            <a:spLocks/>
          </p:cNvSpPr>
          <p:nvPr/>
        </p:nvSpPr>
        <p:spPr bwMode="auto">
          <a:xfrm>
            <a:off x="1541463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17" name="Line 16">
            <a:extLst>
              <a:ext uri="{FF2B5EF4-FFF2-40B4-BE49-F238E27FC236}">
                <a16:creationId xmlns:a16="http://schemas.microsoft.com/office/drawing/2014/main" id="{35B0EA37-BF87-47C0-9F96-AFBC0623879A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7900" y="2495550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18" name="Line 17">
            <a:extLst>
              <a:ext uri="{FF2B5EF4-FFF2-40B4-BE49-F238E27FC236}">
                <a16:creationId xmlns:a16="http://schemas.microsoft.com/office/drawing/2014/main" id="{57B9E7A4-EEC5-49C6-AC96-56A0A09986E4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3263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19" name="Line 18">
            <a:extLst>
              <a:ext uri="{FF2B5EF4-FFF2-40B4-BE49-F238E27FC236}">
                <a16:creationId xmlns:a16="http://schemas.microsoft.com/office/drawing/2014/main" id="{A5431A52-7DF6-4E96-A4CC-D90CA3195AC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609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23920" name="Group 111">
            <a:extLst>
              <a:ext uri="{FF2B5EF4-FFF2-40B4-BE49-F238E27FC236}">
                <a16:creationId xmlns:a16="http://schemas.microsoft.com/office/drawing/2014/main" id="{A9D57DD4-E828-4C31-999D-5048FA784375}"/>
              </a:ext>
            </a:extLst>
          </p:cNvPr>
          <p:cNvGrpSpPr>
            <a:grpSpLocks/>
          </p:cNvGrpSpPr>
          <p:nvPr/>
        </p:nvGrpSpPr>
        <p:grpSpPr bwMode="auto">
          <a:xfrm>
            <a:off x="4418013" y="2682875"/>
            <a:ext cx="476250" cy="682625"/>
            <a:chOff x="2783" y="1185"/>
            <a:chExt cx="300" cy="430"/>
          </a:xfrm>
        </p:grpSpPr>
        <p:sp>
          <p:nvSpPr>
            <p:cNvPr id="124009" name="Freeform 19">
              <a:extLst>
                <a:ext uri="{FF2B5EF4-FFF2-40B4-BE49-F238E27FC236}">
                  <a16:creationId xmlns:a16="http://schemas.microsoft.com/office/drawing/2014/main" id="{0FEDB46B-AFB9-4B28-9005-2BD51290C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4010" name="Freeform 20">
              <a:extLst>
                <a:ext uri="{FF2B5EF4-FFF2-40B4-BE49-F238E27FC236}">
                  <a16:creationId xmlns:a16="http://schemas.microsoft.com/office/drawing/2014/main" id="{00126DDC-51E8-4FF8-AADD-AA48918D1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4011" name="Freeform 21">
              <a:extLst>
                <a:ext uri="{FF2B5EF4-FFF2-40B4-BE49-F238E27FC236}">
                  <a16:creationId xmlns:a16="http://schemas.microsoft.com/office/drawing/2014/main" id="{CA7F04BC-4EE1-483D-904A-C07FDFBD6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4012" name="Freeform 22">
              <a:extLst>
                <a:ext uri="{FF2B5EF4-FFF2-40B4-BE49-F238E27FC236}">
                  <a16:creationId xmlns:a16="http://schemas.microsoft.com/office/drawing/2014/main" id="{3487C709-3223-485D-A17E-442FDA85F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4013" name="Freeform 23">
              <a:extLst>
                <a:ext uri="{FF2B5EF4-FFF2-40B4-BE49-F238E27FC236}">
                  <a16:creationId xmlns:a16="http://schemas.microsoft.com/office/drawing/2014/main" id="{8F6D41AB-0C0E-42C7-B448-43EC7D672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4014" name="Freeform 24">
              <a:extLst>
                <a:ext uri="{FF2B5EF4-FFF2-40B4-BE49-F238E27FC236}">
                  <a16:creationId xmlns:a16="http://schemas.microsoft.com/office/drawing/2014/main" id="{6CD323F2-8F7F-4511-907B-B804021AD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23921" name="Line 25">
            <a:extLst>
              <a:ext uri="{FF2B5EF4-FFF2-40B4-BE49-F238E27FC236}">
                <a16:creationId xmlns:a16="http://schemas.microsoft.com/office/drawing/2014/main" id="{DE1B79F6-9A4F-427A-9074-8526E5CCAE43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1413" y="2495550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22" name="Line 26">
            <a:extLst>
              <a:ext uri="{FF2B5EF4-FFF2-40B4-BE49-F238E27FC236}">
                <a16:creationId xmlns:a16="http://schemas.microsoft.com/office/drawing/2014/main" id="{33DAB1F3-243C-4247-A3A3-1A254444E74A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6138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23" name="Line 27">
            <a:extLst>
              <a:ext uri="{FF2B5EF4-FFF2-40B4-BE49-F238E27FC236}">
                <a16:creationId xmlns:a16="http://schemas.microsoft.com/office/drawing/2014/main" id="{B142ECA0-F43F-4DE4-B574-A38A5E2BB59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37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24" name="Freeform 28">
            <a:extLst>
              <a:ext uri="{FF2B5EF4-FFF2-40B4-BE49-F238E27FC236}">
                <a16:creationId xmlns:a16="http://schemas.microsoft.com/office/drawing/2014/main" id="{5046FD12-10B6-4735-9E4F-52280C59441A}"/>
              </a:ext>
            </a:extLst>
          </p:cNvPr>
          <p:cNvSpPr>
            <a:spLocks/>
          </p:cNvSpPr>
          <p:nvPr/>
        </p:nvSpPr>
        <p:spPr bwMode="auto">
          <a:xfrm>
            <a:off x="6075363" y="2767013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25" name="Freeform 29">
            <a:extLst>
              <a:ext uri="{FF2B5EF4-FFF2-40B4-BE49-F238E27FC236}">
                <a16:creationId xmlns:a16="http://schemas.microsoft.com/office/drawing/2014/main" id="{CAE70057-8939-46CD-93F9-FCDCF3EC8DBE}"/>
              </a:ext>
            </a:extLst>
          </p:cNvPr>
          <p:cNvSpPr>
            <a:spLocks/>
          </p:cNvSpPr>
          <p:nvPr/>
        </p:nvSpPr>
        <p:spPr bwMode="auto">
          <a:xfrm>
            <a:off x="5835650" y="2767013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26" name="Freeform 30">
            <a:extLst>
              <a:ext uri="{FF2B5EF4-FFF2-40B4-BE49-F238E27FC236}">
                <a16:creationId xmlns:a16="http://schemas.microsoft.com/office/drawing/2014/main" id="{D9A97C0D-68AA-4816-90F1-0F53BE1CBA40}"/>
              </a:ext>
            </a:extLst>
          </p:cNvPr>
          <p:cNvSpPr>
            <a:spLocks/>
          </p:cNvSpPr>
          <p:nvPr/>
        </p:nvSpPr>
        <p:spPr bwMode="auto">
          <a:xfrm>
            <a:off x="6073775" y="2760663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27" name="Freeform 31">
            <a:extLst>
              <a:ext uri="{FF2B5EF4-FFF2-40B4-BE49-F238E27FC236}">
                <a16:creationId xmlns:a16="http://schemas.microsoft.com/office/drawing/2014/main" id="{C1CD2685-A3F1-4F7F-A043-6D231415057B}"/>
              </a:ext>
            </a:extLst>
          </p:cNvPr>
          <p:cNvSpPr>
            <a:spLocks/>
          </p:cNvSpPr>
          <p:nvPr/>
        </p:nvSpPr>
        <p:spPr bwMode="auto">
          <a:xfrm>
            <a:off x="5835650" y="2760663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28" name="Freeform 32">
            <a:extLst>
              <a:ext uri="{FF2B5EF4-FFF2-40B4-BE49-F238E27FC236}">
                <a16:creationId xmlns:a16="http://schemas.microsoft.com/office/drawing/2014/main" id="{ADFACD99-0A44-4FDE-B22F-C9C65DCDDEA2}"/>
              </a:ext>
            </a:extLst>
          </p:cNvPr>
          <p:cNvSpPr>
            <a:spLocks/>
          </p:cNvSpPr>
          <p:nvPr/>
        </p:nvSpPr>
        <p:spPr bwMode="auto">
          <a:xfrm>
            <a:off x="6073775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29" name="Freeform 33">
            <a:extLst>
              <a:ext uri="{FF2B5EF4-FFF2-40B4-BE49-F238E27FC236}">
                <a16:creationId xmlns:a16="http://schemas.microsoft.com/office/drawing/2014/main" id="{96E27045-A60A-42AF-9E3A-6C2A9A7B759B}"/>
              </a:ext>
            </a:extLst>
          </p:cNvPr>
          <p:cNvSpPr>
            <a:spLocks/>
          </p:cNvSpPr>
          <p:nvPr/>
        </p:nvSpPr>
        <p:spPr bwMode="auto">
          <a:xfrm>
            <a:off x="5835650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30" name="Freeform 34">
            <a:extLst>
              <a:ext uri="{FF2B5EF4-FFF2-40B4-BE49-F238E27FC236}">
                <a16:creationId xmlns:a16="http://schemas.microsoft.com/office/drawing/2014/main" id="{CF150F68-0371-4F3F-A052-294CA7956AF6}"/>
              </a:ext>
            </a:extLst>
          </p:cNvPr>
          <p:cNvSpPr>
            <a:spLocks/>
          </p:cNvSpPr>
          <p:nvPr/>
        </p:nvSpPr>
        <p:spPr bwMode="auto">
          <a:xfrm>
            <a:off x="67484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31" name="Line 35">
            <a:extLst>
              <a:ext uri="{FF2B5EF4-FFF2-40B4-BE49-F238E27FC236}">
                <a16:creationId xmlns:a16="http://schemas.microsoft.com/office/drawing/2014/main" id="{9ECC27AF-49BA-4ECD-8769-354558E953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9738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32" name="Freeform 36">
            <a:extLst>
              <a:ext uri="{FF2B5EF4-FFF2-40B4-BE49-F238E27FC236}">
                <a16:creationId xmlns:a16="http://schemas.microsoft.com/office/drawing/2014/main" id="{D03E0CA7-A022-48E0-89EF-FA8920C24EF3}"/>
              </a:ext>
            </a:extLst>
          </p:cNvPr>
          <p:cNvSpPr>
            <a:spLocks/>
          </p:cNvSpPr>
          <p:nvPr/>
        </p:nvSpPr>
        <p:spPr bwMode="auto">
          <a:xfrm>
            <a:off x="4619625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33" name="Line 37">
            <a:extLst>
              <a:ext uri="{FF2B5EF4-FFF2-40B4-BE49-F238E27FC236}">
                <a16:creationId xmlns:a16="http://schemas.microsoft.com/office/drawing/2014/main" id="{E5FE3664-952A-456B-998A-511D750C5B3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609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34" name="Freeform 38">
            <a:extLst>
              <a:ext uri="{FF2B5EF4-FFF2-40B4-BE49-F238E27FC236}">
                <a16:creationId xmlns:a16="http://schemas.microsoft.com/office/drawing/2014/main" id="{DEF10DE6-0B5A-4DA3-9B39-98631CD806AB}"/>
              </a:ext>
            </a:extLst>
          </p:cNvPr>
          <p:cNvSpPr>
            <a:spLocks/>
          </p:cNvSpPr>
          <p:nvPr/>
        </p:nvSpPr>
        <p:spPr bwMode="auto">
          <a:xfrm>
            <a:off x="6051550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35" name="Line 39">
            <a:extLst>
              <a:ext uri="{FF2B5EF4-FFF2-40B4-BE49-F238E27FC236}">
                <a16:creationId xmlns:a16="http://schemas.microsoft.com/office/drawing/2014/main" id="{27504CE7-25FE-4869-A579-C70D9BC47FC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37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36" name="Freeform 40">
            <a:extLst>
              <a:ext uri="{FF2B5EF4-FFF2-40B4-BE49-F238E27FC236}">
                <a16:creationId xmlns:a16="http://schemas.microsoft.com/office/drawing/2014/main" id="{61CBAA34-7464-40CC-9EA6-7BC6E236912F}"/>
              </a:ext>
            </a:extLst>
          </p:cNvPr>
          <p:cNvSpPr>
            <a:spLocks/>
          </p:cNvSpPr>
          <p:nvPr/>
        </p:nvSpPr>
        <p:spPr bwMode="auto">
          <a:xfrm>
            <a:off x="5187950" y="3001963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37" name="Freeform 41">
            <a:extLst>
              <a:ext uri="{FF2B5EF4-FFF2-40B4-BE49-F238E27FC236}">
                <a16:creationId xmlns:a16="http://schemas.microsoft.com/office/drawing/2014/main" id="{D3304DDE-9639-4591-A092-607AD67B01AE}"/>
              </a:ext>
            </a:extLst>
          </p:cNvPr>
          <p:cNvSpPr>
            <a:spLocks/>
          </p:cNvSpPr>
          <p:nvPr/>
        </p:nvSpPr>
        <p:spPr bwMode="auto">
          <a:xfrm>
            <a:off x="5335588" y="3001963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38" name="Freeform 42">
            <a:extLst>
              <a:ext uri="{FF2B5EF4-FFF2-40B4-BE49-F238E27FC236}">
                <a16:creationId xmlns:a16="http://schemas.microsoft.com/office/drawing/2014/main" id="{128E75DF-DB4E-4E59-8948-C6C53FB231F8}"/>
              </a:ext>
            </a:extLst>
          </p:cNvPr>
          <p:cNvSpPr>
            <a:spLocks/>
          </p:cNvSpPr>
          <p:nvPr/>
        </p:nvSpPr>
        <p:spPr bwMode="auto">
          <a:xfrm>
            <a:off x="5503863" y="3001963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39" name="Freeform 43">
            <a:extLst>
              <a:ext uri="{FF2B5EF4-FFF2-40B4-BE49-F238E27FC236}">
                <a16:creationId xmlns:a16="http://schemas.microsoft.com/office/drawing/2014/main" id="{B17279CD-022D-4D39-B154-C765A10F9157}"/>
              </a:ext>
            </a:extLst>
          </p:cNvPr>
          <p:cNvSpPr>
            <a:spLocks/>
          </p:cNvSpPr>
          <p:nvPr/>
        </p:nvSpPr>
        <p:spPr bwMode="auto">
          <a:xfrm>
            <a:off x="47879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40" name="Freeform 44">
            <a:extLst>
              <a:ext uri="{FF2B5EF4-FFF2-40B4-BE49-F238E27FC236}">
                <a16:creationId xmlns:a16="http://schemas.microsoft.com/office/drawing/2014/main" id="{4CCD374F-A4A1-44F3-9812-AE4D4E7CF736}"/>
              </a:ext>
            </a:extLst>
          </p:cNvPr>
          <p:cNvSpPr>
            <a:spLocks/>
          </p:cNvSpPr>
          <p:nvPr/>
        </p:nvSpPr>
        <p:spPr bwMode="auto">
          <a:xfrm>
            <a:off x="5187950" y="2200275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41" name="Freeform 45">
            <a:extLst>
              <a:ext uri="{FF2B5EF4-FFF2-40B4-BE49-F238E27FC236}">
                <a16:creationId xmlns:a16="http://schemas.microsoft.com/office/drawing/2014/main" id="{093912BE-F555-4ACF-A427-22809D9E206D}"/>
              </a:ext>
            </a:extLst>
          </p:cNvPr>
          <p:cNvSpPr>
            <a:spLocks/>
          </p:cNvSpPr>
          <p:nvPr/>
        </p:nvSpPr>
        <p:spPr bwMode="auto">
          <a:xfrm>
            <a:off x="5335588" y="2200275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42" name="Freeform 46">
            <a:extLst>
              <a:ext uri="{FF2B5EF4-FFF2-40B4-BE49-F238E27FC236}">
                <a16:creationId xmlns:a16="http://schemas.microsoft.com/office/drawing/2014/main" id="{5FFEE1DA-4403-4084-8E6B-E1C89C7FCA15}"/>
              </a:ext>
            </a:extLst>
          </p:cNvPr>
          <p:cNvSpPr>
            <a:spLocks/>
          </p:cNvSpPr>
          <p:nvPr/>
        </p:nvSpPr>
        <p:spPr bwMode="auto">
          <a:xfrm>
            <a:off x="5503863" y="2200275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43" name="Line 47">
            <a:extLst>
              <a:ext uri="{FF2B5EF4-FFF2-40B4-BE49-F238E27FC236}">
                <a16:creationId xmlns:a16="http://schemas.microsoft.com/office/drawing/2014/main" id="{BD477216-C01B-4A8A-8A4A-4C34938B3ADD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6138" y="1947863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44" name="Line 48">
            <a:extLst>
              <a:ext uri="{FF2B5EF4-FFF2-40B4-BE49-F238E27FC236}">
                <a16:creationId xmlns:a16="http://schemas.microsoft.com/office/drawing/2014/main" id="{53F6DFCB-34B1-4447-A66A-CEA7E55E181D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1413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45" name="Line 49">
            <a:extLst>
              <a:ext uri="{FF2B5EF4-FFF2-40B4-BE49-F238E27FC236}">
                <a16:creationId xmlns:a16="http://schemas.microsoft.com/office/drawing/2014/main" id="{5D47DD8B-7489-4237-9B57-C5B2830147C5}"/>
              </a:ext>
            </a:extLst>
          </p:cNvPr>
          <p:cNvSpPr>
            <a:spLocks noChangeShapeType="1"/>
          </p:cNvSpPr>
          <p:nvPr/>
        </p:nvSpPr>
        <p:spPr bwMode="auto">
          <a:xfrm>
            <a:off x="6642100" y="1947863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46" name="Line 50">
            <a:extLst>
              <a:ext uri="{FF2B5EF4-FFF2-40B4-BE49-F238E27FC236}">
                <a16:creationId xmlns:a16="http://schemas.microsoft.com/office/drawing/2014/main" id="{57DFE49D-3DD6-44D2-8832-F397BB5F8D19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47" name="Line 51">
            <a:extLst>
              <a:ext uri="{FF2B5EF4-FFF2-40B4-BE49-F238E27FC236}">
                <a16:creationId xmlns:a16="http://schemas.microsoft.com/office/drawing/2014/main" id="{D08EEF9A-87C8-493E-B44E-C43E27505A58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3263" y="1947863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48" name="Freeform 52">
            <a:extLst>
              <a:ext uri="{FF2B5EF4-FFF2-40B4-BE49-F238E27FC236}">
                <a16:creationId xmlns:a16="http://schemas.microsoft.com/office/drawing/2014/main" id="{07DCE1E5-4F56-4F4B-97D6-66C22F7B945D}"/>
              </a:ext>
            </a:extLst>
          </p:cNvPr>
          <p:cNvSpPr>
            <a:spLocks/>
          </p:cNvSpPr>
          <p:nvPr/>
        </p:nvSpPr>
        <p:spPr bwMode="auto">
          <a:xfrm>
            <a:off x="6896100" y="2200275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49" name="Freeform 53">
            <a:extLst>
              <a:ext uri="{FF2B5EF4-FFF2-40B4-BE49-F238E27FC236}">
                <a16:creationId xmlns:a16="http://schemas.microsoft.com/office/drawing/2014/main" id="{815C0AF4-AA14-4BA9-A8F6-3C1E5E7E828E}"/>
              </a:ext>
            </a:extLst>
          </p:cNvPr>
          <p:cNvSpPr>
            <a:spLocks/>
          </p:cNvSpPr>
          <p:nvPr/>
        </p:nvSpPr>
        <p:spPr bwMode="auto">
          <a:xfrm>
            <a:off x="7316788" y="2200275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50" name="Freeform 54">
            <a:extLst>
              <a:ext uri="{FF2B5EF4-FFF2-40B4-BE49-F238E27FC236}">
                <a16:creationId xmlns:a16="http://schemas.microsoft.com/office/drawing/2014/main" id="{EB36AF46-37D3-40D8-BAD4-FAD80E1ACE5D}"/>
              </a:ext>
            </a:extLst>
          </p:cNvPr>
          <p:cNvSpPr>
            <a:spLocks/>
          </p:cNvSpPr>
          <p:nvPr/>
        </p:nvSpPr>
        <p:spPr bwMode="auto">
          <a:xfrm>
            <a:off x="6664325" y="4329113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51" name="Freeform 55">
            <a:extLst>
              <a:ext uri="{FF2B5EF4-FFF2-40B4-BE49-F238E27FC236}">
                <a16:creationId xmlns:a16="http://schemas.microsoft.com/office/drawing/2014/main" id="{BF919758-8351-4D82-9D00-70F738A9947B}"/>
              </a:ext>
            </a:extLst>
          </p:cNvPr>
          <p:cNvSpPr>
            <a:spLocks/>
          </p:cNvSpPr>
          <p:nvPr/>
        </p:nvSpPr>
        <p:spPr bwMode="auto">
          <a:xfrm>
            <a:off x="6810375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52" name="Freeform 56">
            <a:extLst>
              <a:ext uri="{FF2B5EF4-FFF2-40B4-BE49-F238E27FC236}">
                <a16:creationId xmlns:a16="http://schemas.microsoft.com/office/drawing/2014/main" id="{67D77897-6C25-487C-BE40-19654EEB242A}"/>
              </a:ext>
            </a:extLst>
          </p:cNvPr>
          <p:cNvSpPr>
            <a:spLocks/>
          </p:cNvSpPr>
          <p:nvPr/>
        </p:nvSpPr>
        <p:spPr bwMode="auto">
          <a:xfrm>
            <a:off x="3629025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53" name="Line 57">
            <a:extLst>
              <a:ext uri="{FF2B5EF4-FFF2-40B4-BE49-F238E27FC236}">
                <a16:creationId xmlns:a16="http://schemas.microsoft.com/office/drawing/2014/main" id="{3786DC29-0CE5-4912-B52B-80149EDFBAC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300" y="3211513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54" name="Freeform 58">
            <a:extLst>
              <a:ext uri="{FF2B5EF4-FFF2-40B4-BE49-F238E27FC236}">
                <a16:creationId xmlns:a16="http://schemas.microsoft.com/office/drawing/2014/main" id="{36CE260A-4E96-4CF1-A94C-90E65897F162}"/>
              </a:ext>
            </a:extLst>
          </p:cNvPr>
          <p:cNvSpPr>
            <a:spLocks/>
          </p:cNvSpPr>
          <p:nvPr/>
        </p:nvSpPr>
        <p:spPr bwMode="auto">
          <a:xfrm>
            <a:off x="32067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55" name="Line 59">
            <a:extLst>
              <a:ext uri="{FF2B5EF4-FFF2-40B4-BE49-F238E27FC236}">
                <a16:creationId xmlns:a16="http://schemas.microsoft.com/office/drawing/2014/main" id="{19674B61-B7C9-4AB7-AED9-C53B2041F92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27388" y="3211513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56" name="Freeform 60">
            <a:extLst>
              <a:ext uri="{FF2B5EF4-FFF2-40B4-BE49-F238E27FC236}">
                <a16:creationId xmlns:a16="http://schemas.microsoft.com/office/drawing/2014/main" id="{F3BAD16E-1578-4E2D-BD14-E2D176D23CEB}"/>
              </a:ext>
            </a:extLst>
          </p:cNvPr>
          <p:cNvSpPr>
            <a:spLocks/>
          </p:cNvSpPr>
          <p:nvPr/>
        </p:nvSpPr>
        <p:spPr bwMode="auto">
          <a:xfrm>
            <a:off x="1795463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57" name="Line 61">
            <a:extLst>
              <a:ext uri="{FF2B5EF4-FFF2-40B4-BE49-F238E27FC236}">
                <a16:creationId xmlns:a16="http://schemas.microsoft.com/office/drawing/2014/main" id="{F634A6B2-E128-4932-AA9D-9B776A83BFB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16100" y="3211513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58" name="Freeform 62">
            <a:extLst>
              <a:ext uri="{FF2B5EF4-FFF2-40B4-BE49-F238E27FC236}">
                <a16:creationId xmlns:a16="http://schemas.microsoft.com/office/drawing/2014/main" id="{A074452B-2B75-4985-AC9F-7650BF79648D}"/>
              </a:ext>
            </a:extLst>
          </p:cNvPr>
          <p:cNvSpPr>
            <a:spLocks/>
          </p:cNvSpPr>
          <p:nvPr/>
        </p:nvSpPr>
        <p:spPr bwMode="auto">
          <a:xfrm>
            <a:off x="1289050" y="4329113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59" name="Line 63">
            <a:extLst>
              <a:ext uri="{FF2B5EF4-FFF2-40B4-BE49-F238E27FC236}">
                <a16:creationId xmlns:a16="http://schemas.microsoft.com/office/drawing/2014/main" id="{4095552A-2C2C-4B31-96F2-C5CE14A26AB1}"/>
              </a:ext>
            </a:extLst>
          </p:cNvPr>
          <p:cNvSpPr>
            <a:spLocks noChangeShapeType="1"/>
          </p:cNvSpPr>
          <p:nvPr/>
        </p:nvSpPr>
        <p:spPr bwMode="auto">
          <a:xfrm>
            <a:off x="14160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60" name="Freeform 64">
            <a:extLst>
              <a:ext uri="{FF2B5EF4-FFF2-40B4-BE49-F238E27FC236}">
                <a16:creationId xmlns:a16="http://schemas.microsoft.com/office/drawing/2014/main" id="{D432D88A-EABE-449D-8192-B1B171C630DB}"/>
              </a:ext>
            </a:extLst>
          </p:cNvPr>
          <p:cNvSpPr>
            <a:spLocks/>
          </p:cNvSpPr>
          <p:nvPr/>
        </p:nvSpPr>
        <p:spPr bwMode="auto">
          <a:xfrm>
            <a:off x="24907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61" name="Line 65">
            <a:extLst>
              <a:ext uri="{FF2B5EF4-FFF2-40B4-BE49-F238E27FC236}">
                <a16:creationId xmlns:a16="http://schemas.microsoft.com/office/drawing/2014/main" id="{C91BE5CC-9E62-420C-8837-F530F296A13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32063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62" name="Freeform 66">
            <a:extLst>
              <a:ext uri="{FF2B5EF4-FFF2-40B4-BE49-F238E27FC236}">
                <a16:creationId xmlns:a16="http://schemas.microsoft.com/office/drawing/2014/main" id="{6FD701AB-BDD9-45A4-8DD7-6990F099B139}"/>
              </a:ext>
            </a:extLst>
          </p:cNvPr>
          <p:cNvSpPr>
            <a:spLocks/>
          </p:cNvSpPr>
          <p:nvPr/>
        </p:nvSpPr>
        <p:spPr bwMode="auto">
          <a:xfrm>
            <a:off x="5905500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63" name="Line 67">
            <a:extLst>
              <a:ext uri="{FF2B5EF4-FFF2-40B4-BE49-F238E27FC236}">
                <a16:creationId xmlns:a16="http://schemas.microsoft.com/office/drawing/2014/main" id="{886566BA-5DF2-4B21-B3CF-B327BA56F7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26138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64" name="Freeform 68">
            <a:extLst>
              <a:ext uri="{FF2B5EF4-FFF2-40B4-BE49-F238E27FC236}">
                <a16:creationId xmlns:a16="http://schemas.microsoft.com/office/drawing/2014/main" id="{8F4CBD2E-C69C-4B15-8019-53B4B6B2E2B1}"/>
              </a:ext>
            </a:extLst>
          </p:cNvPr>
          <p:cNvSpPr>
            <a:spLocks/>
          </p:cNvSpPr>
          <p:nvPr/>
        </p:nvSpPr>
        <p:spPr bwMode="auto">
          <a:xfrm>
            <a:off x="53355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65" name="Line 69">
            <a:extLst>
              <a:ext uri="{FF2B5EF4-FFF2-40B4-BE49-F238E27FC236}">
                <a16:creationId xmlns:a16="http://schemas.microsoft.com/office/drawing/2014/main" id="{271584DD-4282-4D5F-BB87-B059D1C56D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562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66" name="Freeform 70">
            <a:extLst>
              <a:ext uri="{FF2B5EF4-FFF2-40B4-BE49-F238E27FC236}">
                <a16:creationId xmlns:a16="http://schemas.microsoft.com/office/drawing/2014/main" id="{2B57E387-4C4A-44C6-9B42-6E4E8CD3D5FD}"/>
              </a:ext>
            </a:extLst>
          </p:cNvPr>
          <p:cNvSpPr>
            <a:spLocks/>
          </p:cNvSpPr>
          <p:nvPr/>
        </p:nvSpPr>
        <p:spPr bwMode="auto">
          <a:xfrm>
            <a:off x="2343150" y="3486150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67" name="Freeform 71">
            <a:extLst>
              <a:ext uri="{FF2B5EF4-FFF2-40B4-BE49-F238E27FC236}">
                <a16:creationId xmlns:a16="http://schemas.microsoft.com/office/drawing/2014/main" id="{0A55E63D-B8CF-40F5-AC59-D511BE2EE513}"/>
              </a:ext>
            </a:extLst>
          </p:cNvPr>
          <p:cNvSpPr>
            <a:spLocks/>
          </p:cNvSpPr>
          <p:nvPr/>
        </p:nvSpPr>
        <p:spPr bwMode="auto">
          <a:xfrm>
            <a:off x="2511425" y="3486150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68" name="Freeform 72">
            <a:extLst>
              <a:ext uri="{FF2B5EF4-FFF2-40B4-BE49-F238E27FC236}">
                <a16:creationId xmlns:a16="http://schemas.microsoft.com/office/drawing/2014/main" id="{6767CCAC-96E4-49B7-B088-580852007405}"/>
              </a:ext>
            </a:extLst>
          </p:cNvPr>
          <p:cNvSpPr>
            <a:spLocks/>
          </p:cNvSpPr>
          <p:nvPr/>
        </p:nvSpPr>
        <p:spPr bwMode="auto">
          <a:xfrm>
            <a:off x="2659063" y="3486150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69" name="Freeform 73">
            <a:extLst>
              <a:ext uri="{FF2B5EF4-FFF2-40B4-BE49-F238E27FC236}">
                <a16:creationId xmlns:a16="http://schemas.microsoft.com/office/drawing/2014/main" id="{A5AFCC4E-2B01-4785-9197-CD917263C43D}"/>
              </a:ext>
            </a:extLst>
          </p:cNvPr>
          <p:cNvSpPr>
            <a:spLocks/>
          </p:cNvSpPr>
          <p:nvPr/>
        </p:nvSpPr>
        <p:spPr bwMode="auto">
          <a:xfrm>
            <a:off x="37544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70" name="Freeform 74">
            <a:extLst>
              <a:ext uri="{FF2B5EF4-FFF2-40B4-BE49-F238E27FC236}">
                <a16:creationId xmlns:a16="http://schemas.microsoft.com/office/drawing/2014/main" id="{763E71FC-5EFB-4262-87CC-D575255F9CFB}"/>
              </a:ext>
            </a:extLst>
          </p:cNvPr>
          <p:cNvSpPr>
            <a:spLocks/>
          </p:cNvSpPr>
          <p:nvPr/>
        </p:nvSpPr>
        <p:spPr bwMode="auto">
          <a:xfrm>
            <a:off x="3924300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71" name="Freeform 75">
            <a:extLst>
              <a:ext uri="{FF2B5EF4-FFF2-40B4-BE49-F238E27FC236}">
                <a16:creationId xmlns:a16="http://schemas.microsoft.com/office/drawing/2014/main" id="{AE240EA9-EBFF-4DF1-B8AC-3DE348E9CCAD}"/>
              </a:ext>
            </a:extLst>
          </p:cNvPr>
          <p:cNvSpPr>
            <a:spLocks/>
          </p:cNvSpPr>
          <p:nvPr/>
        </p:nvSpPr>
        <p:spPr bwMode="auto">
          <a:xfrm>
            <a:off x="4092575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72" name="Rectangle 76">
            <a:extLst>
              <a:ext uri="{FF2B5EF4-FFF2-40B4-BE49-F238E27FC236}">
                <a16:creationId xmlns:a16="http://schemas.microsoft.com/office/drawing/2014/main" id="{3CBBBFF0-7A09-4D0D-A682-F60001C8A2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1050" y="5532438"/>
            <a:ext cx="211138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73" name="Rectangle 77">
            <a:extLst>
              <a:ext uri="{FF2B5EF4-FFF2-40B4-BE49-F238E27FC236}">
                <a16:creationId xmlns:a16="http://schemas.microsoft.com/office/drawing/2014/main" id="{FEC4B1B9-E695-402E-B3F3-7DA76161DB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013" y="562768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74" name="Rectangle 78">
            <a:extLst>
              <a:ext uri="{FF2B5EF4-FFF2-40B4-BE49-F238E27FC236}">
                <a16:creationId xmlns:a16="http://schemas.microsoft.com/office/drawing/2014/main" id="{DB9B1DDB-A68B-46C0-B9E9-C5D496EF8A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1138" y="5532438"/>
            <a:ext cx="2111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75" name="Rectangle 79">
            <a:extLst>
              <a:ext uri="{FF2B5EF4-FFF2-40B4-BE49-F238E27FC236}">
                <a16:creationId xmlns:a16="http://schemas.microsoft.com/office/drawing/2014/main" id="{63DC92F2-BC12-4039-8ADE-ACD035B411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2100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76" name="Rectangle 80">
            <a:extLst>
              <a:ext uri="{FF2B5EF4-FFF2-40B4-BE49-F238E27FC236}">
                <a16:creationId xmlns:a16="http://schemas.microsoft.com/office/drawing/2014/main" id="{7DD2DCF1-578C-4CD4-84F7-19C9E0E2EB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1563" y="5532438"/>
            <a:ext cx="2111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77" name="Rectangle 81">
            <a:extLst>
              <a:ext uri="{FF2B5EF4-FFF2-40B4-BE49-F238E27FC236}">
                <a16:creationId xmlns:a16="http://schemas.microsoft.com/office/drawing/2014/main" id="{838FCFFC-4082-4D9A-BDDA-17DEF0DAC8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22525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78" name="Rectangle 82">
            <a:extLst>
              <a:ext uri="{FF2B5EF4-FFF2-40B4-BE49-F238E27FC236}">
                <a16:creationId xmlns:a16="http://schemas.microsoft.com/office/drawing/2014/main" id="{14F66B19-0B25-42A7-B4E1-0D8B231621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79" name="Rectangle 83">
            <a:extLst>
              <a:ext uri="{FF2B5EF4-FFF2-40B4-BE49-F238E27FC236}">
                <a16:creationId xmlns:a16="http://schemas.microsoft.com/office/drawing/2014/main" id="{893D3ABA-5E1B-4E91-BB90-CC681CC15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56276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80" name="Rectangle 84">
            <a:extLst>
              <a:ext uri="{FF2B5EF4-FFF2-40B4-BE49-F238E27FC236}">
                <a16:creationId xmlns:a16="http://schemas.microsoft.com/office/drawing/2014/main" id="{C0A1D635-ED3F-4308-9077-5CE2CC77FC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81" name="Rectangle 85">
            <a:extLst>
              <a:ext uri="{FF2B5EF4-FFF2-40B4-BE49-F238E27FC236}">
                <a16:creationId xmlns:a16="http://schemas.microsoft.com/office/drawing/2014/main" id="{CCD3DC20-AA3D-414D-A4DB-4E75FA130E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3475" y="29686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82" name="Rectangle 86">
            <a:extLst>
              <a:ext uri="{FF2B5EF4-FFF2-40B4-BE49-F238E27FC236}">
                <a16:creationId xmlns:a16="http://schemas.microsoft.com/office/drawing/2014/main" id="{FF043B8A-3273-45EA-992E-1A5E9C627A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23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83" name="Rectangle 87">
            <a:extLst>
              <a:ext uri="{FF2B5EF4-FFF2-40B4-BE49-F238E27FC236}">
                <a16:creationId xmlns:a16="http://schemas.microsoft.com/office/drawing/2014/main" id="{93521A54-5144-4977-809C-BFDDF22AE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2788" y="29686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84" name="Rectangle 88">
            <a:extLst>
              <a:ext uri="{FF2B5EF4-FFF2-40B4-BE49-F238E27FC236}">
                <a16:creationId xmlns:a16="http://schemas.microsoft.com/office/drawing/2014/main" id="{B80A5CD2-55E9-46FC-9157-DCF628F6FB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83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85" name="Rectangle 89">
            <a:extLst>
              <a:ext uri="{FF2B5EF4-FFF2-40B4-BE49-F238E27FC236}">
                <a16:creationId xmlns:a16="http://schemas.microsoft.com/office/drawing/2014/main" id="{7B940CD2-29A4-4829-B5D1-56E7ABA7A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0375" y="29686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86" name="Rectangle 90">
            <a:extLst>
              <a:ext uri="{FF2B5EF4-FFF2-40B4-BE49-F238E27FC236}">
                <a16:creationId xmlns:a16="http://schemas.microsoft.com/office/drawing/2014/main" id="{9C70FA6E-5C57-49F0-816A-A033837A65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1038" y="29686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87" name="Rectangle 91">
            <a:extLst>
              <a:ext uri="{FF2B5EF4-FFF2-40B4-BE49-F238E27FC236}">
                <a16:creationId xmlns:a16="http://schemas.microsoft.com/office/drawing/2014/main" id="{0ECF1AB6-5356-489D-83D7-2249BB0B40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1500" y="296862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88" name="Rectangle 92">
            <a:extLst>
              <a:ext uri="{FF2B5EF4-FFF2-40B4-BE49-F238E27FC236}">
                <a16:creationId xmlns:a16="http://schemas.microsoft.com/office/drawing/2014/main" id="{6084FC6E-72CE-43D8-B18B-B10B917822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113" y="4221163"/>
            <a:ext cx="2238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89" name="Rectangle 93">
            <a:extLst>
              <a:ext uri="{FF2B5EF4-FFF2-40B4-BE49-F238E27FC236}">
                <a16:creationId xmlns:a16="http://schemas.microsoft.com/office/drawing/2014/main" id="{0230375A-D268-47D6-B0D1-93DC087268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9188" y="4318000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90" name="Rectangle 94">
            <a:extLst>
              <a:ext uri="{FF2B5EF4-FFF2-40B4-BE49-F238E27FC236}">
                <a16:creationId xmlns:a16="http://schemas.microsoft.com/office/drawing/2014/main" id="{1339B3B5-EC25-4F29-9685-F7ADC41E7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0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91" name="Rectangle 95">
            <a:extLst>
              <a:ext uri="{FF2B5EF4-FFF2-40B4-BE49-F238E27FC236}">
                <a16:creationId xmlns:a16="http://schemas.microsoft.com/office/drawing/2014/main" id="{0AAA23CD-9F72-4DB7-8848-C3EBAF4D36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1600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-bit adder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92" name="Rectangle 96">
            <a:extLst>
              <a:ext uri="{FF2B5EF4-FFF2-40B4-BE49-F238E27FC236}">
                <a16:creationId xmlns:a16="http://schemas.microsoft.com/office/drawing/2014/main" id="{B5AB8535-2E2A-422B-BE83-5F0E536B8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1775" y="1600200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93" name="Rectangle 97">
            <a:extLst>
              <a:ext uri="{FF2B5EF4-FFF2-40B4-BE49-F238E27FC236}">
                <a16:creationId xmlns:a16="http://schemas.microsoft.com/office/drawing/2014/main" id="{0201992B-04D6-41CA-AB4C-AC70D0A107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2263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94" name="Rectangle 98">
            <a:extLst>
              <a:ext uri="{FF2B5EF4-FFF2-40B4-BE49-F238E27FC236}">
                <a16:creationId xmlns:a16="http://schemas.microsoft.com/office/drawing/2014/main" id="{4566E64F-F400-4476-93E8-FC38986F0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9938" y="1600200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95" name="Rectangle 99">
            <a:extLst>
              <a:ext uri="{FF2B5EF4-FFF2-40B4-BE49-F238E27FC236}">
                <a16:creationId xmlns:a16="http://schemas.microsoft.com/office/drawing/2014/main" id="{184624D6-6518-4348-A394-44D1F308B9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013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96" name="Rectangle 100">
            <a:extLst>
              <a:ext uri="{FF2B5EF4-FFF2-40B4-BE49-F238E27FC236}">
                <a16:creationId xmlns:a16="http://schemas.microsoft.com/office/drawing/2014/main" id="{C382B166-ABC0-4A08-BD4F-CADAB8F008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9113" y="1600200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97" name="Rectangle 101">
            <a:extLst>
              <a:ext uri="{FF2B5EF4-FFF2-40B4-BE49-F238E27FC236}">
                <a16:creationId xmlns:a16="http://schemas.microsoft.com/office/drawing/2014/main" id="{BFDDC9EF-9DBF-42BD-83C7-3A43C2F34B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1188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98" name="Rectangle 102">
            <a:extLst>
              <a:ext uri="{FF2B5EF4-FFF2-40B4-BE49-F238E27FC236}">
                <a16:creationId xmlns:a16="http://schemas.microsoft.com/office/drawing/2014/main" id="{200414FE-D8C7-4C63-BA46-2C702734B6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1850" y="169703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999" name="Rectangle 103">
            <a:extLst>
              <a:ext uri="{FF2B5EF4-FFF2-40B4-BE49-F238E27FC236}">
                <a16:creationId xmlns:a16="http://schemas.microsoft.com/office/drawing/2014/main" id="{864C3AB0-F4CC-4EE1-88A4-5B8BF85A81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2313" y="16970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000" name="Rectangle 104">
            <a:extLst>
              <a:ext uri="{FF2B5EF4-FFF2-40B4-BE49-F238E27FC236}">
                <a16:creationId xmlns:a16="http://schemas.microsoft.com/office/drawing/2014/main" id="{4BFE18B8-F4F1-4BA1-9514-AB67F3F509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6013" y="4200525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001" name="Rectangle 105">
            <a:extLst>
              <a:ext uri="{FF2B5EF4-FFF2-40B4-BE49-F238E27FC236}">
                <a16:creationId xmlns:a16="http://schemas.microsoft.com/office/drawing/2014/main" id="{CBC43D80-F0D4-4221-B8E0-E78E77007E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8088" y="4297363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002" name="Rectangle 106">
            <a:extLst>
              <a:ext uri="{FF2B5EF4-FFF2-40B4-BE49-F238E27FC236}">
                <a16:creationId xmlns:a16="http://schemas.microsoft.com/office/drawing/2014/main" id="{5C9E95EC-350A-44B0-B9D4-D681861EB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6038" y="1998663"/>
            <a:ext cx="4826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Add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003" name="Line 107">
            <a:extLst>
              <a:ext uri="{FF2B5EF4-FFF2-40B4-BE49-F238E27FC236}">
                <a16:creationId xmlns:a16="http://schemas.microsoft.com/office/drawing/2014/main" id="{6890960F-E02E-405B-B752-9BA84BBA50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55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004" name="Rectangle 108">
            <a:extLst>
              <a:ext uri="{FF2B5EF4-FFF2-40B4-BE49-F238E27FC236}">
                <a16:creationId xmlns:a16="http://schemas.microsoft.com/office/drawing/2014/main" id="{DD64F5A3-F3CB-4E46-AD6C-12026EB546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2913" y="1993900"/>
            <a:ext cx="206375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¤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005" name="Rectangle 109">
            <a:extLst>
              <a:ext uri="{FF2B5EF4-FFF2-40B4-BE49-F238E27FC236}">
                <a16:creationId xmlns:a16="http://schemas.microsoft.com/office/drawing/2014/main" id="{B4FED49C-75FD-4A46-9A13-EAEFAFA327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53400" y="2000250"/>
            <a:ext cx="44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Sub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006" name="Rectangle 110">
            <a:extLst>
              <a:ext uri="{FF2B5EF4-FFF2-40B4-BE49-F238E27FC236}">
                <a16:creationId xmlns:a16="http://schemas.microsoft.com/office/drawing/2014/main" id="{2F42C613-241A-4626-BF14-F322F392C0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9863" y="2200275"/>
            <a:ext cx="70961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control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007" name="TextBox 125">
            <a:extLst>
              <a:ext uri="{FF2B5EF4-FFF2-40B4-BE49-F238E27FC236}">
                <a16:creationId xmlns:a16="http://schemas.microsoft.com/office/drawing/2014/main" id="{1A988241-FACF-425F-A5CD-C924FA3773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64770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3.12 from the textbook ]</a:t>
            </a:r>
          </a:p>
        </p:txBody>
      </p:sp>
      <p:sp>
        <p:nvSpPr>
          <p:cNvPr id="124008" name="Title 1">
            <a:extLst>
              <a:ext uri="{FF2B5EF4-FFF2-40B4-BE49-F238E27FC236}">
                <a16:creationId xmlns:a16="http://schemas.microsoft.com/office/drawing/2014/main" id="{76C727A7-299F-44F9-8E1A-DC79FB03CFDE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Addition: when control = 0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2C4F47B3-4E4D-44C0-B143-460F5706BA77}"/>
                  </a:ext>
                </a:extLst>
              </p14:cNvPr>
              <p14:cNvContentPartPr/>
              <p14:nvPr/>
            </p14:nvContentPartPr>
            <p14:xfrm>
              <a:off x="4651560" y="2588040"/>
              <a:ext cx="3685320" cy="23245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2C4F47B3-4E4D-44C0-B143-460F5706BA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642200" y="2578680"/>
                <a:ext cx="3704040" cy="23432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29" name="Line 4">
            <a:extLst>
              <a:ext uri="{FF2B5EF4-FFF2-40B4-BE49-F238E27FC236}">
                <a16:creationId xmlns:a16="http://schemas.microsoft.com/office/drawing/2014/main" id="{B44A944A-597B-4947-91CA-B67CAE5B7EF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991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30" name="Freeform 5">
            <a:extLst>
              <a:ext uri="{FF2B5EF4-FFF2-40B4-BE49-F238E27FC236}">
                <a16:creationId xmlns:a16="http://schemas.microsoft.com/office/drawing/2014/main" id="{5FD4B4CB-CA65-4A5A-97F2-174284BBD004}"/>
              </a:ext>
            </a:extLst>
          </p:cNvPr>
          <p:cNvSpPr>
            <a:spLocks/>
          </p:cNvSpPr>
          <p:nvPr/>
        </p:nvSpPr>
        <p:spPr bwMode="auto">
          <a:xfrm>
            <a:off x="6178550" y="2200275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31" name="Line 6">
            <a:extLst>
              <a:ext uri="{FF2B5EF4-FFF2-40B4-BE49-F238E27FC236}">
                <a16:creationId xmlns:a16="http://schemas.microsoft.com/office/drawing/2014/main" id="{FF09815B-1FA6-4FAE-882D-2CDCBD1508FD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32" name="Line 7">
            <a:extLst>
              <a:ext uri="{FF2B5EF4-FFF2-40B4-BE49-F238E27FC236}">
                <a16:creationId xmlns:a16="http://schemas.microsoft.com/office/drawing/2014/main" id="{1D341F01-4CDA-4E19-995A-E1803AA69285}"/>
              </a:ext>
            </a:extLst>
          </p:cNvPr>
          <p:cNvSpPr>
            <a:spLocks noChangeShapeType="1"/>
          </p:cNvSpPr>
          <p:nvPr/>
        </p:nvSpPr>
        <p:spPr bwMode="auto">
          <a:xfrm>
            <a:off x="6642100" y="2516188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33" name="Line 8">
            <a:extLst>
              <a:ext uri="{FF2B5EF4-FFF2-40B4-BE49-F238E27FC236}">
                <a16:creationId xmlns:a16="http://schemas.microsoft.com/office/drawing/2014/main" id="{D3E7CA0B-6FAE-4290-A955-3DA19AD1F8D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9738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34" name="Freeform 9">
            <a:extLst>
              <a:ext uri="{FF2B5EF4-FFF2-40B4-BE49-F238E27FC236}">
                <a16:creationId xmlns:a16="http://schemas.microsoft.com/office/drawing/2014/main" id="{A3CAD30D-2F06-442A-932A-A90D032EF402}"/>
              </a:ext>
            </a:extLst>
          </p:cNvPr>
          <p:cNvSpPr>
            <a:spLocks/>
          </p:cNvSpPr>
          <p:nvPr/>
        </p:nvSpPr>
        <p:spPr bwMode="auto">
          <a:xfrm>
            <a:off x="6784975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35" name="Freeform 10">
            <a:extLst>
              <a:ext uri="{FF2B5EF4-FFF2-40B4-BE49-F238E27FC236}">
                <a16:creationId xmlns:a16="http://schemas.microsoft.com/office/drawing/2014/main" id="{7449D8DB-4D74-42B7-BA8D-E6E57F1596CF}"/>
              </a:ext>
            </a:extLst>
          </p:cNvPr>
          <p:cNvSpPr>
            <a:spLocks/>
          </p:cNvSpPr>
          <p:nvPr/>
        </p:nvSpPr>
        <p:spPr bwMode="auto">
          <a:xfrm>
            <a:off x="6545263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36" name="Freeform 11">
            <a:extLst>
              <a:ext uri="{FF2B5EF4-FFF2-40B4-BE49-F238E27FC236}">
                <a16:creationId xmlns:a16="http://schemas.microsoft.com/office/drawing/2014/main" id="{88F97FD9-81D5-4ABB-97D7-BA718AC55B24}"/>
              </a:ext>
            </a:extLst>
          </p:cNvPr>
          <p:cNvSpPr>
            <a:spLocks/>
          </p:cNvSpPr>
          <p:nvPr/>
        </p:nvSpPr>
        <p:spPr bwMode="auto">
          <a:xfrm>
            <a:off x="67833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37" name="Freeform 12">
            <a:extLst>
              <a:ext uri="{FF2B5EF4-FFF2-40B4-BE49-F238E27FC236}">
                <a16:creationId xmlns:a16="http://schemas.microsoft.com/office/drawing/2014/main" id="{08D17AB7-2C96-4678-8FB4-9423B177D60F}"/>
              </a:ext>
            </a:extLst>
          </p:cNvPr>
          <p:cNvSpPr>
            <a:spLocks/>
          </p:cNvSpPr>
          <p:nvPr/>
        </p:nvSpPr>
        <p:spPr bwMode="auto">
          <a:xfrm>
            <a:off x="65452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38" name="Freeform 13">
            <a:extLst>
              <a:ext uri="{FF2B5EF4-FFF2-40B4-BE49-F238E27FC236}">
                <a16:creationId xmlns:a16="http://schemas.microsoft.com/office/drawing/2014/main" id="{C74A1CC7-B3A7-441C-89E6-934907D2E96C}"/>
              </a:ext>
            </a:extLst>
          </p:cNvPr>
          <p:cNvSpPr>
            <a:spLocks/>
          </p:cNvSpPr>
          <p:nvPr/>
        </p:nvSpPr>
        <p:spPr bwMode="auto">
          <a:xfrm>
            <a:off x="67833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39" name="Freeform 14">
            <a:extLst>
              <a:ext uri="{FF2B5EF4-FFF2-40B4-BE49-F238E27FC236}">
                <a16:creationId xmlns:a16="http://schemas.microsoft.com/office/drawing/2014/main" id="{1127CEC0-C686-40E0-AC77-E9924C48F84A}"/>
              </a:ext>
            </a:extLst>
          </p:cNvPr>
          <p:cNvSpPr>
            <a:spLocks/>
          </p:cNvSpPr>
          <p:nvPr/>
        </p:nvSpPr>
        <p:spPr bwMode="auto">
          <a:xfrm>
            <a:off x="65452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40" name="Freeform 15">
            <a:extLst>
              <a:ext uri="{FF2B5EF4-FFF2-40B4-BE49-F238E27FC236}">
                <a16:creationId xmlns:a16="http://schemas.microsoft.com/office/drawing/2014/main" id="{ED7132C5-9EAD-4203-B254-05234C873D82}"/>
              </a:ext>
            </a:extLst>
          </p:cNvPr>
          <p:cNvSpPr>
            <a:spLocks/>
          </p:cNvSpPr>
          <p:nvPr/>
        </p:nvSpPr>
        <p:spPr bwMode="auto">
          <a:xfrm>
            <a:off x="1541463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41" name="Line 16">
            <a:extLst>
              <a:ext uri="{FF2B5EF4-FFF2-40B4-BE49-F238E27FC236}">
                <a16:creationId xmlns:a16="http://schemas.microsoft.com/office/drawing/2014/main" id="{56556D19-9BFD-4CDA-97D3-06088D11ADA5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7900" y="2495550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42" name="Line 17">
            <a:extLst>
              <a:ext uri="{FF2B5EF4-FFF2-40B4-BE49-F238E27FC236}">
                <a16:creationId xmlns:a16="http://schemas.microsoft.com/office/drawing/2014/main" id="{B422B963-2CBF-42B2-8785-7AC20498EE28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3263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43" name="Line 18">
            <a:extLst>
              <a:ext uri="{FF2B5EF4-FFF2-40B4-BE49-F238E27FC236}">
                <a16:creationId xmlns:a16="http://schemas.microsoft.com/office/drawing/2014/main" id="{A056624B-F0DF-4E12-B742-98AB3AC4AFE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609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24944" name="Group 111">
            <a:extLst>
              <a:ext uri="{FF2B5EF4-FFF2-40B4-BE49-F238E27FC236}">
                <a16:creationId xmlns:a16="http://schemas.microsoft.com/office/drawing/2014/main" id="{8703432C-32DC-4685-9F17-C23A6E85E8A6}"/>
              </a:ext>
            </a:extLst>
          </p:cNvPr>
          <p:cNvGrpSpPr>
            <a:grpSpLocks/>
          </p:cNvGrpSpPr>
          <p:nvPr/>
        </p:nvGrpSpPr>
        <p:grpSpPr bwMode="auto">
          <a:xfrm>
            <a:off x="4418013" y="2682875"/>
            <a:ext cx="476250" cy="682625"/>
            <a:chOff x="2783" y="1185"/>
            <a:chExt cx="300" cy="430"/>
          </a:xfrm>
        </p:grpSpPr>
        <p:sp>
          <p:nvSpPr>
            <p:cNvPr id="125037" name="Freeform 19">
              <a:extLst>
                <a:ext uri="{FF2B5EF4-FFF2-40B4-BE49-F238E27FC236}">
                  <a16:creationId xmlns:a16="http://schemas.microsoft.com/office/drawing/2014/main" id="{41DE949E-AF39-451B-907B-B215043A8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5038" name="Freeform 20">
              <a:extLst>
                <a:ext uri="{FF2B5EF4-FFF2-40B4-BE49-F238E27FC236}">
                  <a16:creationId xmlns:a16="http://schemas.microsoft.com/office/drawing/2014/main" id="{A4AE7AB7-5091-48DA-91CE-03E5E8B39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5039" name="Freeform 21">
              <a:extLst>
                <a:ext uri="{FF2B5EF4-FFF2-40B4-BE49-F238E27FC236}">
                  <a16:creationId xmlns:a16="http://schemas.microsoft.com/office/drawing/2014/main" id="{7096AC89-4D53-4398-A669-E4CF5C236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5040" name="Freeform 22">
              <a:extLst>
                <a:ext uri="{FF2B5EF4-FFF2-40B4-BE49-F238E27FC236}">
                  <a16:creationId xmlns:a16="http://schemas.microsoft.com/office/drawing/2014/main" id="{C034E699-6569-49EB-9C7A-D193F1992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5041" name="Freeform 23">
              <a:extLst>
                <a:ext uri="{FF2B5EF4-FFF2-40B4-BE49-F238E27FC236}">
                  <a16:creationId xmlns:a16="http://schemas.microsoft.com/office/drawing/2014/main" id="{5EA61C95-CBC9-4F11-8AA7-439C15714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5042" name="Freeform 24">
              <a:extLst>
                <a:ext uri="{FF2B5EF4-FFF2-40B4-BE49-F238E27FC236}">
                  <a16:creationId xmlns:a16="http://schemas.microsoft.com/office/drawing/2014/main" id="{51379F2B-5882-4D43-8B8B-906670090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24945" name="Line 25">
            <a:extLst>
              <a:ext uri="{FF2B5EF4-FFF2-40B4-BE49-F238E27FC236}">
                <a16:creationId xmlns:a16="http://schemas.microsoft.com/office/drawing/2014/main" id="{A9045E7E-DE3E-44EA-86B6-E0B2BC17DDD3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1413" y="2495550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46" name="Line 26">
            <a:extLst>
              <a:ext uri="{FF2B5EF4-FFF2-40B4-BE49-F238E27FC236}">
                <a16:creationId xmlns:a16="http://schemas.microsoft.com/office/drawing/2014/main" id="{2358BEB9-0D44-4D9C-8787-B720B1269566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6138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47" name="Line 27">
            <a:extLst>
              <a:ext uri="{FF2B5EF4-FFF2-40B4-BE49-F238E27FC236}">
                <a16:creationId xmlns:a16="http://schemas.microsoft.com/office/drawing/2014/main" id="{14520F32-2409-411E-8A42-04CC8A76D4F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37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48" name="Freeform 28">
            <a:extLst>
              <a:ext uri="{FF2B5EF4-FFF2-40B4-BE49-F238E27FC236}">
                <a16:creationId xmlns:a16="http://schemas.microsoft.com/office/drawing/2014/main" id="{6292BD30-F909-4FF3-8CBD-4CFDBCD08D97}"/>
              </a:ext>
            </a:extLst>
          </p:cNvPr>
          <p:cNvSpPr>
            <a:spLocks/>
          </p:cNvSpPr>
          <p:nvPr/>
        </p:nvSpPr>
        <p:spPr bwMode="auto">
          <a:xfrm>
            <a:off x="6075363" y="2767013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49" name="Freeform 29">
            <a:extLst>
              <a:ext uri="{FF2B5EF4-FFF2-40B4-BE49-F238E27FC236}">
                <a16:creationId xmlns:a16="http://schemas.microsoft.com/office/drawing/2014/main" id="{D4236495-94FB-4C0C-855C-91DCBC7A8B64}"/>
              </a:ext>
            </a:extLst>
          </p:cNvPr>
          <p:cNvSpPr>
            <a:spLocks/>
          </p:cNvSpPr>
          <p:nvPr/>
        </p:nvSpPr>
        <p:spPr bwMode="auto">
          <a:xfrm>
            <a:off x="5835650" y="2767013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50" name="Freeform 30">
            <a:extLst>
              <a:ext uri="{FF2B5EF4-FFF2-40B4-BE49-F238E27FC236}">
                <a16:creationId xmlns:a16="http://schemas.microsoft.com/office/drawing/2014/main" id="{61143F47-AB9B-46BD-AAA0-5F811C1F1489}"/>
              </a:ext>
            </a:extLst>
          </p:cNvPr>
          <p:cNvSpPr>
            <a:spLocks/>
          </p:cNvSpPr>
          <p:nvPr/>
        </p:nvSpPr>
        <p:spPr bwMode="auto">
          <a:xfrm>
            <a:off x="6073775" y="2760663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51" name="Freeform 31">
            <a:extLst>
              <a:ext uri="{FF2B5EF4-FFF2-40B4-BE49-F238E27FC236}">
                <a16:creationId xmlns:a16="http://schemas.microsoft.com/office/drawing/2014/main" id="{65BBD12B-BF06-4E61-BB11-45F667FC87C2}"/>
              </a:ext>
            </a:extLst>
          </p:cNvPr>
          <p:cNvSpPr>
            <a:spLocks/>
          </p:cNvSpPr>
          <p:nvPr/>
        </p:nvSpPr>
        <p:spPr bwMode="auto">
          <a:xfrm>
            <a:off x="5835650" y="2760663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52" name="Freeform 32">
            <a:extLst>
              <a:ext uri="{FF2B5EF4-FFF2-40B4-BE49-F238E27FC236}">
                <a16:creationId xmlns:a16="http://schemas.microsoft.com/office/drawing/2014/main" id="{01B6A1AF-3341-4BB3-9D04-1E87044D0F99}"/>
              </a:ext>
            </a:extLst>
          </p:cNvPr>
          <p:cNvSpPr>
            <a:spLocks/>
          </p:cNvSpPr>
          <p:nvPr/>
        </p:nvSpPr>
        <p:spPr bwMode="auto">
          <a:xfrm>
            <a:off x="6073775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53" name="Freeform 33">
            <a:extLst>
              <a:ext uri="{FF2B5EF4-FFF2-40B4-BE49-F238E27FC236}">
                <a16:creationId xmlns:a16="http://schemas.microsoft.com/office/drawing/2014/main" id="{68D66532-1C2E-46B5-958A-99996CCDC661}"/>
              </a:ext>
            </a:extLst>
          </p:cNvPr>
          <p:cNvSpPr>
            <a:spLocks/>
          </p:cNvSpPr>
          <p:nvPr/>
        </p:nvSpPr>
        <p:spPr bwMode="auto">
          <a:xfrm>
            <a:off x="5835650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54" name="Freeform 34">
            <a:extLst>
              <a:ext uri="{FF2B5EF4-FFF2-40B4-BE49-F238E27FC236}">
                <a16:creationId xmlns:a16="http://schemas.microsoft.com/office/drawing/2014/main" id="{AE452B56-EE3C-4C18-A9D8-E065371B4330}"/>
              </a:ext>
            </a:extLst>
          </p:cNvPr>
          <p:cNvSpPr>
            <a:spLocks/>
          </p:cNvSpPr>
          <p:nvPr/>
        </p:nvSpPr>
        <p:spPr bwMode="auto">
          <a:xfrm>
            <a:off x="67484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55" name="Line 35">
            <a:extLst>
              <a:ext uri="{FF2B5EF4-FFF2-40B4-BE49-F238E27FC236}">
                <a16:creationId xmlns:a16="http://schemas.microsoft.com/office/drawing/2014/main" id="{25A1B2C6-0A75-446D-B820-2A9E1C902B3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9738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56" name="Freeform 36">
            <a:extLst>
              <a:ext uri="{FF2B5EF4-FFF2-40B4-BE49-F238E27FC236}">
                <a16:creationId xmlns:a16="http://schemas.microsoft.com/office/drawing/2014/main" id="{C7DF3A4B-E9E6-4C0B-BB08-AC2F68F81DDA}"/>
              </a:ext>
            </a:extLst>
          </p:cNvPr>
          <p:cNvSpPr>
            <a:spLocks/>
          </p:cNvSpPr>
          <p:nvPr/>
        </p:nvSpPr>
        <p:spPr bwMode="auto">
          <a:xfrm>
            <a:off x="4619625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57" name="Line 37">
            <a:extLst>
              <a:ext uri="{FF2B5EF4-FFF2-40B4-BE49-F238E27FC236}">
                <a16:creationId xmlns:a16="http://schemas.microsoft.com/office/drawing/2014/main" id="{E6C202C6-E742-432F-A78A-AC9CC41BF9A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609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58" name="Freeform 38">
            <a:extLst>
              <a:ext uri="{FF2B5EF4-FFF2-40B4-BE49-F238E27FC236}">
                <a16:creationId xmlns:a16="http://schemas.microsoft.com/office/drawing/2014/main" id="{FAB7E640-E40D-4C19-8CA2-BBB82971BF38}"/>
              </a:ext>
            </a:extLst>
          </p:cNvPr>
          <p:cNvSpPr>
            <a:spLocks/>
          </p:cNvSpPr>
          <p:nvPr/>
        </p:nvSpPr>
        <p:spPr bwMode="auto">
          <a:xfrm>
            <a:off x="6051550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59" name="Line 39">
            <a:extLst>
              <a:ext uri="{FF2B5EF4-FFF2-40B4-BE49-F238E27FC236}">
                <a16:creationId xmlns:a16="http://schemas.microsoft.com/office/drawing/2014/main" id="{DF2B2338-367F-4153-B55D-7A1B28C5BC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37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60" name="Freeform 40">
            <a:extLst>
              <a:ext uri="{FF2B5EF4-FFF2-40B4-BE49-F238E27FC236}">
                <a16:creationId xmlns:a16="http://schemas.microsoft.com/office/drawing/2014/main" id="{3C1A7A94-C218-4282-8006-98EC1517A127}"/>
              </a:ext>
            </a:extLst>
          </p:cNvPr>
          <p:cNvSpPr>
            <a:spLocks/>
          </p:cNvSpPr>
          <p:nvPr/>
        </p:nvSpPr>
        <p:spPr bwMode="auto">
          <a:xfrm>
            <a:off x="5187950" y="3001963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61" name="Freeform 41">
            <a:extLst>
              <a:ext uri="{FF2B5EF4-FFF2-40B4-BE49-F238E27FC236}">
                <a16:creationId xmlns:a16="http://schemas.microsoft.com/office/drawing/2014/main" id="{0D3751DF-D6D2-4B44-89DB-AD23CEC16B57}"/>
              </a:ext>
            </a:extLst>
          </p:cNvPr>
          <p:cNvSpPr>
            <a:spLocks/>
          </p:cNvSpPr>
          <p:nvPr/>
        </p:nvSpPr>
        <p:spPr bwMode="auto">
          <a:xfrm>
            <a:off x="5335588" y="3001963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62" name="Freeform 42">
            <a:extLst>
              <a:ext uri="{FF2B5EF4-FFF2-40B4-BE49-F238E27FC236}">
                <a16:creationId xmlns:a16="http://schemas.microsoft.com/office/drawing/2014/main" id="{88C83FCA-7883-4561-B927-1553C01BE96A}"/>
              </a:ext>
            </a:extLst>
          </p:cNvPr>
          <p:cNvSpPr>
            <a:spLocks/>
          </p:cNvSpPr>
          <p:nvPr/>
        </p:nvSpPr>
        <p:spPr bwMode="auto">
          <a:xfrm>
            <a:off x="5503863" y="3001963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63" name="Freeform 43">
            <a:extLst>
              <a:ext uri="{FF2B5EF4-FFF2-40B4-BE49-F238E27FC236}">
                <a16:creationId xmlns:a16="http://schemas.microsoft.com/office/drawing/2014/main" id="{3EB2356B-A510-4629-BE2B-8135DE8DEDBC}"/>
              </a:ext>
            </a:extLst>
          </p:cNvPr>
          <p:cNvSpPr>
            <a:spLocks/>
          </p:cNvSpPr>
          <p:nvPr/>
        </p:nvSpPr>
        <p:spPr bwMode="auto">
          <a:xfrm>
            <a:off x="47879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64" name="Freeform 44">
            <a:extLst>
              <a:ext uri="{FF2B5EF4-FFF2-40B4-BE49-F238E27FC236}">
                <a16:creationId xmlns:a16="http://schemas.microsoft.com/office/drawing/2014/main" id="{4D70D7D8-B17F-4699-AAF3-16882D30A1D3}"/>
              </a:ext>
            </a:extLst>
          </p:cNvPr>
          <p:cNvSpPr>
            <a:spLocks/>
          </p:cNvSpPr>
          <p:nvPr/>
        </p:nvSpPr>
        <p:spPr bwMode="auto">
          <a:xfrm>
            <a:off x="5187950" y="2200275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65" name="Freeform 45">
            <a:extLst>
              <a:ext uri="{FF2B5EF4-FFF2-40B4-BE49-F238E27FC236}">
                <a16:creationId xmlns:a16="http://schemas.microsoft.com/office/drawing/2014/main" id="{98CFEC0E-647F-4FCF-BABD-AAC3CCDC585F}"/>
              </a:ext>
            </a:extLst>
          </p:cNvPr>
          <p:cNvSpPr>
            <a:spLocks/>
          </p:cNvSpPr>
          <p:nvPr/>
        </p:nvSpPr>
        <p:spPr bwMode="auto">
          <a:xfrm>
            <a:off x="5335588" y="2200275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66" name="Freeform 46">
            <a:extLst>
              <a:ext uri="{FF2B5EF4-FFF2-40B4-BE49-F238E27FC236}">
                <a16:creationId xmlns:a16="http://schemas.microsoft.com/office/drawing/2014/main" id="{3F729FFD-5624-4A68-8E8B-DD723355A0A8}"/>
              </a:ext>
            </a:extLst>
          </p:cNvPr>
          <p:cNvSpPr>
            <a:spLocks/>
          </p:cNvSpPr>
          <p:nvPr/>
        </p:nvSpPr>
        <p:spPr bwMode="auto">
          <a:xfrm>
            <a:off x="5503863" y="2200275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67" name="Line 47">
            <a:extLst>
              <a:ext uri="{FF2B5EF4-FFF2-40B4-BE49-F238E27FC236}">
                <a16:creationId xmlns:a16="http://schemas.microsoft.com/office/drawing/2014/main" id="{0A19E31D-D24F-449A-9AA5-95B0CF64AECD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6138" y="1947863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68" name="Line 48">
            <a:extLst>
              <a:ext uri="{FF2B5EF4-FFF2-40B4-BE49-F238E27FC236}">
                <a16:creationId xmlns:a16="http://schemas.microsoft.com/office/drawing/2014/main" id="{4F2C2C51-CA8C-4BB6-85E4-DF0515AAE059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1413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69" name="Line 49">
            <a:extLst>
              <a:ext uri="{FF2B5EF4-FFF2-40B4-BE49-F238E27FC236}">
                <a16:creationId xmlns:a16="http://schemas.microsoft.com/office/drawing/2014/main" id="{D9FE43FE-D67D-48F1-BD6F-AF1093D35FD7}"/>
              </a:ext>
            </a:extLst>
          </p:cNvPr>
          <p:cNvSpPr>
            <a:spLocks noChangeShapeType="1"/>
          </p:cNvSpPr>
          <p:nvPr/>
        </p:nvSpPr>
        <p:spPr bwMode="auto">
          <a:xfrm>
            <a:off x="6642100" y="1947863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70" name="Line 50">
            <a:extLst>
              <a:ext uri="{FF2B5EF4-FFF2-40B4-BE49-F238E27FC236}">
                <a16:creationId xmlns:a16="http://schemas.microsoft.com/office/drawing/2014/main" id="{BD9E7206-9D81-452C-98E8-0F6AF66519BE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71" name="Line 51">
            <a:extLst>
              <a:ext uri="{FF2B5EF4-FFF2-40B4-BE49-F238E27FC236}">
                <a16:creationId xmlns:a16="http://schemas.microsoft.com/office/drawing/2014/main" id="{789EDB6E-081A-4B19-AD8D-F5FBE08AE90B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3263" y="1947863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72" name="Freeform 52">
            <a:extLst>
              <a:ext uri="{FF2B5EF4-FFF2-40B4-BE49-F238E27FC236}">
                <a16:creationId xmlns:a16="http://schemas.microsoft.com/office/drawing/2014/main" id="{003D16BA-B30E-4BD1-8468-7DA39F3410B5}"/>
              </a:ext>
            </a:extLst>
          </p:cNvPr>
          <p:cNvSpPr>
            <a:spLocks/>
          </p:cNvSpPr>
          <p:nvPr/>
        </p:nvSpPr>
        <p:spPr bwMode="auto">
          <a:xfrm>
            <a:off x="6896100" y="2200275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73" name="Freeform 53">
            <a:extLst>
              <a:ext uri="{FF2B5EF4-FFF2-40B4-BE49-F238E27FC236}">
                <a16:creationId xmlns:a16="http://schemas.microsoft.com/office/drawing/2014/main" id="{386A3CC5-D5C6-4AC1-807D-31C8984867AD}"/>
              </a:ext>
            </a:extLst>
          </p:cNvPr>
          <p:cNvSpPr>
            <a:spLocks/>
          </p:cNvSpPr>
          <p:nvPr/>
        </p:nvSpPr>
        <p:spPr bwMode="auto">
          <a:xfrm>
            <a:off x="7316788" y="2200275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74" name="Freeform 54">
            <a:extLst>
              <a:ext uri="{FF2B5EF4-FFF2-40B4-BE49-F238E27FC236}">
                <a16:creationId xmlns:a16="http://schemas.microsoft.com/office/drawing/2014/main" id="{B06B894E-1137-4DFD-A776-D36D970A9823}"/>
              </a:ext>
            </a:extLst>
          </p:cNvPr>
          <p:cNvSpPr>
            <a:spLocks/>
          </p:cNvSpPr>
          <p:nvPr/>
        </p:nvSpPr>
        <p:spPr bwMode="auto">
          <a:xfrm>
            <a:off x="6664325" y="4329113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75" name="Freeform 55">
            <a:extLst>
              <a:ext uri="{FF2B5EF4-FFF2-40B4-BE49-F238E27FC236}">
                <a16:creationId xmlns:a16="http://schemas.microsoft.com/office/drawing/2014/main" id="{47F3CE9E-06FF-45F1-8BA6-CC7D53371E61}"/>
              </a:ext>
            </a:extLst>
          </p:cNvPr>
          <p:cNvSpPr>
            <a:spLocks/>
          </p:cNvSpPr>
          <p:nvPr/>
        </p:nvSpPr>
        <p:spPr bwMode="auto">
          <a:xfrm>
            <a:off x="6810375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76" name="Freeform 56">
            <a:extLst>
              <a:ext uri="{FF2B5EF4-FFF2-40B4-BE49-F238E27FC236}">
                <a16:creationId xmlns:a16="http://schemas.microsoft.com/office/drawing/2014/main" id="{C0D30CE1-B856-4675-A026-91FFD3C073D1}"/>
              </a:ext>
            </a:extLst>
          </p:cNvPr>
          <p:cNvSpPr>
            <a:spLocks/>
          </p:cNvSpPr>
          <p:nvPr/>
        </p:nvSpPr>
        <p:spPr bwMode="auto">
          <a:xfrm>
            <a:off x="3629025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77" name="Line 57">
            <a:extLst>
              <a:ext uri="{FF2B5EF4-FFF2-40B4-BE49-F238E27FC236}">
                <a16:creationId xmlns:a16="http://schemas.microsoft.com/office/drawing/2014/main" id="{22BF12D0-D3EC-4DDD-860B-A3BD5763815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300" y="3211513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78" name="Freeform 58">
            <a:extLst>
              <a:ext uri="{FF2B5EF4-FFF2-40B4-BE49-F238E27FC236}">
                <a16:creationId xmlns:a16="http://schemas.microsoft.com/office/drawing/2014/main" id="{4C713022-BBFD-4098-96C1-A07E2EBF1D93}"/>
              </a:ext>
            </a:extLst>
          </p:cNvPr>
          <p:cNvSpPr>
            <a:spLocks/>
          </p:cNvSpPr>
          <p:nvPr/>
        </p:nvSpPr>
        <p:spPr bwMode="auto">
          <a:xfrm>
            <a:off x="32067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79" name="Line 59">
            <a:extLst>
              <a:ext uri="{FF2B5EF4-FFF2-40B4-BE49-F238E27FC236}">
                <a16:creationId xmlns:a16="http://schemas.microsoft.com/office/drawing/2014/main" id="{96117D8A-E720-43E1-ADA4-D4EB9C9747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27388" y="3211513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80" name="Freeform 60">
            <a:extLst>
              <a:ext uri="{FF2B5EF4-FFF2-40B4-BE49-F238E27FC236}">
                <a16:creationId xmlns:a16="http://schemas.microsoft.com/office/drawing/2014/main" id="{717DE36E-D5C4-4571-B445-418992AECC6D}"/>
              </a:ext>
            </a:extLst>
          </p:cNvPr>
          <p:cNvSpPr>
            <a:spLocks/>
          </p:cNvSpPr>
          <p:nvPr/>
        </p:nvSpPr>
        <p:spPr bwMode="auto">
          <a:xfrm>
            <a:off x="1795463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81" name="Line 61">
            <a:extLst>
              <a:ext uri="{FF2B5EF4-FFF2-40B4-BE49-F238E27FC236}">
                <a16:creationId xmlns:a16="http://schemas.microsoft.com/office/drawing/2014/main" id="{2BDE9555-3E09-432B-BC6B-731D3EA11A2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16100" y="3211513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82" name="Freeform 62">
            <a:extLst>
              <a:ext uri="{FF2B5EF4-FFF2-40B4-BE49-F238E27FC236}">
                <a16:creationId xmlns:a16="http://schemas.microsoft.com/office/drawing/2014/main" id="{FB6F08DE-C710-475E-9127-4447BEFB1F01}"/>
              </a:ext>
            </a:extLst>
          </p:cNvPr>
          <p:cNvSpPr>
            <a:spLocks/>
          </p:cNvSpPr>
          <p:nvPr/>
        </p:nvSpPr>
        <p:spPr bwMode="auto">
          <a:xfrm>
            <a:off x="1289050" y="4329113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83" name="Line 63">
            <a:extLst>
              <a:ext uri="{FF2B5EF4-FFF2-40B4-BE49-F238E27FC236}">
                <a16:creationId xmlns:a16="http://schemas.microsoft.com/office/drawing/2014/main" id="{F504B402-0CC4-44A2-B888-C462F85F9DD5}"/>
              </a:ext>
            </a:extLst>
          </p:cNvPr>
          <p:cNvSpPr>
            <a:spLocks noChangeShapeType="1"/>
          </p:cNvSpPr>
          <p:nvPr/>
        </p:nvSpPr>
        <p:spPr bwMode="auto">
          <a:xfrm>
            <a:off x="14160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84" name="Freeform 64">
            <a:extLst>
              <a:ext uri="{FF2B5EF4-FFF2-40B4-BE49-F238E27FC236}">
                <a16:creationId xmlns:a16="http://schemas.microsoft.com/office/drawing/2014/main" id="{D372E6BC-92F5-4946-992E-A639AE93D843}"/>
              </a:ext>
            </a:extLst>
          </p:cNvPr>
          <p:cNvSpPr>
            <a:spLocks/>
          </p:cNvSpPr>
          <p:nvPr/>
        </p:nvSpPr>
        <p:spPr bwMode="auto">
          <a:xfrm>
            <a:off x="24907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85" name="Line 65">
            <a:extLst>
              <a:ext uri="{FF2B5EF4-FFF2-40B4-BE49-F238E27FC236}">
                <a16:creationId xmlns:a16="http://schemas.microsoft.com/office/drawing/2014/main" id="{40D18A3F-51B1-47CC-B757-BBEC4A01A4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32063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86" name="Freeform 66">
            <a:extLst>
              <a:ext uri="{FF2B5EF4-FFF2-40B4-BE49-F238E27FC236}">
                <a16:creationId xmlns:a16="http://schemas.microsoft.com/office/drawing/2014/main" id="{5674EEE3-A07F-4813-8C65-86F516D5EB4C}"/>
              </a:ext>
            </a:extLst>
          </p:cNvPr>
          <p:cNvSpPr>
            <a:spLocks/>
          </p:cNvSpPr>
          <p:nvPr/>
        </p:nvSpPr>
        <p:spPr bwMode="auto">
          <a:xfrm>
            <a:off x="5905500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87" name="Line 67">
            <a:extLst>
              <a:ext uri="{FF2B5EF4-FFF2-40B4-BE49-F238E27FC236}">
                <a16:creationId xmlns:a16="http://schemas.microsoft.com/office/drawing/2014/main" id="{E1DC5BAE-17AC-4F33-B910-4B040CC26D7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26138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88" name="Freeform 68">
            <a:extLst>
              <a:ext uri="{FF2B5EF4-FFF2-40B4-BE49-F238E27FC236}">
                <a16:creationId xmlns:a16="http://schemas.microsoft.com/office/drawing/2014/main" id="{2D947AB0-49E7-4B60-BC8B-DFD5C06FA1BC}"/>
              </a:ext>
            </a:extLst>
          </p:cNvPr>
          <p:cNvSpPr>
            <a:spLocks/>
          </p:cNvSpPr>
          <p:nvPr/>
        </p:nvSpPr>
        <p:spPr bwMode="auto">
          <a:xfrm>
            <a:off x="53355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89" name="Line 69">
            <a:extLst>
              <a:ext uri="{FF2B5EF4-FFF2-40B4-BE49-F238E27FC236}">
                <a16:creationId xmlns:a16="http://schemas.microsoft.com/office/drawing/2014/main" id="{51694025-1CE7-44B7-AAD2-4AF3129338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562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90" name="Freeform 70">
            <a:extLst>
              <a:ext uri="{FF2B5EF4-FFF2-40B4-BE49-F238E27FC236}">
                <a16:creationId xmlns:a16="http://schemas.microsoft.com/office/drawing/2014/main" id="{DD42E6D2-2DC9-4CD0-8650-CC17791DC0AB}"/>
              </a:ext>
            </a:extLst>
          </p:cNvPr>
          <p:cNvSpPr>
            <a:spLocks/>
          </p:cNvSpPr>
          <p:nvPr/>
        </p:nvSpPr>
        <p:spPr bwMode="auto">
          <a:xfrm>
            <a:off x="2343150" y="3486150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91" name="Freeform 71">
            <a:extLst>
              <a:ext uri="{FF2B5EF4-FFF2-40B4-BE49-F238E27FC236}">
                <a16:creationId xmlns:a16="http://schemas.microsoft.com/office/drawing/2014/main" id="{134E99B0-62CA-4049-B460-BC820FC57745}"/>
              </a:ext>
            </a:extLst>
          </p:cNvPr>
          <p:cNvSpPr>
            <a:spLocks/>
          </p:cNvSpPr>
          <p:nvPr/>
        </p:nvSpPr>
        <p:spPr bwMode="auto">
          <a:xfrm>
            <a:off x="2511425" y="3486150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92" name="Freeform 72">
            <a:extLst>
              <a:ext uri="{FF2B5EF4-FFF2-40B4-BE49-F238E27FC236}">
                <a16:creationId xmlns:a16="http://schemas.microsoft.com/office/drawing/2014/main" id="{7FF78657-CA8D-43E3-89C3-90859B783D36}"/>
              </a:ext>
            </a:extLst>
          </p:cNvPr>
          <p:cNvSpPr>
            <a:spLocks/>
          </p:cNvSpPr>
          <p:nvPr/>
        </p:nvSpPr>
        <p:spPr bwMode="auto">
          <a:xfrm>
            <a:off x="2659063" y="3486150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93" name="Freeform 73">
            <a:extLst>
              <a:ext uri="{FF2B5EF4-FFF2-40B4-BE49-F238E27FC236}">
                <a16:creationId xmlns:a16="http://schemas.microsoft.com/office/drawing/2014/main" id="{F281F22D-6452-4F10-A4BA-E7FD1619F9C6}"/>
              </a:ext>
            </a:extLst>
          </p:cNvPr>
          <p:cNvSpPr>
            <a:spLocks/>
          </p:cNvSpPr>
          <p:nvPr/>
        </p:nvSpPr>
        <p:spPr bwMode="auto">
          <a:xfrm>
            <a:off x="37544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94" name="Freeform 74">
            <a:extLst>
              <a:ext uri="{FF2B5EF4-FFF2-40B4-BE49-F238E27FC236}">
                <a16:creationId xmlns:a16="http://schemas.microsoft.com/office/drawing/2014/main" id="{1A44A633-18B1-4B62-8C0D-30C779D7C15B}"/>
              </a:ext>
            </a:extLst>
          </p:cNvPr>
          <p:cNvSpPr>
            <a:spLocks/>
          </p:cNvSpPr>
          <p:nvPr/>
        </p:nvSpPr>
        <p:spPr bwMode="auto">
          <a:xfrm>
            <a:off x="3924300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95" name="Freeform 75">
            <a:extLst>
              <a:ext uri="{FF2B5EF4-FFF2-40B4-BE49-F238E27FC236}">
                <a16:creationId xmlns:a16="http://schemas.microsoft.com/office/drawing/2014/main" id="{D59DDA39-39B9-4A28-8922-74F48A031A91}"/>
              </a:ext>
            </a:extLst>
          </p:cNvPr>
          <p:cNvSpPr>
            <a:spLocks/>
          </p:cNvSpPr>
          <p:nvPr/>
        </p:nvSpPr>
        <p:spPr bwMode="auto">
          <a:xfrm>
            <a:off x="4092575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96" name="Rectangle 76">
            <a:extLst>
              <a:ext uri="{FF2B5EF4-FFF2-40B4-BE49-F238E27FC236}">
                <a16:creationId xmlns:a16="http://schemas.microsoft.com/office/drawing/2014/main" id="{D86D670A-F706-4230-9BD5-1CA8398F01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1050" y="5532438"/>
            <a:ext cx="211138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97" name="Rectangle 77">
            <a:extLst>
              <a:ext uri="{FF2B5EF4-FFF2-40B4-BE49-F238E27FC236}">
                <a16:creationId xmlns:a16="http://schemas.microsoft.com/office/drawing/2014/main" id="{FC33B605-5990-46C8-8DA5-BF2DD986E5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013" y="562768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98" name="Rectangle 78">
            <a:extLst>
              <a:ext uri="{FF2B5EF4-FFF2-40B4-BE49-F238E27FC236}">
                <a16:creationId xmlns:a16="http://schemas.microsoft.com/office/drawing/2014/main" id="{D702AC91-39B3-45AA-B962-A2ED1C2886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1138" y="5532438"/>
            <a:ext cx="2111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99" name="Rectangle 79">
            <a:extLst>
              <a:ext uri="{FF2B5EF4-FFF2-40B4-BE49-F238E27FC236}">
                <a16:creationId xmlns:a16="http://schemas.microsoft.com/office/drawing/2014/main" id="{4D1B469B-20DB-4079-84DF-CC70B9339E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2100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00" name="Rectangle 80">
            <a:extLst>
              <a:ext uri="{FF2B5EF4-FFF2-40B4-BE49-F238E27FC236}">
                <a16:creationId xmlns:a16="http://schemas.microsoft.com/office/drawing/2014/main" id="{B730C326-D280-4888-905E-1BD2CC58B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1563" y="5532438"/>
            <a:ext cx="2111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01" name="Rectangle 81">
            <a:extLst>
              <a:ext uri="{FF2B5EF4-FFF2-40B4-BE49-F238E27FC236}">
                <a16:creationId xmlns:a16="http://schemas.microsoft.com/office/drawing/2014/main" id="{4EBA4CBA-D1AD-443B-80A7-DF63C9B69E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22525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02" name="Rectangle 82">
            <a:extLst>
              <a:ext uri="{FF2B5EF4-FFF2-40B4-BE49-F238E27FC236}">
                <a16:creationId xmlns:a16="http://schemas.microsoft.com/office/drawing/2014/main" id="{29F9DE69-B62C-48BD-8EF0-66506AE31A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03" name="Rectangle 83">
            <a:extLst>
              <a:ext uri="{FF2B5EF4-FFF2-40B4-BE49-F238E27FC236}">
                <a16:creationId xmlns:a16="http://schemas.microsoft.com/office/drawing/2014/main" id="{9A5D11F4-56C8-4483-9DA4-F558539F8A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56276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04" name="Rectangle 84">
            <a:extLst>
              <a:ext uri="{FF2B5EF4-FFF2-40B4-BE49-F238E27FC236}">
                <a16:creationId xmlns:a16="http://schemas.microsoft.com/office/drawing/2014/main" id="{6403FF5E-ED0F-435C-B24D-634D6ECB9A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05" name="Rectangle 85">
            <a:extLst>
              <a:ext uri="{FF2B5EF4-FFF2-40B4-BE49-F238E27FC236}">
                <a16:creationId xmlns:a16="http://schemas.microsoft.com/office/drawing/2014/main" id="{53A71299-4409-456D-AD5D-47F466D6CF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3475" y="29686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06" name="Rectangle 86">
            <a:extLst>
              <a:ext uri="{FF2B5EF4-FFF2-40B4-BE49-F238E27FC236}">
                <a16:creationId xmlns:a16="http://schemas.microsoft.com/office/drawing/2014/main" id="{B3B1F19A-F473-4CF4-8F5C-2216BAD525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23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07" name="Rectangle 87">
            <a:extLst>
              <a:ext uri="{FF2B5EF4-FFF2-40B4-BE49-F238E27FC236}">
                <a16:creationId xmlns:a16="http://schemas.microsoft.com/office/drawing/2014/main" id="{F00F2AA2-E52C-44F0-89D2-173CB8F6F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2788" y="29686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08" name="Rectangle 88">
            <a:extLst>
              <a:ext uri="{FF2B5EF4-FFF2-40B4-BE49-F238E27FC236}">
                <a16:creationId xmlns:a16="http://schemas.microsoft.com/office/drawing/2014/main" id="{142C6B18-3AE0-4F59-B57B-40C7052E51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83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09" name="Rectangle 89">
            <a:extLst>
              <a:ext uri="{FF2B5EF4-FFF2-40B4-BE49-F238E27FC236}">
                <a16:creationId xmlns:a16="http://schemas.microsoft.com/office/drawing/2014/main" id="{9BE80BDC-8AB5-42CF-8C58-8AB5B84488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0375" y="29686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10" name="Rectangle 90">
            <a:extLst>
              <a:ext uri="{FF2B5EF4-FFF2-40B4-BE49-F238E27FC236}">
                <a16:creationId xmlns:a16="http://schemas.microsoft.com/office/drawing/2014/main" id="{9D55E6E6-2D81-4FC0-ADAD-8E816381F3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1038" y="29686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11" name="Rectangle 91">
            <a:extLst>
              <a:ext uri="{FF2B5EF4-FFF2-40B4-BE49-F238E27FC236}">
                <a16:creationId xmlns:a16="http://schemas.microsoft.com/office/drawing/2014/main" id="{3204AE7A-9486-4428-9639-BF7FD9D9A8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1500" y="296862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12" name="Rectangle 92">
            <a:extLst>
              <a:ext uri="{FF2B5EF4-FFF2-40B4-BE49-F238E27FC236}">
                <a16:creationId xmlns:a16="http://schemas.microsoft.com/office/drawing/2014/main" id="{1BD087F3-2792-4DBA-85B9-F03AFA2EF0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113" y="4221163"/>
            <a:ext cx="2238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13" name="Rectangle 93">
            <a:extLst>
              <a:ext uri="{FF2B5EF4-FFF2-40B4-BE49-F238E27FC236}">
                <a16:creationId xmlns:a16="http://schemas.microsoft.com/office/drawing/2014/main" id="{06558B8E-26E0-4E7A-B8B8-CFC8054922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9188" y="4318000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14" name="Rectangle 94">
            <a:extLst>
              <a:ext uri="{FF2B5EF4-FFF2-40B4-BE49-F238E27FC236}">
                <a16:creationId xmlns:a16="http://schemas.microsoft.com/office/drawing/2014/main" id="{57C38242-9023-4918-8F30-F6497C7E2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0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15" name="Rectangle 95">
            <a:extLst>
              <a:ext uri="{FF2B5EF4-FFF2-40B4-BE49-F238E27FC236}">
                <a16:creationId xmlns:a16="http://schemas.microsoft.com/office/drawing/2014/main" id="{E20AF74B-8311-454F-838D-79C1804E8C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1600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-bit adder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16" name="Rectangle 96">
            <a:extLst>
              <a:ext uri="{FF2B5EF4-FFF2-40B4-BE49-F238E27FC236}">
                <a16:creationId xmlns:a16="http://schemas.microsoft.com/office/drawing/2014/main" id="{921E3296-84B3-4064-8429-291F1F4D43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1775" y="1600200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17" name="Rectangle 97">
            <a:extLst>
              <a:ext uri="{FF2B5EF4-FFF2-40B4-BE49-F238E27FC236}">
                <a16:creationId xmlns:a16="http://schemas.microsoft.com/office/drawing/2014/main" id="{CED26368-96D1-4961-98B4-7B464C4AD6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2263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18" name="Rectangle 98">
            <a:extLst>
              <a:ext uri="{FF2B5EF4-FFF2-40B4-BE49-F238E27FC236}">
                <a16:creationId xmlns:a16="http://schemas.microsoft.com/office/drawing/2014/main" id="{5083371C-5627-4234-AE98-BAFA2C3264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9938" y="1600200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19" name="Rectangle 99">
            <a:extLst>
              <a:ext uri="{FF2B5EF4-FFF2-40B4-BE49-F238E27FC236}">
                <a16:creationId xmlns:a16="http://schemas.microsoft.com/office/drawing/2014/main" id="{63EFB2D1-DE64-4F44-B4DC-07568A443D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013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20" name="Rectangle 100">
            <a:extLst>
              <a:ext uri="{FF2B5EF4-FFF2-40B4-BE49-F238E27FC236}">
                <a16:creationId xmlns:a16="http://schemas.microsoft.com/office/drawing/2014/main" id="{F660FD4B-7F9F-4D17-A205-6CDDF6C922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9113" y="1600200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21" name="Rectangle 101">
            <a:extLst>
              <a:ext uri="{FF2B5EF4-FFF2-40B4-BE49-F238E27FC236}">
                <a16:creationId xmlns:a16="http://schemas.microsoft.com/office/drawing/2014/main" id="{5ABA6609-73C8-4A0C-8F24-A22893FBF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1188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22" name="Rectangle 102">
            <a:extLst>
              <a:ext uri="{FF2B5EF4-FFF2-40B4-BE49-F238E27FC236}">
                <a16:creationId xmlns:a16="http://schemas.microsoft.com/office/drawing/2014/main" id="{5B20636B-5543-4753-835C-46FC568602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1850" y="169703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23" name="Rectangle 103">
            <a:extLst>
              <a:ext uri="{FF2B5EF4-FFF2-40B4-BE49-F238E27FC236}">
                <a16:creationId xmlns:a16="http://schemas.microsoft.com/office/drawing/2014/main" id="{65A37EC7-EC1F-4112-A9D8-BAE1581000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2313" y="16970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24" name="Rectangle 104">
            <a:extLst>
              <a:ext uri="{FF2B5EF4-FFF2-40B4-BE49-F238E27FC236}">
                <a16:creationId xmlns:a16="http://schemas.microsoft.com/office/drawing/2014/main" id="{00BC0EDD-40A5-43C8-A07A-610EF1933E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6013" y="4200525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25" name="Rectangle 105">
            <a:extLst>
              <a:ext uri="{FF2B5EF4-FFF2-40B4-BE49-F238E27FC236}">
                <a16:creationId xmlns:a16="http://schemas.microsoft.com/office/drawing/2014/main" id="{F2D784D8-C699-4C69-97EA-D128DE3E4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8088" y="4297363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26" name="Rectangle 106">
            <a:extLst>
              <a:ext uri="{FF2B5EF4-FFF2-40B4-BE49-F238E27FC236}">
                <a16:creationId xmlns:a16="http://schemas.microsoft.com/office/drawing/2014/main" id="{E38BA099-645D-4F04-862D-E3D8E20D2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6038" y="1998663"/>
            <a:ext cx="4826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Add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27" name="Line 107">
            <a:extLst>
              <a:ext uri="{FF2B5EF4-FFF2-40B4-BE49-F238E27FC236}">
                <a16:creationId xmlns:a16="http://schemas.microsoft.com/office/drawing/2014/main" id="{1670B60F-19EA-4381-A3C7-DA267C10479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55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28" name="Rectangle 108">
            <a:extLst>
              <a:ext uri="{FF2B5EF4-FFF2-40B4-BE49-F238E27FC236}">
                <a16:creationId xmlns:a16="http://schemas.microsoft.com/office/drawing/2014/main" id="{898C7486-C371-44D4-B316-874664C77C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2913" y="1993900"/>
            <a:ext cx="206375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¤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29" name="Rectangle 109">
            <a:extLst>
              <a:ext uri="{FF2B5EF4-FFF2-40B4-BE49-F238E27FC236}">
                <a16:creationId xmlns:a16="http://schemas.microsoft.com/office/drawing/2014/main" id="{47C9E109-BA7F-4235-8F2A-A90D5D9D1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53400" y="2000250"/>
            <a:ext cx="44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Sub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30" name="Rectangle 110">
            <a:extLst>
              <a:ext uri="{FF2B5EF4-FFF2-40B4-BE49-F238E27FC236}">
                <a16:creationId xmlns:a16="http://schemas.microsoft.com/office/drawing/2014/main" id="{EB078E92-94F7-409C-B7FC-CB37C2195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9863" y="2200275"/>
            <a:ext cx="70961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control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031" name="TextBox 125">
            <a:extLst>
              <a:ext uri="{FF2B5EF4-FFF2-40B4-BE49-F238E27FC236}">
                <a16:creationId xmlns:a16="http://schemas.microsoft.com/office/drawing/2014/main" id="{2D826C86-24E4-480E-869F-F760E7C71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64770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3.12 from the textbook ]</a:t>
            </a:r>
          </a:p>
        </p:txBody>
      </p:sp>
      <p:sp>
        <p:nvSpPr>
          <p:cNvPr id="125032" name="Title 1">
            <a:extLst>
              <a:ext uri="{FF2B5EF4-FFF2-40B4-BE49-F238E27FC236}">
                <a16:creationId xmlns:a16="http://schemas.microsoft.com/office/drawing/2014/main" id="{62A65C0B-3E89-48C1-B052-1929A548FD98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Addition: when control = 0</a:t>
            </a:r>
          </a:p>
        </p:txBody>
      </p:sp>
      <p:sp>
        <p:nvSpPr>
          <p:cNvPr id="125033" name="TextBox 1">
            <a:extLst>
              <a:ext uri="{FF2B5EF4-FFF2-40B4-BE49-F238E27FC236}">
                <a16:creationId xmlns:a16="http://schemas.microsoft.com/office/drawing/2014/main" id="{95EDEB9E-9CB0-465F-A85D-91EE7337E4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0" y="16875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25034" name="TextBox 112">
            <a:extLst>
              <a:ext uri="{FF2B5EF4-FFF2-40B4-BE49-F238E27FC236}">
                <a16:creationId xmlns:a16="http://schemas.microsoft.com/office/drawing/2014/main" id="{2BB7CB07-EE78-4218-87C0-E44B12F583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8163" y="22764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25035" name="TextBox 114">
            <a:extLst>
              <a:ext uri="{FF2B5EF4-FFF2-40B4-BE49-F238E27FC236}">
                <a16:creationId xmlns:a16="http://schemas.microsoft.com/office/drawing/2014/main" id="{99D7ED0F-FF1F-466F-A762-95A2B590AE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25036" name="TextBox 115">
            <a:extLst>
              <a:ext uri="{FF2B5EF4-FFF2-40B4-BE49-F238E27FC236}">
                <a16:creationId xmlns:a16="http://schemas.microsoft.com/office/drawing/2014/main" id="{67945228-05E6-4DD3-8DA3-B0F2D03957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44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3" name="Line 4">
            <a:extLst>
              <a:ext uri="{FF2B5EF4-FFF2-40B4-BE49-F238E27FC236}">
                <a16:creationId xmlns:a16="http://schemas.microsoft.com/office/drawing/2014/main" id="{4EAC439A-D519-4D85-B935-5AAF9DB8942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991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54" name="Freeform 5">
            <a:extLst>
              <a:ext uri="{FF2B5EF4-FFF2-40B4-BE49-F238E27FC236}">
                <a16:creationId xmlns:a16="http://schemas.microsoft.com/office/drawing/2014/main" id="{AF667A2E-E47B-406F-8033-86A99089198F}"/>
              </a:ext>
            </a:extLst>
          </p:cNvPr>
          <p:cNvSpPr>
            <a:spLocks/>
          </p:cNvSpPr>
          <p:nvPr/>
        </p:nvSpPr>
        <p:spPr bwMode="auto">
          <a:xfrm>
            <a:off x="6178550" y="2200275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55" name="Line 6">
            <a:extLst>
              <a:ext uri="{FF2B5EF4-FFF2-40B4-BE49-F238E27FC236}">
                <a16:creationId xmlns:a16="http://schemas.microsoft.com/office/drawing/2014/main" id="{27C92F3B-A905-4796-B016-9C3DAEA66D29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56" name="Line 7">
            <a:extLst>
              <a:ext uri="{FF2B5EF4-FFF2-40B4-BE49-F238E27FC236}">
                <a16:creationId xmlns:a16="http://schemas.microsoft.com/office/drawing/2014/main" id="{B2C59138-2F9F-4AD2-B149-EA5F2456040D}"/>
              </a:ext>
            </a:extLst>
          </p:cNvPr>
          <p:cNvSpPr>
            <a:spLocks noChangeShapeType="1"/>
          </p:cNvSpPr>
          <p:nvPr/>
        </p:nvSpPr>
        <p:spPr bwMode="auto">
          <a:xfrm>
            <a:off x="6642100" y="2516188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57" name="Line 8">
            <a:extLst>
              <a:ext uri="{FF2B5EF4-FFF2-40B4-BE49-F238E27FC236}">
                <a16:creationId xmlns:a16="http://schemas.microsoft.com/office/drawing/2014/main" id="{0C6A4F0C-7F81-416C-9240-9940A54FF5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9738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58" name="Freeform 9">
            <a:extLst>
              <a:ext uri="{FF2B5EF4-FFF2-40B4-BE49-F238E27FC236}">
                <a16:creationId xmlns:a16="http://schemas.microsoft.com/office/drawing/2014/main" id="{8C83FB8E-6039-46E7-9F0E-4346CA7A5DAA}"/>
              </a:ext>
            </a:extLst>
          </p:cNvPr>
          <p:cNvSpPr>
            <a:spLocks/>
          </p:cNvSpPr>
          <p:nvPr/>
        </p:nvSpPr>
        <p:spPr bwMode="auto">
          <a:xfrm>
            <a:off x="6784975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59" name="Freeform 10">
            <a:extLst>
              <a:ext uri="{FF2B5EF4-FFF2-40B4-BE49-F238E27FC236}">
                <a16:creationId xmlns:a16="http://schemas.microsoft.com/office/drawing/2014/main" id="{4B74BD26-F6A5-4E40-9E64-5AC05BBF378C}"/>
              </a:ext>
            </a:extLst>
          </p:cNvPr>
          <p:cNvSpPr>
            <a:spLocks/>
          </p:cNvSpPr>
          <p:nvPr/>
        </p:nvSpPr>
        <p:spPr bwMode="auto">
          <a:xfrm>
            <a:off x="6545263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60" name="Freeform 11">
            <a:extLst>
              <a:ext uri="{FF2B5EF4-FFF2-40B4-BE49-F238E27FC236}">
                <a16:creationId xmlns:a16="http://schemas.microsoft.com/office/drawing/2014/main" id="{86359D1F-9827-4959-9B58-B1ED4D97AC0B}"/>
              </a:ext>
            </a:extLst>
          </p:cNvPr>
          <p:cNvSpPr>
            <a:spLocks/>
          </p:cNvSpPr>
          <p:nvPr/>
        </p:nvSpPr>
        <p:spPr bwMode="auto">
          <a:xfrm>
            <a:off x="67833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61" name="Freeform 12">
            <a:extLst>
              <a:ext uri="{FF2B5EF4-FFF2-40B4-BE49-F238E27FC236}">
                <a16:creationId xmlns:a16="http://schemas.microsoft.com/office/drawing/2014/main" id="{EA52B100-FB58-4DB3-8A35-175355C3FD77}"/>
              </a:ext>
            </a:extLst>
          </p:cNvPr>
          <p:cNvSpPr>
            <a:spLocks/>
          </p:cNvSpPr>
          <p:nvPr/>
        </p:nvSpPr>
        <p:spPr bwMode="auto">
          <a:xfrm>
            <a:off x="65452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62" name="Freeform 13">
            <a:extLst>
              <a:ext uri="{FF2B5EF4-FFF2-40B4-BE49-F238E27FC236}">
                <a16:creationId xmlns:a16="http://schemas.microsoft.com/office/drawing/2014/main" id="{0928F428-51C6-4B22-A6F8-7165E68D4AA9}"/>
              </a:ext>
            </a:extLst>
          </p:cNvPr>
          <p:cNvSpPr>
            <a:spLocks/>
          </p:cNvSpPr>
          <p:nvPr/>
        </p:nvSpPr>
        <p:spPr bwMode="auto">
          <a:xfrm>
            <a:off x="67833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63" name="Freeform 14">
            <a:extLst>
              <a:ext uri="{FF2B5EF4-FFF2-40B4-BE49-F238E27FC236}">
                <a16:creationId xmlns:a16="http://schemas.microsoft.com/office/drawing/2014/main" id="{DE778E4B-EB07-4EC7-AA00-1215E70C0B65}"/>
              </a:ext>
            </a:extLst>
          </p:cNvPr>
          <p:cNvSpPr>
            <a:spLocks/>
          </p:cNvSpPr>
          <p:nvPr/>
        </p:nvSpPr>
        <p:spPr bwMode="auto">
          <a:xfrm>
            <a:off x="65452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64" name="Freeform 15">
            <a:extLst>
              <a:ext uri="{FF2B5EF4-FFF2-40B4-BE49-F238E27FC236}">
                <a16:creationId xmlns:a16="http://schemas.microsoft.com/office/drawing/2014/main" id="{213BC507-4004-48F2-84E4-F57FE5FF3165}"/>
              </a:ext>
            </a:extLst>
          </p:cNvPr>
          <p:cNvSpPr>
            <a:spLocks/>
          </p:cNvSpPr>
          <p:nvPr/>
        </p:nvSpPr>
        <p:spPr bwMode="auto">
          <a:xfrm>
            <a:off x="1541463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65" name="Line 16">
            <a:extLst>
              <a:ext uri="{FF2B5EF4-FFF2-40B4-BE49-F238E27FC236}">
                <a16:creationId xmlns:a16="http://schemas.microsoft.com/office/drawing/2014/main" id="{C40412B9-B419-4F5C-A25B-226D647FE9EF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7900" y="2495550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66" name="Line 17">
            <a:extLst>
              <a:ext uri="{FF2B5EF4-FFF2-40B4-BE49-F238E27FC236}">
                <a16:creationId xmlns:a16="http://schemas.microsoft.com/office/drawing/2014/main" id="{6090E312-0614-4F4A-81C0-133EF9B03D4F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3263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67" name="Line 18">
            <a:extLst>
              <a:ext uri="{FF2B5EF4-FFF2-40B4-BE49-F238E27FC236}">
                <a16:creationId xmlns:a16="http://schemas.microsoft.com/office/drawing/2014/main" id="{8755B087-026E-4A45-B854-F2322D92D8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609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25968" name="Group 111">
            <a:extLst>
              <a:ext uri="{FF2B5EF4-FFF2-40B4-BE49-F238E27FC236}">
                <a16:creationId xmlns:a16="http://schemas.microsoft.com/office/drawing/2014/main" id="{D39C1560-A2F0-45DB-91BB-142FE7C1BBED}"/>
              </a:ext>
            </a:extLst>
          </p:cNvPr>
          <p:cNvGrpSpPr>
            <a:grpSpLocks/>
          </p:cNvGrpSpPr>
          <p:nvPr/>
        </p:nvGrpSpPr>
        <p:grpSpPr bwMode="auto">
          <a:xfrm>
            <a:off x="4418013" y="2682875"/>
            <a:ext cx="476250" cy="682625"/>
            <a:chOff x="2783" y="1185"/>
            <a:chExt cx="300" cy="430"/>
          </a:xfrm>
        </p:grpSpPr>
        <p:sp>
          <p:nvSpPr>
            <p:cNvPr id="126065" name="Freeform 19">
              <a:extLst>
                <a:ext uri="{FF2B5EF4-FFF2-40B4-BE49-F238E27FC236}">
                  <a16:creationId xmlns:a16="http://schemas.microsoft.com/office/drawing/2014/main" id="{F4C5C6F9-E9D5-4EE6-B2E6-F73EF165B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066" name="Freeform 20">
              <a:extLst>
                <a:ext uri="{FF2B5EF4-FFF2-40B4-BE49-F238E27FC236}">
                  <a16:creationId xmlns:a16="http://schemas.microsoft.com/office/drawing/2014/main" id="{D8A00482-0271-4E9D-9967-FDFB9BA3A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067" name="Freeform 21">
              <a:extLst>
                <a:ext uri="{FF2B5EF4-FFF2-40B4-BE49-F238E27FC236}">
                  <a16:creationId xmlns:a16="http://schemas.microsoft.com/office/drawing/2014/main" id="{1490B334-6A71-4E03-A46F-C630926F7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068" name="Freeform 22">
              <a:extLst>
                <a:ext uri="{FF2B5EF4-FFF2-40B4-BE49-F238E27FC236}">
                  <a16:creationId xmlns:a16="http://schemas.microsoft.com/office/drawing/2014/main" id="{1C975034-39A0-4A46-A5F7-36B97828F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069" name="Freeform 23">
              <a:extLst>
                <a:ext uri="{FF2B5EF4-FFF2-40B4-BE49-F238E27FC236}">
                  <a16:creationId xmlns:a16="http://schemas.microsoft.com/office/drawing/2014/main" id="{0B318018-9C11-41CE-ABC9-77206F02C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070" name="Freeform 24">
              <a:extLst>
                <a:ext uri="{FF2B5EF4-FFF2-40B4-BE49-F238E27FC236}">
                  <a16:creationId xmlns:a16="http://schemas.microsoft.com/office/drawing/2014/main" id="{F4516331-F6BD-4025-8BE1-56A4C77BA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25969" name="Line 25">
            <a:extLst>
              <a:ext uri="{FF2B5EF4-FFF2-40B4-BE49-F238E27FC236}">
                <a16:creationId xmlns:a16="http://schemas.microsoft.com/office/drawing/2014/main" id="{CFFFC210-8FEE-4591-AE96-F8C3E0D26FA3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1413" y="2495550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70" name="Line 26">
            <a:extLst>
              <a:ext uri="{FF2B5EF4-FFF2-40B4-BE49-F238E27FC236}">
                <a16:creationId xmlns:a16="http://schemas.microsoft.com/office/drawing/2014/main" id="{A51E9859-0E13-4186-941B-315683F85C21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6138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71" name="Line 27">
            <a:extLst>
              <a:ext uri="{FF2B5EF4-FFF2-40B4-BE49-F238E27FC236}">
                <a16:creationId xmlns:a16="http://schemas.microsoft.com/office/drawing/2014/main" id="{B0E6A791-8837-4A86-9105-003DEA56B2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37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72" name="Freeform 28">
            <a:extLst>
              <a:ext uri="{FF2B5EF4-FFF2-40B4-BE49-F238E27FC236}">
                <a16:creationId xmlns:a16="http://schemas.microsoft.com/office/drawing/2014/main" id="{ABAC4F53-A78F-4D67-929B-C5458D3E0202}"/>
              </a:ext>
            </a:extLst>
          </p:cNvPr>
          <p:cNvSpPr>
            <a:spLocks/>
          </p:cNvSpPr>
          <p:nvPr/>
        </p:nvSpPr>
        <p:spPr bwMode="auto">
          <a:xfrm>
            <a:off x="6075363" y="2767013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73" name="Freeform 29">
            <a:extLst>
              <a:ext uri="{FF2B5EF4-FFF2-40B4-BE49-F238E27FC236}">
                <a16:creationId xmlns:a16="http://schemas.microsoft.com/office/drawing/2014/main" id="{31999304-A513-4976-BB7F-825B6857C116}"/>
              </a:ext>
            </a:extLst>
          </p:cNvPr>
          <p:cNvSpPr>
            <a:spLocks/>
          </p:cNvSpPr>
          <p:nvPr/>
        </p:nvSpPr>
        <p:spPr bwMode="auto">
          <a:xfrm>
            <a:off x="5835650" y="2767013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74" name="Freeform 30">
            <a:extLst>
              <a:ext uri="{FF2B5EF4-FFF2-40B4-BE49-F238E27FC236}">
                <a16:creationId xmlns:a16="http://schemas.microsoft.com/office/drawing/2014/main" id="{AC5F18A8-E180-45DD-A229-F95B9FDB0C0D}"/>
              </a:ext>
            </a:extLst>
          </p:cNvPr>
          <p:cNvSpPr>
            <a:spLocks/>
          </p:cNvSpPr>
          <p:nvPr/>
        </p:nvSpPr>
        <p:spPr bwMode="auto">
          <a:xfrm>
            <a:off x="6073775" y="2760663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75" name="Freeform 31">
            <a:extLst>
              <a:ext uri="{FF2B5EF4-FFF2-40B4-BE49-F238E27FC236}">
                <a16:creationId xmlns:a16="http://schemas.microsoft.com/office/drawing/2014/main" id="{977F9B56-A21B-4278-8C36-BC36DB68B823}"/>
              </a:ext>
            </a:extLst>
          </p:cNvPr>
          <p:cNvSpPr>
            <a:spLocks/>
          </p:cNvSpPr>
          <p:nvPr/>
        </p:nvSpPr>
        <p:spPr bwMode="auto">
          <a:xfrm>
            <a:off x="5835650" y="2760663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76" name="Freeform 32">
            <a:extLst>
              <a:ext uri="{FF2B5EF4-FFF2-40B4-BE49-F238E27FC236}">
                <a16:creationId xmlns:a16="http://schemas.microsoft.com/office/drawing/2014/main" id="{2E1F17D0-8843-474C-B388-F9FEC267DC57}"/>
              </a:ext>
            </a:extLst>
          </p:cNvPr>
          <p:cNvSpPr>
            <a:spLocks/>
          </p:cNvSpPr>
          <p:nvPr/>
        </p:nvSpPr>
        <p:spPr bwMode="auto">
          <a:xfrm>
            <a:off x="6073775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77" name="Freeform 33">
            <a:extLst>
              <a:ext uri="{FF2B5EF4-FFF2-40B4-BE49-F238E27FC236}">
                <a16:creationId xmlns:a16="http://schemas.microsoft.com/office/drawing/2014/main" id="{F712EC82-04D7-4D24-A645-B8F128D54B14}"/>
              </a:ext>
            </a:extLst>
          </p:cNvPr>
          <p:cNvSpPr>
            <a:spLocks/>
          </p:cNvSpPr>
          <p:nvPr/>
        </p:nvSpPr>
        <p:spPr bwMode="auto">
          <a:xfrm>
            <a:off x="5835650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78" name="Freeform 34">
            <a:extLst>
              <a:ext uri="{FF2B5EF4-FFF2-40B4-BE49-F238E27FC236}">
                <a16:creationId xmlns:a16="http://schemas.microsoft.com/office/drawing/2014/main" id="{0FCC1378-ACE2-4975-BEA2-27956B7EC84B}"/>
              </a:ext>
            </a:extLst>
          </p:cNvPr>
          <p:cNvSpPr>
            <a:spLocks/>
          </p:cNvSpPr>
          <p:nvPr/>
        </p:nvSpPr>
        <p:spPr bwMode="auto">
          <a:xfrm>
            <a:off x="67484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79" name="Line 35">
            <a:extLst>
              <a:ext uri="{FF2B5EF4-FFF2-40B4-BE49-F238E27FC236}">
                <a16:creationId xmlns:a16="http://schemas.microsoft.com/office/drawing/2014/main" id="{FC0BDAED-42BB-4E53-866A-BF852B0E23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9738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80" name="Freeform 36">
            <a:extLst>
              <a:ext uri="{FF2B5EF4-FFF2-40B4-BE49-F238E27FC236}">
                <a16:creationId xmlns:a16="http://schemas.microsoft.com/office/drawing/2014/main" id="{8D559980-A3A2-4F3E-82A1-8C524055DE04}"/>
              </a:ext>
            </a:extLst>
          </p:cNvPr>
          <p:cNvSpPr>
            <a:spLocks/>
          </p:cNvSpPr>
          <p:nvPr/>
        </p:nvSpPr>
        <p:spPr bwMode="auto">
          <a:xfrm>
            <a:off x="4619625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81" name="Line 37">
            <a:extLst>
              <a:ext uri="{FF2B5EF4-FFF2-40B4-BE49-F238E27FC236}">
                <a16:creationId xmlns:a16="http://schemas.microsoft.com/office/drawing/2014/main" id="{41E41D58-A629-4CDD-A040-5334F6F1A32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609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82" name="Freeform 38">
            <a:extLst>
              <a:ext uri="{FF2B5EF4-FFF2-40B4-BE49-F238E27FC236}">
                <a16:creationId xmlns:a16="http://schemas.microsoft.com/office/drawing/2014/main" id="{8FD11EC9-5B0D-4FFC-B8E8-FBE61EA5F192}"/>
              </a:ext>
            </a:extLst>
          </p:cNvPr>
          <p:cNvSpPr>
            <a:spLocks/>
          </p:cNvSpPr>
          <p:nvPr/>
        </p:nvSpPr>
        <p:spPr bwMode="auto">
          <a:xfrm>
            <a:off x="6051550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83" name="Line 39">
            <a:extLst>
              <a:ext uri="{FF2B5EF4-FFF2-40B4-BE49-F238E27FC236}">
                <a16:creationId xmlns:a16="http://schemas.microsoft.com/office/drawing/2014/main" id="{8734B575-753E-43F1-9A30-466DA4CC273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37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84" name="Freeform 40">
            <a:extLst>
              <a:ext uri="{FF2B5EF4-FFF2-40B4-BE49-F238E27FC236}">
                <a16:creationId xmlns:a16="http://schemas.microsoft.com/office/drawing/2014/main" id="{D750E336-A19E-40CB-AEF7-4515CD6E6E59}"/>
              </a:ext>
            </a:extLst>
          </p:cNvPr>
          <p:cNvSpPr>
            <a:spLocks/>
          </p:cNvSpPr>
          <p:nvPr/>
        </p:nvSpPr>
        <p:spPr bwMode="auto">
          <a:xfrm>
            <a:off x="5187950" y="3001963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85" name="Freeform 41">
            <a:extLst>
              <a:ext uri="{FF2B5EF4-FFF2-40B4-BE49-F238E27FC236}">
                <a16:creationId xmlns:a16="http://schemas.microsoft.com/office/drawing/2014/main" id="{A10D86DA-C7B6-403A-BD7C-1952CF49083C}"/>
              </a:ext>
            </a:extLst>
          </p:cNvPr>
          <p:cNvSpPr>
            <a:spLocks/>
          </p:cNvSpPr>
          <p:nvPr/>
        </p:nvSpPr>
        <p:spPr bwMode="auto">
          <a:xfrm>
            <a:off x="5335588" y="3001963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86" name="Freeform 42">
            <a:extLst>
              <a:ext uri="{FF2B5EF4-FFF2-40B4-BE49-F238E27FC236}">
                <a16:creationId xmlns:a16="http://schemas.microsoft.com/office/drawing/2014/main" id="{84E7549C-ACEC-45CC-9490-AACC4A839CF5}"/>
              </a:ext>
            </a:extLst>
          </p:cNvPr>
          <p:cNvSpPr>
            <a:spLocks/>
          </p:cNvSpPr>
          <p:nvPr/>
        </p:nvSpPr>
        <p:spPr bwMode="auto">
          <a:xfrm>
            <a:off x="5503863" y="3001963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87" name="Freeform 43">
            <a:extLst>
              <a:ext uri="{FF2B5EF4-FFF2-40B4-BE49-F238E27FC236}">
                <a16:creationId xmlns:a16="http://schemas.microsoft.com/office/drawing/2014/main" id="{7471742C-057B-46C0-902F-898364E24306}"/>
              </a:ext>
            </a:extLst>
          </p:cNvPr>
          <p:cNvSpPr>
            <a:spLocks/>
          </p:cNvSpPr>
          <p:nvPr/>
        </p:nvSpPr>
        <p:spPr bwMode="auto">
          <a:xfrm>
            <a:off x="47879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88" name="Freeform 44">
            <a:extLst>
              <a:ext uri="{FF2B5EF4-FFF2-40B4-BE49-F238E27FC236}">
                <a16:creationId xmlns:a16="http://schemas.microsoft.com/office/drawing/2014/main" id="{69A201F2-3388-459A-BF62-71CF231C0451}"/>
              </a:ext>
            </a:extLst>
          </p:cNvPr>
          <p:cNvSpPr>
            <a:spLocks/>
          </p:cNvSpPr>
          <p:nvPr/>
        </p:nvSpPr>
        <p:spPr bwMode="auto">
          <a:xfrm>
            <a:off x="5187950" y="2200275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89" name="Freeform 45">
            <a:extLst>
              <a:ext uri="{FF2B5EF4-FFF2-40B4-BE49-F238E27FC236}">
                <a16:creationId xmlns:a16="http://schemas.microsoft.com/office/drawing/2014/main" id="{6E2470B6-36F6-491F-9CCF-B02113599703}"/>
              </a:ext>
            </a:extLst>
          </p:cNvPr>
          <p:cNvSpPr>
            <a:spLocks/>
          </p:cNvSpPr>
          <p:nvPr/>
        </p:nvSpPr>
        <p:spPr bwMode="auto">
          <a:xfrm>
            <a:off x="5335588" y="2200275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90" name="Freeform 46">
            <a:extLst>
              <a:ext uri="{FF2B5EF4-FFF2-40B4-BE49-F238E27FC236}">
                <a16:creationId xmlns:a16="http://schemas.microsoft.com/office/drawing/2014/main" id="{5361D17C-4A44-444A-8B42-EA46F37027F5}"/>
              </a:ext>
            </a:extLst>
          </p:cNvPr>
          <p:cNvSpPr>
            <a:spLocks/>
          </p:cNvSpPr>
          <p:nvPr/>
        </p:nvSpPr>
        <p:spPr bwMode="auto">
          <a:xfrm>
            <a:off x="5503863" y="2200275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91" name="Line 47">
            <a:extLst>
              <a:ext uri="{FF2B5EF4-FFF2-40B4-BE49-F238E27FC236}">
                <a16:creationId xmlns:a16="http://schemas.microsoft.com/office/drawing/2014/main" id="{BFD4DC0D-812A-4478-999B-555C793CF573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6138" y="1947863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92" name="Line 48">
            <a:extLst>
              <a:ext uri="{FF2B5EF4-FFF2-40B4-BE49-F238E27FC236}">
                <a16:creationId xmlns:a16="http://schemas.microsoft.com/office/drawing/2014/main" id="{A009AA26-68D0-42E0-83E6-D4F7ADD004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1413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93" name="Line 49">
            <a:extLst>
              <a:ext uri="{FF2B5EF4-FFF2-40B4-BE49-F238E27FC236}">
                <a16:creationId xmlns:a16="http://schemas.microsoft.com/office/drawing/2014/main" id="{190BA914-7CC2-45CA-84DF-6CB5B56E833E}"/>
              </a:ext>
            </a:extLst>
          </p:cNvPr>
          <p:cNvSpPr>
            <a:spLocks noChangeShapeType="1"/>
          </p:cNvSpPr>
          <p:nvPr/>
        </p:nvSpPr>
        <p:spPr bwMode="auto">
          <a:xfrm>
            <a:off x="6642100" y="1947863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94" name="Line 50">
            <a:extLst>
              <a:ext uri="{FF2B5EF4-FFF2-40B4-BE49-F238E27FC236}">
                <a16:creationId xmlns:a16="http://schemas.microsoft.com/office/drawing/2014/main" id="{8A4EF423-5D1F-4D2C-BCAF-E03ACD54FD1E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95" name="Line 51">
            <a:extLst>
              <a:ext uri="{FF2B5EF4-FFF2-40B4-BE49-F238E27FC236}">
                <a16:creationId xmlns:a16="http://schemas.microsoft.com/office/drawing/2014/main" id="{A336C699-798C-4D31-8A3C-43D0C264AFB7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3263" y="1947863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96" name="Freeform 52">
            <a:extLst>
              <a:ext uri="{FF2B5EF4-FFF2-40B4-BE49-F238E27FC236}">
                <a16:creationId xmlns:a16="http://schemas.microsoft.com/office/drawing/2014/main" id="{3D8EC21C-124D-4856-8B91-7C6121FE453B}"/>
              </a:ext>
            </a:extLst>
          </p:cNvPr>
          <p:cNvSpPr>
            <a:spLocks/>
          </p:cNvSpPr>
          <p:nvPr/>
        </p:nvSpPr>
        <p:spPr bwMode="auto">
          <a:xfrm>
            <a:off x="6896100" y="2200275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97" name="Freeform 53">
            <a:extLst>
              <a:ext uri="{FF2B5EF4-FFF2-40B4-BE49-F238E27FC236}">
                <a16:creationId xmlns:a16="http://schemas.microsoft.com/office/drawing/2014/main" id="{156BA072-7D40-4A60-AA6E-E0B4C2FFAE12}"/>
              </a:ext>
            </a:extLst>
          </p:cNvPr>
          <p:cNvSpPr>
            <a:spLocks/>
          </p:cNvSpPr>
          <p:nvPr/>
        </p:nvSpPr>
        <p:spPr bwMode="auto">
          <a:xfrm>
            <a:off x="7316788" y="2200275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98" name="Freeform 54">
            <a:extLst>
              <a:ext uri="{FF2B5EF4-FFF2-40B4-BE49-F238E27FC236}">
                <a16:creationId xmlns:a16="http://schemas.microsoft.com/office/drawing/2014/main" id="{C8B45C51-C59B-4F3A-976A-AC0D22101E53}"/>
              </a:ext>
            </a:extLst>
          </p:cNvPr>
          <p:cNvSpPr>
            <a:spLocks/>
          </p:cNvSpPr>
          <p:nvPr/>
        </p:nvSpPr>
        <p:spPr bwMode="auto">
          <a:xfrm>
            <a:off x="6664325" y="4329113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99" name="Freeform 55">
            <a:extLst>
              <a:ext uri="{FF2B5EF4-FFF2-40B4-BE49-F238E27FC236}">
                <a16:creationId xmlns:a16="http://schemas.microsoft.com/office/drawing/2014/main" id="{CACC9D4D-B768-46D0-9A06-93BE5E8518E3}"/>
              </a:ext>
            </a:extLst>
          </p:cNvPr>
          <p:cNvSpPr>
            <a:spLocks/>
          </p:cNvSpPr>
          <p:nvPr/>
        </p:nvSpPr>
        <p:spPr bwMode="auto">
          <a:xfrm>
            <a:off x="6810375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00" name="Freeform 56">
            <a:extLst>
              <a:ext uri="{FF2B5EF4-FFF2-40B4-BE49-F238E27FC236}">
                <a16:creationId xmlns:a16="http://schemas.microsoft.com/office/drawing/2014/main" id="{5B96DA4C-7364-43C6-9740-606EB067F165}"/>
              </a:ext>
            </a:extLst>
          </p:cNvPr>
          <p:cNvSpPr>
            <a:spLocks/>
          </p:cNvSpPr>
          <p:nvPr/>
        </p:nvSpPr>
        <p:spPr bwMode="auto">
          <a:xfrm>
            <a:off x="3629025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01" name="Line 57">
            <a:extLst>
              <a:ext uri="{FF2B5EF4-FFF2-40B4-BE49-F238E27FC236}">
                <a16:creationId xmlns:a16="http://schemas.microsoft.com/office/drawing/2014/main" id="{E2BDA5C2-14E9-41F0-8D83-596F37B707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300" y="3211513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02" name="Freeform 58">
            <a:extLst>
              <a:ext uri="{FF2B5EF4-FFF2-40B4-BE49-F238E27FC236}">
                <a16:creationId xmlns:a16="http://schemas.microsoft.com/office/drawing/2014/main" id="{EE5E4FCE-F093-4A24-B452-FFDCADE6F863}"/>
              </a:ext>
            </a:extLst>
          </p:cNvPr>
          <p:cNvSpPr>
            <a:spLocks/>
          </p:cNvSpPr>
          <p:nvPr/>
        </p:nvSpPr>
        <p:spPr bwMode="auto">
          <a:xfrm>
            <a:off x="32067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03" name="Line 59">
            <a:extLst>
              <a:ext uri="{FF2B5EF4-FFF2-40B4-BE49-F238E27FC236}">
                <a16:creationId xmlns:a16="http://schemas.microsoft.com/office/drawing/2014/main" id="{0193C861-38F6-4F20-9A16-BDE77B99755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27388" y="3211513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04" name="Freeform 60">
            <a:extLst>
              <a:ext uri="{FF2B5EF4-FFF2-40B4-BE49-F238E27FC236}">
                <a16:creationId xmlns:a16="http://schemas.microsoft.com/office/drawing/2014/main" id="{FE4F55D4-2ED3-46E9-9340-D86409479FBE}"/>
              </a:ext>
            </a:extLst>
          </p:cNvPr>
          <p:cNvSpPr>
            <a:spLocks/>
          </p:cNvSpPr>
          <p:nvPr/>
        </p:nvSpPr>
        <p:spPr bwMode="auto">
          <a:xfrm>
            <a:off x="1795463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05" name="Line 61">
            <a:extLst>
              <a:ext uri="{FF2B5EF4-FFF2-40B4-BE49-F238E27FC236}">
                <a16:creationId xmlns:a16="http://schemas.microsoft.com/office/drawing/2014/main" id="{1B6E7C52-180F-450A-98E7-26D80068CB1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16100" y="3211513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06" name="Freeform 62">
            <a:extLst>
              <a:ext uri="{FF2B5EF4-FFF2-40B4-BE49-F238E27FC236}">
                <a16:creationId xmlns:a16="http://schemas.microsoft.com/office/drawing/2014/main" id="{629210C4-2FFF-470D-B97D-855682A157C8}"/>
              </a:ext>
            </a:extLst>
          </p:cNvPr>
          <p:cNvSpPr>
            <a:spLocks/>
          </p:cNvSpPr>
          <p:nvPr/>
        </p:nvSpPr>
        <p:spPr bwMode="auto">
          <a:xfrm>
            <a:off x="1289050" y="4329113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07" name="Line 63">
            <a:extLst>
              <a:ext uri="{FF2B5EF4-FFF2-40B4-BE49-F238E27FC236}">
                <a16:creationId xmlns:a16="http://schemas.microsoft.com/office/drawing/2014/main" id="{836C0E5F-B6D8-4382-88E8-20AECA648D79}"/>
              </a:ext>
            </a:extLst>
          </p:cNvPr>
          <p:cNvSpPr>
            <a:spLocks noChangeShapeType="1"/>
          </p:cNvSpPr>
          <p:nvPr/>
        </p:nvSpPr>
        <p:spPr bwMode="auto">
          <a:xfrm>
            <a:off x="14160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08" name="Freeform 64">
            <a:extLst>
              <a:ext uri="{FF2B5EF4-FFF2-40B4-BE49-F238E27FC236}">
                <a16:creationId xmlns:a16="http://schemas.microsoft.com/office/drawing/2014/main" id="{E4004488-B1A1-4CC7-8462-D70EF47463AA}"/>
              </a:ext>
            </a:extLst>
          </p:cNvPr>
          <p:cNvSpPr>
            <a:spLocks/>
          </p:cNvSpPr>
          <p:nvPr/>
        </p:nvSpPr>
        <p:spPr bwMode="auto">
          <a:xfrm>
            <a:off x="24907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09" name="Line 65">
            <a:extLst>
              <a:ext uri="{FF2B5EF4-FFF2-40B4-BE49-F238E27FC236}">
                <a16:creationId xmlns:a16="http://schemas.microsoft.com/office/drawing/2014/main" id="{910ABDA6-9CE2-4519-B692-A6C0A9C9218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32063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10" name="Freeform 66">
            <a:extLst>
              <a:ext uri="{FF2B5EF4-FFF2-40B4-BE49-F238E27FC236}">
                <a16:creationId xmlns:a16="http://schemas.microsoft.com/office/drawing/2014/main" id="{BE10BB2D-C66C-4DB3-BE13-DF7FF615D382}"/>
              </a:ext>
            </a:extLst>
          </p:cNvPr>
          <p:cNvSpPr>
            <a:spLocks/>
          </p:cNvSpPr>
          <p:nvPr/>
        </p:nvSpPr>
        <p:spPr bwMode="auto">
          <a:xfrm>
            <a:off x="5905500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11" name="Line 67">
            <a:extLst>
              <a:ext uri="{FF2B5EF4-FFF2-40B4-BE49-F238E27FC236}">
                <a16:creationId xmlns:a16="http://schemas.microsoft.com/office/drawing/2014/main" id="{78364FC5-D578-498A-B948-3C494DA934A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26138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12" name="Freeform 68">
            <a:extLst>
              <a:ext uri="{FF2B5EF4-FFF2-40B4-BE49-F238E27FC236}">
                <a16:creationId xmlns:a16="http://schemas.microsoft.com/office/drawing/2014/main" id="{BCE9244B-9749-4BD3-B4D3-38454DB9E21A}"/>
              </a:ext>
            </a:extLst>
          </p:cNvPr>
          <p:cNvSpPr>
            <a:spLocks/>
          </p:cNvSpPr>
          <p:nvPr/>
        </p:nvSpPr>
        <p:spPr bwMode="auto">
          <a:xfrm>
            <a:off x="53355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13" name="Line 69">
            <a:extLst>
              <a:ext uri="{FF2B5EF4-FFF2-40B4-BE49-F238E27FC236}">
                <a16:creationId xmlns:a16="http://schemas.microsoft.com/office/drawing/2014/main" id="{7ABCE185-994A-4875-94B0-4D292ACF0B5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562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14" name="Freeform 70">
            <a:extLst>
              <a:ext uri="{FF2B5EF4-FFF2-40B4-BE49-F238E27FC236}">
                <a16:creationId xmlns:a16="http://schemas.microsoft.com/office/drawing/2014/main" id="{B0D7975D-0683-4DB1-B7B7-C87726445EE4}"/>
              </a:ext>
            </a:extLst>
          </p:cNvPr>
          <p:cNvSpPr>
            <a:spLocks/>
          </p:cNvSpPr>
          <p:nvPr/>
        </p:nvSpPr>
        <p:spPr bwMode="auto">
          <a:xfrm>
            <a:off x="2343150" y="3486150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15" name="Freeform 71">
            <a:extLst>
              <a:ext uri="{FF2B5EF4-FFF2-40B4-BE49-F238E27FC236}">
                <a16:creationId xmlns:a16="http://schemas.microsoft.com/office/drawing/2014/main" id="{CCA7EA2C-76C9-4CC6-B7A1-2258D04A1F35}"/>
              </a:ext>
            </a:extLst>
          </p:cNvPr>
          <p:cNvSpPr>
            <a:spLocks/>
          </p:cNvSpPr>
          <p:nvPr/>
        </p:nvSpPr>
        <p:spPr bwMode="auto">
          <a:xfrm>
            <a:off x="2511425" y="3486150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16" name="Freeform 72">
            <a:extLst>
              <a:ext uri="{FF2B5EF4-FFF2-40B4-BE49-F238E27FC236}">
                <a16:creationId xmlns:a16="http://schemas.microsoft.com/office/drawing/2014/main" id="{A7D10673-AC36-4225-8B30-CDC431584410}"/>
              </a:ext>
            </a:extLst>
          </p:cNvPr>
          <p:cNvSpPr>
            <a:spLocks/>
          </p:cNvSpPr>
          <p:nvPr/>
        </p:nvSpPr>
        <p:spPr bwMode="auto">
          <a:xfrm>
            <a:off x="2659063" y="3486150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17" name="Freeform 73">
            <a:extLst>
              <a:ext uri="{FF2B5EF4-FFF2-40B4-BE49-F238E27FC236}">
                <a16:creationId xmlns:a16="http://schemas.microsoft.com/office/drawing/2014/main" id="{45C2A3BF-25BA-4EBD-8A8B-AD2D5C001044}"/>
              </a:ext>
            </a:extLst>
          </p:cNvPr>
          <p:cNvSpPr>
            <a:spLocks/>
          </p:cNvSpPr>
          <p:nvPr/>
        </p:nvSpPr>
        <p:spPr bwMode="auto">
          <a:xfrm>
            <a:off x="37544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18" name="Freeform 74">
            <a:extLst>
              <a:ext uri="{FF2B5EF4-FFF2-40B4-BE49-F238E27FC236}">
                <a16:creationId xmlns:a16="http://schemas.microsoft.com/office/drawing/2014/main" id="{19768B38-8BE5-4E5E-AEED-A524928C1AB2}"/>
              </a:ext>
            </a:extLst>
          </p:cNvPr>
          <p:cNvSpPr>
            <a:spLocks/>
          </p:cNvSpPr>
          <p:nvPr/>
        </p:nvSpPr>
        <p:spPr bwMode="auto">
          <a:xfrm>
            <a:off x="3924300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19" name="Freeform 75">
            <a:extLst>
              <a:ext uri="{FF2B5EF4-FFF2-40B4-BE49-F238E27FC236}">
                <a16:creationId xmlns:a16="http://schemas.microsoft.com/office/drawing/2014/main" id="{11C4C2F0-5C77-40CA-9238-A2F8F864AD26}"/>
              </a:ext>
            </a:extLst>
          </p:cNvPr>
          <p:cNvSpPr>
            <a:spLocks/>
          </p:cNvSpPr>
          <p:nvPr/>
        </p:nvSpPr>
        <p:spPr bwMode="auto">
          <a:xfrm>
            <a:off x="4092575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20" name="Rectangle 76">
            <a:extLst>
              <a:ext uri="{FF2B5EF4-FFF2-40B4-BE49-F238E27FC236}">
                <a16:creationId xmlns:a16="http://schemas.microsoft.com/office/drawing/2014/main" id="{F444BFEA-827B-4FA2-90A7-C35C291C9C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1050" y="5532438"/>
            <a:ext cx="211138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21" name="Rectangle 77">
            <a:extLst>
              <a:ext uri="{FF2B5EF4-FFF2-40B4-BE49-F238E27FC236}">
                <a16:creationId xmlns:a16="http://schemas.microsoft.com/office/drawing/2014/main" id="{E384C9CC-D3A4-4EFA-8339-F47F74818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013" y="562768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22" name="Rectangle 78">
            <a:extLst>
              <a:ext uri="{FF2B5EF4-FFF2-40B4-BE49-F238E27FC236}">
                <a16:creationId xmlns:a16="http://schemas.microsoft.com/office/drawing/2014/main" id="{72AEE4CA-6681-4985-9AB7-BC235F2011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1138" y="5532438"/>
            <a:ext cx="2111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23" name="Rectangle 79">
            <a:extLst>
              <a:ext uri="{FF2B5EF4-FFF2-40B4-BE49-F238E27FC236}">
                <a16:creationId xmlns:a16="http://schemas.microsoft.com/office/drawing/2014/main" id="{21753750-9DD9-4557-B0B2-3D99B00C11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2100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24" name="Rectangle 80">
            <a:extLst>
              <a:ext uri="{FF2B5EF4-FFF2-40B4-BE49-F238E27FC236}">
                <a16:creationId xmlns:a16="http://schemas.microsoft.com/office/drawing/2014/main" id="{FB817EA9-ED32-49BC-9D6E-2C0AFA5988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1563" y="5532438"/>
            <a:ext cx="2111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25" name="Rectangle 81">
            <a:extLst>
              <a:ext uri="{FF2B5EF4-FFF2-40B4-BE49-F238E27FC236}">
                <a16:creationId xmlns:a16="http://schemas.microsoft.com/office/drawing/2014/main" id="{7F8DA973-6C0D-4E78-91E4-40EC1648E1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22525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26" name="Rectangle 82">
            <a:extLst>
              <a:ext uri="{FF2B5EF4-FFF2-40B4-BE49-F238E27FC236}">
                <a16:creationId xmlns:a16="http://schemas.microsoft.com/office/drawing/2014/main" id="{8D32CC67-6D58-4F2E-AE04-B58A7F656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27" name="Rectangle 83">
            <a:extLst>
              <a:ext uri="{FF2B5EF4-FFF2-40B4-BE49-F238E27FC236}">
                <a16:creationId xmlns:a16="http://schemas.microsoft.com/office/drawing/2014/main" id="{C6C2713F-0285-49B0-ABDB-4811E3A9A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56276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28" name="Rectangle 84">
            <a:extLst>
              <a:ext uri="{FF2B5EF4-FFF2-40B4-BE49-F238E27FC236}">
                <a16:creationId xmlns:a16="http://schemas.microsoft.com/office/drawing/2014/main" id="{A50DC7BD-4707-46F6-B6FB-D973EA7C0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29" name="Rectangle 85">
            <a:extLst>
              <a:ext uri="{FF2B5EF4-FFF2-40B4-BE49-F238E27FC236}">
                <a16:creationId xmlns:a16="http://schemas.microsoft.com/office/drawing/2014/main" id="{D96FA8EC-6A61-4170-8335-9FB65595A1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3475" y="29686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30" name="Rectangle 86">
            <a:extLst>
              <a:ext uri="{FF2B5EF4-FFF2-40B4-BE49-F238E27FC236}">
                <a16:creationId xmlns:a16="http://schemas.microsoft.com/office/drawing/2014/main" id="{12FB1E03-272A-406E-B49C-E3ED89B0E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23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31" name="Rectangle 87">
            <a:extLst>
              <a:ext uri="{FF2B5EF4-FFF2-40B4-BE49-F238E27FC236}">
                <a16:creationId xmlns:a16="http://schemas.microsoft.com/office/drawing/2014/main" id="{8113D5B3-44B6-4DA5-9C54-1FB91C756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2788" y="29686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32" name="Rectangle 88">
            <a:extLst>
              <a:ext uri="{FF2B5EF4-FFF2-40B4-BE49-F238E27FC236}">
                <a16:creationId xmlns:a16="http://schemas.microsoft.com/office/drawing/2014/main" id="{E8ABFACB-281F-4774-AB86-652A6391A2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83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33" name="Rectangle 89">
            <a:extLst>
              <a:ext uri="{FF2B5EF4-FFF2-40B4-BE49-F238E27FC236}">
                <a16:creationId xmlns:a16="http://schemas.microsoft.com/office/drawing/2014/main" id="{DB067C13-23B5-4627-BBCF-7A4A0172E1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0375" y="29686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34" name="Rectangle 90">
            <a:extLst>
              <a:ext uri="{FF2B5EF4-FFF2-40B4-BE49-F238E27FC236}">
                <a16:creationId xmlns:a16="http://schemas.microsoft.com/office/drawing/2014/main" id="{A227F36A-C07F-42E5-9EFC-8C0D3DC2B4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1038" y="29686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35" name="Rectangle 91">
            <a:extLst>
              <a:ext uri="{FF2B5EF4-FFF2-40B4-BE49-F238E27FC236}">
                <a16:creationId xmlns:a16="http://schemas.microsoft.com/office/drawing/2014/main" id="{3262ED64-A812-42DD-AC5F-59F1ECB8AE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1500" y="296862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36" name="Rectangle 92">
            <a:extLst>
              <a:ext uri="{FF2B5EF4-FFF2-40B4-BE49-F238E27FC236}">
                <a16:creationId xmlns:a16="http://schemas.microsoft.com/office/drawing/2014/main" id="{ADF12A66-03D9-40BA-8872-D02A454DB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113" y="4221163"/>
            <a:ext cx="2238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37" name="Rectangle 93">
            <a:extLst>
              <a:ext uri="{FF2B5EF4-FFF2-40B4-BE49-F238E27FC236}">
                <a16:creationId xmlns:a16="http://schemas.microsoft.com/office/drawing/2014/main" id="{80648A36-9853-4E48-ABDC-01B6D62BBA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9188" y="4318000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38" name="Rectangle 94">
            <a:extLst>
              <a:ext uri="{FF2B5EF4-FFF2-40B4-BE49-F238E27FC236}">
                <a16:creationId xmlns:a16="http://schemas.microsoft.com/office/drawing/2014/main" id="{219CA9A2-4D11-48DF-9C9C-366BCB7A7D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0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39" name="Rectangle 95">
            <a:extLst>
              <a:ext uri="{FF2B5EF4-FFF2-40B4-BE49-F238E27FC236}">
                <a16:creationId xmlns:a16="http://schemas.microsoft.com/office/drawing/2014/main" id="{078773AC-1D9E-4135-B3B2-15D5C7E5D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1600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-bit adder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40" name="Rectangle 96">
            <a:extLst>
              <a:ext uri="{FF2B5EF4-FFF2-40B4-BE49-F238E27FC236}">
                <a16:creationId xmlns:a16="http://schemas.microsoft.com/office/drawing/2014/main" id="{5D3848B5-40EB-4078-BB42-3BF4BA1D95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1775" y="1600200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41" name="Rectangle 97">
            <a:extLst>
              <a:ext uri="{FF2B5EF4-FFF2-40B4-BE49-F238E27FC236}">
                <a16:creationId xmlns:a16="http://schemas.microsoft.com/office/drawing/2014/main" id="{79A6FA95-6A0F-440E-BDBA-126D6541C8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2263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42" name="Rectangle 98">
            <a:extLst>
              <a:ext uri="{FF2B5EF4-FFF2-40B4-BE49-F238E27FC236}">
                <a16:creationId xmlns:a16="http://schemas.microsoft.com/office/drawing/2014/main" id="{BBCE5CB1-0DF9-4AE9-8883-09480081F8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9938" y="1600200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43" name="Rectangle 99">
            <a:extLst>
              <a:ext uri="{FF2B5EF4-FFF2-40B4-BE49-F238E27FC236}">
                <a16:creationId xmlns:a16="http://schemas.microsoft.com/office/drawing/2014/main" id="{14E63C5D-956D-4F2F-B292-7C5E8738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013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44" name="Rectangle 100">
            <a:extLst>
              <a:ext uri="{FF2B5EF4-FFF2-40B4-BE49-F238E27FC236}">
                <a16:creationId xmlns:a16="http://schemas.microsoft.com/office/drawing/2014/main" id="{5BAD0E97-1071-496F-AA65-F8B8B08A26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9113" y="1600200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45" name="Rectangle 101">
            <a:extLst>
              <a:ext uri="{FF2B5EF4-FFF2-40B4-BE49-F238E27FC236}">
                <a16:creationId xmlns:a16="http://schemas.microsoft.com/office/drawing/2014/main" id="{EA1B4F7A-AEE5-43F7-909F-792FEF86F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1188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46" name="Rectangle 102">
            <a:extLst>
              <a:ext uri="{FF2B5EF4-FFF2-40B4-BE49-F238E27FC236}">
                <a16:creationId xmlns:a16="http://schemas.microsoft.com/office/drawing/2014/main" id="{C5313ABB-DA78-41F0-8068-A279519058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1850" y="169703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47" name="Rectangle 103">
            <a:extLst>
              <a:ext uri="{FF2B5EF4-FFF2-40B4-BE49-F238E27FC236}">
                <a16:creationId xmlns:a16="http://schemas.microsoft.com/office/drawing/2014/main" id="{6609A807-9397-4E37-8A70-F58CFC306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2313" y="16970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48" name="Rectangle 104">
            <a:extLst>
              <a:ext uri="{FF2B5EF4-FFF2-40B4-BE49-F238E27FC236}">
                <a16:creationId xmlns:a16="http://schemas.microsoft.com/office/drawing/2014/main" id="{BAC82211-305F-4CCD-80DF-CBFA6B4439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6013" y="4200525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49" name="Rectangle 105">
            <a:extLst>
              <a:ext uri="{FF2B5EF4-FFF2-40B4-BE49-F238E27FC236}">
                <a16:creationId xmlns:a16="http://schemas.microsoft.com/office/drawing/2014/main" id="{E33E9623-47AB-42B7-B679-AE5EF4C2B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8088" y="4297363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50" name="Rectangle 106">
            <a:extLst>
              <a:ext uri="{FF2B5EF4-FFF2-40B4-BE49-F238E27FC236}">
                <a16:creationId xmlns:a16="http://schemas.microsoft.com/office/drawing/2014/main" id="{5D2D84EF-B20B-4876-948A-D66A718897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6038" y="1998663"/>
            <a:ext cx="4826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Add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51" name="Line 107">
            <a:extLst>
              <a:ext uri="{FF2B5EF4-FFF2-40B4-BE49-F238E27FC236}">
                <a16:creationId xmlns:a16="http://schemas.microsoft.com/office/drawing/2014/main" id="{463BCA13-498E-4D50-86F0-9D76BCCDD4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55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52" name="Rectangle 108">
            <a:extLst>
              <a:ext uri="{FF2B5EF4-FFF2-40B4-BE49-F238E27FC236}">
                <a16:creationId xmlns:a16="http://schemas.microsoft.com/office/drawing/2014/main" id="{52B79645-22C9-4FFF-8366-9272717EA5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2913" y="1993900"/>
            <a:ext cx="206375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¤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53" name="Rectangle 109">
            <a:extLst>
              <a:ext uri="{FF2B5EF4-FFF2-40B4-BE49-F238E27FC236}">
                <a16:creationId xmlns:a16="http://schemas.microsoft.com/office/drawing/2014/main" id="{009B4D94-A356-4748-BA66-22524F978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53400" y="2000250"/>
            <a:ext cx="44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Sub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54" name="Rectangle 110">
            <a:extLst>
              <a:ext uri="{FF2B5EF4-FFF2-40B4-BE49-F238E27FC236}">
                <a16:creationId xmlns:a16="http://schemas.microsoft.com/office/drawing/2014/main" id="{20367FB4-0DC4-4029-9B78-0C1906BB88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9863" y="2200275"/>
            <a:ext cx="70961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control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055" name="TextBox 125">
            <a:extLst>
              <a:ext uri="{FF2B5EF4-FFF2-40B4-BE49-F238E27FC236}">
                <a16:creationId xmlns:a16="http://schemas.microsoft.com/office/drawing/2014/main" id="{29C4066A-D2E0-4824-9527-F67ED4FD1E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64770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3.12 from the textbook ]</a:t>
            </a:r>
          </a:p>
        </p:txBody>
      </p:sp>
      <p:sp>
        <p:nvSpPr>
          <p:cNvPr id="126056" name="Title 1">
            <a:extLst>
              <a:ext uri="{FF2B5EF4-FFF2-40B4-BE49-F238E27FC236}">
                <a16:creationId xmlns:a16="http://schemas.microsoft.com/office/drawing/2014/main" id="{8B0056B7-846B-4203-9998-DDE9E38808C0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Addition: when control = 0</a:t>
            </a:r>
          </a:p>
        </p:txBody>
      </p:sp>
      <p:sp>
        <p:nvSpPr>
          <p:cNvPr id="126057" name="TextBox 1">
            <a:extLst>
              <a:ext uri="{FF2B5EF4-FFF2-40B4-BE49-F238E27FC236}">
                <a16:creationId xmlns:a16="http://schemas.microsoft.com/office/drawing/2014/main" id="{6F3387F2-E63C-4B14-81FE-EB9F9A176F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0" y="16875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26058" name="TextBox 112">
            <a:extLst>
              <a:ext uri="{FF2B5EF4-FFF2-40B4-BE49-F238E27FC236}">
                <a16:creationId xmlns:a16="http://schemas.microsoft.com/office/drawing/2014/main" id="{B76C2BAF-106F-4707-8363-DAD0B48536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8163" y="22764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26059" name="TextBox 114">
            <a:extLst>
              <a:ext uri="{FF2B5EF4-FFF2-40B4-BE49-F238E27FC236}">
                <a16:creationId xmlns:a16="http://schemas.microsoft.com/office/drawing/2014/main" id="{5C047863-CFA8-4B2E-8ADD-EFEF049EF9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26060" name="TextBox 115">
            <a:extLst>
              <a:ext uri="{FF2B5EF4-FFF2-40B4-BE49-F238E27FC236}">
                <a16:creationId xmlns:a16="http://schemas.microsoft.com/office/drawing/2014/main" id="{3AB7E527-65F4-4C68-9370-FFCCF2C84E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44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26061" name="TextBox 2">
            <a:extLst>
              <a:ext uri="{FF2B5EF4-FFF2-40B4-BE49-F238E27FC236}">
                <a16:creationId xmlns:a16="http://schemas.microsoft.com/office/drawing/2014/main" id="{E08D4498-4594-4B5C-A890-ABE348FD89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8013" y="3810000"/>
            <a:ext cx="6238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</a:t>
            </a:r>
            <a:r>
              <a:rPr kumimoji="0" lang="en-US" altLang="en-US" sz="24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n-1</a:t>
            </a:r>
          </a:p>
        </p:txBody>
      </p:sp>
      <p:sp>
        <p:nvSpPr>
          <p:cNvPr id="126062" name="TextBox 116">
            <a:extLst>
              <a:ext uri="{FF2B5EF4-FFF2-40B4-BE49-F238E27FC236}">
                <a16:creationId xmlns:a16="http://schemas.microsoft.com/office/drawing/2014/main" id="{21930157-FAEB-42F3-A4BB-2AAA257438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9150" y="3810000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</a:t>
            </a:r>
            <a:r>
              <a:rPr kumimoji="0" lang="en-US" altLang="en-US" sz="24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26063" name="TextBox 117">
            <a:extLst>
              <a:ext uri="{FF2B5EF4-FFF2-40B4-BE49-F238E27FC236}">
                <a16:creationId xmlns:a16="http://schemas.microsoft.com/office/drawing/2014/main" id="{D7846F6F-4D04-4DDF-B904-F581F00F8F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3810000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</a:t>
            </a:r>
            <a:r>
              <a:rPr kumimoji="0" lang="en-US" altLang="en-US" sz="24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26064" name="TextBox 118">
            <a:extLst>
              <a:ext uri="{FF2B5EF4-FFF2-40B4-BE49-F238E27FC236}">
                <a16:creationId xmlns:a16="http://schemas.microsoft.com/office/drawing/2014/main" id="{F8330B85-50A6-45E1-9264-7D10E8E37F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94300" y="3786188"/>
            <a:ext cx="492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…</a:t>
            </a:r>
            <a:endParaRPr kumimoji="0" lang="en-US" altLang="en-US" sz="2400" b="1" i="0" u="none" strike="noStrike" kern="1200" cap="none" spc="0" normalizeH="0" baseline="-2500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7" name="Line 4">
            <a:extLst>
              <a:ext uri="{FF2B5EF4-FFF2-40B4-BE49-F238E27FC236}">
                <a16:creationId xmlns:a16="http://schemas.microsoft.com/office/drawing/2014/main" id="{7BFF725F-D118-40CD-9B4F-EE421979399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991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78" name="Freeform 5">
            <a:extLst>
              <a:ext uri="{FF2B5EF4-FFF2-40B4-BE49-F238E27FC236}">
                <a16:creationId xmlns:a16="http://schemas.microsoft.com/office/drawing/2014/main" id="{87E38802-2658-41B5-ACC6-509A50330AD9}"/>
              </a:ext>
            </a:extLst>
          </p:cNvPr>
          <p:cNvSpPr>
            <a:spLocks/>
          </p:cNvSpPr>
          <p:nvPr/>
        </p:nvSpPr>
        <p:spPr bwMode="auto">
          <a:xfrm>
            <a:off x="6178550" y="2200275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79" name="Line 6">
            <a:extLst>
              <a:ext uri="{FF2B5EF4-FFF2-40B4-BE49-F238E27FC236}">
                <a16:creationId xmlns:a16="http://schemas.microsoft.com/office/drawing/2014/main" id="{89014F65-14FE-4534-988E-38657C9BAE1A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80" name="Line 7">
            <a:extLst>
              <a:ext uri="{FF2B5EF4-FFF2-40B4-BE49-F238E27FC236}">
                <a16:creationId xmlns:a16="http://schemas.microsoft.com/office/drawing/2014/main" id="{C49646CF-B6C7-411C-9E37-1C82BBA301D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42100" y="2516188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81" name="Line 8">
            <a:extLst>
              <a:ext uri="{FF2B5EF4-FFF2-40B4-BE49-F238E27FC236}">
                <a16:creationId xmlns:a16="http://schemas.microsoft.com/office/drawing/2014/main" id="{A2C2F68E-0CCA-4D80-8E30-BFACDF0DEC7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9738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82" name="Freeform 9">
            <a:extLst>
              <a:ext uri="{FF2B5EF4-FFF2-40B4-BE49-F238E27FC236}">
                <a16:creationId xmlns:a16="http://schemas.microsoft.com/office/drawing/2014/main" id="{550B6CC0-5B16-4F53-8BF5-3563E8584361}"/>
              </a:ext>
            </a:extLst>
          </p:cNvPr>
          <p:cNvSpPr>
            <a:spLocks/>
          </p:cNvSpPr>
          <p:nvPr/>
        </p:nvSpPr>
        <p:spPr bwMode="auto">
          <a:xfrm>
            <a:off x="6784975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83" name="Freeform 10">
            <a:extLst>
              <a:ext uri="{FF2B5EF4-FFF2-40B4-BE49-F238E27FC236}">
                <a16:creationId xmlns:a16="http://schemas.microsoft.com/office/drawing/2014/main" id="{E5CFB656-346B-4532-9589-0FDAF0963D2B}"/>
              </a:ext>
            </a:extLst>
          </p:cNvPr>
          <p:cNvSpPr>
            <a:spLocks/>
          </p:cNvSpPr>
          <p:nvPr/>
        </p:nvSpPr>
        <p:spPr bwMode="auto">
          <a:xfrm>
            <a:off x="6545263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84" name="Freeform 11">
            <a:extLst>
              <a:ext uri="{FF2B5EF4-FFF2-40B4-BE49-F238E27FC236}">
                <a16:creationId xmlns:a16="http://schemas.microsoft.com/office/drawing/2014/main" id="{B1B188CA-4816-42DC-9029-44C92443E370}"/>
              </a:ext>
            </a:extLst>
          </p:cNvPr>
          <p:cNvSpPr>
            <a:spLocks/>
          </p:cNvSpPr>
          <p:nvPr/>
        </p:nvSpPr>
        <p:spPr bwMode="auto">
          <a:xfrm>
            <a:off x="67833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85" name="Freeform 12">
            <a:extLst>
              <a:ext uri="{FF2B5EF4-FFF2-40B4-BE49-F238E27FC236}">
                <a16:creationId xmlns:a16="http://schemas.microsoft.com/office/drawing/2014/main" id="{A9A55E6F-6F14-4EF1-9A8D-FC388A76FDCA}"/>
              </a:ext>
            </a:extLst>
          </p:cNvPr>
          <p:cNvSpPr>
            <a:spLocks/>
          </p:cNvSpPr>
          <p:nvPr/>
        </p:nvSpPr>
        <p:spPr bwMode="auto">
          <a:xfrm>
            <a:off x="65452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86" name="Freeform 13">
            <a:extLst>
              <a:ext uri="{FF2B5EF4-FFF2-40B4-BE49-F238E27FC236}">
                <a16:creationId xmlns:a16="http://schemas.microsoft.com/office/drawing/2014/main" id="{A3D664FC-3C6D-481A-8330-2715894B5C82}"/>
              </a:ext>
            </a:extLst>
          </p:cNvPr>
          <p:cNvSpPr>
            <a:spLocks/>
          </p:cNvSpPr>
          <p:nvPr/>
        </p:nvSpPr>
        <p:spPr bwMode="auto">
          <a:xfrm>
            <a:off x="67833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87" name="Freeform 14">
            <a:extLst>
              <a:ext uri="{FF2B5EF4-FFF2-40B4-BE49-F238E27FC236}">
                <a16:creationId xmlns:a16="http://schemas.microsoft.com/office/drawing/2014/main" id="{71D2FF69-D314-42B3-9C25-FB3E0A4C282E}"/>
              </a:ext>
            </a:extLst>
          </p:cNvPr>
          <p:cNvSpPr>
            <a:spLocks/>
          </p:cNvSpPr>
          <p:nvPr/>
        </p:nvSpPr>
        <p:spPr bwMode="auto">
          <a:xfrm>
            <a:off x="65452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88" name="Freeform 15">
            <a:extLst>
              <a:ext uri="{FF2B5EF4-FFF2-40B4-BE49-F238E27FC236}">
                <a16:creationId xmlns:a16="http://schemas.microsoft.com/office/drawing/2014/main" id="{C05B5686-155A-4BFF-A423-4D0B5D02A135}"/>
              </a:ext>
            </a:extLst>
          </p:cNvPr>
          <p:cNvSpPr>
            <a:spLocks/>
          </p:cNvSpPr>
          <p:nvPr/>
        </p:nvSpPr>
        <p:spPr bwMode="auto">
          <a:xfrm>
            <a:off x="1541463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89" name="Line 16">
            <a:extLst>
              <a:ext uri="{FF2B5EF4-FFF2-40B4-BE49-F238E27FC236}">
                <a16:creationId xmlns:a16="http://schemas.microsoft.com/office/drawing/2014/main" id="{998A426B-49BC-4550-8C9D-7574010488FC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7900" y="2495550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90" name="Line 17">
            <a:extLst>
              <a:ext uri="{FF2B5EF4-FFF2-40B4-BE49-F238E27FC236}">
                <a16:creationId xmlns:a16="http://schemas.microsoft.com/office/drawing/2014/main" id="{0AC6FEF3-B374-4A1A-9394-CC05C60D19D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3263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91" name="Line 18">
            <a:extLst>
              <a:ext uri="{FF2B5EF4-FFF2-40B4-BE49-F238E27FC236}">
                <a16:creationId xmlns:a16="http://schemas.microsoft.com/office/drawing/2014/main" id="{92E99EF2-BBF8-4D81-9890-732FA2B680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609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26992" name="Group 111">
            <a:extLst>
              <a:ext uri="{FF2B5EF4-FFF2-40B4-BE49-F238E27FC236}">
                <a16:creationId xmlns:a16="http://schemas.microsoft.com/office/drawing/2014/main" id="{24A170E2-3302-46A6-BD98-8CB5F1443389}"/>
              </a:ext>
            </a:extLst>
          </p:cNvPr>
          <p:cNvGrpSpPr>
            <a:grpSpLocks/>
          </p:cNvGrpSpPr>
          <p:nvPr/>
        </p:nvGrpSpPr>
        <p:grpSpPr bwMode="auto">
          <a:xfrm>
            <a:off x="4418013" y="2682875"/>
            <a:ext cx="476250" cy="682625"/>
            <a:chOff x="2783" y="1185"/>
            <a:chExt cx="300" cy="430"/>
          </a:xfrm>
        </p:grpSpPr>
        <p:sp>
          <p:nvSpPr>
            <p:cNvPr id="127081" name="Freeform 19">
              <a:extLst>
                <a:ext uri="{FF2B5EF4-FFF2-40B4-BE49-F238E27FC236}">
                  <a16:creationId xmlns:a16="http://schemas.microsoft.com/office/drawing/2014/main" id="{F79394F3-6DB0-4FB4-840C-EF65DC723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82" name="Freeform 20">
              <a:extLst>
                <a:ext uri="{FF2B5EF4-FFF2-40B4-BE49-F238E27FC236}">
                  <a16:creationId xmlns:a16="http://schemas.microsoft.com/office/drawing/2014/main" id="{D5240D12-4EB2-47E0-A0ED-873EB3731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83" name="Freeform 21">
              <a:extLst>
                <a:ext uri="{FF2B5EF4-FFF2-40B4-BE49-F238E27FC236}">
                  <a16:creationId xmlns:a16="http://schemas.microsoft.com/office/drawing/2014/main" id="{DDEE45C6-CC82-4D99-A8CB-00A6B4A6F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84" name="Freeform 22">
              <a:extLst>
                <a:ext uri="{FF2B5EF4-FFF2-40B4-BE49-F238E27FC236}">
                  <a16:creationId xmlns:a16="http://schemas.microsoft.com/office/drawing/2014/main" id="{E340586C-745F-4403-A342-8128886A8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85" name="Freeform 23">
              <a:extLst>
                <a:ext uri="{FF2B5EF4-FFF2-40B4-BE49-F238E27FC236}">
                  <a16:creationId xmlns:a16="http://schemas.microsoft.com/office/drawing/2014/main" id="{C550E34F-2FF7-49EB-BD1B-3B7E43CF9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86" name="Freeform 24">
              <a:extLst>
                <a:ext uri="{FF2B5EF4-FFF2-40B4-BE49-F238E27FC236}">
                  <a16:creationId xmlns:a16="http://schemas.microsoft.com/office/drawing/2014/main" id="{E365766B-8821-40BA-B9A3-F589C8A9B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26993" name="Line 25">
            <a:extLst>
              <a:ext uri="{FF2B5EF4-FFF2-40B4-BE49-F238E27FC236}">
                <a16:creationId xmlns:a16="http://schemas.microsoft.com/office/drawing/2014/main" id="{874D12AC-F464-450B-A329-4E87302F9B90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1413" y="2495550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94" name="Line 26">
            <a:extLst>
              <a:ext uri="{FF2B5EF4-FFF2-40B4-BE49-F238E27FC236}">
                <a16:creationId xmlns:a16="http://schemas.microsoft.com/office/drawing/2014/main" id="{3720747E-D84E-4B2A-B288-FE90C4834289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6138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95" name="Line 27">
            <a:extLst>
              <a:ext uri="{FF2B5EF4-FFF2-40B4-BE49-F238E27FC236}">
                <a16:creationId xmlns:a16="http://schemas.microsoft.com/office/drawing/2014/main" id="{0A3EE707-D0FA-4CD5-8CFC-41E456BD4E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37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96" name="Freeform 28">
            <a:extLst>
              <a:ext uri="{FF2B5EF4-FFF2-40B4-BE49-F238E27FC236}">
                <a16:creationId xmlns:a16="http://schemas.microsoft.com/office/drawing/2014/main" id="{71AB69E6-9917-4322-9C42-17EA5E52171D}"/>
              </a:ext>
            </a:extLst>
          </p:cNvPr>
          <p:cNvSpPr>
            <a:spLocks/>
          </p:cNvSpPr>
          <p:nvPr/>
        </p:nvSpPr>
        <p:spPr bwMode="auto">
          <a:xfrm>
            <a:off x="6075363" y="2767013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97" name="Freeform 29">
            <a:extLst>
              <a:ext uri="{FF2B5EF4-FFF2-40B4-BE49-F238E27FC236}">
                <a16:creationId xmlns:a16="http://schemas.microsoft.com/office/drawing/2014/main" id="{EA15E557-E765-4241-89ED-62A6226251DC}"/>
              </a:ext>
            </a:extLst>
          </p:cNvPr>
          <p:cNvSpPr>
            <a:spLocks/>
          </p:cNvSpPr>
          <p:nvPr/>
        </p:nvSpPr>
        <p:spPr bwMode="auto">
          <a:xfrm>
            <a:off x="5835650" y="2767013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98" name="Freeform 30">
            <a:extLst>
              <a:ext uri="{FF2B5EF4-FFF2-40B4-BE49-F238E27FC236}">
                <a16:creationId xmlns:a16="http://schemas.microsoft.com/office/drawing/2014/main" id="{25AC2CE5-6922-4E6C-8740-BB47DDF8EAF7}"/>
              </a:ext>
            </a:extLst>
          </p:cNvPr>
          <p:cNvSpPr>
            <a:spLocks/>
          </p:cNvSpPr>
          <p:nvPr/>
        </p:nvSpPr>
        <p:spPr bwMode="auto">
          <a:xfrm>
            <a:off x="6073775" y="2760663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99" name="Freeform 31">
            <a:extLst>
              <a:ext uri="{FF2B5EF4-FFF2-40B4-BE49-F238E27FC236}">
                <a16:creationId xmlns:a16="http://schemas.microsoft.com/office/drawing/2014/main" id="{8DF63FCC-67DE-43A2-B377-455D9EE18FF2}"/>
              </a:ext>
            </a:extLst>
          </p:cNvPr>
          <p:cNvSpPr>
            <a:spLocks/>
          </p:cNvSpPr>
          <p:nvPr/>
        </p:nvSpPr>
        <p:spPr bwMode="auto">
          <a:xfrm>
            <a:off x="5835650" y="2760663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00" name="Freeform 32">
            <a:extLst>
              <a:ext uri="{FF2B5EF4-FFF2-40B4-BE49-F238E27FC236}">
                <a16:creationId xmlns:a16="http://schemas.microsoft.com/office/drawing/2014/main" id="{A8C69AA8-F70B-4FB0-989F-45A92EDC3A42}"/>
              </a:ext>
            </a:extLst>
          </p:cNvPr>
          <p:cNvSpPr>
            <a:spLocks/>
          </p:cNvSpPr>
          <p:nvPr/>
        </p:nvSpPr>
        <p:spPr bwMode="auto">
          <a:xfrm>
            <a:off x="6073775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01" name="Freeform 33">
            <a:extLst>
              <a:ext uri="{FF2B5EF4-FFF2-40B4-BE49-F238E27FC236}">
                <a16:creationId xmlns:a16="http://schemas.microsoft.com/office/drawing/2014/main" id="{50FB277C-DC2D-489E-A162-6779715D0112}"/>
              </a:ext>
            </a:extLst>
          </p:cNvPr>
          <p:cNvSpPr>
            <a:spLocks/>
          </p:cNvSpPr>
          <p:nvPr/>
        </p:nvSpPr>
        <p:spPr bwMode="auto">
          <a:xfrm>
            <a:off x="5835650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02" name="Freeform 34">
            <a:extLst>
              <a:ext uri="{FF2B5EF4-FFF2-40B4-BE49-F238E27FC236}">
                <a16:creationId xmlns:a16="http://schemas.microsoft.com/office/drawing/2014/main" id="{43FB828E-1A02-4D6E-A612-40695C42B0E2}"/>
              </a:ext>
            </a:extLst>
          </p:cNvPr>
          <p:cNvSpPr>
            <a:spLocks/>
          </p:cNvSpPr>
          <p:nvPr/>
        </p:nvSpPr>
        <p:spPr bwMode="auto">
          <a:xfrm>
            <a:off x="67484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03" name="Line 35">
            <a:extLst>
              <a:ext uri="{FF2B5EF4-FFF2-40B4-BE49-F238E27FC236}">
                <a16:creationId xmlns:a16="http://schemas.microsoft.com/office/drawing/2014/main" id="{FFA47245-B84D-4BC4-A2F1-4F4BD91BFCD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9738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04" name="Freeform 36">
            <a:extLst>
              <a:ext uri="{FF2B5EF4-FFF2-40B4-BE49-F238E27FC236}">
                <a16:creationId xmlns:a16="http://schemas.microsoft.com/office/drawing/2014/main" id="{BEDD6800-66A6-4011-B2D3-6D60F4A41429}"/>
              </a:ext>
            </a:extLst>
          </p:cNvPr>
          <p:cNvSpPr>
            <a:spLocks/>
          </p:cNvSpPr>
          <p:nvPr/>
        </p:nvSpPr>
        <p:spPr bwMode="auto">
          <a:xfrm>
            <a:off x="4619625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05" name="Line 37">
            <a:extLst>
              <a:ext uri="{FF2B5EF4-FFF2-40B4-BE49-F238E27FC236}">
                <a16:creationId xmlns:a16="http://schemas.microsoft.com/office/drawing/2014/main" id="{D0A31479-825F-4E6D-980E-DB40C370435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609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06" name="Freeform 38">
            <a:extLst>
              <a:ext uri="{FF2B5EF4-FFF2-40B4-BE49-F238E27FC236}">
                <a16:creationId xmlns:a16="http://schemas.microsoft.com/office/drawing/2014/main" id="{99922FF8-2883-4014-95C9-2C16A37CC248}"/>
              </a:ext>
            </a:extLst>
          </p:cNvPr>
          <p:cNvSpPr>
            <a:spLocks/>
          </p:cNvSpPr>
          <p:nvPr/>
        </p:nvSpPr>
        <p:spPr bwMode="auto">
          <a:xfrm>
            <a:off x="6051550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07" name="Line 39">
            <a:extLst>
              <a:ext uri="{FF2B5EF4-FFF2-40B4-BE49-F238E27FC236}">
                <a16:creationId xmlns:a16="http://schemas.microsoft.com/office/drawing/2014/main" id="{70FB0FDD-A9D7-4799-9131-AFEAFF5397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37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08" name="Freeform 40">
            <a:extLst>
              <a:ext uri="{FF2B5EF4-FFF2-40B4-BE49-F238E27FC236}">
                <a16:creationId xmlns:a16="http://schemas.microsoft.com/office/drawing/2014/main" id="{9B160DF0-01A9-4883-9279-24A93AB9CC34}"/>
              </a:ext>
            </a:extLst>
          </p:cNvPr>
          <p:cNvSpPr>
            <a:spLocks/>
          </p:cNvSpPr>
          <p:nvPr/>
        </p:nvSpPr>
        <p:spPr bwMode="auto">
          <a:xfrm>
            <a:off x="5187950" y="3001963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09" name="Freeform 41">
            <a:extLst>
              <a:ext uri="{FF2B5EF4-FFF2-40B4-BE49-F238E27FC236}">
                <a16:creationId xmlns:a16="http://schemas.microsoft.com/office/drawing/2014/main" id="{F505350E-938B-495B-8DC4-741DB3E160A3}"/>
              </a:ext>
            </a:extLst>
          </p:cNvPr>
          <p:cNvSpPr>
            <a:spLocks/>
          </p:cNvSpPr>
          <p:nvPr/>
        </p:nvSpPr>
        <p:spPr bwMode="auto">
          <a:xfrm>
            <a:off x="5335588" y="3001963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10" name="Freeform 42">
            <a:extLst>
              <a:ext uri="{FF2B5EF4-FFF2-40B4-BE49-F238E27FC236}">
                <a16:creationId xmlns:a16="http://schemas.microsoft.com/office/drawing/2014/main" id="{2EF23294-05C9-4C77-97BC-5BA73B76A340}"/>
              </a:ext>
            </a:extLst>
          </p:cNvPr>
          <p:cNvSpPr>
            <a:spLocks/>
          </p:cNvSpPr>
          <p:nvPr/>
        </p:nvSpPr>
        <p:spPr bwMode="auto">
          <a:xfrm>
            <a:off x="5503863" y="3001963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11" name="Freeform 43">
            <a:extLst>
              <a:ext uri="{FF2B5EF4-FFF2-40B4-BE49-F238E27FC236}">
                <a16:creationId xmlns:a16="http://schemas.microsoft.com/office/drawing/2014/main" id="{C91FFA3C-7C5B-4498-A36B-751F4CA55646}"/>
              </a:ext>
            </a:extLst>
          </p:cNvPr>
          <p:cNvSpPr>
            <a:spLocks/>
          </p:cNvSpPr>
          <p:nvPr/>
        </p:nvSpPr>
        <p:spPr bwMode="auto">
          <a:xfrm>
            <a:off x="47879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12" name="Freeform 44">
            <a:extLst>
              <a:ext uri="{FF2B5EF4-FFF2-40B4-BE49-F238E27FC236}">
                <a16:creationId xmlns:a16="http://schemas.microsoft.com/office/drawing/2014/main" id="{D877D794-502F-4A69-94DF-91F8CBF2DE29}"/>
              </a:ext>
            </a:extLst>
          </p:cNvPr>
          <p:cNvSpPr>
            <a:spLocks/>
          </p:cNvSpPr>
          <p:nvPr/>
        </p:nvSpPr>
        <p:spPr bwMode="auto">
          <a:xfrm>
            <a:off x="5187950" y="2200275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13" name="Freeform 45">
            <a:extLst>
              <a:ext uri="{FF2B5EF4-FFF2-40B4-BE49-F238E27FC236}">
                <a16:creationId xmlns:a16="http://schemas.microsoft.com/office/drawing/2014/main" id="{2261C9D7-C36F-42B9-8C11-E51138B09AC7}"/>
              </a:ext>
            </a:extLst>
          </p:cNvPr>
          <p:cNvSpPr>
            <a:spLocks/>
          </p:cNvSpPr>
          <p:nvPr/>
        </p:nvSpPr>
        <p:spPr bwMode="auto">
          <a:xfrm>
            <a:off x="5335588" y="2200275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14" name="Freeform 46">
            <a:extLst>
              <a:ext uri="{FF2B5EF4-FFF2-40B4-BE49-F238E27FC236}">
                <a16:creationId xmlns:a16="http://schemas.microsoft.com/office/drawing/2014/main" id="{FBB31655-31B0-4FD7-94C5-151A154D7157}"/>
              </a:ext>
            </a:extLst>
          </p:cNvPr>
          <p:cNvSpPr>
            <a:spLocks/>
          </p:cNvSpPr>
          <p:nvPr/>
        </p:nvSpPr>
        <p:spPr bwMode="auto">
          <a:xfrm>
            <a:off x="5503863" y="2200275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15" name="Line 47">
            <a:extLst>
              <a:ext uri="{FF2B5EF4-FFF2-40B4-BE49-F238E27FC236}">
                <a16:creationId xmlns:a16="http://schemas.microsoft.com/office/drawing/2014/main" id="{99FEFFD6-2BF3-4DC5-A484-25D6F1933401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6138" y="1947863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16" name="Line 48">
            <a:extLst>
              <a:ext uri="{FF2B5EF4-FFF2-40B4-BE49-F238E27FC236}">
                <a16:creationId xmlns:a16="http://schemas.microsoft.com/office/drawing/2014/main" id="{B4AA9A2D-0535-4956-95DA-743AAEF758DA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1413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17" name="Line 49">
            <a:extLst>
              <a:ext uri="{FF2B5EF4-FFF2-40B4-BE49-F238E27FC236}">
                <a16:creationId xmlns:a16="http://schemas.microsoft.com/office/drawing/2014/main" id="{9F9C7F4E-BB43-48E8-87E1-D3E63241873E}"/>
              </a:ext>
            </a:extLst>
          </p:cNvPr>
          <p:cNvSpPr>
            <a:spLocks noChangeShapeType="1"/>
          </p:cNvSpPr>
          <p:nvPr/>
        </p:nvSpPr>
        <p:spPr bwMode="auto">
          <a:xfrm>
            <a:off x="6642100" y="1947863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18" name="Line 50">
            <a:extLst>
              <a:ext uri="{FF2B5EF4-FFF2-40B4-BE49-F238E27FC236}">
                <a16:creationId xmlns:a16="http://schemas.microsoft.com/office/drawing/2014/main" id="{BFEAB43D-E8A3-4BE8-B279-74034686876A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19" name="Line 51">
            <a:extLst>
              <a:ext uri="{FF2B5EF4-FFF2-40B4-BE49-F238E27FC236}">
                <a16:creationId xmlns:a16="http://schemas.microsoft.com/office/drawing/2014/main" id="{023937CB-0A99-4F5F-B33C-3E07092BFC7D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3263" y="1947863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20" name="Freeform 52">
            <a:extLst>
              <a:ext uri="{FF2B5EF4-FFF2-40B4-BE49-F238E27FC236}">
                <a16:creationId xmlns:a16="http://schemas.microsoft.com/office/drawing/2014/main" id="{13F9B547-9037-4F07-94FF-5BF921674590}"/>
              </a:ext>
            </a:extLst>
          </p:cNvPr>
          <p:cNvSpPr>
            <a:spLocks/>
          </p:cNvSpPr>
          <p:nvPr/>
        </p:nvSpPr>
        <p:spPr bwMode="auto">
          <a:xfrm>
            <a:off x="6896100" y="2200275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21" name="Freeform 53">
            <a:extLst>
              <a:ext uri="{FF2B5EF4-FFF2-40B4-BE49-F238E27FC236}">
                <a16:creationId xmlns:a16="http://schemas.microsoft.com/office/drawing/2014/main" id="{61A13C61-E0C5-447C-8627-282A5154857E}"/>
              </a:ext>
            </a:extLst>
          </p:cNvPr>
          <p:cNvSpPr>
            <a:spLocks/>
          </p:cNvSpPr>
          <p:nvPr/>
        </p:nvSpPr>
        <p:spPr bwMode="auto">
          <a:xfrm>
            <a:off x="7316788" y="2200275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22" name="Freeform 54">
            <a:extLst>
              <a:ext uri="{FF2B5EF4-FFF2-40B4-BE49-F238E27FC236}">
                <a16:creationId xmlns:a16="http://schemas.microsoft.com/office/drawing/2014/main" id="{0DE6C0A3-DC81-49C8-AE7B-3651C65012EF}"/>
              </a:ext>
            </a:extLst>
          </p:cNvPr>
          <p:cNvSpPr>
            <a:spLocks/>
          </p:cNvSpPr>
          <p:nvPr/>
        </p:nvSpPr>
        <p:spPr bwMode="auto">
          <a:xfrm>
            <a:off x="6664325" y="4329113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23" name="Freeform 55">
            <a:extLst>
              <a:ext uri="{FF2B5EF4-FFF2-40B4-BE49-F238E27FC236}">
                <a16:creationId xmlns:a16="http://schemas.microsoft.com/office/drawing/2014/main" id="{2172EF48-516F-44E9-8542-97E9383A98EB}"/>
              </a:ext>
            </a:extLst>
          </p:cNvPr>
          <p:cNvSpPr>
            <a:spLocks/>
          </p:cNvSpPr>
          <p:nvPr/>
        </p:nvSpPr>
        <p:spPr bwMode="auto">
          <a:xfrm>
            <a:off x="6810375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24" name="Freeform 56">
            <a:extLst>
              <a:ext uri="{FF2B5EF4-FFF2-40B4-BE49-F238E27FC236}">
                <a16:creationId xmlns:a16="http://schemas.microsoft.com/office/drawing/2014/main" id="{AE49A53A-1751-4AA1-8CE4-E4835615B902}"/>
              </a:ext>
            </a:extLst>
          </p:cNvPr>
          <p:cNvSpPr>
            <a:spLocks/>
          </p:cNvSpPr>
          <p:nvPr/>
        </p:nvSpPr>
        <p:spPr bwMode="auto">
          <a:xfrm>
            <a:off x="3629025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25" name="Line 57">
            <a:extLst>
              <a:ext uri="{FF2B5EF4-FFF2-40B4-BE49-F238E27FC236}">
                <a16:creationId xmlns:a16="http://schemas.microsoft.com/office/drawing/2014/main" id="{61B05752-E96A-4437-9449-09DD807927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300" y="3211513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26" name="Freeform 58">
            <a:extLst>
              <a:ext uri="{FF2B5EF4-FFF2-40B4-BE49-F238E27FC236}">
                <a16:creationId xmlns:a16="http://schemas.microsoft.com/office/drawing/2014/main" id="{EA6613E1-0C3A-4AD0-A4C8-13C142B41660}"/>
              </a:ext>
            </a:extLst>
          </p:cNvPr>
          <p:cNvSpPr>
            <a:spLocks/>
          </p:cNvSpPr>
          <p:nvPr/>
        </p:nvSpPr>
        <p:spPr bwMode="auto">
          <a:xfrm>
            <a:off x="32067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27" name="Line 59">
            <a:extLst>
              <a:ext uri="{FF2B5EF4-FFF2-40B4-BE49-F238E27FC236}">
                <a16:creationId xmlns:a16="http://schemas.microsoft.com/office/drawing/2014/main" id="{1A475216-D4CD-4623-B302-9C30417460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27388" y="3211513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28" name="Freeform 60">
            <a:extLst>
              <a:ext uri="{FF2B5EF4-FFF2-40B4-BE49-F238E27FC236}">
                <a16:creationId xmlns:a16="http://schemas.microsoft.com/office/drawing/2014/main" id="{E764F1CA-E591-4508-AC23-2ED30EF308F2}"/>
              </a:ext>
            </a:extLst>
          </p:cNvPr>
          <p:cNvSpPr>
            <a:spLocks/>
          </p:cNvSpPr>
          <p:nvPr/>
        </p:nvSpPr>
        <p:spPr bwMode="auto">
          <a:xfrm>
            <a:off x="1795463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29" name="Line 61">
            <a:extLst>
              <a:ext uri="{FF2B5EF4-FFF2-40B4-BE49-F238E27FC236}">
                <a16:creationId xmlns:a16="http://schemas.microsoft.com/office/drawing/2014/main" id="{6982D7C6-BAE2-4F3B-AD11-59C62A9594B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16100" y="3211513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30" name="Freeform 62">
            <a:extLst>
              <a:ext uri="{FF2B5EF4-FFF2-40B4-BE49-F238E27FC236}">
                <a16:creationId xmlns:a16="http://schemas.microsoft.com/office/drawing/2014/main" id="{168261F3-7553-4D07-B5C7-291435A0CFC7}"/>
              </a:ext>
            </a:extLst>
          </p:cNvPr>
          <p:cNvSpPr>
            <a:spLocks/>
          </p:cNvSpPr>
          <p:nvPr/>
        </p:nvSpPr>
        <p:spPr bwMode="auto">
          <a:xfrm>
            <a:off x="1289050" y="4329113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31" name="Line 63">
            <a:extLst>
              <a:ext uri="{FF2B5EF4-FFF2-40B4-BE49-F238E27FC236}">
                <a16:creationId xmlns:a16="http://schemas.microsoft.com/office/drawing/2014/main" id="{88C2952C-8A6C-4A2D-B311-7EEABD32CFD4}"/>
              </a:ext>
            </a:extLst>
          </p:cNvPr>
          <p:cNvSpPr>
            <a:spLocks noChangeShapeType="1"/>
          </p:cNvSpPr>
          <p:nvPr/>
        </p:nvSpPr>
        <p:spPr bwMode="auto">
          <a:xfrm>
            <a:off x="14160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32" name="Freeform 64">
            <a:extLst>
              <a:ext uri="{FF2B5EF4-FFF2-40B4-BE49-F238E27FC236}">
                <a16:creationId xmlns:a16="http://schemas.microsoft.com/office/drawing/2014/main" id="{022F1F8B-4F01-497B-B32B-B9392BF23DDE}"/>
              </a:ext>
            </a:extLst>
          </p:cNvPr>
          <p:cNvSpPr>
            <a:spLocks/>
          </p:cNvSpPr>
          <p:nvPr/>
        </p:nvSpPr>
        <p:spPr bwMode="auto">
          <a:xfrm>
            <a:off x="24907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33" name="Line 65">
            <a:extLst>
              <a:ext uri="{FF2B5EF4-FFF2-40B4-BE49-F238E27FC236}">
                <a16:creationId xmlns:a16="http://schemas.microsoft.com/office/drawing/2014/main" id="{14B7B72A-DB61-4606-886B-DFCCFB46036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32063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34" name="Freeform 66">
            <a:extLst>
              <a:ext uri="{FF2B5EF4-FFF2-40B4-BE49-F238E27FC236}">
                <a16:creationId xmlns:a16="http://schemas.microsoft.com/office/drawing/2014/main" id="{01F7B22D-76B5-45DA-A0EA-DB536B436E5F}"/>
              </a:ext>
            </a:extLst>
          </p:cNvPr>
          <p:cNvSpPr>
            <a:spLocks/>
          </p:cNvSpPr>
          <p:nvPr/>
        </p:nvSpPr>
        <p:spPr bwMode="auto">
          <a:xfrm>
            <a:off x="5905500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35" name="Line 67">
            <a:extLst>
              <a:ext uri="{FF2B5EF4-FFF2-40B4-BE49-F238E27FC236}">
                <a16:creationId xmlns:a16="http://schemas.microsoft.com/office/drawing/2014/main" id="{CFFB1939-1FFB-4084-9615-A8A06D9EB7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26138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36" name="Freeform 68">
            <a:extLst>
              <a:ext uri="{FF2B5EF4-FFF2-40B4-BE49-F238E27FC236}">
                <a16:creationId xmlns:a16="http://schemas.microsoft.com/office/drawing/2014/main" id="{1FF77EEE-B4AB-4AC1-B08D-1D86BAB494B7}"/>
              </a:ext>
            </a:extLst>
          </p:cNvPr>
          <p:cNvSpPr>
            <a:spLocks/>
          </p:cNvSpPr>
          <p:nvPr/>
        </p:nvSpPr>
        <p:spPr bwMode="auto">
          <a:xfrm>
            <a:off x="53355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37" name="Line 69">
            <a:extLst>
              <a:ext uri="{FF2B5EF4-FFF2-40B4-BE49-F238E27FC236}">
                <a16:creationId xmlns:a16="http://schemas.microsoft.com/office/drawing/2014/main" id="{B6E36BCD-9DD8-4E6A-B895-8F163C0EF68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562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38" name="Freeform 70">
            <a:extLst>
              <a:ext uri="{FF2B5EF4-FFF2-40B4-BE49-F238E27FC236}">
                <a16:creationId xmlns:a16="http://schemas.microsoft.com/office/drawing/2014/main" id="{30440568-8DE7-4D66-9432-B8948D9CB6DD}"/>
              </a:ext>
            </a:extLst>
          </p:cNvPr>
          <p:cNvSpPr>
            <a:spLocks/>
          </p:cNvSpPr>
          <p:nvPr/>
        </p:nvSpPr>
        <p:spPr bwMode="auto">
          <a:xfrm>
            <a:off x="2343150" y="3486150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39" name="Freeform 71">
            <a:extLst>
              <a:ext uri="{FF2B5EF4-FFF2-40B4-BE49-F238E27FC236}">
                <a16:creationId xmlns:a16="http://schemas.microsoft.com/office/drawing/2014/main" id="{02E2CFA1-F451-44C5-889F-64F9628E09E5}"/>
              </a:ext>
            </a:extLst>
          </p:cNvPr>
          <p:cNvSpPr>
            <a:spLocks/>
          </p:cNvSpPr>
          <p:nvPr/>
        </p:nvSpPr>
        <p:spPr bwMode="auto">
          <a:xfrm>
            <a:off x="2511425" y="3486150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40" name="Freeform 72">
            <a:extLst>
              <a:ext uri="{FF2B5EF4-FFF2-40B4-BE49-F238E27FC236}">
                <a16:creationId xmlns:a16="http://schemas.microsoft.com/office/drawing/2014/main" id="{C857F363-1C19-4402-8651-099BCC4C5EE1}"/>
              </a:ext>
            </a:extLst>
          </p:cNvPr>
          <p:cNvSpPr>
            <a:spLocks/>
          </p:cNvSpPr>
          <p:nvPr/>
        </p:nvSpPr>
        <p:spPr bwMode="auto">
          <a:xfrm>
            <a:off x="2659063" y="3486150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41" name="Freeform 73">
            <a:extLst>
              <a:ext uri="{FF2B5EF4-FFF2-40B4-BE49-F238E27FC236}">
                <a16:creationId xmlns:a16="http://schemas.microsoft.com/office/drawing/2014/main" id="{A2972ABC-51E4-48D8-9057-E7D124BC7790}"/>
              </a:ext>
            </a:extLst>
          </p:cNvPr>
          <p:cNvSpPr>
            <a:spLocks/>
          </p:cNvSpPr>
          <p:nvPr/>
        </p:nvSpPr>
        <p:spPr bwMode="auto">
          <a:xfrm>
            <a:off x="37544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42" name="Freeform 74">
            <a:extLst>
              <a:ext uri="{FF2B5EF4-FFF2-40B4-BE49-F238E27FC236}">
                <a16:creationId xmlns:a16="http://schemas.microsoft.com/office/drawing/2014/main" id="{79D4F55C-937C-4EA6-88FC-875C1BD42319}"/>
              </a:ext>
            </a:extLst>
          </p:cNvPr>
          <p:cNvSpPr>
            <a:spLocks/>
          </p:cNvSpPr>
          <p:nvPr/>
        </p:nvSpPr>
        <p:spPr bwMode="auto">
          <a:xfrm>
            <a:off x="3924300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43" name="Freeform 75">
            <a:extLst>
              <a:ext uri="{FF2B5EF4-FFF2-40B4-BE49-F238E27FC236}">
                <a16:creationId xmlns:a16="http://schemas.microsoft.com/office/drawing/2014/main" id="{EBA9AE69-79C2-4864-86EE-860A16ED8806}"/>
              </a:ext>
            </a:extLst>
          </p:cNvPr>
          <p:cNvSpPr>
            <a:spLocks/>
          </p:cNvSpPr>
          <p:nvPr/>
        </p:nvSpPr>
        <p:spPr bwMode="auto">
          <a:xfrm>
            <a:off x="4092575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44" name="Rectangle 76">
            <a:extLst>
              <a:ext uri="{FF2B5EF4-FFF2-40B4-BE49-F238E27FC236}">
                <a16:creationId xmlns:a16="http://schemas.microsoft.com/office/drawing/2014/main" id="{87845361-74F3-4B73-8A40-17C74F0F3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1050" y="5532438"/>
            <a:ext cx="211138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45" name="Rectangle 77">
            <a:extLst>
              <a:ext uri="{FF2B5EF4-FFF2-40B4-BE49-F238E27FC236}">
                <a16:creationId xmlns:a16="http://schemas.microsoft.com/office/drawing/2014/main" id="{5E2E97E5-D000-4358-8536-ABDD1BE294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013" y="562768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46" name="Rectangle 78">
            <a:extLst>
              <a:ext uri="{FF2B5EF4-FFF2-40B4-BE49-F238E27FC236}">
                <a16:creationId xmlns:a16="http://schemas.microsoft.com/office/drawing/2014/main" id="{3EF6FD32-FB58-48C3-BD1E-88573C7F9C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1138" y="5532438"/>
            <a:ext cx="2111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47" name="Rectangle 79">
            <a:extLst>
              <a:ext uri="{FF2B5EF4-FFF2-40B4-BE49-F238E27FC236}">
                <a16:creationId xmlns:a16="http://schemas.microsoft.com/office/drawing/2014/main" id="{1DCDCFF2-246E-4447-80F9-E623D10991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2100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48" name="Rectangle 80">
            <a:extLst>
              <a:ext uri="{FF2B5EF4-FFF2-40B4-BE49-F238E27FC236}">
                <a16:creationId xmlns:a16="http://schemas.microsoft.com/office/drawing/2014/main" id="{4991958D-0ED7-4F56-BDC7-FE7C4B3689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1563" y="5532438"/>
            <a:ext cx="2111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49" name="Rectangle 81">
            <a:extLst>
              <a:ext uri="{FF2B5EF4-FFF2-40B4-BE49-F238E27FC236}">
                <a16:creationId xmlns:a16="http://schemas.microsoft.com/office/drawing/2014/main" id="{8F81214B-45DE-4318-B492-5AEA8F85B5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22525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50" name="Rectangle 82">
            <a:extLst>
              <a:ext uri="{FF2B5EF4-FFF2-40B4-BE49-F238E27FC236}">
                <a16:creationId xmlns:a16="http://schemas.microsoft.com/office/drawing/2014/main" id="{D2B21ECD-4375-490C-B80E-7B9DCA2344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51" name="Rectangle 83">
            <a:extLst>
              <a:ext uri="{FF2B5EF4-FFF2-40B4-BE49-F238E27FC236}">
                <a16:creationId xmlns:a16="http://schemas.microsoft.com/office/drawing/2014/main" id="{E749BDEF-0CAA-431A-996F-BF778367B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56276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52" name="Rectangle 84">
            <a:extLst>
              <a:ext uri="{FF2B5EF4-FFF2-40B4-BE49-F238E27FC236}">
                <a16:creationId xmlns:a16="http://schemas.microsoft.com/office/drawing/2014/main" id="{88E9D779-A6AA-4DB5-B276-F8798651E7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53" name="Rectangle 85">
            <a:extLst>
              <a:ext uri="{FF2B5EF4-FFF2-40B4-BE49-F238E27FC236}">
                <a16:creationId xmlns:a16="http://schemas.microsoft.com/office/drawing/2014/main" id="{8BFB582C-636D-481F-A05C-62121DD22E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3475" y="29686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54" name="Rectangle 86">
            <a:extLst>
              <a:ext uri="{FF2B5EF4-FFF2-40B4-BE49-F238E27FC236}">
                <a16:creationId xmlns:a16="http://schemas.microsoft.com/office/drawing/2014/main" id="{D01E248F-8D7D-4180-A962-97886DF12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23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55" name="Rectangle 87">
            <a:extLst>
              <a:ext uri="{FF2B5EF4-FFF2-40B4-BE49-F238E27FC236}">
                <a16:creationId xmlns:a16="http://schemas.microsoft.com/office/drawing/2014/main" id="{D9322CCA-1E94-4CF2-B0F5-A262030F79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2788" y="29686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56" name="Rectangle 88">
            <a:extLst>
              <a:ext uri="{FF2B5EF4-FFF2-40B4-BE49-F238E27FC236}">
                <a16:creationId xmlns:a16="http://schemas.microsoft.com/office/drawing/2014/main" id="{F858185F-3A37-42C9-9C2A-77A233C91E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83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57" name="Rectangle 89">
            <a:extLst>
              <a:ext uri="{FF2B5EF4-FFF2-40B4-BE49-F238E27FC236}">
                <a16:creationId xmlns:a16="http://schemas.microsoft.com/office/drawing/2014/main" id="{A12DFCDD-AD2B-45A8-8D4A-94EB1120BE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0375" y="29686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58" name="Rectangle 90">
            <a:extLst>
              <a:ext uri="{FF2B5EF4-FFF2-40B4-BE49-F238E27FC236}">
                <a16:creationId xmlns:a16="http://schemas.microsoft.com/office/drawing/2014/main" id="{F27DD406-5AE8-4F5B-8B66-186CDADC0E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1038" y="29686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59" name="Rectangle 91">
            <a:extLst>
              <a:ext uri="{FF2B5EF4-FFF2-40B4-BE49-F238E27FC236}">
                <a16:creationId xmlns:a16="http://schemas.microsoft.com/office/drawing/2014/main" id="{51220834-8771-46F3-B89F-EF7033E4DC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1500" y="296862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60" name="Rectangle 92">
            <a:extLst>
              <a:ext uri="{FF2B5EF4-FFF2-40B4-BE49-F238E27FC236}">
                <a16:creationId xmlns:a16="http://schemas.microsoft.com/office/drawing/2014/main" id="{AAFA7D33-DC86-43BF-AFFE-0FF6158F33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113" y="4221163"/>
            <a:ext cx="2238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61" name="Rectangle 93">
            <a:extLst>
              <a:ext uri="{FF2B5EF4-FFF2-40B4-BE49-F238E27FC236}">
                <a16:creationId xmlns:a16="http://schemas.microsoft.com/office/drawing/2014/main" id="{EA52BF1B-D022-480B-B6C4-7830A5CA2A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9188" y="4318000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62" name="Rectangle 94">
            <a:extLst>
              <a:ext uri="{FF2B5EF4-FFF2-40B4-BE49-F238E27FC236}">
                <a16:creationId xmlns:a16="http://schemas.microsoft.com/office/drawing/2014/main" id="{FF948DAE-40BD-402F-B429-9BBF782355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0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63" name="Rectangle 95">
            <a:extLst>
              <a:ext uri="{FF2B5EF4-FFF2-40B4-BE49-F238E27FC236}">
                <a16:creationId xmlns:a16="http://schemas.microsoft.com/office/drawing/2014/main" id="{B114FF88-0187-4152-891E-9490A7498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1600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-bit adder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64" name="Rectangle 96">
            <a:extLst>
              <a:ext uri="{FF2B5EF4-FFF2-40B4-BE49-F238E27FC236}">
                <a16:creationId xmlns:a16="http://schemas.microsoft.com/office/drawing/2014/main" id="{63CCFFC7-2089-4A69-B995-99D9D424A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1775" y="1600200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65" name="Rectangle 97">
            <a:extLst>
              <a:ext uri="{FF2B5EF4-FFF2-40B4-BE49-F238E27FC236}">
                <a16:creationId xmlns:a16="http://schemas.microsoft.com/office/drawing/2014/main" id="{A14EE7F3-E203-4C95-8EC7-CEC9C02308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2263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66" name="Rectangle 98">
            <a:extLst>
              <a:ext uri="{FF2B5EF4-FFF2-40B4-BE49-F238E27FC236}">
                <a16:creationId xmlns:a16="http://schemas.microsoft.com/office/drawing/2014/main" id="{875000D4-EF66-4A0C-AD5D-6D199C2462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9938" y="1600200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67" name="Rectangle 99">
            <a:extLst>
              <a:ext uri="{FF2B5EF4-FFF2-40B4-BE49-F238E27FC236}">
                <a16:creationId xmlns:a16="http://schemas.microsoft.com/office/drawing/2014/main" id="{262A7101-BF56-40EB-8769-75411F257A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013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68" name="Rectangle 100">
            <a:extLst>
              <a:ext uri="{FF2B5EF4-FFF2-40B4-BE49-F238E27FC236}">
                <a16:creationId xmlns:a16="http://schemas.microsoft.com/office/drawing/2014/main" id="{45B6BE4D-9E75-4608-9F36-2B90FCF83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9113" y="1600200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69" name="Rectangle 101">
            <a:extLst>
              <a:ext uri="{FF2B5EF4-FFF2-40B4-BE49-F238E27FC236}">
                <a16:creationId xmlns:a16="http://schemas.microsoft.com/office/drawing/2014/main" id="{7B50E7B9-B78B-46C4-B427-FDC2A644EB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1188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70" name="Rectangle 102">
            <a:extLst>
              <a:ext uri="{FF2B5EF4-FFF2-40B4-BE49-F238E27FC236}">
                <a16:creationId xmlns:a16="http://schemas.microsoft.com/office/drawing/2014/main" id="{EE0CD964-7B02-405E-925B-71C43A1CF5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1850" y="169703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71" name="Rectangle 103">
            <a:extLst>
              <a:ext uri="{FF2B5EF4-FFF2-40B4-BE49-F238E27FC236}">
                <a16:creationId xmlns:a16="http://schemas.microsoft.com/office/drawing/2014/main" id="{4CA1135F-E8F9-40B9-808E-1C94C602B4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2313" y="16970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72" name="Rectangle 104">
            <a:extLst>
              <a:ext uri="{FF2B5EF4-FFF2-40B4-BE49-F238E27FC236}">
                <a16:creationId xmlns:a16="http://schemas.microsoft.com/office/drawing/2014/main" id="{07B09CE6-2EA5-4B9C-B0B7-3AE281D575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6013" y="4200525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73" name="Rectangle 105">
            <a:extLst>
              <a:ext uri="{FF2B5EF4-FFF2-40B4-BE49-F238E27FC236}">
                <a16:creationId xmlns:a16="http://schemas.microsoft.com/office/drawing/2014/main" id="{096433B3-6FFB-4CED-A71C-541ECEE253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8088" y="4297363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74" name="Rectangle 106">
            <a:extLst>
              <a:ext uri="{FF2B5EF4-FFF2-40B4-BE49-F238E27FC236}">
                <a16:creationId xmlns:a16="http://schemas.microsoft.com/office/drawing/2014/main" id="{8E827595-5348-46B5-AA94-996749E184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6038" y="1998663"/>
            <a:ext cx="4826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Add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75" name="Line 107">
            <a:extLst>
              <a:ext uri="{FF2B5EF4-FFF2-40B4-BE49-F238E27FC236}">
                <a16:creationId xmlns:a16="http://schemas.microsoft.com/office/drawing/2014/main" id="{9C1CA541-B517-4105-8601-46C25EC3334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55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76" name="Rectangle 108">
            <a:extLst>
              <a:ext uri="{FF2B5EF4-FFF2-40B4-BE49-F238E27FC236}">
                <a16:creationId xmlns:a16="http://schemas.microsoft.com/office/drawing/2014/main" id="{8DD721D5-C256-4B08-8AF3-58F85C2ECA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2913" y="1993900"/>
            <a:ext cx="206375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¤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77" name="Rectangle 109">
            <a:extLst>
              <a:ext uri="{FF2B5EF4-FFF2-40B4-BE49-F238E27FC236}">
                <a16:creationId xmlns:a16="http://schemas.microsoft.com/office/drawing/2014/main" id="{C48F310D-E734-4C17-A0B7-461D9DF08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53400" y="2000250"/>
            <a:ext cx="44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Sub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78" name="Rectangle 110">
            <a:extLst>
              <a:ext uri="{FF2B5EF4-FFF2-40B4-BE49-F238E27FC236}">
                <a16:creationId xmlns:a16="http://schemas.microsoft.com/office/drawing/2014/main" id="{DEF30382-C9E0-4CD8-BC51-39CAC57FA0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9863" y="2200275"/>
            <a:ext cx="70961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control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079" name="TextBox 125">
            <a:extLst>
              <a:ext uri="{FF2B5EF4-FFF2-40B4-BE49-F238E27FC236}">
                <a16:creationId xmlns:a16="http://schemas.microsoft.com/office/drawing/2014/main" id="{171EBD94-A9CD-4F32-A67B-4DB8D2DFE7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64770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3.12 from the textbook ]</a:t>
            </a:r>
          </a:p>
        </p:txBody>
      </p:sp>
      <p:sp>
        <p:nvSpPr>
          <p:cNvPr id="127080" name="Title 1">
            <a:extLst>
              <a:ext uri="{FF2B5EF4-FFF2-40B4-BE49-F238E27FC236}">
                <a16:creationId xmlns:a16="http://schemas.microsoft.com/office/drawing/2014/main" id="{43C37FF5-01C4-4B76-B552-C141591D5F2F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Subtraction: when control = 1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1" name="Line 4">
            <a:extLst>
              <a:ext uri="{FF2B5EF4-FFF2-40B4-BE49-F238E27FC236}">
                <a16:creationId xmlns:a16="http://schemas.microsoft.com/office/drawing/2014/main" id="{50BF2E5C-56E1-49F0-BD35-92BAFAEFA79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991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02" name="Freeform 5">
            <a:extLst>
              <a:ext uri="{FF2B5EF4-FFF2-40B4-BE49-F238E27FC236}">
                <a16:creationId xmlns:a16="http://schemas.microsoft.com/office/drawing/2014/main" id="{09795710-E173-4059-B4A3-0AC80EA18531}"/>
              </a:ext>
            </a:extLst>
          </p:cNvPr>
          <p:cNvSpPr>
            <a:spLocks/>
          </p:cNvSpPr>
          <p:nvPr/>
        </p:nvSpPr>
        <p:spPr bwMode="auto">
          <a:xfrm>
            <a:off x="6178550" y="2200275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03" name="Line 6">
            <a:extLst>
              <a:ext uri="{FF2B5EF4-FFF2-40B4-BE49-F238E27FC236}">
                <a16:creationId xmlns:a16="http://schemas.microsoft.com/office/drawing/2014/main" id="{009DBA02-1574-44C5-9BC7-6B52BFD46337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04" name="Line 7">
            <a:extLst>
              <a:ext uri="{FF2B5EF4-FFF2-40B4-BE49-F238E27FC236}">
                <a16:creationId xmlns:a16="http://schemas.microsoft.com/office/drawing/2014/main" id="{305944FC-0A3D-443A-B043-002933F2814E}"/>
              </a:ext>
            </a:extLst>
          </p:cNvPr>
          <p:cNvSpPr>
            <a:spLocks noChangeShapeType="1"/>
          </p:cNvSpPr>
          <p:nvPr/>
        </p:nvSpPr>
        <p:spPr bwMode="auto">
          <a:xfrm>
            <a:off x="6642100" y="2516188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05" name="Line 8">
            <a:extLst>
              <a:ext uri="{FF2B5EF4-FFF2-40B4-BE49-F238E27FC236}">
                <a16:creationId xmlns:a16="http://schemas.microsoft.com/office/drawing/2014/main" id="{AACAAB03-DA39-48F4-A792-349CB07B121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9738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06" name="Freeform 9">
            <a:extLst>
              <a:ext uri="{FF2B5EF4-FFF2-40B4-BE49-F238E27FC236}">
                <a16:creationId xmlns:a16="http://schemas.microsoft.com/office/drawing/2014/main" id="{E265FB84-06DF-4FF0-A6B1-369618A03CB3}"/>
              </a:ext>
            </a:extLst>
          </p:cNvPr>
          <p:cNvSpPr>
            <a:spLocks/>
          </p:cNvSpPr>
          <p:nvPr/>
        </p:nvSpPr>
        <p:spPr bwMode="auto">
          <a:xfrm>
            <a:off x="6784975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07" name="Freeform 10">
            <a:extLst>
              <a:ext uri="{FF2B5EF4-FFF2-40B4-BE49-F238E27FC236}">
                <a16:creationId xmlns:a16="http://schemas.microsoft.com/office/drawing/2014/main" id="{506B62C7-884E-4EEB-84EA-12A19E3146E9}"/>
              </a:ext>
            </a:extLst>
          </p:cNvPr>
          <p:cNvSpPr>
            <a:spLocks/>
          </p:cNvSpPr>
          <p:nvPr/>
        </p:nvSpPr>
        <p:spPr bwMode="auto">
          <a:xfrm>
            <a:off x="6545263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08" name="Freeform 11">
            <a:extLst>
              <a:ext uri="{FF2B5EF4-FFF2-40B4-BE49-F238E27FC236}">
                <a16:creationId xmlns:a16="http://schemas.microsoft.com/office/drawing/2014/main" id="{7DB2B305-A987-41C6-895F-35D93F7013E8}"/>
              </a:ext>
            </a:extLst>
          </p:cNvPr>
          <p:cNvSpPr>
            <a:spLocks/>
          </p:cNvSpPr>
          <p:nvPr/>
        </p:nvSpPr>
        <p:spPr bwMode="auto">
          <a:xfrm>
            <a:off x="67833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09" name="Freeform 12">
            <a:extLst>
              <a:ext uri="{FF2B5EF4-FFF2-40B4-BE49-F238E27FC236}">
                <a16:creationId xmlns:a16="http://schemas.microsoft.com/office/drawing/2014/main" id="{18418B85-80B6-4355-930B-A467135ECD61}"/>
              </a:ext>
            </a:extLst>
          </p:cNvPr>
          <p:cNvSpPr>
            <a:spLocks/>
          </p:cNvSpPr>
          <p:nvPr/>
        </p:nvSpPr>
        <p:spPr bwMode="auto">
          <a:xfrm>
            <a:off x="65452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10" name="Freeform 13">
            <a:extLst>
              <a:ext uri="{FF2B5EF4-FFF2-40B4-BE49-F238E27FC236}">
                <a16:creationId xmlns:a16="http://schemas.microsoft.com/office/drawing/2014/main" id="{2487BFE6-9704-4459-BD1D-083E46114332}"/>
              </a:ext>
            </a:extLst>
          </p:cNvPr>
          <p:cNvSpPr>
            <a:spLocks/>
          </p:cNvSpPr>
          <p:nvPr/>
        </p:nvSpPr>
        <p:spPr bwMode="auto">
          <a:xfrm>
            <a:off x="67833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11" name="Freeform 14">
            <a:extLst>
              <a:ext uri="{FF2B5EF4-FFF2-40B4-BE49-F238E27FC236}">
                <a16:creationId xmlns:a16="http://schemas.microsoft.com/office/drawing/2014/main" id="{9BE02546-080A-4DCB-9C80-39623075C127}"/>
              </a:ext>
            </a:extLst>
          </p:cNvPr>
          <p:cNvSpPr>
            <a:spLocks/>
          </p:cNvSpPr>
          <p:nvPr/>
        </p:nvSpPr>
        <p:spPr bwMode="auto">
          <a:xfrm>
            <a:off x="65452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12" name="Freeform 15">
            <a:extLst>
              <a:ext uri="{FF2B5EF4-FFF2-40B4-BE49-F238E27FC236}">
                <a16:creationId xmlns:a16="http://schemas.microsoft.com/office/drawing/2014/main" id="{5B20C813-5C1C-41ED-A38C-327A4F115B4F}"/>
              </a:ext>
            </a:extLst>
          </p:cNvPr>
          <p:cNvSpPr>
            <a:spLocks/>
          </p:cNvSpPr>
          <p:nvPr/>
        </p:nvSpPr>
        <p:spPr bwMode="auto">
          <a:xfrm>
            <a:off x="1541463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13" name="Line 16">
            <a:extLst>
              <a:ext uri="{FF2B5EF4-FFF2-40B4-BE49-F238E27FC236}">
                <a16:creationId xmlns:a16="http://schemas.microsoft.com/office/drawing/2014/main" id="{3B1305C0-ACDB-42DD-A153-A1D9BCA0F3D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7900" y="2495550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14" name="Line 17">
            <a:extLst>
              <a:ext uri="{FF2B5EF4-FFF2-40B4-BE49-F238E27FC236}">
                <a16:creationId xmlns:a16="http://schemas.microsoft.com/office/drawing/2014/main" id="{1A9055D9-2977-4F88-9F36-A42F13F5FA06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3263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15" name="Line 18">
            <a:extLst>
              <a:ext uri="{FF2B5EF4-FFF2-40B4-BE49-F238E27FC236}">
                <a16:creationId xmlns:a16="http://schemas.microsoft.com/office/drawing/2014/main" id="{BF1957E2-9413-4CE0-89A0-CDEE0AE6DD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609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28016" name="Group 111">
            <a:extLst>
              <a:ext uri="{FF2B5EF4-FFF2-40B4-BE49-F238E27FC236}">
                <a16:creationId xmlns:a16="http://schemas.microsoft.com/office/drawing/2014/main" id="{2EA2DD6D-4C11-4BA6-9460-65BD43758C80}"/>
              </a:ext>
            </a:extLst>
          </p:cNvPr>
          <p:cNvGrpSpPr>
            <a:grpSpLocks/>
          </p:cNvGrpSpPr>
          <p:nvPr/>
        </p:nvGrpSpPr>
        <p:grpSpPr bwMode="auto">
          <a:xfrm>
            <a:off x="4418013" y="2682875"/>
            <a:ext cx="476250" cy="682625"/>
            <a:chOff x="2783" y="1185"/>
            <a:chExt cx="300" cy="430"/>
          </a:xfrm>
        </p:grpSpPr>
        <p:sp>
          <p:nvSpPr>
            <p:cNvPr id="128109" name="Freeform 19">
              <a:extLst>
                <a:ext uri="{FF2B5EF4-FFF2-40B4-BE49-F238E27FC236}">
                  <a16:creationId xmlns:a16="http://schemas.microsoft.com/office/drawing/2014/main" id="{E752E703-7FCB-4132-99DE-6638A3396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10" name="Freeform 20">
              <a:extLst>
                <a:ext uri="{FF2B5EF4-FFF2-40B4-BE49-F238E27FC236}">
                  <a16:creationId xmlns:a16="http://schemas.microsoft.com/office/drawing/2014/main" id="{FDE5EEC2-68CC-42D5-B4DD-072929710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11" name="Freeform 21">
              <a:extLst>
                <a:ext uri="{FF2B5EF4-FFF2-40B4-BE49-F238E27FC236}">
                  <a16:creationId xmlns:a16="http://schemas.microsoft.com/office/drawing/2014/main" id="{E6FC23A3-34CB-43A9-9868-8E201DB10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12" name="Freeform 22">
              <a:extLst>
                <a:ext uri="{FF2B5EF4-FFF2-40B4-BE49-F238E27FC236}">
                  <a16:creationId xmlns:a16="http://schemas.microsoft.com/office/drawing/2014/main" id="{9E0761AF-5391-4530-A9B6-627BA98FC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13" name="Freeform 23">
              <a:extLst>
                <a:ext uri="{FF2B5EF4-FFF2-40B4-BE49-F238E27FC236}">
                  <a16:creationId xmlns:a16="http://schemas.microsoft.com/office/drawing/2014/main" id="{C819C563-2587-4B41-B1E2-6CFBF76AB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14" name="Freeform 24">
              <a:extLst>
                <a:ext uri="{FF2B5EF4-FFF2-40B4-BE49-F238E27FC236}">
                  <a16:creationId xmlns:a16="http://schemas.microsoft.com/office/drawing/2014/main" id="{9ECE9860-47BF-4F37-9E69-CED479629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28017" name="Line 25">
            <a:extLst>
              <a:ext uri="{FF2B5EF4-FFF2-40B4-BE49-F238E27FC236}">
                <a16:creationId xmlns:a16="http://schemas.microsoft.com/office/drawing/2014/main" id="{97EBAA1D-52F9-4EC9-9ABB-B3747D8A974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1413" y="2495550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18" name="Line 26">
            <a:extLst>
              <a:ext uri="{FF2B5EF4-FFF2-40B4-BE49-F238E27FC236}">
                <a16:creationId xmlns:a16="http://schemas.microsoft.com/office/drawing/2014/main" id="{41C95323-AEA7-405C-BE48-B724DC74F7C9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6138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19" name="Line 27">
            <a:extLst>
              <a:ext uri="{FF2B5EF4-FFF2-40B4-BE49-F238E27FC236}">
                <a16:creationId xmlns:a16="http://schemas.microsoft.com/office/drawing/2014/main" id="{A964A699-5F21-4D5D-B83A-0C0CA7B3191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37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20" name="Freeform 28">
            <a:extLst>
              <a:ext uri="{FF2B5EF4-FFF2-40B4-BE49-F238E27FC236}">
                <a16:creationId xmlns:a16="http://schemas.microsoft.com/office/drawing/2014/main" id="{45657317-36A0-4C7E-8EA8-0137E184432F}"/>
              </a:ext>
            </a:extLst>
          </p:cNvPr>
          <p:cNvSpPr>
            <a:spLocks/>
          </p:cNvSpPr>
          <p:nvPr/>
        </p:nvSpPr>
        <p:spPr bwMode="auto">
          <a:xfrm>
            <a:off x="6075363" y="2767013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21" name="Freeform 29">
            <a:extLst>
              <a:ext uri="{FF2B5EF4-FFF2-40B4-BE49-F238E27FC236}">
                <a16:creationId xmlns:a16="http://schemas.microsoft.com/office/drawing/2014/main" id="{5C1DA1D3-570E-4C05-8E04-C3609A19C31D}"/>
              </a:ext>
            </a:extLst>
          </p:cNvPr>
          <p:cNvSpPr>
            <a:spLocks/>
          </p:cNvSpPr>
          <p:nvPr/>
        </p:nvSpPr>
        <p:spPr bwMode="auto">
          <a:xfrm>
            <a:off x="5835650" y="2767013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22" name="Freeform 30">
            <a:extLst>
              <a:ext uri="{FF2B5EF4-FFF2-40B4-BE49-F238E27FC236}">
                <a16:creationId xmlns:a16="http://schemas.microsoft.com/office/drawing/2014/main" id="{7CD158BB-1A23-4ECB-ADB9-07A6E1F4C08D}"/>
              </a:ext>
            </a:extLst>
          </p:cNvPr>
          <p:cNvSpPr>
            <a:spLocks/>
          </p:cNvSpPr>
          <p:nvPr/>
        </p:nvSpPr>
        <p:spPr bwMode="auto">
          <a:xfrm>
            <a:off x="6073775" y="2760663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23" name="Freeform 31">
            <a:extLst>
              <a:ext uri="{FF2B5EF4-FFF2-40B4-BE49-F238E27FC236}">
                <a16:creationId xmlns:a16="http://schemas.microsoft.com/office/drawing/2014/main" id="{C1E47880-B4B6-47E9-94CB-55ADEED87F83}"/>
              </a:ext>
            </a:extLst>
          </p:cNvPr>
          <p:cNvSpPr>
            <a:spLocks/>
          </p:cNvSpPr>
          <p:nvPr/>
        </p:nvSpPr>
        <p:spPr bwMode="auto">
          <a:xfrm>
            <a:off x="5835650" y="2760663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24" name="Freeform 32">
            <a:extLst>
              <a:ext uri="{FF2B5EF4-FFF2-40B4-BE49-F238E27FC236}">
                <a16:creationId xmlns:a16="http://schemas.microsoft.com/office/drawing/2014/main" id="{F6FEF34E-DCAE-4949-9E4F-84C42714A397}"/>
              </a:ext>
            </a:extLst>
          </p:cNvPr>
          <p:cNvSpPr>
            <a:spLocks/>
          </p:cNvSpPr>
          <p:nvPr/>
        </p:nvSpPr>
        <p:spPr bwMode="auto">
          <a:xfrm>
            <a:off x="6073775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25" name="Freeform 33">
            <a:extLst>
              <a:ext uri="{FF2B5EF4-FFF2-40B4-BE49-F238E27FC236}">
                <a16:creationId xmlns:a16="http://schemas.microsoft.com/office/drawing/2014/main" id="{94D27B06-A918-4DF8-93D8-89D8CE3F2F33}"/>
              </a:ext>
            </a:extLst>
          </p:cNvPr>
          <p:cNvSpPr>
            <a:spLocks/>
          </p:cNvSpPr>
          <p:nvPr/>
        </p:nvSpPr>
        <p:spPr bwMode="auto">
          <a:xfrm>
            <a:off x="5835650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26" name="Freeform 34">
            <a:extLst>
              <a:ext uri="{FF2B5EF4-FFF2-40B4-BE49-F238E27FC236}">
                <a16:creationId xmlns:a16="http://schemas.microsoft.com/office/drawing/2014/main" id="{1A1B5E1B-9386-40AD-8F2C-ADED3AB3B1F4}"/>
              </a:ext>
            </a:extLst>
          </p:cNvPr>
          <p:cNvSpPr>
            <a:spLocks/>
          </p:cNvSpPr>
          <p:nvPr/>
        </p:nvSpPr>
        <p:spPr bwMode="auto">
          <a:xfrm>
            <a:off x="67484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27" name="Line 35">
            <a:extLst>
              <a:ext uri="{FF2B5EF4-FFF2-40B4-BE49-F238E27FC236}">
                <a16:creationId xmlns:a16="http://schemas.microsoft.com/office/drawing/2014/main" id="{97923B34-C39B-4DB6-B5B6-6D13695ED9F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9738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28" name="Freeform 36">
            <a:extLst>
              <a:ext uri="{FF2B5EF4-FFF2-40B4-BE49-F238E27FC236}">
                <a16:creationId xmlns:a16="http://schemas.microsoft.com/office/drawing/2014/main" id="{FCDDE484-778E-450F-8746-00DBAC737EA7}"/>
              </a:ext>
            </a:extLst>
          </p:cNvPr>
          <p:cNvSpPr>
            <a:spLocks/>
          </p:cNvSpPr>
          <p:nvPr/>
        </p:nvSpPr>
        <p:spPr bwMode="auto">
          <a:xfrm>
            <a:off x="4619625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29" name="Line 37">
            <a:extLst>
              <a:ext uri="{FF2B5EF4-FFF2-40B4-BE49-F238E27FC236}">
                <a16:creationId xmlns:a16="http://schemas.microsoft.com/office/drawing/2014/main" id="{C1531877-C8B1-4A00-9FA8-0169FCD133D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609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30" name="Freeform 38">
            <a:extLst>
              <a:ext uri="{FF2B5EF4-FFF2-40B4-BE49-F238E27FC236}">
                <a16:creationId xmlns:a16="http://schemas.microsoft.com/office/drawing/2014/main" id="{EE7FD671-8F78-4F9A-B718-D837784C0C4B}"/>
              </a:ext>
            </a:extLst>
          </p:cNvPr>
          <p:cNvSpPr>
            <a:spLocks/>
          </p:cNvSpPr>
          <p:nvPr/>
        </p:nvSpPr>
        <p:spPr bwMode="auto">
          <a:xfrm>
            <a:off x="6051550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31" name="Line 39">
            <a:extLst>
              <a:ext uri="{FF2B5EF4-FFF2-40B4-BE49-F238E27FC236}">
                <a16:creationId xmlns:a16="http://schemas.microsoft.com/office/drawing/2014/main" id="{77CFF40F-8D7E-4D87-BEFD-5A02F3ED133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37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32" name="Freeform 40">
            <a:extLst>
              <a:ext uri="{FF2B5EF4-FFF2-40B4-BE49-F238E27FC236}">
                <a16:creationId xmlns:a16="http://schemas.microsoft.com/office/drawing/2014/main" id="{45AAFCD6-C11D-4C63-9FD1-276004A2B92D}"/>
              </a:ext>
            </a:extLst>
          </p:cNvPr>
          <p:cNvSpPr>
            <a:spLocks/>
          </p:cNvSpPr>
          <p:nvPr/>
        </p:nvSpPr>
        <p:spPr bwMode="auto">
          <a:xfrm>
            <a:off x="5187950" y="3001963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33" name="Freeform 41">
            <a:extLst>
              <a:ext uri="{FF2B5EF4-FFF2-40B4-BE49-F238E27FC236}">
                <a16:creationId xmlns:a16="http://schemas.microsoft.com/office/drawing/2014/main" id="{7D3EDB84-53B2-4733-9A4B-611584C537A4}"/>
              </a:ext>
            </a:extLst>
          </p:cNvPr>
          <p:cNvSpPr>
            <a:spLocks/>
          </p:cNvSpPr>
          <p:nvPr/>
        </p:nvSpPr>
        <p:spPr bwMode="auto">
          <a:xfrm>
            <a:off x="5335588" y="3001963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34" name="Freeform 42">
            <a:extLst>
              <a:ext uri="{FF2B5EF4-FFF2-40B4-BE49-F238E27FC236}">
                <a16:creationId xmlns:a16="http://schemas.microsoft.com/office/drawing/2014/main" id="{357FEFA6-46E2-4FF7-AD90-C02BF9BCA6FC}"/>
              </a:ext>
            </a:extLst>
          </p:cNvPr>
          <p:cNvSpPr>
            <a:spLocks/>
          </p:cNvSpPr>
          <p:nvPr/>
        </p:nvSpPr>
        <p:spPr bwMode="auto">
          <a:xfrm>
            <a:off x="5503863" y="3001963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35" name="Freeform 43">
            <a:extLst>
              <a:ext uri="{FF2B5EF4-FFF2-40B4-BE49-F238E27FC236}">
                <a16:creationId xmlns:a16="http://schemas.microsoft.com/office/drawing/2014/main" id="{D44078BF-D8D6-42BC-99CC-C33690DFC299}"/>
              </a:ext>
            </a:extLst>
          </p:cNvPr>
          <p:cNvSpPr>
            <a:spLocks/>
          </p:cNvSpPr>
          <p:nvPr/>
        </p:nvSpPr>
        <p:spPr bwMode="auto">
          <a:xfrm>
            <a:off x="47879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36" name="Freeform 44">
            <a:extLst>
              <a:ext uri="{FF2B5EF4-FFF2-40B4-BE49-F238E27FC236}">
                <a16:creationId xmlns:a16="http://schemas.microsoft.com/office/drawing/2014/main" id="{39CEB3ED-69B2-40C2-8535-BE434F78A78C}"/>
              </a:ext>
            </a:extLst>
          </p:cNvPr>
          <p:cNvSpPr>
            <a:spLocks/>
          </p:cNvSpPr>
          <p:nvPr/>
        </p:nvSpPr>
        <p:spPr bwMode="auto">
          <a:xfrm>
            <a:off x="5187950" y="2200275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37" name="Freeform 45">
            <a:extLst>
              <a:ext uri="{FF2B5EF4-FFF2-40B4-BE49-F238E27FC236}">
                <a16:creationId xmlns:a16="http://schemas.microsoft.com/office/drawing/2014/main" id="{EC1187C4-CE38-4802-BDB3-D942A9C348F9}"/>
              </a:ext>
            </a:extLst>
          </p:cNvPr>
          <p:cNvSpPr>
            <a:spLocks/>
          </p:cNvSpPr>
          <p:nvPr/>
        </p:nvSpPr>
        <p:spPr bwMode="auto">
          <a:xfrm>
            <a:off x="5335588" y="2200275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38" name="Freeform 46">
            <a:extLst>
              <a:ext uri="{FF2B5EF4-FFF2-40B4-BE49-F238E27FC236}">
                <a16:creationId xmlns:a16="http://schemas.microsoft.com/office/drawing/2014/main" id="{F677B5A1-389D-43A2-8060-127CD9C06AF7}"/>
              </a:ext>
            </a:extLst>
          </p:cNvPr>
          <p:cNvSpPr>
            <a:spLocks/>
          </p:cNvSpPr>
          <p:nvPr/>
        </p:nvSpPr>
        <p:spPr bwMode="auto">
          <a:xfrm>
            <a:off x="5503863" y="2200275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39" name="Line 47">
            <a:extLst>
              <a:ext uri="{FF2B5EF4-FFF2-40B4-BE49-F238E27FC236}">
                <a16:creationId xmlns:a16="http://schemas.microsoft.com/office/drawing/2014/main" id="{23480DE4-F59D-40FD-A562-E230F26CCD8A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6138" y="1947863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40" name="Line 48">
            <a:extLst>
              <a:ext uri="{FF2B5EF4-FFF2-40B4-BE49-F238E27FC236}">
                <a16:creationId xmlns:a16="http://schemas.microsoft.com/office/drawing/2014/main" id="{35F454E8-8679-488B-B267-F485D4DF4F79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1413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41" name="Line 49">
            <a:extLst>
              <a:ext uri="{FF2B5EF4-FFF2-40B4-BE49-F238E27FC236}">
                <a16:creationId xmlns:a16="http://schemas.microsoft.com/office/drawing/2014/main" id="{0954AB8A-2434-4EF8-82B8-16F33902F5D1}"/>
              </a:ext>
            </a:extLst>
          </p:cNvPr>
          <p:cNvSpPr>
            <a:spLocks noChangeShapeType="1"/>
          </p:cNvSpPr>
          <p:nvPr/>
        </p:nvSpPr>
        <p:spPr bwMode="auto">
          <a:xfrm>
            <a:off x="6642100" y="1947863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42" name="Line 50">
            <a:extLst>
              <a:ext uri="{FF2B5EF4-FFF2-40B4-BE49-F238E27FC236}">
                <a16:creationId xmlns:a16="http://schemas.microsoft.com/office/drawing/2014/main" id="{38F765C2-E236-43AC-B39D-1E5E5AE2FA87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43" name="Line 51">
            <a:extLst>
              <a:ext uri="{FF2B5EF4-FFF2-40B4-BE49-F238E27FC236}">
                <a16:creationId xmlns:a16="http://schemas.microsoft.com/office/drawing/2014/main" id="{8AEA16AF-D8F1-43A8-9328-18AADD1949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3263" y="1947863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44" name="Freeform 52">
            <a:extLst>
              <a:ext uri="{FF2B5EF4-FFF2-40B4-BE49-F238E27FC236}">
                <a16:creationId xmlns:a16="http://schemas.microsoft.com/office/drawing/2014/main" id="{92CAF6B0-BB60-403F-AB1C-69D1A51D3137}"/>
              </a:ext>
            </a:extLst>
          </p:cNvPr>
          <p:cNvSpPr>
            <a:spLocks/>
          </p:cNvSpPr>
          <p:nvPr/>
        </p:nvSpPr>
        <p:spPr bwMode="auto">
          <a:xfrm>
            <a:off x="6896100" y="2200275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45" name="Freeform 53">
            <a:extLst>
              <a:ext uri="{FF2B5EF4-FFF2-40B4-BE49-F238E27FC236}">
                <a16:creationId xmlns:a16="http://schemas.microsoft.com/office/drawing/2014/main" id="{DE44923B-6A25-4B3E-960E-DC096025ABE4}"/>
              </a:ext>
            </a:extLst>
          </p:cNvPr>
          <p:cNvSpPr>
            <a:spLocks/>
          </p:cNvSpPr>
          <p:nvPr/>
        </p:nvSpPr>
        <p:spPr bwMode="auto">
          <a:xfrm>
            <a:off x="7316788" y="2200275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46" name="Freeform 54">
            <a:extLst>
              <a:ext uri="{FF2B5EF4-FFF2-40B4-BE49-F238E27FC236}">
                <a16:creationId xmlns:a16="http://schemas.microsoft.com/office/drawing/2014/main" id="{B6B936C3-C8B9-4B8F-B8AB-152DB73D4AE0}"/>
              </a:ext>
            </a:extLst>
          </p:cNvPr>
          <p:cNvSpPr>
            <a:spLocks/>
          </p:cNvSpPr>
          <p:nvPr/>
        </p:nvSpPr>
        <p:spPr bwMode="auto">
          <a:xfrm>
            <a:off x="6664325" y="4329113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47" name="Freeform 55">
            <a:extLst>
              <a:ext uri="{FF2B5EF4-FFF2-40B4-BE49-F238E27FC236}">
                <a16:creationId xmlns:a16="http://schemas.microsoft.com/office/drawing/2014/main" id="{BBE7E0F0-E92D-49A5-A840-EB5D94A26D89}"/>
              </a:ext>
            </a:extLst>
          </p:cNvPr>
          <p:cNvSpPr>
            <a:spLocks/>
          </p:cNvSpPr>
          <p:nvPr/>
        </p:nvSpPr>
        <p:spPr bwMode="auto">
          <a:xfrm>
            <a:off x="6810375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48" name="Freeform 56">
            <a:extLst>
              <a:ext uri="{FF2B5EF4-FFF2-40B4-BE49-F238E27FC236}">
                <a16:creationId xmlns:a16="http://schemas.microsoft.com/office/drawing/2014/main" id="{E729B1A7-9BE8-42B7-851A-449DC7906AFF}"/>
              </a:ext>
            </a:extLst>
          </p:cNvPr>
          <p:cNvSpPr>
            <a:spLocks/>
          </p:cNvSpPr>
          <p:nvPr/>
        </p:nvSpPr>
        <p:spPr bwMode="auto">
          <a:xfrm>
            <a:off x="3629025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49" name="Line 57">
            <a:extLst>
              <a:ext uri="{FF2B5EF4-FFF2-40B4-BE49-F238E27FC236}">
                <a16:creationId xmlns:a16="http://schemas.microsoft.com/office/drawing/2014/main" id="{2D63A166-883E-40BA-B0E3-E41C05580BA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300" y="3211513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50" name="Freeform 58">
            <a:extLst>
              <a:ext uri="{FF2B5EF4-FFF2-40B4-BE49-F238E27FC236}">
                <a16:creationId xmlns:a16="http://schemas.microsoft.com/office/drawing/2014/main" id="{6C987BE5-840F-4889-B330-FCA3D889150F}"/>
              </a:ext>
            </a:extLst>
          </p:cNvPr>
          <p:cNvSpPr>
            <a:spLocks/>
          </p:cNvSpPr>
          <p:nvPr/>
        </p:nvSpPr>
        <p:spPr bwMode="auto">
          <a:xfrm>
            <a:off x="32067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51" name="Line 59">
            <a:extLst>
              <a:ext uri="{FF2B5EF4-FFF2-40B4-BE49-F238E27FC236}">
                <a16:creationId xmlns:a16="http://schemas.microsoft.com/office/drawing/2014/main" id="{72D07FA4-B141-4E2E-9A46-909860D84C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27388" y="3211513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52" name="Freeform 60">
            <a:extLst>
              <a:ext uri="{FF2B5EF4-FFF2-40B4-BE49-F238E27FC236}">
                <a16:creationId xmlns:a16="http://schemas.microsoft.com/office/drawing/2014/main" id="{F49F5FE7-BDB0-4640-99B7-AF7B79551A58}"/>
              </a:ext>
            </a:extLst>
          </p:cNvPr>
          <p:cNvSpPr>
            <a:spLocks/>
          </p:cNvSpPr>
          <p:nvPr/>
        </p:nvSpPr>
        <p:spPr bwMode="auto">
          <a:xfrm>
            <a:off x="1795463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53" name="Line 61">
            <a:extLst>
              <a:ext uri="{FF2B5EF4-FFF2-40B4-BE49-F238E27FC236}">
                <a16:creationId xmlns:a16="http://schemas.microsoft.com/office/drawing/2014/main" id="{170680B8-CADF-40BD-8C0E-33E7155B793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16100" y="3211513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54" name="Freeform 62">
            <a:extLst>
              <a:ext uri="{FF2B5EF4-FFF2-40B4-BE49-F238E27FC236}">
                <a16:creationId xmlns:a16="http://schemas.microsoft.com/office/drawing/2014/main" id="{B22B9483-36A6-466E-8B7B-A8E415FA7441}"/>
              </a:ext>
            </a:extLst>
          </p:cNvPr>
          <p:cNvSpPr>
            <a:spLocks/>
          </p:cNvSpPr>
          <p:nvPr/>
        </p:nvSpPr>
        <p:spPr bwMode="auto">
          <a:xfrm>
            <a:off x="1289050" y="4329113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55" name="Line 63">
            <a:extLst>
              <a:ext uri="{FF2B5EF4-FFF2-40B4-BE49-F238E27FC236}">
                <a16:creationId xmlns:a16="http://schemas.microsoft.com/office/drawing/2014/main" id="{BC8370CA-5CF9-4D0B-8EFA-BB4A4C2F0519}"/>
              </a:ext>
            </a:extLst>
          </p:cNvPr>
          <p:cNvSpPr>
            <a:spLocks noChangeShapeType="1"/>
          </p:cNvSpPr>
          <p:nvPr/>
        </p:nvSpPr>
        <p:spPr bwMode="auto">
          <a:xfrm>
            <a:off x="14160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56" name="Freeform 64">
            <a:extLst>
              <a:ext uri="{FF2B5EF4-FFF2-40B4-BE49-F238E27FC236}">
                <a16:creationId xmlns:a16="http://schemas.microsoft.com/office/drawing/2014/main" id="{374AD7A4-BA1E-4C14-A626-6AF55013D239}"/>
              </a:ext>
            </a:extLst>
          </p:cNvPr>
          <p:cNvSpPr>
            <a:spLocks/>
          </p:cNvSpPr>
          <p:nvPr/>
        </p:nvSpPr>
        <p:spPr bwMode="auto">
          <a:xfrm>
            <a:off x="24907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57" name="Line 65">
            <a:extLst>
              <a:ext uri="{FF2B5EF4-FFF2-40B4-BE49-F238E27FC236}">
                <a16:creationId xmlns:a16="http://schemas.microsoft.com/office/drawing/2014/main" id="{86357351-A7F7-4C4C-9AC0-C7E7D7287D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32063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58" name="Freeform 66">
            <a:extLst>
              <a:ext uri="{FF2B5EF4-FFF2-40B4-BE49-F238E27FC236}">
                <a16:creationId xmlns:a16="http://schemas.microsoft.com/office/drawing/2014/main" id="{5F47520C-D8AD-428B-9BB5-4D55083ADB00}"/>
              </a:ext>
            </a:extLst>
          </p:cNvPr>
          <p:cNvSpPr>
            <a:spLocks/>
          </p:cNvSpPr>
          <p:nvPr/>
        </p:nvSpPr>
        <p:spPr bwMode="auto">
          <a:xfrm>
            <a:off x="5905500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59" name="Line 67">
            <a:extLst>
              <a:ext uri="{FF2B5EF4-FFF2-40B4-BE49-F238E27FC236}">
                <a16:creationId xmlns:a16="http://schemas.microsoft.com/office/drawing/2014/main" id="{3A5222E7-A904-439C-99B6-A78274962CD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26138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60" name="Freeform 68">
            <a:extLst>
              <a:ext uri="{FF2B5EF4-FFF2-40B4-BE49-F238E27FC236}">
                <a16:creationId xmlns:a16="http://schemas.microsoft.com/office/drawing/2014/main" id="{7CD47002-4DAB-4FCB-AAEA-958D00B749CB}"/>
              </a:ext>
            </a:extLst>
          </p:cNvPr>
          <p:cNvSpPr>
            <a:spLocks/>
          </p:cNvSpPr>
          <p:nvPr/>
        </p:nvSpPr>
        <p:spPr bwMode="auto">
          <a:xfrm>
            <a:off x="53355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61" name="Line 69">
            <a:extLst>
              <a:ext uri="{FF2B5EF4-FFF2-40B4-BE49-F238E27FC236}">
                <a16:creationId xmlns:a16="http://schemas.microsoft.com/office/drawing/2014/main" id="{2E1EE120-686F-4BB7-8DD6-D64C811BEAD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562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62" name="Freeform 70">
            <a:extLst>
              <a:ext uri="{FF2B5EF4-FFF2-40B4-BE49-F238E27FC236}">
                <a16:creationId xmlns:a16="http://schemas.microsoft.com/office/drawing/2014/main" id="{B6CD1659-13E5-45E3-8874-C1D8743F351D}"/>
              </a:ext>
            </a:extLst>
          </p:cNvPr>
          <p:cNvSpPr>
            <a:spLocks/>
          </p:cNvSpPr>
          <p:nvPr/>
        </p:nvSpPr>
        <p:spPr bwMode="auto">
          <a:xfrm>
            <a:off x="2343150" y="3486150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63" name="Freeform 71">
            <a:extLst>
              <a:ext uri="{FF2B5EF4-FFF2-40B4-BE49-F238E27FC236}">
                <a16:creationId xmlns:a16="http://schemas.microsoft.com/office/drawing/2014/main" id="{4CD54A49-9EC8-449A-9DB9-9B8EF9A87447}"/>
              </a:ext>
            </a:extLst>
          </p:cNvPr>
          <p:cNvSpPr>
            <a:spLocks/>
          </p:cNvSpPr>
          <p:nvPr/>
        </p:nvSpPr>
        <p:spPr bwMode="auto">
          <a:xfrm>
            <a:off x="2511425" y="3486150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64" name="Freeform 72">
            <a:extLst>
              <a:ext uri="{FF2B5EF4-FFF2-40B4-BE49-F238E27FC236}">
                <a16:creationId xmlns:a16="http://schemas.microsoft.com/office/drawing/2014/main" id="{9D8B0BBC-37F2-4865-9EF8-8679E7D1BD8C}"/>
              </a:ext>
            </a:extLst>
          </p:cNvPr>
          <p:cNvSpPr>
            <a:spLocks/>
          </p:cNvSpPr>
          <p:nvPr/>
        </p:nvSpPr>
        <p:spPr bwMode="auto">
          <a:xfrm>
            <a:off x="2659063" y="3486150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65" name="Freeform 73">
            <a:extLst>
              <a:ext uri="{FF2B5EF4-FFF2-40B4-BE49-F238E27FC236}">
                <a16:creationId xmlns:a16="http://schemas.microsoft.com/office/drawing/2014/main" id="{78FF44C7-91D2-41DE-A72B-43D929D61403}"/>
              </a:ext>
            </a:extLst>
          </p:cNvPr>
          <p:cNvSpPr>
            <a:spLocks/>
          </p:cNvSpPr>
          <p:nvPr/>
        </p:nvSpPr>
        <p:spPr bwMode="auto">
          <a:xfrm>
            <a:off x="37544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66" name="Freeform 74">
            <a:extLst>
              <a:ext uri="{FF2B5EF4-FFF2-40B4-BE49-F238E27FC236}">
                <a16:creationId xmlns:a16="http://schemas.microsoft.com/office/drawing/2014/main" id="{EBA8FE2B-75A8-4A28-A618-E14247398B8E}"/>
              </a:ext>
            </a:extLst>
          </p:cNvPr>
          <p:cNvSpPr>
            <a:spLocks/>
          </p:cNvSpPr>
          <p:nvPr/>
        </p:nvSpPr>
        <p:spPr bwMode="auto">
          <a:xfrm>
            <a:off x="3924300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67" name="Freeform 75">
            <a:extLst>
              <a:ext uri="{FF2B5EF4-FFF2-40B4-BE49-F238E27FC236}">
                <a16:creationId xmlns:a16="http://schemas.microsoft.com/office/drawing/2014/main" id="{0D9B97EF-9619-46B2-9E61-D88B7D99BE72}"/>
              </a:ext>
            </a:extLst>
          </p:cNvPr>
          <p:cNvSpPr>
            <a:spLocks/>
          </p:cNvSpPr>
          <p:nvPr/>
        </p:nvSpPr>
        <p:spPr bwMode="auto">
          <a:xfrm>
            <a:off x="4092575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68" name="Rectangle 76">
            <a:extLst>
              <a:ext uri="{FF2B5EF4-FFF2-40B4-BE49-F238E27FC236}">
                <a16:creationId xmlns:a16="http://schemas.microsoft.com/office/drawing/2014/main" id="{A66DBC9C-1A0F-45EE-82DB-7ADEFDC9D1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1050" y="5532438"/>
            <a:ext cx="211138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69" name="Rectangle 77">
            <a:extLst>
              <a:ext uri="{FF2B5EF4-FFF2-40B4-BE49-F238E27FC236}">
                <a16:creationId xmlns:a16="http://schemas.microsoft.com/office/drawing/2014/main" id="{85556C42-CA9D-4AF2-8458-74383B0D20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013" y="562768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70" name="Rectangle 78">
            <a:extLst>
              <a:ext uri="{FF2B5EF4-FFF2-40B4-BE49-F238E27FC236}">
                <a16:creationId xmlns:a16="http://schemas.microsoft.com/office/drawing/2014/main" id="{D1F409D1-CB79-4364-80F3-F67DF4A623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1138" y="5532438"/>
            <a:ext cx="2111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71" name="Rectangle 79">
            <a:extLst>
              <a:ext uri="{FF2B5EF4-FFF2-40B4-BE49-F238E27FC236}">
                <a16:creationId xmlns:a16="http://schemas.microsoft.com/office/drawing/2014/main" id="{161F8251-DE22-4653-A954-887B2DEB0C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2100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72" name="Rectangle 80">
            <a:extLst>
              <a:ext uri="{FF2B5EF4-FFF2-40B4-BE49-F238E27FC236}">
                <a16:creationId xmlns:a16="http://schemas.microsoft.com/office/drawing/2014/main" id="{21EB2036-7149-422A-920E-283571DA5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1563" y="5532438"/>
            <a:ext cx="2111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73" name="Rectangle 81">
            <a:extLst>
              <a:ext uri="{FF2B5EF4-FFF2-40B4-BE49-F238E27FC236}">
                <a16:creationId xmlns:a16="http://schemas.microsoft.com/office/drawing/2014/main" id="{4916256F-BB29-4CB9-B064-A813DAF994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22525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74" name="Rectangle 82">
            <a:extLst>
              <a:ext uri="{FF2B5EF4-FFF2-40B4-BE49-F238E27FC236}">
                <a16:creationId xmlns:a16="http://schemas.microsoft.com/office/drawing/2014/main" id="{CC1B2EDC-91D4-42D7-A160-F0B78EECEF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75" name="Rectangle 83">
            <a:extLst>
              <a:ext uri="{FF2B5EF4-FFF2-40B4-BE49-F238E27FC236}">
                <a16:creationId xmlns:a16="http://schemas.microsoft.com/office/drawing/2014/main" id="{CF48A82E-D07C-4311-BA78-3A9A9683AF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56276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76" name="Rectangle 84">
            <a:extLst>
              <a:ext uri="{FF2B5EF4-FFF2-40B4-BE49-F238E27FC236}">
                <a16:creationId xmlns:a16="http://schemas.microsoft.com/office/drawing/2014/main" id="{ED0632E5-24E5-45EE-A00E-97D8370901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77" name="Rectangle 85">
            <a:extLst>
              <a:ext uri="{FF2B5EF4-FFF2-40B4-BE49-F238E27FC236}">
                <a16:creationId xmlns:a16="http://schemas.microsoft.com/office/drawing/2014/main" id="{619491E3-1583-4256-B40F-8ED0C7F97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3475" y="29686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78" name="Rectangle 86">
            <a:extLst>
              <a:ext uri="{FF2B5EF4-FFF2-40B4-BE49-F238E27FC236}">
                <a16:creationId xmlns:a16="http://schemas.microsoft.com/office/drawing/2014/main" id="{88181583-19A3-4D24-AC2F-835C40B95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23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79" name="Rectangle 87">
            <a:extLst>
              <a:ext uri="{FF2B5EF4-FFF2-40B4-BE49-F238E27FC236}">
                <a16:creationId xmlns:a16="http://schemas.microsoft.com/office/drawing/2014/main" id="{D5C5B61F-E7F5-4199-8D79-58F73FB874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2788" y="29686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80" name="Rectangle 88">
            <a:extLst>
              <a:ext uri="{FF2B5EF4-FFF2-40B4-BE49-F238E27FC236}">
                <a16:creationId xmlns:a16="http://schemas.microsoft.com/office/drawing/2014/main" id="{D5CFE767-D0CA-4B62-BE89-F3980A5132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83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81" name="Rectangle 89">
            <a:extLst>
              <a:ext uri="{FF2B5EF4-FFF2-40B4-BE49-F238E27FC236}">
                <a16:creationId xmlns:a16="http://schemas.microsoft.com/office/drawing/2014/main" id="{39EB45C0-DEF7-4425-9BD1-F14ABCD32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0375" y="29686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82" name="Rectangle 90">
            <a:extLst>
              <a:ext uri="{FF2B5EF4-FFF2-40B4-BE49-F238E27FC236}">
                <a16:creationId xmlns:a16="http://schemas.microsoft.com/office/drawing/2014/main" id="{FA6C1311-5B65-4D23-8346-52233EEF5B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1038" y="29686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83" name="Rectangle 91">
            <a:extLst>
              <a:ext uri="{FF2B5EF4-FFF2-40B4-BE49-F238E27FC236}">
                <a16:creationId xmlns:a16="http://schemas.microsoft.com/office/drawing/2014/main" id="{1DB81EEE-54D0-4B90-A3F8-0AEDCEA4A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1500" y="296862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84" name="Rectangle 92">
            <a:extLst>
              <a:ext uri="{FF2B5EF4-FFF2-40B4-BE49-F238E27FC236}">
                <a16:creationId xmlns:a16="http://schemas.microsoft.com/office/drawing/2014/main" id="{4D75052B-24B5-4F89-9691-3709E08EA2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113" y="4221163"/>
            <a:ext cx="2238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85" name="Rectangle 93">
            <a:extLst>
              <a:ext uri="{FF2B5EF4-FFF2-40B4-BE49-F238E27FC236}">
                <a16:creationId xmlns:a16="http://schemas.microsoft.com/office/drawing/2014/main" id="{7EA22B4B-65DD-4094-B3B7-FC073DDBC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9188" y="4318000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86" name="Rectangle 94">
            <a:extLst>
              <a:ext uri="{FF2B5EF4-FFF2-40B4-BE49-F238E27FC236}">
                <a16:creationId xmlns:a16="http://schemas.microsoft.com/office/drawing/2014/main" id="{64BA1DD6-BA12-48A9-8557-FFE50ACB21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0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87" name="Rectangle 95">
            <a:extLst>
              <a:ext uri="{FF2B5EF4-FFF2-40B4-BE49-F238E27FC236}">
                <a16:creationId xmlns:a16="http://schemas.microsoft.com/office/drawing/2014/main" id="{9504FB2F-FCB3-45A3-9CE9-765F30A54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1600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-bit adder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88" name="Rectangle 96">
            <a:extLst>
              <a:ext uri="{FF2B5EF4-FFF2-40B4-BE49-F238E27FC236}">
                <a16:creationId xmlns:a16="http://schemas.microsoft.com/office/drawing/2014/main" id="{1E69EA8C-7358-4573-B4E4-61BC6A3997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1775" y="1600200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89" name="Rectangle 97">
            <a:extLst>
              <a:ext uri="{FF2B5EF4-FFF2-40B4-BE49-F238E27FC236}">
                <a16:creationId xmlns:a16="http://schemas.microsoft.com/office/drawing/2014/main" id="{8D211F7D-5807-47F7-8FD6-69245DDE6D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2263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90" name="Rectangle 98">
            <a:extLst>
              <a:ext uri="{FF2B5EF4-FFF2-40B4-BE49-F238E27FC236}">
                <a16:creationId xmlns:a16="http://schemas.microsoft.com/office/drawing/2014/main" id="{C932D7EF-872A-4B54-BBC4-22AB0E514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9938" y="1600200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91" name="Rectangle 99">
            <a:extLst>
              <a:ext uri="{FF2B5EF4-FFF2-40B4-BE49-F238E27FC236}">
                <a16:creationId xmlns:a16="http://schemas.microsoft.com/office/drawing/2014/main" id="{698C9FF1-5D32-48F6-8EA0-CE025E9F0B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013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92" name="Rectangle 100">
            <a:extLst>
              <a:ext uri="{FF2B5EF4-FFF2-40B4-BE49-F238E27FC236}">
                <a16:creationId xmlns:a16="http://schemas.microsoft.com/office/drawing/2014/main" id="{F8A96F5B-9C17-401C-B663-0D2438C729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9113" y="1600200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93" name="Rectangle 101">
            <a:extLst>
              <a:ext uri="{FF2B5EF4-FFF2-40B4-BE49-F238E27FC236}">
                <a16:creationId xmlns:a16="http://schemas.microsoft.com/office/drawing/2014/main" id="{039E3477-0AE4-4AB2-A855-B994145580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1188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94" name="Rectangle 102">
            <a:extLst>
              <a:ext uri="{FF2B5EF4-FFF2-40B4-BE49-F238E27FC236}">
                <a16:creationId xmlns:a16="http://schemas.microsoft.com/office/drawing/2014/main" id="{CEB84207-D6C6-4631-A959-A7A5B26EEB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1850" y="169703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95" name="Rectangle 103">
            <a:extLst>
              <a:ext uri="{FF2B5EF4-FFF2-40B4-BE49-F238E27FC236}">
                <a16:creationId xmlns:a16="http://schemas.microsoft.com/office/drawing/2014/main" id="{7E9EFC96-11CC-43ED-BE55-FB288481AF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2313" y="16970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96" name="Rectangle 104">
            <a:extLst>
              <a:ext uri="{FF2B5EF4-FFF2-40B4-BE49-F238E27FC236}">
                <a16:creationId xmlns:a16="http://schemas.microsoft.com/office/drawing/2014/main" id="{5A34F560-7479-4E37-A276-69F63F8AEB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6013" y="4200525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97" name="Rectangle 105">
            <a:extLst>
              <a:ext uri="{FF2B5EF4-FFF2-40B4-BE49-F238E27FC236}">
                <a16:creationId xmlns:a16="http://schemas.microsoft.com/office/drawing/2014/main" id="{2FCD59C7-8CB4-4C67-80ED-8A9015966E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8088" y="4297363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98" name="Rectangle 106">
            <a:extLst>
              <a:ext uri="{FF2B5EF4-FFF2-40B4-BE49-F238E27FC236}">
                <a16:creationId xmlns:a16="http://schemas.microsoft.com/office/drawing/2014/main" id="{961C5C2A-DAC1-4BA1-96D1-FF90B20D18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6038" y="1998663"/>
            <a:ext cx="4826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Add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099" name="Line 107">
            <a:extLst>
              <a:ext uri="{FF2B5EF4-FFF2-40B4-BE49-F238E27FC236}">
                <a16:creationId xmlns:a16="http://schemas.microsoft.com/office/drawing/2014/main" id="{25528F4A-7915-4BB8-B43B-BBC04CA23C9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55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100" name="Rectangle 108">
            <a:extLst>
              <a:ext uri="{FF2B5EF4-FFF2-40B4-BE49-F238E27FC236}">
                <a16:creationId xmlns:a16="http://schemas.microsoft.com/office/drawing/2014/main" id="{9FB7E67E-91E9-4F71-8BF1-81D5CF260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2913" y="1993900"/>
            <a:ext cx="206375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¤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101" name="Rectangle 109">
            <a:extLst>
              <a:ext uri="{FF2B5EF4-FFF2-40B4-BE49-F238E27FC236}">
                <a16:creationId xmlns:a16="http://schemas.microsoft.com/office/drawing/2014/main" id="{2DD3ED4F-8DF9-4946-B3EE-FAF78A237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53400" y="2000250"/>
            <a:ext cx="44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Sub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102" name="Rectangle 110">
            <a:extLst>
              <a:ext uri="{FF2B5EF4-FFF2-40B4-BE49-F238E27FC236}">
                <a16:creationId xmlns:a16="http://schemas.microsoft.com/office/drawing/2014/main" id="{E59F8CA9-E008-41E2-A6F9-2DF8F49DDE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9863" y="2200275"/>
            <a:ext cx="70961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control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8103" name="TextBox 125">
            <a:extLst>
              <a:ext uri="{FF2B5EF4-FFF2-40B4-BE49-F238E27FC236}">
                <a16:creationId xmlns:a16="http://schemas.microsoft.com/office/drawing/2014/main" id="{B4317134-0F8F-496A-A5BF-3A72D1976F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64770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3.12 from the textbook ]</a:t>
            </a:r>
          </a:p>
        </p:txBody>
      </p:sp>
      <p:sp>
        <p:nvSpPr>
          <p:cNvPr id="128104" name="Title 1">
            <a:extLst>
              <a:ext uri="{FF2B5EF4-FFF2-40B4-BE49-F238E27FC236}">
                <a16:creationId xmlns:a16="http://schemas.microsoft.com/office/drawing/2014/main" id="{92E4DFB1-E028-4FC3-BB80-613F89F26C66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Subtraction: when control = 1</a:t>
            </a:r>
          </a:p>
        </p:txBody>
      </p:sp>
      <p:sp>
        <p:nvSpPr>
          <p:cNvPr id="128105" name="TextBox 1">
            <a:extLst>
              <a:ext uri="{FF2B5EF4-FFF2-40B4-BE49-F238E27FC236}">
                <a16:creationId xmlns:a16="http://schemas.microsoft.com/office/drawing/2014/main" id="{00C5861D-E9FA-4ECB-8DCC-7C358E5EA1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0" y="16875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28106" name="TextBox 112">
            <a:extLst>
              <a:ext uri="{FF2B5EF4-FFF2-40B4-BE49-F238E27FC236}">
                <a16:creationId xmlns:a16="http://schemas.microsoft.com/office/drawing/2014/main" id="{F8A86831-0A26-4DA3-B9BB-EE452534D6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8163" y="22764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28107" name="TextBox 114">
            <a:extLst>
              <a:ext uri="{FF2B5EF4-FFF2-40B4-BE49-F238E27FC236}">
                <a16:creationId xmlns:a16="http://schemas.microsoft.com/office/drawing/2014/main" id="{41CA5C46-A69D-46E8-B2A8-6C48E52FB5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28108" name="TextBox 115">
            <a:extLst>
              <a:ext uri="{FF2B5EF4-FFF2-40B4-BE49-F238E27FC236}">
                <a16:creationId xmlns:a16="http://schemas.microsoft.com/office/drawing/2014/main" id="{3C254AE8-9D35-44EC-9418-5DEC0600F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44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5" name="Line 4">
            <a:extLst>
              <a:ext uri="{FF2B5EF4-FFF2-40B4-BE49-F238E27FC236}">
                <a16:creationId xmlns:a16="http://schemas.microsoft.com/office/drawing/2014/main" id="{64DA94D9-5CB8-4EE5-B994-4D17DE8C2F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991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26" name="Freeform 5">
            <a:extLst>
              <a:ext uri="{FF2B5EF4-FFF2-40B4-BE49-F238E27FC236}">
                <a16:creationId xmlns:a16="http://schemas.microsoft.com/office/drawing/2014/main" id="{204EE778-D1F3-480E-9568-9CB4402A188D}"/>
              </a:ext>
            </a:extLst>
          </p:cNvPr>
          <p:cNvSpPr>
            <a:spLocks/>
          </p:cNvSpPr>
          <p:nvPr/>
        </p:nvSpPr>
        <p:spPr bwMode="auto">
          <a:xfrm>
            <a:off x="6178550" y="2200275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27" name="Line 6">
            <a:extLst>
              <a:ext uri="{FF2B5EF4-FFF2-40B4-BE49-F238E27FC236}">
                <a16:creationId xmlns:a16="http://schemas.microsoft.com/office/drawing/2014/main" id="{A5F00CA7-47FD-4CB4-8674-077AAC40D2A5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28" name="Line 7">
            <a:extLst>
              <a:ext uri="{FF2B5EF4-FFF2-40B4-BE49-F238E27FC236}">
                <a16:creationId xmlns:a16="http://schemas.microsoft.com/office/drawing/2014/main" id="{D72D60A3-B1FA-4B8D-9EDE-9A4B60FBA2E3}"/>
              </a:ext>
            </a:extLst>
          </p:cNvPr>
          <p:cNvSpPr>
            <a:spLocks noChangeShapeType="1"/>
          </p:cNvSpPr>
          <p:nvPr/>
        </p:nvSpPr>
        <p:spPr bwMode="auto">
          <a:xfrm>
            <a:off x="6642100" y="2516188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29" name="Line 8">
            <a:extLst>
              <a:ext uri="{FF2B5EF4-FFF2-40B4-BE49-F238E27FC236}">
                <a16:creationId xmlns:a16="http://schemas.microsoft.com/office/drawing/2014/main" id="{6661449B-6C2F-40A0-A30C-6E8EA809D67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9738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30" name="Freeform 9">
            <a:extLst>
              <a:ext uri="{FF2B5EF4-FFF2-40B4-BE49-F238E27FC236}">
                <a16:creationId xmlns:a16="http://schemas.microsoft.com/office/drawing/2014/main" id="{0EA2CE03-79A9-4F21-8F1C-59FD564157B8}"/>
              </a:ext>
            </a:extLst>
          </p:cNvPr>
          <p:cNvSpPr>
            <a:spLocks/>
          </p:cNvSpPr>
          <p:nvPr/>
        </p:nvSpPr>
        <p:spPr bwMode="auto">
          <a:xfrm>
            <a:off x="6784975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31" name="Freeform 10">
            <a:extLst>
              <a:ext uri="{FF2B5EF4-FFF2-40B4-BE49-F238E27FC236}">
                <a16:creationId xmlns:a16="http://schemas.microsoft.com/office/drawing/2014/main" id="{ED83C13D-A1E8-4858-A13B-89951F106B41}"/>
              </a:ext>
            </a:extLst>
          </p:cNvPr>
          <p:cNvSpPr>
            <a:spLocks/>
          </p:cNvSpPr>
          <p:nvPr/>
        </p:nvSpPr>
        <p:spPr bwMode="auto">
          <a:xfrm>
            <a:off x="6545263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32" name="Freeform 11">
            <a:extLst>
              <a:ext uri="{FF2B5EF4-FFF2-40B4-BE49-F238E27FC236}">
                <a16:creationId xmlns:a16="http://schemas.microsoft.com/office/drawing/2014/main" id="{57651174-A6DF-4548-A78C-0D5CC1396C9D}"/>
              </a:ext>
            </a:extLst>
          </p:cNvPr>
          <p:cNvSpPr>
            <a:spLocks/>
          </p:cNvSpPr>
          <p:nvPr/>
        </p:nvSpPr>
        <p:spPr bwMode="auto">
          <a:xfrm>
            <a:off x="67833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33" name="Freeform 12">
            <a:extLst>
              <a:ext uri="{FF2B5EF4-FFF2-40B4-BE49-F238E27FC236}">
                <a16:creationId xmlns:a16="http://schemas.microsoft.com/office/drawing/2014/main" id="{BA5871F7-A5C2-4B0C-A987-07E655980597}"/>
              </a:ext>
            </a:extLst>
          </p:cNvPr>
          <p:cNvSpPr>
            <a:spLocks/>
          </p:cNvSpPr>
          <p:nvPr/>
        </p:nvSpPr>
        <p:spPr bwMode="auto">
          <a:xfrm>
            <a:off x="65452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34" name="Freeform 13">
            <a:extLst>
              <a:ext uri="{FF2B5EF4-FFF2-40B4-BE49-F238E27FC236}">
                <a16:creationId xmlns:a16="http://schemas.microsoft.com/office/drawing/2014/main" id="{33851EC9-4DD7-4715-B574-237322F46155}"/>
              </a:ext>
            </a:extLst>
          </p:cNvPr>
          <p:cNvSpPr>
            <a:spLocks/>
          </p:cNvSpPr>
          <p:nvPr/>
        </p:nvSpPr>
        <p:spPr bwMode="auto">
          <a:xfrm>
            <a:off x="67833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35" name="Freeform 14">
            <a:extLst>
              <a:ext uri="{FF2B5EF4-FFF2-40B4-BE49-F238E27FC236}">
                <a16:creationId xmlns:a16="http://schemas.microsoft.com/office/drawing/2014/main" id="{4DDB5EAE-DD94-450B-8916-CE9DFA922737}"/>
              </a:ext>
            </a:extLst>
          </p:cNvPr>
          <p:cNvSpPr>
            <a:spLocks/>
          </p:cNvSpPr>
          <p:nvPr/>
        </p:nvSpPr>
        <p:spPr bwMode="auto">
          <a:xfrm>
            <a:off x="65452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36" name="Freeform 15">
            <a:extLst>
              <a:ext uri="{FF2B5EF4-FFF2-40B4-BE49-F238E27FC236}">
                <a16:creationId xmlns:a16="http://schemas.microsoft.com/office/drawing/2014/main" id="{C6DE77EA-A56A-4F28-81C0-F5D8C2CA2528}"/>
              </a:ext>
            </a:extLst>
          </p:cNvPr>
          <p:cNvSpPr>
            <a:spLocks/>
          </p:cNvSpPr>
          <p:nvPr/>
        </p:nvSpPr>
        <p:spPr bwMode="auto">
          <a:xfrm>
            <a:off x="1541463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37" name="Line 16">
            <a:extLst>
              <a:ext uri="{FF2B5EF4-FFF2-40B4-BE49-F238E27FC236}">
                <a16:creationId xmlns:a16="http://schemas.microsoft.com/office/drawing/2014/main" id="{F8E907C8-611E-4DFA-92A8-1E74C4F3EE0A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7900" y="2495550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38" name="Line 17">
            <a:extLst>
              <a:ext uri="{FF2B5EF4-FFF2-40B4-BE49-F238E27FC236}">
                <a16:creationId xmlns:a16="http://schemas.microsoft.com/office/drawing/2014/main" id="{F409EB21-F383-4F68-9ECC-FC8F74D85C05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3263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39" name="Line 18">
            <a:extLst>
              <a:ext uri="{FF2B5EF4-FFF2-40B4-BE49-F238E27FC236}">
                <a16:creationId xmlns:a16="http://schemas.microsoft.com/office/drawing/2014/main" id="{2784E869-22E6-4FF5-AA93-DEDDAD07A25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609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29040" name="Group 111">
            <a:extLst>
              <a:ext uri="{FF2B5EF4-FFF2-40B4-BE49-F238E27FC236}">
                <a16:creationId xmlns:a16="http://schemas.microsoft.com/office/drawing/2014/main" id="{5699497B-708A-454E-A521-CEBED97B70E5}"/>
              </a:ext>
            </a:extLst>
          </p:cNvPr>
          <p:cNvGrpSpPr>
            <a:grpSpLocks/>
          </p:cNvGrpSpPr>
          <p:nvPr/>
        </p:nvGrpSpPr>
        <p:grpSpPr bwMode="auto">
          <a:xfrm>
            <a:off x="4418013" y="2682875"/>
            <a:ext cx="476250" cy="682625"/>
            <a:chOff x="2783" y="1185"/>
            <a:chExt cx="300" cy="430"/>
          </a:xfrm>
        </p:grpSpPr>
        <p:sp>
          <p:nvSpPr>
            <p:cNvPr id="129140" name="Freeform 19">
              <a:extLst>
                <a:ext uri="{FF2B5EF4-FFF2-40B4-BE49-F238E27FC236}">
                  <a16:creationId xmlns:a16="http://schemas.microsoft.com/office/drawing/2014/main" id="{88D4DC7C-0899-4337-B5C8-1B6B7D0D6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41" name="Freeform 20">
              <a:extLst>
                <a:ext uri="{FF2B5EF4-FFF2-40B4-BE49-F238E27FC236}">
                  <a16:creationId xmlns:a16="http://schemas.microsoft.com/office/drawing/2014/main" id="{3CE55A1E-AD03-4613-8ED3-FEE40F865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42" name="Freeform 21">
              <a:extLst>
                <a:ext uri="{FF2B5EF4-FFF2-40B4-BE49-F238E27FC236}">
                  <a16:creationId xmlns:a16="http://schemas.microsoft.com/office/drawing/2014/main" id="{14B4A2C2-C815-4005-B95B-B1D50DBCB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43" name="Freeform 22">
              <a:extLst>
                <a:ext uri="{FF2B5EF4-FFF2-40B4-BE49-F238E27FC236}">
                  <a16:creationId xmlns:a16="http://schemas.microsoft.com/office/drawing/2014/main" id="{8ADE3FC8-08F9-4B7B-9E08-597014D3F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44" name="Freeform 23">
              <a:extLst>
                <a:ext uri="{FF2B5EF4-FFF2-40B4-BE49-F238E27FC236}">
                  <a16:creationId xmlns:a16="http://schemas.microsoft.com/office/drawing/2014/main" id="{9C7EFEAA-E4F8-40FA-8CBC-5F554F21C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45" name="Freeform 24">
              <a:extLst>
                <a:ext uri="{FF2B5EF4-FFF2-40B4-BE49-F238E27FC236}">
                  <a16:creationId xmlns:a16="http://schemas.microsoft.com/office/drawing/2014/main" id="{F8217D35-38EA-47F5-965C-B4519B79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29041" name="Line 25">
            <a:extLst>
              <a:ext uri="{FF2B5EF4-FFF2-40B4-BE49-F238E27FC236}">
                <a16:creationId xmlns:a16="http://schemas.microsoft.com/office/drawing/2014/main" id="{30C63067-ABE9-41BA-B199-CB9710AC5AC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1413" y="2495550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42" name="Line 26">
            <a:extLst>
              <a:ext uri="{FF2B5EF4-FFF2-40B4-BE49-F238E27FC236}">
                <a16:creationId xmlns:a16="http://schemas.microsoft.com/office/drawing/2014/main" id="{1FD44FFC-F766-4A34-9B76-231752C76DE3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6138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43" name="Line 27">
            <a:extLst>
              <a:ext uri="{FF2B5EF4-FFF2-40B4-BE49-F238E27FC236}">
                <a16:creationId xmlns:a16="http://schemas.microsoft.com/office/drawing/2014/main" id="{92CBB76B-08E7-4D21-8558-DA684DADAF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37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44" name="Freeform 28">
            <a:extLst>
              <a:ext uri="{FF2B5EF4-FFF2-40B4-BE49-F238E27FC236}">
                <a16:creationId xmlns:a16="http://schemas.microsoft.com/office/drawing/2014/main" id="{E5CDACE5-55FC-4810-9F93-E688ED46A778}"/>
              </a:ext>
            </a:extLst>
          </p:cNvPr>
          <p:cNvSpPr>
            <a:spLocks/>
          </p:cNvSpPr>
          <p:nvPr/>
        </p:nvSpPr>
        <p:spPr bwMode="auto">
          <a:xfrm>
            <a:off x="6075363" y="2767013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45" name="Freeform 29">
            <a:extLst>
              <a:ext uri="{FF2B5EF4-FFF2-40B4-BE49-F238E27FC236}">
                <a16:creationId xmlns:a16="http://schemas.microsoft.com/office/drawing/2014/main" id="{79C3F9D3-8A3A-42D9-A00B-9B07D859F574}"/>
              </a:ext>
            </a:extLst>
          </p:cNvPr>
          <p:cNvSpPr>
            <a:spLocks/>
          </p:cNvSpPr>
          <p:nvPr/>
        </p:nvSpPr>
        <p:spPr bwMode="auto">
          <a:xfrm>
            <a:off x="5835650" y="2767013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46" name="Freeform 30">
            <a:extLst>
              <a:ext uri="{FF2B5EF4-FFF2-40B4-BE49-F238E27FC236}">
                <a16:creationId xmlns:a16="http://schemas.microsoft.com/office/drawing/2014/main" id="{858990BC-4B2E-4783-85F7-9556FF618309}"/>
              </a:ext>
            </a:extLst>
          </p:cNvPr>
          <p:cNvSpPr>
            <a:spLocks/>
          </p:cNvSpPr>
          <p:nvPr/>
        </p:nvSpPr>
        <p:spPr bwMode="auto">
          <a:xfrm>
            <a:off x="6073775" y="2760663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47" name="Freeform 31">
            <a:extLst>
              <a:ext uri="{FF2B5EF4-FFF2-40B4-BE49-F238E27FC236}">
                <a16:creationId xmlns:a16="http://schemas.microsoft.com/office/drawing/2014/main" id="{C36DBD10-9107-40D4-BDF8-DAEDE981B99C}"/>
              </a:ext>
            </a:extLst>
          </p:cNvPr>
          <p:cNvSpPr>
            <a:spLocks/>
          </p:cNvSpPr>
          <p:nvPr/>
        </p:nvSpPr>
        <p:spPr bwMode="auto">
          <a:xfrm>
            <a:off x="5835650" y="2760663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48" name="Freeform 32">
            <a:extLst>
              <a:ext uri="{FF2B5EF4-FFF2-40B4-BE49-F238E27FC236}">
                <a16:creationId xmlns:a16="http://schemas.microsoft.com/office/drawing/2014/main" id="{10028219-490A-4C7C-81CB-BF99556C95E2}"/>
              </a:ext>
            </a:extLst>
          </p:cNvPr>
          <p:cNvSpPr>
            <a:spLocks/>
          </p:cNvSpPr>
          <p:nvPr/>
        </p:nvSpPr>
        <p:spPr bwMode="auto">
          <a:xfrm>
            <a:off x="6073775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49" name="Freeform 33">
            <a:extLst>
              <a:ext uri="{FF2B5EF4-FFF2-40B4-BE49-F238E27FC236}">
                <a16:creationId xmlns:a16="http://schemas.microsoft.com/office/drawing/2014/main" id="{DDAFDCED-59FE-4875-A4A2-7F6B2DBE9FC0}"/>
              </a:ext>
            </a:extLst>
          </p:cNvPr>
          <p:cNvSpPr>
            <a:spLocks/>
          </p:cNvSpPr>
          <p:nvPr/>
        </p:nvSpPr>
        <p:spPr bwMode="auto">
          <a:xfrm>
            <a:off x="5835650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50" name="Freeform 34">
            <a:extLst>
              <a:ext uri="{FF2B5EF4-FFF2-40B4-BE49-F238E27FC236}">
                <a16:creationId xmlns:a16="http://schemas.microsoft.com/office/drawing/2014/main" id="{CA91EBB4-1EC6-4EFA-AAA4-DE3B394CC3BA}"/>
              </a:ext>
            </a:extLst>
          </p:cNvPr>
          <p:cNvSpPr>
            <a:spLocks/>
          </p:cNvSpPr>
          <p:nvPr/>
        </p:nvSpPr>
        <p:spPr bwMode="auto">
          <a:xfrm>
            <a:off x="67484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51" name="Line 35">
            <a:extLst>
              <a:ext uri="{FF2B5EF4-FFF2-40B4-BE49-F238E27FC236}">
                <a16:creationId xmlns:a16="http://schemas.microsoft.com/office/drawing/2014/main" id="{4FC2E2C5-8AA2-4593-BF97-1C73C892410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9738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52" name="Freeform 36">
            <a:extLst>
              <a:ext uri="{FF2B5EF4-FFF2-40B4-BE49-F238E27FC236}">
                <a16:creationId xmlns:a16="http://schemas.microsoft.com/office/drawing/2014/main" id="{0D7FFF01-DAE7-4F6F-8C62-68ECA4FD9AFE}"/>
              </a:ext>
            </a:extLst>
          </p:cNvPr>
          <p:cNvSpPr>
            <a:spLocks/>
          </p:cNvSpPr>
          <p:nvPr/>
        </p:nvSpPr>
        <p:spPr bwMode="auto">
          <a:xfrm>
            <a:off x="4619625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53" name="Line 37">
            <a:extLst>
              <a:ext uri="{FF2B5EF4-FFF2-40B4-BE49-F238E27FC236}">
                <a16:creationId xmlns:a16="http://schemas.microsoft.com/office/drawing/2014/main" id="{F02FE412-6863-4B6B-A549-03C2689214D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609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54" name="Freeform 38">
            <a:extLst>
              <a:ext uri="{FF2B5EF4-FFF2-40B4-BE49-F238E27FC236}">
                <a16:creationId xmlns:a16="http://schemas.microsoft.com/office/drawing/2014/main" id="{D46E626C-BC0B-4D08-BB58-B0A1D17820BD}"/>
              </a:ext>
            </a:extLst>
          </p:cNvPr>
          <p:cNvSpPr>
            <a:spLocks/>
          </p:cNvSpPr>
          <p:nvPr/>
        </p:nvSpPr>
        <p:spPr bwMode="auto">
          <a:xfrm>
            <a:off x="6051550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55" name="Line 39">
            <a:extLst>
              <a:ext uri="{FF2B5EF4-FFF2-40B4-BE49-F238E27FC236}">
                <a16:creationId xmlns:a16="http://schemas.microsoft.com/office/drawing/2014/main" id="{61871459-DF87-4C88-8CA8-61A8EB4F0E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37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56" name="Freeform 40">
            <a:extLst>
              <a:ext uri="{FF2B5EF4-FFF2-40B4-BE49-F238E27FC236}">
                <a16:creationId xmlns:a16="http://schemas.microsoft.com/office/drawing/2014/main" id="{705BA725-2F7A-4304-A705-FDE06533BCA0}"/>
              </a:ext>
            </a:extLst>
          </p:cNvPr>
          <p:cNvSpPr>
            <a:spLocks/>
          </p:cNvSpPr>
          <p:nvPr/>
        </p:nvSpPr>
        <p:spPr bwMode="auto">
          <a:xfrm>
            <a:off x="5187950" y="3001963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57" name="Freeform 41">
            <a:extLst>
              <a:ext uri="{FF2B5EF4-FFF2-40B4-BE49-F238E27FC236}">
                <a16:creationId xmlns:a16="http://schemas.microsoft.com/office/drawing/2014/main" id="{31F73106-35B5-449D-A72A-58D4EC8B2718}"/>
              </a:ext>
            </a:extLst>
          </p:cNvPr>
          <p:cNvSpPr>
            <a:spLocks/>
          </p:cNvSpPr>
          <p:nvPr/>
        </p:nvSpPr>
        <p:spPr bwMode="auto">
          <a:xfrm>
            <a:off x="5335588" y="3001963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58" name="Freeform 42">
            <a:extLst>
              <a:ext uri="{FF2B5EF4-FFF2-40B4-BE49-F238E27FC236}">
                <a16:creationId xmlns:a16="http://schemas.microsoft.com/office/drawing/2014/main" id="{093A66E9-328F-4774-8304-C13F7D64C4C4}"/>
              </a:ext>
            </a:extLst>
          </p:cNvPr>
          <p:cNvSpPr>
            <a:spLocks/>
          </p:cNvSpPr>
          <p:nvPr/>
        </p:nvSpPr>
        <p:spPr bwMode="auto">
          <a:xfrm>
            <a:off x="5503863" y="3001963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59" name="Freeform 43">
            <a:extLst>
              <a:ext uri="{FF2B5EF4-FFF2-40B4-BE49-F238E27FC236}">
                <a16:creationId xmlns:a16="http://schemas.microsoft.com/office/drawing/2014/main" id="{8CDF9978-639C-4D49-AD3B-1F8A07A61D74}"/>
              </a:ext>
            </a:extLst>
          </p:cNvPr>
          <p:cNvSpPr>
            <a:spLocks/>
          </p:cNvSpPr>
          <p:nvPr/>
        </p:nvSpPr>
        <p:spPr bwMode="auto">
          <a:xfrm>
            <a:off x="47879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60" name="Freeform 44">
            <a:extLst>
              <a:ext uri="{FF2B5EF4-FFF2-40B4-BE49-F238E27FC236}">
                <a16:creationId xmlns:a16="http://schemas.microsoft.com/office/drawing/2014/main" id="{13B5561E-CA70-41E8-8E55-E1AB3ED25AF5}"/>
              </a:ext>
            </a:extLst>
          </p:cNvPr>
          <p:cNvSpPr>
            <a:spLocks/>
          </p:cNvSpPr>
          <p:nvPr/>
        </p:nvSpPr>
        <p:spPr bwMode="auto">
          <a:xfrm>
            <a:off x="5187950" y="2200275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61" name="Freeform 45">
            <a:extLst>
              <a:ext uri="{FF2B5EF4-FFF2-40B4-BE49-F238E27FC236}">
                <a16:creationId xmlns:a16="http://schemas.microsoft.com/office/drawing/2014/main" id="{F33849C7-D5AF-4969-ABED-3979A3D60B5B}"/>
              </a:ext>
            </a:extLst>
          </p:cNvPr>
          <p:cNvSpPr>
            <a:spLocks/>
          </p:cNvSpPr>
          <p:nvPr/>
        </p:nvSpPr>
        <p:spPr bwMode="auto">
          <a:xfrm>
            <a:off x="5335588" y="2200275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62" name="Freeform 46">
            <a:extLst>
              <a:ext uri="{FF2B5EF4-FFF2-40B4-BE49-F238E27FC236}">
                <a16:creationId xmlns:a16="http://schemas.microsoft.com/office/drawing/2014/main" id="{6FDA68A9-AC3C-4070-8958-68B281772A83}"/>
              </a:ext>
            </a:extLst>
          </p:cNvPr>
          <p:cNvSpPr>
            <a:spLocks/>
          </p:cNvSpPr>
          <p:nvPr/>
        </p:nvSpPr>
        <p:spPr bwMode="auto">
          <a:xfrm>
            <a:off x="5503863" y="2200275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63" name="Line 47">
            <a:extLst>
              <a:ext uri="{FF2B5EF4-FFF2-40B4-BE49-F238E27FC236}">
                <a16:creationId xmlns:a16="http://schemas.microsoft.com/office/drawing/2014/main" id="{A4D330A7-A53F-45BC-9807-D494EE4CD748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6138" y="1947863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64" name="Line 48">
            <a:extLst>
              <a:ext uri="{FF2B5EF4-FFF2-40B4-BE49-F238E27FC236}">
                <a16:creationId xmlns:a16="http://schemas.microsoft.com/office/drawing/2014/main" id="{3DF3860F-29C7-4106-AF06-E2543CED836B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1413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65" name="Line 49">
            <a:extLst>
              <a:ext uri="{FF2B5EF4-FFF2-40B4-BE49-F238E27FC236}">
                <a16:creationId xmlns:a16="http://schemas.microsoft.com/office/drawing/2014/main" id="{690E2CD7-35D2-47CF-9443-95CCA72AC4BC}"/>
              </a:ext>
            </a:extLst>
          </p:cNvPr>
          <p:cNvSpPr>
            <a:spLocks noChangeShapeType="1"/>
          </p:cNvSpPr>
          <p:nvPr/>
        </p:nvSpPr>
        <p:spPr bwMode="auto">
          <a:xfrm>
            <a:off x="6642100" y="1947863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66" name="Line 50">
            <a:extLst>
              <a:ext uri="{FF2B5EF4-FFF2-40B4-BE49-F238E27FC236}">
                <a16:creationId xmlns:a16="http://schemas.microsoft.com/office/drawing/2014/main" id="{FE0958D0-635C-487B-A3B6-8BBC0D65174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67" name="Line 51">
            <a:extLst>
              <a:ext uri="{FF2B5EF4-FFF2-40B4-BE49-F238E27FC236}">
                <a16:creationId xmlns:a16="http://schemas.microsoft.com/office/drawing/2014/main" id="{321C0F46-A1C5-4995-A717-F96F109C56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3263" y="1947863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68" name="Freeform 52">
            <a:extLst>
              <a:ext uri="{FF2B5EF4-FFF2-40B4-BE49-F238E27FC236}">
                <a16:creationId xmlns:a16="http://schemas.microsoft.com/office/drawing/2014/main" id="{50911D1A-AC9A-4BDB-8678-7659F64697C3}"/>
              </a:ext>
            </a:extLst>
          </p:cNvPr>
          <p:cNvSpPr>
            <a:spLocks/>
          </p:cNvSpPr>
          <p:nvPr/>
        </p:nvSpPr>
        <p:spPr bwMode="auto">
          <a:xfrm>
            <a:off x="6896100" y="2200275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69" name="Freeform 53">
            <a:extLst>
              <a:ext uri="{FF2B5EF4-FFF2-40B4-BE49-F238E27FC236}">
                <a16:creationId xmlns:a16="http://schemas.microsoft.com/office/drawing/2014/main" id="{8C2A32AF-60D3-484F-A88E-C5D281E702B6}"/>
              </a:ext>
            </a:extLst>
          </p:cNvPr>
          <p:cNvSpPr>
            <a:spLocks/>
          </p:cNvSpPr>
          <p:nvPr/>
        </p:nvSpPr>
        <p:spPr bwMode="auto">
          <a:xfrm>
            <a:off x="7316788" y="2200275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70" name="Freeform 54">
            <a:extLst>
              <a:ext uri="{FF2B5EF4-FFF2-40B4-BE49-F238E27FC236}">
                <a16:creationId xmlns:a16="http://schemas.microsoft.com/office/drawing/2014/main" id="{7CE156AA-8EC3-404C-9588-FCD3774D94F5}"/>
              </a:ext>
            </a:extLst>
          </p:cNvPr>
          <p:cNvSpPr>
            <a:spLocks/>
          </p:cNvSpPr>
          <p:nvPr/>
        </p:nvSpPr>
        <p:spPr bwMode="auto">
          <a:xfrm>
            <a:off x="6664325" y="4329113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71" name="Freeform 55">
            <a:extLst>
              <a:ext uri="{FF2B5EF4-FFF2-40B4-BE49-F238E27FC236}">
                <a16:creationId xmlns:a16="http://schemas.microsoft.com/office/drawing/2014/main" id="{49BE4C6D-EEB2-4393-A7EE-7B0F1750409D}"/>
              </a:ext>
            </a:extLst>
          </p:cNvPr>
          <p:cNvSpPr>
            <a:spLocks/>
          </p:cNvSpPr>
          <p:nvPr/>
        </p:nvSpPr>
        <p:spPr bwMode="auto">
          <a:xfrm>
            <a:off x="6810375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72" name="Freeform 56">
            <a:extLst>
              <a:ext uri="{FF2B5EF4-FFF2-40B4-BE49-F238E27FC236}">
                <a16:creationId xmlns:a16="http://schemas.microsoft.com/office/drawing/2014/main" id="{4944504A-63BA-40BE-A1FF-C542D9402DBD}"/>
              </a:ext>
            </a:extLst>
          </p:cNvPr>
          <p:cNvSpPr>
            <a:spLocks/>
          </p:cNvSpPr>
          <p:nvPr/>
        </p:nvSpPr>
        <p:spPr bwMode="auto">
          <a:xfrm>
            <a:off x="3629025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73" name="Line 57">
            <a:extLst>
              <a:ext uri="{FF2B5EF4-FFF2-40B4-BE49-F238E27FC236}">
                <a16:creationId xmlns:a16="http://schemas.microsoft.com/office/drawing/2014/main" id="{A06CDB53-24C2-4595-A33F-DD60B3D58E0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300" y="3211513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74" name="Freeform 58">
            <a:extLst>
              <a:ext uri="{FF2B5EF4-FFF2-40B4-BE49-F238E27FC236}">
                <a16:creationId xmlns:a16="http://schemas.microsoft.com/office/drawing/2014/main" id="{67E11C1C-1E97-4FE7-B102-F11AA12AAC3E}"/>
              </a:ext>
            </a:extLst>
          </p:cNvPr>
          <p:cNvSpPr>
            <a:spLocks/>
          </p:cNvSpPr>
          <p:nvPr/>
        </p:nvSpPr>
        <p:spPr bwMode="auto">
          <a:xfrm>
            <a:off x="32067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75" name="Line 59">
            <a:extLst>
              <a:ext uri="{FF2B5EF4-FFF2-40B4-BE49-F238E27FC236}">
                <a16:creationId xmlns:a16="http://schemas.microsoft.com/office/drawing/2014/main" id="{D1E447A2-24AA-475F-B7A5-6BBE7000B28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27388" y="3211513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76" name="Freeform 60">
            <a:extLst>
              <a:ext uri="{FF2B5EF4-FFF2-40B4-BE49-F238E27FC236}">
                <a16:creationId xmlns:a16="http://schemas.microsoft.com/office/drawing/2014/main" id="{F9A2441B-355E-412B-8B64-31B6E059C291}"/>
              </a:ext>
            </a:extLst>
          </p:cNvPr>
          <p:cNvSpPr>
            <a:spLocks/>
          </p:cNvSpPr>
          <p:nvPr/>
        </p:nvSpPr>
        <p:spPr bwMode="auto">
          <a:xfrm>
            <a:off x="1795463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77" name="Line 61">
            <a:extLst>
              <a:ext uri="{FF2B5EF4-FFF2-40B4-BE49-F238E27FC236}">
                <a16:creationId xmlns:a16="http://schemas.microsoft.com/office/drawing/2014/main" id="{F4523068-3259-4E9F-BC02-3520960DD5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16100" y="3211513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78" name="Freeform 62">
            <a:extLst>
              <a:ext uri="{FF2B5EF4-FFF2-40B4-BE49-F238E27FC236}">
                <a16:creationId xmlns:a16="http://schemas.microsoft.com/office/drawing/2014/main" id="{863572F8-0E08-4E15-AEF1-BCCE69C09953}"/>
              </a:ext>
            </a:extLst>
          </p:cNvPr>
          <p:cNvSpPr>
            <a:spLocks/>
          </p:cNvSpPr>
          <p:nvPr/>
        </p:nvSpPr>
        <p:spPr bwMode="auto">
          <a:xfrm>
            <a:off x="1289050" y="4329113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79" name="Line 63">
            <a:extLst>
              <a:ext uri="{FF2B5EF4-FFF2-40B4-BE49-F238E27FC236}">
                <a16:creationId xmlns:a16="http://schemas.microsoft.com/office/drawing/2014/main" id="{26B8AFD5-D27D-4F5F-9291-75D567468AEF}"/>
              </a:ext>
            </a:extLst>
          </p:cNvPr>
          <p:cNvSpPr>
            <a:spLocks noChangeShapeType="1"/>
          </p:cNvSpPr>
          <p:nvPr/>
        </p:nvSpPr>
        <p:spPr bwMode="auto">
          <a:xfrm>
            <a:off x="14160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80" name="Freeform 64">
            <a:extLst>
              <a:ext uri="{FF2B5EF4-FFF2-40B4-BE49-F238E27FC236}">
                <a16:creationId xmlns:a16="http://schemas.microsoft.com/office/drawing/2014/main" id="{6ABEB441-E3CE-441A-8063-2EDB0960F33D}"/>
              </a:ext>
            </a:extLst>
          </p:cNvPr>
          <p:cNvSpPr>
            <a:spLocks/>
          </p:cNvSpPr>
          <p:nvPr/>
        </p:nvSpPr>
        <p:spPr bwMode="auto">
          <a:xfrm>
            <a:off x="24907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81" name="Line 65">
            <a:extLst>
              <a:ext uri="{FF2B5EF4-FFF2-40B4-BE49-F238E27FC236}">
                <a16:creationId xmlns:a16="http://schemas.microsoft.com/office/drawing/2014/main" id="{1EB519F4-0D87-43E0-B6CF-BF70F7860A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32063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82" name="Freeform 66">
            <a:extLst>
              <a:ext uri="{FF2B5EF4-FFF2-40B4-BE49-F238E27FC236}">
                <a16:creationId xmlns:a16="http://schemas.microsoft.com/office/drawing/2014/main" id="{AC9501F2-ECED-4483-ADA5-AD1E3FD70656}"/>
              </a:ext>
            </a:extLst>
          </p:cNvPr>
          <p:cNvSpPr>
            <a:spLocks/>
          </p:cNvSpPr>
          <p:nvPr/>
        </p:nvSpPr>
        <p:spPr bwMode="auto">
          <a:xfrm>
            <a:off x="5905500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83" name="Line 67">
            <a:extLst>
              <a:ext uri="{FF2B5EF4-FFF2-40B4-BE49-F238E27FC236}">
                <a16:creationId xmlns:a16="http://schemas.microsoft.com/office/drawing/2014/main" id="{A29D1D74-583F-443C-A5A3-7F506F24FA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26138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84" name="Freeform 68">
            <a:extLst>
              <a:ext uri="{FF2B5EF4-FFF2-40B4-BE49-F238E27FC236}">
                <a16:creationId xmlns:a16="http://schemas.microsoft.com/office/drawing/2014/main" id="{92D84D75-1C9C-4DFA-9DD4-A36D4EAFDB8C}"/>
              </a:ext>
            </a:extLst>
          </p:cNvPr>
          <p:cNvSpPr>
            <a:spLocks/>
          </p:cNvSpPr>
          <p:nvPr/>
        </p:nvSpPr>
        <p:spPr bwMode="auto">
          <a:xfrm>
            <a:off x="53355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85" name="Line 69">
            <a:extLst>
              <a:ext uri="{FF2B5EF4-FFF2-40B4-BE49-F238E27FC236}">
                <a16:creationId xmlns:a16="http://schemas.microsoft.com/office/drawing/2014/main" id="{FC973E3D-7BE5-4050-9231-106518BFC4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562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86" name="Freeform 70">
            <a:extLst>
              <a:ext uri="{FF2B5EF4-FFF2-40B4-BE49-F238E27FC236}">
                <a16:creationId xmlns:a16="http://schemas.microsoft.com/office/drawing/2014/main" id="{5CA5C158-F590-43B5-B696-2EF582F682B4}"/>
              </a:ext>
            </a:extLst>
          </p:cNvPr>
          <p:cNvSpPr>
            <a:spLocks/>
          </p:cNvSpPr>
          <p:nvPr/>
        </p:nvSpPr>
        <p:spPr bwMode="auto">
          <a:xfrm>
            <a:off x="2343150" y="3486150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87" name="Freeform 71">
            <a:extLst>
              <a:ext uri="{FF2B5EF4-FFF2-40B4-BE49-F238E27FC236}">
                <a16:creationId xmlns:a16="http://schemas.microsoft.com/office/drawing/2014/main" id="{89FCC0B7-094E-46E5-9567-6EEEB13C29FB}"/>
              </a:ext>
            </a:extLst>
          </p:cNvPr>
          <p:cNvSpPr>
            <a:spLocks/>
          </p:cNvSpPr>
          <p:nvPr/>
        </p:nvSpPr>
        <p:spPr bwMode="auto">
          <a:xfrm>
            <a:off x="2511425" y="3486150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88" name="Freeform 72">
            <a:extLst>
              <a:ext uri="{FF2B5EF4-FFF2-40B4-BE49-F238E27FC236}">
                <a16:creationId xmlns:a16="http://schemas.microsoft.com/office/drawing/2014/main" id="{B167C18D-B8C0-4597-93B0-F62DA58F5108}"/>
              </a:ext>
            </a:extLst>
          </p:cNvPr>
          <p:cNvSpPr>
            <a:spLocks/>
          </p:cNvSpPr>
          <p:nvPr/>
        </p:nvSpPr>
        <p:spPr bwMode="auto">
          <a:xfrm>
            <a:off x="2659063" y="3486150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89" name="Freeform 73">
            <a:extLst>
              <a:ext uri="{FF2B5EF4-FFF2-40B4-BE49-F238E27FC236}">
                <a16:creationId xmlns:a16="http://schemas.microsoft.com/office/drawing/2014/main" id="{8DB6B76D-A6C9-4E39-9373-13090CAB2131}"/>
              </a:ext>
            </a:extLst>
          </p:cNvPr>
          <p:cNvSpPr>
            <a:spLocks/>
          </p:cNvSpPr>
          <p:nvPr/>
        </p:nvSpPr>
        <p:spPr bwMode="auto">
          <a:xfrm>
            <a:off x="37544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90" name="Freeform 74">
            <a:extLst>
              <a:ext uri="{FF2B5EF4-FFF2-40B4-BE49-F238E27FC236}">
                <a16:creationId xmlns:a16="http://schemas.microsoft.com/office/drawing/2014/main" id="{DD2B24CD-05D1-4234-8B0B-BF902573C5F9}"/>
              </a:ext>
            </a:extLst>
          </p:cNvPr>
          <p:cNvSpPr>
            <a:spLocks/>
          </p:cNvSpPr>
          <p:nvPr/>
        </p:nvSpPr>
        <p:spPr bwMode="auto">
          <a:xfrm>
            <a:off x="3924300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91" name="Freeform 75">
            <a:extLst>
              <a:ext uri="{FF2B5EF4-FFF2-40B4-BE49-F238E27FC236}">
                <a16:creationId xmlns:a16="http://schemas.microsoft.com/office/drawing/2014/main" id="{4CF800BD-18D4-4DE8-BE1B-439A5B6E3799}"/>
              </a:ext>
            </a:extLst>
          </p:cNvPr>
          <p:cNvSpPr>
            <a:spLocks/>
          </p:cNvSpPr>
          <p:nvPr/>
        </p:nvSpPr>
        <p:spPr bwMode="auto">
          <a:xfrm>
            <a:off x="4092575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92" name="Rectangle 76">
            <a:extLst>
              <a:ext uri="{FF2B5EF4-FFF2-40B4-BE49-F238E27FC236}">
                <a16:creationId xmlns:a16="http://schemas.microsoft.com/office/drawing/2014/main" id="{C9D032F8-B794-4E56-AD7F-5C87358F5F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1050" y="5532438"/>
            <a:ext cx="211138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93" name="Rectangle 77">
            <a:extLst>
              <a:ext uri="{FF2B5EF4-FFF2-40B4-BE49-F238E27FC236}">
                <a16:creationId xmlns:a16="http://schemas.microsoft.com/office/drawing/2014/main" id="{CCF15B8F-D1ED-4572-89DA-AC588F44F8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013" y="562768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94" name="Rectangle 78">
            <a:extLst>
              <a:ext uri="{FF2B5EF4-FFF2-40B4-BE49-F238E27FC236}">
                <a16:creationId xmlns:a16="http://schemas.microsoft.com/office/drawing/2014/main" id="{72C0B6A3-06E2-4093-AEEE-A3039C4BEB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1138" y="5532438"/>
            <a:ext cx="2111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95" name="Rectangle 79">
            <a:extLst>
              <a:ext uri="{FF2B5EF4-FFF2-40B4-BE49-F238E27FC236}">
                <a16:creationId xmlns:a16="http://schemas.microsoft.com/office/drawing/2014/main" id="{052C5ED1-E916-47C9-A3B6-F4823AD980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2100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96" name="Rectangle 80">
            <a:extLst>
              <a:ext uri="{FF2B5EF4-FFF2-40B4-BE49-F238E27FC236}">
                <a16:creationId xmlns:a16="http://schemas.microsoft.com/office/drawing/2014/main" id="{0CAC8058-F0B6-4CC3-AE3B-BB6FD618B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1563" y="5532438"/>
            <a:ext cx="2111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97" name="Rectangle 81">
            <a:extLst>
              <a:ext uri="{FF2B5EF4-FFF2-40B4-BE49-F238E27FC236}">
                <a16:creationId xmlns:a16="http://schemas.microsoft.com/office/drawing/2014/main" id="{FB4E0564-9278-4720-AD7D-7ED53186D9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22525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98" name="Rectangle 82">
            <a:extLst>
              <a:ext uri="{FF2B5EF4-FFF2-40B4-BE49-F238E27FC236}">
                <a16:creationId xmlns:a16="http://schemas.microsoft.com/office/drawing/2014/main" id="{E3C6B0D4-54F1-4118-A0E1-93CC63334D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099" name="Rectangle 83">
            <a:extLst>
              <a:ext uri="{FF2B5EF4-FFF2-40B4-BE49-F238E27FC236}">
                <a16:creationId xmlns:a16="http://schemas.microsoft.com/office/drawing/2014/main" id="{64EACF87-A0F8-4111-B057-B8FD21A2B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56276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00" name="Rectangle 84">
            <a:extLst>
              <a:ext uri="{FF2B5EF4-FFF2-40B4-BE49-F238E27FC236}">
                <a16:creationId xmlns:a16="http://schemas.microsoft.com/office/drawing/2014/main" id="{0280B5A3-0280-4BA7-BDC8-A3ED3787C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01" name="Rectangle 85">
            <a:extLst>
              <a:ext uri="{FF2B5EF4-FFF2-40B4-BE49-F238E27FC236}">
                <a16:creationId xmlns:a16="http://schemas.microsoft.com/office/drawing/2014/main" id="{9ADDAC38-2C46-4B3F-A23E-2E3C368C9C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3475" y="29686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02" name="Rectangle 86">
            <a:extLst>
              <a:ext uri="{FF2B5EF4-FFF2-40B4-BE49-F238E27FC236}">
                <a16:creationId xmlns:a16="http://schemas.microsoft.com/office/drawing/2014/main" id="{FF5B9815-3B6E-434E-B201-65F588B78C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23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03" name="Rectangle 87">
            <a:extLst>
              <a:ext uri="{FF2B5EF4-FFF2-40B4-BE49-F238E27FC236}">
                <a16:creationId xmlns:a16="http://schemas.microsoft.com/office/drawing/2014/main" id="{E5E83F46-3875-441C-A8A1-0BED598835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2788" y="29686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04" name="Rectangle 88">
            <a:extLst>
              <a:ext uri="{FF2B5EF4-FFF2-40B4-BE49-F238E27FC236}">
                <a16:creationId xmlns:a16="http://schemas.microsoft.com/office/drawing/2014/main" id="{679815C1-A3C5-4315-872A-BEAD65A9C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83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05" name="Rectangle 89">
            <a:extLst>
              <a:ext uri="{FF2B5EF4-FFF2-40B4-BE49-F238E27FC236}">
                <a16:creationId xmlns:a16="http://schemas.microsoft.com/office/drawing/2014/main" id="{ACD68DDE-1C18-4F23-9657-325A4D44C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0375" y="29686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06" name="Rectangle 90">
            <a:extLst>
              <a:ext uri="{FF2B5EF4-FFF2-40B4-BE49-F238E27FC236}">
                <a16:creationId xmlns:a16="http://schemas.microsoft.com/office/drawing/2014/main" id="{66B4E1AF-4B8F-4A59-B1EF-FDF8B5D03D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1038" y="29686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07" name="Rectangle 91">
            <a:extLst>
              <a:ext uri="{FF2B5EF4-FFF2-40B4-BE49-F238E27FC236}">
                <a16:creationId xmlns:a16="http://schemas.microsoft.com/office/drawing/2014/main" id="{42714692-E31D-436F-B6A4-252D5E10B7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1500" y="296862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08" name="Rectangle 92">
            <a:extLst>
              <a:ext uri="{FF2B5EF4-FFF2-40B4-BE49-F238E27FC236}">
                <a16:creationId xmlns:a16="http://schemas.microsoft.com/office/drawing/2014/main" id="{BE21207B-DBBC-46EF-8EFB-66605CEF82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113" y="4221163"/>
            <a:ext cx="2238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09" name="Rectangle 93">
            <a:extLst>
              <a:ext uri="{FF2B5EF4-FFF2-40B4-BE49-F238E27FC236}">
                <a16:creationId xmlns:a16="http://schemas.microsoft.com/office/drawing/2014/main" id="{2C5112D1-C70D-45E2-963E-78FFAF5407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9188" y="4318000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10" name="Rectangle 94">
            <a:extLst>
              <a:ext uri="{FF2B5EF4-FFF2-40B4-BE49-F238E27FC236}">
                <a16:creationId xmlns:a16="http://schemas.microsoft.com/office/drawing/2014/main" id="{739C650C-8C60-4CEA-9291-5A8C7F99C2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0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11" name="Rectangle 95">
            <a:extLst>
              <a:ext uri="{FF2B5EF4-FFF2-40B4-BE49-F238E27FC236}">
                <a16:creationId xmlns:a16="http://schemas.microsoft.com/office/drawing/2014/main" id="{69F46DB8-A3B7-4006-977E-E24A7AB3E7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1600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-bit adder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12" name="Rectangle 96">
            <a:extLst>
              <a:ext uri="{FF2B5EF4-FFF2-40B4-BE49-F238E27FC236}">
                <a16:creationId xmlns:a16="http://schemas.microsoft.com/office/drawing/2014/main" id="{1355D415-1783-4609-B511-3424E7D890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1775" y="1600200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13" name="Rectangle 97">
            <a:extLst>
              <a:ext uri="{FF2B5EF4-FFF2-40B4-BE49-F238E27FC236}">
                <a16:creationId xmlns:a16="http://schemas.microsoft.com/office/drawing/2014/main" id="{A1327778-F6C4-4C76-AF36-C8B6AED017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2263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14" name="Rectangle 98">
            <a:extLst>
              <a:ext uri="{FF2B5EF4-FFF2-40B4-BE49-F238E27FC236}">
                <a16:creationId xmlns:a16="http://schemas.microsoft.com/office/drawing/2014/main" id="{3996C678-0BF8-4FAD-85AF-05B7CE870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9938" y="1600200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15" name="Rectangle 99">
            <a:extLst>
              <a:ext uri="{FF2B5EF4-FFF2-40B4-BE49-F238E27FC236}">
                <a16:creationId xmlns:a16="http://schemas.microsoft.com/office/drawing/2014/main" id="{362DD731-EB27-4FA1-82A2-ADD352E2C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013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16" name="Rectangle 100">
            <a:extLst>
              <a:ext uri="{FF2B5EF4-FFF2-40B4-BE49-F238E27FC236}">
                <a16:creationId xmlns:a16="http://schemas.microsoft.com/office/drawing/2014/main" id="{7802C7CC-193F-451D-B4CD-6508FD735C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9113" y="1600200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17" name="Rectangle 101">
            <a:extLst>
              <a:ext uri="{FF2B5EF4-FFF2-40B4-BE49-F238E27FC236}">
                <a16:creationId xmlns:a16="http://schemas.microsoft.com/office/drawing/2014/main" id="{305519BB-EE9E-49A2-9900-14E7BB89B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1188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18" name="Rectangle 102">
            <a:extLst>
              <a:ext uri="{FF2B5EF4-FFF2-40B4-BE49-F238E27FC236}">
                <a16:creationId xmlns:a16="http://schemas.microsoft.com/office/drawing/2014/main" id="{38732E7F-6299-4C81-99D9-40E8EF3DE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1850" y="169703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19" name="Rectangle 103">
            <a:extLst>
              <a:ext uri="{FF2B5EF4-FFF2-40B4-BE49-F238E27FC236}">
                <a16:creationId xmlns:a16="http://schemas.microsoft.com/office/drawing/2014/main" id="{AF59BDEF-4A8E-429F-B92F-0EFF7B2E26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2313" y="16970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20" name="Rectangle 104">
            <a:extLst>
              <a:ext uri="{FF2B5EF4-FFF2-40B4-BE49-F238E27FC236}">
                <a16:creationId xmlns:a16="http://schemas.microsoft.com/office/drawing/2014/main" id="{88669A2A-4B54-4392-B755-C1043995C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6013" y="4200525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21" name="Rectangle 105">
            <a:extLst>
              <a:ext uri="{FF2B5EF4-FFF2-40B4-BE49-F238E27FC236}">
                <a16:creationId xmlns:a16="http://schemas.microsoft.com/office/drawing/2014/main" id="{6FBBE6F9-D1AE-4A9D-BD0D-25B29C3C2D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8088" y="4297363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22" name="Rectangle 106">
            <a:extLst>
              <a:ext uri="{FF2B5EF4-FFF2-40B4-BE49-F238E27FC236}">
                <a16:creationId xmlns:a16="http://schemas.microsoft.com/office/drawing/2014/main" id="{CD15A645-5111-40EF-BF51-91E28844A6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6038" y="1998663"/>
            <a:ext cx="4826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Add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23" name="Line 107">
            <a:extLst>
              <a:ext uri="{FF2B5EF4-FFF2-40B4-BE49-F238E27FC236}">
                <a16:creationId xmlns:a16="http://schemas.microsoft.com/office/drawing/2014/main" id="{FFA46389-D54F-4678-B753-ADB933B979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55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24" name="Rectangle 108">
            <a:extLst>
              <a:ext uri="{FF2B5EF4-FFF2-40B4-BE49-F238E27FC236}">
                <a16:creationId xmlns:a16="http://schemas.microsoft.com/office/drawing/2014/main" id="{D66CB5AF-CEC1-4B85-BC16-1AE2DEC113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2913" y="1993900"/>
            <a:ext cx="206375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¤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25" name="Rectangle 109">
            <a:extLst>
              <a:ext uri="{FF2B5EF4-FFF2-40B4-BE49-F238E27FC236}">
                <a16:creationId xmlns:a16="http://schemas.microsoft.com/office/drawing/2014/main" id="{147AF4D3-B0B8-441B-978C-45FC27C3E1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53400" y="2000250"/>
            <a:ext cx="44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Sub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26" name="Rectangle 110">
            <a:extLst>
              <a:ext uri="{FF2B5EF4-FFF2-40B4-BE49-F238E27FC236}">
                <a16:creationId xmlns:a16="http://schemas.microsoft.com/office/drawing/2014/main" id="{B4593E8D-1691-4275-9F11-00DEB734B3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9863" y="2200275"/>
            <a:ext cx="70961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control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9127" name="TextBox 125">
            <a:extLst>
              <a:ext uri="{FF2B5EF4-FFF2-40B4-BE49-F238E27FC236}">
                <a16:creationId xmlns:a16="http://schemas.microsoft.com/office/drawing/2014/main" id="{A6A77847-4600-41BD-BC5D-739A9DADF4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64770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3.12 from the textbook ]</a:t>
            </a:r>
          </a:p>
        </p:txBody>
      </p:sp>
      <p:sp>
        <p:nvSpPr>
          <p:cNvPr id="129128" name="Title 1">
            <a:extLst>
              <a:ext uri="{FF2B5EF4-FFF2-40B4-BE49-F238E27FC236}">
                <a16:creationId xmlns:a16="http://schemas.microsoft.com/office/drawing/2014/main" id="{42E10F6B-B210-49BC-A9F7-A4046089D357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Subtraction: when control = 1</a:t>
            </a:r>
          </a:p>
        </p:txBody>
      </p:sp>
      <p:sp>
        <p:nvSpPr>
          <p:cNvPr id="129129" name="TextBox 1">
            <a:extLst>
              <a:ext uri="{FF2B5EF4-FFF2-40B4-BE49-F238E27FC236}">
                <a16:creationId xmlns:a16="http://schemas.microsoft.com/office/drawing/2014/main" id="{6DAAD313-D9DB-4739-AE82-667AEED1CE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0" y="16875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29130" name="TextBox 112">
            <a:extLst>
              <a:ext uri="{FF2B5EF4-FFF2-40B4-BE49-F238E27FC236}">
                <a16:creationId xmlns:a16="http://schemas.microsoft.com/office/drawing/2014/main" id="{E71D9CF6-23CC-4D77-AA8E-4276961D73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8163" y="22764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29131" name="TextBox 114">
            <a:extLst>
              <a:ext uri="{FF2B5EF4-FFF2-40B4-BE49-F238E27FC236}">
                <a16:creationId xmlns:a16="http://schemas.microsoft.com/office/drawing/2014/main" id="{55601529-9FA5-451B-B7CA-20171AA8B2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29132" name="TextBox 115">
            <a:extLst>
              <a:ext uri="{FF2B5EF4-FFF2-40B4-BE49-F238E27FC236}">
                <a16:creationId xmlns:a16="http://schemas.microsoft.com/office/drawing/2014/main" id="{35289BD1-3DA9-48F8-B939-DF30EADD6B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44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29133" name="TextBox 2">
            <a:extLst>
              <a:ext uri="{FF2B5EF4-FFF2-40B4-BE49-F238E27FC236}">
                <a16:creationId xmlns:a16="http://schemas.microsoft.com/office/drawing/2014/main" id="{0B41C800-96F5-4067-9160-3CE4E86BC9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8013" y="3810000"/>
            <a:ext cx="6238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</a:t>
            </a:r>
            <a:r>
              <a:rPr kumimoji="0" lang="en-US" altLang="en-US" sz="24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n-1</a:t>
            </a:r>
          </a:p>
        </p:txBody>
      </p:sp>
      <p:sp>
        <p:nvSpPr>
          <p:cNvPr id="129134" name="TextBox 116">
            <a:extLst>
              <a:ext uri="{FF2B5EF4-FFF2-40B4-BE49-F238E27FC236}">
                <a16:creationId xmlns:a16="http://schemas.microsoft.com/office/drawing/2014/main" id="{92CC2CB2-D6CA-4D25-B356-B25B764C05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9150" y="3810000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</a:t>
            </a:r>
            <a:r>
              <a:rPr kumimoji="0" lang="en-US" altLang="en-US" sz="24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29135" name="TextBox 117">
            <a:extLst>
              <a:ext uri="{FF2B5EF4-FFF2-40B4-BE49-F238E27FC236}">
                <a16:creationId xmlns:a16="http://schemas.microsoft.com/office/drawing/2014/main" id="{004E1119-4EBF-4E11-8631-68A4A234E6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3810000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</a:t>
            </a:r>
            <a:r>
              <a:rPr kumimoji="0" lang="en-US" altLang="en-US" sz="24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29136" name="TextBox 118">
            <a:extLst>
              <a:ext uri="{FF2B5EF4-FFF2-40B4-BE49-F238E27FC236}">
                <a16:creationId xmlns:a16="http://schemas.microsoft.com/office/drawing/2014/main" id="{B426D3F8-928A-4FF1-B7A8-1877FE8B03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94300" y="3786188"/>
            <a:ext cx="492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…</a:t>
            </a:r>
            <a:endParaRPr kumimoji="0" lang="en-US" altLang="en-US" sz="2400" b="1" i="0" u="none" strike="noStrike" kern="1200" cap="none" spc="0" normalizeH="0" baseline="-2500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29137" name="Straight Connector 119">
            <a:extLst>
              <a:ext uri="{FF2B5EF4-FFF2-40B4-BE49-F238E27FC236}">
                <a16:creationId xmlns:a16="http://schemas.microsoft.com/office/drawing/2014/main" id="{2C76D9A5-6CF5-47B1-92C8-B16B966B3FF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400800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9138" name="Straight Connector 120">
            <a:extLst>
              <a:ext uri="{FF2B5EF4-FFF2-40B4-BE49-F238E27FC236}">
                <a16:creationId xmlns:a16="http://schemas.microsoft.com/office/drawing/2014/main" id="{858769C8-4598-45E5-A395-8F5130B77A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943600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9139" name="Straight Connector 121">
            <a:extLst>
              <a:ext uri="{FF2B5EF4-FFF2-40B4-BE49-F238E27FC236}">
                <a16:creationId xmlns:a16="http://schemas.microsoft.com/office/drawing/2014/main" id="{996D55F0-811A-4C8F-8150-60B5FDBFDEA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524375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49" name="Line 4">
            <a:extLst>
              <a:ext uri="{FF2B5EF4-FFF2-40B4-BE49-F238E27FC236}">
                <a16:creationId xmlns:a16="http://schemas.microsoft.com/office/drawing/2014/main" id="{C88CC355-2A54-4D15-B88D-E799575395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991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50" name="Freeform 5">
            <a:extLst>
              <a:ext uri="{FF2B5EF4-FFF2-40B4-BE49-F238E27FC236}">
                <a16:creationId xmlns:a16="http://schemas.microsoft.com/office/drawing/2014/main" id="{94445D9C-99E4-4038-8F22-78B35A40AE14}"/>
              </a:ext>
            </a:extLst>
          </p:cNvPr>
          <p:cNvSpPr>
            <a:spLocks/>
          </p:cNvSpPr>
          <p:nvPr/>
        </p:nvSpPr>
        <p:spPr bwMode="auto">
          <a:xfrm>
            <a:off x="6178550" y="2200275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51" name="Line 6">
            <a:extLst>
              <a:ext uri="{FF2B5EF4-FFF2-40B4-BE49-F238E27FC236}">
                <a16:creationId xmlns:a16="http://schemas.microsoft.com/office/drawing/2014/main" id="{96CA13E5-98F0-4626-8844-377851B35CF6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52" name="Line 7">
            <a:extLst>
              <a:ext uri="{FF2B5EF4-FFF2-40B4-BE49-F238E27FC236}">
                <a16:creationId xmlns:a16="http://schemas.microsoft.com/office/drawing/2014/main" id="{902C6233-CCDA-419A-AC9C-99EE1E31E62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42100" y="2516188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53" name="Line 8">
            <a:extLst>
              <a:ext uri="{FF2B5EF4-FFF2-40B4-BE49-F238E27FC236}">
                <a16:creationId xmlns:a16="http://schemas.microsoft.com/office/drawing/2014/main" id="{52CD951C-8F89-4CD7-81E1-3A2DAE549D3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9738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54" name="Freeform 9">
            <a:extLst>
              <a:ext uri="{FF2B5EF4-FFF2-40B4-BE49-F238E27FC236}">
                <a16:creationId xmlns:a16="http://schemas.microsoft.com/office/drawing/2014/main" id="{398FFC2F-B1F8-40F0-ACF5-88238A281C91}"/>
              </a:ext>
            </a:extLst>
          </p:cNvPr>
          <p:cNvSpPr>
            <a:spLocks/>
          </p:cNvSpPr>
          <p:nvPr/>
        </p:nvSpPr>
        <p:spPr bwMode="auto">
          <a:xfrm>
            <a:off x="6784975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55" name="Freeform 10">
            <a:extLst>
              <a:ext uri="{FF2B5EF4-FFF2-40B4-BE49-F238E27FC236}">
                <a16:creationId xmlns:a16="http://schemas.microsoft.com/office/drawing/2014/main" id="{BAA5CB01-A6D2-4F12-BEB3-695868A1A218}"/>
              </a:ext>
            </a:extLst>
          </p:cNvPr>
          <p:cNvSpPr>
            <a:spLocks/>
          </p:cNvSpPr>
          <p:nvPr/>
        </p:nvSpPr>
        <p:spPr bwMode="auto">
          <a:xfrm>
            <a:off x="6545263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56" name="Freeform 11">
            <a:extLst>
              <a:ext uri="{FF2B5EF4-FFF2-40B4-BE49-F238E27FC236}">
                <a16:creationId xmlns:a16="http://schemas.microsoft.com/office/drawing/2014/main" id="{CBE8D42C-8AB2-409B-88FA-0BC5CF642BC8}"/>
              </a:ext>
            </a:extLst>
          </p:cNvPr>
          <p:cNvSpPr>
            <a:spLocks/>
          </p:cNvSpPr>
          <p:nvPr/>
        </p:nvSpPr>
        <p:spPr bwMode="auto">
          <a:xfrm>
            <a:off x="67833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57" name="Freeform 12">
            <a:extLst>
              <a:ext uri="{FF2B5EF4-FFF2-40B4-BE49-F238E27FC236}">
                <a16:creationId xmlns:a16="http://schemas.microsoft.com/office/drawing/2014/main" id="{85633B5E-801C-419D-97BA-09E0733A5A98}"/>
              </a:ext>
            </a:extLst>
          </p:cNvPr>
          <p:cNvSpPr>
            <a:spLocks/>
          </p:cNvSpPr>
          <p:nvPr/>
        </p:nvSpPr>
        <p:spPr bwMode="auto">
          <a:xfrm>
            <a:off x="65452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58" name="Freeform 13">
            <a:extLst>
              <a:ext uri="{FF2B5EF4-FFF2-40B4-BE49-F238E27FC236}">
                <a16:creationId xmlns:a16="http://schemas.microsoft.com/office/drawing/2014/main" id="{03FB8BA3-B18C-48D9-AC34-342D721C4233}"/>
              </a:ext>
            </a:extLst>
          </p:cNvPr>
          <p:cNvSpPr>
            <a:spLocks/>
          </p:cNvSpPr>
          <p:nvPr/>
        </p:nvSpPr>
        <p:spPr bwMode="auto">
          <a:xfrm>
            <a:off x="67833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59" name="Freeform 14">
            <a:extLst>
              <a:ext uri="{FF2B5EF4-FFF2-40B4-BE49-F238E27FC236}">
                <a16:creationId xmlns:a16="http://schemas.microsoft.com/office/drawing/2014/main" id="{BBDAB115-FC3E-47F4-B2B0-3CBFBEA94B04}"/>
              </a:ext>
            </a:extLst>
          </p:cNvPr>
          <p:cNvSpPr>
            <a:spLocks/>
          </p:cNvSpPr>
          <p:nvPr/>
        </p:nvSpPr>
        <p:spPr bwMode="auto">
          <a:xfrm>
            <a:off x="65452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60" name="Freeform 15">
            <a:extLst>
              <a:ext uri="{FF2B5EF4-FFF2-40B4-BE49-F238E27FC236}">
                <a16:creationId xmlns:a16="http://schemas.microsoft.com/office/drawing/2014/main" id="{7A882195-01D8-42C5-9C9F-9CE04207F758}"/>
              </a:ext>
            </a:extLst>
          </p:cNvPr>
          <p:cNvSpPr>
            <a:spLocks/>
          </p:cNvSpPr>
          <p:nvPr/>
        </p:nvSpPr>
        <p:spPr bwMode="auto">
          <a:xfrm>
            <a:off x="1541463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61" name="Line 16">
            <a:extLst>
              <a:ext uri="{FF2B5EF4-FFF2-40B4-BE49-F238E27FC236}">
                <a16:creationId xmlns:a16="http://schemas.microsoft.com/office/drawing/2014/main" id="{DE76CFD4-ABC6-49D3-8749-2FF1F1D93375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7900" y="2495550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62" name="Line 17">
            <a:extLst>
              <a:ext uri="{FF2B5EF4-FFF2-40B4-BE49-F238E27FC236}">
                <a16:creationId xmlns:a16="http://schemas.microsoft.com/office/drawing/2014/main" id="{C6D99EBC-D5EF-442A-86F6-3C767ADD9E8E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3263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63" name="Line 18">
            <a:extLst>
              <a:ext uri="{FF2B5EF4-FFF2-40B4-BE49-F238E27FC236}">
                <a16:creationId xmlns:a16="http://schemas.microsoft.com/office/drawing/2014/main" id="{F3D26E47-B61C-4C4D-B52F-22C9EB945B0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609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30064" name="Group 111">
            <a:extLst>
              <a:ext uri="{FF2B5EF4-FFF2-40B4-BE49-F238E27FC236}">
                <a16:creationId xmlns:a16="http://schemas.microsoft.com/office/drawing/2014/main" id="{E98133E6-7838-42FD-843A-73FFE9673B7E}"/>
              </a:ext>
            </a:extLst>
          </p:cNvPr>
          <p:cNvGrpSpPr>
            <a:grpSpLocks/>
          </p:cNvGrpSpPr>
          <p:nvPr/>
        </p:nvGrpSpPr>
        <p:grpSpPr bwMode="auto">
          <a:xfrm>
            <a:off x="4418013" y="2682875"/>
            <a:ext cx="476250" cy="682625"/>
            <a:chOff x="2783" y="1185"/>
            <a:chExt cx="300" cy="430"/>
          </a:xfrm>
        </p:grpSpPr>
        <p:sp>
          <p:nvSpPr>
            <p:cNvPr id="130167" name="Freeform 19">
              <a:extLst>
                <a:ext uri="{FF2B5EF4-FFF2-40B4-BE49-F238E27FC236}">
                  <a16:creationId xmlns:a16="http://schemas.microsoft.com/office/drawing/2014/main" id="{A0E42909-B066-4655-82EC-C4E1C7044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68" name="Freeform 20">
              <a:extLst>
                <a:ext uri="{FF2B5EF4-FFF2-40B4-BE49-F238E27FC236}">
                  <a16:creationId xmlns:a16="http://schemas.microsoft.com/office/drawing/2014/main" id="{21B8878A-A49E-40D8-8ED6-9A743B8C0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69" name="Freeform 21">
              <a:extLst>
                <a:ext uri="{FF2B5EF4-FFF2-40B4-BE49-F238E27FC236}">
                  <a16:creationId xmlns:a16="http://schemas.microsoft.com/office/drawing/2014/main" id="{C0594326-A7CF-4B2D-AA54-34B640F00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70" name="Freeform 22">
              <a:extLst>
                <a:ext uri="{FF2B5EF4-FFF2-40B4-BE49-F238E27FC236}">
                  <a16:creationId xmlns:a16="http://schemas.microsoft.com/office/drawing/2014/main" id="{A1A9955F-D8CE-417F-A6C6-6297A6A8C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71" name="Freeform 23">
              <a:extLst>
                <a:ext uri="{FF2B5EF4-FFF2-40B4-BE49-F238E27FC236}">
                  <a16:creationId xmlns:a16="http://schemas.microsoft.com/office/drawing/2014/main" id="{8F84A340-1367-4D12-BDCF-713D2E2B5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72" name="Freeform 24">
              <a:extLst>
                <a:ext uri="{FF2B5EF4-FFF2-40B4-BE49-F238E27FC236}">
                  <a16:creationId xmlns:a16="http://schemas.microsoft.com/office/drawing/2014/main" id="{094CB6E7-590C-44EC-B00D-1A588CF3D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30065" name="Line 25">
            <a:extLst>
              <a:ext uri="{FF2B5EF4-FFF2-40B4-BE49-F238E27FC236}">
                <a16:creationId xmlns:a16="http://schemas.microsoft.com/office/drawing/2014/main" id="{3456A8DE-9608-417B-996D-DC575CDA354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1413" y="2495550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66" name="Line 26">
            <a:extLst>
              <a:ext uri="{FF2B5EF4-FFF2-40B4-BE49-F238E27FC236}">
                <a16:creationId xmlns:a16="http://schemas.microsoft.com/office/drawing/2014/main" id="{4D49929B-053B-49CF-9301-C2C0FC04CF57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6138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67" name="Line 27">
            <a:extLst>
              <a:ext uri="{FF2B5EF4-FFF2-40B4-BE49-F238E27FC236}">
                <a16:creationId xmlns:a16="http://schemas.microsoft.com/office/drawing/2014/main" id="{C2E0CD28-4051-4ABA-8EC8-8C46127DD1B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37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68" name="Freeform 28">
            <a:extLst>
              <a:ext uri="{FF2B5EF4-FFF2-40B4-BE49-F238E27FC236}">
                <a16:creationId xmlns:a16="http://schemas.microsoft.com/office/drawing/2014/main" id="{625139BB-EF49-4CF5-930E-FC0E27962C5F}"/>
              </a:ext>
            </a:extLst>
          </p:cNvPr>
          <p:cNvSpPr>
            <a:spLocks/>
          </p:cNvSpPr>
          <p:nvPr/>
        </p:nvSpPr>
        <p:spPr bwMode="auto">
          <a:xfrm>
            <a:off x="6075363" y="2767013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69" name="Freeform 29">
            <a:extLst>
              <a:ext uri="{FF2B5EF4-FFF2-40B4-BE49-F238E27FC236}">
                <a16:creationId xmlns:a16="http://schemas.microsoft.com/office/drawing/2014/main" id="{97C3C224-1A1E-4D4F-AFE7-FAF91CC8BDFD}"/>
              </a:ext>
            </a:extLst>
          </p:cNvPr>
          <p:cNvSpPr>
            <a:spLocks/>
          </p:cNvSpPr>
          <p:nvPr/>
        </p:nvSpPr>
        <p:spPr bwMode="auto">
          <a:xfrm>
            <a:off x="5835650" y="2767013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70" name="Freeform 30">
            <a:extLst>
              <a:ext uri="{FF2B5EF4-FFF2-40B4-BE49-F238E27FC236}">
                <a16:creationId xmlns:a16="http://schemas.microsoft.com/office/drawing/2014/main" id="{5BA21106-B240-45F6-9649-37A3E7E4E573}"/>
              </a:ext>
            </a:extLst>
          </p:cNvPr>
          <p:cNvSpPr>
            <a:spLocks/>
          </p:cNvSpPr>
          <p:nvPr/>
        </p:nvSpPr>
        <p:spPr bwMode="auto">
          <a:xfrm>
            <a:off x="6073775" y="2760663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71" name="Freeform 31">
            <a:extLst>
              <a:ext uri="{FF2B5EF4-FFF2-40B4-BE49-F238E27FC236}">
                <a16:creationId xmlns:a16="http://schemas.microsoft.com/office/drawing/2014/main" id="{8A07B3FF-6B0D-4C52-B90F-BEA43FDAAA77}"/>
              </a:ext>
            </a:extLst>
          </p:cNvPr>
          <p:cNvSpPr>
            <a:spLocks/>
          </p:cNvSpPr>
          <p:nvPr/>
        </p:nvSpPr>
        <p:spPr bwMode="auto">
          <a:xfrm>
            <a:off x="5835650" y="2760663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72" name="Freeform 32">
            <a:extLst>
              <a:ext uri="{FF2B5EF4-FFF2-40B4-BE49-F238E27FC236}">
                <a16:creationId xmlns:a16="http://schemas.microsoft.com/office/drawing/2014/main" id="{B3D1B8B2-084D-46AB-B9A1-04F77A40462C}"/>
              </a:ext>
            </a:extLst>
          </p:cNvPr>
          <p:cNvSpPr>
            <a:spLocks/>
          </p:cNvSpPr>
          <p:nvPr/>
        </p:nvSpPr>
        <p:spPr bwMode="auto">
          <a:xfrm>
            <a:off x="6073775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73" name="Freeform 33">
            <a:extLst>
              <a:ext uri="{FF2B5EF4-FFF2-40B4-BE49-F238E27FC236}">
                <a16:creationId xmlns:a16="http://schemas.microsoft.com/office/drawing/2014/main" id="{2E4DACD1-A6E2-4AFC-8B33-41A7BAA910AA}"/>
              </a:ext>
            </a:extLst>
          </p:cNvPr>
          <p:cNvSpPr>
            <a:spLocks/>
          </p:cNvSpPr>
          <p:nvPr/>
        </p:nvSpPr>
        <p:spPr bwMode="auto">
          <a:xfrm>
            <a:off x="5835650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74" name="Freeform 34">
            <a:extLst>
              <a:ext uri="{FF2B5EF4-FFF2-40B4-BE49-F238E27FC236}">
                <a16:creationId xmlns:a16="http://schemas.microsoft.com/office/drawing/2014/main" id="{5005CD38-9E70-4E37-9C09-1138B8C670F8}"/>
              </a:ext>
            </a:extLst>
          </p:cNvPr>
          <p:cNvSpPr>
            <a:spLocks/>
          </p:cNvSpPr>
          <p:nvPr/>
        </p:nvSpPr>
        <p:spPr bwMode="auto">
          <a:xfrm>
            <a:off x="67484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75" name="Line 35">
            <a:extLst>
              <a:ext uri="{FF2B5EF4-FFF2-40B4-BE49-F238E27FC236}">
                <a16:creationId xmlns:a16="http://schemas.microsoft.com/office/drawing/2014/main" id="{77820595-62E2-4CEB-B237-0B77FDB788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9738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76" name="Freeform 36">
            <a:extLst>
              <a:ext uri="{FF2B5EF4-FFF2-40B4-BE49-F238E27FC236}">
                <a16:creationId xmlns:a16="http://schemas.microsoft.com/office/drawing/2014/main" id="{B12E5AAD-929B-4C64-A952-E95814F6E547}"/>
              </a:ext>
            </a:extLst>
          </p:cNvPr>
          <p:cNvSpPr>
            <a:spLocks/>
          </p:cNvSpPr>
          <p:nvPr/>
        </p:nvSpPr>
        <p:spPr bwMode="auto">
          <a:xfrm>
            <a:off x="4619625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77" name="Line 37">
            <a:extLst>
              <a:ext uri="{FF2B5EF4-FFF2-40B4-BE49-F238E27FC236}">
                <a16:creationId xmlns:a16="http://schemas.microsoft.com/office/drawing/2014/main" id="{BF6B3407-852D-4EB8-9671-541F767C992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609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78" name="Freeform 38">
            <a:extLst>
              <a:ext uri="{FF2B5EF4-FFF2-40B4-BE49-F238E27FC236}">
                <a16:creationId xmlns:a16="http://schemas.microsoft.com/office/drawing/2014/main" id="{A22570A8-B9C9-4030-8A92-B0229EC46386}"/>
              </a:ext>
            </a:extLst>
          </p:cNvPr>
          <p:cNvSpPr>
            <a:spLocks/>
          </p:cNvSpPr>
          <p:nvPr/>
        </p:nvSpPr>
        <p:spPr bwMode="auto">
          <a:xfrm>
            <a:off x="6051550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79" name="Line 39">
            <a:extLst>
              <a:ext uri="{FF2B5EF4-FFF2-40B4-BE49-F238E27FC236}">
                <a16:creationId xmlns:a16="http://schemas.microsoft.com/office/drawing/2014/main" id="{CD3826EC-7ECF-46E1-B877-11C1612A020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37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80" name="Freeform 40">
            <a:extLst>
              <a:ext uri="{FF2B5EF4-FFF2-40B4-BE49-F238E27FC236}">
                <a16:creationId xmlns:a16="http://schemas.microsoft.com/office/drawing/2014/main" id="{7C1D00F6-BA26-43CC-A6AC-B99E83EFC560}"/>
              </a:ext>
            </a:extLst>
          </p:cNvPr>
          <p:cNvSpPr>
            <a:spLocks/>
          </p:cNvSpPr>
          <p:nvPr/>
        </p:nvSpPr>
        <p:spPr bwMode="auto">
          <a:xfrm>
            <a:off x="5187950" y="3001963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81" name="Freeform 41">
            <a:extLst>
              <a:ext uri="{FF2B5EF4-FFF2-40B4-BE49-F238E27FC236}">
                <a16:creationId xmlns:a16="http://schemas.microsoft.com/office/drawing/2014/main" id="{F0061CD8-CCC9-4EFE-892E-180B9496C75B}"/>
              </a:ext>
            </a:extLst>
          </p:cNvPr>
          <p:cNvSpPr>
            <a:spLocks/>
          </p:cNvSpPr>
          <p:nvPr/>
        </p:nvSpPr>
        <p:spPr bwMode="auto">
          <a:xfrm>
            <a:off x="5335588" y="3001963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82" name="Freeform 42">
            <a:extLst>
              <a:ext uri="{FF2B5EF4-FFF2-40B4-BE49-F238E27FC236}">
                <a16:creationId xmlns:a16="http://schemas.microsoft.com/office/drawing/2014/main" id="{77CB4BDF-9E5B-41FE-B12B-FD8E157CD45E}"/>
              </a:ext>
            </a:extLst>
          </p:cNvPr>
          <p:cNvSpPr>
            <a:spLocks/>
          </p:cNvSpPr>
          <p:nvPr/>
        </p:nvSpPr>
        <p:spPr bwMode="auto">
          <a:xfrm>
            <a:off x="5503863" y="3001963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83" name="Freeform 43">
            <a:extLst>
              <a:ext uri="{FF2B5EF4-FFF2-40B4-BE49-F238E27FC236}">
                <a16:creationId xmlns:a16="http://schemas.microsoft.com/office/drawing/2014/main" id="{124B6A9D-399D-4A8D-BF71-F9D31F3DD88D}"/>
              </a:ext>
            </a:extLst>
          </p:cNvPr>
          <p:cNvSpPr>
            <a:spLocks/>
          </p:cNvSpPr>
          <p:nvPr/>
        </p:nvSpPr>
        <p:spPr bwMode="auto">
          <a:xfrm>
            <a:off x="47879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84" name="Freeform 44">
            <a:extLst>
              <a:ext uri="{FF2B5EF4-FFF2-40B4-BE49-F238E27FC236}">
                <a16:creationId xmlns:a16="http://schemas.microsoft.com/office/drawing/2014/main" id="{FF739050-72F7-41A9-93E9-983244396E74}"/>
              </a:ext>
            </a:extLst>
          </p:cNvPr>
          <p:cNvSpPr>
            <a:spLocks/>
          </p:cNvSpPr>
          <p:nvPr/>
        </p:nvSpPr>
        <p:spPr bwMode="auto">
          <a:xfrm>
            <a:off x="5187950" y="2200275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85" name="Freeform 45">
            <a:extLst>
              <a:ext uri="{FF2B5EF4-FFF2-40B4-BE49-F238E27FC236}">
                <a16:creationId xmlns:a16="http://schemas.microsoft.com/office/drawing/2014/main" id="{5660441B-0B92-47CE-BF57-5E10E647C3C9}"/>
              </a:ext>
            </a:extLst>
          </p:cNvPr>
          <p:cNvSpPr>
            <a:spLocks/>
          </p:cNvSpPr>
          <p:nvPr/>
        </p:nvSpPr>
        <p:spPr bwMode="auto">
          <a:xfrm>
            <a:off x="5335588" y="2200275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86" name="Freeform 46">
            <a:extLst>
              <a:ext uri="{FF2B5EF4-FFF2-40B4-BE49-F238E27FC236}">
                <a16:creationId xmlns:a16="http://schemas.microsoft.com/office/drawing/2014/main" id="{9F9195FC-E432-4731-B0B7-635720C79839}"/>
              </a:ext>
            </a:extLst>
          </p:cNvPr>
          <p:cNvSpPr>
            <a:spLocks/>
          </p:cNvSpPr>
          <p:nvPr/>
        </p:nvSpPr>
        <p:spPr bwMode="auto">
          <a:xfrm>
            <a:off x="5503863" y="2200275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87" name="Line 47">
            <a:extLst>
              <a:ext uri="{FF2B5EF4-FFF2-40B4-BE49-F238E27FC236}">
                <a16:creationId xmlns:a16="http://schemas.microsoft.com/office/drawing/2014/main" id="{776B02A3-DE8D-4288-B860-3FF212D1B6F7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6138" y="1947863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88" name="Line 48">
            <a:extLst>
              <a:ext uri="{FF2B5EF4-FFF2-40B4-BE49-F238E27FC236}">
                <a16:creationId xmlns:a16="http://schemas.microsoft.com/office/drawing/2014/main" id="{EFD2E815-414E-41F0-938A-391E68406D0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1413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89" name="Line 49">
            <a:extLst>
              <a:ext uri="{FF2B5EF4-FFF2-40B4-BE49-F238E27FC236}">
                <a16:creationId xmlns:a16="http://schemas.microsoft.com/office/drawing/2014/main" id="{37961899-59F3-4F2F-9841-BCB498692421}"/>
              </a:ext>
            </a:extLst>
          </p:cNvPr>
          <p:cNvSpPr>
            <a:spLocks noChangeShapeType="1"/>
          </p:cNvSpPr>
          <p:nvPr/>
        </p:nvSpPr>
        <p:spPr bwMode="auto">
          <a:xfrm>
            <a:off x="6642100" y="1947863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90" name="Line 50">
            <a:extLst>
              <a:ext uri="{FF2B5EF4-FFF2-40B4-BE49-F238E27FC236}">
                <a16:creationId xmlns:a16="http://schemas.microsoft.com/office/drawing/2014/main" id="{32A3CFB4-07F0-445F-8092-0B844C5646DF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91" name="Line 51">
            <a:extLst>
              <a:ext uri="{FF2B5EF4-FFF2-40B4-BE49-F238E27FC236}">
                <a16:creationId xmlns:a16="http://schemas.microsoft.com/office/drawing/2014/main" id="{FA0DACD9-AECA-45F8-A90E-FF53CC0E3F09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3263" y="1947863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92" name="Freeform 52">
            <a:extLst>
              <a:ext uri="{FF2B5EF4-FFF2-40B4-BE49-F238E27FC236}">
                <a16:creationId xmlns:a16="http://schemas.microsoft.com/office/drawing/2014/main" id="{A07B7726-7114-4B45-85AF-F5E03E6E2AE7}"/>
              </a:ext>
            </a:extLst>
          </p:cNvPr>
          <p:cNvSpPr>
            <a:spLocks/>
          </p:cNvSpPr>
          <p:nvPr/>
        </p:nvSpPr>
        <p:spPr bwMode="auto">
          <a:xfrm>
            <a:off x="6896100" y="2200275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93" name="Freeform 53">
            <a:extLst>
              <a:ext uri="{FF2B5EF4-FFF2-40B4-BE49-F238E27FC236}">
                <a16:creationId xmlns:a16="http://schemas.microsoft.com/office/drawing/2014/main" id="{7E5645F1-3A86-4BD9-82D4-82FD8022F6A6}"/>
              </a:ext>
            </a:extLst>
          </p:cNvPr>
          <p:cNvSpPr>
            <a:spLocks/>
          </p:cNvSpPr>
          <p:nvPr/>
        </p:nvSpPr>
        <p:spPr bwMode="auto">
          <a:xfrm>
            <a:off x="7316788" y="2200275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94" name="Freeform 54">
            <a:extLst>
              <a:ext uri="{FF2B5EF4-FFF2-40B4-BE49-F238E27FC236}">
                <a16:creationId xmlns:a16="http://schemas.microsoft.com/office/drawing/2014/main" id="{3C1052C7-65F9-42EA-BDCA-BC3395A757F3}"/>
              </a:ext>
            </a:extLst>
          </p:cNvPr>
          <p:cNvSpPr>
            <a:spLocks/>
          </p:cNvSpPr>
          <p:nvPr/>
        </p:nvSpPr>
        <p:spPr bwMode="auto">
          <a:xfrm>
            <a:off x="6664325" y="4329113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95" name="Freeform 55">
            <a:extLst>
              <a:ext uri="{FF2B5EF4-FFF2-40B4-BE49-F238E27FC236}">
                <a16:creationId xmlns:a16="http://schemas.microsoft.com/office/drawing/2014/main" id="{27C162F0-E1B4-42EF-8E61-C6ABE9785F6D}"/>
              </a:ext>
            </a:extLst>
          </p:cNvPr>
          <p:cNvSpPr>
            <a:spLocks/>
          </p:cNvSpPr>
          <p:nvPr/>
        </p:nvSpPr>
        <p:spPr bwMode="auto">
          <a:xfrm>
            <a:off x="6810375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96" name="Freeform 56">
            <a:extLst>
              <a:ext uri="{FF2B5EF4-FFF2-40B4-BE49-F238E27FC236}">
                <a16:creationId xmlns:a16="http://schemas.microsoft.com/office/drawing/2014/main" id="{C4570C83-C109-4A2D-9B69-6CB3265983D9}"/>
              </a:ext>
            </a:extLst>
          </p:cNvPr>
          <p:cNvSpPr>
            <a:spLocks/>
          </p:cNvSpPr>
          <p:nvPr/>
        </p:nvSpPr>
        <p:spPr bwMode="auto">
          <a:xfrm>
            <a:off x="3629025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97" name="Line 57">
            <a:extLst>
              <a:ext uri="{FF2B5EF4-FFF2-40B4-BE49-F238E27FC236}">
                <a16:creationId xmlns:a16="http://schemas.microsoft.com/office/drawing/2014/main" id="{E73D8910-66FB-405F-AC16-CD18BD7D04A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300" y="3211513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98" name="Freeform 58">
            <a:extLst>
              <a:ext uri="{FF2B5EF4-FFF2-40B4-BE49-F238E27FC236}">
                <a16:creationId xmlns:a16="http://schemas.microsoft.com/office/drawing/2014/main" id="{9A534658-D0C1-4B2E-BC8E-71E0508D69C5}"/>
              </a:ext>
            </a:extLst>
          </p:cNvPr>
          <p:cNvSpPr>
            <a:spLocks/>
          </p:cNvSpPr>
          <p:nvPr/>
        </p:nvSpPr>
        <p:spPr bwMode="auto">
          <a:xfrm>
            <a:off x="32067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99" name="Line 59">
            <a:extLst>
              <a:ext uri="{FF2B5EF4-FFF2-40B4-BE49-F238E27FC236}">
                <a16:creationId xmlns:a16="http://schemas.microsoft.com/office/drawing/2014/main" id="{D7F072FB-C1A5-4090-A676-781D63355A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27388" y="3211513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00" name="Freeform 60">
            <a:extLst>
              <a:ext uri="{FF2B5EF4-FFF2-40B4-BE49-F238E27FC236}">
                <a16:creationId xmlns:a16="http://schemas.microsoft.com/office/drawing/2014/main" id="{79636139-F221-45C3-BDFB-413C521BE071}"/>
              </a:ext>
            </a:extLst>
          </p:cNvPr>
          <p:cNvSpPr>
            <a:spLocks/>
          </p:cNvSpPr>
          <p:nvPr/>
        </p:nvSpPr>
        <p:spPr bwMode="auto">
          <a:xfrm>
            <a:off x="1795463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01" name="Line 61">
            <a:extLst>
              <a:ext uri="{FF2B5EF4-FFF2-40B4-BE49-F238E27FC236}">
                <a16:creationId xmlns:a16="http://schemas.microsoft.com/office/drawing/2014/main" id="{9537DE82-C26D-4B3E-8768-C84C8EC85E3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16100" y="3211513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02" name="Freeform 62">
            <a:extLst>
              <a:ext uri="{FF2B5EF4-FFF2-40B4-BE49-F238E27FC236}">
                <a16:creationId xmlns:a16="http://schemas.microsoft.com/office/drawing/2014/main" id="{45E15744-209F-44D1-8EDF-E39EA05EAE2B}"/>
              </a:ext>
            </a:extLst>
          </p:cNvPr>
          <p:cNvSpPr>
            <a:spLocks/>
          </p:cNvSpPr>
          <p:nvPr/>
        </p:nvSpPr>
        <p:spPr bwMode="auto">
          <a:xfrm>
            <a:off x="1289050" y="4329113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03" name="Line 63">
            <a:extLst>
              <a:ext uri="{FF2B5EF4-FFF2-40B4-BE49-F238E27FC236}">
                <a16:creationId xmlns:a16="http://schemas.microsoft.com/office/drawing/2014/main" id="{16A76C14-529A-419D-8F91-D4B852BADD10}"/>
              </a:ext>
            </a:extLst>
          </p:cNvPr>
          <p:cNvSpPr>
            <a:spLocks noChangeShapeType="1"/>
          </p:cNvSpPr>
          <p:nvPr/>
        </p:nvSpPr>
        <p:spPr bwMode="auto">
          <a:xfrm>
            <a:off x="14160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04" name="Freeform 64">
            <a:extLst>
              <a:ext uri="{FF2B5EF4-FFF2-40B4-BE49-F238E27FC236}">
                <a16:creationId xmlns:a16="http://schemas.microsoft.com/office/drawing/2014/main" id="{60A99443-1DAA-403A-A9DC-433FC6B7F4B1}"/>
              </a:ext>
            </a:extLst>
          </p:cNvPr>
          <p:cNvSpPr>
            <a:spLocks/>
          </p:cNvSpPr>
          <p:nvPr/>
        </p:nvSpPr>
        <p:spPr bwMode="auto">
          <a:xfrm>
            <a:off x="24907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05" name="Line 65">
            <a:extLst>
              <a:ext uri="{FF2B5EF4-FFF2-40B4-BE49-F238E27FC236}">
                <a16:creationId xmlns:a16="http://schemas.microsoft.com/office/drawing/2014/main" id="{B7FD6CB5-CEF3-48E0-85BE-B20BDACC897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32063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06" name="Freeform 66">
            <a:extLst>
              <a:ext uri="{FF2B5EF4-FFF2-40B4-BE49-F238E27FC236}">
                <a16:creationId xmlns:a16="http://schemas.microsoft.com/office/drawing/2014/main" id="{D17B2557-6963-4275-B8EA-67F17CF50C70}"/>
              </a:ext>
            </a:extLst>
          </p:cNvPr>
          <p:cNvSpPr>
            <a:spLocks/>
          </p:cNvSpPr>
          <p:nvPr/>
        </p:nvSpPr>
        <p:spPr bwMode="auto">
          <a:xfrm>
            <a:off x="5905500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07" name="Line 67">
            <a:extLst>
              <a:ext uri="{FF2B5EF4-FFF2-40B4-BE49-F238E27FC236}">
                <a16:creationId xmlns:a16="http://schemas.microsoft.com/office/drawing/2014/main" id="{66C38C6E-51AB-4AFD-82CC-D4222CA4D98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26138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08" name="Freeform 68">
            <a:extLst>
              <a:ext uri="{FF2B5EF4-FFF2-40B4-BE49-F238E27FC236}">
                <a16:creationId xmlns:a16="http://schemas.microsoft.com/office/drawing/2014/main" id="{16931896-E767-4FFB-95BD-2DB2C818CF4F}"/>
              </a:ext>
            </a:extLst>
          </p:cNvPr>
          <p:cNvSpPr>
            <a:spLocks/>
          </p:cNvSpPr>
          <p:nvPr/>
        </p:nvSpPr>
        <p:spPr bwMode="auto">
          <a:xfrm>
            <a:off x="53355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09" name="Line 69">
            <a:extLst>
              <a:ext uri="{FF2B5EF4-FFF2-40B4-BE49-F238E27FC236}">
                <a16:creationId xmlns:a16="http://schemas.microsoft.com/office/drawing/2014/main" id="{D7F5F7F1-7032-4821-B3E5-F7AD1A89FCD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562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10" name="Freeform 70">
            <a:extLst>
              <a:ext uri="{FF2B5EF4-FFF2-40B4-BE49-F238E27FC236}">
                <a16:creationId xmlns:a16="http://schemas.microsoft.com/office/drawing/2014/main" id="{A6ED11E5-5D51-4BE7-A873-9F74AF338D71}"/>
              </a:ext>
            </a:extLst>
          </p:cNvPr>
          <p:cNvSpPr>
            <a:spLocks/>
          </p:cNvSpPr>
          <p:nvPr/>
        </p:nvSpPr>
        <p:spPr bwMode="auto">
          <a:xfrm>
            <a:off x="2343150" y="3486150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11" name="Freeform 71">
            <a:extLst>
              <a:ext uri="{FF2B5EF4-FFF2-40B4-BE49-F238E27FC236}">
                <a16:creationId xmlns:a16="http://schemas.microsoft.com/office/drawing/2014/main" id="{6026370B-D946-4EE3-AD05-B4974916C124}"/>
              </a:ext>
            </a:extLst>
          </p:cNvPr>
          <p:cNvSpPr>
            <a:spLocks/>
          </p:cNvSpPr>
          <p:nvPr/>
        </p:nvSpPr>
        <p:spPr bwMode="auto">
          <a:xfrm>
            <a:off x="2511425" y="3486150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12" name="Freeform 72">
            <a:extLst>
              <a:ext uri="{FF2B5EF4-FFF2-40B4-BE49-F238E27FC236}">
                <a16:creationId xmlns:a16="http://schemas.microsoft.com/office/drawing/2014/main" id="{26E0FDCE-7751-424F-B738-4A45D6E782C3}"/>
              </a:ext>
            </a:extLst>
          </p:cNvPr>
          <p:cNvSpPr>
            <a:spLocks/>
          </p:cNvSpPr>
          <p:nvPr/>
        </p:nvSpPr>
        <p:spPr bwMode="auto">
          <a:xfrm>
            <a:off x="2659063" y="3486150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13" name="Freeform 73">
            <a:extLst>
              <a:ext uri="{FF2B5EF4-FFF2-40B4-BE49-F238E27FC236}">
                <a16:creationId xmlns:a16="http://schemas.microsoft.com/office/drawing/2014/main" id="{ACA2DD8B-F1D1-40A5-AEE2-B754D83DA790}"/>
              </a:ext>
            </a:extLst>
          </p:cNvPr>
          <p:cNvSpPr>
            <a:spLocks/>
          </p:cNvSpPr>
          <p:nvPr/>
        </p:nvSpPr>
        <p:spPr bwMode="auto">
          <a:xfrm>
            <a:off x="37544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14" name="Freeform 74">
            <a:extLst>
              <a:ext uri="{FF2B5EF4-FFF2-40B4-BE49-F238E27FC236}">
                <a16:creationId xmlns:a16="http://schemas.microsoft.com/office/drawing/2014/main" id="{A806B4B9-6410-446A-8A55-711CF525258B}"/>
              </a:ext>
            </a:extLst>
          </p:cNvPr>
          <p:cNvSpPr>
            <a:spLocks/>
          </p:cNvSpPr>
          <p:nvPr/>
        </p:nvSpPr>
        <p:spPr bwMode="auto">
          <a:xfrm>
            <a:off x="3924300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15" name="Freeform 75">
            <a:extLst>
              <a:ext uri="{FF2B5EF4-FFF2-40B4-BE49-F238E27FC236}">
                <a16:creationId xmlns:a16="http://schemas.microsoft.com/office/drawing/2014/main" id="{CC6FE023-E5B9-429E-ADD6-6CE758B10C5D}"/>
              </a:ext>
            </a:extLst>
          </p:cNvPr>
          <p:cNvSpPr>
            <a:spLocks/>
          </p:cNvSpPr>
          <p:nvPr/>
        </p:nvSpPr>
        <p:spPr bwMode="auto">
          <a:xfrm>
            <a:off x="4092575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16" name="Rectangle 76">
            <a:extLst>
              <a:ext uri="{FF2B5EF4-FFF2-40B4-BE49-F238E27FC236}">
                <a16:creationId xmlns:a16="http://schemas.microsoft.com/office/drawing/2014/main" id="{714F650B-4DAC-4060-ADF4-CA80B9BC9C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1050" y="5532438"/>
            <a:ext cx="211138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17" name="Rectangle 77">
            <a:extLst>
              <a:ext uri="{FF2B5EF4-FFF2-40B4-BE49-F238E27FC236}">
                <a16:creationId xmlns:a16="http://schemas.microsoft.com/office/drawing/2014/main" id="{45E94779-D58B-4730-B72F-AA3EDFDD8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013" y="562768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18" name="Rectangle 78">
            <a:extLst>
              <a:ext uri="{FF2B5EF4-FFF2-40B4-BE49-F238E27FC236}">
                <a16:creationId xmlns:a16="http://schemas.microsoft.com/office/drawing/2014/main" id="{967909CB-6F53-4C30-BB73-30B1F20878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1138" y="5532438"/>
            <a:ext cx="2111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19" name="Rectangle 79">
            <a:extLst>
              <a:ext uri="{FF2B5EF4-FFF2-40B4-BE49-F238E27FC236}">
                <a16:creationId xmlns:a16="http://schemas.microsoft.com/office/drawing/2014/main" id="{3CB7FECC-3399-4737-A0E5-68073D34BF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2100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20" name="Rectangle 80">
            <a:extLst>
              <a:ext uri="{FF2B5EF4-FFF2-40B4-BE49-F238E27FC236}">
                <a16:creationId xmlns:a16="http://schemas.microsoft.com/office/drawing/2014/main" id="{DCE90CC5-4253-4133-9446-FDFCECB03E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1563" y="5532438"/>
            <a:ext cx="2111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21" name="Rectangle 81">
            <a:extLst>
              <a:ext uri="{FF2B5EF4-FFF2-40B4-BE49-F238E27FC236}">
                <a16:creationId xmlns:a16="http://schemas.microsoft.com/office/drawing/2014/main" id="{46F95771-2F12-413B-8733-A05383584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22525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22" name="Rectangle 82">
            <a:extLst>
              <a:ext uri="{FF2B5EF4-FFF2-40B4-BE49-F238E27FC236}">
                <a16:creationId xmlns:a16="http://schemas.microsoft.com/office/drawing/2014/main" id="{13608DCF-4533-4B8B-91E0-61FD2E3BBB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23" name="Rectangle 83">
            <a:extLst>
              <a:ext uri="{FF2B5EF4-FFF2-40B4-BE49-F238E27FC236}">
                <a16:creationId xmlns:a16="http://schemas.microsoft.com/office/drawing/2014/main" id="{EAC13AC7-444A-4DAD-B2D5-7C6F7AE50D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56276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24" name="Rectangle 84">
            <a:extLst>
              <a:ext uri="{FF2B5EF4-FFF2-40B4-BE49-F238E27FC236}">
                <a16:creationId xmlns:a16="http://schemas.microsoft.com/office/drawing/2014/main" id="{418F1D63-F8DB-43AD-B413-3C6CD52B6B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25" name="Rectangle 85">
            <a:extLst>
              <a:ext uri="{FF2B5EF4-FFF2-40B4-BE49-F238E27FC236}">
                <a16:creationId xmlns:a16="http://schemas.microsoft.com/office/drawing/2014/main" id="{700887A7-8299-479E-8518-4508B5A50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3475" y="29686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26" name="Rectangle 86">
            <a:extLst>
              <a:ext uri="{FF2B5EF4-FFF2-40B4-BE49-F238E27FC236}">
                <a16:creationId xmlns:a16="http://schemas.microsoft.com/office/drawing/2014/main" id="{E908E897-CE9A-41FB-A1EF-1FAB34F867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23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27" name="Rectangle 87">
            <a:extLst>
              <a:ext uri="{FF2B5EF4-FFF2-40B4-BE49-F238E27FC236}">
                <a16:creationId xmlns:a16="http://schemas.microsoft.com/office/drawing/2014/main" id="{EA9AEBF9-4D83-4F83-B6C7-8A25BBA3A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2788" y="29686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28" name="Rectangle 88">
            <a:extLst>
              <a:ext uri="{FF2B5EF4-FFF2-40B4-BE49-F238E27FC236}">
                <a16:creationId xmlns:a16="http://schemas.microsoft.com/office/drawing/2014/main" id="{1B4EE779-7173-4AD5-8458-EEC681DEB6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8300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29" name="Rectangle 89">
            <a:extLst>
              <a:ext uri="{FF2B5EF4-FFF2-40B4-BE49-F238E27FC236}">
                <a16:creationId xmlns:a16="http://schemas.microsoft.com/office/drawing/2014/main" id="{E8E9EDDA-E062-4AB7-B212-0BC5824ED5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0375" y="29686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30" name="Rectangle 90">
            <a:extLst>
              <a:ext uri="{FF2B5EF4-FFF2-40B4-BE49-F238E27FC236}">
                <a16:creationId xmlns:a16="http://schemas.microsoft.com/office/drawing/2014/main" id="{01F8ED28-61E5-4131-AC92-93D21A40B8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1038" y="29686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31" name="Rectangle 91">
            <a:extLst>
              <a:ext uri="{FF2B5EF4-FFF2-40B4-BE49-F238E27FC236}">
                <a16:creationId xmlns:a16="http://schemas.microsoft.com/office/drawing/2014/main" id="{D1A9251C-81BF-40C7-B4D9-7B1A6FCA96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1500" y="296862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32" name="Rectangle 92">
            <a:extLst>
              <a:ext uri="{FF2B5EF4-FFF2-40B4-BE49-F238E27FC236}">
                <a16:creationId xmlns:a16="http://schemas.microsoft.com/office/drawing/2014/main" id="{0C34702D-0845-44F2-845F-B75A788D2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113" y="4221163"/>
            <a:ext cx="2238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33" name="Rectangle 93">
            <a:extLst>
              <a:ext uri="{FF2B5EF4-FFF2-40B4-BE49-F238E27FC236}">
                <a16:creationId xmlns:a16="http://schemas.microsoft.com/office/drawing/2014/main" id="{8BA4E8C8-C2A9-4E6B-B72A-FB25A2E813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9188" y="4318000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34" name="Rectangle 94">
            <a:extLst>
              <a:ext uri="{FF2B5EF4-FFF2-40B4-BE49-F238E27FC236}">
                <a16:creationId xmlns:a16="http://schemas.microsoft.com/office/drawing/2014/main" id="{67FD5EB1-5E89-4D66-9E42-C8F3AF2EC6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0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35" name="Rectangle 95">
            <a:extLst>
              <a:ext uri="{FF2B5EF4-FFF2-40B4-BE49-F238E27FC236}">
                <a16:creationId xmlns:a16="http://schemas.microsoft.com/office/drawing/2014/main" id="{0FD333B4-E81D-4E31-B293-4D6D62243F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1600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-bit adder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36" name="Rectangle 96">
            <a:extLst>
              <a:ext uri="{FF2B5EF4-FFF2-40B4-BE49-F238E27FC236}">
                <a16:creationId xmlns:a16="http://schemas.microsoft.com/office/drawing/2014/main" id="{D5746478-1B7E-426F-83A2-4A790E938B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1775" y="1600200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37" name="Rectangle 97">
            <a:extLst>
              <a:ext uri="{FF2B5EF4-FFF2-40B4-BE49-F238E27FC236}">
                <a16:creationId xmlns:a16="http://schemas.microsoft.com/office/drawing/2014/main" id="{8761381B-321A-41BD-86D6-D134FAB594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2263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38" name="Rectangle 98">
            <a:extLst>
              <a:ext uri="{FF2B5EF4-FFF2-40B4-BE49-F238E27FC236}">
                <a16:creationId xmlns:a16="http://schemas.microsoft.com/office/drawing/2014/main" id="{B3968B07-1A1A-4B49-A25D-C825AF243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9938" y="1600200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39" name="Rectangle 99">
            <a:extLst>
              <a:ext uri="{FF2B5EF4-FFF2-40B4-BE49-F238E27FC236}">
                <a16:creationId xmlns:a16="http://schemas.microsoft.com/office/drawing/2014/main" id="{A314A7FF-E75E-4E11-BC53-0164948D3E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013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40" name="Rectangle 100">
            <a:extLst>
              <a:ext uri="{FF2B5EF4-FFF2-40B4-BE49-F238E27FC236}">
                <a16:creationId xmlns:a16="http://schemas.microsoft.com/office/drawing/2014/main" id="{CAC42A9B-DFC0-4C7C-A1A3-8B0E79A3FA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9113" y="1600200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41" name="Rectangle 101">
            <a:extLst>
              <a:ext uri="{FF2B5EF4-FFF2-40B4-BE49-F238E27FC236}">
                <a16:creationId xmlns:a16="http://schemas.microsoft.com/office/drawing/2014/main" id="{3D8E4A89-4311-45D6-8A90-E73CA132EB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1188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42" name="Rectangle 102">
            <a:extLst>
              <a:ext uri="{FF2B5EF4-FFF2-40B4-BE49-F238E27FC236}">
                <a16:creationId xmlns:a16="http://schemas.microsoft.com/office/drawing/2014/main" id="{D2C07A11-54D7-4FA2-A4D1-C0F93338C9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1850" y="169703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43" name="Rectangle 103">
            <a:extLst>
              <a:ext uri="{FF2B5EF4-FFF2-40B4-BE49-F238E27FC236}">
                <a16:creationId xmlns:a16="http://schemas.microsoft.com/office/drawing/2014/main" id="{AC3A8541-2EA5-462F-A0B2-60DF8F6636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2313" y="16970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44" name="Rectangle 104">
            <a:extLst>
              <a:ext uri="{FF2B5EF4-FFF2-40B4-BE49-F238E27FC236}">
                <a16:creationId xmlns:a16="http://schemas.microsoft.com/office/drawing/2014/main" id="{2334F0B0-144C-403F-88B8-1763F98A6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6013" y="4200525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45" name="Rectangle 105">
            <a:extLst>
              <a:ext uri="{FF2B5EF4-FFF2-40B4-BE49-F238E27FC236}">
                <a16:creationId xmlns:a16="http://schemas.microsoft.com/office/drawing/2014/main" id="{0E13010C-8837-4C62-ADFB-2DABA84DA7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8088" y="4297363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46" name="Rectangle 106">
            <a:extLst>
              <a:ext uri="{FF2B5EF4-FFF2-40B4-BE49-F238E27FC236}">
                <a16:creationId xmlns:a16="http://schemas.microsoft.com/office/drawing/2014/main" id="{5D075F80-664D-485D-91F0-8E2067760A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6038" y="1998663"/>
            <a:ext cx="4826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Add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47" name="Line 107">
            <a:extLst>
              <a:ext uri="{FF2B5EF4-FFF2-40B4-BE49-F238E27FC236}">
                <a16:creationId xmlns:a16="http://schemas.microsoft.com/office/drawing/2014/main" id="{D9252F8C-5D85-45BE-84B1-01D62BE750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55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48" name="Rectangle 108">
            <a:extLst>
              <a:ext uri="{FF2B5EF4-FFF2-40B4-BE49-F238E27FC236}">
                <a16:creationId xmlns:a16="http://schemas.microsoft.com/office/drawing/2014/main" id="{6CBADDEF-65BA-4FB4-BA97-3BA9775C0F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2913" y="1993900"/>
            <a:ext cx="206375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¤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49" name="Rectangle 109">
            <a:extLst>
              <a:ext uri="{FF2B5EF4-FFF2-40B4-BE49-F238E27FC236}">
                <a16:creationId xmlns:a16="http://schemas.microsoft.com/office/drawing/2014/main" id="{4C7FF1B5-9754-4C90-B9A2-AC3572EACF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53400" y="2000250"/>
            <a:ext cx="44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Sub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50" name="Rectangle 110">
            <a:extLst>
              <a:ext uri="{FF2B5EF4-FFF2-40B4-BE49-F238E27FC236}">
                <a16:creationId xmlns:a16="http://schemas.microsoft.com/office/drawing/2014/main" id="{88F354EC-6981-405B-9040-1D1F58509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9863" y="2200275"/>
            <a:ext cx="70961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control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151" name="TextBox 125">
            <a:extLst>
              <a:ext uri="{FF2B5EF4-FFF2-40B4-BE49-F238E27FC236}">
                <a16:creationId xmlns:a16="http://schemas.microsoft.com/office/drawing/2014/main" id="{73E9ECA2-2B70-4142-8FBF-AE1415709F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64770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3.12 from the textbook ]</a:t>
            </a:r>
          </a:p>
        </p:txBody>
      </p:sp>
      <p:sp>
        <p:nvSpPr>
          <p:cNvPr id="130152" name="Title 1">
            <a:extLst>
              <a:ext uri="{FF2B5EF4-FFF2-40B4-BE49-F238E27FC236}">
                <a16:creationId xmlns:a16="http://schemas.microsoft.com/office/drawing/2014/main" id="{9D2CE4BC-56B0-44E6-8523-AB4139B93625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Subtraction: when control = 1</a:t>
            </a:r>
          </a:p>
        </p:txBody>
      </p:sp>
      <p:sp>
        <p:nvSpPr>
          <p:cNvPr id="130153" name="TextBox 1">
            <a:extLst>
              <a:ext uri="{FF2B5EF4-FFF2-40B4-BE49-F238E27FC236}">
                <a16:creationId xmlns:a16="http://schemas.microsoft.com/office/drawing/2014/main" id="{87E59170-F3F1-480D-AEBD-521CCAA15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0" y="16875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30154" name="TextBox 112">
            <a:extLst>
              <a:ext uri="{FF2B5EF4-FFF2-40B4-BE49-F238E27FC236}">
                <a16:creationId xmlns:a16="http://schemas.microsoft.com/office/drawing/2014/main" id="{C5143196-0D6B-4108-980F-25BA0E954B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8163" y="22764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30155" name="TextBox 114">
            <a:extLst>
              <a:ext uri="{FF2B5EF4-FFF2-40B4-BE49-F238E27FC236}">
                <a16:creationId xmlns:a16="http://schemas.microsoft.com/office/drawing/2014/main" id="{737D48CC-E83F-40BE-BDBB-6EB4E615C8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30156" name="TextBox 115">
            <a:extLst>
              <a:ext uri="{FF2B5EF4-FFF2-40B4-BE49-F238E27FC236}">
                <a16:creationId xmlns:a16="http://schemas.microsoft.com/office/drawing/2014/main" id="{B0331E49-E2BA-4A5F-8C75-4D2558ED86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44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30157" name="TextBox 2">
            <a:extLst>
              <a:ext uri="{FF2B5EF4-FFF2-40B4-BE49-F238E27FC236}">
                <a16:creationId xmlns:a16="http://schemas.microsoft.com/office/drawing/2014/main" id="{F1DBDF2A-0C47-4B0C-96CA-70CBE64F20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8013" y="3810000"/>
            <a:ext cx="6238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</a:t>
            </a:r>
            <a:r>
              <a:rPr kumimoji="0" lang="en-US" altLang="en-US" sz="24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n-1</a:t>
            </a:r>
          </a:p>
        </p:txBody>
      </p:sp>
      <p:sp>
        <p:nvSpPr>
          <p:cNvPr id="130158" name="TextBox 116">
            <a:extLst>
              <a:ext uri="{FF2B5EF4-FFF2-40B4-BE49-F238E27FC236}">
                <a16:creationId xmlns:a16="http://schemas.microsoft.com/office/drawing/2014/main" id="{9F2EC193-1029-4AAA-852A-DD3171F213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9150" y="3810000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</a:t>
            </a:r>
            <a:r>
              <a:rPr kumimoji="0" lang="en-US" altLang="en-US" sz="24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30159" name="TextBox 117">
            <a:extLst>
              <a:ext uri="{FF2B5EF4-FFF2-40B4-BE49-F238E27FC236}">
                <a16:creationId xmlns:a16="http://schemas.microsoft.com/office/drawing/2014/main" id="{820BA997-1301-4A8A-9ADD-4770466778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3810000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</a:t>
            </a:r>
            <a:r>
              <a:rPr kumimoji="0" lang="en-US" altLang="en-US" sz="24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30160" name="TextBox 118">
            <a:extLst>
              <a:ext uri="{FF2B5EF4-FFF2-40B4-BE49-F238E27FC236}">
                <a16:creationId xmlns:a16="http://schemas.microsoft.com/office/drawing/2014/main" id="{DBD442FC-8919-4FE1-9E7C-AC2A724EAA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94300" y="3786188"/>
            <a:ext cx="492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…</a:t>
            </a:r>
            <a:endParaRPr kumimoji="0" lang="en-US" altLang="en-US" sz="2400" b="1" i="0" u="none" strike="noStrike" kern="1200" cap="none" spc="0" normalizeH="0" baseline="-2500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30161" name="Straight Connector 119">
            <a:extLst>
              <a:ext uri="{FF2B5EF4-FFF2-40B4-BE49-F238E27FC236}">
                <a16:creationId xmlns:a16="http://schemas.microsoft.com/office/drawing/2014/main" id="{8565A2C6-7F33-4FAC-80F7-D2F1627E8D4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400800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0162" name="Straight Connector 120">
            <a:extLst>
              <a:ext uri="{FF2B5EF4-FFF2-40B4-BE49-F238E27FC236}">
                <a16:creationId xmlns:a16="http://schemas.microsoft.com/office/drawing/2014/main" id="{4664B56F-AA1A-4669-BB67-C5F1E22035E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943600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0163" name="Straight Connector 121">
            <a:extLst>
              <a:ext uri="{FF2B5EF4-FFF2-40B4-BE49-F238E27FC236}">
                <a16:creationId xmlns:a16="http://schemas.microsoft.com/office/drawing/2014/main" id="{630547D0-C0FE-48CA-AC78-0EF55203FC3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524375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0164" name="TextBox 122">
            <a:extLst>
              <a:ext uri="{FF2B5EF4-FFF2-40B4-BE49-F238E27FC236}">
                <a16:creationId xmlns:a16="http://schemas.microsoft.com/office/drawing/2014/main" id="{B65B6E05-007F-41F7-A99F-206A3C2EA2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0" y="436086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30165" name="TextBox 123">
            <a:extLst>
              <a:ext uri="{FF2B5EF4-FFF2-40B4-BE49-F238E27FC236}">
                <a16:creationId xmlns:a16="http://schemas.microsoft.com/office/drawing/2014/main" id="{A7BD2B62-6173-4739-AFA9-9F1301F68A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8050" y="5183188"/>
            <a:ext cx="1765300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carry for the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first column!</a:t>
            </a:r>
          </a:p>
        </p:txBody>
      </p:sp>
      <p:cxnSp>
        <p:nvCxnSpPr>
          <p:cNvPr id="130166" name="Straight Arrow Connector 4">
            <a:extLst>
              <a:ext uri="{FF2B5EF4-FFF2-40B4-BE49-F238E27FC236}">
                <a16:creationId xmlns:a16="http://schemas.microsoft.com/office/drawing/2014/main" id="{B07E781E-2F03-4BA9-BC71-5A2651920C63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185025" y="4773613"/>
            <a:ext cx="576263" cy="411162"/>
          </a:xfrm>
          <a:prstGeom prst="straightConnector1">
            <a:avLst/>
          </a:prstGeom>
          <a:noFill/>
          <a:ln w="412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A121787-3E37-4A9C-9EE1-9DA458FEBC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" y="76200"/>
            <a:ext cx="8915400" cy="685800"/>
          </a:xfrm>
        </p:spPr>
        <p:txBody>
          <a:bodyPr/>
          <a:lstStyle/>
          <a:p>
            <a:r>
              <a:rPr lang="en-US" dirty="0"/>
              <a:t>Arithmetic Overflow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F77E8332-4A4D-4680-967A-120A9022A3D5}"/>
              </a:ext>
            </a:extLst>
          </p:cNvPr>
          <p:cNvSpPr/>
          <p:nvPr/>
        </p:nvSpPr>
        <p:spPr>
          <a:xfrm>
            <a:off x="228600" y="914400"/>
            <a:ext cx="8801100" cy="40934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marR="0" lvl="0" indent="-3429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The result of addition or subtraction is supposed to fit within the significant bits used to represent the numbers. </a:t>
            </a:r>
          </a:p>
          <a:p>
            <a:pPr marL="342900" marR="0" lvl="0" indent="-3429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-Roman"/>
              <a:ea typeface="MS PGothic" panose="020B0600070205080204" pitchFamily="34" charset="-128"/>
              <a:cs typeface="+mn-cs"/>
            </a:endParaRPr>
          </a:p>
          <a:p>
            <a:pPr marL="342900" marR="0" lvl="0" indent="-3429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If </a:t>
            </a:r>
            <a:r>
              <a:rPr kumimoji="0" lang="en-US" sz="2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Italic"/>
                <a:ea typeface="MS PGothic" panose="020B0600070205080204" pitchFamily="34" charset="-128"/>
                <a:cs typeface="+mn-cs"/>
              </a:rPr>
              <a:t>n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bits are used to represent signed numbers, then the result must be in the range </a:t>
            </a:r>
            <a:r>
              <a:rPr kumimoji="0" lang="pl-PL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−2</a:t>
            </a:r>
            <a:r>
              <a:rPr kumimoji="0" lang="pl-PL" sz="2600" b="1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n−1 </a:t>
            </a:r>
            <a:r>
              <a:rPr kumimoji="0" lang="pl-PL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to 2</a:t>
            </a:r>
            <a:r>
              <a:rPr kumimoji="0" lang="pl-PL" sz="2600" b="1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n−1 </a:t>
            </a:r>
            <a:r>
              <a:rPr kumimoji="0" lang="pl-PL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− 1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.</a:t>
            </a:r>
          </a:p>
          <a:p>
            <a:pPr marL="342900" marR="0" lvl="0" indent="-3429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-Roman"/>
              <a:ea typeface="MS PGothic" panose="020B0600070205080204" pitchFamily="34" charset="-128"/>
              <a:cs typeface="+mn-cs"/>
            </a:endParaRPr>
          </a:p>
          <a:p>
            <a:pPr marL="342900" marR="0" lvl="0" indent="-3429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If the result does not fit in this range, then we say that </a:t>
            </a:r>
            <a:r>
              <a:rPr kumimoji="0" lang="en-US" sz="2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Italic"/>
                <a:ea typeface="MS PGothic" panose="020B0600070205080204" pitchFamily="34" charset="-128"/>
                <a:cs typeface="+mn-cs"/>
              </a:rPr>
              <a:t>arithmetic overflow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/>
                <a:ea typeface="MS PGothic" panose="020B0600070205080204" pitchFamily="34" charset="-128"/>
                <a:cs typeface="+mn-cs"/>
              </a:rPr>
              <a:t>has occurred.</a:t>
            </a:r>
          </a:p>
          <a:p>
            <a:pPr marL="342900" marR="0" lvl="0" indent="-3429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-Roman"/>
              <a:ea typeface="MS PGothic" panose="020B0600070205080204" pitchFamily="34" charset="-128"/>
              <a:cs typeface="+mn-cs"/>
            </a:endParaRPr>
          </a:p>
          <a:p>
            <a:pPr marL="342900" marR="0" lvl="0" indent="-3429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When the numbers have opposite signs, there is no overflow. </a:t>
            </a:r>
          </a:p>
        </p:txBody>
      </p:sp>
    </p:spTree>
    <p:extLst>
      <p:ext uri="{BB962C8B-B14F-4D97-AF65-F5344CB8AC3E}">
        <p14:creationId xmlns:p14="http://schemas.microsoft.com/office/powerpoint/2010/main" val="523875173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3" name="Rectangle 5">
            <a:extLst>
              <a:ext uri="{FF2B5EF4-FFF2-40B4-BE49-F238E27FC236}">
                <a16:creationId xmlns:a16="http://schemas.microsoft.com/office/drawing/2014/main" id="{EB04432A-F4D5-4B5D-937A-3FD445CE7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74" name="Rectangle 6">
            <a:extLst>
              <a:ext uri="{FF2B5EF4-FFF2-40B4-BE49-F238E27FC236}">
                <a16:creationId xmlns:a16="http://schemas.microsoft.com/office/drawing/2014/main" id="{BE95EA9D-A8ED-4A42-B428-943CCF441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75" name="Rectangle 7">
            <a:extLst>
              <a:ext uri="{FF2B5EF4-FFF2-40B4-BE49-F238E27FC236}">
                <a16:creationId xmlns:a16="http://schemas.microsoft.com/office/drawing/2014/main" id="{FC752F9C-9270-40BE-AD5C-32010571F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76" name="Rectangle 8">
            <a:extLst>
              <a:ext uri="{FF2B5EF4-FFF2-40B4-BE49-F238E27FC236}">
                <a16:creationId xmlns:a16="http://schemas.microsoft.com/office/drawing/2014/main" id="{BB2DD5DA-AB81-423A-9AF5-0ECBF2E8F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77" name="Line 9">
            <a:extLst>
              <a:ext uri="{FF2B5EF4-FFF2-40B4-BE49-F238E27FC236}">
                <a16:creationId xmlns:a16="http://schemas.microsoft.com/office/drawing/2014/main" id="{EF846744-069F-44D3-A61F-99B1753762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78" name="Rectangle 10">
            <a:extLst>
              <a:ext uri="{FF2B5EF4-FFF2-40B4-BE49-F238E27FC236}">
                <a16:creationId xmlns:a16="http://schemas.microsoft.com/office/drawing/2014/main" id="{EDE6441A-B314-4584-8BBD-1636B10ECB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79" name="Rectangle 11">
            <a:extLst>
              <a:ext uri="{FF2B5EF4-FFF2-40B4-BE49-F238E27FC236}">
                <a16:creationId xmlns:a16="http://schemas.microsoft.com/office/drawing/2014/main" id="{0E5065CF-8F70-46F2-9858-A2EE6E02F0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80" name="Rectangle 12">
            <a:extLst>
              <a:ext uri="{FF2B5EF4-FFF2-40B4-BE49-F238E27FC236}">
                <a16:creationId xmlns:a16="http://schemas.microsoft.com/office/drawing/2014/main" id="{4B6125AA-B554-4F2A-9798-CB80F726E7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81" name="Line 13">
            <a:extLst>
              <a:ext uri="{FF2B5EF4-FFF2-40B4-BE49-F238E27FC236}">
                <a16:creationId xmlns:a16="http://schemas.microsoft.com/office/drawing/2014/main" id="{DC6427DF-32C2-4DCC-8899-0F9BB943A7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82" name="Line 14">
            <a:extLst>
              <a:ext uri="{FF2B5EF4-FFF2-40B4-BE49-F238E27FC236}">
                <a16:creationId xmlns:a16="http://schemas.microsoft.com/office/drawing/2014/main" id="{8106F22F-A7E2-44CB-B73A-DB59387CC6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83" name="Rectangle 15">
            <a:extLst>
              <a:ext uri="{FF2B5EF4-FFF2-40B4-BE49-F238E27FC236}">
                <a16:creationId xmlns:a16="http://schemas.microsoft.com/office/drawing/2014/main" id="{8975C85F-CEEB-4C38-AA62-BFAFDCF543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84" name="Rectangle 16">
            <a:extLst>
              <a:ext uri="{FF2B5EF4-FFF2-40B4-BE49-F238E27FC236}">
                <a16:creationId xmlns:a16="http://schemas.microsoft.com/office/drawing/2014/main" id="{8702C4FA-B325-4FE4-9C55-09914A9A59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6843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85" name="Rectangle 17">
            <a:extLst>
              <a:ext uri="{FF2B5EF4-FFF2-40B4-BE49-F238E27FC236}">
                <a16:creationId xmlns:a16="http://schemas.microsoft.com/office/drawing/2014/main" id="{88993711-DFE6-4A0C-ADC3-5D1678FA9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68433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86" name="Rectangle 18">
            <a:extLst>
              <a:ext uri="{FF2B5EF4-FFF2-40B4-BE49-F238E27FC236}">
                <a16:creationId xmlns:a16="http://schemas.microsoft.com/office/drawing/2014/main" id="{9F5BF217-1C99-47B7-9E84-4C6153012F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67640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87" name="Rectangle 19">
            <a:extLst>
              <a:ext uri="{FF2B5EF4-FFF2-40B4-BE49-F238E27FC236}">
                <a16:creationId xmlns:a16="http://schemas.microsoft.com/office/drawing/2014/main" id="{222C9481-3C48-4E43-87D0-1D4D771825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6764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88" name="Rectangle 20">
            <a:extLst>
              <a:ext uri="{FF2B5EF4-FFF2-40B4-BE49-F238E27FC236}">
                <a16:creationId xmlns:a16="http://schemas.microsoft.com/office/drawing/2014/main" id="{51957E48-7CB2-485D-875E-B00E7874EA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89" name="Rectangle 21">
            <a:extLst>
              <a:ext uri="{FF2B5EF4-FFF2-40B4-BE49-F238E27FC236}">
                <a16:creationId xmlns:a16="http://schemas.microsoft.com/office/drawing/2014/main" id="{54A73614-B3B3-476A-9412-70BB87E294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90" name="Rectangle 22">
            <a:extLst>
              <a:ext uri="{FF2B5EF4-FFF2-40B4-BE49-F238E27FC236}">
                <a16:creationId xmlns:a16="http://schemas.microsoft.com/office/drawing/2014/main" id="{876263C8-9497-4B79-B6DB-E8241D8329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91" name="Rectangle 23">
            <a:extLst>
              <a:ext uri="{FF2B5EF4-FFF2-40B4-BE49-F238E27FC236}">
                <a16:creationId xmlns:a16="http://schemas.microsoft.com/office/drawing/2014/main" id="{15687BC6-CE7C-4B53-A382-CD2DEC3157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92" name="Rectangle 24">
            <a:extLst>
              <a:ext uri="{FF2B5EF4-FFF2-40B4-BE49-F238E27FC236}">
                <a16:creationId xmlns:a16="http://schemas.microsoft.com/office/drawing/2014/main" id="{A5104CA0-27FF-48F3-9936-D44156488A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24177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93" name="Rectangle 25">
            <a:extLst>
              <a:ext uri="{FF2B5EF4-FFF2-40B4-BE49-F238E27FC236}">
                <a16:creationId xmlns:a16="http://schemas.microsoft.com/office/drawing/2014/main" id="{F2E86639-5969-4E4B-901B-27C37635CD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24177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94" name="Rectangle 26">
            <a:extLst>
              <a:ext uri="{FF2B5EF4-FFF2-40B4-BE49-F238E27FC236}">
                <a16:creationId xmlns:a16="http://schemas.microsoft.com/office/drawing/2014/main" id="{89458A2C-9C51-4D08-82F1-1DF2024CB2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24098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95" name="Rectangle 27">
            <a:extLst>
              <a:ext uri="{FF2B5EF4-FFF2-40B4-BE49-F238E27FC236}">
                <a16:creationId xmlns:a16="http://schemas.microsoft.com/office/drawing/2014/main" id="{9430F45C-339B-4DFD-99E2-475838459C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24098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96" name="Rectangle 28">
            <a:extLst>
              <a:ext uri="{FF2B5EF4-FFF2-40B4-BE49-F238E27FC236}">
                <a16:creationId xmlns:a16="http://schemas.microsoft.com/office/drawing/2014/main" id="{4B7602EE-6038-42C2-94E0-434DC58FC5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97" name="Rectangle 29">
            <a:extLst>
              <a:ext uri="{FF2B5EF4-FFF2-40B4-BE49-F238E27FC236}">
                <a16:creationId xmlns:a16="http://schemas.microsoft.com/office/drawing/2014/main" id="{B3F935AE-3F97-4CF3-A826-430B1F5596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9624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98" name="Rectangle 30">
            <a:extLst>
              <a:ext uri="{FF2B5EF4-FFF2-40B4-BE49-F238E27FC236}">
                <a16:creationId xmlns:a16="http://schemas.microsoft.com/office/drawing/2014/main" id="{0BEE1628-5878-4AC0-B7AF-69CC652E9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99" name="Rectangle 31">
            <a:extLst>
              <a:ext uri="{FF2B5EF4-FFF2-40B4-BE49-F238E27FC236}">
                <a16:creationId xmlns:a16="http://schemas.microsoft.com/office/drawing/2014/main" id="{1245640E-2DCF-4CBC-9C4E-26C0D249C0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00" name="Rectangle 32">
            <a:extLst>
              <a:ext uri="{FF2B5EF4-FFF2-40B4-BE49-F238E27FC236}">
                <a16:creationId xmlns:a16="http://schemas.microsoft.com/office/drawing/2014/main" id="{D94F7ECE-6EBF-4174-8436-5C19E2F8A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01" name="Line 33">
            <a:extLst>
              <a:ext uri="{FF2B5EF4-FFF2-40B4-BE49-F238E27FC236}">
                <a16:creationId xmlns:a16="http://schemas.microsoft.com/office/drawing/2014/main" id="{0452D244-7676-40C8-8094-D7A36A87E9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02" name="Rectangle 34">
            <a:extLst>
              <a:ext uri="{FF2B5EF4-FFF2-40B4-BE49-F238E27FC236}">
                <a16:creationId xmlns:a16="http://schemas.microsoft.com/office/drawing/2014/main" id="{D0559D51-EFC2-4652-8F43-B693CF9AA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03" name="Rectangle 35">
            <a:extLst>
              <a:ext uri="{FF2B5EF4-FFF2-40B4-BE49-F238E27FC236}">
                <a16:creationId xmlns:a16="http://schemas.microsoft.com/office/drawing/2014/main" id="{005C750E-E74B-4252-BA3D-348F8C1615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04" name="Rectangle 36">
            <a:extLst>
              <a:ext uri="{FF2B5EF4-FFF2-40B4-BE49-F238E27FC236}">
                <a16:creationId xmlns:a16="http://schemas.microsoft.com/office/drawing/2014/main" id="{DEB67D6D-C541-463F-AF7A-1BA96DA67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05" name="Line 37">
            <a:extLst>
              <a:ext uri="{FF2B5EF4-FFF2-40B4-BE49-F238E27FC236}">
                <a16:creationId xmlns:a16="http://schemas.microsoft.com/office/drawing/2014/main" id="{3F2CAECE-71A8-4406-B1DA-A58594122FF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06" name="Line 38">
            <a:extLst>
              <a:ext uri="{FF2B5EF4-FFF2-40B4-BE49-F238E27FC236}">
                <a16:creationId xmlns:a16="http://schemas.microsoft.com/office/drawing/2014/main" id="{6207C7BE-1C35-484C-9ED1-68A68B6B2E4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07" name="Rectangle 39">
            <a:extLst>
              <a:ext uri="{FF2B5EF4-FFF2-40B4-BE49-F238E27FC236}">
                <a16:creationId xmlns:a16="http://schemas.microsoft.com/office/drawing/2014/main" id="{B717B5CE-4CCB-4E13-B729-037EFF577A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08" name="Rectangle 40">
            <a:extLst>
              <a:ext uri="{FF2B5EF4-FFF2-40B4-BE49-F238E27FC236}">
                <a16:creationId xmlns:a16="http://schemas.microsoft.com/office/drawing/2014/main" id="{62DBE408-1E3C-475B-A046-ADABAB8E2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38512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09" name="Rectangle 41">
            <a:extLst>
              <a:ext uri="{FF2B5EF4-FFF2-40B4-BE49-F238E27FC236}">
                <a16:creationId xmlns:a16="http://schemas.microsoft.com/office/drawing/2014/main" id="{A2907E8C-683B-4520-832F-6ADE8609D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3851275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10" name="Rectangle 42">
            <a:extLst>
              <a:ext uri="{FF2B5EF4-FFF2-40B4-BE49-F238E27FC236}">
                <a16:creationId xmlns:a16="http://schemas.microsoft.com/office/drawing/2014/main" id="{F349EB8F-9DE6-4297-96D1-68783C3CDA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38433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11" name="Rectangle 43">
            <a:extLst>
              <a:ext uri="{FF2B5EF4-FFF2-40B4-BE49-F238E27FC236}">
                <a16:creationId xmlns:a16="http://schemas.microsoft.com/office/drawing/2014/main" id="{7E4827F6-BCA2-4ED8-A25D-E3F6516B2E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38433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12" name="Rectangle 44">
            <a:extLst>
              <a:ext uri="{FF2B5EF4-FFF2-40B4-BE49-F238E27FC236}">
                <a16:creationId xmlns:a16="http://schemas.microsoft.com/office/drawing/2014/main" id="{7CFAF1E9-B257-4D5D-B574-20BF60550B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458470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13" name="Rectangle 45">
            <a:extLst>
              <a:ext uri="{FF2B5EF4-FFF2-40B4-BE49-F238E27FC236}">
                <a16:creationId xmlns:a16="http://schemas.microsoft.com/office/drawing/2014/main" id="{AE7985A0-2381-4CAE-B59C-FB8F15A5E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45847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14" name="Rectangle 46">
            <a:extLst>
              <a:ext uri="{FF2B5EF4-FFF2-40B4-BE49-F238E27FC236}">
                <a16:creationId xmlns:a16="http://schemas.microsoft.com/office/drawing/2014/main" id="{EFC79B13-F8EB-44EA-8345-8811E6DF2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457835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15" name="Rectangle 47">
            <a:extLst>
              <a:ext uri="{FF2B5EF4-FFF2-40B4-BE49-F238E27FC236}">
                <a16:creationId xmlns:a16="http://schemas.microsoft.com/office/drawing/2014/main" id="{93B56619-F636-43D5-AE1D-C02D6F536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457835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16" name="Rectangle 48">
            <a:extLst>
              <a:ext uri="{FF2B5EF4-FFF2-40B4-BE49-F238E27FC236}">
                <a16:creationId xmlns:a16="http://schemas.microsoft.com/office/drawing/2014/main" id="{39E17B72-C0B0-4692-B283-C6C1D70269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17" name="Rectangle 49">
            <a:extLst>
              <a:ext uri="{FF2B5EF4-FFF2-40B4-BE49-F238E27FC236}">
                <a16:creationId xmlns:a16="http://schemas.microsoft.com/office/drawing/2014/main" id="{C02FA45C-4604-4CB7-B25D-15B974A1F3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6613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18" name="Rectangle 50">
            <a:extLst>
              <a:ext uri="{FF2B5EF4-FFF2-40B4-BE49-F238E27FC236}">
                <a16:creationId xmlns:a16="http://schemas.microsoft.com/office/drawing/2014/main" id="{19C745D0-6360-490D-9419-D938434B5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100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19" name="Rectangle 51">
            <a:extLst>
              <a:ext uri="{FF2B5EF4-FFF2-40B4-BE49-F238E27FC236}">
                <a16:creationId xmlns:a16="http://schemas.microsoft.com/office/drawing/2014/main" id="{F6A8BB8A-399B-4DC5-9220-1B39058433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737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20" name="Rectangle 52">
            <a:extLst>
              <a:ext uri="{FF2B5EF4-FFF2-40B4-BE49-F238E27FC236}">
                <a16:creationId xmlns:a16="http://schemas.microsoft.com/office/drawing/2014/main" id="{13059703-B5A9-4DEE-8427-91F5F61C0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472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21" name="Rectangle 53">
            <a:extLst>
              <a:ext uri="{FF2B5EF4-FFF2-40B4-BE49-F238E27FC236}">
                <a16:creationId xmlns:a16="http://schemas.microsoft.com/office/drawing/2014/main" id="{0C9BD741-8639-462D-BFDE-27365C628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5263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22" name="Rectangle 54">
            <a:extLst>
              <a:ext uri="{FF2B5EF4-FFF2-40B4-BE49-F238E27FC236}">
                <a16:creationId xmlns:a16="http://schemas.microsoft.com/office/drawing/2014/main" id="{852D2CCB-939A-4699-A725-99C9912C25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5138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23" name="Rectangle 87">
            <a:extLst>
              <a:ext uri="{FF2B5EF4-FFF2-40B4-BE49-F238E27FC236}">
                <a16:creationId xmlns:a16="http://schemas.microsoft.com/office/drawing/2014/main" id="{1037BF90-AF95-461E-89C1-130201890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8650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24" name="Rectangle 88">
            <a:extLst>
              <a:ext uri="{FF2B5EF4-FFF2-40B4-BE49-F238E27FC236}">
                <a16:creationId xmlns:a16="http://schemas.microsoft.com/office/drawing/2014/main" id="{F8365B7A-6385-4F9B-9277-1FEC39AEED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9738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25" name="Rectangle 89">
            <a:extLst>
              <a:ext uri="{FF2B5EF4-FFF2-40B4-BE49-F238E27FC236}">
                <a16:creationId xmlns:a16="http://schemas.microsoft.com/office/drawing/2014/main" id="{E370104E-81AE-41D5-937B-C6B431C823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766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26" name="Rectangle 90">
            <a:extLst>
              <a:ext uri="{FF2B5EF4-FFF2-40B4-BE49-F238E27FC236}">
                <a16:creationId xmlns:a16="http://schemas.microsoft.com/office/drawing/2014/main" id="{D39DB52A-7F29-469A-A46D-19144AF755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9775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27" name="Rectangle 91">
            <a:extLst>
              <a:ext uri="{FF2B5EF4-FFF2-40B4-BE49-F238E27FC236}">
                <a16:creationId xmlns:a16="http://schemas.microsoft.com/office/drawing/2014/main" id="{A8D0CA5F-CC0B-4111-BC1E-5EDAB1CE1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28" name="Rectangle 92">
            <a:extLst>
              <a:ext uri="{FF2B5EF4-FFF2-40B4-BE49-F238E27FC236}">
                <a16:creationId xmlns:a16="http://schemas.microsoft.com/office/drawing/2014/main" id="{5537467B-F5C6-4130-8EA4-6804D61BBD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29" name="Rectangle 93">
            <a:extLst>
              <a:ext uri="{FF2B5EF4-FFF2-40B4-BE49-F238E27FC236}">
                <a16:creationId xmlns:a16="http://schemas.microsoft.com/office/drawing/2014/main" id="{E566A2A5-872B-45EA-81DF-3741B70A9A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30" name="Rectangle 94">
            <a:extLst>
              <a:ext uri="{FF2B5EF4-FFF2-40B4-BE49-F238E27FC236}">
                <a16:creationId xmlns:a16="http://schemas.microsoft.com/office/drawing/2014/main" id="{8F98B87F-0991-4015-8D48-F5C30E5894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31" name="Rectangle 95">
            <a:extLst>
              <a:ext uri="{FF2B5EF4-FFF2-40B4-BE49-F238E27FC236}">
                <a16:creationId xmlns:a16="http://schemas.microsoft.com/office/drawing/2014/main" id="{E622DA9C-4660-4166-B342-A9CB9C534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32" name="Rectangle 96">
            <a:extLst>
              <a:ext uri="{FF2B5EF4-FFF2-40B4-BE49-F238E27FC236}">
                <a16:creationId xmlns:a16="http://schemas.microsoft.com/office/drawing/2014/main" id="{5B18941A-2ED6-4AC9-AC3D-A948BE2252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33" name="Rectangle 97">
            <a:extLst>
              <a:ext uri="{FF2B5EF4-FFF2-40B4-BE49-F238E27FC236}">
                <a16:creationId xmlns:a16="http://schemas.microsoft.com/office/drawing/2014/main" id="{E6318462-834A-4ED4-91F0-3A52188342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34" name="Line 98">
            <a:extLst>
              <a:ext uri="{FF2B5EF4-FFF2-40B4-BE49-F238E27FC236}">
                <a16:creationId xmlns:a16="http://schemas.microsoft.com/office/drawing/2014/main" id="{C73A1928-C7B6-4941-934C-3CB5BFE516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35" name="Rectangle 99">
            <a:extLst>
              <a:ext uri="{FF2B5EF4-FFF2-40B4-BE49-F238E27FC236}">
                <a16:creationId xmlns:a16="http://schemas.microsoft.com/office/drawing/2014/main" id="{374CE471-234D-4498-B9D1-BC817FC103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36" name="Rectangle 100">
            <a:extLst>
              <a:ext uri="{FF2B5EF4-FFF2-40B4-BE49-F238E27FC236}">
                <a16:creationId xmlns:a16="http://schemas.microsoft.com/office/drawing/2014/main" id="{5CAA5174-82D4-45A7-8182-D8FC77788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37" name="Rectangle 101">
            <a:extLst>
              <a:ext uri="{FF2B5EF4-FFF2-40B4-BE49-F238E27FC236}">
                <a16:creationId xmlns:a16="http://schemas.microsoft.com/office/drawing/2014/main" id="{9FD4FDDC-B08B-4216-9C84-D930A5C56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38" name="Rectangle 102">
            <a:extLst>
              <a:ext uri="{FF2B5EF4-FFF2-40B4-BE49-F238E27FC236}">
                <a16:creationId xmlns:a16="http://schemas.microsoft.com/office/drawing/2014/main" id="{4C1E5D0D-25AD-43BA-B50A-4EA62F43C1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39" name="Rectangle 103">
            <a:extLst>
              <a:ext uri="{FF2B5EF4-FFF2-40B4-BE49-F238E27FC236}">
                <a16:creationId xmlns:a16="http://schemas.microsoft.com/office/drawing/2014/main" id="{16806518-6796-4E66-A5A9-90C0672EC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40" name="Rectangle 104">
            <a:extLst>
              <a:ext uri="{FF2B5EF4-FFF2-40B4-BE49-F238E27FC236}">
                <a16:creationId xmlns:a16="http://schemas.microsoft.com/office/drawing/2014/main" id="{D549714E-0EFB-4D68-AD54-E8939210B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41" name="Rectangle 105">
            <a:extLst>
              <a:ext uri="{FF2B5EF4-FFF2-40B4-BE49-F238E27FC236}">
                <a16:creationId xmlns:a16="http://schemas.microsoft.com/office/drawing/2014/main" id="{BEC8C3D3-3318-42AC-A94A-BF5B4355F8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42" name="Rectangle 106">
            <a:extLst>
              <a:ext uri="{FF2B5EF4-FFF2-40B4-BE49-F238E27FC236}">
                <a16:creationId xmlns:a16="http://schemas.microsoft.com/office/drawing/2014/main" id="{6FA85003-5EF1-45AA-B4EC-59F54035E1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43" name="Rectangle 107">
            <a:extLst>
              <a:ext uri="{FF2B5EF4-FFF2-40B4-BE49-F238E27FC236}">
                <a16:creationId xmlns:a16="http://schemas.microsoft.com/office/drawing/2014/main" id="{29F2FB9E-00CB-48F0-9A73-EA45E013CA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44" name="Line 108">
            <a:extLst>
              <a:ext uri="{FF2B5EF4-FFF2-40B4-BE49-F238E27FC236}">
                <a16:creationId xmlns:a16="http://schemas.microsoft.com/office/drawing/2014/main" id="{C573D3B6-E848-4CE8-99A4-BD70B8CCFB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45" name="Rectangle 109">
            <a:extLst>
              <a:ext uri="{FF2B5EF4-FFF2-40B4-BE49-F238E27FC236}">
                <a16:creationId xmlns:a16="http://schemas.microsoft.com/office/drawing/2014/main" id="{DC2A66DD-493F-43F8-AAA0-B4A1729EC3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46" name="Rectangle 110">
            <a:extLst>
              <a:ext uri="{FF2B5EF4-FFF2-40B4-BE49-F238E27FC236}">
                <a16:creationId xmlns:a16="http://schemas.microsoft.com/office/drawing/2014/main" id="{19827490-41AC-46AA-9BCA-FA2DB245C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47" name="Rectangle 111">
            <a:extLst>
              <a:ext uri="{FF2B5EF4-FFF2-40B4-BE49-F238E27FC236}">
                <a16:creationId xmlns:a16="http://schemas.microsoft.com/office/drawing/2014/main" id="{A6ECA234-717F-4FE4-9DFC-0402A99DF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7538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48" name="Rectangle 112">
            <a:extLst>
              <a:ext uri="{FF2B5EF4-FFF2-40B4-BE49-F238E27FC236}">
                <a16:creationId xmlns:a16="http://schemas.microsoft.com/office/drawing/2014/main" id="{871AE96A-2ED1-4B96-9AE2-F60FB18745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125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49" name="Rectangle 113">
            <a:extLst>
              <a:ext uri="{FF2B5EF4-FFF2-40B4-BE49-F238E27FC236}">
                <a16:creationId xmlns:a16="http://schemas.microsoft.com/office/drawing/2014/main" id="{78D9BEFC-AB7A-4168-ABF7-06ACD44A7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50" name="Rectangle 114">
            <a:extLst>
              <a:ext uri="{FF2B5EF4-FFF2-40B4-BE49-F238E27FC236}">
                <a16:creationId xmlns:a16="http://schemas.microsoft.com/office/drawing/2014/main" id="{24896A06-3B9B-49DD-8D9E-2330D0B706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565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151" name="Title 1">
            <a:extLst>
              <a:ext uri="{FF2B5EF4-FFF2-40B4-BE49-F238E27FC236}">
                <a16:creationId xmlns:a16="http://schemas.microsoft.com/office/drawing/2014/main" id="{FB50DCF4-9700-4F5E-849A-E1B5DE098E99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Examples of determination of overflow</a:t>
            </a:r>
          </a:p>
        </p:txBody>
      </p:sp>
      <p:sp>
        <p:nvSpPr>
          <p:cNvPr id="131152" name="TextBox 125">
            <a:extLst>
              <a:ext uri="{FF2B5EF4-FFF2-40B4-BE49-F238E27FC236}">
                <a16:creationId xmlns:a16="http://schemas.microsoft.com/office/drawing/2014/main" id="{753EB816-4A90-4207-9E88-5E651A5BAC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64770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3.13 from the textbook ]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BCFA6BE7-A546-4B4E-9412-F17BB9BF0C76}"/>
                  </a:ext>
                </a:extLst>
              </p14:cNvPr>
              <p14:cNvContentPartPr/>
              <p14:nvPr/>
            </p14:nvContentPartPr>
            <p14:xfrm>
              <a:off x="6295320" y="621000"/>
              <a:ext cx="2719080" cy="9385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BCFA6BE7-A546-4B4E-9412-F17BB9BF0C7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285960" y="611640"/>
                <a:ext cx="2737800" cy="9572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7" name="Rectangle 5">
            <a:extLst>
              <a:ext uri="{FF2B5EF4-FFF2-40B4-BE49-F238E27FC236}">
                <a16:creationId xmlns:a16="http://schemas.microsoft.com/office/drawing/2014/main" id="{E3204E10-6B6B-45C2-98E3-04A4A8BBA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098" name="Rectangle 6">
            <a:extLst>
              <a:ext uri="{FF2B5EF4-FFF2-40B4-BE49-F238E27FC236}">
                <a16:creationId xmlns:a16="http://schemas.microsoft.com/office/drawing/2014/main" id="{56325C8E-644C-4D9A-A999-F77C14285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099" name="Rectangle 7">
            <a:extLst>
              <a:ext uri="{FF2B5EF4-FFF2-40B4-BE49-F238E27FC236}">
                <a16:creationId xmlns:a16="http://schemas.microsoft.com/office/drawing/2014/main" id="{04864707-8E03-4257-AF83-0FAF77A8B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00" name="Rectangle 8">
            <a:extLst>
              <a:ext uri="{FF2B5EF4-FFF2-40B4-BE49-F238E27FC236}">
                <a16:creationId xmlns:a16="http://schemas.microsoft.com/office/drawing/2014/main" id="{18115A2C-082A-4460-927C-D5976AA66B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01" name="Line 9">
            <a:extLst>
              <a:ext uri="{FF2B5EF4-FFF2-40B4-BE49-F238E27FC236}">
                <a16:creationId xmlns:a16="http://schemas.microsoft.com/office/drawing/2014/main" id="{83779AD9-495F-4589-98E4-7351ED3BC97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02" name="Rectangle 10">
            <a:extLst>
              <a:ext uri="{FF2B5EF4-FFF2-40B4-BE49-F238E27FC236}">
                <a16:creationId xmlns:a16="http://schemas.microsoft.com/office/drawing/2014/main" id="{84A14AFE-6921-4BBC-9CA1-731D113743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03" name="Rectangle 11">
            <a:extLst>
              <a:ext uri="{FF2B5EF4-FFF2-40B4-BE49-F238E27FC236}">
                <a16:creationId xmlns:a16="http://schemas.microsoft.com/office/drawing/2014/main" id="{34E7A63C-5398-4A87-96A1-40C65835C0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04" name="Rectangle 12">
            <a:extLst>
              <a:ext uri="{FF2B5EF4-FFF2-40B4-BE49-F238E27FC236}">
                <a16:creationId xmlns:a16="http://schemas.microsoft.com/office/drawing/2014/main" id="{FD810F50-B57E-4DEC-A763-FC56727E43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05" name="Line 13">
            <a:extLst>
              <a:ext uri="{FF2B5EF4-FFF2-40B4-BE49-F238E27FC236}">
                <a16:creationId xmlns:a16="http://schemas.microsoft.com/office/drawing/2014/main" id="{9CE1E98D-DC73-4C76-AF3A-54721BF2408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06" name="Line 14">
            <a:extLst>
              <a:ext uri="{FF2B5EF4-FFF2-40B4-BE49-F238E27FC236}">
                <a16:creationId xmlns:a16="http://schemas.microsoft.com/office/drawing/2014/main" id="{4E03BCD0-D922-4CDC-8D90-BAAC08C51D9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07" name="Rectangle 15">
            <a:extLst>
              <a:ext uri="{FF2B5EF4-FFF2-40B4-BE49-F238E27FC236}">
                <a16:creationId xmlns:a16="http://schemas.microsoft.com/office/drawing/2014/main" id="{1ABD3272-51AE-4A4E-82D2-A8C3A9C088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08" name="Rectangle 16">
            <a:extLst>
              <a:ext uri="{FF2B5EF4-FFF2-40B4-BE49-F238E27FC236}">
                <a16:creationId xmlns:a16="http://schemas.microsoft.com/office/drawing/2014/main" id="{7DA64736-60CC-4123-964B-2786272946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6843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09" name="Rectangle 17">
            <a:extLst>
              <a:ext uri="{FF2B5EF4-FFF2-40B4-BE49-F238E27FC236}">
                <a16:creationId xmlns:a16="http://schemas.microsoft.com/office/drawing/2014/main" id="{F063F6DD-4AB9-48FD-A6A8-6B2D8C0CC9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68433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10" name="Rectangle 18">
            <a:extLst>
              <a:ext uri="{FF2B5EF4-FFF2-40B4-BE49-F238E27FC236}">
                <a16:creationId xmlns:a16="http://schemas.microsoft.com/office/drawing/2014/main" id="{B817417C-4742-4284-84CC-88BBD54720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67640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11" name="Rectangle 19">
            <a:extLst>
              <a:ext uri="{FF2B5EF4-FFF2-40B4-BE49-F238E27FC236}">
                <a16:creationId xmlns:a16="http://schemas.microsoft.com/office/drawing/2014/main" id="{917BBA99-0BCC-4465-9110-690E74059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6764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12" name="Rectangle 20">
            <a:extLst>
              <a:ext uri="{FF2B5EF4-FFF2-40B4-BE49-F238E27FC236}">
                <a16:creationId xmlns:a16="http://schemas.microsoft.com/office/drawing/2014/main" id="{DE6F1D34-4281-4E43-AE0D-1DB89784F1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13" name="Rectangle 21">
            <a:extLst>
              <a:ext uri="{FF2B5EF4-FFF2-40B4-BE49-F238E27FC236}">
                <a16:creationId xmlns:a16="http://schemas.microsoft.com/office/drawing/2014/main" id="{4109B290-20A3-4415-B87D-048450993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14" name="Rectangle 22">
            <a:extLst>
              <a:ext uri="{FF2B5EF4-FFF2-40B4-BE49-F238E27FC236}">
                <a16:creationId xmlns:a16="http://schemas.microsoft.com/office/drawing/2014/main" id="{7ACBF9FF-6821-4003-BA65-061B935C7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15" name="Rectangle 23">
            <a:extLst>
              <a:ext uri="{FF2B5EF4-FFF2-40B4-BE49-F238E27FC236}">
                <a16:creationId xmlns:a16="http://schemas.microsoft.com/office/drawing/2014/main" id="{B66E4BDA-8CF6-41E2-BE76-C5ADD1F953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16" name="Rectangle 24">
            <a:extLst>
              <a:ext uri="{FF2B5EF4-FFF2-40B4-BE49-F238E27FC236}">
                <a16:creationId xmlns:a16="http://schemas.microsoft.com/office/drawing/2014/main" id="{B7965923-95D0-4E99-8E8E-1EE50F8E2B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24177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17" name="Rectangle 25">
            <a:extLst>
              <a:ext uri="{FF2B5EF4-FFF2-40B4-BE49-F238E27FC236}">
                <a16:creationId xmlns:a16="http://schemas.microsoft.com/office/drawing/2014/main" id="{D2B8FCE4-AEB7-4FED-831C-F907492E7E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24177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18" name="Rectangle 26">
            <a:extLst>
              <a:ext uri="{FF2B5EF4-FFF2-40B4-BE49-F238E27FC236}">
                <a16:creationId xmlns:a16="http://schemas.microsoft.com/office/drawing/2014/main" id="{BC5E3ADC-C922-46B4-A07E-A6D2981C91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24098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19" name="Rectangle 27">
            <a:extLst>
              <a:ext uri="{FF2B5EF4-FFF2-40B4-BE49-F238E27FC236}">
                <a16:creationId xmlns:a16="http://schemas.microsoft.com/office/drawing/2014/main" id="{92E1F3BA-D9F1-4987-A1DA-982D7A5089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24098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20" name="Rectangle 28">
            <a:extLst>
              <a:ext uri="{FF2B5EF4-FFF2-40B4-BE49-F238E27FC236}">
                <a16:creationId xmlns:a16="http://schemas.microsoft.com/office/drawing/2014/main" id="{5DCF8A73-4E4F-468A-8EC2-CE2112DFFF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21" name="Rectangle 29">
            <a:extLst>
              <a:ext uri="{FF2B5EF4-FFF2-40B4-BE49-F238E27FC236}">
                <a16:creationId xmlns:a16="http://schemas.microsoft.com/office/drawing/2014/main" id="{2407E2B0-E5A8-4BFD-B5F4-7BF5509FB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9624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22" name="Rectangle 30">
            <a:extLst>
              <a:ext uri="{FF2B5EF4-FFF2-40B4-BE49-F238E27FC236}">
                <a16:creationId xmlns:a16="http://schemas.microsoft.com/office/drawing/2014/main" id="{4641A0FA-1025-4F58-90C8-81C56472C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23" name="Rectangle 31">
            <a:extLst>
              <a:ext uri="{FF2B5EF4-FFF2-40B4-BE49-F238E27FC236}">
                <a16:creationId xmlns:a16="http://schemas.microsoft.com/office/drawing/2014/main" id="{9549CA82-1C41-4489-BE66-8E65C74BB0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24" name="Rectangle 32">
            <a:extLst>
              <a:ext uri="{FF2B5EF4-FFF2-40B4-BE49-F238E27FC236}">
                <a16:creationId xmlns:a16="http://schemas.microsoft.com/office/drawing/2014/main" id="{0B7946B7-D66B-456E-8204-07CC438094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25" name="Line 33">
            <a:extLst>
              <a:ext uri="{FF2B5EF4-FFF2-40B4-BE49-F238E27FC236}">
                <a16:creationId xmlns:a16="http://schemas.microsoft.com/office/drawing/2014/main" id="{8B5891F5-9FD8-4654-82A4-7F7461EE3F5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26" name="Rectangle 34">
            <a:extLst>
              <a:ext uri="{FF2B5EF4-FFF2-40B4-BE49-F238E27FC236}">
                <a16:creationId xmlns:a16="http://schemas.microsoft.com/office/drawing/2014/main" id="{68684416-7A33-4564-9C86-F4986F0E7C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27" name="Rectangle 35">
            <a:extLst>
              <a:ext uri="{FF2B5EF4-FFF2-40B4-BE49-F238E27FC236}">
                <a16:creationId xmlns:a16="http://schemas.microsoft.com/office/drawing/2014/main" id="{9EFABF67-546D-4985-ADDA-783CF9D1B4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28" name="Rectangle 36">
            <a:extLst>
              <a:ext uri="{FF2B5EF4-FFF2-40B4-BE49-F238E27FC236}">
                <a16:creationId xmlns:a16="http://schemas.microsoft.com/office/drawing/2014/main" id="{8109902C-E5BE-40B9-AD8F-76D626835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29" name="Line 37">
            <a:extLst>
              <a:ext uri="{FF2B5EF4-FFF2-40B4-BE49-F238E27FC236}">
                <a16:creationId xmlns:a16="http://schemas.microsoft.com/office/drawing/2014/main" id="{EB32202E-B65F-449E-A6BA-E4E4F4495A6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30" name="Line 38">
            <a:extLst>
              <a:ext uri="{FF2B5EF4-FFF2-40B4-BE49-F238E27FC236}">
                <a16:creationId xmlns:a16="http://schemas.microsoft.com/office/drawing/2014/main" id="{57EB59E6-0FEC-4B28-9A72-B9C658F78A3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31" name="Rectangle 39">
            <a:extLst>
              <a:ext uri="{FF2B5EF4-FFF2-40B4-BE49-F238E27FC236}">
                <a16:creationId xmlns:a16="http://schemas.microsoft.com/office/drawing/2014/main" id="{AACEF017-BD9C-4C8B-9502-98CEE5CDDB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32" name="Rectangle 40">
            <a:extLst>
              <a:ext uri="{FF2B5EF4-FFF2-40B4-BE49-F238E27FC236}">
                <a16:creationId xmlns:a16="http://schemas.microsoft.com/office/drawing/2014/main" id="{08BB771E-22BF-4BE4-82E0-DF32E226D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38512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33" name="Rectangle 41">
            <a:extLst>
              <a:ext uri="{FF2B5EF4-FFF2-40B4-BE49-F238E27FC236}">
                <a16:creationId xmlns:a16="http://schemas.microsoft.com/office/drawing/2014/main" id="{E40D1FBF-133D-4E6B-A6E5-82868C1B1E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3851275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34" name="Rectangle 42">
            <a:extLst>
              <a:ext uri="{FF2B5EF4-FFF2-40B4-BE49-F238E27FC236}">
                <a16:creationId xmlns:a16="http://schemas.microsoft.com/office/drawing/2014/main" id="{3F27BB9D-AE76-4DA6-95A7-3E70363BE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38433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35" name="Rectangle 43">
            <a:extLst>
              <a:ext uri="{FF2B5EF4-FFF2-40B4-BE49-F238E27FC236}">
                <a16:creationId xmlns:a16="http://schemas.microsoft.com/office/drawing/2014/main" id="{02CE5442-6693-4B70-99BA-91890B94A4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38433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36" name="Rectangle 44">
            <a:extLst>
              <a:ext uri="{FF2B5EF4-FFF2-40B4-BE49-F238E27FC236}">
                <a16:creationId xmlns:a16="http://schemas.microsoft.com/office/drawing/2014/main" id="{9F196B24-7BFD-49CA-9CB2-32522AA97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458470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37" name="Rectangle 45">
            <a:extLst>
              <a:ext uri="{FF2B5EF4-FFF2-40B4-BE49-F238E27FC236}">
                <a16:creationId xmlns:a16="http://schemas.microsoft.com/office/drawing/2014/main" id="{04C64DE8-CCF8-4A55-83DE-40CA1E403D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45847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38" name="Rectangle 46">
            <a:extLst>
              <a:ext uri="{FF2B5EF4-FFF2-40B4-BE49-F238E27FC236}">
                <a16:creationId xmlns:a16="http://schemas.microsoft.com/office/drawing/2014/main" id="{B07C2495-52E1-41E4-B1D0-7F6DC5F0A6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457835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39" name="Rectangle 47">
            <a:extLst>
              <a:ext uri="{FF2B5EF4-FFF2-40B4-BE49-F238E27FC236}">
                <a16:creationId xmlns:a16="http://schemas.microsoft.com/office/drawing/2014/main" id="{AA496211-E153-4FC1-BA87-D885AF1360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457835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40" name="Rectangle 48">
            <a:extLst>
              <a:ext uri="{FF2B5EF4-FFF2-40B4-BE49-F238E27FC236}">
                <a16:creationId xmlns:a16="http://schemas.microsoft.com/office/drawing/2014/main" id="{6F88AF9F-FEFF-4E37-8EA6-EB0E4DCD28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41" name="Rectangle 49">
            <a:extLst>
              <a:ext uri="{FF2B5EF4-FFF2-40B4-BE49-F238E27FC236}">
                <a16:creationId xmlns:a16="http://schemas.microsoft.com/office/drawing/2014/main" id="{40D9AFC2-5D2E-48F5-BF47-7E0D10BCBF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6613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42" name="Rectangle 50">
            <a:extLst>
              <a:ext uri="{FF2B5EF4-FFF2-40B4-BE49-F238E27FC236}">
                <a16:creationId xmlns:a16="http://schemas.microsoft.com/office/drawing/2014/main" id="{AB84BA65-6D76-4767-B888-780885C47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100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43" name="Rectangle 51">
            <a:extLst>
              <a:ext uri="{FF2B5EF4-FFF2-40B4-BE49-F238E27FC236}">
                <a16:creationId xmlns:a16="http://schemas.microsoft.com/office/drawing/2014/main" id="{C770F46E-50AE-4BFA-96AE-9EF26E8F19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737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44" name="Rectangle 52">
            <a:extLst>
              <a:ext uri="{FF2B5EF4-FFF2-40B4-BE49-F238E27FC236}">
                <a16:creationId xmlns:a16="http://schemas.microsoft.com/office/drawing/2014/main" id="{9D677E59-4B4F-4BF3-8C4B-8CA4F56227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472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45" name="Rectangle 53">
            <a:extLst>
              <a:ext uri="{FF2B5EF4-FFF2-40B4-BE49-F238E27FC236}">
                <a16:creationId xmlns:a16="http://schemas.microsoft.com/office/drawing/2014/main" id="{833C038D-C478-41FD-8FB9-99376A9845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5263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46" name="Rectangle 54">
            <a:extLst>
              <a:ext uri="{FF2B5EF4-FFF2-40B4-BE49-F238E27FC236}">
                <a16:creationId xmlns:a16="http://schemas.microsoft.com/office/drawing/2014/main" id="{ACF7096A-2A83-41E0-82FC-7DF82F233D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5138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47" name="Rectangle 87">
            <a:extLst>
              <a:ext uri="{FF2B5EF4-FFF2-40B4-BE49-F238E27FC236}">
                <a16:creationId xmlns:a16="http://schemas.microsoft.com/office/drawing/2014/main" id="{EB6FBD4F-71B8-48D8-BBE2-F480E1D255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8650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48" name="Rectangle 88">
            <a:extLst>
              <a:ext uri="{FF2B5EF4-FFF2-40B4-BE49-F238E27FC236}">
                <a16:creationId xmlns:a16="http://schemas.microsoft.com/office/drawing/2014/main" id="{20FFCD8E-8D59-4E0A-886C-4AF05FAC57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9738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49" name="Rectangle 89">
            <a:extLst>
              <a:ext uri="{FF2B5EF4-FFF2-40B4-BE49-F238E27FC236}">
                <a16:creationId xmlns:a16="http://schemas.microsoft.com/office/drawing/2014/main" id="{09398C8F-3725-4D6B-9EE2-70C83CBBEC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766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50" name="Rectangle 90">
            <a:extLst>
              <a:ext uri="{FF2B5EF4-FFF2-40B4-BE49-F238E27FC236}">
                <a16:creationId xmlns:a16="http://schemas.microsoft.com/office/drawing/2014/main" id="{B03850AB-48B8-4CF3-AB8A-1B73AE443B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9775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51" name="Rectangle 91">
            <a:extLst>
              <a:ext uri="{FF2B5EF4-FFF2-40B4-BE49-F238E27FC236}">
                <a16:creationId xmlns:a16="http://schemas.microsoft.com/office/drawing/2014/main" id="{B0BCA32A-9A11-4D2F-B28B-0B724ED6F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52" name="Rectangle 92">
            <a:extLst>
              <a:ext uri="{FF2B5EF4-FFF2-40B4-BE49-F238E27FC236}">
                <a16:creationId xmlns:a16="http://schemas.microsoft.com/office/drawing/2014/main" id="{854E2AA5-70D5-4380-8246-7D847095B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53" name="Rectangle 93">
            <a:extLst>
              <a:ext uri="{FF2B5EF4-FFF2-40B4-BE49-F238E27FC236}">
                <a16:creationId xmlns:a16="http://schemas.microsoft.com/office/drawing/2014/main" id="{83A11455-A177-4670-A157-1AAFA8D2E6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54" name="Rectangle 94">
            <a:extLst>
              <a:ext uri="{FF2B5EF4-FFF2-40B4-BE49-F238E27FC236}">
                <a16:creationId xmlns:a16="http://schemas.microsoft.com/office/drawing/2014/main" id="{EDCC2573-ACE9-4FE3-9868-A647A8E166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55" name="Rectangle 95">
            <a:extLst>
              <a:ext uri="{FF2B5EF4-FFF2-40B4-BE49-F238E27FC236}">
                <a16:creationId xmlns:a16="http://schemas.microsoft.com/office/drawing/2014/main" id="{5FE29998-8A87-4EB9-95A5-1DB82FA928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56" name="Rectangle 96">
            <a:extLst>
              <a:ext uri="{FF2B5EF4-FFF2-40B4-BE49-F238E27FC236}">
                <a16:creationId xmlns:a16="http://schemas.microsoft.com/office/drawing/2014/main" id="{109E25CC-D278-4128-96D9-1EC4F3886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57" name="Rectangle 97">
            <a:extLst>
              <a:ext uri="{FF2B5EF4-FFF2-40B4-BE49-F238E27FC236}">
                <a16:creationId xmlns:a16="http://schemas.microsoft.com/office/drawing/2014/main" id="{C24E1C4C-5B17-4285-AA0F-5D9D088BC6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58" name="Line 98">
            <a:extLst>
              <a:ext uri="{FF2B5EF4-FFF2-40B4-BE49-F238E27FC236}">
                <a16:creationId xmlns:a16="http://schemas.microsoft.com/office/drawing/2014/main" id="{86F0DF6D-CC3E-40B7-BAEB-F8E2A50FDF0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59" name="Rectangle 99">
            <a:extLst>
              <a:ext uri="{FF2B5EF4-FFF2-40B4-BE49-F238E27FC236}">
                <a16:creationId xmlns:a16="http://schemas.microsoft.com/office/drawing/2014/main" id="{E41C4807-EF35-446E-BCCF-4F9CDF3EF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60" name="Rectangle 100">
            <a:extLst>
              <a:ext uri="{FF2B5EF4-FFF2-40B4-BE49-F238E27FC236}">
                <a16:creationId xmlns:a16="http://schemas.microsoft.com/office/drawing/2014/main" id="{8ED3C7D9-84DA-4BCE-90B7-CA9D33B329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61" name="Rectangle 101">
            <a:extLst>
              <a:ext uri="{FF2B5EF4-FFF2-40B4-BE49-F238E27FC236}">
                <a16:creationId xmlns:a16="http://schemas.microsoft.com/office/drawing/2014/main" id="{1A303C05-BC73-4647-91F7-C3334D5CD2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62" name="Rectangle 102">
            <a:extLst>
              <a:ext uri="{FF2B5EF4-FFF2-40B4-BE49-F238E27FC236}">
                <a16:creationId xmlns:a16="http://schemas.microsoft.com/office/drawing/2014/main" id="{AB8E666C-5F43-414A-A64E-C951309500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63" name="Rectangle 103">
            <a:extLst>
              <a:ext uri="{FF2B5EF4-FFF2-40B4-BE49-F238E27FC236}">
                <a16:creationId xmlns:a16="http://schemas.microsoft.com/office/drawing/2014/main" id="{939A35B7-2B1E-4089-801E-835786F7E8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64" name="Rectangle 104">
            <a:extLst>
              <a:ext uri="{FF2B5EF4-FFF2-40B4-BE49-F238E27FC236}">
                <a16:creationId xmlns:a16="http://schemas.microsoft.com/office/drawing/2014/main" id="{BEBE4AAC-1AF6-40D4-AA1F-B60258DEB5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65" name="Rectangle 105">
            <a:extLst>
              <a:ext uri="{FF2B5EF4-FFF2-40B4-BE49-F238E27FC236}">
                <a16:creationId xmlns:a16="http://schemas.microsoft.com/office/drawing/2014/main" id="{29B561DA-EB5C-4AA6-9BAE-370C93C181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66" name="Rectangle 106">
            <a:extLst>
              <a:ext uri="{FF2B5EF4-FFF2-40B4-BE49-F238E27FC236}">
                <a16:creationId xmlns:a16="http://schemas.microsoft.com/office/drawing/2014/main" id="{70F013CC-2D0D-4D86-BD13-17FBBBFD0A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67" name="Rectangle 107">
            <a:extLst>
              <a:ext uri="{FF2B5EF4-FFF2-40B4-BE49-F238E27FC236}">
                <a16:creationId xmlns:a16="http://schemas.microsoft.com/office/drawing/2014/main" id="{76BB8545-E8AE-4C1B-B411-76FF0224C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68" name="Line 108">
            <a:extLst>
              <a:ext uri="{FF2B5EF4-FFF2-40B4-BE49-F238E27FC236}">
                <a16:creationId xmlns:a16="http://schemas.microsoft.com/office/drawing/2014/main" id="{301F4DB5-7DE7-43E0-9B7E-BE0D52BD731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69" name="Rectangle 109">
            <a:extLst>
              <a:ext uri="{FF2B5EF4-FFF2-40B4-BE49-F238E27FC236}">
                <a16:creationId xmlns:a16="http://schemas.microsoft.com/office/drawing/2014/main" id="{8E33D508-2C08-4EE0-89E8-2AD2FD4F63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70" name="Rectangle 110">
            <a:extLst>
              <a:ext uri="{FF2B5EF4-FFF2-40B4-BE49-F238E27FC236}">
                <a16:creationId xmlns:a16="http://schemas.microsoft.com/office/drawing/2014/main" id="{49F155CF-AF9D-4485-BE6C-73A4BB4CF7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71" name="Rectangle 111">
            <a:extLst>
              <a:ext uri="{FF2B5EF4-FFF2-40B4-BE49-F238E27FC236}">
                <a16:creationId xmlns:a16="http://schemas.microsoft.com/office/drawing/2014/main" id="{CD859476-89A2-4E9A-AD41-03462D59A9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7538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72" name="Rectangle 112">
            <a:extLst>
              <a:ext uri="{FF2B5EF4-FFF2-40B4-BE49-F238E27FC236}">
                <a16:creationId xmlns:a16="http://schemas.microsoft.com/office/drawing/2014/main" id="{7EED0487-74FE-443A-B5CB-1638CFD6DF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125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73" name="Rectangle 113">
            <a:extLst>
              <a:ext uri="{FF2B5EF4-FFF2-40B4-BE49-F238E27FC236}">
                <a16:creationId xmlns:a16="http://schemas.microsoft.com/office/drawing/2014/main" id="{21177530-936A-419B-B844-4C58526DBA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74" name="Rectangle 114">
            <a:extLst>
              <a:ext uri="{FF2B5EF4-FFF2-40B4-BE49-F238E27FC236}">
                <a16:creationId xmlns:a16="http://schemas.microsoft.com/office/drawing/2014/main" id="{2A36F183-0EFB-4A0E-81B7-25BF79DB1A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565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75" name="Title 1">
            <a:extLst>
              <a:ext uri="{FF2B5EF4-FFF2-40B4-BE49-F238E27FC236}">
                <a16:creationId xmlns:a16="http://schemas.microsoft.com/office/drawing/2014/main" id="{8AA172BC-79EC-4B1C-AC43-F7780E753E8B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Examples of determination of overflow</a:t>
            </a:r>
          </a:p>
        </p:txBody>
      </p:sp>
      <p:sp>
        <p:nvSpPr>
          <p:cNvPr id="132176" name="Rectangle 12">
            <a:extLst>
              <a:ext uri="{FF2B5EF4-FFF2-40B4-BE49-F238E27FC236}">
                <a16:creationId xmlns:a16="http://schemas.microsoft.com/office/drawing/2014/main" id="{C04150C4-6C34-48A7-BDE1-6F3B55E2E0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3713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77" name="Rectangle 12">
            <a:extLst>
              <a:ext uri="{FF2B5EF4-FFF2-40B4-BE49-F238E27FC236}">
                <a16:creationId xmlns:a16="http://schemas.microsoft.com/office/drawing/2014/main" id="{BE2FD69B-4769-49BC-8DD2-96007EE265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0 0 0 0 0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78" name="Rectangle 12">
            <a:extLst>
              <a:ext uri="{FF2B5EF4-FFF2-40B4-BE49-F238E27FC236}">
                <a16:creationId xmlns:a16="http://schemas.microsoft.com/office/drawing/2014/main" id="{D63F8F9F-819E-46EA-9B9A-70EE2489E1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79" name="Rectangle 12">
            <a:extLst>
              <a:ext uri="{FF2B5EF4-FFF2-40B4-BE49-F238E27FC236}">
                <a16:creationId xmlns:a16="http://schemas.microsoft.com/office/drawing/2014/main" id="{4024CA70-4F95-4554-8CE8-B9BE57EB1F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2180" name="TextBox 5">
            <a:extLst>
              <a:ext uri="{FF2B5EF4-FFF2-40B4-BE49-F238E27FC236}">
                <a16:creationId xmlns:a16="http://schemas.microsoft.com/office/drawing/2014/main" id="{DF503DBA-61F9-4348-B659-1BB327BB41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5486400"/>
            <a:ext cx="45085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Include the carry bits:  c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1" name="Rectangle 5">
            <a:extLst>
              <a:ext uri="{FF2B5EF4-FFF2-40B4-BE49-F238E27FC236}">
                <a16:creationId xmlns:a16="http://schemas.microsoft.com/office/drawing/2014/main" id="{84E8EC29-21BE-436D-A051-D4F1EF4F4D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22" name="Rectangle 6">
            <a:extLst>
              <a:ext uri="{FF2B5EF4-FFF2-40B4-BE49-F238E27FC236}">
                <a16:creationId xmlns:a16="http://schemas.microsoft.com/office/drawing/2014/main" id="{B68D3FEC-4F39-4DD7-A7A7-A0AD0D41B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23" name="Rectangle 7">
            <a:extLst>
              <a:ext uri="{FF2B5EF4-FFF2-40B4-BE49-F238E27FC236}">
                <a16:creationId xmlns:a16="http://schemas.microsoft.com/office/drawing/2014/main" id="{81FA914B-E3AD-4C7F-B6B9-C6BBBA220E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24" name="Rectangle 8">
            <a:extLst>
              <a:ext uri="{FF2B5EF4-FFF2-40B4-BE49-F238E27FC236}">
                <a16:creationId xmlns:a16="http://schemas.microsoft.com/office/drawing/2014/main" id="{8318094A-0F4F-45BA-863E-F90924E70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25" name="Line 9">
            <a:extLst>
              <a:ext uri="{FF2B5EF4-FFF2-40B4-BE49-F238E27FC236}">
                <a16:creationId xmlns:a16="http://schemas.microsoft.com/office/drawing/2014/main" id="{1D0A7D8F-B417-4E8F-B54D-C4A0DCEC32E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26" name="Rectangle 10">
            <a:extLst>
              <a:ext uri="{FF2B5EF4-FFF2-40B4-BE49-F238E27FC236}">
                <a16:creationId xmlns:a16="http://schemas.microsoft.com/office/drawing/2014/main" id="{6028DBD3-6D13-4567-8406-7F5C71B88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27" name="Rectangle 11">
            <a:extLst>
              <a:ext uri="{FF2B5EF4-FFF2-40B4-BE49-F238E27FC236}">
                <a16:creationId xmlns:a16="http://schemas.microsoft.com/office/drawing/2014/main" id="{7C6B4D1C-56DA-4C45-AEE3-25EE98F4DD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28" name="Rectangle 12">
            <a:extLst>
              <a:ext uri="{FF2B5EF4-FFF2-40B4-BE49-F238E27FC236}">
                <a16:creationId xmlns:a16="http://schemas.microsoft.com/office/drawing/2014/main" id="{06902FEC-227A-4DBB-A3C7-C8B22F9117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29" name="Line 13">
            <a:extLst>
              <a:ext uri="{FF2B5EF4-FFF2-40B4-BE49-F238E27FC236}">
                <a16:creationId xmlns:a16="http://schemas.microsoft.com/office/drawing/2014/main" id="{3EDF29AA-E5EC-4646-B06C-170A70F778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30" name="Line 14">
            <a:extLst>
              <a:ext uri="{FF2B5EF4-FFF2-40B4-BE49-F238E27FC236}">
                <a16:creationId xmlns:a16="http://schemas.microsoft.com/office/drawing/2014/main" id="{59CDC39A-4BA8-4BAC-97E2-B951600925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31" name="Rectangle 15">
            <a:extLst>
              <a:ext uri="{FF2B5EF4-FFF2-40B4-BE49-F238E27FC236}">
                <a16:creationId xmlns:a16="http://schemas.microsoft.com/office/drawing/2014/main" id="{2429575A-615E-464F-89D7-1DDD13DA92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32" name="Rectangle 16">
            <a:extLst>
              <a:ext uri="{FF2B5EF4-FFF2-40B4-BE49-F238E27FC236}">
                <a16:creationId xmlns:a16="http://schemas.microsoft.com/office/drawing/2014/main" id="{9554D248-B277-43E3-8A36-3C7F14B8A9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6843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33" name="Rectangle 17">
            <a:extLst>
              <a:ext uri="{FF2B5EF4-FFF2-40B4-BE49-F238E27FC236}">
                <a16:creationId xmlns:a16="http://schemas.microsoft.com/office/drawing/2014/main" id="{7E30DBAC-9B4B-4DED-B028-55C5D9C7F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68433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34" name="Rectangle 18">
            <a:extLst>
              <a:ext uri="{FF2B5EF4-FFF2-40B4-BE49-F238E27FC236}">
                <a16:creationId xmlns:a16="http://schemas.microsoft.com/office/drawing/2014/main" id="{CB6FAE2E-53A5-4F90-A260-427C5C4BDB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67640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35" name="Rectangle 19">
            <a:extLst>
              <a:ext uri="{FF2B5EF4-FFF2-40B4-BE49-F238E27FC236}">
                <a16:creationId xmlns:a16="http://schemas.microsoft.com/office/drawing/2014/main" id="{6EAF4041-1F72-45AF-8CDB-C9F1FD583C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6764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36" name="Rectangle 20">
            <a:extLst>
              <a:ext uri="{FF2B5EF4-FFF2-40B4-BE49-F238E27FC236}">
                <a16:creationId xmlns:a16="http://schemas.microsoft.com/office/drawing/2014/main" id="{354FA4ED-3D8E-4653-962F-2B9149CF12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37" name="Rectangle 21">
            <a:extLst>
              <a:ext uri="{FF2B5EF4-FFF2-40B4-BE49-F238E27FC236}">
                <a16:creationId xmlns:a16="http://schemas.microsoft.com/office/drawing/2014/main" id="{3734D21F-1E7C-44EA-9683-8D53DEDF41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38" name="Rectangle 22">
            <a:extLst>
              <a:ext uri="{FF2B5EF4-FFF2-40B4-BE49-F238E27FC236}">
                <a16:creationId xmlns:a16="http://schemas.microsoft.com/office/drawing/2014/main" id="{3787D58C-4A6A-4F6D-B4A6-999415A718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39" name="Rectangle 23">
            <a:extLst>
              <a:ext uri="{FF2B5EF4-FFF2-40B4-BE49-F238E27FC236}">
                <a16:creationId xmlns:a16="http://schemas.microsoft.com/office/drawing/2014/main" id="{967FBC10-55B3-4575-9B1D-A4B58D411C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40" name="Rectangle 24">
            <a:extLst>
              <a:ext uri="{FF2B5EF4-FFF2-40B4-BE49-F238E27FC236}">
                <a16:creationId xmlns:a16="http://schemas.microsoft.com/office/drawing/2014/main" id="{96B6B3C0-3964-4C4B-B9EB-7A7B1DC528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24177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41" name="Rectangle 25">
            <a:extLst>
              <a:ext uri="{FF2B5EF4-FFF2-40B4-BE49-F238E27FC236}">
                <a16:creationId xmlns:a16="http://schemas.microsoft.com/office/drawing/2014/main" id="{F6BB74A9-2925-4BA8-8C6F-89CD20B501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24177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42" name="Rectangle 26">
            <a:extLst>
              <a:ext uri="{FF2B5EF4-FFF2-40B4-BE49-F238E27FC236}">
                <a16:creationId xmlns:a16="http://schemas.microsoft.com/office/drawing/2014/main" id="{8A94804E-489D-47B6-B370-B34FB07C5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24098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43" name="Rectangle 27">
            <a:extLst>
              <a:ext uri="{FF2B5EF4-FFF2-40B4-BE49-F238E27FC236}">
                <a16:creationId xmlns:a16="http://schemas.microsoft.com/office/drawing/2014/main" id="{87DA62E0-042E-4159-9721-8AD705B33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24098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44" name="Rectangle 28">
            <a:extLst>
              <a:ext uri="{FF2B5EF4-FFF2-40B4-BE49-F238E27FC236}">
                <a16:creationId xmlns:a16="http://schemas.microsoft.com/office/drawing/2014/main" id="{FC2EDC51-A811-41B3-8092-4B87F26F4E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45" name="Rectangle 29">
            <a:extLst>
              <a:ext uri="{FF2B5EF4-FFF2-40B4-BE49-F238E27FC236}">
                <a16:creationId xmlns:a16="http://schemas.microsoft.com/office/drawing/2014/main" id="{A361E46C-D724-4A43-AC95-C0CD1AC603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9624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46" name="Rectangle 30">
            <a:extLst>
              <a:ext uri="{FF2B5EF4-FFF2-40B4-BE49-F238E27FC236}">
                <a16:creationId xmlns:a16="http://schemas.microsoft.com/office/drawing/2014/main" id="{256DBA9E-4ABD-48E1-B4FF-ACA66CEF30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47" name="Rectangle 31">
            <a:extLst>
              <a:ext uri="{FF2B5EF4-FFF2-40B4-BE49-F238E27FC236}">
                <a16:creationId xmlns:a16="http://schemas.microsoft.com/office/drawing/2014/main" id="{50185ED9-1546-4693-8892-84774F6225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48" name="Rectangle 32">
            <a:extLst>
              <a:ext uri="{FF2B5EF4-FFF2-40B4-BE49-F238E27FC236}">
                <a16:creationId xmlns:a16="http://schemas.microsoft.com/office/drawing/2014/main" id="{B6FC33F9-8A81-4346-8835-228DC5FEAA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49" name="Line 33">
            <a:extLst>
              <a:ext uri="{FF2B5EF4-FFF2-40B4-BE49-F238E27FC236}">
                <a16:creationId xmlns:a16="http://schemas.microsoft.com/office/drawing/2014/main" id="{DE66A385-2C18-4E43-8939-D1CBBDBC96F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50" name="Rectangle 34">
            <a:extLst>
              <a:ext uri="{FF2B5EF4-FFF2-40B4-BE49-F238E27FC236}">
                <a16:creationId xmlns:a16="http://schemas.microsoft.com/office/drawing/2014/main" id="{D0BEF333-C7E5-4F26-8295-CFBE945D9C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51" name="Rectangle 35">
            <a:extLst>
              <a:ext uri="{FF2B5EF4-FFF2-40B4-BE49-F238E27FC236}">
                <a16:creationId xmlns:a16="http://schemas.microsoft.com/office/drawing/2014/main" id="{F9BDB8E3-7439-48A7-942C-63110596E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52" name="Rectangle 36">
            <a:extLst>
              <a:ext uri="{FF2B5EF4-FFF2-40B4-BE49-F238E27FC236}">
                <a16:creationId xmlns:a16="http://schemas.microsoft.com/office/drawing/2014/main" id="{96E573ED-C90A-4B4E-B93F-71CF131766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53" name="Line 37">
            <a:extLst>
              <a:ext uri="{FF2B5EF4-FFF2-40B4-BE49-F238E27FC236}">
                <a16:creationId xmlns:a16="http://schemas.microsoft.com/office/drawing/2014/main" id="{C80165F7-C04B-443D-A831-1EF5EEB9F0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54" name="Line 38">
            <a:extLst>
              <a:ext uri="{FF2B5EF4-FFF2-40B4-BE49-F238E27FC236}">
                <a16:creationId xmlns:a16="http://schemas.microsoft.com/office/drawing/2014/main" id="{52C4185F-9100-418B-8F00-3B2D635FBBE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55" name="Rectangle 39">
            <a:extLst>
              <a:ext uri="{FF2B5EF4-FFF2-40B4-BE49-F238E27FC236}">
                <a16:creationId xmlns:a16="http://schemas.microsoft.com/office/drawing/2014/main" id="{4103E541-B995-4295-B11E-EE63AB362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56" name="Rectangle 40">
            <a:extLst>
              <a:ext uri="{FF2B5EF4-FFF2-40B4-BE49-F238E27FC236}">
                <a16:creationId xmlns:a16="http://schemas.microsoft.com/office/drawing/2014/main" id="{909BEC75-A7C2-447E-9EDB-6FA8890810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38512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57" name="Rectangle 41">
            <a:extLst>
              <a:ext uri="{FF2B5EF4-FFF2-40B4-BE49-F238E27FC236}">
                <a16:creationId xmlns:a16="http://schemas.microsoft.com/office/drawing/2014/main" id="{930573EA-9E92-4E0D-BF19-40629B5D2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3851275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58" name="Rectangle 42">
            <a:extLst>
              <a:ext uri="{FF2B5EF4-FFF2-40B4-BE49-F238E27FC236}">
                <a16:creationId xmlns:a16="http://schemas.microsoft.com/office/drawing/2014/main" id="{005F8E83-58F6-4FF3-9A41-D649AA3E0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38433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59" name="Rectangle 43">
            <a:extLst>
              <a:ext uri="{FF2B5EF4-FFF2-40B4-BE49-F238E27FC236}">
                <a16:creationId xmlns:a16="http://schemas.microsoft.com/office/drawing/2014/main" id="{FDE77097-67EC-49D0-A9DE-8DFD73BDE5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38433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60" name="Rectangle 44">
            <a:extLst>
              <a:ext uri="{FF2B5EF4-FFF2-40B4-BE49-F238E27FC236}">
                <a16:creationId xmlns:a16="http://schemas.microsoft.com/office/drawing/2014/main" id="{195156B0-022A-47C4-AFA5-93857B8800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458470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61" name="Rectangle 45">
            <a:extLst>
              <a:ext uri="{FF2B5EF4-FFF2-40B4-BE49-F238E27FC236}">
                <a16:creationId xmlns:a16="http://schemas.microsoft.com/office/drawing/2014/main" id="{EFEF1713-E939-49B2-A552-44739D0311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45847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62" name="Rectangle 46">
            <a:extLst>
              <a:ext uri="{FF2B5EF4-FFF2-40B4-BE49-F238E27FC236}">
                <a16:creationId xmlns:a16="http://schemas.microsoft.com/office/drawing/2014/main" id="{FFF6FBDB-1A1C-44BA-8D33-C43F31AD66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457835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63" name="Rectangle 47">
            <a:extLst>
              <a:ext uri="{FF2B5EF4-FFF2-40B4-BE49-F238E27FC236}">
                <a16:creationId xmlns:a16="http://schemas.microsoft.com/office/drawing/2014/main" id="{2363D25D-2F3C-467E-9ED0-6D239D97F0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457835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64" name="Rectangle 48">
            <a:extLst>
              <a:ext uri="{FF2B5EF4-FFF2-40B4-BE49-F238E27FC236}">
                <a16:creationId xmlns:a16="http://schemas.microsoft.com/office/drawing/2014/main" id="{F38D2903-4341-44BF-BC27-F86EF005B6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65" name="Rectangle 49">
            <a:extLst>
              <a:ext uri="{FF2B5EF4-FFF2-40B4-BE49-F238E27FC236}">
                <a16:creationId xmlns:a16="http://schemas.microsoft.com/office/drawing/2014/main" id="{85F45280-3772-49E3-AF28-D40D06FC5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6613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66" name="Rectangle 50">
            <a:extLst>
              <a:ext uri="{FF2B5EF4-FFF2-40B4-BE49-F238E27FC236}">
                <a16:creationId xmlns:a16="http://schemas.microsoft.com/office/drawing/2014/main" id="{B81B0A8F-1D84-4E8F-80CD-2BD63FE18A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100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67" name="Rectangle 51">
            <a:extLst>
              <a:ext uri="{FF2B5EF4-FFF2-40B4-BE49-F238E27FC236}">
                <a16:creationId xmlns:a16="http://schemas.microsoft.com/office/drawing/2014/main" id="{59A07D89-DD97-43D8-B011-43A5095583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737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68" name="Rectangle 52">
            <a:extLst>
              <a:ext uri="{FF2B5EF4-FFF2-40B4-BE49-F238E27FC236}">
                <a16:creationId xmlns:a16="http://schemas.microsoft.com/office/drawing/2014/main" id="{8F81A4D8-8CC0-4DA8-A9FE-95C9ED6B90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472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69" name="Rectangle 53">
            <a:extLst>
              <a:ext uri="{FF2B5EF4-FFF2-40B4-BE49-F238E27FC236}">
                <a16:creationId xmlns:a16="http://schemas.microsoft.com/office/drawing/2014/main" id="{E4C6E352-B60C-4A86-89C0-9D9AE83CDA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5263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70" name="Rectangle 54">
            <a:extLst>
              <a:ext uri="{FF2B5EF4-FFF2-40B4-BE49-F238E27FC236}">
                <a16:creationId xmlns:a16="http://schemas.microsoft.com/office/drawing/2014/main" id="{9011E658-027E-42DA-B866-FC7424CB8F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5138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71" name="Rectangle 87">
            <a:extLst>
              <a:ext uri="{FF2B5EF4-FFF2-40B4-BE49-F238E27FC236}">
                <a16:creationId xmlns:a16="http://schemas.microsoft.com/office/drawing/2014/main" id="{E18E402A-5100-4012-982D-B8E855A805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8650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72" name="Rectangle 88">
            <a:extLst>
              <a:ext uri="{FF2B5EF4-FFF2-40B4-BE49-F238E27FC236}">
                <a16:creationId xmlns:a16="http://schemas.microsoft.com/office/drawing/2014/main" id="{2F868F9F-CF97-465F-896E-6A3EFBC70D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9738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73" name="Rectangle 89">
            <a:extLst>
              <a:ext uri="{FF2B5EF4-FFF2-40B4-BE49-F238E27FC236}">
                <a16:creationId xmlns:a16="http://schemas.microsoft.com/office/drawing/2014/main" id="{267CAD50-83C5-46D3-A9D7-3CBECD967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766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74" name="Rectangle 90">
            <a:extLst>
              <a:ext uri="{FF2B5EF4-FFF2-40B4-BE49-F238E27FC236}">
                <a16:creationId xmlns:a16="http://schemas.microsoft.com/office/drawing/2014/main" id="{5A70B76B-2385-43C1-822B-1A3C1DE914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9775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75" name="Rectangle 91">
            <a:extLst>
              <a:ext uri="{FF2B5EF4-FFF2-40B4-BE49-F238E27FC236}">
                <a16:creationId xmlns:a16="http://schemas.microsoft.com/office/drawing/2014/main" id="{5BF2A27B-AB83-42CF-9742-E9AA99817D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76" name="Rectangle 92">
            <a:extLst>
              <a:ext uri="{FF2B5EF4-FFF2-40B4-BE49-F238E27FC236}">
                <a16:creationId xmlns:a16="http://schemas.microsoft.com/office/drawing/2014/main" id="{EE4FDA74-0233-49A4-8F3D-44F2A48809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77" name="Rectangle 93">
            <a:extLst>
              <a:ext uri="{FF2B5EF4-FFF2-40B4-BE49-F238E27FC236}">
                <a16:creationId xmlns:a16="http://schemas.microsoft.com/office/drawing/2014/main" id="{7D2F5F25-452A-427E-B06A-BBBCA0C2E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78" name="Rectangle 94">
            <a:extLst>
              <a:ext uri="{FF2B5EF4-FFF2-40B4-BE49-F238E27FC236}">
                <a16:creationId xmlns:a16="http://schemas.microsoft.com/office/drawing/2014/main" id="{E20CB32A-74B7-48CB-877B-C99D376E1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79" name="Rectangle 95">
            <a:extLst>
              <a:ext uri="{FF2B5EF4-FFF2-40B4-BE49-F238E27FC236}">
                <a16:creationId xmlns:a16="http://schemas.microsoft.com/office/drawing/2014/main" id="{BDBDA8F7-01E5-46EE-ACC1-F477777FE0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80" name="Rectangle 96">
            <a:extLst>
              <a:ext uri="{FF2B5EF4-FFF2-40B4-BE49-F238E27FC236}">
                <a16:creationId xmlns:a16="http://schemas.microsoft.com/office/drawing/2014/main" id="{00956F27-60F5-4C5C-8AA2-CFD9A22F17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81" name="Rectangle 97">
            <a:extLst>
              <a:ext uri="{FF2B5EF4-FFF2-40B4-BE49-F238E27FC236}">
                <a16:creationId xmlns:a16="http://schemas.microsoft.com/office/drawing/2014/main" id="{C81BB2D6-204A-416C-AFA8-E837CC4A4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82" name="Line 98">
            <a:extLst>
              <a:ext uri="{FF2B5EF4-FFF2-40B4-BE49-F238E27FC236}">
                <a16:creationId xmlns:a16="http://schemas.microsoft.com/office/drawing/2014/main" id="{AF231282-60F9-480E-9A7E-6787802D8A3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83" name="Rectangle 99">
            <a:extLst>
              <a:ext uri="{FF2B5EF4-FFF2-40B4-BE49-F238E27FC236}">
                <a16:creationId xmlns:a16="http://schemas.microsoft.com/office/drawing/2014/main" id="{9C5F1DDA-2661-4D33-8A97-58E130DDA9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84" name="Rectangle 100">
            <a:extLst>
              <a:ext uri="{FF2B5EF4-FFF2-40B4-BE49-F238E27FC236}">
                <a16:creationId xmlns:a16="http://schemas.microsoft.com/office/drawing/2014/main" id="{0AC6DD4E-4B6F-4A15-BB71-EE118387E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85" name="Rectangle 101">
            <a:extLst>
              <a:ext uri="{FF2B5EF4-FFF2-40B4-BE49-F238E27FC236}">
                <a16:creationId xmlns:a16="http://schemas.microsoft.com/office/drawing/2014/main" id="{BF2D862E-8465-45F3-ABEA-91E1A13BD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86" name="Rectangle 102">
            <a:extLst>
              <a:ext uri="{FF2B5EF4-FFF2-40B4-BE49-F238E27FC236}">
                <a16:creationId xmlns:a16="http://schemas.microsoft.com/office/drawing/2014/main" id="{11BC4DA7-CCB3-40FC-9A33-6CF0E4AF4A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87" name="Rectangle 103">
            <a:extLst>
              <a:ext uri="{FF2B5EF4-FFF2-40B4-BE49-F238E27FC236}">
                <a16:creationId xmlns:a16="http://schemas.microsoft.com/office/drawing/2014/main" id="{69F6467B-2396-4A2E-9016-61992954D6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88" name="Rectangle 104">
            <a:extLst>
              <a:ext uri="{FF2B5EF4-FFF2-40B4-BE49-F238E27FC236}">
                <a16:creationId xmlns:a16="http://schemas.microsoft.com/office/drawing/2014/main" id="{968500CA-039A-4EF1-84DF-AC77F8895E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89" name="Rectangle 105">
            <a:extLst>
              <a:ext uri="{FF2B5EF4-FFF2-40B4-BE49-F238E27FC236}">
                <a16:creationId xmlns:a16="http://schemas.microsoft.com/office/drawing/2014/main" id="{3272EA0A-8569-4202-A0EC-55E53B9B58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90" name="Rectangle 106">
            <a:extLst>
              <a:ext uri="{FF2B5EF4-FFF2-40B4-BE49-F238E27FC236}">
                <a16:creationId xmlns:a16="http://schemas.microsoft.com/office/drawing/2014/main" id="{7FF62715-7FA6-40E9-B48E-67B23A1F0D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91" name="Rectangle 107">
            <a:extLst>
              <a:ext uri="{FF2B5EF4-FFF2-40B4-BE49-F238E27FC236}">
                <a16:creationId xmlns:a16="http://schemas.microsoft.com/office/drawing/2014/main" id="{B63A98A9-7B1F-42EB-B749-C8EF4C3B41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92" name="Line 108">
            <a:extLst>
              <a:ext uri="{FF2B5EF4-FFF2-40B4-BE49-F238E27FC236}">
                <a16:creationId xmlns:a16="http://schemas.microsoft.com/office/drawing/2014/main" id="{23E7589D-DD1B-4330-BDCE-C76DDFCAACD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93" name="Rectangle 109">
            <a:extLst>
              <a:ext uri="{FF2B5EF4-FFF2-40B4-BE49-F238E27FC236}">
                <a16:creationId xmlns:a16="http://schemas.microsoft.com/office/drawing/2014/main" id="{FDE53B92-3878-4144-A273-B7EF0D8A06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94" name="Rectangle 110">
            <a:extLst>
              <a:ext uri="{FF2B5EF4-FFF2-40B4-BE49-F238E27FC236}">
                <a16:creationId xmlns:a16="http://schemas.microsoft.com/office/drawing/2014/main" id="{7C3D161B-0968-4C6C-A81F-BC1AB9B109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95" name="Rectangle 111">
            <a:extLst>
              <a:ext uri="{FF2B5EF4-FFF2-40B4-BE49-F238E27FC236}">
                <a16:creationId xmlns:a16="http://schemas.microsoft.com/office/drawing/2014/main" id="{A00395AA-0B16-45C8-A593-03FE182BB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7538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96" name="Rectangle 112">
            <a:extLst>
              <a:ext uri="{FF2B5EF4-FFF2-40B4-BE49-F238E27FC236}">
                <a16:creationId xmlns:a16="http://schemas.microsoft.com/office/drawing/2014/main" id="{16D1B40E-49BA-4D6E-B1EA-9A8C8B4BFB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125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97" name="Rectangle 113">
            <a:extLst>
              <a:ext uri="{FF2B5EF4-FFF2-40B4-BE49-F238E27FC236}">
                <a16:creationId xmlns:a16="http://schemas.microsoft.com/office/drawing/2014/main" id="{92867AAB-2149-4642-AC16-F99925B99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98" name="Rectangle 114">
            <a:extLst>
              <a:ext uri="{FF2B5EF4-FFF2-40B4-BE49-F238E27FC236}">
                <a16:creationId xmlns:a16="http://schemas.microsoft.com/office/drawing/2014/main" id="{1AAD464A-CD56-44D1-84F0-93F5CF93B6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565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199" name="Title 1">
            <a:extLst>
              <a:ext uri="{FF2B5EF4-FFF2-40B4-BE49-F238E27FC236}">
                <a16:creationId xmlns:a16="http://schemas.microsoft.com/office/drawing/2014/main" id="{5C9CB1BF-6563-4419-8AEF-1445312D7639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Examples of determination of overflow</a:t>
            </a:r>
          </a:p>
        </p:txBody>
      </p:sp>
      <p:sp>
        <p:nvSpPr>
          <p:cNvPr id="133200" name="Rectangle 12">
            <a:extLst>
              <a:ext uri="{FF2B5EF4-FFF2-40B4-BE49-F238E27FC236}">
                <a16:creationId xmlns:a16="http://schemas.microsoft.com/office/drawing/2014/main" id="{2C225CDE-66C0-4D6D-B4EA-C62CF11C5B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3713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201" name="Rectangle 12">
            <a:extLst>
              <a:ext uri="{FF2B5EF4-FFF2-40B4-BE49-F238E27FC236}">
                <a16:creationId xmlns:a16="http://schemas.microsoft.com/office/drawing/2014/main" id="{B28FF7A2-1995-4C2C-9389-28E697B70D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0 0 0 0 0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202" name="Rectangle 12">
            <a:extLst>
              <a:ext uri="{FF2B5EF4-FFF2-40B4-BE49-F238E27FC236}">
                <a16:creationId xmlns:a16="http://schemas.microsoft.com/office/drawing/2014/main" id="{48C9892D-30BA-4D8E-986A-33515183DB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203" name="Rectangle 12">
            <a:extLst>
              <a:ext uri="{FF2B5EF4-FFF2-40B4-BE49-F238E27FC236}">
                <a16:creationId xmlns:a16="http://schemas.microsoft.com/office/drawing/2014/main" id="{CF10F6D3-FCAB-4E9F-A6D0-89ADA943A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204" name="TextBox 5">
            <a:extLst>
              <a:ext uri="{FF2B5EF4-FFF2-40B4-BE49-F238E27FC236}">
                <a16:creationId xmlns:a16="http://schemas.microsoft.com/office/drawing/2014/main" id="{A325C820-BCDC-49A2-9B3F-7850D8637E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5486400"/>
            <a:ext cx="45085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Include the carry bits:  c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33205" name="Rectangle 1">
            <a:extLst>
              <a:ext uri="{FF2B5EF4-FFF2-40B4-BE49-F238E27FC236}">
                <a16:creationId xmlns:a16="http://schemas.microsoft.com/office/drawing/2014/main" id="{0ECBF621-98C1-48A9-B296-B64CB6A2C3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5486400"/>
            <a:ext cx="684213" cy="531813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206" name="Rectangle 86">
            <a:extLst>
              <a:ext uri="{FF2B5EF4-FFF2-40B4-BE49-F238E27FC236}">
                <a16:creationId xmlns:a16="http://schemas.microsoft.com/office/drawing/2014/main" id="{4C30F74B-2242-4171-800F-573D07C1F9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4500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207" name="Rectangle 87">
            <a:extLst>
              <a:ext uri="{FF2B5EF4-FFF2-40B4-BE49-F238E27FC236}">
                <a16:creationId xmlns:a16="http://schemas.microsoft.com/office/drawing/2014/main" id="{544A060A-7970-4942-BDF4-6D56D7CBC4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2438" y="3586163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208" name="Rectangle 88">
            <a:extLst>
              <a:ext uri="{FF2B5EF4-FFF2-40B4-BE49-F238E27FC236}">
                <a16:creationId xmlns:a16="http://schemas.microsoft.com/office/drawing/2014/main" id="{44D0EF04-7840-4E88-A90C-E6F1F65A74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76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209" name="Rectangle 89">
            <a:extLst>
              <a:ext uri="{FF2B5EF4-FFF2-40B4-BE49-F238E27FC236}">
                <a16:creationId xmlns:a16="http://schemas.microsoft.com/office/drawing/2014/main" id="{00F5EE21-E735-402C-A866-EFD0575420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39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F17C779-DF0C-4E08-BF36-77D38D4ED83F}"/>
                  </a:ext>
                </a:extLst>
              </p14:cNvPr>
              <p14:cNvContentPartPr/>
              <p14:nvPr/>
            </p14:nvContentPartPr>
            <p14:xfrm>
              <a:off x="2106360" y="2550960"/>
              <a:ext cx="7027920" cy="260640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F17C779-DF0C-4E08-BF36-77D38D4ED83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097000" y="2541600"/>
                <a:ext cx="7046640" cy="26251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5" name="Rectangle 5">
            <a:extLst>
              <a:ext uri="{FF2B5EF4-FFF2-40B4-BE49-F238E27FC236}">
                <a16:creationId xmlns:a16="http://schemas.microsoft.com/office/drawing/2014/main" id="{C1D41FE8-EA8B-4F1E-8E44-BC3689CA13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46" name="Rectangle 6">
            <a:extLst>
              <a:ext uri="{FF2B5EF4-FFF2-40B4-BE49-F238E27FC236}">
                <a16:creationId xmlns:a16="http://schemas.microsoft.com/office/drawing/2014/main" id="{41B91CAD-0AF8-486B-8221-77EDD2D181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47" name="Rectangle 7">
            <a:extLst>
              <a:ext uri="{FF2B5EF4-FFF2-40B4-BE49-F238E27FC236}">
                <a16:creationId xmlns:a16="http://schemas.microsoft.com/office/drawing/2014/main" id="{D222EB73-4BFC-411A-867C-BA7953D86D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48" name="Rectangle 8">
            <a:extLst>
              <a:ext uri="{FF2B5EF4-FFF2-40B4-BE49-F238E27FC236}">
                <a16:creationId xmlns:a16="http://schemas.microsoft.com/office/drawing/2014/main" id="{D4F2156B-C881-47CA-9581-B42BC5922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49" name="Line 9">
            <a:extLst>
              <a:ext uri="{FF2B5EF4-FFF2-40B4-BE49-F238E27FC236}">
                <a16:creationId xmlns:a16="http://schemas.microsoft.com/office/drawing/2014/main" id="{6C582D46-68DC-4154-8B30-C1D36FA65BF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50" name="Rectangle 10">
            <a:extLst>
              <a:ext uri="{FF2B5EF4-FFF2-40B4-BE49-F238E27FC236}">
                <a16:creationId xmlns:a16="http://schemas.microsoft.com/office/drawing/2014/main" id="{04E6152B-2845-4779-8703-D8AAD8897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51" name="Rectangle 11">
            <a:extLst>
              <a:ext uri="{FF2B5EF4-FFF2-40B4-BE49-F238E27FC236}">
                <a16:creationId xmlns:a16="http://schemas.microsoft.com/office/drawing/2014/main" id="{266874DE-0F16-4582-8A96-C25774170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52" name="Rectangle 12">
            <a:extLst>
              <a:ext uri="{FF2B5EF4-FFF2-40B4-BE49-F238E27FC236}">
                <a16:creationId xmlns:a16="http://schemas.microsoft.com/office/drawing/2014/main" id="{A7744EEB-6A7C-43E6-A4BB-0298821EA0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53" name="Line 13">
            <a:extLst>
              <a:ext uri="{FF2B5EF4-FFF2-40B4-BE49-F238E27FC236}">
                <a16:creationId xmlns:a16="http://schemas.microsoft.com/office/drawing/2014/main" id="{96A4F6AF-B26C-4013-865D-BE0CE1CCFE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54" name="Line 14">
            <a:extLst>
              <a:ext uri="{FF2B5EF4-FFF2-40B4-BE49-F238E27FC236}">
                <a16:creationId xmlns:a16="http://schemas.microsoft.com/office/drawing/2014/main" id="{BAE4313F-E7A0-4F40-8A82-55159BB8D96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55" name="Rectangle 15">
            <a:extLst>
              <a:ext uri="{FF2B5EF4-FFF2-40B4-BE49-F238E27FC236}">
                <a16:creationId xmlns:a16="http://schemas.microsoft.com/office/drawing/2014/main" id="{6A3AFBB4-29AD-45DE-8CAF-3167EEA3E5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56" name="Rectangle 16">
            <a:extLst>
              <a:ext uri="{FF2B5EF4-FFF2-40B4-BE49-F238E27FC236}">
                <a16:creationId xmlns:a16="http://schemas.microsoft.com/office/drawing/2014/main" id="{EC5FAF32-91D7-4262-A3AB-815DEAAF7F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6843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57" name="Rectangle 17">
            <a:extLst>
              <a:ext uri="{FF2B5EF4-FFF2-40B4-BE49-F238E27FC236}">
                <a16:creationId xmlns:a16="http://schemas.microsoft.com/office/drawing/2014/main" id="{B83A8892-1645-49B3-9BBD-469EFA777A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68433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58" name="Rectangle 18">
            <a:extLst>
              <a:ext uri="{FF2B5EF4-FFF2-40B4-BE49-F238E27FC236}">
                <a16:creationId xmlns:a16="http://schemas.microsoft.com/office/drawing/2014/main" id="{D536B28B-CDED-4EB1-B6C9-DF26398CB0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67640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59" name="Rectangle 19">
            <a:extLst>
              <a:ext uri="{FF2B5EF4-FFF2-40B4-BE49-F238E27FC236}">
                <a16:creationId xmlns:a16="http://schemas.microsoft.com/office/drawing/2014/main" id="{A6CC95B3-CB15-4575-A82F-BB6BA6B10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6764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60" name="Rectangle 20">
            <a:extLst>
              <a:ext uri="{FF2B5EF4-FFF2-40B4-BE49-F238E27FC236}">
                <a16:creationId xmlns:a16="http://schemas.microsoft.com/office/drawing/2014/main" id="{093A6271-3CC4-497E-98ED-ADCEA100F6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61" name="Rectangle 21">
            <a:extLst>
              <a:ext uri="{FF2B5EF4-FFF2-40B4-BE49-F238E27FC236}">
                <a16:creationId xmlns:a16="http://schemas.microsoft.com/office/drawing/2014/main" id="{C5B778FF-23E4-4933-8F89-5D85639C1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62" name="Rectangle 22">
            <a:extLst>
              <a:ext uri="{FF2B5EF4-FFF2-40B4-BE49-F238E27FC236}">
                <a16:creationId xmlns:a16="http://schemas.microsoft.com/office/drawing/2014/main" id="{5156FB30-B02F-420F-82D8-22513D0F2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63" name="Rectangle 23">
            <a:extLst>
              <a:ext uri="{FF2B5EF4-FFF2-40B4-BE49-F238E27FC236}">
                <a16:creationId xmlns:a16="http://schemas.microsoft.com/office/drawing/2014/main" id="{ABA1DAC0-D1B1-473E-A1F0-8DEB3188D5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64" name="Rectangle 24">
            <a:extLst>
              <a:ext uri="{FF2B5EF4-FFF2-40B4-BE49-F238E27FC236}">
                <a16:creationId xmlns:a16="http://schemas.microsoft.com/office/drawing/2014/main" id="{ADEB1D7E-2474-4A0E-82CD-07AC8C1D64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24177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65" name="Rectangle 25">
            <a:extLst>
              <a:ext uri="{FF2B5EF4-FFF2-40B4-BE49-F238E27FC236}">
                <a16:creationId xmlns:a16="http://schemas.microsoft.com/office/drawing/2014/main" id="{11344313-8BEC-453F-9A74-73F816E8D4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24177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66" name="Rectangle 26">
            <a:extLst>
              <a:ext uri="{FF2B5EF4-FFF2-40B4-BE49-F238E27FC236}">
                <a16:creationId xmlns:a16="http://schemas.microsoft.com/office/drawing/2014/main" id="{AC4DC68C-6204-4CA4-9785-866910CB7F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24098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67" name="Rectangle 27">
            <a:extLst>
              <a:ext uri="{FF2B5EF4-FFF2-40B4-BE49-F238E27FC236}">
                <a16:creationId xmlns:a16="http://schemas.microsoft.com/office/drawing/2014/main" id="{FA183B0B-92B2-4B92-8BB9-FAD1EC718A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24098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68" name="Rectangle 28">
            <a:extLst>
              <a:ext uri="{FF2B5EF4-FFF2-40B4-BE49-F238E27FC236}">
                <a16:creationId xmlns:a16="http://schemas.microsoft.com/office/drawing/2014/main" id="{409B3D64-3564-437C-A5CA-6DE9510DB1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69" name="Rectangle 29">
            <a:extLst>
              <a:ext uri="{FF2B5EF4-FFF2-40B4-BE49-F238E27FC236}">
                <a16:creationId xmlns:a16="http://schemas.microsoft.com/office/drawing/2014/main" id="{9BE77321-C946-464E-AE7F-9681EDC1B8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9624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70" name="Rectangle 30">
            <a:extLst>
              <a:ext uri="{FF2B5EF4-FFF2-40B4-BE49-F238E27FC236}">
                <a16:creationId xmlns:a16="http://schemas.microsoft.com/office/drawing/2014/main" id="{ED59A3A9-F962-473A-8B7A-5CC31E9040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71" name="Rectangle 31">
            <a:extLst>
              <a:ext uri="{FF2B5EF4-FFF2-40B4-BE49-F238E27FC236}">
                <a16:creationId xmlns:a16="http://schemas.microsoft.com/office/drawing/2014/main" id="{69F5A9A5-AAF8-4D73-8ADF-F79AB728FF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72" name="Rectangle 32">
            <a:extLst>
              <a:ext uri="{FF2B5EF4-FFF2-40B4-BE49-F238E27FC236}">
                <a16:creationId xmlns:a16="http://schemas.microsoft.com/office/drawing/2014/main" id="{45C09DF1-78CC-4CE8-A7DE-E1B060E3AC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73" name="Line 33">
            <a:extLst>
              <a:ext uri="{FF2B5EF4-FFF2-40B4-BE49-F238E27FC236}">
                <a16:creationId xmlns:a16="http://schemas.microsoft.com/office/drawing/2014/main" id="{4B375936-262D-41A0-8EBD-F78E903038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74" name="Rectangle 34">
            <a:extLst>
              <a:ext uri="{FF2B5EF4-FFF2-40B4-BE49-F238E27FC236}">
                <a16:creationId xmlns:a16="http://schemas.microsoft.com/office/drawing/2014/main" id="{FE38E747-3827-49E9-88FE-5AAEF65F9B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75" name="Rectangle 35">
            <a:extLst>
              <a:ext uri="{FF2B5EF4-FFF2-40B4-BE49-F238E27FC236}">
                <a16:creationId xmlns:a16="http://schemas.microsoft.com/office/drawing/2014/main" id="{B6677349-3B92-46D7-BCF7-6197B7CCD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76" name="Rectangle 36">
            <a:extLst>
              <a:ext uri="{FF2B5EF4-FFF2-40B4-BE49-F238E27FC236}">
                <a16:creationId xmlns:a16="http://schemas.microsoft.com/office/drawing/2014/main" id="{E0230FEB-FE14-4848-AD24-14E0E03E4E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77" name="Line 37">
            <a:extLst>
              <a:ext uri="{FF2B5EF4-FFF2-40B4-BE49-F238E27FC236}">
                <a16:creationId xmlns:a16="http://schemas.microsoft.com/office/drawing/2014/main" id="{02B322B7-3F28-45AF-AB0C-3DFDA4A562D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78" name="Line 38">
            <a:extLst>
              <a:ext uri="{FF2B5EF4-FFF2-40B4-BE49-F238E27FC236}">
                <a16:creationId xmlns:a16="http://schemas.microsoft.com/office/drawing/2014/main" id="{607F4554-4457-45F2-A4FB-A4A4361E0C9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79" name="Rectangle 39">
            <a:extLst>
              <a:ext uri="{FF2B5EF4-FFF2-40B4-BE49-F238E27FC236}">
                <a16:creationId xmlns:a16="http://schemas.microsoft.com/office/drawing/2014/main" id="{996A5517-46E6-4C3E-A3C1-423E1DCC9C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80" name="Rectangle 40">
            <a:extLst>
              <a:ext uri="{FF2B5EF4-FFF2-40B4-BE49-F238E27FC236}">
                <a16:creationId xmlns:a16="http://schemas.microsoft.com/office/drawing/2014/main" id="{5BE97FBE-EB67-43B8-B691-0E7A492E94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38512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81" name="Rectangle 41">
            <a:extLst>
              <a:ext uri="{FF2B5EF4-FFF2-40B4-BE49-F238E27FC236}">
                <a16:creationId xmlns:a16="http://schemas.microsoft.com/office/drawing/2014/main" id="{FE0BE7B0-5B7F-4DF5-83B0-8BEAAA4974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3851275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82" name="Rectangle 42">
            <a:extLst>
              <a:ext uri="{FF2B5EF4-FFF2-40B4-BE49-F238E27FC236}">
                <a16:creationId xmlns:a16="http://schemas.microsoft.com/office/drawing/2014/main" id="{ACEE87A0-B51C-4011-9E02-0276F88ACC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38433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83" name="Rectangle 43">
            <a:extLst>
              <a:ext uri="{FF2B5EF4-FFF2-40B4-BE49-F238E27FC236}">
                <a16:creationId xmlns:a16="http://schemas.microsoft.com/office/drawing/2014/main" id="{7C97C8B7-8E59-4923-AE6F-17BCC6E54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38433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84" name="Rectangle 44">
            <a:extLst>
              <a:ext uri="{FF2B5EF4-FFF2-40B4-BE49-F238E27FC236}">
                <a16:creationId xmlns:a16="http://schemas.microsoft.com/office/drawing/2014/main" id="{BCB9875E-9D85-4069-9B26-4EAB7901EC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458470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85" name="Rectangle 45">
            <a:extLst>
              <a:ext uri="{FF2B5EF4-FFF2-40B4-BE49-F238E27FC236}">
                <a16:creationId xmlns:a16="http://schemas.microsoft.com/office/drawing/2014/main" id="{38BC4177-62BD-4EC8-8933-CC93DF515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45847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86" name="Rectangle 46">
            <a:extLst>
              <a:ext uri="{FF2B5EF4-FFF2-40B4-BE49-F238E27FC236}">
                <a16:creationId xmlns:a16="http://schemas.microsoft.com/office/drawing/2014/main" id="{31B42A71-0CED-4A4E-8747-470DA0B09B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457835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87" name="Rectangle 47">
            <a:extLst>
              <a:ext uri="{FF2B5EF4-FFF2-40B4-BE49-F238E27FC236}">
                <a16:creationId xmlns:a16="http://schemas.microsoft.com/office/drawing/2014/main" id="{5FFA5598-884D-4475-85F0-C5942980CF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457835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88" name="Rectangle 48">
            <a:extLst>
              <a:ext uri="{FF2B5EF4-FFF2-40B4-BE49-F238E27FC236}">
                <a16:creationId xmlns:a16="http://schemas.microsoft.com/office/drawing/2014/main" id="{420C1677-DAA4-4A54-9795-BC877BF73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89" name="Rectangle 49">
            <a:extLst>
              <a:ext uri="{FF2B5EF4-FFF2-40B4-BE49-F238E27FC236}">
                <a16:creationId xmlns:a16="http://schemas.microsoft.com/office/drawing/2014/main" id="{2978881C-B6AE-4D26-9A36-5D627DB5B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6613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90" name="Rectangle 50">
            <a:extLst>
              <a:ext uri="{FF2B5EF4-FFF2-40B4-BE49-F238E27FC236}">
                <a16:creationId xmlns:a16="http://schemas.microsoft.com/office/drawing/2014/main" id="{4D92FE72-5F91-4A17-9401-E29E1FC947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100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91" name="Rectangle 51">
            <a:extLst>
              <a:ext uri="{FF2B5EF4-FFF2-40B4-BE49-F238E27FC236}">
                <a16:creationId xmlns:a16="http://schemas.microsoft.com/office/drawing/2014/main" id="{A9DB3891-1386-44CD-8A08-E151F52720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737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92" name="Rectangle 52">
            <a:extLst>
              <a:ext uri="{FF2B5EF4-FFF2-40B4-BE49-F238E27FC236}">
                <a16:creationId xmlns:a16="http://schemas.microsoft.com/office/drawing/2014/main" id="{DD5BA3D2-9998-4E65-BA96-2AA9FC5EED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472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93" name="Rectangle 53">
            <a:extLst>
              <a:ext uri="{FF2B5EF4-FFF2-40B4-BE49-F238E27FC236}">
                <a16:creationId xmlns:a16="http://schemas.microsoft.com/office/drawing/2014/main" id="{B7E41F3D-2C91-44E3-B249-25891FC570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5263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94" name="Rectangle 54">
            <a:extLst>
              <a:ext uri="{FF2B5EF4-FFF2-40B4-BE49-F238E27FC236}">
                <a16:creationId xmlns:a16="http://schemas.microsoft.com/office/drawing/2014/main" id="{F2C1C562-9C0F-4DC8-80E9-5319F36735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5138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95" name="Rectangle 87">
            <a:extLst>
              <a:ext uri="{FF2B5EF4-FFF2-40B4-BE49-F238E27FC236}">
                <a16:creationId xmlns:a16="http://schemas.microsoft.com/office/drawing/2014/main" id="{A5A1C602-198B-4C2F-BE51-DCD4E7F40A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8650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96" name="Rectangle 88">
            <a:extLst>
              <a:ext uri="{FF2B5EF4-FFF2-40B4-BE49-F238E27FC236}">
                <a16:creationId xmlns:a16="http://schemas.microsoft.com/office/drawing/2014/main" id="{9A9AB346-CC73-4358-9D1E-4A6404D39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9738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97" name="Rectangle 89">
            <a:extLst>
              <a:ext uri="{FF2B5EF4-FFF2-40B4-BE49-F238E27FC236}">
                <a16:creationId xmlns:a16="http://schemas.microsoft.com/office/drawing/2014/main" id="{97F105AA-EB5E-47B9-A2D5-0CFC7F81F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766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98" name="Rectangle 90">
            <a:extLst>
              <a:ext uri="{FF2B5EF4-FFF2-40B4-BE49-F238E27FC236}">
                <a16:creationId xmlns:a16="http://schemas.microsoft.com/office/drawing/2014/main" id="{FB06D86D-DB91-44C8-9BFD-7343D2AB82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9775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99" name="Rectangle 91">
            <a:extLst>
              <a:ext uri="{FF2B5EF4-FFF2-40B4-BE49-F238E27FC236}">
                <a16:creationId xmlns:a16="http://schemas.microsoft.com/office/drawing/2014/main" id="{5F7AB5A2-C8AF-4A7B-9B65-6AABB35E3A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00" name="Rectangle 92">
            <a:extLst>
              <a:ext uri="{FF2B5EF4-FFF2-40B4-BE49-F238E27FC236}">
                <a16:creationId xmlns:a16="http://schemas.microsoft.com/office/drawing/2014/main" id="{F7DD5AC6-4CDA-41B0-9519-57C7E13BBF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01" name="Rectangle 93">
            <a:extLst>
              <a:ext uri="{FF2B5EF4-FFF2-40B4-BE49-F238E27FC236}">
                <a16:creationId xmlns:a16="http://schemas.microsoft.com/office/drawing/2014/main" id="{0802F05F-676D-4EF7-A57E-9B8E191AD8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02" name="Rectangle 94">
            <a:extLst>
              <a:ext uri="{FF2B5EF4-FFF2-40B4-BE49-F238E27FC236}">
                <a16:creationId xmlns:a16="http://schemas.microsoft.com/office/drawing/2014/main" id="{2AA71989-E90C-427F-B1C8-93A15E906B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03" name="Rectangle 95">
            <a:extLst>
              <a:ext uri="{FF2B5EF4-FFF2-40B4-BE49-F238E27FC236}">
                <a16:creationId xmlns:a16="http://schemas.microsoft.com/office/drawing/2014/main" id="{886D3C7E-6E77-4DFB-8E33-49F248DF9B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04" name="Rectangle 96">
            <a:extLst>
              <a:ext uri="{FF2B5EF4-FFF2-40B4-BE49-F238E27FC236}">
                <a16:creationId xmlns:a16="http://schemas.microsoft.com/office/drawing/2014/main" id="{8BBC1F42-CC90-40AD-AD7C-36B2EE3DBE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05" name="Rectangle 97">
            <a:extLst>
              <a:ext uri="{FF2B5EF4-FFF2-40B4-BE49-F238E27FC236}">
                <a16:creationId xmlns:a16="http://schemas.microsoft.com/office/drawing/2014/main" id="{D7779E12-072A-40CE-A20B-15234A9057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06" name="Line 98">
            <a:extLst>
              <a:ext uri="{FF2B5EF4-FFF2-40B4-BE49-F238E27FC236}">
                <a16:creationId xmlns:a16="http://schemas.microsoft.com/office/drawing/2014/main" id="{34EF5FF6-43EB-4FF4-8043-A2C8F751FF4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07" name="Rectangle 99">
            <a:extLst>
              <a:ext uri="{FF2B5EF4-FFF2-40B4-BE49-F238E27FC236}">
                <a16:creationId xmlns:a16="http://schemas.microsoft.com/office/drawing/2014/main" id="{0B2B72C9-7A4B-4D58-ACC9-EA9585A79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08" name="Rectangle 100">
            <a:extLst>
              <a:ext uri="{FF2B5EF4-FFF2-40B4-BE49-F238E27FC236}">
                <a16:creationId xmlns:a16="http://schemas.microsoft.com/office/drawing/2014/main" id="{DB783F66-FABC-4240-AE17-6F96BA616F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09" name="Rectangle 101">
            <a:extLst>
              <a:ext uri="{FF2B5EF4-FFF2-40B4-BE49-F238E27FC236}">
                <a16:creationId xmlns:a16="http://schemas.microsoft.com/office/drawing/2014/main" id="{AD819BD9-953F-4150-8567-4B35577FE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10" name="Rectangle 102">
            <a:extLst>
              <a:ext uri="{FF2B5EF4-FFF2-40B4-BE49-F238E27FC236}">
                <a16:creationId xmlns:a16="http://schemas.microsoft.com/office/drawing/2014/main" id="{0E7BD33B-2615-4B79-A4A9-68A4F2A88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11" name="Rectangle 103">
            <a:extLst>
              <a:ext uri="{FF2B5EF4-FFF2-40B4-BE49-F238E27FC236}">
                <a16:creationId xmlns:a16="http://schemas.microsoft.com/office/drawing/2014/main" id="{6E6AE05E-62E9-4962-AE8B-842847BFD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12" name="Rectangle 104">
            <a:extLst>
              <a:ext uri="{FF2B5EF4-FFF2-40B4-BE49-F238E27FC236}">
                <a16:creationId xmlns:a16="http://schemas.microsoft.com/office/drawing/2014/main" id="{6B1DA7B0-FF6D-4877-9A13-A0A763E833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13" name="Rectangle 105">
            <a:extLst>
              <a:ext uri="{FF2B5EF4-FFF2-40B4-BE49-F238E27FC236}">
                <a16:creationId xmlns:a16="http://schemas.microsoft.com/office/drawing/2014/main" id="{02E62BF9-9D8F-4129-A869-BBB6BF6A03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14" name="Rectangle 106">
            <a:extLst>
              <a:ext uri="{FF2B5EF4-FFF2-40B4-BE49-F238E27FC236}">
                <a16:creationId xmlns:a16="http://schemas.microsoft.com/office/drawing/2014/main" id="{2CC1F021-AE5C-4A9E-B428-F7107457D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15" name="Rectangle 107">
            <a:extLst>
              <a:ext uri="{FF2B5EF4-FFF2-40B4-BE49-F238E27FC236}">
                <a16:creationId xmlns:a16="http://schemas.microsoft.com/office/drawing/2014/main" id="{F589ED17-672F-4D0D-BDD1-B0E731E655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16" name="Line 108">
            <a:extLst>
              <a:ext uri="{FF2B5EF4-FFF2-40B4-BE49-F238E27FC236}">
                <a16:creationId xmlns:a16="http://schemas.microsoft.com/office/drawing/2014/main" id="{D68431DF-B87B-4ED9-A71A-5B2D702B67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17" name="Rectangle 109">
            <a:extLst>
              <a:ext uri="{FF2B5EF4-FFF2-40B4-BE49-F238E27FC236}">
                <a16:creationId xmlns:a16="http://schemas.microsoft.com/office/drawing/2014/main" id="{D1181969-987B-46EB-8F7A-740845D12C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18" name="Rectangle 110">
            <a:extLst>
              <a:ext uri="{FF2B5EF4-FFF2-40B4-BE49-F238E27FC236}">
                <a16:creationId xmlns:a16="http://schemas.microsoft.com/office/drawing/2014/main" id="{95CECAAA-2F13-4FE9-9636-B5807FB0E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19" name="Rectangle 111">
            <a:extLst>
              <a:ext uri="{FF2B5EF4-FFF2-40B4-BE49-F238E27FC236}">
                <a16:creationId xmlns:a16="http://schemas.microsoft.com/office/drawing/2014/main" id="{A78B8BB9-A873-467F-84AC-FA29C98493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7538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20" name="Rectangle 112">
            <a:extLst>
              <a:ext uri="{FF2B5EF4-FFF2-40B4-BE49-F238E27FC236}">
                <a16:creationId xmlns:a16="http://schemas.microsoft.com/office/drawing/2014/main" id="{EEBE0363-FEAE-49DB-A87C-16537379D6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125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21" name="Rectangle 113">
            <a:extLst>
              <a:ext uri="{FF2B5EF4-FFF2-40B4-BE49-F238E27FC236}">
                <a16:creationId xmlns:a16="http://schemas.microsoft.com/office/drawing/2014/main" id="{7651F2D9-1FB7-4C72-972D-647F07BF2A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22" name="Rectangle 114">
            <a:extLst>
              <a:ext uri="{FF2B5EF4-FFF2-40B4-BE49-F238E27FC236}">
                <a16:creationId xmlns:a16="http://schemas.microsoft.com/office/drawing/2014/main" id="{E5CE44EB-236A-48B4-B686-164548195B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565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23" name="Title 1">
            <a:extLst>
              <a:ext uri="{FF2B5EF4-FFF2-40B4-BE49-F238E27FC236}">
                <a16:creationId xmlns:a16="http://schemas.microsoft.com/office/drawing/2014/main" id="{DB65B5FA-0FD6-4D8D-8223-A333AA14EBE1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Examples of determination of overflow</a:t>
            </a:r>
          </a:p>
        </p:txBody>
      </p:sp>
      <p:sp>
        <p:nvSpPr>
          <p:cNvPr id="134224" name="Rectangle 12">
            <a:extLst>
              <a:ext uri="{FF2B5EF4-FFF2-40B4-BE49-F238E27FC236}">
                <a16:creationId xmlns:a16="http://schemas.microsoft.com/office/drawing/2014/main" id="{BB1BF97C-9C16-4D70-8C0F-AD7ECB1A2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3713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25" name="Rectangle 12">
            <a:extLst>
              <a:ext uri="{FF2B5EF4-FFF2-40B4-BE49-F238E27FC236}">
                <a16:creationId xmlns:a16="http://schemas.microsoft.com/office/drawing/2014/main" id="{9D973B30-3633-406C-A803-FF6172A5F9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0 0 0 0 0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26" name="Rectangle 12">
            <a:extLst>
              <a:ext uri="{FF2B5EF4-FFF2-40B4-BE49-F238E27FC236}">
                <a16:creationId xmlns:a16="http://schemas.microsoft.com/office/drawing/2014/main" id="{33347659-1D68-4AEF-BF99-3FCCD3357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27" name="Rectangle 12">
            <a:extLst>
              <a:ext uri="{FF2B5EF4-FFF2-40B4-BE49-F238E27FC236}">
                <a16:creationId xmlns:a16="http://schemas.microsoft.com/office/drawing/2014/main" id="{8EC9EFB2-F2E2-46F1-9FA6-A04B319BAE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28" name="TextBox 5">
            <a:extLst>
              <a:ext uri="{FF2B5EF4-FFF2-40B4-BE49-F238E27FC236}">
                <a16:creationId xmlns:a16="http://schemas.microsoft.com/office/drawing/2014/main" id="{9CE509B7-B56F-4F2F-B7BB-07735BC470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5319569"/>
            <a:ext cx="45085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Include the carry bits:  c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34229" name="Rectangle 1">
            <a:extLst>
              <a:ext uri="{FF2B5EF4-FFF2-40B4-BE49-F238E27FC236}">
                <a16:creationId xmlns:a16="http://schemas.microsoft.com/office/drawing/2014/main" id="{1F149A82-61F7-4D97-A645-3B739288B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5319569"/>
            <a:ext cx="684213" cy="531813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30" name="Rectangle 86">
            <a:extLst>
              <a:ext uri="{FF2B5EF4-FFF2-40B4-BE49-F238E27FC236}">
                <a16:creationId xmlns:a16="http://schemas.microsoft.com/office/drawing/2014/main" id="{A99B4049-F38D-4E7A-851E-78E844CC7E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4500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31" name="Rectangle 87">
            <a:extLst>
              <a:ext uri="{FF2B5EF4-FFF2-40B4-BE49-F238E27FC236}">
                <a16:creationId xmlns:a16="http://schemas.microsoft.com/office/drawing/2014/main" id="{512923C1-0E4A-4F6E-86E8-72AB3E583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2438" y="3586163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32" name="Rectangle 88">
            <a:extLst>
              <a:ext uri="{FF2B5EF4-FFF2-40B4-BE49-F238E27FC236}">
                <a16:creationId xmlns:a16="http://schemas.microsoft.com/office/drawing/2014/main" id="{44B66802-64F6-4168-9DB1-CD48D1EE8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76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233" name="Rectangle 89">
            <a:extLst>
              <a:ext uri="{FF2B5EF4-FFF2-40B4-BE49-F238E27FC236}">
                <a16:creationId xmlns:a16="http://schemas.microsoft.com/office/drawing/2014/main" id="{F8BC320C-7312-40B6-9D1F-77FEFE270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39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34234" name="Group 90">
            <a:extLst>
              <a:ext uri="{FF2B5EF4-FFF2-40B4-BE49-F238E27FC236}">
                <a16:creationId xmlns:a16="http://schemas.microsoft.com/office/drawing/2014/main" id="{35A84AF0-1F0C-4665-9E43-AF72D5228D1B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219200"/>
            <a:ext cx="690563" cy="623888"/>
            <a:chOff x="381000" y="2590800"/>
            <a:chExt cx="690562" cy="623887"/>
          </a:xfrm>
        </p:grpSpPr>
        <p:sp>
          <p:nvSpPr>
            <p:cNvPr id="134262" name="Rectangle 55">
              <a:extLst>
                <a:ext uri="{FF2B5EF4-FFF2-40B4-BE49-F238E27FC236}">
                  <a16:creationId xmlns:a16="http://schemas.microsoft.com/office/drawing/2014/main" id="{753F9AD7-B060-4DC0-B638-4B225989E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2590800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63" name="Rectangle 56">
              <a:extLst>
                <a:ext uri="{FF2B5EF4-FFF2-40B4-BE49-F238E27FC236}">
                  <a16:creationId xmlns:a16="http://schemas.microsoft.com/office/drawing/2014/main" id="{08D742FC-1BA8-452D-A6BE-F43E68F4E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27066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64" name="Rectangle 57">
              <a:extLst>
                <a:ext uri="{FF2B5EF4-FFF2-40B4-BE49-F238E27FC236}">
                  <a16:creationId xmlns:a16="http://schemas.microsoft.com/office/drawing/2014/main" id="{13692656-F2B5-4B44-A0A7-90A49EBB0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975" y="2592387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65" name="Rectangle 58">
              <a:extLst>
                <a:ext uri="{FF2B5EF4-FFF2-40B4-BE49-F238E27FC236}">
                  <a16:creationId xmlns:a16="http://schemas.microsoft.com/office/drawing/2014/main" id="{879169D9-3295-4055-A418-6620BC04D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25923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66" name="Rectangle 59">
              <a:extLst>
                <a:ext uri="{FF2B5EF4-FFF2-40B4-BE49-F238E27FC236}">
                  <a16:creationId xmlns:a16="http://schemas.microsoft.com/office/drawing/2014/main" id="{7C227B4C-11DF-4F9B-BBF0-CEF1B280B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2870200"/>
              <a:ext cx="1063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67" name="Rectangle 60">
              <a:extLst>
                <a:ext uri="{FF2B5EF4-FFF2-40B4-BE49-F238E27FC236}">
                  <a16:creationId xmlns:a16="http://schemas.microsoft.com/office/drawing/2014/main" id="{78FA7AA8-B791-4257-B068-F946FA88B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29860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68" name="Rectangle 61">
              <a:extLst>
                <a:ext uri="{FF2B5EF4-FFF2-40B4-BE49-F238E27FC236}">
                  <a16:creationId xmlns:a16="http://schemas.microsoft.com/office/drawing/2014/main" id="{44FF8F2E-2450-4FEA-A428-D47D32BE1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2871787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69" name="Rectangle 62">
              <a:extLst>
                <a:ext uri="{FF2B5EF4-FFF2-40B4-BE49-F238E27FC236}">
                  <a16:creationId xmlns:a16="http://schemas.microsoft.com/office/drawing/2014/main" id="{98C98728-8608-46EC-B94A-1B6658C47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2871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34235" name="Group 99">
            <a:extLst>
              <a:ext uri="{FF2B5EF4-FFF2-40B4-BE49-F238E27FC236}">
                <a16:creationId xmlns:a16="http://schemas.microsoft.com/office/drawing/2014/main" id="{D6B07E11-C68C-4ED3-BB60-32DA8D4C53D6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3429000"/>
            <a:ext cx="690563" cy="622300"/>
            <a:chOff x="2903538" y="4905375"/>
            <a:chExt cx="690562" cy="622300"/>
          </a:xfrm>
        </p:grpSpPr>
        <p:sp>
          <p:nvSpPr>
            <p:cNvPr id="134254" name="Rectangle 71">
              <a:extLst>
                <a:ext uri="{FF2B5EF4-FFF2-40B4-BE49-F238E27FC236}">
                  <a16:creationId xmlns:a16="http://schemas.microsoft.com/office/drawing/2014/main" id="{A5035998-FAB8-469C-B990-CE9769918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538" y="4905375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55" name="Rectangle 72">
              <a:extLst>
                <a:ext uri="{FF2B5EF4-FFF2-40B4-BE49-F238E27FC236}">
                  <a16:creationId xmlns:a16="http://schemas.microsoft.com/office/drawing/2014/main" id="{5C0C337A-C203-4E64-ABFB-F53862BD7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075" y="50212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56" name="Rectangle 73">
              <a:extLst>
                <a:ext uri="{FF2B5EF4-FFF2-40B4-BE49-F238E27FC236}">
                  <a16:creationId xmlns:a16="http://schemas.microsoft.com/office/drawing/2014/main" id="{DC144449-22A7-4612-A3CA-34EC2BF63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513" y="4906963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57" name="Rectangle 74">
              <a:extLst>
                <a:ext uri="{FF2B5EF4-FFF2-40B4-BE49-F238E27FC236}">
                  <a16:creationId xmlns:a16="http://schemas.microsoft.com/office/drawing/2014/main" id="{3141AEE3-0B86-489B-8DE5-4203D8B46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906963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58" name="Rectangle 75">
              <a:extLst>
                <a:ext uri="{FF2B5EF4-FFF2-40B4-BE49-F238E27FC236}">
                  <a16:creationId xmlns:a16="http://schemas.microsoft.com/office/drawing/2014/main" id="{F0B0D7E1-832F-4B98-A198-F981C8C1D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5183188"/>
              <a:ext cx="1063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59" name="Rectangle 76">
              <a:extLst>
                <a:ext uri="{FF2B5EF4-FFF2-40B4-BE49-F238E27FC236}">
                  <a16:creationId xmlns:a16="http://schemas.microsoft.com/office/drawing/2014/main" id="{F37C0EED-A202-4BC8-89FE-E6AECA3EE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600" y="5299075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60" name="Rectangle 77">
              <a:extLst>
                <a:ext uri="{FF2B5EF4-FFF2-40B4-BE49-F238E27FC236}">
                  <a16:creationId xmlns:a16="http://schemas.microsoft.com/office/drawing/2014/main" id="{CDD31093-E2BA-48FD-B97E-F399FE0D2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450" y="5184775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61" name="Rectangle 78">
              <a:extLst>
                <a:ext uri="{FF2B5EF4-FFF2-40B4-BE49-F238E27FC236}">
                  <a16:creationId xmlns:a16="http://schemas.microsoft.com/office/drawing/2014/main" id="{CB4C53EE-B7B6-43BA-BC8A-E2BCBBDD3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388" y="5184775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34236" name="Group 108">
            <a:extLst>
              <a:ext uri="{FF2B5EF4-FFF2-40B4-BE49-F238E27FC236}">
                <a16:creationId xmlns:a16="http://schemas.microsoft.com/office/drawing/2014/main" id="{90EDD639-407F-4107-B4E9-774B0ACD87FC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1219200"/>
            <a:ext cx="690563" cy="623888"/>
            <a:chOff x="6430963" y="2765425"/>
            <a:chExt cx="690562" cy="623888"/>
          </a:xfrm>
        </p:grpSpPr>
        <p:sp>
          <p:nvSpPr>
            <p:cNvPr id="134246" name="Rectangle 63">
              <a:extLst>
                <a:ext uri="{FF2B5EF4-FFF2-40B4-BE49-F238E27FC236}">
                  <a16:creationId xmlns:a16="http://schemas.microsoft.com/office/drawing/2014/main" id="{0616FC6B-58C9-4D45-849F-7C50AFF6B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0963" y="2765425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47" name="Rectangle 64">
              <a:extLst>
                <a:ext uri="{FF2B5EF4-FFF2-40B4-BE49-F238E27FC236}">
                  <a16:creationId xmlns:a16="http://schemas.microsoft.com/office/drawing/2014/main" id="{7D0EF5C9-9308-44C8-AEB0-541D47FA2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2088" y="28813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48" name="Rectangle 65">
              <a:extLst>
                <a:ext uri="{FF2B5EF4-FFF2-40B4-BE49-F238E27FC236}">
                  <a16:creationId xmlns:a16="http://schemas.microsoft.com/office/drawing/2014/main" id="{E1087CDE-1F5C-41E0-9C95-20F39895E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2938" y="2767013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49" name="Rectangle 66">
              <a:extLst>
                <a:ext uri="{FF2B5EF4-FFF2-40B4-BE49-F238E27FC236}">
                  <a16:creationId xmlns:a16="http://schemas.microsoft.com/office/drawing/2014/main" id="{44AB6535-01DA-4474-9E2A-F0712FB4B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875" y="2767013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50" name="Rectangle 67">
              <a:extLst>
                <a:ext uri="{FF2B5EF4-FFF2-40B4-BE49-F238E27FC236}">
                  <a16:creationId xmlns:a16="http://schemas.microsoft.com/office/drawing/2014/main" id="{AFD4C53C-81D5-41A7-8DA8-0586AC01A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7313" y="3044825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51" name="Rectangle 68">
              <a:extLst>
                <a:ext uri="{FF2B5EF4-FFF2-40B4-BE49-F238E27FC236}">
                  <a16:creationId xmlns:a16="http://schemas.microsoft.com/office/drawing/2014/main" id="{A97C5471-D62F-4E50-B5D3-B41DD75AC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0025" y="31607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52" name="Rectangle 69">
              <a:extLst>
                <a:ext uri="{FF2B5EF4-FFF2-40B4-BE49-F238E27FC236}">
                  <a16:creationId xmlns:a16="http://schemas.microsoft.com/office/drawing/2014/main" id="{45057881-9879-40E8-A4EA-ECD3CE607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0875" y="3046413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53" name="Rectangle 70">
              <a:extLst>
                <a:ext uri="{FF2B5EF4-FFF2-40B4-BE49-F238E27FC236}">
                  <a16:creationId xmlns:a16="http://schemas.microsoft.com/office/drawing/2014/main" id="{54EE3B71-6040-4BA1-8975-76B1969FC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4813" y="3046413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34237" name="Group 121">
            <a:extLst>
              <a:ext uri="{FF2B5EF4-FFF2-40B4-BE49-F238E27FC236}">
                <a16:creationId xmlns:a16="http://schemas.microsoft.com/office/drawing/2014/main" id="{C3EB997C-109A-48B9-AB68-2308BD61F7E2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3429000"/>
            <a:ext cx="690563" cy="622300"/>
            <a:chOff x="6442075" y="4906963"/>
            <a:chExt cx="690563" cy="622300"/>
          </a:xfrm>
        </p:grpSpPr>
        <p:sp>
          <p:nvSpPr>
            <p:cNvPr id="134238" name="Rectangle 79">
              <a:extLst>
                <a:ext uri="{FF2B5EF4-FFF2-40B4-BE49-F238E27FC236}">
                  <a16:creationId xmlns:a16="http://schemas.microsoft.com/office/drawing/2014/main" id="{918DD3BF-CF63-4200-BB0A-881DB8D44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75" y="4906963"/>
              <a:ext cx="1063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39" name="Rectangle 80">
              <a:extLst>
                <a:ext uri="{FF2B5EF4-FFF2-40B4-BE49-F238E27FC236}">
                  <a16:creationId xmlns:a16="http://schemas.microsoft.com/office/drawing/2014/main" id="{D96B0F7F-88A6-4054-8AA3-E8E46B948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3200" y="502285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40" name="Rectangle 81">
              <a:extLst>
                <a:ext uri="{FF2B5EF4-FFF2-40B4-BE49-F238E27FC236}">
                  <a16:creationId xmlns:a16="http://schemas.microsoft.com/office/drawing/2014/main" id="{AFB9CEF0-7C63-40D5-BA37-129F1A103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0" y="4908550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41" name="Rectangle 82">
              <a:extLst>
                <a:ext uri="{FF2B5EF4-FFF2-40B4-BE49-F238E27FC236}">
                  <a16:creationId xmlns:a16="http://schemas.microsoft.com/office/drawing/2014/main" id="{C5F35C58-8FAC-4986-9F10-02C736FA5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9575" y="490855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42" name="Rectangle 83">
              <a:extLst>
                <a:ext uri="{FF2B5EF4-FFF2-40B4-BE49-F238E27FC236}">
                  <a16:creationId xmlns:a16="http://schemas.microsoft.com/office/drawing/2014/main" id="{DAB62D5F-1010-4C53-9377-69D202A44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0013" y="5184775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43" name="Rectangle 84">
              <a:extLst>
                <a:ext uri="{FF2B5EF4-FFF2-40B4-BE49-F238E27FC236}">
                  <a16:creationId xmlns:a16="http://schemas.microsoft.com/office/drawing/2014/main" id="{C7D516F2-BCAF-416D-AB12-DE141F34E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1138" y="53006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44" name="Rectangle 85">
              <a:extLst>
                <a:ext uri="{FF2B5EF4-FFF2-40B4-BE49-F238E27FC236}">
                  <a16:creationId xmlns:a16="http://schemas.microsoft.com/office/drawing/2014/main" id="{125E361F-7D0D-4786-A3F6-7EF8D0B36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1988" y="5186363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45" name="Rectangle 86">
              <a:extLst>
                <a:ext uri="{FF2B5EF4-FFF2-40B4-BE49-F238E27FC236}">
                  <a16:creationId xmlns:a16="http://schemas.microsoft.com/office/drawing/2014/main" id="{575EC731-8E78-4237-AE62-3802504B9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186363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69" name="Rectangle 5">
            <a:extLst>
              <a:ext uri="{FF2B5EF4-FFF2-40B4-BE49-F238E27FC236}">
                <a16:creationId xmlns:a16="http://schemas.microsoft.com/office/drawing/2014/main" id="{5D7BF792-05FB-422D-B964-D67C78019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70" name="Rectangle 6">
            <a:extLst>
              <a:ext uri="{FF2B5EF4-FFF2-40B4-BE49-F238E27FC236}">
                <a16:creationId xmlns:a16="http://schemas.microsoft.com/office/drawing/2014/main" id="{0597A4C1-F594-4AF4-98F1-B91F620FEC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71" name="Rectangle 7">
            <a:extLst>
              <a:ext uri="{FF2B5EF4-FFF2-40B4-BE49-F238E27FC236}">
                <a16:creationId xmlns:a16="http://schemas.microsoft.com/office/drawing/2014/main" id="{92717B10-4B61-4734-8021-53138A5410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72" name="Rectangle 8">
            <a:extLst>
              <a:ext uri="{FF2B5EF4-FFF2-40B4-BE49-F238E27FC236}">
                <a16:creationId xmlns:a16="http://schemas.microsoft.com/office/drawing/2014/main" id="{BF215ED6-7AF8-4454-BA6A-1122C33A9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73" name="Line 9">
            <a:extLst>
              <a:ext uri="{FF2B5EF4-FFF2-40B4-BE49-F238E27FC236}">
                <a16:creationId xmlns:a16="http://schemas.microsoft.com/office/drawing/2014/main" id="{0FB8F4C1-7775-453F-9A61-BF4DCD3027E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74" name="Rectangle 10">
            <a:extLst>
              <a:ext uri="{FF2B5EF4-FFF2-40B4-BE49-F238E27FC236}">
                <a16:creationId xmlns:a16="http://schemas.microsoft.com/office/drawing/2014/main" id="{F5E2D3C5-75E1-449D-8D3C-269F39ED27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75" name="Rectangle 11">
            <a:extLst>
              <a:ext uri="{FF2B5EF4-FFF2-40B4-BE49-F238E27FC236}">
                <a16:creationId xmlns:a16="http://schemas.microsoft.com/office/drawing/2014/main" id="{25758EFE-3ABC-40B9-965A-95180432B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76" name="Rectangle 12">
            <a:extLst>
              <a:ext uri="{FF2B5EF4-FFF2-40B4-BE49-F238E27FC236}">
                <a16:creationId xmlns:a16="http://schemas.microsoft.com/office/drawing/2014/main" id="{CBD95A7A-7678-4976-A6CF-F188B145D3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77" name="Line 13">
            <a:extLst>
              <a:ext uri="{FF2B5EF4-FFF2-40B4-BE49-F238E27FC236}">
                <a16:creationId xmlns:a16="http://schemas.microsoft.com/office/drawing/2014/main" id="{A658D910-CF5D-4C39-BDEF-086A8E44CE7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78" name="Line 14">
            <a:extLst>
              <a:ext uri="{FF2B5EF4-FFF2-40B4-BE49-F238E27FC236}">
                <a16:creationId xmlns:a16="http://schemas.microsoft.com/office/drawing/2014/main" id="{C47A71C7-D367-45F6-BAAA-C7E55B5BA21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79" name="Rectangle 15">
            <a:extLst>
              <a:ext uri="{FF2B5EF4-FFF2-40B4-BE49-F238E27FC236}">
                <a16:creationId xmlns:a16="http://schemas.microsoft.com/office/drawing/2014/main" id="{9985268B-7C1C-43A2-8AD0-20B5F8D3F1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80" name="Rectangle 16">
            <a:extLst>
              <a:ext uri="{FF2B5EF4-FFF2-40B4-BE49-F238E27FC236}">
                <a16:creationId xmlns:a16="http://schemas.microsoft.com/office/drawing/2014/main" id="{2BC7ED9D-C08C-4BE2-8CE3-32BD675F8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6843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81" name="Rectangle 17">
            <a:extLst>
              <a:ext uri="{FF2B5EF4-FFF2-40B4-BE49-F238E27FC236}">
                <a16:creationId xmlns:a16="http://schemas.microsoft.com/office/drawing/2014/main" id="{71490B2D-0344-478C-BC44-484C8BA3E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68433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82" name="Rectangle 18">
            <a:extLst>
              <a:ext uri="{FF2B5EF4-FFF2-40B4-BE49-F238E27FC236}">
                <a16:creationId xmlns:a16="http://schemas.microsoft.com/office/drawing/2014/main" id="{FC9D409D-AEFF-41ED-B770-1198367B8E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67640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83" name="Rectangle 19">
            <a:extLst>
              <a:ext uri="{FF2B5EF4-FFF2-40B4-BE49-F238E27FC236}">
                <a16:creationId xmlns:a16="http://schemas.microsoft.com/office/drawing/2014/main" id="{D8A04B69-D15F-446F-89F4-AE8C1597A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6764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84" name="Rectangle 20">
            <a:extLst>
              <a:ext uri="{FF2B5EF4-FFF2-40B4-BE49-F238E27FC236}">
                <a16:creationId xmlns:a16="http://schemas.microsoft.com/office/drawing/2014/main" id="{34060B56-76A7-4BA6-BD17-9F97E00B2E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85" name="Rectangle 21">
            <a:extLst>
              <a:ext uri="{FF2B5EF4-FFF2-40B4-BE49-F238E27FC236}">
                <a16:creationId xmlns:a16="http://schemas.microsoft.com/office/drawing/2014/main" id="{E5EC0D44-808D-497E-B61B-BA517F2A37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86" name="Rectangle 22">
            <a:extLst>
              <a:ext uri="{FF2B5EF4-FFF2-40B4-BE49-F238E27FC236}">
                <a16:creationId xmlns:a16="http://schemas.microsoft.com/office/drawing/2014/main" id="{E59BC761-C74F-4BF7-88B2-747BA0D6E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87" name="Rectangle 23">
            <a:extLst>
              <a:ext uri="{FF2B5EF4-FFF2-40B4-BE49-F238E27FC236}">
                <a16:creationId xmlns:a16="http://schemas.microsoft.com/office/drawing/2014/main" id="{BDBB2586-419A-497C-A78D-EE4F92E63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88" name="Rectangle 24">
            <a:extLst>
              <a:ext uri="{FF2B5EF4-FFF2-40B4-BE49-F238E27FC236}">
                <a16:creationId xmlns:a16="http://schemas.microsoft.com/office/drawing/2014/main" id="{1426A9B8-2F75-49F1-81E3-4EBC9EFF17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24177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89" name="Rectangle 25">
            <a:extLst>
              <a:ext uri="{FF2B5EF4-FFF2-40B4-BE49-F238E27FC236}">
                <a16:creationId xmlns:a16="http://schemas.microsoft.com/office/drawing/2014/main" id="{F7AB9D0A-6C47-485E-8118-7FBABEE9C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24177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90" name="Rectangle 26">
            <a:extLst>
              <a:ext uri="{FF2B5EF4-FFF2-40B4-BE49-F238E27FC236}">
                <a16:creationId xmlns:a16="http://schemas.microsoft.com/office/drawing/2014/main" id="{0EFA53A6-A7A5-44B5-A12F-5876D49048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24098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91" name="Rectangle 27">
            <a:extLst>
              <a:ext uri="{FF2B5EF4-FFF2-40B4-BE49-F238E27FC236}">
                <a16:creationId xmlns:a16="http://schemas.microsoft.com/office/drawing/2014/main" id="{A0B61739-9A40-4DE5-B38D-E784DE8517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24098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92" name="Rectangle 28">
            <a:extLst>
              <a:ext uri="{FF2B5EF4-FFF2-40B4-BE49-F238E27FC236}">
                <a16:creationId xmlns:a16="http://schemas.microsoft.com/office/drawing/2014/main" id="{D16EA484-58B5-4A02-BB00-FBA393218F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93" name="Rectangle 29">
            <a:extLst>
              <a:ext uri="{FF2B5EF4-FFF2-40B4-BE49-F238E27FC236}">
                <a16:creationId xmlns:a16="http://schemas.microsoft.com/office/drawing/2014/main" id="{03D45DF7-BF4E-401B-A8D8-873095E8AC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9624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94" name="Rectangle 30">
            <a:extLst>
              <a:ext uri="{FF2B5EF4-FFF2-40B4-BE49-F238E27FC236}">
                <a16:creationId xmlns:a16="http://schemas.microsoft.com/office/drawing/2014/main" id="{A216AC03-2C93-4814-B1AF-2AE6BD380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95" name="Rectangle 31">
            <a:extLst>
              <a:ext uri="{FF2B5EF4-FFF2-40B4-BE49-F238E27FC236}">
                <a16:creationId xmlns:a16="http://schemas.microsoft.com/office/drawing/2014/main" id="{2E44D563-E195-49ED-BB83-9CDE9C0F63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96" name="Rectangle 32">
            <a:extLst>
              <a:ext uri="{FF2B5EF4-FFF2-40B4-BE49-F238E27FC236}">
                <a16:creationId xmlns:a16="http://schemas.microsoft.com/office/drawing/2014/main" id="{3A921532-F9C8-4E78-AB7B-F57DD4E1BA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97" name="Line 33">
            <a:extLst>
              <a:ext uri="{FF2B5EF4-FFF2-40B4-BE49-F238E27FC236}">
                <a16:creationId xmlns:a16="http://schemas.microsoft.com/office/drawing/2014/main" id="{A52CAFD1-C906-4670-AD80-DD8F34C735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98" name="Rectangle 34">
            <a:extLst>
              <a:ext uri="{FF2B5EF4-FFF2-40B4-BE49-F238E27FC236}">
                <a16:creationId xmlns:a16="http://schemas.microsoft.com/office/drawing/2014/main" id="{568C40C1-1687-4A79-B4DD-D6831BAD92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99" name="Rectangle 35">
            <a:extLst>
              <a:ext uri="{FF2B5EF4-FFF2-40B4-BE49-F238E27FC236}">
                <a16:creationId xmlns:a16="http://schemas.microsoft.com/office/drawing/2014/main" id="{F216957D-A0AD-4093-8C70-F44B7AC6DA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00" name="Rectangle 36">
            <a:extLst>
              <a:ext uri="{FF2B5EF4-FFF2-40B4-BE49-F238E27FC236}">
                <a16:creationId xmlns:a16="http://schemas.microsoft.com/office/drawing/2014/main" id="{035B7374-93D8-47BD-9B46-542BD99337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01" name="Line 37">
            <a:extLst>
              <a:ext uri="{FF2B5EF4-FFF2-40B4-BE49-F238E27FC236}">
                <a16:creationId xmlns:a16="http://schemas.microsoft.com/office/drawing/2014/main" id="{A4FE40FF-E9F5-4053-A741-BB8D81C2C4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02" name="Line 38">
            <a:extLst>
              <a:ext uri="{FF2B5EF4-FFF2-40B4-BE49-F238E27FC236}">
                <a16:creationId xmlns:a16="http://schemas.microsoft.com/office/drawing/2014/main" id="{1CF13C52-82D0-4138-A721-E31F4540B39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03" name="Rectangle 39">
            <a:extLst>
              <a:ext uri="{FF2B5EF4-FFF2-40B4-BE49-F238E27FC236}">
                <a16:creationId xmlns:a16="http://schemas.microsoft.com/office/drawing/2014/main" id="{59D6CF06-9A75-4226-A451-496DDD988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04" name="Rectangle 40">
            <a:extLst>
              <a:ext uri="{FF2B5EF4-FFF2-40B4-BE49-F238E27FC236}">
                <a16:creationId xmlns:a16="http://schemas.microsoft.com/office/drawing/2014/main" id="{0C3719D1-40F7-44B4-A1E3-17700E7297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38512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05" name="Rectangle 41">
            <a:extLst>
              <a:ext uri="{FF2B5EF4-FFF2-40B4-BE49-F238E27FC236}">
                <a16:creationId xmlns:a16="http://schemas.microsoft.com/office/drawing/2014/main" id="{C3BFD882-BB68-4B13-A6D8-B24DD2225B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3851275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06" name="Rectangle 42">
            <a:extLst>
              <a:ext uri="{FF2B5EF4-FFF2-40B4-BE49-F238E27FC236}">
                <a16:creationId xmlns:a16="http://schemas.microsoft.com/office/drawing/2014/main" id="{74A1CC4A-5E54-4758-B82F-FB94C95547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38433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07" name="Rectangle 43">
            <a:extLst>
              <a:ext uri="{FF2B5EF4-FFF2-40B4-BE49-F238E27FC236}">
                <a16:creationId xmlns:a16="http://schemas.microsoft.com/office/drawing/2014/main" id="{E5BF60EC-FDFD-4527-BA7A-FAE652C875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38433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08" name="Rectangle 44">
            <a:extLst>
              <a:ext uri="{FF2B5EF4-FFF2-40B4-BE49-F238E27FC236}">
                <a16:creationId xmlns:a16="http://schemas.microsoft.com/office/drawing/2014/main" id="{B737EEBE-81CA-4E66-9C15-F1777466BD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458470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09" name="Rectangle 45">
            <a:extLst>
              <a:ext uri="{FF2B5EF4-FFF2-40B4-BE49-F238E27FC236}">
                <a16:creationId xmlns:a16="http://schemas.microsoft.com/office/drawing/2014/main" id="{CA62D35A-03BB-4B37-9963-3442D5D1EF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45847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10" name="Rectangle 46">
            <a:extLst>
              <a:ext uri="{FF2B5EF4-FFF2-40B4-BE49-F238E27FC236}">
                <a16:creationId xmlns:a16="http://schemas.microsoft.com/office/drawing/2014/main" id="{ACE9A907-8D15-4995-893A-A4496AD31C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457835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11" name="Rectangle 47">
            <a:extLst>
              <a:ext uri="{FF2B5EF4-FFF2-40B4-BE49-F238E27FC236}">
                <a16:creationId xmlns:a16="http://schemas.microsoft.com/office/drawing/2014/main" id="{D41644D9-A6B4-4EED-80EC-844922D84D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457835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12" name="Rectangle 48">
            <a:extLst>
              <a:ext uri="{FF2B5EF4-FFF2-40B4-BE49-F238E27FC236}">
                <a16:creationId xmlns:a16="http://schemas.microsoft.com/office/drawing/2014/main" id="{7BCA8AD9-76B0-493D-A97E-B70FC72C40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13" name="Rectangle 49">
            <a:extLst>
              <a:ext uri="{FF2B5EF4-FFF2-40B4-BE49-F238E27FC236}">
                <a16:creationId xmlns:a16="http://schemas.microsoft.com/office/drawing/2014/main" id="{D4A3DCA7-F1E7-41C6-AA0F-E8CC24D8D3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6613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14" name="Rectangle 50">
            <a:extLst>
              <a:ext uri="{FF2B5EF4-FFF2-40B4-BE49-F238E27FC236}">
                <a16:creationId xmlns:a16="http://schemas.microsoft.com/office/drawing/2014/main" id="{5DCC2C09-3A0A-46E4-9EC2-1E643A7739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100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15" name="Rectangle 51">
            <a:extLst>
              <a:ext uri="{FF2B5EF4-FFF2-40B4-BE49-F238E27FC236}">
                <a16:creationId xmlns:a16="http://schemas.microsoft.com/office/drawing/2014/main" id="{2F9326F4-88F7-42AF-B4BB-96024C0AB9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737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16" name="Rectangle 52">
            <a:extLst>
              <a:ext uri="{FF2B5EF4-FFF2-40B4-BE49-F238E27FC236}">
                <a16:creationId xmlns:a16="http://schemas.microsoft.com/office/drawing/2014/main" id="{B3B9CCBC-0061-409C-B6B1-49EE00A9D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472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17" name="Rectangle 53">
            <a:extLst>
              <a:ext uri="{FF2B5EF4-FFF2-40B4-BE49-F238E27FC236}">
                <a16:creationId xmlns:a16="http://schemas.microsoft.com/office/drawing/2014/main" id="{2102D3D9-68B8-4C10-89EE-467808314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5263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18" name="Rectangle 54">
            <a:extLst>
              <a:ext uri="{FF2B5EF4-FFF2-40B4-BE49-F238E27FC236}">
                <a16:creationId xmlns:a16="http://schemas.microsoft.com/office/drawing/2014/main" id="{7BDCF6E3-96E0-443C-962E-F9FD499801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5138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19" name="Rectangle 87">
            <a:extLst>
              <a:ext uri="{FF2B5EF4-FFF2-40B4-BE49-F238E27FC236}">
                <a16:creationId xmlns:a16="http://schemas.microsoft.com/office/drawing/2014/main" id="{AA90D164-96CC-410A-82FA-A7698D1EE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8650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20" name="Rectangle 88">
            <a:extLst>
              <a:ext uri="{FF2B5EF4-FFF2-40B4-BE49-F238E27FC236}">
                <a16:creationId xmlns:a16="http://schemas.microsoft.com/office/drawing/2014/main" id="{46E36622-2C30-42DD-947C-66B52A9450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9738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21" name="Rectangle 89">
            <a:extLst>
              <a:ext uri="{FF2B5EF4-FFF2-40B4-BE49-F238E27FC236}">
                <a16:creationId xmlns:a16="http://schemas.microsoft.com/office/drawing/2014/main" id="{D7A23D40-D0D8-417B-95E5-CA3FBFF4C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766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22" name="Rectangle 90">
            <a:extLst>
              <a:ext uri="{FF2B5EF4-FFF2-40B4-BE49-F238E27FC236}">
                <a16:creationId xmlns:a16="http://schemas.microsoft.com/office/drawing/2014/main" id="{331C0747-3A2B-4D01-83A4-76C28256A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9775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23" name="Rectangle 91">
            <a:extLst>
              <a:ext uri="{FF2B5EF4-FFF2-40B4-BE49-F238E27FC236}">
                <a16:creationId xmlns:a16="http://schemas.microsoft.com/office/drawing/2014/main" id="{9F3E49C9-979A-4E0E-B2B5-E902422ACA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24" name="Rectangle 92">
            <a:extLst>
              <a:ext uri="{FF2B5EF4-FFF2-40B4-BE49-F238E27FC236}">
                <a16:creationId xmlns:a16="http://schemas.microsoft.com/office/drawing/2014/main" id="{A3677156-D692-4DEA-8F37-E04E7D3396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25" name="Rectangle 93">
            <a:extLst>
              <a:ext uri="{FF2B5EF4-FFF2-40B4-BE49-F238E27FC236}">
                <a16:creationId xmlns:a16="http://schemas.microsoft.com/office/drawing/2014/main" id="{72FB76E5-09FA-4D57-BE86-8DE3643464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26" name="Rectangle 94">
            <a:extLst>
              <a:ext uri="{FF2B5EF4-FFF2-40B4-BE49-F238E27FC236}">
                <a16:creationId xmlns:a16="http://schemas.microsoft.com/office/drawing/2014/main" id="{7EA009A1-1A4E-4109-B6C0-03CFAB77FC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27" name="Rectangle 95">
            <a:extLst>
              <a:ext uri="{FF2B5EF4-FFF2-40B4-BE49-F238E27FC236}">
                <a16:creationId xmlns:a16="http://schemas.microsoft.com/office/drawing/2014/main" id="{0B655B0F-3749-4D40-8F70-A538216FB8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28" name="Rectangle 96">
            <a:extLst>
              <a:ext uri="{FF2B5EF4-FFF2-40B4-BE49-F238E27FC236}">
                <a16:creationId xmlns:a16="http://schemas.microsoft.com/office/drawing/2014/main" id="{E0C7E75C-EE73-4959-8723-3D2673173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29" name="Rectangle 97">
            <a:extLst>
              <a:ext uri="{FF2B5EF4-FFF2-40B4-BE49-F238E27FC236}">
                <a16:creationId xmlns:a16="http://schemas.microsoft.com/office/drawing/2014/main" id="{CC125C1B-5D8A-4019-9BFA-29F01CB8D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30" name="Line 98">
            <a:extLst>
              <a:ext uri="{FF2B5EF4-FFF2-40B4-BE49-F238E27FC236}">
                <a16:creationId xmlns:a16="http://schemas.microsoft.com/office/drawing/2014/main" id="{5F1C11C7-B0BC-40E2-96F6-EEA0C608D43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31" name="Rectangle 99">
            <a:extLst>
              <a:ext uri="{FF2B5EF4-FFF2-40B4-BE49-F238E27FC236}">
                <a16:creationId xmlns:a16="http://schemas.microsoft.com/office/drawing/2014/main" id="{B78DA4FE-1270-49BE-B08F-C360AE9146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32" name="Rectangle 100">
            <a:extLst>
              <a:ext uri="{FF2B5EF4-FFF2-40B4-BE49-F238E27FC236}">
                <a16:creationId xmlns:a16="http://schemas.microsoft.com/office/drawing/2014/main" id="{CD6C76B5-AFA1-4980-80FB-8B1118CD44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33" name="Rectangle 101">
            <a:extLst>
              <a:ext uri="{FF2B5EF4-FFF2-40B4-BE49-F238E27FC236}">
                <a16:creationId xmlns:a16="http://schemas.microsoft.com/office/drawing/2014/main" id="{6BE6DC96-1895-40CD-B018-E8CE813D04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34" name="Rectangle 102">
            <a:extLst>
              <a:ext uri="{FF2B5EF4-FFF2-40B4-BE49-F238E27FC236}">
                <a16:creationId xmlns:a16="http://schemas.microsoft.com/office/drawing/2014/main" id="{AD3838DD-78E7-404D-A60D-547CF895A2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35" name="Rectangle 103">
            <a:extLst>
              <a:ext uri="{FF2B5EF4-FFF2-40B4-BE49-F238E27FC236}">
                <a16:creationId xmlns:a16="http://schemas.microsoft.com/office/drawing/2014/main" id="{3793672F-48DC-446E-B576-4E9008D24D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36" name="Rectangle 104">
            <a:extLst>
              <a:ext uri="{FF2B5EF4-FFF2-40B4-BE49-F238E27FC236}">
                <a16:creationId xmlns:a16="http://schemas.microsoft.com/office/drawing/2014/main" id="{0039FAD7-64C9-4368-8BA5-92D0144F7A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37" name="Rectangle 105">
            <a:extLst>
              <a:ext uri="{FF2B5EF4-FFF2-40B4-BE49-F238E27FC236}">
                <a16:creationId xmlns:a16="http://schemas.microsoft.com/office/drawing/2014/main" id="{CD1C7143-5CEA-42D7-BAA5-03ED215C7C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38" name="Rectangle 106">
            <a:extLst>
              <a:ext uri="{FF2B5EF4-FFF2-40B4-BE49-F238E27FC236}">
                <a16:creationId xmlns:a16="http://schemas.microsoft.com/office/drawing/2014/main" id="{787AE3FC-2ACE-461E-8239-B4CB99A9F2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39" name="Rectangle 107">
            <a:extLst>
              <a:ext uri="{FF2B5EF4-FFF2-40B4-BE49-F238E27FC236}">
                <a16:creationId xmlns:a16="http://schemas.microsoft.com/office/drawing/2014/main" id="{E84C65FA-A36C-428C-8F9B-A4FF710629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40" name="Line 108">
            <a:extLst>
              <a:ext uri="{FF2B5EF4-FFF2-40B4-BE49-F238E27FC236}">
                <a16:creationId xmlns:a16="http://schemas.microsoft.com/office/drawing/2014/main" id="{3DA8DDEC-14A1-45DC-9B02-C8F2E3B918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41" name="Rectangle 109">
            <a:extLst>
              <a:ext uri="{FF2B5EF4-FFF2-40B4-BE49-F238E27FC236}">
                <a16:creationId xmlns:a16="http://schemas.microsoft.com/office/drawing/2014/main" id="{C4BF5AE2-8C6D-4105-AF1C-43271B4698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42" name="Rectangle 110">
            <a:extLst>
              <a:ext uri="{FF2B5EF4-FFF2-40B4-BE49-F238E27FC236}">
                <a16:creationId xmlns:a16="http://schemas.microsoft.com/office/drawing/2014/main" id="{BA0D81B9-E4A6-4320-8FC5-8A37E76405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43" name="Rectangle 111">
            <a:extLst>
              <a:ext uri="{FF2B5EF4-FFF2-40B4-BE49-F238E27FC236}">
                <a16:creationId xmlns:a16="http://schemas.microsoft.com/office/drawing/2014/main" id="{0AD1AC0F-11FD-40E5-A83C-06DF80511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7538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44" name="Rectangle 112">
            <a:extLst>
              <a:ext uri="{FF2B5EF4-FFF2-40B4-BE49-F238E27FC236}">
                <a16:creationId xmlns:a16="http://schemas.microsoft.com/office/drawing/2014/main" id="{6E6DB372-AB25-473B-BD3D-7C5C8CA752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125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45" name="Rectangle 113">
            <a:extLst>
              <a:ext uri="{FF2B5EF4-FFF2-40B4-BE49-F238E27FC236}">
                <a16:creationId xmlns:a16="http://schemas.microsoft.com/office/drawing/2014/main" id="{C2AB9152-B70D-49C6-B004-7AADAA8C1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46" name="Rectangle 114">
            <a:extLst>
              <a:ext uri="{FF2B5EF4-FFF2-40B4-BE49-F238E27FC236}">
                <a16:creationId xmlns:a16="http://schemas.microsoft.com/office/drawing/2014/main" id="{3CA0A02B-DDC7-4AF8-B579-6BEBE8EB59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565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47" name="Title 1">
            <a:extLst>
              <a:ext uri="{FF2B5EF4-FFF2-40B4-BE49-F238E27FC236}">
                <a16:creationId xmlns:a16="http://schemas.microsoft.com/office/drawing/2014/main" id="{36D55C5D-BB25-4EFC-994B-5742523037AB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Examples of determination of overflow</a:t>
            </a:r>
          </a:p>
        </p:txBody>
      </p:sp>
      <p:sp>
        <p:nvSpPr>
          <p:cNvPr id="135248" name="Rectangle 12">
            <a:extLst>
              <a:ext uri="{FF2B5EF4-FFF2-40B4-BE49-F238E27FC236}">
                <a16:creationId xmlns:a16="http://schemas.microsoft.com/office/drawing/2014/main" id="{AB0AF1CA-4E31-4D22-81FC-D009FD11D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3713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49" name="Rectangle 12">
            <a:extLst>
              <a:ext uri="{FF2B5EF4-FFF2-40B4-BE49-F238E27FC236}">
                <a16:creationId xmlns:a16="http://schemas.microsoft.com/office/drawing/2014/main" id="{5CE62ADD-492D-46E2-AE21-093C14C73D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0 0 0 0 0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50" name="Rectangle 12">
            <a:extLst>
              <a:ext uri="{FF2B5EF4-FFF2-40B4-BE49-F238E27FC236}">
                <a16:creationId xmlns:a16="http://schemas.microsoft.com/office/drawing/2014/main" id="{32C684B1-9905-4E9C-B1BA-276A06E67A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51" name="Rectangle 12">
            <a:extLst>
              <a:ext uri="{FF2B5EF4-FFF2-40B4-BE49-F238E27FC236}">
                <a16:creationId xmlns:a16="http://schemas.microsoft.com/office/drawing/2014/main" id="{4DC5F538-41CA-49D9-9D44-9126BA8DEA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52" name="TextBox 5">
            <a:extLst>
              <a:ext uri="{FF2B5EF4-FFF2-40B4-BE49-F238E27FC236}">
                <a16:creationId xmlns:a16="http://schemas.microsoft.com/office/drawing/2014/main" id="{47528D15-5374-4874-9DD8-42C908E296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8988" y="5357167"/>
            <a:ext cx="558037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Overflow occurs only in these two cases.</a:t>
            </a:r>
          </a:p>
        </p:txBody>
      </p:sp>
      <p:sp>
        <p:nvSpPr>
          <p:cNvPr id="135253" name="Rectangle 86">
            <a:extLst>
              <a:ext uri="{FF2B5EF4-FFF2-40B4-BE49-F238E27FC236}">
                <a16:creationId xmlns:a16="http://schemas.microsoft.com/office/drawing/2014/main" id="{5C274B8A-59E3-4D07-B43E-9D18B1F5D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4500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54" name="Rectangle 87">
            <a:extLst>
              <a:ext uri="{FF2B5EF4-FFF2-40B4-BE49-F238E27FC236}">
                <a16:creationId xmlns:a16="http://schemas.microsoft.com/office/drawing/2014/main" id="{1F498B65-08A6-4C22-B2BD-0B4A7CE10E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2438" y="3586163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55" name="Rectangle 88">
            <a:extLst>
              <a:ext uri="{FF2B5EF4-FFF2-40B4-BE49-F238E27FC236}">
                <a16:creationId xmlns:a16="http://schemas.microsoft.com/office/drawing/2014/main" id="{48490D74-D099-46CB-BBD4-0AA683E860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76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56" name="Rectangle 89">
            <a:extLst>
              <a:ext uri="{FF2B5EF4-FFF2-40B4-BE49-F238E27FC236}">
                <a16:creationId xmlns:a16="http://schemas.microsoft.com/office/drawing/2014/main" id="{20920BA4-C9C3-4CCA-91F8-68BA16C4A5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39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35257" name="Group 90">
            <a:extLst>
              <a:ext uri="{FF2B5EF4-FFF2-40B4-BE49-F238E27FC236}">
                <a16:creationId xmlns:a16="http://schemas.microsoft.com/office/drawing/2014/main" id="{96D5ACE4-4C66-484E-A88E-BC5F87202520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219200"/>
            <a:ext cx="690563" cy="623888"/>
            <a:chOff x="381000" y="2590800"/>
            <a:chExt cx="690562" cy="623887"/>
          </a:xfrm>
        </p:grpSpPr>
        <p:sp>
          <p:nvSpPr>
            <p:cNvPr id="135287" name="Rectangle 55">
              <a:extLst>
                <a:ext uri="{FF2B5EF4-FFF2-40B4-BE49-F238E27FC236}">
                  <a16:creationId xmlns:a16="http://schemas.microsoft.com/office/drawing/2014/main" id="{F7EFF708-D2FA-4DA2-8210-21FC7BA31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2590800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88" name="Rectangle 56">
              <a:extLst>
                <a:ext uri="{FF2B5EF4-FFF2-40B4-BE49-F238E27FC236}">
                  <a16:creationId xmlns:a16="http://schemas.microsoft.com/office/drawing/2014/main" id="{C9F84854-E7DA-4093-A4BF-7693AA98E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27066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89" name="Rectangle 57">
              <a:extLst>
                <a:ext uri="{FF2B5EF4-FFF2-40B4-BE49-F238E27FC236}">
                  <a16:creationId xmlns:a16="http://schemas.microsoft.com/office/drawing/2014/main" id="{925D1ECF-2C52-4C46-A7B4-1537C5F8A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975" y="2592387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90" name="Rectangle 58">
              <a:extLst>
                <a:ext uri="{FF2B5EF4-FFF2-40B4-BE49-F238E27FC236}">
                  <a16:creationId xmlns:a16="http://schemas.microsoft.com/office/drawing/2014/main" id="{DDA7B964-85EF-4D38-9506-84C7DAD5D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25923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91" name="Rectangle 59">
              <a:extLst>
                <a:ext uri="{FF2B5EF4-FFF2-40B4-BE49-F238E27FC236}">
                  <a16:creationId xmlns:a16="http://schemas.microsoft.com/office/drawing/2014/main" id="{731915E2-46CE-4CC9-BB73-CC54F1E48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2870200"/>
              <a:ext cx="1063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92" name="Rectangle 60">
              <a:extLst>
                <a:ext uri="{FF2B5EF4-FFF2-40B4-BE49-F238E27FC236}">
                  <a16:creationId xmlns:a16="http://schemas.microsoft.com/office/drawing/2014/main" id="{1751A324-AF7C-4AD6-B8E1-3559C277E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29860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93" name="Rectangle 61">
              <a:extLst>
                <a:ext uri="{FF2B5EF4-FFF2-40B4-BE49-F238E27FC236}">
                  <a16:creationId xmlns:a16="http://schemas.microsoft.com/office/drawing/2014/main" id="{5F5DD9BC-C2D7-481F-8585-B9D78C01A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2871787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94" name="Rectangle 62">
              <a:extLst>
                <a:ext uri="{FF2B5EF4-FFF2-40B4-BE49-F238E27FC236}">
                  <a16:creationId xmlns:a16="http://schemas.microsoft.com/office/drawing/2014/main" id="{57F51A1C-E559-48EF-992E-FD5B24B6A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2871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35258" name="Group 99">
            <a:extLst>
              <a:ext uri="{FF2B5EF4-FFF2-40B4-BE49-F238E27FC236}">
                <a16:creationId xmlns:a16="http://schemas.microsoft.com/office/drawing/2014/main" id="{A6982342-E630-4FFC-A318-237E44F6CBA4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3429000"/>
            <a:ext cx="690563" cy="622300"/>
            <a:chOff x="2903538" y="4905375"/>
            <a:chExt cx="690562" cy="622300"/>
          </a:xfrm>
        </p:grpSpPr>
        <p:sp>
          <p:nvSpPr>
            <p:cNvPr id="135279" name="Rectangle 71">
              <a:extLst>
                <a:ext uri="{FF2B5EF4-FFF2-40B4-BE49-F238E27FC236}">
                  <a16:creationId xmlns:a16="http://schemas.microsoft.com/office/drawing/2014/main" id="{19529D3E-ACD3-4241-BA6C-3EBE75EEF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538" y="4905375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80" name="Rectangle 72">
              <a:extLst>
                <a:ext uri="{FF2B5EF4-FFF2-40B4-BE49-F238E27FC236}">
                  <a16:creationId xmlns:a16="http://schemas.microsoft.com/office/drawing/2014/main" id="{76EEAA9C-AB0C-42E7-AEFD-5257E8A1C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075" y="50212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81" name="Rectangle 73">
              <a:extLst>
                <a:ext uri="{FF2B5EF4-FFF2-40B4-BE49-F238E27FC236}">
                  <a16:creationId xmlns:a16="http://schemas.microsoft.com/office/drawing/2014/main" id="{BB385CF2-49AB-47DD-98FD-7A8594BDD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513" y="4906963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82" name="Rectangle 74">
              <a:extLst>
                <a:ext uri="{FF2B5EF4-FFF2-40B4-BE49-F238E27FC236}">
                  <a16:creationId xmlns:a16="http://schemas.microsoft.com/office/drawing/2014/main" id="{64E777EE-9E05-4213-BC1F-9EEE64DD1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906963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83" name="Rectangle 75">
              <a:extLst>
                <a:ext uri="{FF2B5EF4-FFF2-40B4-BE49-F238E27FC236}">
                  <a16:creationId xmlns:a16="http://schemas.microsoft.com/office/drawing/2014/main" id="{AA29492C-0066-4FA6-ABE5-A6580F42F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5183188"/>
              <a:ext cx="1063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84" name="Rectangle 76">
              <a:extLst>
                <a:ext uri="{FF2B5EF4-FFF2-40B4-BE49-F238E27FC236}">
                  <a16:creationId xmlns:a16="http://schemas.microsoft.com/office/drawing/2014/main" id="{AAF0B4BD-BAE3-4D54-B613-FE19A6C39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600" y="5299075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85" name="Rectangle 77">
              <a:extLst>
                <a:ext uri="{FF2B5EF4-FFF2-40B4-BE49-F238E27FC236}">
                  <a16:creationId xmlns:a16="http://schemas.microsoft.com/office/drawing/2014/main" id="{79A70974-5686-42FA-9618-CE2B14BAE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450" y="5184775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86" name="Rectangle 78">
              <a:extLst>
                <a:ext uri="{FF2B5EF4-FFF2-40B4-BE49-F238E27FC236}">
                  <a16:creationId xmlns:a16="http://schemas.microsoft.com/office/drawing/2014/main" id="{5C732E5E-6BAF-46D7-B306-E49D5C626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388" y="5184775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35259" name="Group 108">
            <a:extLst>
              <a:ext uri="{FF2B5EF4-FFF2-40B4-BE49-F238E27FC236}">
                <a16:creationId xmlns:a16="http://schemas.microsoft.com/office/drawing/2014/main" id="{4EF2978B-EA4B-4299-BCB6-16F8903C55AC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1219200"/>
            <a:ext cx="690563" cy="623888"/>
            <a:chOff x="6430963" y="2765425"/>
            <a:chExt cx="690562" cy="623888"/>
          </a:xfrm>
        </p:grpSpPr>
        <p:sp>
          <p:nvSpPr>
            <p:cNvPr id="135271" name="Rectangle 63">
              <a:extLst>
                <a:ext uri="{FF2B5EF4-FFF2-40B4-BE49-F238E27FC236}">
                  <a16:creationId xmlns:a16="http://schemas.microsoft.com/office/drawing/2014/main" id="{48C348DB-ED55-49E9-B260-9D7ED7FF1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0963" y="2765425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72" name="Rectangle 64">
              <a:extLst>
                <a:ext uri="{FF2B5EF4-FFF2-40B4-BE49-F238E27FC236}">
                  <a16:creationId xmlns:a16="http://schemas.microsoft.com/office/drawing/2014/main" id="{6F658B1F-F0C9-4C15-B5E5-02FB416D1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2088" y="28813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73" name="Rectangle 65">
              <a:extLst>
                <a:ext uri="{FF2B5EF4-FFF2-40B4-BE49-F238E27FC236}">
                  <a16:creationId xmlns:a16="http://schemas.microsoft.com/office/drawing/2014/main" id="{37D3AE03-962C-4DC4-8413-800BF2C00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2938" y="2767013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74" name="Rectangle 66">
              <a:extLst>
                <a:ext uri="{FF2B5EF4-FFF2-40B4-BE49-F238E27FC236}">
                  <a16:creationId xmlns:a16="http://schemas.microsoft.com/office/drawing/2014/main" id="{8A063343-5645-45B2-87F2-E14060DEB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875" y="2767013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75" name="Rectangle 67">
              <a:extLst>
                <a:ext uri="{FF2B5EF4-FFF2-40B4-BE49-F238E27FC236}">
                  <a16:creationId xmlns:a16="http://schemas.microsoft.com/office/drawing/2014/main" id="{47451D72-9136-4409-81B4-078FC82F2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7313" y="3044825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76" name="Rectangle 68">
              <a:extLst>
                <a:ext uri="{FF2B5EF4-FFF2-40B4-BE49-F238E27FC236}">
                  <a16:creationId xmlns:a16="http://schemas.microsoft.com/office/drawing/2014/main" id="{95C6060A-DF5C-456F-9058-F44C433C5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0025" y="31607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77" name="Rectangle 69">
              <a:extLst>
                <a:ext uri="{FF2B5EF4-FFF2-40B4-BE49-F238E27FC236}">
                  <a16:creationId xmlns:a16="http://schemas.microsoft.com/office/drawing/2014/main" id="{B6DF7CAC-AAD7-483C-A511-72D579829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0875" y="3046413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78" name="Rectangle 70">
              <a:extLst>
                <a:ext uri="{FF2B5EF4-FFF2-40B4-BE49-F238E27FC236}">
                  <a16:creationId xmlns:a16="http://schemas.microsoft.com/office/drawing/2014/main" id="{D024D237-77F0-42C4-A1C4-4498DEBE1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4813" y="3046413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35260" name="Group 121">
            <a:extLst>
              <a:ext uri="{FF2B5EF4-FFF2-40B4-BE49-F238E27FC236}">
                <a16:creationId xmlns:a16="http://schemas.microsoft.com/office/drawing/2014/main" id="{E0FA0A21-71DC-49A0-A0CE-6BACB59FAA95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3429000"/>
            <a:ext cx="690563" cy="622300"/>
            <a:chOff x="6442075" y="4906963"/>
            <a:chExt cx="690563" cy="622300"/>
          </a:xfrm>
        </p:grpSpPr>
        <p:sp>
          <p:nvSpPr>
            <p:cNvPr id="135263" name="Rectangle 79">
              <a:extLst>
                <a:ext uri="{FF2B5EF4-FFF2-40B4-BE49-F238E27FC236}">
                  <a16:creationId xmlns:a16="http://schemas.microsoft.com/office/drawing/2014/main" id="{7DD2D1DB-1498-4684-BB55-9E5761A2C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75" y="4906963"/>
              <a:ext cx="1063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64" name="Rectangle 80">
              <a:extLst>
                <a:ext uri="{FF2B5EF4-FFF2-40B4-BE49-F238E27FC236}">
                  <a16:creationId xmlns:a16="http://schemas.microsoft.com/office/drawing/2014/main" id="{9D6AC23B-06B5-4B01-841D-CB2F9B700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3200" y="502285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65" name="Rectangle 81">
              <a:extLst>
                <a:ext uri="{FF2B5EF4-FFF2-40B4-BE49-F238E27FC236}">
                  <a16:creationId xmlns:a16="http://schemas.microsoft.com/office/drawing/2014/main" id="{265E1953-A16B-46F8-BB6B-D5FBDD6EE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0" y="4908550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66" name="Rectangle 82">
              <a:extLst>
                <a:ext uri="{FF2B5EF4-FFF2-40B4-BE49-F238E27FC236}">
                  <a16:creationId xmlns:a16="http://schemas.microsoft.com/office/drawing/2014/main" id="{D9ABA079-8EEC-4D15-A73E-D846019B7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9575" y="490855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67" name="Rectangle 83">
              <a:extLst>
                <a:ext uri="{FF2B5EF4-FFF2-40B4-BE49-F238E27FC236}">
                  <a16:creationId xmlns:a16="http://schemas.microsoft.com/office/drawing/2014/main" id="{C97B4692-B1CC-4DFF-B1E2-F9CFEF1C5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0013" y="5184775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68" name="Rectangle 84">
              <a:extLst>
                <a:ext uri="{FF2B5EF4-FFF2-40B4-BE49-F238E27FC236}">
                  <a16:creationId xmlns:a16="http://schemas.microsoft.com/office/drawing/2014/main" id="{06297571-67F0-462E-8D14-DD6DF45CD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1138" y="53006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69" name="Rectangle 85">
              <a:extLst>
                <a:ext uri="{FF2B5EF4-FFF2-40B4-BE49-F238E27FC236}">
                  <a16:creationId xmlns:a16="http://schemas.microsoft.com/office/drawing/2014/main" id="{85F05241-2AA5-40A4-919A-73955F6F3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1988" y="5186363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270" name="Rectangle 86">
              <a:extLst>
                <a:ext uri="{FF2B5EF4-FFF2-40B4-BE49-F238E27FC236}">
                  <a16:creationId xmlns:a16="http://schemas.microsoft.com/office/drawing/2014/main" id="{DD714911-EEBD-42D2-ABBC-834911CD97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186363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35261" name="Oval 113">
            <a:extLst>
              <a:ext uri="{FF2B5EF4-FFF2-40B4-BE49-F238E27FC236}">
                <a16:creationId xmlns:a16="http://schemas.microsoft.com/office/drawing/2014/main" id="{F1351153-DD15-44C9-80D8-6FA20C867C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163" y="965200"/>
            <a:ext cx="1219200" cy="1131888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262" name="Oval 113">
            <a:extLst>
              <a:ext uri="{FF2B5EF4-FFF2-40B4-BE49-F238E27FC236}">
                <a16:creationId xmlns:a16="http://schemas.microsoft.com/office/drawing/2014/main" id="{1BD124D4-3C72-40B7-AEDE-FA3BB6A7E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35900" y="3154363"/>
            <a:ext cx="1219200" cy="11303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3" name="Rectangle 5">
            <a:extLst>
              <a:ext uri="{FF2B5EF4-FFF2-40B4-BE49-F238E27FC236}">
                <a16:creationId xmlns:a16="http://schemas.microsoft.com/office/drawing/2014/main" id="{079E8FF8-F77E-4A01-877A-C324D47066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194" name="Rectangle 6">
            <a:extLst>
              <a:ext uri="{FF2B5EF4-FFF2-40B4-BE49-F238E27FC236}">
                <a16:creationId xmlns:a16="http://schemas.microsoft.com/office/drawing/2014/main" id="{CA47C8D7-4679-4049-8F7E-9F3D024FC7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195" name="Rectangle 7">
            <a:extLst>
              <a:ext uri="{FF2B5EF4-FFF2-40B4-BE49-F238E27FC236}">
                <a16:creationId xmlns:a16="http://schemas.microsoft.com/office/drawing/2014/main" id="{9E3F0ABE-D301-45FA-BF22-F1E32927E8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196" name="Rectangle 8">
            <a:extLst>
              <a:ext uri="{FF2B5EF4-FFF2-40B4-BE49-F238E27FC236}">
                <a16:creationId xmlns:a16="http://schemas.microsoft.com/office/drawing/2014/main" id="{CB654277-F3BC-4AFF-BA90-B849D272E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197" name="Line 9">
            <a:extLst>
              <a:ext uri="{FF2B5EF4-FFF2-40B4-BE49-F238E27FC236}">
                <a16:creationId xmlns:a16="http://schemas.microsoft.com/office/drawing/2014/main" id="{64D61119-A508-4B9E-800C-305D313301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198" name="Rectangle 10">
            <a:extLst>
              <a:ext uri="{FF2B5EF4-FFF2-40B4-BE49-F238E27FC236}">
                <a16:creationId xmlns:a16="http://schemas.microsoft.com/office/drawing/2014/main" id="{7893BC4C-45E9-485F-B81A-591CA60844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199" name="Rectangle 11">
            <a:extLst>
              <a:ext uri="{FF2B5EF4-FFF2-40B4-BE49-F238E27FC236}">
                <a16:creationId xmlns:a16="http://schemas.microsoft.com/office/drawing/2014/main" id="{AB9DEACD-0086-48C0-9216-80CDD6C100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0" name="Rectangle 12">
            <a:extLst>
              <a:ext uri="{FF2B5EF4-FFF2-40B4-BE49-F238E27FC236}">
                <a16:creationId xmlns:a16="http://schemas.microsoft.com/office/drawing/2014/main" id="{1E7AB34F-6C41-40E9-AE86-1169C7A76D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1" name="Line 13">
            <a:extLst>
              <a:ext uri="{FF2B5EF4-FFF2-40B4-BE49-F238E27FC236}">
                <a16:creationId xmlns:a16="http://schemas.microsoft.com/office/drawing/2014/main" id="{8C87D2DF-3895-4CB3-B4AC-F987BE1DA0A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2" name="Line 14">
            <a:extLst>
              <a:ext uri="{FF2B5EF4-FFF2-40B4-BE49-F238E27FC236}">
                <a16:creationId xmlns:a16="http://schemas.microsoft.com/office/drawing/2014/main" id="{F7204D33-A4C2-4EB8-9274-DC7F6DFDDBB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3" name="Rectangle 15">
            <a:extLst>
              <a:ext uri="{FF2B5EF4-FFF2-40B4-BE49-F238E27FC236}">
                <a16:creationId xmlns:a16="http://schemas.microsoft.com/office/drawing/2014/main" id="{B82F1042-8DC7-40F2-B17D-C9CAF49DE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4" name="Rectangle 16">
            <a:extLst>
              <a:ext uri="{FF2B5EF4-FFF2-40B4-BE49-F238E27FC236}">
                <a16:creationId xmlns:a16="http://schemas.microsoft.com/office/drawing/2014/main" id="{7EB942CE-CEE1-493C-A998-0ED50BF874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6843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5" name="Rectangle 17">
            <a:extLst>
              <a:ext uri="{FF2B5EF4-FFF2-40B4-BE49-F238E27FC236}">
                <a16:creationId xmlns:a16="http://schemas.microsoft.com/office/drawing/2014/main" id="{6CF54B6D-CF17-41F1-9465-FC34BDF76B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68433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6" name="Rectangle 18">
            <a:extLst>
              <a:ext uri="{FF2B5EF4-FFF2-40B4-BE49-F238E27FC236}">
                <a16:creationId xmlns:a16="http://schemas.microsoft.com/office/drawing/2014/main" id="{2E17AE8A-0DF0-4422-AF5A-B441541C4C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67640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7" name="Rectangle 19">
            <a:extLst>
              <a:ext uri="{FF2B5EF4-FFF2-40B4-BE49-F238E27FC236}">
                <a16:creationId xmlns:a16="http://schemas.microsoft.com/office/drawing/2014/main" id="{9B9B6962-5158-41E5-9BF2-2DC2D85382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6764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8" name="Rectangle 20">
            <a:extLst>
              <a:ext uri="{FF2B5EF4-FFF2-40B4-BE49-F238E27FC236}">
                <a16:creationId xmlns:a16="http://schemas.microsoft.com/office/drawing/2014/main" id="{18211853-3C9F-4AE0-A696-EF322AD20B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9" name="Rectangle 21">
            <a:extLst>
              <a:ext uri="{FF2B5EF4-FFF2-40B4-BE49-F238E27FC236}">
                <a16:creationId xmlns:a16="http://schemas.microsoft.com/office/drawing/2014/main" id="{DDD8C30D-7057-44D0-AE96-0BAF10C84B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10" name="Rectangle 22">
            <a:extLst>
              <a:ext uri="{FF2B5EF4-FFF2-40B4-BE49-F238E27FC236}">
                <a16:creationId xmlns:a16="http://schemas.microsoft.com/office/drawing/2014/main" id="{6D0B99C3-A6F9-472F-BAF2-B4179CE681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11" name="Rectangle 23">
            <a:extLst>
              <a:ext uri="{FF2B5EF4-FFF2-40B4-BE49-F238E27FC236}">
                <a16:creationId xmlns:a16="http://schemas.microsoft.com/office/drawing/2014/main" id="{2F8781FB-9F2C-48B2-9C4F-53D07A4E9E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12" name="Rectangle 24">
            <a:extLst>
              <a:ext uri="{FF2B5EF4-FFF2-40B4-BE49-F238E27FC236}">
                <a16:creationId xmlns:a16="http://schemas.microsoft.com/office/drawing/2014/main" id="{98A53229-1905-4795-8271-B417D90769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24177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13" name="Rectangle 25">
            <a:extLst>
              <a:ext uri="{FF2B5EF4-FFF2-40B4-BE49-F238E27FC236}">
                <a16:creationId xmlns:a16="http://schemas.microsoft.com/office/drawing/2014/main" id="{489F83BF-063E-49A6-8D23-4DA8D5A44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24177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14" name="Rectangle 26">
            <a:extLst>
              <a:ext uri="{FF2B5EF4-FFF2-40B4-BE49-F238E27FC236}">
                <a16:creationId xmlns:a16="http://schemas.microsoft.com/office/drawing/2014/main" id="{A71757F4-0F5F-4CC8-94D2-7E6799FC1A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24098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15" name="Rectangle 27">
            <a:extLst>
              <a:ext uri="{FF2B5EF4-FFF2-40B4-BE49-F238E27FC236}">
                <a16:creationId xmlns:a16="http://schemas.microsoft.com/office/drawing/2014/main" id="{A5204C47-B1DC-41AC-8302-0FBCC3D181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24098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16" name="Rectangle 28">
            <a:extLst>
              <a:ext uri="{FF2B5EF4-FFF2-40B4-BE49-F238E27FC236}">
                <a16:creationId xmlns:a16="http://schemas.microsoft.com/office/drawing/2014/main" id="{2E6FBAC2-FEAB-4B84-B355-6DC60FB67F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17" name="Rectangle 29">
            <a:extLst>
              <a:ext uri="{FF2B5EF4-FFF2-40B4-BE49-F238E27FC236}">
                <a16:creationId xmlns:a16="http://schemas.microsoft.com/office/drawing/2014/main" id="{C8DFA35F-8985-4F5D-A1A3-FCAF087513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9624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18" name="Rectangle 30">
            <a:extLst>
              <a:ext uri="{FF2B5EF4-FFF2-40B4-BE49-F238E27FC236}">
                <a16:creationId xmlns:a16="http://schemas.microsoft.com/office/drawing/2014/main" id="{AD911484-3E98-428E-B08B-4AD1D7561D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19" name="Rectangle 31">
            <a:extLst>
              <a:ext uri="{FF2B5EF4-FFF2-40B4-BE49-F238E27FC236}">
                <a16:creationId xmlns:a16="http://schemas.microsoft.com/office/drawing/2014/main" id="{8D48F5E3-4D40-4135-BB94-7B4E904252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0" name="Rectangle 32">
            <a:extLst>
              <a:ext uri="{FF2B5EF4-FFF2-40B4-BE49-F238E27FC236}">
                <a16:creationId xmlns:a16="http://schemas.microsoft.com/office/drawing/2014/main" id="{82A6259F-3C71-4CFA-A843-370546736A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1" name="Line 33">
            <a:extLst>
              <a:ext uri="{FF2B5EF4-FFF2-40B4-BE49-F238E27FC236}">
                <a16:creationId xmlns:a16="http://schemas.microsoft.com/office/drawing/2014/main" id="{13ADAA26-940E-4EA5-90A9-9D20AA7A55C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2" name="Rectangle 34">
            <a:extLst>
              <a:ext uri="{FF2B5EF4-FFF2-40B4-BE49-F238E27FC236}">
                <a16:creationId xmlns:a16="http://schemas.microsoft.com/office/drawing/2014/main" id="{534CEE04-31A0-4C91-8224-894D2D6E59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3" name="Rectangle 35">
            <a:extLst>
              <a:ext uri="{FF2B5EF4-FFF2-40B4-BE49-F238E27FC236}">
                <a16:creationId xmlns:a16="http://schemas.microsoft.com/office/drawing/2014/main" id="{966A4DB2-A273-4044-9CEC-8EC85FA3E5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4" name="Rectangle 36">
            <a:extLst>
              <a:ext uri="{FF2B5EF4-FFF2-40B4-BE49-F238E27FC236}">
                <a16:creationId xmlns:a16="http://schemas.microsoft.com/office/drawing/2014/main" id="{AD816EC2-4AD4-46FF-8E03-F8B90CE9DF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5" name="Line 37">
            <a:extLst>
              <a:ext uri="{FF2B5EF4-FFF2-40B4-BE49-F238E27FC236}">
                <a16:creationId xmlns:a16="http://schemas.microsoft.com/office/drawing/2014/main" id="{ECEC80BF-A968-43A6-A535-9B6989AEB1B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6" name="Line 38">
            <a:extLst>
              <a:ext uri="{FF2B5EF4-FFF2-40B4-BE49-F238E27FC236}">
                <a16:creationId xmlns:a16="http://schemas.microsoft.com/office/drawing/2014/main" id="{096AF7B4-110B-468B-AF55-692900C167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7" name="Rectangle 39">
            <a:extLst>
              <a:ext uri="{FF2B5EF4-FFF2-40B4-BE49-F238E27FC236}">
                <a16:creationId xmlns:a16="http://schemas.microsoft.com/office/drawing/2014/main" id="{28B0DB28-1DFF-4972-AEA2-6D3FE441ED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8" name="Rectangle 40">
            <a:extLst>
              <a:ext uri="{FF2B5EF4-FFF2-40B4-BE49-F238E27FC236}">
                <a16:creationId xmlns:a16="http://schemas.microsoft.com/office/drawing/2014/main" id="{799AFB52-9615-4949-8DFB-C4AC5C3BE0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38512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9" name="Rectangle 41">
            <a:extLst>
              <a:ext uri="{FF2B5EF4-FFF2-40B4-BE49-F238E27FC236}">
                <a16:creationId xmlns:a16="http://schemas.microsoft.com/office/drawing/2014/main" id="{BDD074EB-5C3E-402B-BE5F-E9F1088BE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3851275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0" name="Rectangle 42">
            <a:extLst>
              <a:ext uri="{FF2B5EF4-FFF2-40B4-BE49-F238E27FC236}">
                <a16:creationId xmlns:a16="http://schemas.microsoft.com/office/drawing/2014/main" id="{BABC9DE3-88EC-4D89-B2B7-D76A71812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38433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1" name="Rectangle 43">
            <a:extLst>
              <a:ext uri="{FF2B5EF4-FFF2-40B4-BE49-F238E27FC236}">
                <a16:creationId xmlns:a16="http://schemas.microsoft.com/office/drawing/2014/main" id="{A7A7CB68-E893-4574-BED3-9FD3D9E45D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38433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2" name="Rectangle 44">
            <a:extLst>
              <a:ext uri="{FF2B5EF4-FFF2-40B4-BE49-F238E27FC236}">
                <a16:creationId xmlns:a16="http://schemas.microsoft.com/office/drawing/2014/main" id="{521E4E5A-6CFE-449E-B75C-A2DFFD3E9D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458470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3" name="Rectangle 45">
            <a:extLst>
              <a:ext uri="{FF2B5EF4-FFF2-40B4-BE49-F238E27FC236}">
                <a16:creationId xmlns:a16="http://schemas.microsoft.com/office/drawing/2014/main" id="{029B58DB-5E5C-41D9-AE54-465883824D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45847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4" name="Rectangle 46">
            <a:extLst>
              <a:ext uri="{FF2B5EF4-FFF2-40B4-BE49-F238E27FC236}">
                <a16:creationId xmlns:a16="http://schemas.microsoft.com/office/drawing/2014/main" id="{8CB638BF-F121-4967-B089-5D088EB2FF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457835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5" name="Rectangle 47">
            <a:extLst>
              <a:ext uri="{FF2B5EF4-FFF2-40B4-BE49-F238E27FC236}">
                <a16:creationId xmlns:a16="http://schemas.microsoft.com/office/drawing/2014/main" id="{AFE53073-5274-4E3F-B884-F21133BDCE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457835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6" name="Rectangle 48">
            <a:extLst>
              <a:ext uri="{FF2B5EF4-FFF2-40B4-BE49-F238E27FC236}">
                <a16:creationId xmlns:a16="http://schemas.microsoft.com/office/drawing/2014/main" id="{DC1B48E2-E35E-4327-A0A6-F021CB8AF5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7" name="Rectangle 49">
            <a:extLst>
              <a:ext uri="{FF2B5EF4-FFF2-40B4-BE49-F238E27FC236}">
                <a16:creationId xmlns:a16="http://schemas.microsoft.com/office/drawing/2014/main" id="{94F3CA01-C300-4B25-94B7-BEABA4809C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6613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8" name="Rectangle 50">
            <a:extLst>
              <a:ext uri="{FF2B5EF4-FFF2-40B4-BE49-F238E27FC236}">
                <a16:creationId xmlns:a16="http://schemas.microsoft.com/office/drawing/2014/main" id="{46CB1DE9-C866-4E80-8A27-2FEC04542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100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9" name="Rectangle 51">
            <a:extLst>
              <a:ext uri="{FF2B5EF4-FFF2-40B4-BE49-F238E27FC236}">
                <a16:creationId xmlns:a16="http://schemas.microsoft.com/office/drawing/2014/main" id="{CD4C8DDC-3CEC-47F9-A7B3-C5F5D14A8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737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40" name="Rectangle 52">
            <a:extLst>
              <a:ext uri="{FF2B5EF4-FFF2-40B4-BE49-F238E27FC236}">
                <a16:creationId xmlns:a16="http://schemas.microsoft.com/office/drawing/2014/main" id="{5B3B2356-6764-4527-88DB-F882FB965B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472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41" name="Rectangle 53">
            <a:extLst>
              <a:ext uri="{FF2B5EF4-FFF2-40B4-BE49-F238E27FC236}">
                <a16:creationId xmlns:a16="http://schemas.microsoft.com/office/drawing/2014/main" id="{0A9DC198-688F-447B-8A6F-9E24644A02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5263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42" name="Rectangle 54">
            <a:extLst>
              <a:ext uri="{FF2B5EF4-FFF2-40B4-BE49-F238E27FC236}">
                <a16:creationId xmlns:a16="http://schemas.microsoft.com/office/drawing/2014/main" id="{67F71A9A-8DDC-4790-B47F-D9177097F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5138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43" name="Rectangle 87">
            <a:extLst>
              <a:ext uri="{FF2B5EF4-FFF2-40B4-BE49-F238E27FC236}">
                <a16:creationId xmlns:a16="http://schemas.microsoft.com/office/drawing/2014/main" id="{EA876C24-8C68-428F-AD99-022E8E4863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8650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44" name="Rectangle 88">
            <a:extLst>
              <a:ext uri="{FF2B5EF4-FFF2-40B4-BE49-F238E27FC236}">
                <a16:creationId xmlns:a16="http://schemas.microsoft.com/office/drawing/2014/main" id="{7F613B66-BFD8-469D-96DB-39341DD44E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9738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45" name="Rectangle 89">
            <a:extLst>
              <a:ext uri="{FF2B5EF4-FFF2-40B4-BE49-F238E27FC236}">
                <a16:creationId xmlns:a16="http://schemas.microsoft.com/office/drawing/2014/main" id="{9A4757BC-6A20-4EC9-ABAA-3431F2EE28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766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46" name="Rectangle 90">
            <a:extLst>
              <a:ext uri="{FF2B5EF4-FFF2-40B4-BE49-F238E27FC236}">
                <a16:creationId xmlns:a16="http://schemas.microsoft.com/office/drawing/2014/main" id="{C715DD55-8495-4316-99F2-6C40016BCD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9775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47" name="Rectangle 91">
            <a:extLst>
              <a:ext uri="{FF2B5EF4-FFF2-40B4-BE49-F238E27FC236}">
                <a16:creationId xmlns:a16="http://schemas.microsoft.com/office/drawing/2014/main" id="{F13967FC-73C3-4417-B66A-05F2F777B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48" name="Rectangle 92">
            <a:extLst>
              <a:ext uri="{FF2B5EF4-FFF2-40B4-BE49-F238E27FC236}">
                <a16:creationId xmlns:a16="http://schemas.microsoft.com/office/drawing/2014/main" id="{F9A6A2F8-FD40-4B48-828C-3AF4C2340A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49" name="Rectangle 93">
            <a:extLst>
              <a:ext uri="{FF2B5EF4-FFF2-40B4-BE49-F238E27FC236}">
                <a16:creationId xmlns:a16="http://schemas.microsoft.com/office/drawing/2014/main" id="{81ED0BD7-F627-42D2-99B9-F94B63CCE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50" name="Rectangle 94">
            <a:extLst>
              <a:ext uri="{FF2B5EF4-FFF2-40B4-BE49-F238E27FC236}">
                <a16:creationId xmlns:a16="http://schemas.microsoft.com/office/drawing/2014/main" id="{15E66C9F-0332-4DDA-B8A4-1E4C40BBD1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51" name="Rectangle 95">
            <a:extLst>
              <a:ext uri="{FF2B5EF4-FFF2-40B4-BE49-F238E27FC236}">
                <a16:creationId xmlns:a16="http://schemas.microsoft.com/office/drawing/2014/main" id="{3F081E0B-7A34-4C64-8B19-10C579F1BC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52" name="Rectangle 96">
            <a:extLst>
              <a:ext uri="{FF2B5EF4-FFF2-40B4-BE49-F238E27FC236}">
                <a16:creationId xmlns:a16="http://schemas.microsoft.com/office/drawing/2014/main" id="{3D11F2F9-5115-4830-8379-F2DAE27A0C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53" name="Rectangle 97">
            <a:extLst>
              <a:ext uri="{FF2B5EF4-FFF2-40B4-BE49-F238E27FC236}">
                <a16:creationId xmlns:a16="http://schemas.microsoft.com/office/drawing/2014/main" id="{BDCF0C9A-A373-44AF-937E-6B706663D3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54" name="Line 98">
            <a:extLst>
              <a:ext uri="{FF2B5EF4-FFF2-40B4-BE49-F238E27FC236}">
                <a16:creationId xmlns:a16="http://schemas.microsoft.com/office/drawing/2014/main" id="{3E68AA85-1C6B-4545-B1A2-DE9FB60406D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55" name="Rectangle 99">
            <a:extLst>
              <a:ext uri="{FF2B5EF4-FFF2-40B4-BE49-F238E27FC236}">
                <a16:creationId xmlns:a16="http://schemas.microsoft.com/office/drawing/2014/main" id="{05034FE1-9329-4F9D-B709-1ECE68CAB6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56" name="Rectangle 100">
            <a:extLst>
              <a:ext uri="{FF2B5EF4-FFF2-40B4-BE49-F238E27FC236}">
                <a16:creationId xmlns:a16="http://schemas.microsoft.com/office/drawing/2014/main" id="{313E6380-8A0F-4C6F-A74E-01473D9670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57" name="Rectangle 101">
            <a:extLst>
              <a:ext uri="{FF2B5EF4-FFF2-40B4-BE49-F238E27FC236}">
                <a16:creationId xmlns:a16="http://schemas.microsoft.com/office/drawing/2014/main" id="{1C447409-9F52-4DF1-A8FA-6F62C1D12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58" name="Rectangle 102">
            <a:extLst>
              <a:ext uri="{FF2B5EF4-FFF2-40B4-BE49-F238E27FC236}">
                <a16:creationId xmlns:a16="http://schemas.microsoft.com/office/drawing/2014/main" id="{5A649EFF-9FBC-4A3C-AC2B-8BC72F722C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59" name="Rectangle 103">
            <a:extLst>
              <a:ext uri="{FF2B5EF4-FFF2-40B4-BE49-F238E27FC236}">
                <a16:creationId xmlns:a16="http://schemas.microsoft.com/office/drawing/2014/main" id="{209A0F26-826D-47D6-8717-F50E50151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60" name="Rectangle 104">
            <a:extLst>
              <a:ext uri="{FF2B5EF4-FFF2-40B4-BE49-F238E27FC236}">
                <a16:creationId xmlns:a16="http://schemas.microsoft.com/office/drawing/2014/main" id="{7385C526-03BA-47BF-967B-E1D9E12D0D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61" name="Rectangle 105">
            <a:extLst>
              <a:ext uri="{FF2B5EF4-FFF2-40B4-BE49-F238E27FC236}">
                <a16:creationId xmlns:a16="http://schemas.microsoft.com/office/drawing/2014/main" id="{4BB1EA31-5EA8-42B7-9375-790B88700E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62" name="Rectangle 106">
            <a:extLst>
              <a:ext uri="{FF2B5EF4-FFF2-40B4-BE49-F238E27FC236}">
                <a16:creationId xmlns:a16="http://schemas.microsoft.com/office/drawing/2014/main" id="{F09A585F-D94A-4B33-86D0-AC02C5EA68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63" name="Rectangle 107">
            <a:extLst>
              <a:ext uri="{FF2B5EF4-FFF2-40B4-BE49-F238E27FC236}">
                <a16:creationId xmlns:a16="http://schemas.microsoft.com/office/drawing/2014/main" id="{D87D5C09-7331-44B0-B8D8-99493CD210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64" name="Line 108">
            <a:extLst>
              <a:ext uri="{FF2B5EF4-FFF2-40B4-BE49-F238E27FC236}">
                <a16:creationId xmlns:a16="http://schemas.microsoft.com/office/drawing/2014/main" id="{D6FC0F96-5DE4-49A0-9F81-30CE3255D1A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65" name="Rectangle 109">
            <a:extLst>
              <a:ext uri="{FF2B5EF4-FFF2-40B4-BE49-F238E27FC236}">
                <a16:creationId xmlns:a16="http://schemas.microsoft.com/office/drawing/2014/main" id="{C751B8A1-C0C4-4087-A778-13D539E807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66" name="Rectangle 110">
            <a:extLst>
              <a:ext uri="{FF2B5EF4-FFF2-40B4-BE49-F238E27FC236}">
                <a16:creationId xmlns:a16="http://schemas.microsoft.com/office/drawing/2014/main" id="{29DB5323-2CCE-4D09-9D43-458EC4CBD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67" name="Rectangle 111">
            <a:extLst>
              <a:ext uri="{FF2B5EF4-FFF2-40B4-BE49-F238E27FC236}">
                <a16:creationId xmlns:a16="http://schemas.microsoft.com/office/drawing/2014/main" id="{D27E3D28-E1BD-4828-AA88-DC5B8DDD21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7538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68" name="Rectangle 112">
            <a:extLst>
              <a:ext uri="{FF2B5EF4-FFF2-40B4-BE49-F238E27FC236}">
                <a16:creationId xmlns:a16="http://schemas.microsoft.com/office/drawing/2014/main" id="{23D9C318-B71A-4283-99CB-5145C572D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125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69" name="Rectangle 113">
            <a:extLst>
              <a:ext uri="{FF2B5EF4-FFF2-40B4-BE49-F238E27FC236}">
                <a16:creationId xmlns:a16="http://schemas.microsoft.com/office/drawing/2014/main" id="{2DD45ED1-0E0F-4D2D-9395-5362D1FCF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70" name="Rectangle 114">
            <a:extLst>
              <a:ext uri="{FF2B5EF4-FFF2-40B4-BE49-F238E27FC236}">
                <a16:creationId xmlns:a16="http://schemas.microsoft.com/office/drawing/2014/main" id="{66D310DA-F06D-4830-97A8-8131E04D3C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565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71" name="Title 1">
            <a:extLst>
              <a:ext uri="{FF2B5EF4-FFF2-40B4-BE49-F238E27FC236}">
                <a16:creationId xmlns:a16="http://schemas.microsoft.com/office/drawing/2014/main" id="{01DA71C8-86A9-4C7F-82A4-05E8BC64795E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Examples of determination of overflow</a:t>
            </a:r>
          </a:p>
        </p:txBody>
      </p:sp>
      <p:sp>
        <p:nvSpPr>
          <p:cNvPr id="136272" name="Rectangle 12">
            <a:extLst>
              <a:ext uri="{FF2B5EF4-FFF2-40B4-BE49-F238E27FC236}">
                <a16:creationId xmlns:a16="http://schemas.microsoft.com/office/drawing/2014/main" id="{A1F2EA93-0196-40E2-9E77-197CDD669A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3713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73" name="Rectangle 12">
            <a:extLst>
              <a:ext uri="{FF2B5EF4-FFF2-40B4-BE49-F238E27FC236}">
                <a16:creationId xmlns:a16="http://schemas.microsoft.com/office/drawing/2014/main" id="{02D4DE4A-27E9-4167-A4BB-2E6C31F524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0 0 0 0 0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74" name="Rectangle 12">
            <a:extLst>
              <a:ext uri="{FF2B5EF4-FFF2-40B4-BE49-F238E27FC236}">
                <a16:creationId xmlns:a16="http://schemas.microsoft.com/office/drawing/2014/main" id="{395FBFE7-C48B-4ED4-8611-19EF670AE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75" name="Rectangle 12">
            <a:extLst>
              <a:ext uri="{FF2B5EF4-FFF2-40B4-BE49-F238E27FC236}">
                <a16:creationId xmlns:a16="http://schemas.microsoft.com/office/drawing/2014/main" id="{C331EB12-4767-463D-ABC9-475C8DB4D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76" name="Rectangle 86">
            <a:extLst>
              <a:ext uri="{FF2B5EF4-FFF2-40B4-BE49-F238E27FC236}">
                <a16:creationId xmlns:a16="http://schemas.microsoft.com/office/drawing/2014/main" id="{05572925-ACF9-4AA6-9537-A38FD79821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4500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77" name="Rectangle 87">
            <a:extLst>
              <a:ext uri="{FF2B5EF4-FFF2-40B4-BE49-F238E27FC236}">
                <a16:creationId xmlns:a16="http://schemas.microsoft.com/office/drawing/2014/main" id="{149DF677-BEAA-4131-9459-0FFE92A22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2438" y="3586163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78" name="Rectangle 88">
            <a:extLst>
              <a:ext uri="{FF2B5EF4-FFF2-40B4-BE49-F238E27FC236}">
                <a16:creationId xmlns:a16="http://schemas.microsoft.com/office/drawing/2014/main" id="{38CB9C6C-67AF-4D62-B052-F4B2FCE8A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76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79" name="Rectangle 89">
            <a:extLst>
              <a:ext uri="{FF2B5EF4-FFF2-40B4-BE49-F238E27FC236}">
                <a16:creationId xmlns:a16="http://schemas.microsoft.com/office/drawing/2014/main" id="{7A99946E-1C79-4B88-AF9E-338CD65A08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39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36280" name="Group 90">
            <a:extLst>
              <a:ext uri="{FF2B5EF4-FFF2-40B4-BE49-F238E27FC236}">
                <a16:creationId xmlns:a16="http://schemas.microsoft.com/office/drawing/2014/main" id="{BA7244C8-DE3A-4451-A185-B6A0130EDE2E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219200"/>
            <a:ext cx="690563" cy="623888"/>
            <a:chOff x="381000" y="2590800"/>
            <a:chExt cx="690562" cy="623887"/>
          </a:xfrm>
        </p:grpSpPr>
        <p:sp>
          <p:nvSpPr>
            <p:cNvPr id="136314" name="Rectangle 55">
              <a:extLst>
                <a:ext uri="{FF2B5EF4-FFF2-40B4-BE49-F238E27FC236}">
                  <a16:creationId xmlns:a16="http://schemas.microsoft.com/office/drawing/2014/main" id="{B4D978E0-037C-4DB8-BA37-49B0D1A4F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2590800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315" name="Rectangle 56">
              <a:extLst>
                <a:ext uri="{FF2B5EF4-FFF2-40B4-BE49-F238E27FC236}">
                  <a16:creationId xmlns:a16="http://schemas.microsoft.com/office/drawing/2014/main" id="{87E33D93-6A38-4B6B-922D-D3C00DB9D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27066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316" name="Rectangle 57">
              <a:extLst>
                <a:ext uri="{FF2B5EF4-FFF2-40B4-BE49-F238E27FC236}">
                  <a16:creationId xmlns:a16="http://schemas.microsoft.com/office/drawing/2014/main" id="{374263C2-F169-4C83-9671-040ABEE1D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975" y="2592387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317" name="Rectangle 58">
              <a:extLst>
                <a:ext uri="{FF2B5EF4-FFF2-40B4-BE49-F238E27FC236}">
                  <a16:creationId xmlns:a16="http://schemas.microsoft.com/office/drawing/2014/main" id="{337D30DF-E27E-41C1-A939-C97984CE0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25923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318" name="Rectangle 59">
              <a:extLst>
                <a:ext uri="{FF2B5EF4-FFF2-40B4-BE49-F238E27FC236}">
                  <a16:creationId xmlns:a16="http://schemas.microsoft.com/office/drawing/2014/main" id="{FC900138-197D-4308-80EA-504993FFC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2870200"/>
              <a:ext cx="1063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319" name="Rectangle 60">
              <a:extLst>
                <a:ext uri="{FF2B5EF4-FFF2-40B4-BE49-F238E27FC236}">
                  <a16:creationId xmlns:a16="http://schemas.microsoft.com/office/drawing/2014/main" id="{10674A8D-A596-4EBB-923E-321A9BC6B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29860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320" name="Rectangle 61">
              <a:extLst>
                <a:ext uri="{FF2B5EF4-FFF2-40B4-BE49-F238E27FC236}">
                  <a16:creationId xmlns:a16="http://schemas.microsoft.com/office/drawing/2014/main" id="{B873EA73-C5A9-47FC-B1B3-9C8D39B6C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2871787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321" name="Rectangle 62">
              <a:extLst>
                <a:ext uri="{FF2B5EF4-FFF2-40B4-BE49-F238E27FC236}">
                  <a16:creationId xmlns:a16="http://schemas.microsoft.com/office/drawing/2014/main" id="{0757C67F-96AE-4898-BEED-FFCB4B7C8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2871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36281" name="Group 99">
            <a:extLst>
              <a:ext uri="{FF2B5EF4-FFF2-40B4-BE49-F238E27FC236}">
                <a16:creationId xmlns:a16="http://schemas.microsoft.com/office/drawing/2014/main" id="{2B20F157-F806-4F1C-BE44-E71850C833D0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3429000"/>
            <a:ext cx="690563" cy="622300"/>
            <a:chOff x="2903538" y="4905375"/>
            <a:chExt cx="690562" cy="622300"/>
          </a:xfrm>
        </p:grpSpPr>
        <p:sp>
          <p:nvSpPr>
            <p:cNvPr id="136306" name="Rectangle 71">
              <a:extLst>
                <a:ext uri="{FF2B5EF4-FFF2-40B4-BE49-F238E27FC236}">
                  <a16:creationId xmlns:a16="http://schemas.microsoft.com/office/drawing/2014/main" id="{4F4B399A-AA43-4A86-8640-EF788F6C2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538" y="4905375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307" name="Rectangle 72">
              <a:extLst>
                <a:ext uri="{FF2B5EF4-FFF2-40B4-BE49-F238E27FC236}">
                  <a16:creationId xmlns:a16="http://schemas.microsoft.com/office/drawing/2014/main" id="{74398D54-FC9C-431E-9C0E-4337CB7C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075" y="50212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308" name="Rectangle 73">
              <a:extLst>
                <a:ext uri="{FF2B5EF4-FFF2-40B4-BE49-F238E27FC236}">
                  <a16:creationId xmlns:a16="http://schemas.microsoft.com/office/drawing/2014/main" id="{126D6310-9B40-42F6-A443-073300C4B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513" y="4906963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309" name="Rectangle 74">
              <a:extLst>
                <a:ext uri="{FF2B5EF4-FFF2-40B4-BE49-F238E27FC236}">
                  <a16:creationId xmlns:a16="http://schemas.microsoft.com/office/drawing/2014/main" id="{7247FDA4-3CDA-4815-9747-98A8985DE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906963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310" name="Rectangle 75">
              <a:extLst>
                <a:ext uri="{FF2B5EF4-FFF2-40B4-BE49-F238E27FC236}">
                  <a16:creationId xmlns:a16="http://schemas.microsoft.com/office/drawing/2014/main" id="{F8F2CCAB-ABC3-4B00-936A-A4F7E54F6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5183188"/>
              <a:ext cx="1063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311" name="Rectangle 76">
              <a:extLst>
                <a:ext uri="{FF2B5EF4-FFF2-40B4-BE49-F238E27FC236}">
                  <a16:creationId xmlns:a16="http://schemas.microsoft.com/office/drawing/2014/main" id="{97C6A35D-6324-496B-AFE5-B48B8301D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600" y="5299075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312" name="Rectangle 77">
              <a:extLst>
                <a:ext uri="{FF2B5EF4-FFF2-40B4-BE49-F238E27FC236}">
                  <a16:creationId xmlns:a16="http://schemas.microsoft.com/office/drawing/2014/main" id="{1DD7BF1F-1950-43D4-BF1F-4E175F261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450" y="5184775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313" name="Rectangle 78">
              <a:extLst>
                <a:ext uri="{FF2B5EF4-FFF2-40B4-BE49-F238E27FC236}">
                  <a16:creationId xmlns:a16="http://schemas.microsoft.com/office/drawing/2014/main" id="{3B0C1098-72E0-4DD5-8D87-793478CBE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388" y="5184775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36282" name="Group 108">
            <a:extLst>
              <a:ext uri="{FF2B5EF4-FFF2-40B4-BE49-F238E27FC236}">
                <a16:creationId xmlns:a16="http://schemas.microsoft.com/office/drawing/2014/main" id="{BEE52546-5A71-4BCC-A9CD-699BE57A8BF7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1219200"/>
            <a:ext cx="690563" cy="623888"/>
            <a:chOff x="6430963" y="2765425"/>
            <a:chExt cx="690562" cy="623888"/>
          </a:xfrm>
        </p:grpSpPr>
        <p:sp>
          <p:nvSpPr>
            <p:cNvPr id="136298" name="Rectangle 63">
              <a:extLst>
                <a:ext uri="{FF2B5EF4-FFF2-40B4-BE49-F238E27FC236}">
                  <a16:creationId xmlns:a16="http://schemas.microsoft.com/office/drawing/2014/main" id="{AA1BD9B8-3D3C-4644-AD87-5AC724471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0963" y="2765425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299" name="Rectangle 64">
              <a:extLst>
                <a:ext uri="{FF2B5EF4-FFF2-40B4-BE49-F238E27FC236}">
                  <a16:creationId xmlns:a16="http://schemas.microsoft.com/office/drawing/2014/main" id="{614E74B6-4099-486D-9E02-D3180CDA0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2088" y="28813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300" name="Rectangle 65">
              <a:extLst>
                <a:ext uri="{FF2B5EF4-FFF2-40B4-BE49-F238E27FC236}">
                  <a16:creationId xmlns:a16="http://schemas.microsoft.com/office/drawing/2014/main" id="{E2A6DC88-F51D-4CC4-A1E4-E09A6CE1C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2938" y="2767013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301" name="Rectangle 66">
              <a:extLst>
                <a:ext uri="{FF2B5EF4-FFF2-40B4-BE49-F238E27FC236}">
                  <a16:creationId xmlns:a16="http://schemas.microsoft.com/office/drawing/2014/main" id="{6D62C1F9-32D4-436C-9444-A0AAF8C4C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875" y="2767013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302" name="Rectangle 67">
              <a:extLst>
                <a:ext uri="{FF2B5EF4-FFF2-40B4-BE49-F238E27FC236}">
                  <a16:creationId xmlns:a16="http://schemas.microsoft.com/office/drawing/2014/main" id="{B087BF0E-EA5F-4E2B-80E4-DEB7D2F58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7313" y="3044825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303" name="Rectangle 68">
              <a:extLst>
                <a:ext uri="{FF2B5EF4-FFF2-40B4-BE49-F238E27FC236}">
                  <a16:creationId xmlns:a16="http://schemas.microsoft.com/office/drawing/2014/main" id="{A600CA47-4104-4192-919E-817CEBC89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0025" y="31607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304" name="Rectangle 69">
              <a:extLst>
                <a:ext uri="{FF2B5EF4-FFF2-40B4-BE49-F238E27FC236}">
                  <a16:creationId xmlns:a16="http://schemas.microsoft.com/office/drawing/2014/main" id="{11128BF0-396D-48CF-B469-5E2030A62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0875" y="3046413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305" name="Rectangle 70">
              <a:extLst>
                <a:ext uri="{FF2B5EF4-FFF2-40B4-BE49-F238E27FC236}">
                  <a16:creationId xmlns:a16="http://schemas.microsoft.com/office/drawing/2014/main" id="{E93565D5-E898-48AA-903D-F46ACC133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4813" y="3046413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36283" name="Group 121">
            <a:extLst>
              <a:ext uri="{FF2B5EF4-FFF2-40B4-BE49-F238E27FC236}">
                <a16:creationId xmlns:a16="http://schemas.microsoft.com/office/drawing/2014/main" id="{5A8A5DA2-2DCB-4280-84DE-8E1E93F78B4F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3429000"/>
            <a:ext cx="690563" cy="622300"/>
            <a:chOff x="6442075" y="4906963"/>
            <a:chExt cx="690563" cy="622300"/>
          </a:xfrm>
        </p:grpSpPr>
        <p:sp>
          <p:nvSpPr>
            <p:cNvPr id="136290" name="Rectangle 79">
              <a:extLst>
                <a:ext uri="{FF2B5EF4-FFF2-40B4-BE49-F238E27FC236}">
                  <a16:creationId xmlns:a16="http://schemas.microsoft.com/office/drawing/2014/main" id="{14A511BD-9284-4FC1-9403-86F3180FA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75" y="4906963"/>
              <a:ext cx="1063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291" name="Rectangle 80">
              <a:extLst>
                <a:ext uri="{FF2B5EF4-FFF2-40B4-BE49-F238E27FC236}">
                  <a16:creationId xmlns:a16="http://schemas.microsoft.com/office/drawing/2014/main" id="{6E232B0F-8A6E-41EA-B84A-CA620CF91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3200" y="502285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292" name="Rectangle 81">
              <a:extLst>
                <a:ext uri="{FF2B5EF4-FFF2-40B4-BE49-F238E27FC236}">
                  <a16:creationId xmlns:a16="http://schemas.microsoft.com/office/drawing/2014/main" id="{76396E9C-F4D7-4B76-A406-D2A5BF824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0" y="4908550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293" name="Rectangle 82">
              <a:extLst>
                <a:ext uri="{FF2B5EF4-FFF2-40B4-BE49-F238E27FC236}">
                  <a16:creationId xmlns:a16="http://schemas.microsoft.com/office/drawing/2014/main" id="{446283BC-B36D-4FDF-A29F-536F2B44B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9575" y="490855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294" name="Rectangle 83">
              <a:extLst>
                <a:ext uri="{FF2B5EF4-FFF2-40B4-BE49-F238E27FC236}">
                  <a16:creationId xmlns:a16="http://schemas.microsoft.com/office/drawing/2014/main" id="{1E81E417-C2E6-4916-9B97-9391930A8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0013" y="5184775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295" name="Rectangle 84">
              <a:extLst>
                <a:ext uri="{FF2B5EF4-FFF2-40B4-BE49-F238E27FC236}">
                  <a16:creationId xmlns:a16="http://schemas.microsoft.com/office/drawing/2014/main" id="{04BFF38E-7836-4671-ADE5-F927F6380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1138" y="53006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296" name="Rectangle 85">
              <a:extLst>
                <a:ext uri="{FF2B5EF4-FFF2-40B4-BE49-F238E27FC236}">
                  <a16:creationId xmlns:a16="http://schemas.microsoft.com/office/drawing/2014/main" id="{38AFBD8A-1759-4164-9DD5-BA0436490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1988" y="5186363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297" name="Rectangle 86">
              <a:extLst>
                <a:ext uri="{FF2B5EF4-FFF2-40B4-BE49-F238E27FC236}">
                  <a16:creationId xmlns:a16="http://schemas.microsoft.com/office/drawing/2014/main" id="{69668F97-490A-4B37-A4F4-C9DF6D122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186363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36284" name="Oval 113">
            <a:extLst>
              <a:ext uri="{FF2B5EF4-FFF2-40B4-BE49-F238E27FC236}">
                <a16:creationId xmlns:a16="http://schemas.microsoft.com/office/drawing/2014/main" id="{8A6030E6-9DBD-48F2-A3C3-F32FF395B2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163" y="965200"/>
            <a:ext cx="1219200" cy="1131888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85" name="Oval 113">
            <a:extLst>
              <a:ext uri="{FF2B5EF4-FFF2-40B4-BE49-F238E27FC236}">
                <a16:creationId xmlns:a16="http://schemas.microsoft.com/office/drawing/2014/main" id="{F4346F32-7773-4F5A-B5A9-62F4CB3A22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35900" y="3154363"/>
            <a:ext cx="1219200" cy="11303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36286" name="Group 5">
            <a:extLst>
              <a:ext uri="{FF2B5EF4-FFF2-40B4-BE49-F238E27FC236}">
                <a16:creationId xmlns:a16="http://schemas.microsoft.com/office/drawing/2014/main" id="{7D8ECBBF-9AE9-47E0-8B8A-8C31D6A61AA9}"/>
              </a:ext>
            </a:extLst>
          </p:cNvPr>
          <p:cNvGrpSpPr>
            <a:grpSpLocks/>
          </p:cNvGrpSpPr>
          <p:nvPr/>
        </p:nvGrpSpPr>
        <p:grpSpPr bwMode="auto">
          <a:xfrm>
            <a:off x="3296748" y="5395530"/>
            <a:ext cx="3035300" cy="461963"/>
            <a:chOff x="1143000" y="5791200"/>
            <a:chExt cx="3035907" cy="461665"/>
          </a:xfrm>
        </p:grpSpPr>
        <p:sp>
          <p:nvSpPr>
            <p:cNvPr id="136287" name="TextBox 2">
              <a:extLst>
                <a:ext uri="{FF2B5EF4-FFF2-40B4-BE49-F238E27FC236}">
                  <a16:creationId xmlns:a16="http://schemas.microsoft.com/office/drawing/2014/main" id="{CD28E1A9-FCF9-4855-B24D-F1FCE628AE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43000" y="5791200"/>
              <a:ext cx="303590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Overflow = c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 + c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</a:t>
              </a:r>
            </a:p>
          </p:txBody>
        </p:sp>
        <p:cxnSp>
          <p:nvCxnSpPr>
            <p:cNvPr id="136288" name="Straight Connector 134">
              <a:extLst>
                <a:ext uri="{FF2B5EF4-FFF2-40B4-BE49-F238E27FC236}">
                  <a16:creationId xmlns:a16="http://schemas.microsoft.com/office/drawing/2014/main" id="{C5ABA9EB-D940-4C06-826B-89ACBFFF66E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919768" y="5911772"/>
              <a:ext cx="15243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6289" name="Straight Connector 135">
              <a:extLst>
                <a:ext uri="{FF2B5EF4-FFF2-40B4-BE49-F238E27FC236}">
                  <a16:creationId xmlns:a16="http://schemas.microsoft.com/office/drawing/2014/main" id="{9C545778-4C23-46FD-8859-A81A018DDE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78712" y="5911772"/>
              <a:ext cx="15243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7" name="Rectangle 5">
            <a:extLst>
              <a:ext uri="{FF2B5EF4-FFF2-40B4-BE49-F238E27FC236}">
                <a16:creationId xmlns:a16="http://schemas.microsoft.com/office/drawing/2014/main" id="{E2FB8116-F3BF-4509-9020-1F0B337A2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18" name="Rectangle 6">
            <a:extLst>
              <a:ext uri="{FF2B5EF4-FFF2-40B4-BE49-F238E27FC236}">
                <a16:creationId xmlns:a16="http://schemas.microsoft.com/office/drawing/2014/main" id="{CA011846-C655-4AEA-BC9B-E68F3F3B35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19" name="Rectangle 7">
            <a:extLst>
              <a:ext uri="{FF2B5EF4-FFF2-40B4-BE49-F238E27FC236}">
                <a16:creationId xmlns:a16="http://schemas.microsoft.com/office/drawing/2014/main" id="{07B2F1FF-06E7-455D-97DB-DB751A027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0" name="Rectangle 8">
            <a:extLst>
              <a:ext uri="{FF2B5EF4-FFF2-40B4-BE49-F238E27FC236}">
                <a16:creationId xmlns:a16="http://schemas.microsoft.com/office/drawing/2014/main" id="{20816072-862C-49D1-A3A5-26AE9AC745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1" name="Line 9">
            <a:extLst>
              <a:ext uri="{FF2B5EF4-FFF2-40B4-BE49-F238E27FC236}">
                <a16:creationId xmlns:a16="http://schemas.microsoft.com/office/drawing/2014/main" id="{26C423A9-5E1B-4EAD-BDAF-DB556F9A451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2" name="Rectangle 10">
            <a:extLst>
              <a:ext uri="{FF2B5EF4-FFF2-40B4-BE49-F238E27FC236}">
                <a16:creationId xmlns:a16="http://schemas.microsoft.com/office/drawing/2014/main" id="{233DF4F7-E4B6-4B82-91E0-60CDB43E7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3" name="Rectangle 11">
            <a:extLst>
              <a:ext uri="{FF2B5EF4-FFF2-40B4-BE49-F238E27FC236}">
                <a16:creationId xmlns:a16="http://schemas.microsoft.com/office/drawing/2014/main" id="{8CAE012C-8E1E-4B69-AFA9-32B35FDA5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4" name="Rectangle 12">
            <a:extLst>
              <a:ext uri="{FF2B5EF4-FFF2-40B4-BE49-F238E27FC236}">
                <a16:creationId xmlns:a16="http://schemas.microsoft.com/office/drawing/2014/main" id="{3A08E218-D62D-4B97-BE8D-463B404B37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5" name="Line 13">
            <a:extLst>
              <a:ext uri="{FF2B5EF4-FFF2-40B4-BE49-F238E27FC236}">
                <a16:creationId xmlns:a16="http://schemas.microsoft.com/office/drawing/2014/main" id="{F679F1DC-65F4-451F-B094-F63993BF177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6" name="Line 14">
            <a:extLst>
              <a:ext uri="{FF2B5EF4-FFF2-40B4-BE49-F238E27FC236}">
                <a16:creationId xmlns:a16="http://schemas.microsoft.com/office/drawing/2014/main" id="{B6203E67-6947-4424-AEC2-13AED2760D1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7" name="Rectangle 15">
            <a:extLst>
              <a:ext uri="{FF2B5EF4-FFF2-40B4-BE49-F238E27FC236}">
                <a16:creationId xmlns:a16="http://schemas.microsoft.com/office/drawing/2014/main" id="{383426C5-B112-4927-8255-E3F7579B1D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8" name="Rectangle 16">
            <a:extLst>
              <a:ext uri="{FF2B5EF4-FFF2-40B4-BE49-F238E27FC236}">
                <a16:creationId xmlns:a16="http://schemas.microsoft.com/office/drawing/2014/main" id="{EAAD8001-C5D0-4256-A722-C628F1ABD3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6843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9" name="Rectangle 17">
            <a:extLst>
              <a:ext uri="{FF2B5EF4-FFF2-40B4-BE49-F238E27FC236}">
                <a16:creationId xmlns:a16="http://schemas.microsoft.com/office/drawing/2014/main" id="{0F1F90E1-D8E5-4389-A341-39C1EF9852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68433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0" name="Rectangle 18">
            <a:extLst>
              <a:ext uri="{FF2B5EF4-FFF2-40B4-BE49-F238E27FC236}">
                <a16:creationId xmlns:a16="http://schemas.microsoft.com/office/drawing/2014/main" id="{6665441C-4DBC-4B7A-A85B-37386AAE5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67640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1" name="Rectangle 19">
            <a:extLst>
              <a:ext uri="{FF2B5EF4-FFF2-40B4-BE49-F238E27FC236}">
                <a16:creationId xmlns:a16="http://schemas.microsoft.com/office/drawing/2014/main" id="{F329F47F-CE10-4861-9D4B-A8CD517362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6764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2" name="Rectangle 20">
            <a:extLst>
              <a:ext uri="{FF2B5EF4-FFF2-40B4-BE49-F238E27FC236}">
                <a16:creationId xmlns:a16="http://schemas.microsoft.com/office/drawing/2014/main" id="{7B70C544-9785-42EA-99FF-EE0F27C038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3" name="Rectangle 21">
            <a:extLst>
              <a:ext uri="{FF2B5EF4-FFF2-40B4-BE49-F238E27FC236}">
                <a16:creationId xmlns:a16="http://schemas.microsoft.com/office/drawing/2014/main" id="{77F7235E-2635-4615-BCEE-B558113F8C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4" name="Rectangle 22">
            <a:extLst>
              <a:ext uri="{FF2B5EF4-FFF2-40B4-BE49-F238E27FC236}">
                <a16:creationId xmlns:a16="http://schemas.microsoft.com/office/drawing/2014/main" id="{420472E0-33DD-4382-B5BB-D0198843F8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5" name="Rectangle 23">
            <a:extLst>
              <a:ext uri="{FF2B5EF4-FFF2-40B4-BE49-F238E27FC236}">
                <a16:creationId xmlns:a16="http://schemas.microsoft.com/office/drawing/2014/main" id="{24847D80-0049-449D-921C-081D77212B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6" name="Rectangle 24">
            <a:extLst>
              <a:ext uri="{FF2B5EF4-FFF2-40B4-BE49-F238E27FC236}">
                <a16:creationId xmlns:a16="http://schemas.microsoft.com/office/drawing/2014/main" id="{E64272AD-F8FB-475A-9D57-4B5F3BAF42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24177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7" name="Rectangle 25">
            <a:extLst>
              <a:ext uri="{FF2B5EF4-FFF2-40B4-BE49-F238E27FC236}">
                <a16:creationId xmlns:a16="http://schemas.microsoft.com/office/drawing/2014/main" id="{E0FAAAF3-F556-4128-B210-5704DE67DD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24177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8" name="Rectangle 26">
            <a:extLst>
              <a:ext uri="{FF2B5EF4-FFF2-40B4-BE49-F238E27FC236}">
                <a16:creationId xmlns:a16="http://schemas.microsoft.com/office/drawing/2014/main" id="{DC252193-C92D-4EAD-8F7B-DD6A07B84E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24098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9" name="Rectangle 27">
            <a:extLst>
              <a:ext uri="{FF2B5EF4-FFF2-40B4-BE49-F238E27FC236}">
                <a16:creationId xmlns:a16="http://schemas.microsoft.com/office/drawing/2014/main" id="{6CE446B1-67B2-489B-9952-FDE92B2F13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24098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0" name="Rectangle 28">
            <a:extLst>
              <a:ext uri="{FF2B5EF4-FFF2-40B4-BE49-F238E27FC236}">
                <a16:creationId xmlns:a16="http://schemas.microsoft.com/office/drawing/2014/main" id="{9748C9BF-BB8D-416B-AE6F-D17629E312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1" name="Rectangle 29">
            <a:extLst>
              <a:ext uri="{FF2B5EF4-FFF2-40B4-BE49-F238E27FC236}">
                <a16:creationId xmlns:a16="http://schemas.microsoft.com/office/drawing/2014/main" id="{B07D0929-1E90-42CA-910F-EBCC8FB2A7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9624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2" name="Rectangle 30">
            <a:extLst>
              <a:ext uri="{FF2B5EF4-FFF2-40B4-BE49-F238E27FC236}">
                <a16:creationId xmlns:a16="http://schemas.microsoft.com/office/drawing/2014/main" id="{0057D233-456A-46A8-85D1-4765AAAD2B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3" name="Rectangle 31">
            <a:extLst>
              <a:ext uri="{FF2B5EF4-FFF2-40B4-BE49-F238E27FC236}">
                <a16:creationId xmlns:a16="http://schemas.microsoft.com/office/drawing/2014/main" id="{60DA62AB-83C3-4BE7-9EAB-75466E5534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4" name="Rectangle 32">
            <a:extLst>
              <a:ext uri="{FF2B5EF4-FFF2-40B4-BE49-F238E27FC236}">
                <a16:creationId xmlns:a16="http://schemas.microsoft.com/office/drawing/2014/main" id="{75E69277-A111-431C-A202-0C771E8FA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5" name="Line 33">
            <a:extLst>
              <a:ext uri="{FF2B5EF4-FFF2-40B4-BE49-F238E27FC236}">
                <a16:creationId xmlns:a16="http://schemas.microsoft.com/office/drawing/2014/main" id="{A03E355E-2FFE-4D7B-BDD6-FB0CE10BBE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6" name="Rectangle 34">
            <a:extLst>
              <a:ext uri="{FF2B5EF4-FFF2-40B4-BE49-F238E27FC236}">
                <a16:creationId xmlns:a16="http://schemas.microsoft.com/office/drawing/2014/main" id="{99E4DC73-A7AB-4BC3-972C-EDEF668EB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7" name="Rectangle 35">
            <a:extLst>
              <a:ext uri="{FF2B5EF4-FFF2-40B4-BE49-F238E27FC236}">
                <a16:creationId xmlns:a16="http://schemas.microsoft.com/office/drawing/2014/main" id="{C430F885-D795-4894-9114-908D8A1064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8" name="Rectangle 36">
            <a:extLst>
              <a:ext uri="{FF2B5EF4-FFF2-40B4-BE49-F238E27FC236}">
                <a16:creationId xmlns:a16="http://schemas.microsoft.com/office/drawing/2014/main" id="{C3412578-233A-4D66-BDEC-74A1075BDD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9" name="Line 37">
            <a:extLst>
              <a:ext uri="{FF2B5EF4-FFF2-40B4-BE49-F238E27FC236}">
                <a16:creationId xmlns:a16="http://schemas.microsoft.com/office/drawing/2014/main" id="{E14E6443-C374-40F5-934B-DB5F708AEDE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0" name="Line 38">
            <a:extLst>
              <a:ext uri="{FF2B5EF4-FFF2-40B4-BE49-F238E27FC236}">
                <a16:creationId xmlns:a16="http://schemas.microsoft.com/office/drawing/2014/main" id="{06760CAF-345D-43CD-9E97-5EE9CBF4B0C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1" name="Rectangle 39">
            <a:extLst>
              <a:ext uri="{FF2B5EF4-FFF2-40B4-BE49-F238E27FC236}">
                <a16:creationId xmlns:a16="http://schemas.microsoft.com/office/drawing/2014/main" id="{3E7DD893-119A-479A-B67A-E81821A6D8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2" name="Rectangle 40">
            <a:extLst>
              <a:ext uri="{FF2B5EF4-FFF2-40B4-BE49-F238E27FC236}">
                <a16:creationId xmlns:a16="http://schemas.microsoft.com/office/drawing/2014/main" id="{4AF6E26C-F6A2-4447-BD63-96CB4C5CD9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38512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3" name="Rectangle 41">
            <a:extLst>
              <a:ext uri="{FF2B5EF4-FFF2-40B4-BE49-F238E27FC236}">
                <a16:creationId xmlns:a16="http://schemas.microsoft.com/office/drawing/2014/main" id="{CE5C6EEA-F7BD-41BF-AF3C-585B598EB8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3851275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4" name="Rectangle 42">
            <a:extLst>
              <a:ext uri="{FF2B5EF4-FFF2-40B4-BE49-F238E27FC236}">
                <a16:creationId xmlns:a16="http://schemas.microsoft.com/office/drawing/2014/main" id="{3DDC4DCF-8CEB-403A-BC3A-C44AFA207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38433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5" name="Rectangle 43">
            <a:extLst>
              <a:ext uri="{FF2B5EF4-FFF2-40B4-BE49-F238E27FC236}">
                <a16:creationId xmlns:a16="http://schemas.microsoft.com/office/drawing/2014/main" id="{14C05156-C4C7-4413-8FA6-F2C2A11DFF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38433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6" name="Rectangle 44">
            <a:extLst>
              <a:ext uri="{FF2B5EF4-FFF2-40B4-BE49-F238E27FC236}">
                <a16:creationId xmlns:a16="http://schemas.microsoft.com/office/drawing/2014/main" id="{F5698271-E9C2-46BC-8D09-350E6B4048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458470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7" name="Rectangle 45">
            <a:extLst>
              <a:ext uri="{FF2B5EF4-FFF2-40B4-BE49-F238E27FC236}">
                <a16:creationId xmlns:a16="http://schemas.microsoft.com/office/drawing/2014/main" id="{A11918C0-1B9B-466A-867B-0E276DB75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45847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8" name="Rectangle 46">
            <a:extLst>
              <a:ext uri="{FF2B5EF4-FFF2-40B4-BE49-F238E27FC236}">
                <a16:creationId xmlns:a16="http://schemas.microsoft.com/office/drawing/2014/main" id="{9948FFF7-124E-4166-9757-B98EACC8E4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457835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9" name="Rectangle 47">
            <a:extLst>
              <a:ext uri="{FF2B5EF4-FFF2-40B4-BE49-F238E27FC236}">
                <a16:creationId xmlns:a16="http://schemas.microsoft.com/office/drawing/2014/main" id="{9649B5C9-F88B-4059-8963-4FF789686B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457835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0" name="Rectangle 48">
            <a:extLst>
              <a:ext uri="{FF2B5EF4-FFF2-40B4-BE49-F238E27FC236}">
                <a16:creationId xmlns:a16="http://schemas.microsoft.com/office/drawing/2014/main" id="{2F6E4A03-2189-4128-83DC-1CDC04808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1" name="Rectangle 49">
            <a:extLst>
              <a:ext uri="{FF2B5EF4-FFF2-40B4-BE49-F238E27FC236}">
                <a16:creationId xmlns:a16="http://schemas.microsoft.com/office/drawing/2014/main" id="{4132B625-7220-4DE1-AD6C-E5D0FB341F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6613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2" name="Rectangle 50">
            <a:extLst>
              <a:ext uri="{FF2B5EF4-FFF2-40B4-BE49-F238E27FC236}">
                <a16:creationId xmlns:a16="http://schemas.microsoft.com/office/drawing/2014/main" id="{AD8E0B47-6E5D-444E-9717-1D272A9218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100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3" name="Rectangle 51">
            <a:extLst>
              <a:ext uri="{FF2B5EF4-FFF2-40B4-BE49-F238E27FC236}">
                <a16:creationId xmlns:a16="http://schemas.microsoft.com/office/drawing/2014/main" id="{C6BFE66F-24A1-4A66-8CE5-6BA6FF49BF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737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4" name="Rectangle 52">
            <a:extLst>
              <a:ext uri="{FF2B5EF4-FFF2-40B4-BE49-F238E27FC236}">
                <a16:creationId xmlns:a16="http://schemas.microsoft.com/office/drawing/2014/main" id="{2A82F830-5F99-4AB6-88E4-4A71AA8312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472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5" name="Rectangle 53">
            <a:extLst>
              <a:ext uri="{FF2B5EF4-FFF2-40B4-BE49-F238E27FC236}">
                <a16:creationId xmlns:a16="http://schemas.microsoft.com/office/drawing/2014/main" id="{FB215F57-1462-4305-9B8B-B74C1D4B7E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5263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6" name="Rectangle 54">
            <a:extLst>
              <a:ext uri="{FF2B5EF4-FFF2-40B4-BE49-F238E27FC236}">
                <a16:creationId xmlns:a16="http://schemas.microsoft.com/office/drawing/2014/main" id="{65A78845-258F-4278-B2C5-E37B50ACF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5138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7" name="Rectangle 87">
            <a:extLst>
              <a:ext uri="{FF2B5EF4-FFF2-40B4-BE49-F238E27FC236}">
                <a16:creationId xmlns:a16="http://schemas.microsoft.com/office/drawing/2014/main" id="{48CF2503-EF92-4467-B083-CF9BAA45AD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8650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8" name="Rectangle 88">
            <a:extLst>
              <a:ext uri="{FF2B5EF4-FFF2-40B4-BE49-F238E27FC236}">
                <a16:creationId xmlns:a16="http://schemas.microsoft.com/office/drawing/2014/main" id="{8AD3E0E7-9BD5-40DF-A999-8A98BF9D2C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9738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9" name="Rectangle 89">
            <a:extLst>
              <a:ext uri="{FF2B5EF4-FFF2-40B4-BE49-F238E27FC236}">
                <a16:creationId xmlns:a16="http://schemas.microsoft.com/office/drawing/2014/main" id="{CF4F134D-7FA1-4843-B391-6085A08F7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766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0" name="Rectangle 90">
            <a:extLst>
              <a:ext uri="{FF2B5EF4-FFF2-40B4-BE49-F238E27FC236}">
                <a16:creationId xmlns:a16="http://schemas.microsoft.com/office/drawing/2014/main" id="{4D6E56AA-67B5-4B27-A455-F52BEAEDA3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9775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1" name="Rectangle 91">
            <a:extLst>
              <a:ext uri="{FF2B5EF4-FFF2-40B4-BE49-F238E27FC236}">
                <a16:creationId xmlns:a16="http://schemas.microsoft.com/office/drawing/2014/main" id="{4FC9AB5C-DEB4-4F97-B16E-DAD3143FBC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2" name="Rectangle 92">
            <a:extLst>
              <a:ext uri="{FF2B5EF4-FFF2-40B4-BE49-F238E27FC236}">
                <a16:creationId xmlns:a16="http://schemas.microsoft.com/office/drawing/2014/main" id="{795D97C0-D299-4CF3-96D7-A363199D9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3" name="Rectangle 93">
            <a:extLst>
              <a:ext uri="{FF2B5EF4-FFF2-40B4-BE49-F238E27FC236}">
                <a16:creationId xmlns:a16="http://schemas.microsoft.com/office/drawing/2014/main" id="{4EBD8377-D95C-4EBA-927A-D2BA8FA818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4" name="Rectangle 94">
            <a:extLst>
              <a:ext uri="{FF2B5EF4-FFF2-40B4-BE49-F238E27FC236}">
                <a16:creationId xmlns:a16="http://schemas.microsoft.com/office/drawing/2014/main" id="{6200404B-7B5C-4BF8-AEFD-8E88B9BFD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5" name="Rectangle 95">
            <a:extLst>
              <a:ext uri="{FF2B5EF4-FFF2-40B4-BE49-F238E27FC236}">
                <a16:creationId xmlns:a16="http://schemas.microsoft.com/office/drawing/2014/main" id="{CD1B5C9F-635D-4EA6-86B6-3B5BF0BCA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6" name="Rectangle 96">
            <a:extLst>
              <a:ext uri="{FF2B5EF4-FFF2-40B4-BE49-F238E27FC236}">
                <a16:creationId xmlns:a16="http://schemas.microsoft.com/office/drawing/2014/main" id="{E9A5AA72-9117-46C8-904B-1BB885C04E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7" name="Rectangle 97">
            <a:extLst>
              <a:ext uri="{FF2B5EF4-FFF2-40B4-BE49-F238E27FC236}">
                <a16:creationId xmlns:a16="http://schemas.microsoft.com/office/drawing/2014/main" id="{B254BDD9-261C-49D0-A0C6-6419F7596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8" name="Line 98">
            <a:extLst>
              <a:ext uri="{FF2B5EF4-FFF2-40B4-BE49-F238E27FC236}">
                <a16:creationId xmlns:a16="http://schemas.microsoft.com/office/drawing/2014/main" id="{A504B655-C95C-489D-B6DC-E48A72A428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9" name="Rectangle 99">
            <a:extLst>
              <a:ext uri="{FF2B5EF4-FFF2-40B4-BE49-F238E27FC236}">
                <a16:creationId xmlns:a16="http://schemas.microsoft.com/office/drawing/2014/main" id="{D235A6F4-B2D6-4CBD-8A57-61E5817B60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0" name="Rectangle 100">
            <a:extLst>
              <a:ext uri="{FF2B5EF4-FFF2-40B4-BE49-F238E27FC236}">
                <a16:creationId xmlns:a16="http://schemas.microsoft.com/office/drawing/2014/main" id="{1A418393-ADB5-41AF-B65D-8E136DA46A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1" name="Rectangle 101">
            <a:extLst>
              <a:ext uri="{FF2B5EF4-FFF2-40B4-BE49-F238E27FC236}">
                <a16:creationId xmlns:a16="http://schemas.microsoft.com/office/drawing/2014/main" id="{6773158D-26F2-438F-8268-29943CA78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2" name="Rectangle 102">
            <a:extLst>
              <a:ext uri="{FF2B5EF4-FFF2-40B4-BE49-F238E27FC236}">
                <a16:creationId xmlns:a16="http://schemas.microsoft.com/office/drawing/2014/main" id="{8E7797AC-64B1-4449-9431-50E3EF2059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3" name="Rectangle 103">
            <a:extLst>
              <a:ext uri="{FF2B5EF4-FFF2-40B4-BE49-F238E27FC236}">
                <a16:creationId xmlns:a16="http://schemas.microsoft.com/office/drawing/2014/main" id="{E0789967-82E8-4D6E-A4B4-CE7470F474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4" name="Rectangle 104">
            <a:extLst>
              <a:ext uri="{FF2B5EF4-FFF2-40B4-BE49-F238E27FC236}">
                <a16:creationId xmlns:a16="http://schemas.microsoft.com/office/drawing/2014/main" id="{4ECF04F8-04B8-4B30-8942-5763692F33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5" name="Rectangle 105">
            <a:extLst>
              <a:ext uri="{FF2B5EF4-FFF2-40B4-BE49-F238E27FC236}">
                <a16:creationId xmlns:a16="http://schemas.microsoft.com/office/drawing/2014/main" id="{3A3290AC-4AD5-475F-8B14-1B67CB6C19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6" name="Rectangle 106">
            <a:extLst>
              <a:ext uri="{FF2B5EF4-FFF2-40B4-BE49-F238E27FC236}">
                <a16:creationId xmlns:a16="http://schemas.microsoft.com/office/drawing/2014/main" id="{B8D806C6-03A0-4C85-B8BE-F201EE7DD5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7" name="Rectangle 107">
            <a:extLst>
              <a:ext uri="{FF2B5EF4-FFF2-40B4-BE49-F238E27FC236}">
                <a16:creationId xmlns:a16="http://schemas.microsoft.com/office/drawing/2014/main" id="{32A299B4-CFCE-42AA-928F-184A9710D5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8" name="Line 108">
            <a:extLst>
              <a:ext uri="{FF2B5EF4-FFF2-40B4-BE49-F238E27FC236}">
                <a16:creationId xmlns:a16="http://schemas.microsoft.com/office/drawing/2014/main" id="{7458F23F-3E3E-4FB6-BE0A-47FCF02958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9" name="Rectangle 109">
            <a:extLst>
              <a:ext uri="{FF2B5EF4-FFF2-40B4-BE49-F238E27FC236}">
                <a16:creationId xmlns:a16="http://schemas.microsoft.com/office/drawing/2014/main" id="{B7B5FCF3-DC3E-4D21-AEDC-674469823E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0" name="Rectangle 110">
            <a:extLst>
              <a:ext uri="{FF2B5EF4-FFF2-40B4-BE49-F238E27FC236}">
                <a16:creationId xmlns:a16="http://schemas.microsoft.com/office/drawing/2014/main" id="{C620CD01-15DF-4CAE-B877-2C834EC023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1" name="Rectangle 111">
            <a:extLst>
              <a:ext uri="{FF2B5EF4-FFF2-40B4-BE49-F238E27FC236}">
                <a16:creationId xmlns:a16="http://schemas.microsoft.com/office/drawing/2014/main" id="{985DBEF5-A7E1-4E99-9298-A89E7A0D2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7538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2" name="Rectangle 112">
            <a:extLst>
              <a:ext uri="{FF2B5EF4-FFF2-40B4-BE49-F238E27FC236}">
                <a16:creationId xmlns:a16="http://schemas.microsoft.com/office/drawing/2014/main" id="{B7190093-982C-40B8-B797-27A1A9ECF3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125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3" name="Rectangle 113">
            <a:extLst>
              <a:ext uri="{FF2B5EF4-FFF2-40B4-BE49-F238E27FC236}">
                <a16:creationId xmlns:a16="http://schemas.microsoft.com/office/drawing/2014/main" id="{F4576A20-C3FE-4DA6-9D2E-2D3C81216D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4" name="Rectangle 114">
            <a:extLst>
              <a:ext uri="{FF2B5EF4-FFF2-40B4-BE49-F238E27FC236}">
                <a16:creationId xmlns:a16="http://schemas.microsoft.com/office/drawing/2014/main" id="{CB1CD2D8-4C10-4042-8A6E-3CF8EEE8E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565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5" name="Title 1">
            <a:extLst>
              <a:ext uri="{FF2B5EF4-FFF2-40B4-BE49-F238E27FC236}">
                <a16:creationId xmlns:a16="http://schemas.microsoft.com/office/drawing/2014/main" id="{C32D7A32-539C-4BEA-AA32-8D977F6DCE74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Examples of determination of overflow</a:t>
            </a:r>
          </a:p>
        </p:txBody>
      </p:sp>
      <p:sp>
        <p:nvSpPr>
          <p:cNvPr id="137296" name="Rectangle 12">
            <a:extLst>
              <a:ext uri="{FF2B5EF4-FFF2-40B4-BE49-F238E27FC236}">
                <a16:creationId xmlns:a16="http://schemas.microsoft.com/office/drawing/2014/main" id="{0BB0014D-0D75-48BB-8C0B-F354A60F73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3713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7" name="Rectangle 12">
            <a:extLst>
              <a:ext uri="{FF2B5EF4-FFF2-40B4-BE49-F238E27FC236}">
                <a16:creationId xmlns:a16="http://schemas.microsoft.com/office/drawing/2014/main" id="{5FB04613-A0A7-4CF3-BE82-51B3B0773B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0 0 0 0 0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8" name="Rectangle 12">
            <a:extLst>
              <a:ext uri="{FF2B5EF4-FFF2-40B4-BE49-F238E27FC236}">
                <a16:creationId xmlns:a16="http://schemas.microsoft.com/office/drawing/2014/main" id="{59BC0217-1FC3-4667-86AC-1D6CBF934E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9" name="Rectangle 12">
            <a:extLst>
              <a:ext uri="{FF2B5EF4-FFF2-40B4-BE49-F238E27FC236}">
                <a16:creationId xmlns:a16="http://schemas.microsoft.com/office/drawing/2014/main" id="{B82BC902-32A7-4821-A2E1-8D42BA299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00" name="Rectangle 86">
            <a:extLst>
              <a:ext uri="{FF2B5EF4-FFF2-40B4-BE49-F238E27FC236}">
                <a16:creationId xmlns:a16="http://schemas.microsoft.com/office/drawing/2014/main" id="{4BEA46E3-E47F-4BE4-8C95-F2CBF04E06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4500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01" name="Rectangle 87">
            <a:extLst>
              <a:ext uri="{FF2B5EF4-FFF2-40B4-BE49-F238E27FC236}">
                <a16:creationId xmlns:a16="http://schemas.microsoft.com/office/drawing/2014/main" id="{7A9F9618-13C4-45B4-AD21-B3B567B71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2438" y="3586163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02" name="Rectangle 88">
            <a:extLst>
              <a:ext uri="{FF2B5EF4-FFF2-40B4-BE49-F238E27FC236}">
                <a16:creationId xmlns:a16="http://schemas.microsoft.com/office/drawing/2014/main" id="{5E939707-A144-4064-9400-815F1E0E01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76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03" name="Rectangle 89">
            <a:extLst>
              <a:ext uri="{FF2B5EF4-FFF2-40B4-BE49-F238E27FC236}">
                <a16:creationId xmlns:a16="http://schemas.microsoft.com/office/drawing/2014/main" id="{F3332045-DAD9-4497-BBA1-56F4E78397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39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37304" name="Group 90">
            <a:extLst>
              <a:ext uri="{FF2B5EF4-FFF2-40B4-BE49-F238E27FC236}">
                <a16:creationId xmlns:a16="http://schemas.microsoft.com/office/drawing/2014/main" id="{09F6F282-3D09-4618-8962-FCAC1931E070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219200"/>
            <a:ext cx="690563" cy="623888"/>
            <a:chOff x="381000" y="2590800"/>
            <a:chExt cx="690562" cy="623887"/>
          </a:xfrm>
        </p:grpSpPr>
        <p:sp>
          <p:nvSpPr>
            <p:cNvPr id="137340" name="Rectangle 55">
              <a:extLst>
                <a:ext uri="{FF2B5EF4-FFF2-40B4-BE49-F238E27FC236}">
                  <a16:creationId xmlns:a16="http://schemas.microsoft.com/office/drawing/2014/main" id="{517D8EAE-B923-4D0A-8A1B-5D3D01367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2590800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41" name="Rectangle 56">
              <a:extLst>
                <a:ext uri="{FF2B5EF4-FFF2-40B4-BE49-F238E27FC236}">
                  <a16:creationId xmlns:a16="http://schemas.microsoft.com/office/drawing/2014/main" id="{788205B7-B5FD-4DB7-9364-2751D7362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27066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42" name="Rectangle 57">
              <a:extLst>
                <a:ext uri="{FF2B5EF4-FFF2-40B4-BE49-F238E27FC236}">
                  <a16:creationId xmlns:a16="http://schemas.microsoft.com/office/drawing/2014/main" id="{1DBBFD86-50D6-48B6-99BF-C33FDEDF8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975" y="2592387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43" name="Rectangle 58">
              <a:extLst>
                <a:ext uri="{FF2B5EF4-FFF2-40B4-BE49-F238E27FC236}">
                  <a16:creationId xmlns:a16="http://schemas.microsoft.com/office/drawing/2014/main" id="{2C4480EF-A216-406A-BE0B-E5E4A3726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25923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44" name="Rectangle 59">
              <a:extLst>
                <a:ext uri="{FF2B5EF4-FFF2-40B4-BE49-F238E27FC236}">
                  <a16:creationId xmlns:a16="http://schemas.microsoft.com/office/drawing/2014/main" id="{712D13E6-352A-4EBE-9424-865624E8C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2870200"/>
              <a:ext cx="1063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45" name="Rectangle 60">
              <a:extLst>
                <a:ext uri="{FF2B5EF4-FFF2-40B4-BE49-F238E27FC236}">
                  <a16:creationId xmlns:a16="http://schemas.microsoft.com/office/drawing/2014/main" id="{BE56284D-42E8-4BBD-AF69-1DA1F98B12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29860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46" name="Rectangle 61">
              <a:extLst>
                <a:ext uri="{FF2B5EF4-FFF2-40B4-BE49-F238E27FC236}">
                  <a16:creationId xmlns:a16="http://schemas.microsoft.com/office/drawing/2014/main" id="{FF1D3225-5E87-4BF0-9A9C-78B57E897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2871787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47" name="Rectangle 62">
              <a:extLst>
                <a:ext uri="{FF2B5EF4-FFF2-40B4-BE49-F238E27FC236}">
                  <a16:creationId xmlns:a16="http://schemas.microsoft.com/office/drawing/2014/main" id="{DDA36C96-E366-4C87-B939-9FED238AB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2871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37305" name="Group 99">
            <a:extLst>
              <a:ext uri="{FF2B5EF4-FFF2-40B4-BE49-F238E27FC236}">
                <a16:creationId xmlns:a16="http://schemas.microsoft.com/office/drawing/2014/main" id="{4B747121-27D6-4572-86F9-ED0356D1F06E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3429000"/>
            <a:ext cx="690563" cy="622300"/>
            <a:chOff x="2903538" y="4905375"/>
            <a:chExt cx="690562" cy="622300"/>
          </a:xfrm>
        </p:grpSpPr>
        <p:sp>
          <p:nvSpPr>
            <p:cNvPr id="137332" name="Rectangle 71">
              <a:extLst>
                <a:ext uri="{FF2B5EF4-FFF2-40B4-BE49-F238E27FC236}">
                  <a16:creationId xmlns:a16="http://schemas.microsoft.com/office/drawing/2014/main" id="{7FE000CE-1315-4BAE-B716-69093A021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538" y="4905375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33" name="Rectangle 72">
              <a:extLst>
                <a:ext uri="{FF2B5EF4-FFF2-40B4-BE49-F238E27FC236}">
                  <a16:creationId xmlns:a16="http://schemas.microsoft.com/office/drawing/2014/main" id="{BBF20581-DD17-4E4D-A969-B2536739C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075" y="50212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34" name="Rectangle 73">
              <a:extLst>
                <a:ext uri="{FF2B5EF4-FFF2-40B4-BE49-F238E27FC236}">
                  <a16:creationId xmlns:a16="http://schemas.microsoft.com/office/drawing/2014/main" id="{A68682FB-9A1F-4712-BA0F-6B69B2CF7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513" y="4906963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35" name="Rectangle 74">
              <a:extLst>
                <a:ext uri="{FF2B5EF4-FFF2-40B4-BE49-F238E27FC236}">
                  <a16:creationId xmlns:a16="http://schemas.microsoft.com/office/drawing/2014/main" id="{1886FE88-FC70-4E96-B808-B6C1B623B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906963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36" name="Rectangle 75">
              <a:extLst>
                <a:ext uri="{FF2B5EF4-FFF2-40B4-BE49-F238E27FC236}">
                  <a16:creationId xmlns:a16="http://schemas.microsoft.com/office/drawing/2014/main" id="{EDEB8EF7-2DA2-45A8-9779-F5F41DA28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5183188"/>
              <a:ext cx="1063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37" name="Rectangle 76">
              <a:extLst>
                <a:ext uri="{FF2B5EF4-FFF2-40B4-BE49-F238E27FC236}">
                  <a16:creationId xmlns:a16="http://schemas.microsoft.com/office/drawing/2014/main" id="{2145A2A3-77D4-49A3-A555-312466140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600" y="5299075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38" name="Rectangle 77">
              <a:extLst>
                <a:ext uri="{FF2B5EF4-FFF2-40B4-BE49-F238E27FC236}">
                  <a16:creationId xmlns:a16="http://schemas.microsoft.com/office/drawing/2014/main" id="{CEEA3A3D-7C17-45AC-BA91-5063AF129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450" y="5184775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39" name="Rectangle 78">
              <a:extLst>
                <a:ext uri="{FF2B5EF4-FFF2-40B4-BE49-F238E27FC236}">
                  <a16:creationId xmlns:a16="http://schemas.microsoft.com/office/drawing/2014/main" id="{2887C02C-7663-4C3B-8F6C-3FF9A6D61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388" y="5184775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37306" name="Group 108">
            <a:extLst>
              <a:ext uri="{FF2B5EF4-FFF2-40B4-BE49-F238E27FC236}">
                <a16:creationId xmlns:a16="http://schemas.microsoft.com/office/drawing/2014/main" id="{9B30750F-CE62-4226-9A8C-7CDBE743400B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1219200"/>
            <a:ext cx="690563" cy="623888"/>
            <a:chOff x="6430963" y="2765425"/>
            <a:chExt cx="690562" cy="623888"/>
          </a:xfrm>
        </p:grpSpPr>
        <p:sp>
          <p:nvSpPr>
            <p:cNvPr id="137324" name="Rectangle 63">
              <a:extLst>
                <a:ext uri="{FF2B5EF4-FFF2-40B4-BE49-F238E27FC236}">
                  <a16:creationId xmlns:a16="http://schemas.microsoft.com/office/drawing/2014/main" id="{3051E772-9AA3-4EFE-88A5-25AE07DB1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0963" y="2765425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25" name="Rectangle 64">
              <a:extLst>
                <a:ext uri="{FF2B5EF4-FFF2-40B4-BE49-F238E27FC236}">
                  <a16:creationId xmlns:a16="http://schemas.microsoft.com/office/drawing/2014/main" id="{F90F9F18-9E3A-4493-AD7F-C5FEE2F03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2088" y="28813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26" name="Rectangle 65">
              <a:extLst>
                <a:ext uri="{FF2B5EF4-FFF2-40B4-BE49-F238E27FC236}">
                  <a16:creationId xmlns:a16="http://schemas.microsoft.com/office/drawing/2014/main" id="{B3F24948-7D6C-478E-95D9-82F4AE882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2938" y="2767013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27" name="Rectangle 66">
              <a:extLst>
                <a:ext uri="{FF2B5EF4-FFF2-40B4-BE49-F238E27FC236}">
                  <a16:creationId xmlns:a16="http://schemas.microsoft.com/office/drawing/2014/main" id="{47BABAAA-D8CC-4AA6-962C-41F74E13D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875" y="2767013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28" name="Rectangle 67">
              <a:extLst>
                <a:ext uri="{FF2B5EF4-FFF2-40B4-BE49-F238E27FC236}">
                  <a16:creationId xmlns:a16="http://schemas.microsoft.com/office/drawing/2014/main" id="{F32B340A-ED39-4D54-8D4A-887974BBA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7313" y="3044825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29" name="Rectangle 68">
              <a:extLst>
                <a:ext uri="{FF2B5EF4-FFF2-40B4-BE49-F238E27FC236}">
                  <a16:creationId xmlns:a16="http://schemas.microsoft.com/office/drawing/2014/main" id="{D6042BCC-CD5F-42D4-B041-34C71FBEC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0025" y="31607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30" name="Rectangle 69">
              <a:extLst>
                <a:ext uri="{FF2B5EF4-FFF2-40B4-BE49-F238E27FC236}">
                  <a16:creationId xmlns:a16="http://schemas.microsoft.com/office/drawing/2014/main" id="{1A275737-2FAF-4226-A93D-318A33135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0875" y="3046413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31" name="Rectangle 70">
              <a:extLst>
                <a:ext uri="{FF2B5EF4-FFF2-40B4-BE49-F238E27FC236}">
                  <a16:creationId xmlns:a16="http://schemas.microsoft.com/office/drawing/2014/main" id="{5313D539-F1B3-466E-8D5F-AEECE29E5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4813" y="3046413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37307" name="Group 121">
            <a:extLst>
              <a:ext uri="{FF2B5EF4-FFF2-40B4-BE49-F238E27FC236}">
                <a16:creationId xmlns:a16="http://schemas.microsoft.com/office/drawing/2014/main" id="{725E44EF-3AB6-4A6E-8B34-9A51534C775D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3429000"/>
            <a:ext cx="690563" cy="622300"/>
            <a:chOff x="6442075" y="4906963"/>
            <a:chExt cx="690563" cy="622300"/>
          </a:xfrm>
        </p:grpSpPr>
        <p:sp>
          <p:nvSpPr>
            <p:cNvPr id="137316" name="Rectangle 79">
              <a:extLst>
                <a:ext uri="{FF2B5EF4-FFF2-40B4-BE49-F238E27FC236}">
                  <a16:creationId xmlns:a16="http://schemas.microsoft.com/office/drawing/2014/main" id="{C9745464-7032-4D42-9049-1E7C1426F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75" y="4906963"/>
              <a:ext cx="1063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17" name="Rectangle 80">
              <a:extLst>
                <a:ext uri="{FF2B5EF4-FFF2-40B4-BE49-F238E27FC236}">
                  <a16:creationId xmlns:a16="http://schemas.microsoft.com/office/drawing/2014/main" id="{8D35DC3A-A3D0-4AA2-ABED-F3EEF6077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3200" y="502285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18" name="Rectangle 81">
              <a:extLst>
                <a:ext uri="{FF2B5EF4-FFF2-40B4-BE49-F238E27FC236}">
                  <a16:creationId xmlns:a16="http://schemas.microsoft.com/office/drawing/2014/main" id="{0EF0302E-5815-4D5A-AD7F-27CEE1ADA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0" y="4908550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19" name="Rectangle 82">
              <a:extLst>
                <a:ext uri="{FF2B5EF4-FFF2-40B4-BE49-F238E27FC236}">
                  <a16:creationId xmlns:a16="http://schemas.microsoft.com/office/drawing/2014/main" id="{5950D0AA-3C41-4876-BC30-83B3B1AF5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9575" y="490855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20" name="Rectangle 83">
              <a:extLst>
                <a:ext uri="{FF2B5EF4-FFF2-40B4-BE49-F238E27FC236}">
                  <a16:creationId xmlns:a16="http://schemas.microsoft.com/office/drawing/2014/main" id="{E8A26277-C42B-4806-89DC-413DE7C31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0013" y="5184775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21" name="Rectangle 84">
              <a:extLst>
                <a:ext uri="{FF2B5EF4-FFF2-40B4-BE49-F238E27FC236}">
                  <a16:creationId xmlns:a16="http://schemas.microsoft.com/office/drawing/2014/main" id="{393EF83A-0095-4AB3-A872-E3F9E80D1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1138" y="53006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22" name="Rectangle 85">
              <a:extLst>
                <a:ext uri="{FF2B5EF4-FFF2-40B4-BE49-F238E27FC236}">
                  <a16:creationId xmlns:a16="http://schemas.microsoft.com/office/drawing/2014/main" id="{E8D3C9AB-6ACC-4072-A1A7-57376A4BA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1988" y="5186363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23" name="Rectangle 86">
              <a:extLst>
                <a:ext uri="{FF2B5EF4-FFF2-40B4-BE49-F238E27FC236}">
                  <a16:creationId xmlns:a16="http://schemas.microsoft.com/office/drawing/2014/main" id="{A63B1480-B552-4FFD-BE1B-D8936526B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186363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37308" name="Oval 113">
            <a:extLst>
              <a:ext uri="{FF2B5EF4-FFF2-40B4-BE49-F238E27FC236}">
                <a16:creationId xmlns:a16="http://schemas.microsoft.com/office/drawing/2014/main" id="{3B765595-576F-4ED6-B833-B4FEFD1E18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163" y="965200"/>
            <a:ext cx="1219200" cy="1131888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09" name="Oval 113">
            <a:extLst>
              <a:ext uri="{FF2B5EF4-FFF2-40B4-BE49-F238E27FC236}">
                <a16:creationId xmlns:a16="http://schemas.microsoft.com/office/drawing/2014/main" id="{5295CAB6-0AA5-4CE4-B64D-F82F93DB1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35900" y="3154363"/>
            <a:ext cx="1219200" cy="11303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37310" name="Group 5">
            <a:extLst>
              <a:ext uri="{FF2B5EF4-FFF2-40B4-BE49-F238E27FC236}">
                <a16:creationId xmlns:a16="http://schemas.microsoft.com/office/drawing/2014/main" id="{50DBBD8D-A78C-44DD-AC2D-503C25553B78}"/>
              </a:ext>
            </a:extLst>
          </p:cNvPr>
          <p:cNvGrpSpPr>
            <a:grpSpLocks/>
          </p:cNvGrpSpPr>
          <p:nvPr/>
        </p:nvGrpSpPr>
        <p:grpSpPr bwMode="auto">
          <a:xfrm>
            <a:off x="3167755" y="5233987"/>
            <a:ext cx="3035300" cy="461963"/>
            <a:chOff x="1143000" y="5791200"/>
            <a:chExt cx="3035907" cy="461665"/>
          </a:xfrm>
        </p:grpSpPr>
        <p:sp>
          <p:nvSpPr>
            <p:cNvPr id="137313" name="TextBox 2">
              <a:extLst>
                <a:ext uri="{FF2B5EF4-FFF2-40B4-BE49-F238E27FC236}">
                  <a16:creationId xmlns:a16="http://schemas.microsoft.com/office/drawing/2014/main" id="{D684B227-8044-4E8B-9EF1-47168ACF4D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43000" y="5791200"/>
              <a:ext cx="303590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Overflow = c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 + c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</a:t>
              </a:r>
            </a:p>
          </p:txBody>
        </p:sp>
        <p:cxnSp>
          <p:nvCxnSpPr>
            <p:cNvPr id="137314" name="Straight Connector 134">
              <a:extLst>
                <a:ext uri="{FF2B5EF4-FFF2-40B4-BE49-F238E27FC236}">
                  <a16:creationId xmlns:a16="http://schemas.microsoft.com/office/drawing/2014/main" id="{F2910771-3F4D-40AF-B4FE-D86051261DC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919768" y="5911772"/>
              <a:ext cx="15243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7315" name="Straight Connector 135">
              <a:extLst>
                <a:ext uri="{FF2B5EF4-FFF2-40B4-BE49-F238E27FC236}">
                  <a16:creationId xmlns:a16="http://schemas.microsoft.com/office/drawing/2014/main" id="{AC733A94-AB2C-449B-9A6A-B6FB663AB8A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78712" y="5911772"/>
              <a:ext cx="15243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37311" name="Right Brace 3">
            <a:extLst>
              <a:ext uri="{FF2B5EF4-FFF2-40B4-BE49-F238E27FC236}">
                <a16:creationId xmlns:a16="http://schemas.microsoft.com/office/drawing/2014/main" id="{F3093691-D404-45AA-8D79-863471426120}"/>
              </a:ext>
            </a:extLst>
          </p:cNvPr>
          <p:cNvSpPr>
            <a:spLocks/>
          </p:cNvSpPr>
          <p:nvPr/>
        </p:nvSpPr>
        <p:spPr bwMode="auto">
          <a:xfrm rot="5400000">
            <a:off x="5263255" y="5076825"/>
            <a:ext cx="304800" cy="1447800"/>
          </a:xfrm>
          <a:prstGeom prst="rightBrace">
            <a:avLst>
              <a:gd name="adj1" fmla="val 8334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12" name="TextBox 6">
            <a:extLst>
              <a:ext uri="{FF2B5EF4-FFF2-40B4-BE49-F238E27FC236}">
                <a16:creationId xmlns:a16="http://schemas.microsoft.com/office/drawing/2014/main" id="{974822BD-11E0-4257-9C5B-A62D6EE161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31480" y="5900737"/>
            <a:ext cx="7270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XOR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8241" name="Picture 1" descr="Screen shot 2013-10-07 at 3.46.00 PM.png">
            <a:extLst>
              <a:ext uri="{FF2B5EF4-FFF2-40B4-BE49-F238E27FC236}">
                <a16:creationId xmlns:a16="http://schemas.microsoft.com/office/drawing/2014/main" id="{54BD58F3-85B5-4B45-A3A0-EC637589D65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47800" y="2743200"/>
            <a:ext cx="6172200" cy="1773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8242" name="Title 1">
            <a:extLst>
              <a:ext uri="{FF2B5EF4-FFF2-40B4-BE49-F238E27FC236}">
                <a16:creationId xmlns:a16="http://schemas.microsoft.com/office/drawing/2014/main" id="{0531B0A7-51C6-4DBC-ADCB-AF65778C830A}"/>
              </a:ext>
            </a:extLst>
          </p:cNvPr>
          <p:cNvSpPr txBox="1">
            <a:spLocks/>
          </p:cNvSpPr>
          <p:nvPr/>
        </p:nvSpPr>
        <p:spPr bwMode="auto">
          <a:xfrm>
            <a:off x="0" y="30480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Calculating overflow for 4-bit numbers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with only three significant bits</a:t>
            </a: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9265" name="Picture 1" descr="Screen shot 2013-10-07 at 3.48.46 PM.png">
            <a:extLst>
              <a:ext uri="{FF2B5EF4-FFF2-40B4-BE49-F238E27FC236}">
                <a16:creationId xmlns:a16="http://schemas.microsoft.com/office/drawing/2014/main" id="{DD4DE98F-1124-43A9-9740-A346A5B6F67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3500" y="3048000"/>
            <a:ext cx="6515100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266" name="Title 1">
            <a:extLst>
              <a:ext uri="{FF2B5EF4-FFF2-40B4-BE49-F238E27FC236}">
                <a16:creationId xmlns:a16="http://schemas.microsoft.com/office/drawing/2014/main" id="{37E97316-923B-48CB-AE06-E5362E07547E}"/>
              </a:ext>
            </a:extLst>
          </p:cNvPr>
          <p:cNvSpPr txBox="1">
            <a:spLocks/>
          </p:cNvSpPr>
          <p:nvPr/>
        </p:nvSpPr>
        <p:spPr bwMode="auto">
          <a:xfrm>
            <a:off x="0" y="30480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Calculating overflow for n-bit numbers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with only n-1 significant bits</a:t>
            </a: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89" name="Rectangle 4">
            <a:extLst>
              <a:ext uri="{FF2B5EF4-FFF2-40B4-BE49-F238E27FC236}">
                <a16:creationId xmlns:a16="http://schemas.microsoft.com/office/drawing/2014/main" id="{CC04DD1C-4F6C-4441-AAA3-744981B1A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4425" y="3271838"/>
            <a:ext cx="884237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290" name="Freeform 5">
            <a:extLst>
              <a:ext uri="{FF2B5EF4-FFF2-40B4-BE49-F238E27FC236}">
                <a16:creationId xmlns:a16="http://schemas.microsoft.com/office/drawing/2014/main" id="{D55334F0-5641-4F9A-B29F-31D16462D477}"/>
              </a:ext>
            </a:extLst>
          </p:cNvPr>
          <p:cNvSpPr>
            <a:spLocks/>
          </p:cNvSpPr>
          <p:nvPr/>
        </p:nvSpPr>
        <p:spPr bwMode="auto">
          <a:xfrm>
            <a:off x="18161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291" name="Line 6">
            <a:extLst>
              <a:ext uri="{FF2B5EF4-FFF2-40B4-BE49-F238E27FC236}">
                <a16:creationId xmlns:a16="http://schemas.microsoft.com/office/drawing/2014/main" id="{128C813B-D459-42A8-94DD-18133A2CC1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943100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292" name="Freeform 7">
            <a:extLst>
              <a:ext uri="{FF2B5EF4-FFF2-40B4-BE49-F238E27FC236}">
                <a16:creationId xmlns:a16="http://schemas.microsoft.com/office/drawing/2014/main" id="{2295B2F8-03D1-47B3-AF24-DEA7C7310768}"/>
              </a:ext>
            </a:extLst>
          </p:cNvPr>
          <p:cNvSpPr>
            <a:spLocks/>
          </p:cNvSpPr>
          <p:nvPr/>
        </p:nvSpPr>
        <p:spPr bwMode="auto">
          <a:xfrm>
            <a:off x="3309937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293" name="Line 8">
            <a:extLst>
              <a:ext uri="{FF2B5EF4-FFF2-40B4-BE49-F238E27FC236}">
                <a16:creationId xmlns:a16="http://schemas.microsoft.com/office/drawing/2014/main" id="{48551C28-AB01-4051-B404-E1AC0442C0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36937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294" name="Rectangle 9">
            <a:extLst>
              <a:ext uri="{FF2B5EF4-FFF2-40B4-BE49-F238E27FC236}">
                <a16:creationId xmlns:a16="http://schemas.microsoft.com/office/drawing/2014/main" id="{AF735B0A-9DAC-4CCD-9E9A-3DBEC3EF53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5100" y="3478213"/>
            <a:ext cx="339725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FA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295" name="Rectangle 10">
            <a:extLst>
              <a:ext uri="{FF2B5EF4-FFF2-40B4-BE49-F238E27FC236}">
                <a16:creationId xmlns:a16="http://schemas.microsoft.com/office/drawing/2014/main" id="{7D061D76-74C7-429B-A6DC-663C5A786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6325" y="2352675"/>
            <a:ext cx="22383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296" name="Rectangle 11">
            <a:extLst>
              <a:ext uri="{FF2B5EF4-FFF2-40B4-BE49-F238E27FC236}">
                <a16:creationId xmlns:a16="http://schemas.microsoft.com/office/drawing/2014/main" id="{CE52E293-45F8-4BF2-B850-1AF302C9BD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2447925"/>
            <a:ext cx="1905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297" name="Rectangle 12">
            <a:extLst>
              <a:ext uri="{FF2B5EF4-FFF2-40B4-BE49-F238E27FC236}">
                <a16:creationId xmlns:a16="http://schemas.microsoft.com/office/drawing/2014/main" id="{09D9C6EA-0CA4-48A1-AF49-996A0F179B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9062" y="24479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298" name="Rectangle 14">
            <a:extLst>
              <a:ext uri="{FF2B5EF4-FFF2-40B4-BE49-F238E27FC236}">
                <a16:creationId xmlns:a16="http://schemas.microsoft.com/office/drawing/2014/main" id="{F428D2AC-1FCF-4758-8DAF-34DAB7EA34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3687" y="3419475"/>
            <a:ext cx="2238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299" name="Rectangle 15">
            <a:extLst>
              <a:ext uri="{FF2B5EF4-FFF2-40B4-BE49-F238E27FC236}">
                <a16:creationId xmlns:a16="http://schemas.microsoft.com/office/drawing/2014/main" id="{C8900795-F8A1-43D5-A085-221D1091E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55762" y="351313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00" name="Rectangle 16">
            <a:extLst>
              <a:ext uri="{FF2B5EF4-FFF2-40B4-BE49-F238E27FC236}">
                <a16:creationId xmlns:a16="http://schemas.microsoft.com/office/drawing/2014/main" id="{5EDF5149-0055-4B0A-9303-20D90E4237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5562" y="3417888"/>
            <a:ext cx="2238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01" name="Rectangle 17">
            <a:extLst>
              <a:ext uri="{FF2B5EF4-FFF2-40B4-BE49-F238E27FC236}">
                <a16:creationId xmlns:a16="http://schemas.microsoft.com/office/drawing/2014/main" id="{41726B8C-126A-4047-880D-EDB69CB35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7637" y="3511550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02" name="Rectangle 18">
            <a:extLst>
              <a:ext uri="{FF2B5EF4-FFF2-40B4-BE49-F238E27FC236}">
                <a16:creationId xmlns:a16="http://schemas.microsoft.com/office/drawing/2014/main" id="{B9BDAD7A-3CEC-4E1C-909A-79EEF81B55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8300" y="3511550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03" name="Freeform 19">
            <a:extLst>
              <a:ext uri="{FF2B5EF4-FFF2-40B4-BE49-F238E27FC236}">
                <a16:creationId xmlns:a16="http://schemas.microsoft.com/office/drawing/2014/main" id="{57616CA9-1AEF-4BB8-AE5C-120C9E5158BE}"/>
              </a:ext>
            </a:extLst>
          </p:cNvPr>
          <p:cNvSpPr>
            <a:spLocks/>
          </p:cNvSpPr>
          <p:nvPr/>
        </p:nvSpPr>
        <p:spPr bwMode="auto">
          <a:xfrm>
            <a:off x="2805112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04" name="Line 20">
            <a:extLst>
              <a:ext uri="{FF2B5EF4-FFF2-40B4-BE49-F238E27FC236}">
                <a16:creationId xmlns:a16="http://schemas.microsoft.com/office/drawing/2014/main" id="{6B21BC4D-77CD-4C45-8657-511220B45F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27337" y="3860800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05" name="Freeform 21">
            <a:extLst>
              <a:ext uri="{FF2B5EF4-FFF2-40B4-BE49-F238E27FC236}">
                <a16:creationId xmlns:a16="http://schemas.microsoft.com/office/drawing/2014/main" id="{92191E97-0B23-48E0-8830-F23AFEFDFFD8}"/>
              </a:ext>
            </a:extLst>
          </p:cNvPr>
          <p:cNvSpPr>
            <a:spLocks/>
          </p:cNvSpPr>
          <p:nvPr/>
        </p:nvSpPr>
        <p:spPr bwMode="auto">
          <a:xfrm>
            <a:off x="3016250" y="3124200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06" name="Line 22">
            <a:extLst>
              <a:ext uri="{FF2B5EF4-FFF2-40B4-BE49-F238E27FC236}">
                <a16:creationId xmlns:a16="http://schemas.microsoft.com/office/drawing/2014/main" id="{23B88566-EF2C-4FEC-8B7E-9B0DE5D501D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57525" y="2681288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07" name="Freeform 23">
            <a:extLst>
              <a:ext uri="{FF2B5EF4-FFF2-40B4-BE49-F238E27FC236}">
                <a16:creationId xmlns:a16="http://schemas.microsoft.com/office/drawing/2014/main" id="{60560A15-3D8B-4BD9-AAAC-85D6789F0264}"/>
              </a:ext>
            </a:extLst>
          </p:cNvPr>
          <p:cNvSpPr>
            <a:spLocks/>
          </p:cNvSpPr>
          <p:nvPr/>
        </p:nvSpPr>
        <p:spPr bwMode="auto">
          <a:xfrm>
            <a:off x="2574925" y="3124200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08" name="Line 24">
            <a:extLst>
              <a:ext uri="{FF2B5EF4-FFF2-40B4-BE49-F238E27FC236}">
                <a16:creationId xmlns:a16="http://schemas.microsoft.com/office/drawing/2014/main" id="{284E2B5A-6764-4D68-BC38-3D23B03B16A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95562" y="2681288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09" name="Rectangle 26">
            <a:extLst>
              <a:ext uri="{FF2B5EF4-FFF2-40B4-BE49-F238E27FC236}">
                <a16:creationId xmlns:a16="http://schemas.microsoft.com/office/drawing/2014/main" id="{B17DB17E-245F-4D42-AE29-CEE8A602E8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9575" y="2352675"/>
            <a:ext cx="22383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10" name="Rectangle 27">
            <a:extLst>
              <a:ext uri="{FF2B5EF4-FFF2-40B4-BE49-F238E27FC236}">
                <a16:creationId xmlns:a16="http://schemas.microsoft.com/office/drawing/2014/main" id="{A7A94E30-C103-4951-B10E-9060CAFD88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1650" y="24479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11" name="Rectangle 28">
            <a:extLst>
              <a:ext uri="{FF2B5EF4-FFF2-40B4-BE49-F238E27FC236}">
                <a16:creationId xmlns:a16="http://schemas.microsoft.com/office/drawing/2014/main" id="{3A9BF49B-C6DA-4C8C-BDD3-D11FF525B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2312" y="24479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12" name="Rectangle 29">
            <a:extLst>
              <a:ext uri="{FF2B5EF4-FFF2-40B4-BE49-F238E27FC236}">
                <a16:creationId xmlns:a16="http://schemas.microsoft.com/office/drawing/2014/main" id="{A09B3C56-74FF-4858-BF24-ED6E6F34D5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187" y="244792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13" name="Rectangle 30">
            <a:extLst>
              <a:ext uri="{FF2B5EF4-FFF2-40B4-BE49-F238E27FC236}">
                <a16:creationId xmlns:a16="http://schemas.microsoft.com/office/drawing/2014/main" id="{207314DD-7DB5-471E-979A-5C6B5F61B2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9537" y="4456113"/>
            <a:ext cx="2111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14" name="Rectangle 31">
            <a:extLst>
              <a:ext uri="{FF2B5EF4-FFF2-40B4-BE49-F238E27FC236}">
                <a16:creationId xmlns:a16="http://schemas.microsoft.com/office/drawing/2014/main" id="{0480015F-11BA-44E2-8269-E48B534E2D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0500" y="454977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15" name="Rectangle 32">
            <a:extLst>
              <a:ext uri="{FF2B5EF4-FFF2-40B4-BE49-F238E27FC236}">
                <a16:creationId xmlns:a16="http://schemas.microsoft.com/office/drawing/2014/main" id="{96A978CE-EE7C-4CB2-8C28-B8C12F49DA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1162" y="454977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16" name="Rectangle 33">
            <a:extLst>
              <a:ext uri="{FF2B5EF4-FFF2-40B4-BE49-F238E27FC236}">
                <a16:creationId xmlns:a16="http://schemas.microsoft.com/office/drawing/2014/main" id="{93AFB0C9-73CD-41E9-B213-757AAC35A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0237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17" name="Freeform 34">
            <a:extLst>
              <a:ext uri="{FF2B5EF4-FFF2-40B4-BE49-F238E27FC236}">
                <a16:creationId xmlns:a16="http://schemas.microsoft.com/office/drawing/2014/main" id="{3347BFED-3956-4677-869A-CD7BEBB4CC3A}"/>
              </a:ext>
            </a:extLst>
          </p:cNvPr>
          <p:cNvSpPr>
            <a:spLocks/>
          </p:cNvSpPr>
          <p:nvPr/>
        </p:nvSpPr>
        <p:spPr bwMode="auto">
          <a:xfrm>
            <a:off x="5289550" y="3544888"/>
            <a:ext cx="125412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18" name="Line 35">
            <a:extLst>
              <a:ext uri="{FF2B5EF4-FFF2-40B4-BE49-F238E27FC236}">
                <a16:creationId xmlns:a16="http://schemas.microsoft.com/office/drawing/2014/main" id="{29624067-3C7F-4AA2-8952-56E4FF97B768}"/>
              </a:ext>
            </a:extLst>
          </p:cNvPr>
          <p:cNvSpPr>
            <a:spLocks noChangeShapeType="1"/>
          </p:cNvSpPr>
          <p:nvPr/>
        </p:nvSpPr>
        <p:spPr bwMode="auto">
          <a:xfrm>
            <a:off x="5414962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19" name="Freeform 36">
            <a:extLst>
              <a:ext uri="{FF2B5EF4-FFF2-40B4-BE49-F238E27FC236}">
                <a16:creationId xmlns:a16="http://schemas.microsoft.com/office/drawing/2014/main" id="{55A76FD7-5131-4E17-91D9-5BC7C30107FA}"/>
              </a:ext>
            </a:extLst>
          </p:cNvPr>
          <p:cNvSpPr>
            <a:spLocks/>
          </p:cNvSpPr>
          <p:nvPr/>
        </p:nvSpPr>
        <p:spPr bwMode="auto">
          <a:xfrm>
            <a:off x="66357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20" name="Line 37">
            <a:extLst>
              <a:ext uri="{FF2B5EF4-FFF2-40B4-BE49-F238E27FC236}">
                <a16:creationId xmlns:a16="http://schemas.microsoft.com/office/drawing/2014/main" id="{1BD09984-6167-4FD2-9672-C81876E7FD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62750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21" name="Rectangle 38">
            <a:extLst>
              <a:ext uri="{FF2B5EF4-FFF2-40B4-BE49-F238E27FC236}">
                <a16:creationId xmlns:a16="http://schemas.microsoft.com/office/drawing/2014/main" id="{2F6E4C96-3A09-4BC5-8A04-EF23886849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5" y="454977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22" name="Rectangle 39">
            <a:extLst>
              <a:ext uri="{FF2B5EF4-FFF2-40B4-BE49-F238E27FC236}">
                <a16:creationId xmlns:a16="http://schemas.microsoft.com/office/drawing/2014/main" id="{195FEC55-E5C1-4107-899B-C09472E1E4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2500" y="3478213"/>
            <a:ext cx="339725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FA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23" name="Rectangle 40">
            <a:extLst>
              <a:ext uri="{FF2B5EF4-FFF2-40B4-BE49-F238E27FC236}">
                <a16:creationId xmlns:a16="http://schemas.microsoft.com/office/drawing/2014/main" id="{04FF7D7E-08DB-4D25-A9D0-B12B1D59AE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56287" y="2347913"/>
            <a:ext cx="2238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24" name="Rectangle 41">
            <a:extLst>
              <a:ext uri="{FF2B5EF4-FFF2-40B4-BE49-F238E27FC236}">
                <a16:creationId xmlns:a16="http://schemas.microsoft.com/office/drawing/2014/main" id="{97801430-3654-452D-9318-03D70DB48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9950" y="244157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25" name="Rectangle 42">
            <a:extLst>
              <a:ext uri="{FF2B5EF4-FFF2-40B4-BE49-F238E27FC236}">
                <a16:creationId xmlns:a16="http://schemas.microsoft.com/office/drawing/2014/main" id="{757579B6-3106-4FE9-BBA1-B32E76FC20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8087" y="3435350"/>
            <a:ext cx="2238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26" name="Freeform 43">
            <a:extLst>
              <a:ext uri="{FF2B5EF4-FFF2-40B4-BE49-F238E27FC236}">
                <a16:creationId xmlns:a16="http://schemas.microsoft.com/office/drawing/2014/main" id="{C1735E80-B30B-40F9-8B84-395670EB960B}"/>
              </a:ext>
            </a:extLst>
          </p:cNvPr>
          <p:cNvSpPr>
            <a:spLocks/>
          </p:cNvSpPr>
          <p:nvPr/>
        </p:nvSpPr>
        <p:spPr bwMode="auto">
          <a:xfrm>
            <a:off x="6130925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27" name="Line 44">
            <a:extLst>
              <a:ext uri="{FF2B5EF4-FFF2-40B4-BE49-F238E27FC236}">
                <a16:creationId xmlns:a16="http://schemas.microsoft.com/office/drawing/2014/main" id="{77731E0C-A5A6-48B0-8AA8-4DA7D7114A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51562" y="3860800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28" name="Freeform 45">
            <a:extLst>
              <a:ext uri="{FF2B5EF4-FFF2-40B4-BE49-F238E27FC236}">
                <a16:creationId xmlns:a16="http://schemas.microsoft.com/office/drawing/2014/main" id="{520023F1-807D-4C41-B31E-283F4D282D4E}"/>
              </a:ext>
            </a:extLst>
          </p:cNvPr>
          <p:cNvSpPr>
            <a:spLocks/>
          </p:cNvSpPr>
          <p:nvPr/>
        </p:nvSpPr>
        <p:spPr bwMode="auto">
          <a:xfrm>
            <a:off x="6340475" y="3124200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29" name="Line 46">
            <a:extLst>
              <a:ext uri="{FF2B5EF4-FFF2-40B4-BE49-F238E27FC236}">
                <a16:creationId xmlns:a16="http://schemas.microsoft.com/office/drawing/2014/main" id="{D881802F-D1BD-4091-992F-6745A5B65BF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83337" y="2681288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30" name="Freeform 47">
            <a:extLst>
              <a:ext uri="{FF2B5EF4-FFF2-40B4-BE49-F238E27FC236}">
                <a16:creationId xmlns:a16="http://schemas.microsoft.com/office/drawing/2014/main" id="{759E3A8A-B6D8-4BE9-96DA-FC5A07505F9E}"/>
              </a:ext>
            </a:extLst>
          </p:cNvPr>
          <p:cNvSpPr>
            <a:spLocks/>
          </p:cNvSpPr>
          <p:nvPr/>
        </p:nvSpPr>
        <p:spPr bwMode="auto">
          <a:xfrm>
            <a:off x="5899150" y="3124200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31" name="Line 48">
            <a:extLst>
              <a:ext uri="{FF2B5EF4-FFF2-40B4-BE49-F238E27FC236}">
                <a16:creationId xmlns:a16="http://schemas.microsoft.com/office/drawing/2014/main" id="{2D7FCE23-1B85-48B3-BB5C-C01F2D1B57D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19787" y="2681288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32" name="Rectangle 49">
            <a:extLst>
              <a:ext uri="{FF2B5EF4-FFF2-40B4-BE49-F238E27FC236}">
                <a16:creationId xmlns:a16="http://schemas.microsoft.com/office/drawing/2014/main" id="{B1C059DA-4BAD-4252-A5FC-7AEA5B58A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8575" y="3529013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33" name="Rectangle 50">
            <a:extLst>
              <a:ext uri="{FF2B5EF4-FFF2-40B4-BE49-F238E27FC236}">
                <a16:creationId xmlns:a16="http://schemas.microsoft.com/office/drawing/2014/main" id="{FD21E8E4-CDAA-404D-81A9-9B117C84AD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1900" y="2347913"/>
            <a:ext cx="22383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34" name="Rectangle 51">
            <a:extLst>
              <a:ext uri="{FF2B5EF4-FFF2-40B4-BE49-F238E27FC236}">
                <a16:creationId xmlns:a16="http://schemas.microsoft.com/office/drawing/2014/main" id="{20B51590-7699-4160-A295-BE437C053C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3975" y="244157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35" name="Rectangle 52">
            <a:extLst>
              <a:ext uri="{FF2B5EF4-FFF2-40B4-BE49-F238E27FC236}">
                <a16:creationId xmlns:a16="http://schemas.microsoft.com/office/drawing/2014/main" id="{F2E004F6-A98E-4836-B478-40EE1ECE1F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6475" y="4456113"/>
            <a:ext cx="21113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36" name="Rectangle 53">
            <a:extLst>
              <a:ext uri="{FF2B5EF4-FFF2-40B4-BE49-F238E27FC236}">
                <a16:creationId xmlns:a16="http://schemas.microsoft.com/office/drawing/2014/main" id="{9738099E-FB74-4BF3-990B-35B5A76BC5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4075" y="3271838"/>
            <a:ext cx="884237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37" name="Freeform 54">
            <a:extLst>
              <a:ext uri="{FF2B5EF4-FFF2-40B4-BE49-F238E27FC236}">
                <a16:creationId xmlns:a16="http://schemas.microsoft.com/office/drawing/2014/main" id="{614DAD5C-C556-43E9-BF32-6BB9FA635997}"/>
              </a:ext>
            </a:extLst>
          </p:cNvPr>
          <p:cNvSpPr>
            <a:spLocks/>
          </p:cNvSpPr>
          <p:nvPr/>
        </p:nvSpPr>
        <p:spPr bwMode="auto">
          <a:xfrm>
            <a:off x="8129587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38" name="Line 55">
            <a:extLst>
              <a:ext uri="{FF2B5EF4-FFF2-40B4-BE49-F238E27FC236}">
                <a16:creationId xmlns:a16="http://schemas.microsoft.com/office/drawing/2014/main" id="{3CD86142-E20D-420D-8983-5B2BE56CA19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56587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39" name="Rectangle 56">
            <a:extLst>
              <a:ext uri="{FF2B5EF4-FFF2-40B4-BE49-F238E27FC236}">
                <a16:creationId xmlns:a16="http://schemas.microsoft.com/office/drawing/2014/main" id="{2D597C36-90EA-484D-A29C-1A24AE1ADF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7437" y="454977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40" name="Freeform 57">
            <a:extLst>
              <a:ext uri="{FF2B5EF4-FFF2-40B4-BE49-F238E27FC236}">
                <a16:creationId xmlns:a16="http://schemas.microsoft.com/office/drawing/2014/main" id="{CAEDCF65-80A5-4CD7-8E24-03C703889AD2}"/>
              </a:ext>
            </a:extLst>
          </p:cNvPr>
          <p:cNvSpPr>
            <a:spLocks/>
          </p:cNvSpPr>
          <p:nvPr/>
        </p:nvSpPr>
        <p:spPr bwMode="auto">
          <a:xfrm>
            <a:off x="7624762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41" name="Line 58">
            <a:extLst>
              <a:ext uri="{FF2B5EF4-FFF2-40B4-BE49-F238E27FC236}">
                <a16:creationId xmlns:a16="http://schemas.microsoft.com/office/drawing/2014/main" id="{1CA96210-5E63-43C0-87A1-B6F53735F73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45400" y="3860800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42" name="Freeform 59">
            <a:extLst>
              <a:ext uri="{FF2B5EF4-FFF2-40B4-BE49-F238E27FC236}">
                <a16:creationId xmlns:a16="http://schemas.microsoft.com/office/drawing/2014/main" id="{49EC9B63-D936-4089-9CD3-B1B7D106C645}"/>
              </a:ext>
            </a:extLst>
          </p:cNvPr>
          <p:cNvSpPr>
            <a:spLocks/>
          </p:cNvSpPr>
          <p:nvPr/>
        </p:nvSpPr>
        <p:spPr bwMode="auto">
          <a:xfrm>
            <a:off x="7835900" y="3124200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43" name="Line 60">
            <a:extLst>
              <a:ext uri="{FF2B5EF4-FFF2-40B4-BE49-F238E27FC236}">
                <a16:creationId xmlns:a16="http://schemas.microsoft.com/office/drawing/2014/main" id="{27F1CB54-DFE1-4388-A8F2-966840FCE93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77175" y="2681288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44" name="Freeform 61">
            <a:extLst>
              <a:ext uri="{FF2B5EF4-FFF2-40B4-BE49-F238E27FC236}">
                <a16:creationId xmlns:a16="http://schemas.microsoft.com/office/drawing/2014/main" id="{3E56371F-167B-4635-88AB-144203EAF915}"/>
              </a:ext>
            </a:extLst>
          </p:cNvPr>
          <p:cNvSpPr>
            <a:spLocks/>
          </p:cNvSpPr>
          <p:nvPr/>
        </p:nvSpPr>
        <p:spPr bwMode="auto">
          <a:xfrm>
            <a:off x="7392987" y="3124200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45" name="Line 62">
            <a:extLst>
              <a:ext uri="{FF2B5EF4-FFF2-40B4-BE49-F238E27FC236}">
                <a16:creationId xmlns:a16="http://schemas.microsoft.com/office/drawing/2014/main" id="{665452F3-7BDF-45EE-AECD-5E3EC247B0C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413625" y="2681288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46" name="Rectangle 63">
            <a:extLst>
              <a:ext uri="{FF2B5EF4-FFF2-40B4-BE49-F238E27FC236}">
                <a16:creationId xmlns:a16="http://schemas.microsoft.com/office/drawing/2014/main" id="{58B331D9-5743-4995-A5DF-1EE46DA2B8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23162" y="3478213"/>
            <a:ext cx="339725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FA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47" name="Rectangle 64">
            <a:extLst>
              <a:ext uri="{FF2B5EF4-FFF2-40B4-BE49-F238E27FC236}">
                <a16:creationId xmlns:a16="http://schemas.microsoft.com/office/drawing/2014/main" id="{5E9D931D-D1EE-42ED-8313-D4802BD2A9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9900" y="3221038"/>
            <a:ext cx="22383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48" name="Rectangle 65">
            <a:extLst>
              <a:ext uri="{FF2B5EF4-FFF2-40B4-BE49-F238E27FC236}">
                <a16:creationId xmlns:a16="http://schemas.microsoft.com/office/drawing/2014/main" id="{D6CAD935-4821-437E-A1DC-32995B8E0A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1975" y="331628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49" name="Rectangle 66">
            <a:extLst>
              <a:ext uri="{FF2B5EF4-FFF2-40B4-BE49-F238E27FC236}">
                <a16:creationId xmlns:a16="http://schemas.microsoft.com/office/drawing/2014/main" id="{0B6D0DCE-C661-4809-811F-5A6D6CDB64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2187" y="2347913"/>
            <a:ext cx="2238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50" name="Rectangle 67">
            <a:extLst>
              <a:ext uri="{FF2B5EF4-FFF2-40B4-BE49-F238E27FC236}">
                <a16:creationId xmlns:a16="http://schemas.microsoft.com/office/drawing/2014/main" id="{4C740D58-6982-42C6-B478-04E44C426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4262" y="244157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51" name="Rectangle 68">
            <a:extLst>
              <a:ext uri="{FF2B5EF4-FFF2-40B4-BE49-F238E27FC236}">
                <a16:creationId xmlns:a16="http://schemas.microsoft.com/office/drawing/2014/main" id="{9E086F1E-411A-4691-B5B4-C235D36E4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7800" y="2347913"/>
            <a:ext cx="22383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52" name="Rectangle 69">
            <a:extLst>
              <a:ext uri="{FF2B5EF4-FFF2-40B4-BE49-F238E27FC236}">
                <a16:creationId xmlns:a16="http://schemas.microsoft.com/office/drawing/2014/main" id="{FF4CE46A-C27D-4E5B-8508-6665E03B66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9875" y="244157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53" name="Rectangle 70">
            <a:extLst>
              <a:ext uri="{FF2B5EF4-FFF2-40B4-BE49-F238E27FC236}">
                <a16:creationId xmlns:a16="http://schemas.microsoft.com/office/drawing/2014/main" id="{55903C25-98CD-4427-9084-6B7F5D9ADB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4437" y="4456113"/>
            <a:ext cx="2111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54" name="Rectangle 71">
            <a:extLst>
              <a:ext uri="{FF2B5EF4-FFF2-40B4-BE49-F238E27FC236}">
                <a16:creationId xmlns:a16="http://schemas.microsoft.com/office/drawing/2014/main" id="{474FE437-F81B-4C3D-90D0-9EFD5AF083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5400" y="454977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55" name="Rectangle 72">
            <a:extLst>
              <a:ext uri="{FF2B5EF4-FFF2-40B4-BE49-F238E27FC236}">
                <a16:creationId xmlns:a16="http://schemas.microsoft.com/office/drawing/2014/main" id="{A7783D3E-D9FF-4746-B661-0734DB4199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2" y="3433763"/>
            <a:ext cx="2238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56" name="Freeform 73">
            <a:extLst>
              <a:ext uri="{FF2B5EF4-FFF2-40B4-BE49-F238E27FC236}">
                <a16:creationId xmlns:a16="http://schemas.microsoft.com/office/drawing/2014/main" id="{E4171B9D-7BDF-4028-B831-567C35D9F235}"/>
              </a:ext>
            </a:extLst>
          </p:cNvPr>
          <p:cNvSpPr>
            <a:spLocks/>
          </p:cNvSpPr>
          <p:nvPr/>
        </p:nvSpPr>
        <p:spPr bwMode="auto">
          <a:xfrm>
            <a:off x="4446587" y="3544888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57" name="Freeform 74">
            <a:extLst>
              <a:ext uri="{FF2B5EF4-FFF2-40B4-BE49-F238E27FC236}">
                <a16:creationId xmlns:a16="http://schemas.microsoft.com/office/drawing/2014/main" id="{D079DC5B-3E4E-46F5-BF70-E300351AA1BB}"/>
              </a:ext>
            </a:extLst>
          </p:cNvPr>
          <p:cNvSpPr>
            <a:spLocks/>
          </p:cNvSpPr>
          <p:nvPr/>
        </p:nvSpPr>
        <p:spPr bwMode="auto">
          <a:xfrm>
            <a:off x="4614862" y="3544888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58" name="Freeform 75">
            <a:extLst>
              <a:ext uri="{FF2B5EF4-FFF2-40B4-BE49-F238E27FC236}">
                <a16:creationId xmlns:a16="http://schemas.microsoft.com/office/drawing/2014/main" id="{6AB66102-E74A-41B7-8805-40F1B8FEDAD0}"/>
              </a:ext>
            </a:extLst>
          </p:cNvPr>
          <p:cNvSpPr>
            <a:spLocks/>
          </p:cNvSpPr>
          <p:nvPr/>
        </p:nvSpPr>
        <p:spPr bwMode="auto">
          <a:xfrm>
            <a:off x="4783137" y="3544888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59" name="Rectangle 76">
            <a:extLst>
              <a:ext uri="{FF2B5EF4-FFF2-40B4-BE49-F238E27FC236}">
                <a16:creationId xmlns:a16="http://schemas.microsoft.com/office/drawing/2014/main" id="{8DD66CA3-B618-4052-8CF0-E8C68244D7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91587" y="35274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60" name="Title 1">
            <a:extLst>
              <a:ext uri="{FF2B5EF4-FFF2-40B4-BE49-F238E27FC236}">
                <a16:creationId xmlns:a16="http://schemas.microsoft.com/office/drawing/2014/main" id="{47AE03A4-51C8-467E-A302-D0825C2D220A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Detecting Overflow</a:t>
            </a:r>
          </a:p>
        </p:txBody>
      </p:sp>
      <p:sp>
        <p:nvSpPr>
          <p:cNvPr id="140361" name="Freeform 15">
            <a:extLst>
              <a:ext uri="{FF2B5EF4-FFF2-40B4-BE49-F238E27FC236}">
                <a16:creationId xmlns:a16="http://schemas.microsoft.com/office/drawing/2014/main" id="{CA19C2FC-66A9-4838-BB29-D9E7617293E7}"/>
              </a:ext>
            </a:extLst>
          </p:cNvPr>
          <p:cNvSpPr>
            <a:spLocks/>
          </p:cNvSpPr>
          <p:nvPr/>
        </p:nvSpPr>
        <p:spPr bwMode="auto">
          <a:xfrm>
            <a:off x="1752600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362" name="Rectangle 25">
            <a:extLst>
              <a:ext uri="{FF2B5EF4-FFF2-40B4-BE49-F238E27FC236}">
                <a16:creationId xmlns:a16="http://schemas.microsoft.com/office/drawing/2014/main" id="{A838B5F9-7EB8-4661-94C3-89372AA4E9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3687" y="3511550"/>
            <a:ext cx="508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-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3" name="Rectangle 4">
            <a:extLst>
              <a:ext uri="{FF2B5EF4-FFF2-40B4-BE49-F238E27FC236}">
                <a16:creationId xmlns:a16="http://schemas.microsoft.com/office/drawing/2014/main" id="{16482904-02BE-49A1-AFD6-A7FB9AEDA3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9938" y="3271838"/>
            <a:ext cx="884237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14" name="Freeform 5">
            <a:extLst>
              <a:ext uri="{FF2B5EF4-FFF2-40B4-BE49-F238E27FC236}">
                <a16:creationId xmlns:a16="http://schemas.microsoft.com/office/drawing/2014/main" id="{C64E75D3-CB78-4DD6-ABC6-59E3D9510508}"/>
              </a:ext>
            </a:extLst>
          </p:cNvPr>
          <p:cNvSpPr>
            <a:spLocks/>
          </p:cNvSpPr>
          <p:nvPr/>
        </p:nvSpPr>
        <p:spPr bwMode="auto">
          <a:xfrm>
            <a:off x="147161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15" name="Line 6">
            <a:extLst>
              <a:ext uri="{FF2B5EF4-FFF2-40B4-BE49-F238E27FC236}">
                <a16:creationId xmlns:a16="http://schemas.microsoft.com/office/drawing/2014/main" id="{00B7E0B6-6320-452D-B522-F4C60F5BD6F9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8613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16" name="Freeform 7">
            <a:extLst>
              <a:ext uri="{FF2B5EF4-FFF2-40B4-BE49-F238E27FC236}">
                <a16:creationId xmlns:a16="http://schemas.microsoft.com/office/drawing/2014/main" id="{43ED1746-FDB5-494B-8E40-22CBC2E59905}"/>
              </a:ext>
            </a:extLst>
          </p:cNvPr>
          <p:cNvSpPr>
            <a:spLocks/>
          </p:cNvSpPr>
          <p:nvPr/>
        </p:nvSpPr>
        <p:spPr bwMode="auto">
          <a:xfrm>
            <a:off x="29654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17" name="Line 8">
            <a:extLst>
              <a:ext uri="{FF2B5EF4-FFF2-40B4-BE49-F238E27FC236}">
                <a16:creationId xmlns:a16="http://schemas.microsoft.com/office/drawing/2014/main" id="{C187CBE6-196D-4111-AA1E-BADAEC7E2B8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92450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18" name="Rectangle 9">
            <a:extLst>
              <a:ext uri="{FF2B5EF4-FFF2-40B4-BE49-F238E27FC236}">
                <a16:creationId xmlns:a16="http://schemas.microsoft.com/office/drawing/2014/main" id="{99786042-698B-4397-A234-0151FD45B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0613" y="3478213"/>
            <a:ext cx="339725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FA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19" name="Rectangle 10">
            <a:extLst>
              <a:ext uri="{FF2B5EF4-FFF2-40B4-BE49-F238E27FC236}">
                <a16:creationId xmlns:a16="http://schemas.microsoft.com/office/drawing/2014/main" id="{EC5E151B-9990-4E79-BBEC-D94EF4A18D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838" y="2352675"/>
            <a:ext cx="22383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20" name="Rectangle 11">
            <a:extLst>
              <a:ext uri="{FF2B5EF4-FFF2-40B4-BE49-F238E27FC236}">
                <a16:creationId xmlns:a16="http://schemas.microsoft.com/office/drawing/2014/main" id="{56144677-DFF0-49A1-84DC-E99F18262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3913" y="2447925"/>
            <a:ext cx="1905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21" name="Rectangle 12">
            <a:extLst>
              <a:ext uri="{FF2B5EF4-FFF2-40B4-BE49-F238E27FC236}">
                <a16:creationId xmlns:a16="http://schemas.microsoft.com/office/drawing/2014/main" id="{EC03335B-122F-4E18-8A48-F2820CA22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4575" y="24479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22" name="Rectangle 14">
            <a:extLst>
              <a:ext uri="{FF2B5EF4-FFF2-40B4-BE49-F238E27FC236}">
                <a16:creationId xmlns:a16="http://schemas.microsoft.com/office/drawing/2014/main" id="{3546FA3B-F835-4A68-A636-EB1CBE2A5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9200" y="3419475"/>
            <a:ext cx="2238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23" name="Rectangle 15">
            <a:extLst>
              <a:ext uri="{FF2B5EF4-FFF2-40B4-BE49-F238E27FC236}">
                <a16:creationId xmlns:a16="http://schemas.microsoft.com/office/drawing/2014/main" id="{ABCA8971-9A66-4FAD-9A77-D19B977F31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11275" y="351313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24" name="Rectangle 16">
            <a:extLst>
              <a:ext uri="{FF2B5EF4-FFF2-40B4-BE49-F238E27FC236}">
                <a16:creationId xmlns:a16="http://schemas.microsoft.com/office/drawing/2014/main" id="{21066E47-D8A6-4993-AB6B-F838FF82DF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1075" y="3417888"/>
            <a:ext cx="2238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25" name="Rectangle 17">
            <a:extLst>
              <a:ext uri="{FF2B5EF4-FFF2-40B4-BE49-F238E27FC236}">
                <a16:creationId xmlns:a16="http://schemas.microsoft.com/office/drawing/2014/main" id="{1D70D580-6742-4C2B-B097-A1B6577EA1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3150" y="3511550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26" name="Rectangle 18">
            <a:extLst>
              <a:ext uri="{FF2B5EF4-FFF2-40B4-BE49-F238E27FC236}">
                <a16:creationId xmlns:a16="http://schemas.microsoft.com/office/drawing/2014/main" id="{BF173E6A-88CC-4AB5-B4BF-52CFB6451D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3813" y="3511550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27" name="Freeform 19">
            <a:extLst>
              <a:ext uri="{FF2B5EF4-FFF2-40B4-BE49-F238E27FC236}">
                <a16:creationId xmlns:a16="http://schemas.microsoft.com/office/drawing/2014/main" id="{D10EEF3E-9E9C-4884-A7C3-8831C2BCE759}"/>
              </a:ext>
            </a:extLst>
          </p:cNvPr>
          <p:cNvSpPr>
            <a:spLocks/>
          </p:cNvSpPr>
          <p:nvPr/>
        </p:nvSpPr>
        <p:spPr bwMode="auto">
          <a:xfrm>
            <a:off x="2460625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28" name="Line 20">
            <a:extLst>
              <a:ext uri="{FF2B5EF4-FFF2-40B4-BE49-F238E27FC236}">
                <a16:creationId xmlns:a16="http://schemas.microsoft.com/office/drawing/2014/main" id="{008D2CD4-F3A3-42C0-A620-DD28C0E7182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82850" y="3860800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29" name="Freeform 21">
            <a:extLst>
              <a:ext uri="{FF2B5EF4-FFF2-40B4-BE49-F238E27FC236}">
                <a16:creationId xmlns:a16="http://schemas.microsoft.com/office/drawing/2014/main" id="{1229967C-E556-4E4C-9D03-1FA1E210EB38}"/>
              </a:ext>
            </a:extLst>
          </p:cNvPr>
          <p:cNvSpPr>
            <a:spLocks/>
          </p:cNvSpPr>
          <p:nvPr/>
        </p:nvSpPr>
        <p:spPr bwMode="auto">
          <a:xfrm>
            <a:off x="2671763" y="3124200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30" name="Line 22">
            <a:extLst>
              <a:ext uri="{FF2B5EF4-FFF2-40B4-BE49-F238E27FC236}">
                <a16:creationId xmlns:a16="http://schemas.microsoft.com/office/drawing/2014/main" id="{7CF6D4AD-E06E-4C4A-BAF4-A65C89599DE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13038" y="2681288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31" name="Freeform 23">
            <a:extLst>
              <a:ext uri="{FF2B5EF4-FFF2-40B4-BE49-F238E27FC236}">
                <a16:creationId xmlns:a16="http://schemas.microsoft.com/office/drawing/2014/main" id="{41FEAB6A-8D77-4E5A-A3D4-4B7FF6A0B97B}"/>
              </a:ext>
            </a:extLst>
          </p:cNvPr>
          <p:cNvSpPr>
            <a:spLocks/>
          </p:cNvSpPr>
          <p:nvPr/>
        </p:nvSpPr>
        <p:spPr bwMode="auto">
          <a:xfrm>
            <a:off x="2230438" y="3124200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32" name="Line 24">
            <a:extLst>
              <a:ext uri="{FF2B5EF4-FFF2-40B4-BE49-F238E27FC236}">
                <a16:creationId xmlns:a16="http://schemas.microsoft.com/office/drawing/2014/main" id="{E52427B3-3EDC-464F-81DC-0735A0C960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51075" y="2681288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33" name="Rectangle 26">
            <a:extLst>
              <a:ext uri="{FF2B5EF4-FFF2-40B4-BE49-F238E27FC236}">
                <a16:creationId xmlns:a16="http://schemas.microsoft.com/office/drawing/2014/main" id="{D611628E-131A-4D98-8C19-62ECC6CF1D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5088" y="2352675"/>
            <a:ext cx="22383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34" name="Rectangle 27">
            <a:extLst>
              <a:ext uri="{FF2B5EF4-FFF2-40B4-BE49-F238E27FC236}">
                <a16:creationId xmlns:a16="http://schemas.microsoft.com/office/drawing/2014/main" id="{0CE34F13-353F-4E2D-9762-EA3A69794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7163" y="24479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35" name="Rectangle 28">
            <a:extLst>
              <a:ext uri="{FF2B5EF4-FFF2-40B4-BE49-F238E27FC236}">
                <a16:creationId xmlns:a16="http://schemas.microsoft.com/office/drawing/2014/main" id="{E06F8809-7772-40F7-9EAC-E71A631621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7825" y="24479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36" name="Rectangle 29">
            <a:extLst>
              <a:ext uri="{FF2B5EF4-FFF2-40B4-BE49-F238E27FC236}">
                <a16:creationId xmlns:a16="http://schemas.microsoft.com/office/drawing/2014/main" id="{E7821A1A-D4C1-44EB-8F82-13D0BBD7C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6700" y="244792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37" name="Rectangle 30">
            <a:extLst>
              <a:ext uri="{FF2B5EF4-FFF2-40B4-BE49-F238E27FC236}">
                <a16:creationId xmlns:a16="http://schemas.microsoft.com/office/drawing/2014/main" id="{881F6426-AF85-49BE-AB3E-9AFDF62F2D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5050" y="4456113"/>
            <a:ext cx="2111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38" name="Rectangle 31">
            <a:extLst>
              <a:ext uri="{FF2B5EF4-FFF2-40B4-BE49-F238E27FC236}">
                <a16:creationId xmlns:a16="http://schemas.microsoft.com/office/drawing/2014/main" id="{18B160EA-EBA0-4CE5-9988-81E6B415FF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6013" y="454977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39" name="Rectangle 32">
            <a:extLst>
              <a:ext uri="{FF2B5EF4-FFF2-40B4-BE49-F238E27FC236}">
                <a16:creationId xmlns:a16="http://schemas.microsoft.com/office/drawing/2014/main" id="{B0DA92BD-E771-4C26-B57C-F59BEAA91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6675" y="454977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40" name="Rectangle 33">
            <a:extLst>
              <a:ext uri="{FF2B5EF4-FFF2-40B4-BE49-F238E27FC236}">
                <a16:creationId xmlns:a16="http://schemas.microsoft.com/office/drawing/2014/main" id="{5C33F5E9-07C0-40F2-A608-C6F3642B5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5750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41" name="Freeform 34">
            <a:extLst>
              <a:ext uri="{FF2B5EF4-FFF2-40B4-BE49-F238E27FC236}">
                <a16:creationId xmlns:a16="http://schemas.microsoft.com/office/drawing/2014/main" id="{A25E32E2-E873-41E1-851B-42F89A6AF0C2}"/>
              </a:ext>
            </a:extLst>
          </p:cNvPr>
          <p:cNvSpPr>
            <a:spLocks/>
          </p:cNvSpPr>
          <p:nvPr/>
        </p:nvSpPr>
        <p:spPr bwMode="auto">
          <a:xfrm>
            <a:off x="4945063" y="3544888"/>
            <a:ext cx="125412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42" name="Line 35">
            <a:extLst>
              <a:ext uri="{FF2B5EF4-FFF2-40B4-BE49-F238E27FC236}">
                <a16:creationId xmlns:a16="http://schemas.microsoft.com/office/drawing/2014/main" id="{D71C9D44-7CDF-426C-849B-B54B13AAD6CD}"/>
              </a:ext>
            </a:extLst>
          </p:cNvPr>
          <p:cNvSpPr>
            <a:spLocks noChangeShapeType="1"/>
          </p:cNvSpPr>
          <p:nvPr/>
        </p:nvSpPr>
        <p:spPr bwMode="auto">
          <a:xfrm>
            <a:off x="5070475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43" name="Freeform 36">
            <a:extLst>
              <a:ext uri="{FF2B5EF4-FFF2-40B4-BE49-F238E27FC236}">
                <a16:creationId xmlns:a16="http://schemas.microsoft.com/office/drawing/2014/main" id="{093E9B7F-C335-41AF-9025-514D6BF76C2C}"/>
              </a:ext>
            </a:extLst>
          </p:cNvPr>
          <p:cNvSpPr>
            <a:spLocks/>
          </p:cNvSpPr>
          <p:nvPr/>
        </p:nvSpPr>
        <p:spPr bwMode="auto">
          <a:xfrm>
            <a:off x="629126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44" name="Line 37">
            <a:extLst>
              <a:ext uri="{FF2B5EF4-FFF2-40B4-BE49-F238E27FC236}">
                <a16:creationId xmlns:a16="http://schemas.microsoft.com/office/drawing/2014/main" id="{4BB43908-E1C0-442D-BE45-3CD4D301AD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18263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45" name="Rectangle 38">
            <a:extLst>
              <a:ext uri="{FF2B5EF4-FFF2-40B4-BE49-F238E27FC236}">
                <a16:creationId xmlns:a16="http://schemas.microsoft.com/office/drawing/2014/main" id="{8B1C4D79-A8A7-43AF-95AA-CA1FA05EA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7138" y="454977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46" name="Rectangle 39">
            <a:extLst>
              <a:ext uri="{FF2B5EF4-FFF2-40B4-BE49-F238E27FC236}">
                <a16:creationId xmlns:a16="http://schemas.microsoft.com/office/drawing/2014/main" id="{6892464F-7A8C-4346-893B-E83210552E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8013" y="3478213"/>
            <a:ext cx="339725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FA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47" name="Rectangle 40">
            <a:extLst>
              <a:ext uri="{FF2B5EF4-FFF2-40B4-BE49-F238E27FC236}">
                <a16:creationId xmlns:a16="http://schemas.microsoft.com/office/drawing/2014/main" id="{88D26DF1-F4B6-400B-80C6-58EEF601DD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1800" y="2347913"/>
            <a:ext cx="2238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48" name="Rectangle 41">
            <a:extLst>
              <a:ext uri="{FF2B5EF4-FFF2-40B4-BE49-F238E27FC236}">
                <a16:creationId xmlns:a16="http://schemas.microsoft.com/office/drawing/2014/main" id="{CD4ACA90-4B16-434E-8730-E27FD5AC70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463" y="244157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49" name="Rectangle 42">
            <a:extLst>
              <a:ext uri="{FF2B5EF4-FFF2-40B4-BE49-F238E27FC236}">
                <a16:creationId xmlns:a16="http://schemas.microsoft.com/office/drawing/2014/main" id="{99077CA0-1D82-4255-A538-BE607490AD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3600" y="3435350"/>
            <a:ext cx="2238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50" name="Freeform 43">
            <a:extLst>
              <a:ext uri="{FF2B5EF4-FFF2-40B4-BE49-F238E27FC236}">
                <a16:creationId xmlns:a16="http://schemas.microsoft.com/office/drawing/2014/main" id="{ADA7334D-798F-49CF-8ECE-6BC6ED748F78}"/>
              </a:ext>
            </a:extLst>
          </p:cNvPr>
          <p:cNvSpPr>
            <a:spLocks/>
          </p:cNvSpPr>
          <p:nvPr/>
        </p:nvSpPr>
        <p:spPr bwMode="auto">
          <a:xfrm>
            <a:off x="5786438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51" name="Line 44">
            <a:extLst>
              <a:ext uri="{FF2B5EF4-FFF2-40B4-BE49-F238E27FC236}">
                <a16:creationId xmlns:a16="http://schemas.microsoft.com/office/drawing/2014/main" id="{3A233B8D-E348-46DA-B8AB-439F2979F4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07075" y="3860800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52" name="Freeform 45">
            <a:extLst>
              <a:ext uri="{FF2B5EF4-FFF2-40B4-BE49-F238E27FC236}">
                <a16:creationId xmlns:a16="http://schemas.microsoft.com/office/drawing/2014/main" id="{940622EC-36BC-4A08-BCC6-5E7D3DAF0266}"/>
              </a:ext>
            </a:extLst>
          </p:cNvPr>
          <p:cNvSpPr>
            <a:spLocks/>
          </p:cNvSpPr>
          <p:nvPr/>
        </p:nvSpPr>
        <p:spPr bwMode="auto">
          <a:xfrm>
            <a:off x="5995988" y="3124200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53" name="Line 46">
            <a:extLst>
              <a:ext uri="{FF2B5EF4-FFF2-40B4-BE49-F238E27FC236}">
                <a16:creationId xmlns:a16="http://schemas.microsoft.com/office/drawing/2014/main" id="{EC2169B6-3CDB-4895-B030-B2DCB38F89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38850" y="2681288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54" name="Freeform 47">
            <a:extLst>
              <a:ext uri="{FF2B5EF4-FFF2-40B4-BE49-F238E27FC236}">
                <a16:creationId xmlns:a16="http://schemas.microsoft.com/office/drawing/2014/main" id="{DC196E75-130A-47BF-B237-A51D142B6C33}"/>
              </a:ext>
            </a:extLst>
          </p:cNvPr>
          <p:cNvSpPr>
            <a:spLocks/>
          </p:cNvSpPr>
          <p:nvPr/>
        </p:nvSpPr>
        <p:spPr bwMode="auto">
          <a:xfrm>
            <a:off x="5554663" y="3124200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55" name="Line 48">
            <a:extLst>
              <a:ext uri="{FF2B5EF4-FFF2-40B4-BE49-F238E27FC236}">
                <a16:creationId xmlns:a16="http://schemas.microsoft.com/office/drawing/2014/main" id="{CDBB3F1D-80A4-4FE2-BA85-5930A999622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2681288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56" name="Rectangle 49">
            <a:extLst>
              <a:ext uri="{FF2B5EF4-FFF2-40B4-BE49-F238E27FC236}">
                <a16:creationId xmlns:a16="http://schemas.microsoft.com/office/drawing/2014/main" id="{3B5C0D01-1539-4156-B05F-7EA837043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64088" y="3529013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57" name="Rectangle 50">
            <a:extLst>
              <a:ext uri="{FF2B5EF4-FFF2-40B4-BE49-F238E27FC236}">
                <a16:creationId xmlns:a16="http://schemas.microsoft.com/office/drawing/2014/main" id="{5254CFC9-ED68-4FA9-B7B8-4BF5BC79DF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7413" y="2347913"/>
            <a:ext cx="22383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58" name="Rectangle 51">
            <a:extLst>
              <a:ext uri="{FF2B5EF4-FFF2-40B4-BE49-F238E27FC236}">
                <a16:creationId xmlns:a16="http://schemas.microsoft.com/office/drawing/2014/main" id="{1D86142C-407B-4718-8552-C07513CEA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9488" y="244157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59" name="Rectangle 52">
            <a:extLst>
              <a:ext uri="{FF2B5EF4-FFF2-40B4-BE49-F238E27FC236}">
                <a16:creationId xmlns:a16="http://schemas.microsoft.com/office/drawing/2014/main" id="{1C5E04BD-98AE-4950-90F5-93792A546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1988" y="4456113"/>
            <a:ext cx="21113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60" name="Rectangle 53">
            <a:extLst>
              <a:ext uri="{FF2B5EF4-FFF2-40B4-BE49-F238E27FC236}">
                <a16:creationId xmlns:a16="http://schemas.microsoft.com/office/drawing/2014/main" id="{627ECF0A-7389-4A8F-A78F-9C7C14F7A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9588" y="3271838"/>
            <a:ext cx="884237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61" name="Freeform 54">
            <a:extLst>
              <a:ext uri="{FF2B5EF4-FFF2-40B4-BE49-F238E27FC236}">
                <a16:creationId xmlns:a16="http://schemas.microsoft.com/office/drawing/2014/main" id="{451301E4-F302-4C75-9E05-8DFAF7FE71DA}"/>
              </a:ext>
            </a:extLst>
          </p:cNvPr>
          <p:cNvSpPr>
            <a:spLocks/>
          </p:cNvSpPr>
          <p:nvPr/>
        </p:nvSpPr>
        <p:spPr bwMode="auto">
          <a:xfrm>
            <a:off x="77851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62" name="Line 55">
            <a:extLst>
              <a:ext uri="{FF2B5EF4-FFF2-40B4-BE49-F238E27FC236}">
                <a16:creationId xmlns:a16="http://schemas.microsoft.com/office/drawing/2014/main" id="{398C5198-4A1E-451F-9EC5-8C5B2115B87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12100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63" name="Rectangle 56">
            <a:extLst>
              <a:ext uri="{FF2B5EF4-FFF2-40B4-BE49-F238E27FC236}">
                <a16:creationId xmlns:a16="http://schemas.microsoft.com/office/drawing/2014/main" id="{3D753CBB-5EA6-4DD1-96E7-A70FCC430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2950" y="454977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64" name="Freeform 57">
            <a:extLst>
              <a:ext uri="{FF2B5EF4-FFF2-40B4-BE49-F238E27FC236}">
                <a16:creationId xmlns:a16="http://schemas.microsoft.com/office/drawing/2014/main" id="{D58E4721-C6DD-4F1D-8C4F-04B9737114C8}"/>
              </a:ext>
            </a:extLst>
          </p:cNvPr>
          <p:cNvSpPr>
            <a:spLocks/>
          </p:cNvSpPr>
          <p:nvPr/>
        </p:nvSpPr>
        <p:spPr bwMode="auto">
          <a:xfrm>
            <a:off x="7280275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65" name="Line 58">
            <a:extLst>
              <a:ext uri="{FF2B5EF4-FFF2-40B4-BE49-F238E27FC236}">
                <a16:creationId xmlns:a16="http://schemas.microsoft.com/office/drawing/2014/main" id="{9A4BFEB2-FB0E-4666-A9F2-B6D02F6131C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00913" y="3860800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66" name="Freeform 59">
            <a:extLst>
              <a:ext uri="{FF2B5EF4-FFF2-40B4-BE49-F238E27FC236}">
                <a16:creationId xmlns:a16="http://schemas.microsoft.com/office/drawing/2014/main" id="{F97F472E-9627-45E1-8D7F-CA6335DE811B}"/>
              </a:ext>
            </a:extLst>
          </p:cNvPr>
          <p:cNvSpPr>
            <a:spLocks/>
          </p:cNvSpPr>
          <p:nvPr/>
        </p:nvSpPr>
        <p:spPr bwMode="auto">
          <a:xfrm>
            <a:off x="7491413" y="3124200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67" name="Line 60">
            <a:extLst>
              <a:ext uri="{FF2B5EF4-FFF2-40B4-BE49-F238E27FC236}">
                <a16:creationId xmlns:a16="http://schemas.microsoft.com/office/drawing/2014/main" id="{3C19246F-26BD-4529-9D1A-0862CA9B63D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32688" y="2681288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68" name="Freeform 61">
            <a:extLst>
              <a:ext uri="{FF2B5EF4-FFF2-40B4-BE49-F238E27FC236}">
                <a16:creationId xmlns:a16="http://schemas.microsoft.com/office/drawing/2014/main" id="{FF20EEE4-7789-460A-9830-4CE95FBC62C4}"/>
              </a:ext>
            </a:extLst>
          </p:cNvPr>
          <p:cNvSpPr>
            <a:spLocks/>
          </p:cNvSpPr>
          <p:nvPr/>
        </p:nvSpPr>
        <p:spPr bwMode="auto">
          <a:xfrm>
            <a:off x="7048500" y="3124200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69" name="Line 62">
            <a:extLst>
              <a:ext uri="{FF2B5EF4-FFF2-40B4-BE49-F238E27FC236}">
                <a16:creationId xmlns:a16="http://schemas.microsoft.com/office/drawing/2014/main" id="{AC90DBC1-0A2B-4232-A56D-86B160697A5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69138" y="2681288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70" name="Rectangle 63">
            <a:extLst>
              <a:ext uri="{FF2B5EF4-FFF2-40B4-BE49-F238E27FC236}">
                <a16:creationId xmlns:a16="http://schemas.microsoft.com/office/drawing/2014/main" id="{79918460-905E-485C-95AD-26A7A4497C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78675" y="3478213"/>
            <a:ext cx="339725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FA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71" name="Rectangle 64">
            <a:extLst>
              <a:ext uri="{FF2B5EF4-FFF2-40B4-BE49-F238E27FC236}">
                <a16:creationId xmlns:a16="http://schemas.microsoft.com/office/drawing/2014/main" id="{3C2CB5D2-0F3D-4822-9284-FF33C3643D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5413" y="3221038"/>
            <a:ext cx="22383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72" name="Rectangle 65">
            <a:extLst>
              <a:ext uri="{FF2B5EF4-FFF2-40B4-BE49-F238E27FC236}">
                <a16:creationId xmlns:a16="http://schemas.microsoft.com/office/drawing/2014/main" id="{304AF574-F47B-403F-A755-B1B8125156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7488" y="331628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73" name="Rectangle 66">
            <a:extLst>
              <a:ext uri="{FF2B5EF4-FFF2-40B4-BE49-F238E27FC236}">
                <a16:creationId xmlns:a16="http://schemas.microsoft.com/office/drawing/2014/main" id="{B03BCBFC-25FB-47F0-B5E7-C44AC1C8BB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2347913"/>
            <a:ext cx="2238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74" name="Rectangle 67">
            <a:extLst>
              <a:ext uri="{FF2B5EF4-FFF2-40B4-BE49-F238E27FC236}">
                <a16:creationId xmlns:a16="http://schemas.microsoft.com/office/drawing/2014/main" id="{67BAFBB2-6579-4EAB-9AEA-AFE2767659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9775" y="244157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75" name="Rectangle 68">
            <a:extLst>
              <a:ext uri="{FF2B5EF4-FFF2-40B4-BE49-F238E27FC236}">
                <a16:creationId xmlns:a16="http://schemas.microsoft.com/office/drawing/2014/main" id="{08555FA3-CE8F-48D8-8974-0CE868B8C6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3313" y="2347913"/>
            <a:ext cx="22383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76" name="Rectangle 69">
            <a:extLst>
              <a:ext uri="{FF2B5EF4-FFF2-40B4-BE49-F238E27FC236}">
                <a16:creationId xmlns:a16="http://schemas.microsoft.com/office/drawing/2014/main" id="{BF7930B0-857F-4810-8ED4-25A07E01C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5388" y="244157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77" name="Rectangle 70">
            <a:extLst>
              <a:ext uri="{FF2B5EF4-FFF2-40B4-BE49-F238E27FC236}">
                <a16:creationId xmlns:a16="http://schemas.microsoft.com/office/drawing/2014/main" id="{EEBE7F9E-2B96-41DD-B1EF-F1F7425707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9950" y="4456113"/>
            <a:ext cx="2111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78" name="Rectangle 71">
            <a:extLst>
              <a:ext uri="{FF2B5EF4-FFF2-40B4-BE49-F238E27FC236}">
                <a16:creationId xmlns:a16="http://schemas.microsoft.com/office/drawing/2014/main" id="{ABFE8371-E9D5-4DA5-A7C9-D2DAB0BEC3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0913" y="454977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79" name="Rectangle 72">
            <a:extLst>
              <a:ext uri="{FF2B5EF4-FFF2-40B4-BE49-F238E27FC236}">
                <a16:creationId xmlns:a16="http://schemas.microsoft.com/office/drawing/2014/main" id="{43290F63-F3FC-4814-BEE5-1E65668CFD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5025" y="3433763"/>
            <a:ext cx="2238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80" name="Freeform 73">
            <a:extLst>
              <a:ext uri="{FF2B5EF4-FFF2-40B4-BE49-F238E27FC236}">
                <a16:creationId xmlns:a16="http://schemas.microsoft.com/office/drawing/2014/main" id="{6310AA2B-9FC8-4963-B3C7-0D52663FD04E}"/>
              </a:ext>
            </a:extLst>
          </p:cNvPr>
          <p:cNvSpPr>
            <a:spLocks/>
          </p:cNvSpPr>
          <p:nvPr/>
        </p:nvSpPr>
        <p:spPr bwMode="auto">
          <a:xfrm>
            <a:off x="4102100" y="3544888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81" name="Freeform 74">
            <a:extLst>
              <a:ext uri="{FF2B5EF4-FFF2-40B4-BE49-F238E27FC236}">
                <a16:creationId xmlns:a16="http://schemas.microsoft.com/office/drawing/2014/main" id="{D62312A5-220A-4292-B972-D529E3446C19}"/>
              </a:ext>
            </a:extLst>
          </p:cNvPr>
          <p:cNvSpPr>
            <a:spLocks/>
          </p:cNvSpPr>
          <p:nvPr/>
        </p:nvSpPr>
        <p:spPr bwMode="auto">
          <a:xfrm>
            <a:off x="4270375" y="3544888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82" name="Freeform 75">
            <a:extLst>
              <a:ext uri="{FF2B5EF4-FFF2-40B4-BE49-F238E27FC236}">
                <a16:creationId xmlns:a16="http://schemas.microsoft.com/office/drawing/2014/main" id="{1FA0B8F1-6C2F-4E26-A6EB-A66CC8598DB5}"/>
              </a:ext>
            </a:extLst>
          </p:cNvPr>
          <p:cNvSpPr>
            <a:spLocks/>
          </p:cNvSpPr>
          <p:nvPr/>
        </p:nvSpPr>
        <p:spPr bwMode="auto">
          <a:xfrm>
            <a:off x="4438650" y="3544888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83" name="Rectangle 76">
            <a:extLst>
              <a:ext uri="{FF2B5EF4-FFF2-40B4-BE49-F238E27FC236}">
                <a16:creationId xmlns:a16="http://schemas.microsoft.com/office/drawing/2014/main" id="{B5E0038F-0A64-43C2-AC55-7A971BF5AC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47100" y="35274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84" name="Title 1">
            <a:extLst>
              <a:ext uri="{FF2B5EF4-FFF2-40B4-BE49-F238E27FC236}">
                <a16:creationId xmlns:a16="http://schemas.microsoft.com/office/drawing/2014/main" id="{6324EE37-D4FB-4820-BC48-9BF517E62B98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Detecting Overflow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(with one extra XOR)</a:t>
            </a:r>
          </a:p>
        </p:txBody>
      </p:sp>
      <p:sp>
        <p:nvSpPr>
          <p:cNvPr id="141385" name="Freeform 15">
            <a:extLst>
              <a:ext uri="{FF2B5EF4-FFF2-40B4-BE49-F238E27FC236}">
                <a16:creationId xmlns:a16="http://schemas.microsoft.com/office/drawing/2014/main" id="{958A8AD9-E83F-40B7-8CB7-7FC41DD4FBF8}"/>
              </a:ext>
            </a:extLst>
          </p:cNvPr>
          <p:cNvSpPr>
            <a:spLocks/>
          </p:cNvSpPr>
          <p:nvPr/>
        </p:nvSpPr>
        <p:spPr bwMode="auto">
          <a:xfrm>
            <a:off x="1408113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41386" name="Group 111">
            <a:extLst>
              <a:ext uri="{FF2B5EF4-FFF2-40B4-BE49-F238E27FC236}">
                <a16:creationId xmlns:a16="http://schemas.microsoft.com/office/drawing/2014/main" id="{55B567C9-ABEC-42FC-AD25-22874CF79798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169988" y="5230812"/>
            <a:ext cx="476250" cy="682625"/>
            <a:chOff x="2783" y="1185"/>
            <a:chExt cx="300" cy="430"/>
          </a:xfrm>
        </p:grpSpPr>
        <p:sp>
          <p:nvSpPr>
            <p:cNvPr id="141396" name="Freeform 19">
              <a:extLst>
                <a:ext uri="{FF2B5EF4-FFF2-40B4-BE49-F238E27FC236}">
                  <a16:creationId xmlns:a16="http://schemas.microsoft.com/office/drawing/2014/main" id="{9B3510B7-6DA6-407A-B817-EF09F1E1B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97" name="Freeform 20">
              <a:extLst>
                <a:ext uri="{FF2B5EF4-FFF2-40B4-BE49-F238E27FC236}">
                  <a16:creationId xmlns:a16="http://schemas.microsoft.com/office/drawing/2014/main" id="{5A4FAA92-9FB7-4882-8342-7ADD82944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98" name="Freeform 21">
              <a:extLst>
                <a:ext uri="{FF2B5EF4-FFF2-40B4-BE49-F238E27FC236}">
                  <a16:creationId xmlns:a16="http://schemas.microsoft.com/office/drawing/2014/main" id="{06804305-481A-430D-A1F3-AB0DE029F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99" name="Freeform 22">
              <a:extLst>
                <a:ext uri="{FF2B5EF4-FFF2-40B4-BE49-F238E27FC236}">
                  <a16:creationId xmlns:a16="http://schemas.microsoft.com/office/drawing/2014/main" id="{4B10AC3F-CB55-455F-9B4C-47778630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00" name="Freeform 23">
              <a:extLst>
                <a:ext uri="{FF2B5EF4-FFF2-40B4-BE49-F238E27FC236}">
                  <a16:creationId xmlns:a16="http://schemas.microsoft.com/office/drawing/2014/main" id="{7141FF06-16E8-4B11-9A9E-A69A10C68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01" name="Freeform 24">
              <a:extLst>
                <a:ext uri="{FF2B5EF4-FFF2-40B4-BE49-F238E27FC236}">
                  <a16:creationId xmlns:a16="http://schemas.microsoft.com/office/drawing/2014/main" id="{E946BABA-C621-43E4-A7AF-FB86D04C4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41387" name="Line 6">
            <a:extLst>
              <a:ext uri="{FF2B5EF4-FFF2-40B4-BE49-F238E27FC236}">
                <a16:creationId xmlns:a16="http://schemas.microsoft.com/office/drawing/2014/main" id="{14852DF6-3650-407B-8115-EA3BF5423BAD}"/>
              </a:ext>
            </a:extLst>
          </p:cNvPr>
          <p:cNvSpPr>
            <a:spLocks noChangeShapeType="1"/>
          </p:cNvSpPr>
          <p:nvPr/>
        </p:nvSpPr>
        <p:spPr bwMode="auto">
          <a:xfrm>
            <a:off x="417513" y="5562600"/>
            <a:ext cx="64611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88" name="Line 20">
            <a:extLst>
              <a:ext uri="{FF2B5EF4-FFF2-40B4-BE49-F238E27FC236}">
                <a16:creationId xmlns:a16="http://schemas.microsoft.com/office/drawing/2014/main" id="{C1AB2165-5BA9-4D83-93EF-C32842FB05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35163" y="3529013"/>
            <a:ext cx="1587" cy="190500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89" name="Line 20">
            <a:extLst>
              <a:ext uri="{FF2B5EF4-FFF2-40B4-BE49-F238E27FC236}">
                <a16:creationId xmlns:a16="http://schemas.microsoft.com/office/drawing/2014/main" id="{E7B6CCF9-739C-4635-9C87-8E873474222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46438" y="3551238"/>
            <a:ext cx="1587" cy="213360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90" name="Line 6">
            <a:extLst>
              <a:ext uri="{FF2B5EF4-FFF2-40B4-BE49-F238E27FC236}">
                <a16:creationId xmlns:a16="http://schemas.microsoft.com/office/drawing/2014/main" id="{59482586-1BC0-4859-91A4-3968DAE42CDF}"/>
              </a:ext>
            </a:extLst>
          </p:cNvPr>
          <p:cNvSpPr>
            <a:spLocks noChangeShapeType="1"/>
          </p:cNvSpPr>
          <p:nvPr/>
        </p:nvSpPr>
        <p:spPr bwMode="auto">
          <a:xfrm>
            <a:off x="1695450" y="5441950"/>
            <a:ext cx="250825" cy="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91" name="Line 6">
            <a:extLst>
              <a:ext uri="{FF2B5EF4-FFF2-40B4-BE49-F238E27FC236}">
                <a16:creationId xmlns:a16="http://schemas.microsoft.com/office/drawing/2014/main" id="{AF469AE7-FD6E-4A2B-85EA-A30E16A86C2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0850" y="5683250"/>
            <a:ext cx="1524000" cy="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92" name="TextBox 1">
            <a:extLst>
              <a:ext uri="{FF2B5EF4-FFF2-40B4-BE49-F238E27FC236}">
                <a16:creationId xmlns:a16="http://schemas.microsoft.com/office/drawing/2014/main" id="{8304CE31-3C56-407C-9EC8-85C8C7AB33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88" y="5086350"/>
            <a:ext cx="10969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overflow</a:t>
            </a:r>
          </a:p>
        </p:txBody>
      </p:sp>
      <p:sp>
        <p:nvSpPr>
          <p:cNvPr id="141393" name="Freeform 75">
            <a:extLst>
              <a:ext uri="{FF2B5EF4-FFF2-40B4-BE49-F238E27FC236}">
                <a16:creationId xmlns:a16="http://schemas.microsoft.com/office/drawing/2014/main" id="{0253B40A-5441-4E9F-9CEB-BBB5FD2CCB93}"/>
              </a:ext>
            </a:extLst>
          </p:cNvPr>
          <p:cNvSpPr>
            <a:spLocks/>
          </p:cNvSpPr>
          <p:nvPr/>
        </p:nvSpPr>
        <p:spPr bwMode="auto">
          <a:xfrm>
            <a:off x="3230563" y="3535363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94" name="Freeform 75">
            <a:extLst>
              <a:ext uri="{FF2B5EF4-FFF2-40B4-BE49-F238E27FC236}">
                <a16:creationId xmlns:a16="http://schemas.microsoft.com/office/drawing/2014/main" id="{54353D49-7095-4B8B-93D6-494512C3150E}"/>
              </a:ext>
            </a:extLst>
          </p:cNvPr>
          <p:cNvSpPr>
            <a:spLocks/>
          </p:cNvSpPr>
          <p:nvPr/>
        </p:nvSpPr>
        <p:spPr bwMode="auto">
          <a:xfrm>
            <a:off x="1919288" y="3535363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95" name="Rectangle 25">
            <a:extLst>
              <a:ext uri="{FF2B5EF4-FFF2-40B4-BE49-F238E27FC236}">
                <a16:creationId xmlns:a16="http://schemas.microsoft.com/office/drawing/2014/main" id="{0D2CB336-BF75-4466-A177-7863F77F6D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9200" y="3511550"/>
            <a:ext cx="508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-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7" name="TextBox 3">
            <a:extLst>
              <a:ext uri="{FF2B5EF4-FFF2-40B4-BE49-F238E27FC236}">
                <a16:creationId xmlns:a16="http://schemas.microsoft.com/office/drawing/2014/main" id="{6F13101B-EDDC-4D37-A967-46F642CD3E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652588"/>
            <a:ext cx="4953000" cy="302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X= x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Y= y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y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44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urier" pitchFamily="49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S= s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s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s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s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44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urier" pitchFamily="49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42338" name="Straight Connector 5">
            <a:extLst>
              <a:ext uri="{FF2B5EF4-FFF2-40B4-BE49-F238E27FC236}">
                <a16:creationId xmlns:a16="http://schemas.microsoft.com/office/drawing/2014/main" id="{274924CC-2833-45A8-837C-90CD59EF369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093913" y="3336925"/>
            <a:ext cx="5243512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2339" name="TextBox 7">
            <a:extLst>
              <a:ext uri="{FF2B5EF4-FFF2-40B4-BE49-F238E27FC236}">
                <a16:creationId xmlns:a16="http://schemas.microsoft.com/office/drawing/2014/main" id="{F7CAE8F1-9171-43DD-8E5F-759AB990AE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6625" y="1846263"/>
            <a:ext cx="917575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6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</a:t>
            </a:r>
          </a:p>
        </p:txBody>
      </p:sp>
      <p:sp>
        <p:nvSpPr>
          <p:cNvPr id="142340" name="Title 1">
            <a:extLst>
              <a:ext uri="{FF2B5EF4-FFF2-40B4-BE49-F238E27FC236}">
                <a16:creationId xmlns:a16="http://schemas.microsoft.com/office/drawing/2014/main" id="{B6861C64-B891-4635-BB13-31E3F80ED8A7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Another way to look at the overflow issue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1" name="TextBox 3">
            <a:extLst>
              <a:ext uri="{FF2B5EF4-FFF2-40B4-BE49-F238E27FC236}">
                <a16:creationId xmlns:a16="http://schemas.microsoft.com/office/drawing/2014/main" id="{008F642A-78B6-47D0-AC98-582EFD5D5B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652588"/>
            <a:ext cx="4953000" cy="302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X= x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Y= y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y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44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urier" pitchFamily="49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S= s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s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s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s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44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urier" pitchFamily="49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43362" name="Straight Connector 5">
            <a:extLst>
              <a:ext uri="{FF2B5EF4-FFF2-40B4-BE49-F238E27FC236}">
                <a16:creationId xmlns:a16="http://schemas.microsoft.com/office/drawing/2014/main" id="{B779892B-A379-42A5-AEBB-0A040913E1A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093913" y="3336925"/>
            <a:ext cx="5243512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3363" name="TextBox 7">
            <a:extLst>
              <a:ext uri="{FF2B5EF4-FFF2-40B4-BE49-F238E27FC236}">
                <a16:creationId xmlns:a16="http://schemas.microsoft.com/office/drawing/2014/main" id="{689EE0B9-0C87-4809-B22A-8958340B90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6625" y="1846263"/>
            <a:ext cx="917575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6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</a:t>
            </a:r>
          </a:p>
        </p:txBody>
      </p:sp>
      <p:sp>
        <p:nvSpPr>
          <p:cNvPr id="143364" name="Title 1">
            <a:extLst>
              <a:ext uri="{FF2B5EF4-FFF2-40B4-BE49-F238E27FC236}">
                <a16:creationId xmlns:a16="http://schemas.microsoft.com/office/drawing/2014/main" id="{48BD9DDB-868B-447F-8109-1EEC39DF1489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Another way to look at the overflow issue</a:t>
            </a:r>
          </a:p>
        </p:txBody>
      </p:sp>
      <p:sp>
        <p:nvSpPr>
          <p:cNvPr id="143365" name="TextBox 8">
            <a:extLst>
              <a:ext uri="{FF2B5EF4-FFF2-40B4-BE49-F238E27FC236}">
                <a16:creationId xmlns:a16="http://schemas.microsoft.com/office/drawing/2014/main" id="{D16AC90C-F15B-4E1D-92F7-B1725C96A1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3163" y="4876800"/>
            <a:ext cx="7056437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If  both numbers that we are adding have the same sign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but the sum does not, then we have an overflow.</a:t>
            </a:r>
          </a:p>
        </p:txBody>
      </p:sp>
      <p:sp>
        <p:nvSpPr>
          <p:cNvPr id="143366" name="Rectangle 8">
            <a:extLst>
              <a:ext uri="{FF2B5EF4-FFF2-40B4-BE49-F238E27FC236}">
                <a16:creationId xmlns:a16="http://schemas.microsoft.com/office/drawing/2014/main" id="{83C83D35-3437-47D4-95F8-D491A4EDA9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9225" y="1738313"/>
            <a:ext cx="609600" cy="2630487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45B2684-690A-4CE6-901C-64E22A589774}"/>
                  </a:ext>
                </a:extLst>
              </p14:cNvPr>
              <p14:cNvContentPartPr/>
              <p14:nvPr/>
            </p14:nvContentPartPr>
            <p14:xfrm>
              <a:off x="4399560" y="1839240"/>
              <a:ext cx="4664160" cy="39106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45B2684-690A-4CE6-901C-64E22A58977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390200" y="1829880"/>
                <a:ext cx="4682880" cy="39294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5" name="Rectangle 5">
            <a:extLst>
              <a:ext uri="{FF2B5EF4-FFF2-40B4-BE49-F238E27FC236}">
                <a16:creationId xmlns:a16="http://schemas.microsoft.com/office/drawing/2014/main" id="{9F1C36DB-3A89-4499-88BD-F1745EE8CD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386" name="Rectangle 6">
            <a:extLst>
              <a:ext uri="{FF2B5EF4-FFF2-40B4-BE49-F238E27FC236}">
                <a16:creationId xmlns:a16="http://schemas.microsoft.com/office/drawing/2014/main" id="{AD3F9C42-E78B-4F2C-A005-2C748297D2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387" name="Rectangle 7">
            <a:extLst>
              <a:ext uri="{FF2B5EF4-FFF2-40B4-BE49-F238E27FC236}">
                <a16:creationId xmlns:a16="http://schemas.microsoft.com/office/drawing/2014/main" id="{E8D3630B-8E2C-4A8F-BD61-A25B5EF4CA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388" name="Rectangle 8">
            <a:extLst>
              <a:ext uri="{FF2B5EF4-FFF2-40B4-BE49-F238E27FC236}">
                <a16:creationId xmlns:a16="http://schemas.microsoft.com/office/drawing/2014/main" id="{1B7FDB20-46D3-47C5-8919-D4B587938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389" name="Line 9">
            <a:extLst>
              <a:ext uri="{FF2B5EF4-FFF2-40B4-BE49-F238E27FC236}">
                <a16:creationId xmlns:a16="http://schemas.microsoft.com/office/drawing/2014/main" id="{AE2DEB93-875D-451B-A769-3B4FA0CA47B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390" name="Rectangle 10">
            <a:extLst>
              <a:ext uri="{FF2B5EF4-FFF2-40B4-BE49-F238E27FC236}">
                <a16:creationId xmlns:a16="http://schemas.microsoft.com/office/drawing/2014/main" id="{3D95A243-650C-4BBE-8466-7C012D713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391" name="Rectangle 11">
            <a:extLst>
              <a:ext uri="{FF2B5EF4-FFF2-40B4-BE49-F238E27FC236}">
                <a16:creationId xmlns:a16="http://schemas.microsoft.com/office/drawing/2014/main" id="{2B2503B6-5771-4C99-A6A2-13F745CE8B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392" name="Rectangle 12">
            <a:extLst>
              <a:ext uri="{FF2B5EF4-FFF2-40B4-BE49-F238E27FC236}">
                <a16:creationId xmlns:a16="http://schemas.microsoft.com/office/drawing/2014/main" id="{120E2E0E-3F1F-470F-96BF-A3ABA493FF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393" name="Line 13">
            <a:extLst>
              <a:ext uri="{FF2B5EF4-FFF2-40B4-BE49-F238E27FC236}">
                <a16:creationId xmlns:a16="http://schemas.microsoft.com/office/drawing/2014/main" id="{450F1218-3AFF-4570-99CF-6B012F34F5D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394" name="Line 14">
            <a:extLst>
              <a:ext uri="{FF2B5EF4-FFF2-40B4-BE49-F238E27FC236}">
                <a16:creationId xmlns:a16="http://schemas.microsoft.com/office/drawing/2014/main" id="{801E398E-0DDA-4DDE-9233-6802C6F6CC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395" name="Rectangle 15">
            <a:extLst>
              <a:ext uri="{FF2B5EF4-FFF2-40B4-BE49-F238E27FC236}">
                <a16:creationId xmlns:a16="http://schemas.microsoft.com/office/drawing/2014/main" id="{9343E7F9-88FB-4632-8825-B93F75AAC8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396" name="Rectangle 16">
            <a:extLst>
              <a:ext uri="{FF2B5EF4-FFF2-40B4-BE49-F238E27FC236}">
                <a16:creationId xmlns:a16="http://schemas.microsoft.com/office/drawing/2014/main" id="{67F9023B-5EBF-4B2B-840F-E53F645D90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6843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397" name="Rectangle 17">
            <a:extLst>
              <a:ext uri="{FF2B5EF4-FFF2-40B4-BE49-F238E27FC236}">
                <a16:creationId xmlns:a16="http://schemas.microsoft.com/office/drawing/2014/main" id="{E851943F-7EF6-41E6-9061-011357E3ED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68433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398" name="Rectangle 18">
            <a:extLst>
              <a:ext uri="{FF2B5EF4-FFF2-40B4-BE49-F238E27FC236}">
                <a16:creationId xmlns:a16="http://schemas.microsoft.com/office/drawing/2014/main" id="{DD76169E-CF9D-43A7-B614-58E2C68C8D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67640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399" name="Rectangle 19">
            <a:extLst>
              <a:ext uri="{FF2B5EF4-FFF2-40B4-BE49-F238E27FC236}">
                <a16:creationId xmlns:a16="http://schemas.microsoft.com/office/drawing/2014/main" id="{117BE9B5-94B7-4D6A-975E-741BEC34D3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6764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00" name="Rectangle 20">
            <a:extLst>
              <a:ext uri="{FF2B5EF4-FFF2-40B4-BE49-F238E27FC236}">
                <a16:creationId xmlns:a16="http://schemas.microsoft.com/office/drawing/2014/main" id="{54A8DE4A-7455-4F0C-91E4-12283E232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01" name="Rectangle 21">
            <a:extLst>
              <a:ext uri="{FF2B5EF4-FFF2-40B4-BE49-F238E27FC236}">
                <a16:creationId xmlns:a16="http://schemas.microsoft.com/office/drawing/2014/main" id="{BA6D1240-9384-4377-93D9-910E712972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02" name="Rectangle 22">
            <a:extLst>
              <a:ext uri="{FF2B5EF4-FFF2-40B4-BE49-F238E27FC236}">
                <a16:creationId xmlns:a16="http://schemas.microsoft.com/office/drawing/2014/main" id="{2EB7AAAD-49F1-4C09-A933-F99712E950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03" name="Rectangle 23">
            <a:extLst>
              <a:ext uri="{FF2B5EF4-FFF2-40B4-BE49-F238E27FC236}">
                <a16:creationId xmlns:a16="http://schemas.microsoft.com/office/drawing/2014/main" id="{78DF2FB4-1E5E-4277-9453-2A6C3ED9E6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04" name="Rectangle 24">
            <a:extLst>
              <a:ext uri="{FF2B5EF4-FFF2-40B4-BE49-F238E27FC236}">
                <a16:creationId xmlns:a16="http://schemas.microsoft.com/office/drawing/2014/main" id="{3AB949C4-FBA3-427C-A84C-41F53DCAF3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24177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05" name="Rectangle 25">
            <a:extLst>
              <a:ext uri="{FF2B5EF4-FFF2-40B4-BE49-F238E27FC236}">
                <a16:creationId xmlns:a16="http://schemas.microsoft.com/office/drawing/2014/main" id="{D8B2F79B-436D-405A-854F-AE80AA1E51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24177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06" name="Rectangle 26">
            <a:extLst>
              <a:ext uri="{FF2B5EF4-FFF2-40B4-BE49-F238E27FC236}">
                <a16:creationId xmlns:a16="http://schemas.microsoft.com/office/drawing/2014/main" id="{5161C983-373E-4FD2-AA9B-BB8D0A8E28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24098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07" name="Rectangle 27">
            <a:extLst>
              <a:ext uri="{FF2B5EF4-FFF2-40B4-BE49-F238E27FC236}">
                <a16:creationId xmlns:a16="http://schemas.microsoft.com/office/drawing/2014/main" id="{26B25786-DD16-49DD-83AF-3D671E8FB5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24098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08" name="Rectangle 28">
            <a:extLst>
              <a:ext uri="{FF2B5EF4-FFF2-40B4-BE49-F238E27FC236}">
                <a16:creationId xmlns:a16="http://schemas.microsoft.com/office/drawing/2014/main" id="{B00624E8-0E19-4B3F-961F-F2EB3984D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09" name="Rectangle 29">
            <a:extLst>
              <a:ext uri="{FF2B5EF4-FFF2-40B4-BE49-F238E27FC236}">
                <a16:creationId xmlns:a16="http://schemas.microsoft.com/office/drawing/2014/main" id="{3F89028F-1C47-41F3-AE2D-17FF23AED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9624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10" name="Rectangle 30">
            <a:extLst>
              <a:ext uri="{FF2B5EF4-FFF2-40B4-BE49-F238E27FC236}">
                <a16:creationId xmlns:a16="http://schemas.microsoft.com/office/drawing/2014/main" id="{E3FAAA5D-0648-4DA5-94F9-DE7504614A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11" name="Rectangle 31">
            <a:extLst>
              <a:ext uri="{FF2B5EF4-FFF2-40B4-BE49-F238E27FC236}">
                <a16:creationId xmlns:a16="http://schemas.microsoft.com/office/drawing/2014/main" id="{D7DE7829-417F-4A70-8744-648876402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12" name="Rectangle 32">
            <a:extLst>
              <a:ext uri="{FF2B5EF4-FFF2-40B4-BE49-F238E27FC236}">
                <a16:creationId xmlns:a16="http://schemas.microsoft.com/office/drawing/2014/main" id="{701CBE0A-5B23-4D8B-B2D9-2B3B4C40BE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13" name="Line 33">
            <a:extLst>
              <a:ext uri="{FF2B5EF4-FFF2-40B4-BE49-F238E27FC236}">
                <a16:creationId xmlns:a16="http://schemas.microsoft.com/office/drawing/2014/main" id="{9EE965CB-FA19-40DD-ADFD-AF37998C425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14" name="Rectangle 34">
            <a:extLst>
              <a:ext uri="{FF2B5EF4-FFF2-40B4-BE49-F238E27FC236}">
                <a16:creationId xmlns:a16="http://schemas.microsoft.com/office/drawing/2014/main" id="{AC1583E5-CBAB-4306-9893-345C05EE1F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15" name="Rectangle 35">
            <a:extLst>
              <a:ext uri="{FF2B5EF4-FFF2-40B4-BE49-F238E27FC236}">
                <a16:creationId xmlns:a16="http://schemas.microsoft.com/office/drawing/2014/main" id="{BED909FB-96D0-4CFD-A806-4DBE5DB8C6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16" name="Rectangle 36">
            <a:extLst>
              <a:ext uri="{FF2B5EF4-FFF2-40B4-BE49-F238E27FC236}">
                <a16:creationId xmlns:a16="http://schemas.microsoft.com/office/drawing/2014/main" id="{66F4B1C7-207A-4664-945C-F8AA95C351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17" name="Line 37">
            <a:extLst>
              <a:ext uri="{FF2B5EF4-FFF2-40B4-BE49-F238E27FC236}">
                <a16:creationId xmlns:a16="http://schemas.microsoft.com/office/drawing/2014/main" id="{8A639B97-6A8F-478A-965F-A467F28173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18" name="Line 38">
            <a:extLst>
              <a:ext uri="{FF2B5EF4-FFF2-40B4-BE49-F238E27FC236}">
                <a16:creationId xmlns:a16="http://schemas.microsoft.com/office/drawing/2014/main" id="{5C174750-7C9F-4206-A178-02C0AFA081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19" name="Rectangle 39">
            <a:extLst>
              <a:ext uri="{FF2B5EF4-FFF2-40B4-BE49-F238E27FC236}">
                <a16:creationId xmlns:a16="http://schemas.microsoft.com/office/drawing/2014/main" id="{82E6BC64-8E90-4300-8153-7EB7E9203C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20" name="Rectangle 40">
            <a:extLst>
              <a:ext uri="{FF2B5EF4-FFF2-40B4-BE49-F238E27FC236}">
                <a16:creationId xmlns:a16="http://schemas.microsoft.com/office/drawing/2014/main" id="{77DF1FDA-364D-48C3-B939-627CE48AF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38512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21" name="Rectangle 41">
            <a:extLst>
              <a:ext uri="{FF2B5EF4-FFF2-40B4-BE49-F238E27FC236}">
                <a16:creationId xmlns:a16="http://schemas.microsoft.com/office/drawing/2014/main" id="{55A0EF30-D9C6-439B-8311-F164B7751C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3851275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22" name="Rectangle 42">
            <a:extLst>
              <a:ext uri="{FF2B5EF4-FFF2-40B4-BE49-F238E27FC236}">
                <a16:creationId xmlns:a16="http://schemas.microsoft.com/office/drawing/2014/main" id="{EAC6D49C-D438-4E65-B7AF-F8421744AA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38433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23" name="Rectangle 43">
            <a:extLst>
              <a:ext uri="{FF2B5EF4-FFF2-40B4-BE49-F238E27FC236}">
                <a16:creationId xmlns:a16="http://schemas.microsoft.com/office/drawing/2014/main" id="{DCE7D0AB-2B29-4878-BF2E-F1F42BBCFB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38433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24" name="Rectangle 44">
            <a:extLst>
              <a:ext uri="{FF2B5EF4-FFF2-40B4-BE49-F238E27FC236}">
                <a16:creationId xmlns:a16="http://schemas.microsoft.com/office/drawing/2014/main" id="{40E66884-197F-4622-9872-95D9357E3E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458470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25" name="Rectangle 45">
            <a:extLst>
              <a:ext uri="{FF2B5EF4-FFF2-40B4-BE49-F238E27FC236}">
                <a16:creationId xmlns:a16="http://schemas.microsoft.com/office/drawing/2014/main" id="{51BFC7ED-9436-4B51-B545-1D7D17B92E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45847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26" name="Rectangle 46">
            <a:extLst>
              <a:ext uri="{FF2B5EF4-FFF2-40B4-BE49-F238E27FC236}">
                <a16:creationId xmlns:a16="http://schemas.microsoft.com/office/drawing/2014/main" id="{8AC4F8EB-CD95-42E0-9460-40F9A2EE76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457835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27" name="Rectangle 47">
            <a:extLst>
              <a:ext uri="{FF2B5EF4-FFF2-40B4-BE49-F238E27FC236}">
                <a16:creationId xmlns:a16="http://schemas.microsoft.com/office/drawing/2014/main" id="{B4EFAFC9-63BD-41DF-A6C0-41B31CB87E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457835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28" name="Rectangle 48">
            <a:extLst>
              <a:ext uri="{FF2B5EF4-FFF2-40B4-BE49-F238E27FC236}">
                <a16:creationId xmlns:a16="http://schemas.microsoft.com/office/drawing/2014/main" id="{52DE476C-4D2F-4A3D-B5E2-5206B8DD46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29" name="Rectangle 49">
            <a:extLst>
              <a:ext uri="{FF2B5EF4-FFF2-40B4-BE49-F238E27FC236}">
                <a16:creationId xmlns:a16="http://schemas.microsoft.com/office/drawing/2014/main" id="{499DD6B4-926F-4863-B876-A33DE09578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6613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30" name="Rectangle 50">
            <a:extLst>
              <a:ext uri="{FF2B5EF4-FFF2-40B4-BE49-F238E27FC236}">
                <a16:creationId xmlns:a16="http://schemas.microsoft.com/office/drawing/2014/main" id="{626C4C2E-F75D-4299-8D5F-88966AE027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100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31" name="Rectangle 51">
            <a:extLst>
              <a:ext uri="{FF2B5EF4-FFF2-40B4-BE49-F238E27FC236}">
                <a16:creationId xmlns:a16="http://schemas.microsoft.com/office/drawing/2014/main" id="{67236602-0F70-42E1-B19E-894DD93749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737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32" name="Rectangle 52">
            <a:extLst>
              <a:ext uri="{FF2B5EF4-FFF2-40B4-BE49-F238E27FC236}">
                <a16:creationId xmlns:a16="http://schemas.microsoft.com/office/drawing/2014/main" id="{340AB0C5-F5C3-41D1-9D34-995D30ECB5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472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33" name="Rectangle 53">
            <a:extLst>
              <a:ext uri="{FF2B5EF4-FFF2-40B4-BE49-F238E27FC236}">
                <a16:creationId xmlns:a16="http://schemas.microsoft.com/office/drawing/2014/main" id="{B9997DD6-1694-435B-832F-9F1D9AE662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5263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34" name="Rectangle 54">
            <a:extLst>
              <a:ext uri="{FF2B5EF4-FFF2-40B4-BE49-F238E27FC236}">
                <a16:creationId xmlns:a16="http://schemas.microsoft.com/office/drawing/2014/main" id="{49798DDD-1DBB-4985-AF72-2737BE4E79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5138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35" name="Rectangle 87">
            <a:extLst>
              <a:ext uri="{FF2B5EF4-FFF2-40B4-BE49-F238E27FC236}">
                <a16:creationId xmlns:a16="http://schemas.microsoft.com/office/drawing/2014/main" id="{979935C8-BCB0-4942-A34C-AB7D3D362B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8650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36" name="Rectangle 88">
            <a:extLst>
              <a:ext uri="{FF2B5EF4-FFF2-40B4-BE49-F238E27FC236}">
                <a16:creationId xmlns:a16="http://schemas.microsoft.com/office/drawing/2014/main" id="{9F89B0DA-298B-4D85-921A-CA5B621FC2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9738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37" name="Rectangle 89">
            <a:extLst>
              <a:ext uri="{FF2B5EF4-FFF2-40B4-BE49-F238E27FC236}">
                <a16:creationId xmlns:a16="http://schemas.microsoft.com/office/drawing/2014/main" id="{9E689049-6106-4CEC-9491-9D88D252B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766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38" name="Rectangle 90">
            <a:extLst>
              <a:ext uri="{FF2B5EF4-FFF2-40B4-BE49-F238E27FC236}">
                <a16:creationId xmlns:a16="http://schemas.microsoft.com/office/drawing/2014/main" id="{B99F1AB6-061D-49F9-9087-DB32EB2462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9775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39" name="Rectangle 91">
            <a:extLst>
              <a:ext uri="{FF2B5EF4-FFF2-40B4-BE49-F238E27FC236}">
                <a16:creationId xmlns:a16="http://schemas.microsoft.com/office/drawing/2014/main" id="{E715219F-BF66-4556-83BB-59923666A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40" name="Rectangle 92">
            <a:extLst>
              <a:ext uri="{FF2B5EF4-FFF2-40B4-BE49-F238E27FC236}">
                <a16:creationId xmlns:a16="http://schemas.microsoft.com/office/drawing/2014/main" id="{6E1CAB9E-2BC1-4F9E-92F7-6625B3B1C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41" name="Rectangle 93">
            <a:extLst>
              <a:ext uri="{FF2B5EF4-FFF2-40B4-BE49-F238E27FC236}">
                <a16:creationId xmlns:a16="http://schemas.microsoft.com/office/drawing/2014/main" id="{B54445B7-F3EE-43E8-AA0B-CA0F811C81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42" name="Rectangle 94">
            <a:extLst>
              <a:ext uri="{FF2B5EF4-FFF2-40B4-BE49-F238E27FC236}">
                <a16:creationId xmlns:a16="http://schemas.microsoft.com/office/drawing/2014/main" id="{659C9D92-CFF9-40E5-9907-78402D135A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43" name="Rectangle 95">
            <a:extLst>
              <a:ext uri="{FF2B5EF4-FFF2-40B4-BE49-F238E27FC236}">
                <a16:creationId xmlns:a16="http://schemas.microsoft.com/office/drawing/2014/main" id="{E7ACCEA5-9C94-46D3-840C-30AFDFDB1B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44" name="Rectangle 96">
            <a:extLst>
              <a:ext uri="{FF2B5EF4-FFF2-40B4-BE49-F238E27FC236}">
                <a16:creationId xmlns:a16="http://schemas.microsoft.com/office/drawing/2014/main" id="{AA177148-9FBB-4626-84EC-7CF1501AE8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45" name="Rectangle 97">
            <a:extLst>
              <a:ext uri="{FF2B5EF4-FFF2-40B4-BE49-F238E27FC236}">
                <a16:creationId xmlns:a16="http://schemas.microsoft.com/office/drawing/2014/main" id="{F66977FD-BFBD-43D5-AD34-8FEE50E2D3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46" name="Line 98">
            <a:extLst>
              <a:ext uri="{FF2B5EF4-FFF2-40B4-BE49-F238E27FC236}">
                <a16:creationId xmlns:a16="http://schemas.microsoft.com/office/drawing/2014/main" id="{8769D5FD-03DF-4990-9211-7CF054407D7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47" name="Rectangle 99">
            <a:extLst>
              <a:ext uri="{FF2B5EF4-FFF2-40B4-BE49-F238E27FC236}">
                <a16:creationId xmlns:a16="http://schemas.microsoft.com/office/drawing/2014/main" id="{46657E2A-7066-4C2A-99D3-160FD230F9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48" name="Rectangle 100">
            <a:extLst>
              <a:ext uri="{FF2B5EF4-FFF2-40B4-BE49-F238E27FC236}">
                <a16:creationId xmlns:a16="http://schemas.microsoft.com/office/drawing/2014/main" id="{2C2F5A11-8FA7-4D2D-B671-1EC2EE046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49" name="Rectangle 101">
            <a:extLst>
              <a:ext uri="{FF2B5EF4-FFF2-40B4-BE49-F238E27FC236}">
                <a16:creationId xmlns:a16="http://schemas.microsoft.com/office/drawing/2014/main" id="{02C7AE0C-8369-4A06-89EA-B70A82F43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50" name="Rectangle 102">
            <a:extLst>
              <a:ext uri="{FF2B5EF4-FFF2-40B4-BE49-F238E27FC236}">
                <a16:creationId xmlns:a16="http://schemas.microsoft.com/office/drawing/2014/main" id="{91B5A465-61C6-4AC4-A878-1C7DD67FAB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51" name="Rectangle 103">
            <a:extLst>
              <a:ext uri="{FF2B5EF4-FFF2-40B4-BE49-F238E27FC236}">
                <a16:creationId xmlns:a16="http://schemas.microsoft.com/office/drawing/2014/main" id="{20433830-B332-4814-82B9-C051DEDCAD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52" name="Rectangle 104">
            <a:extLst>
              <a:ext uri="{FF2B5EF4-FFF2-40B4-BE49-F238E27FC236}">
                <a16:creationId xmlns:a16="http://schemas.microsoft.com/office/drawing/2014/main" id="{E3578908-B66D-48EE-9AB8-7ED687C1C2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53" name="Rectangle 105">
            <a:extLst>
              <a:ext uri="{FF2B5EF4-FFF2-40B4-BE49-F238E27FC236}">
                <a16:creationId xmlns:a16="http://schemas.microsoft.com/office/drawing/2014/main" id="{909BB4D0-EB29-41AC-B17F-41B881E8C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54" name="Rectangle 106">
            <a:extLst>
              <a:ext uri="{FF2B5EF4-FFF2-40B4-BE49-F238E27FC236}">
                <a16:creationId xmlns:a16="http://schemas.microsoft.com/office/drawing/2014/main" id="{2CA73704-DE29-4402-B571-FF61E88F9C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55" name="Rectangle 107">
            <a:extLst>
              <a:ext uri="{FF2B5EF4-FFF2-40B4-BE49-F238E27FC236}">
                <a16:creationId xmlns:a16="http://schemas.microsoft.com/office/drawing/2014/main" id="{9FFA9B8B-AEB9-47EA-972D-0C0591F27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56" name="Line 108">
            <a:extLst>
              <a:ext uri="{FF2B5EF4-FFF2-40B4-BE49-F238E27FC236}">
                <a16:creationId xmlns:a16="http://schemas.microsoft.com/office/drawing/2014/main" id="{102DBCE6-04FB-4FD3-9577-C3BDCBF8C99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57" name="Rectangle 109">
            <a:extLst>
              <a:ext uri="{FF2B5EF4-FFF2-40B4-BE49-F238E27FC236}">
                <a16:creationId xmlns:a16="http://schemas.microsoft.com/office/drawing/2014/main" id="{5CE59A03-FA80-4BD8-ADAB-EB4BEFB091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58" name="Rectangle 110">
            <a:extLst>
              <a:ext uri="{FF2B5EF4-FFF2-40B4-BE49-F238E27FC236}">
                <a16:creationId xmlns:a16="http://schemas.microsoft.com/office/drawing/2014/main" id="{17D5CF0B-C488-428F-8A4E-6E628C612F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59" name="Rectangle 111">
            <a:extLst>
              <a:ext uri="{FF2B5EF4-FFF2-40B4-BE49-F238E27FC236}">
                <a16:creationId xmlns:a16="http://schemas.microsoft.com/office/drawing/2014/main" id="{C5EBFF2C-00C2-4FEF-889F-DBB13FC642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7538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60" name="Rectangle 112">
            <a:extLst>
              <a:ext uri="{FF2B5EF4-FFF2-40B4-BE49-F238E27FC236}">
                <a16:creationId xmlns:a16="http://schemas.microsoft.com/office/drawing/2014/main" id="{62A0344C-839C-43F6-8C91-39BAA60E7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125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61" name="Rectangle 113">
            <a:extLst>
              <a:ext uri="{FF2B5EF4-FFF2-40B4-BE49-F238E27FC236}">
                <a16:creationId xmlns:a16="http://schemas.microsoft.com/office/drawing/2014/main" id="{4C7CCEB4-9F8A-4863-9931-C9336A8CE8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62" name="Rectangle 114">
            <a:extLst>
              <a:ext uri="{FF2B5EF4-FFF2-40B4-BE49-F238E27FC236}">
                <a16:creationId xmlns:a16="http://schemas.microsoft.com/office/drawing/2014/main" id="{7AD2406F-F1EF-4168-886A-675A944743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565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4463" name="Title 1">
            <a:extLst>
              <a:ext uri="{FF2B5EF4-FFF2-40B4-BE49-F238E27FC236}">
                <a16:creationId xmlns:a16="http://schemas.microsoft.com/office/drawing/2014/main" id="{7EA9115B-6439-46C7-BB8B-CAECC2619773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Examples of determination of overflow</a:t>
            </a: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09" name="Rectangle 5">
            <a:extLst>
              <a:ext uri="{FF2B5EF4-FFF2-40B4-BE49-F238E27FC236}">
                <a16:creationId xmlns:a16="http://schemas.microsoft.com/office/drawing/2014/main" id="{5CD3CE18-02B6-4913-9C1A-5231FBE640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10" name="Rectangle 6">
            <a:extLst>
              <a:ext uri="{FF2B5EF4-FFF2-40B4-BE49-F238E27FC236}">
                <a16:creationId xmlns:a16="http://schemas.microsoft.com/office/drawing/2014/main" id="{B7D82884-20F1-4186-911C-4EB51DDFA1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11" name="Rectangle 7">
            <a:extLst>
              <a:ext uri="{FF2B5EF4-FFF2-40B4-BE49-F238E27FC236}">
                <a16:creationId xmlns:a16="http://schemas.microsoft.com/office/drawing/2014/main" id="{89DA203E-05ED-4639-A4C6-FAB4A80489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12" name="Rectangle 8">
            <a:extLst>
              <a:ext uri="{FF2B5EF4-FFF2-40B4-BE49-F238E27FC236}">
                <a16:creationId xmlns:a16="http://schemas.microsoft.com/office/drawing/2014/main" id="{5338CB74-0490-4BE4-8C9E-83F0B7B74F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13" name="Line 9">
            <a:extLst>
              <a:ext uri="{FF2B5EF4-FFF2-40B4-BE49-F238E27FC236}">
                <a16:creationId xmlns:a16="http://schemas.microsoft.com/office/drawing/2014/main" id="{51867D0D-659A-47B5-A1E0-59EB8FCA8D8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14" name="Rectangle 10">
            <a:extLst>
              <a:ext uri="{FF2B5EF4-FFF2-40B4-BE49-F238E27FC236}">
                <a16:creationId xmlns:a16="http://schemas.microsoft.com/office/drawing/2014/main" id="{50491710-0E58-4209-BFB8-0896F3BF4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15" name="Rectangle 11">
            <a:extLst>
              <a:ext uri="{FF2B5EF4-FFF2-40B4-BE49-F238E27FC236}">
                <a16:creationId xmlns:a16="http://schemas.microsoft.com/office/drawing/2014/main" id="{7281DC6B-FBBE-47CD-B45B-B6B8357F4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16" name="Rectangle 12">
            <a:extLst>
              <a:ext uri="{FF2B5EF4-FFF2-40B4-BE49-F238E27FC236}">
                <a16:creationId xmlns:a16="http://schemas.microsoft.com/office/drawing/2014/main" id="{887FA62B-8000-4509-B092-9203AA2116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17" name="Line 13">
            <a:extLst>
              <a:ext uri="{FF2B5EF4-FFF2-40B4-BE49-F238E27FC236}">
                <a16:creationId xmlns:a16="http://schemas.microsoft.com/office/drawing/2014/main" id="{2CA810CA-EBCA-4218-A2E6-1B59E075B16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18" name="Line 14">
            <a:extLst>
              <a:ext uri="{FF2B5EF4-FFF2-40B4-BE49-F238E27FC236}">
                <a16:creationId xmlns:a16="http://schemas.microsoft.com/office/drawing/2014/main" id="{4AFEA15C-CB2C-4E5C-AEE8-374D5468F98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19" name="Rectangle 15">
            <a:extLst>
              <a:ext uri="{FF2B5EF4-FFF2-40B4-BE49-F238E27FC236}">
                <a16:creationId xmlns:a16="http://schemas.microsoft.com/office/drawing/2014/main" id="{885FEA00-C934-4B2B-866A-DBC3B9904F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20" name="Rectangle 16">
            <a:extLst>
              <a:ext uri="{FF2B5EF4-FFF2-40B4-BE49-F238E27FC236}">
                <a16:creationId xmlns:a16="http://schemas.microsoft.com/office/drawing/2014/main" id="{BF9E7BB5-E3CC-4A10-82AA-7955169EB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6843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21" name="Rectangle 17">
            <a:extLst>
              <a:ext uri="{FF2B5EF4-FFF2-40B4-BE49-F238E27FC236}">
                <a16:creationId xmlns:a16="http://schemas.microsoft.com/office/drawing/2014/main" id="{43F76E6D-D904-4CB5-8452-13E5633B14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68433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22" name="Rectangle 18">
            <a:extLst>
              <a:ext uri="{FF2B5EF4-FFF2-40B4-BE49-F238E27FC236}">
                <a16:creationId xmlns:a16="http://schemas.microsoft.com/office/drawing/2014/main" id="{1F6F6A33-357C-43D0-AA2A-67C8E3E26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67640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23" name="Rectangle 19">
            <a:extLst>
              <a:ext uri="{FF2B5EF4-FFF2-40B4-BE49-F238E27FC236}">
                <a16:creationId xmlns:a16="http://schemas.microsoft.com/office/drawing/2014/main" id="{085573A2-F937-4A9F-A689-6B53EBF04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6764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24" name="Rectangle 20">
            <a:extLst>
              <a:ext uri="{FF2B5EF4-FFF2-40B4-BE49-F238E27FC236}">
                <a16:creationId xmlns:a16="http://schemas.microsoft.com/office/drawing/2014/main" id="{76F00ECA-6B23-4575-B5D9-37F61D520C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25" name="Rectangle 21">
            <a:extLst>
              <a:ext uri="{FF2B5EF4-FFF2-40B4-BE49-F238E27FC236}">
                <a16:creationId xmlns:a16="http://schemas.microsoft.com/office/drawing/2014/main" id="{A07B60FE-F149-4DF1-AF10-3700C0A8F1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26" name="Rectangle 22">
            <a:extLst>
              <a:ext uri="{FF2B5EF4-FFF2-40B4-BE49-F238E27FC236}">
                <a16:creationId xmlns:a16="http://schemas.microsoft.com/office/drawing/2014/main" id="{38813BEB-A9AC-4A82-ABA8-F91E2C5791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27" name="Rectangle 23">
            <a:extLst>
              <a:ext uri="{FF2B5EF4-FFF2-40B4-BE49-F238E27FC236}">
                <a16:creationId xmlns:a16="http://schemas.microsoft.com/office/drawing/2014/main" id="{A2796905-D23C-4DBE-8AF3-0E0C7E0A1E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28" name="Rectangle 24">
            <a:extLst>
              <a:ext uri="{FF2B5EF4-FFF2-40B4-BE49-F238E27FC236}">
                <a16:creationId xmlns:a16="http://schemas.microsoft.com/office/drawing/2014/main" id="{B397DF47-4C79-4533-850F-61E77437A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24177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29" name="Rectangle 25">
            <a:extLst>
              <a:ext uri="{FF2B5EF4-FFF2-40B4-BE49-F238E27FC236}">
                <a16:creationId xmlns:a16="http://schemas.microsoft.com/office/drawing/2014/main" id="{6331826D-379B-4E36-B6E8-209940694F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24177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30" name="Rectangle 26">
            <a:extLst>
              <a:ext uri="{FF2B5EF4-FFF2-40B4-BE49-F238E27FC236}">
                <a16:creationId xmlns:a16="http://schemas.microsoft.com/office/drawing/2014/main" id="{A5077373-C31B-4DC5-861F-600E4183C9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24098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31" name="Rectangle 27">
            <a:extLst>
              <a:ext uri="{FF2B5EF4-FFF2-40B4-BE49-F238E27FC236}">
                <a16:creationId xmlns:a16="http://schemas.microsoft.com/office/drawing/2014/main" id="{A9F00B49-6795-498F-90BF-6A74D0E53D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24098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32" name="Rectangle 28">
            <a:extLst>
              <a:ext uri="{FF2B5EF4-FFF2-40B4-BE49-F238E27FC236}">
                <a16:creationId xmlns:a16="http://schemas.microsoft.com/office/drawing/2014/main" id="{D6F11857-2F18-485C-A717-9187676412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33" name="Rectangle 29">
            <a:extLst>
              <a:ext uri="{FF2B5EF4-FFF2-40B4-BE49-F238E27FC236}">
                <a16:creationId xmlns:a16="http://schemas.microsoft.com/office/drawing/2014/main" id="{FF56A4AA-2601-46EF-9925-83F16F856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9624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34" name="Rectangle 30">
            <a:extLst>
              <a:ext uri="{FF2B5EF4-FFF2-40B4-BE49-F238E27FC236}">
                <a16:creationId xmlns:a16="http://schemas.microsoft.com/office/drawing/2014/main" id="{3FBE6EFA-3B6A-4A69-B8F6-954411B075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35" name="Rectangle 31">
            <a:extLst>
              <a:ext uri="{FF2B5EF4-FFF2-40B4-BE49-F238E27FC236}">
                <a16:creationId xmlns:a16="http://schemas.microsoft.com/office/drawing/2014/main" id="{5328EBB7-6AB1-4232-81A0-4F5BF5C65B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36" name="Rectangle 32">
            <a:extLst>
              <a:ext uri="{FF2B5EF4-FFF2-40B4-BE49-F238E27FC236}">
                <a16:creationId xmlns:a16="http://schemas.microsoft.com/office/drawing/2014/main" id="{545CC299-23FA-42F1-9FCB-3CF15E91F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37" name="Line 33">
            <a:extLst>
              <a:ext uri="{FF2B5EF4-FFF2-40B4-BE49-F238E27FC236}">
                <a16:creationId xmlns:a16="http://schemas.microsoft.com/office/drawing/2014/main" id="{A346DD55-A26E-498C-B006-27FE25F1F9C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38" name="Rectangle 34">
            <a:extLst>
              <a:ext uri="{FF2B5EF4-FFF2-40B4-BE49-F238E27FC236}">
                <a16:creationId xmlns:a16="http://schemas.microsoft.com/office/drawing/2014/main" id="{B7D2F034-505F-46DA-8E31-1D51718175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39" name="Rectangle 35">
            <a:extLst>
              <a:ext uri="{FF2B5EF4-FFF2-40B4-BE49-F238E27FC236}">
                <a16:creationId xmlns:a16="http://schemas.microsoft.com/office/drawing/2014/main" id="{901CC480-BB48-4FBD-9A8A-C7F1689D4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40" name="Rectangle 36">
            <a:extLst>
              <a:ext uri="{FF2B5EF4-FFF2-40B4-BE49-F238E27FC236}">
                <a16:creationId xmlns:a16="http://schemas.microsoft.com/office/drawing/2014/main" id="{A53D5BF4-A8C7-4DAA-B980-59644BA715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41" name="Line 37">
            <a:extLst>
              <a:ext uri="{FF2B5EF4-FFF2-40B4-BE49-F238E27FC236}">
                <a16:creationId xmlns:a16="http://schemas.microsoft.com/office/drawing/2014/main" id="{C3842DF4-7949-4BFB-9DB5-8B7FBC32F6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42" name="Line 38">
            <a:extLst>
              <a:ext uri="{FF2B5EF4-FFF2-40B4-BE49-F238E27FC236}">
                <a16:creationId xmlns:a16="http://schemas.microsoft.com/office/drawing/2014/main" id="{EA8D56B5-3424-4DBE-B6E9-78E35DE97FF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43" name="Rectangle 39">
            <a:extLst>
              <a:ext uri="{FF2B5EF4-FFF2-40B4-BE49-F238E27FC236}">
                <a16:creationId xmlns:a16="http://schemas.microsoft.com/office/drawing/2014/main" id="{4156AF55-54A0-4634-93DB-C2CF96517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44" name="Rectangle 40">
            <a:extLst>
              <a:ext uri="{FF2B5EF4-FFF2-40B4-BE49-F238E27FC236}">
                <a16:creationId xmlns:a16="http://schemas.microsoft.com/office/drawing/2014/main" id="{8F250CAF-9D18-4A22-B770-B489DA212F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38512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45" name="Rectangle 41">
            <a:extLst>
              <a:ext uri="{FF2B5EF4-FFF2-40B4-BE49-F238E27FC236}">
                <a16:creationId xmlns:a16="http://schemas.microsoft.com/office/drawing/2014/main" id="{4C3A0E26-B555-4D24-A144-81621A6867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3851275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46" name="Rectangle 42">
            <a:extLst>
              <a:ext uri="{FF2B5EF4-FFF2-40B4-BE49-F238E27FC236}">
                <a16:creationId xmlns:a16="http://schemas.microsoft.com/office/drawing/2014/main" id="{7FFD4A98-D9E2-459F-A822-2910C6F2B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38433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47" name="Rectangle 43">
            <a:extLst>
              <a:ext uri="{FF2B5EF4-FFF2-40B4-BE49-F238E27FC236}">
                <a16:creationId xmlns:a16="http://schemas.microsoft.com/office/drawing/2014/main" id="{565E6BF8-6D16-4073-BCD3-B3ED06172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38433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48" name="Rectangle 44">
            <a:extLst>
              <a:ext uri="{FF2B5EF4-FFF2-40B4-BE49-F238E27FC236}">
                <a16:creationId xmlns:a16="http://schemas.microsoft.com/office/drawing/2014/main" id="{A13AB2F7-EA3B-40AB-A791-43DC598A2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458470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49" name="Rectangle 45">
            <a:extLst>
              <a:ext uri="{FF2B5EF4-FFF2-40B4-BE49-F238E27FC236}">
                <a16:creationId xmlns:a16="http://schemas.microsoft.com/office/drawing/2014/main" id="{4DBF268E-4DC8-41D9-A826-EE9957084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45847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50" name="Rectangle 46">
            <a:extLst>
              <a:ext uri="{FF2B5EF4-FFF2-40B4-BE49-F238E27FC236}">
                <a16:creationId xmlns:a16="http://schemas.microsoft.com/office/drawing/2014/main" id="{AE651037-1D71-4B6A-9258-CCFE6CF1EB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457835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51" name="Rectangle 47">
            <a:extLst>
              <a:ext uri="{FF2B5EF4-FFF2-40B4-BE49-F238E27FC236}">
                <a16:creationId xmlns:a16="http://schemas.microsoft.com/office/drawing/2014/main" id="{1F032FEE-B16C-40E2-BEE2-525535D22D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457835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52" name="Rectangle 48">
            <a:extLst>
              <a:ext uri="{FF2B5EF4-FFF2-40B4-BE49-F238E27FC236}">
                <a16:creationId xmlns:a16="http://schemas.microsoft.com/office/drawing/2014/main" id="{64B31A29-2937-47CA-B524-38750E374D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53" name="Rectangle 49">
            <a:extLst>
              <a:ext uri="{FF2B5EF4-FFF2-40B4-BE49-F238E27FC236}">
                <a16:creationId xmlns:a16="http://schemas.microsoft.com/office/drawing/2014/main" id="{B18D08FE-A95B-4244-9E92-CD8B68846B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6613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54" name="Rectangle 50">
            <a:extLst>
              <a:ext uri="{FF2B5EF4-FFF2-40B4-BE49-F238E27FC236}">
                <a16:creationId xmlns:a16="http://schemas.microsoft.com/office/drawing/2014/main" id="{DB792881-2747-49F4-AA34-00D19257C6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100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55" name="Rectangle 51">
            <a:extLst>
              <a:ext uri="{FF2B5EF4-FFF2-40B4-BE49-F238E27FC236}">
                <a16:creationId xmlns:a16="http://schemas.microsoft.com/office/drawing/2014/main" id="{4285664A-32AF-41AF-85A7-D880E4CAEB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737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56" name="Rectangle 52">
            <a:extLst>
              <a:ext uri="{FF2B5EF4-FFF2-40B4-BE49-F238E27FC236}">
                <a16:creationId xmlns:a16="http://schemas.microsoft.com/office/drawing/2014/main" id="{3217862C-F590-43A3-BDD1-F0803D5683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472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57" name="Rectangle 53">
            <a:extLst>
              <a:ext uri="{FF2B5EF4-FFF2-40B4-BE49-F238E27FC236}">
                <a16:creationId xmlns:a16="http://schemas.microsoft.com/office/drawing/2014/main" id="{71D1E642-73EB-4F98-9FD7-F2008A5559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5263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58" name="Rectangle 54">
            <a:extLst>
              <a:ext uri="{FF2B5EF4-FFF2-40B4-BE49-F238E27FC236}">
                <a16:creationId xmlns:a16="http://schemas.microsoft.com/office/drawing/2014/main" id="{95428BE0-30AF-432E-90A6-EEC1160D0B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5138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59" name="Rectangle 87">
            <a:extLst>
              <a:ext uri="{FF2B5EF4-FFF2-40B4-BE49-F238E27FC236}">
                <a16:creationId xmlns:a16="http://schemas.microsoft.com/office/drawing/2014/main" id="{E621837C-342D-4F51-B970-5E29EC6723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8650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60" name="Rectangle 88">
            <a:extLst>
              <a:ext uri="{FF2B5EF4-FFF2-40B4-BE49-F238E27FC236}">
                <a16:creationId xmlns:a16="http://schemas.microsoft.com/office/drawing/2014/main" id="{5946A7D0-9275-4F68-AB2B-70FEA8B342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9738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61" name="Rectangle 89">
            <a:extLst>
              <a:ext uri="{FF2B5EF4-FFF2-40B4-BE49-F238E27FC236}">
                <a16:creationId xmlns:a16="http://schemas.microsoft.com/office/drawing/2014/main" id="{8E2E7B96-807E-412C-A565-9D02193501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766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62" name="Rectangle 90">
            <a:extLst>
              <a:ext uri="{FF2B5EF4-FFF2-40B4-BE49-F238E27FC236}">
                <a16:creationId xmlns:a16="http://schemas.microsoft.com/office/drawing/2014/main" id="{72805653-11A6-436A-9174-7F94FBC461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9775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63" name="Rectangle 91">
            <a:extLst>
              <a:ext uri="{FF2B5EF4-FFF2-40B4-BE49-F238E27FC236}">
                <a16:creationId xmlns:a16="http://schemas.microsoft.com/office/drawing/2014/main" id="{29723B46-9596-496B-B7C7-3E49EBFE65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64" name="Rectangle 92">
            <a:extLst>
              <a:ext uri="{FF2B5EF4-FFF2-40B4-BE49-F238E27FC236}">
                <a16:creationId xmlns:a16="http://schemas.microsoft.com/office/drawing/2014/main" id="{F15D817D-47A1-45B9-AC0F-F4884C39B9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65" name="Rectangle 93">
            <a:extLst>
              <a:ext uri="{FF2B5EF4-FFF2-40B4-BE49-F238E27FC236}">
                <a16:creationId xmlns:a16="http://schemas.microsoft.com/office/drawing/2014/main" id="{3181D649-00A0-4B53-B7A5-2DF586EDE1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66" name="Rectangle 94">
            <a:extLst>
              <a:ext uri="{FF2B5EF4-FFF2-40B4-BE49-F238E27FC236}">
                <a16:creationId xmlns:a16="http://schemas.microsoft.com/office/drawing/2014/main" id="{A8926010-52FC-4348-8FFF-61FD03007B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67" name="Rectangle 95">
            <a:extLst>
              <a:ext uri="{FF2B5EF4-FFF2-40B4-BE49-F238E27FC236}">
                <a16:creationId xmlns:a16="http://schemas.microsoft.com/office/drawing/2014/main" id="{512E1CDC-979A-411D-8544-3FB90C06CA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68" name="Rectangle 96">
            <a:extLst>
              <a:ext uri="{FF2B5EF4-FFF2-40B4-BE49-F238E27FC236}">
                <a16:creationId xmlns:a16="http://schemas.microsoft.com/office/drawing/2014/main" id="{FD8C71F9-4FBA-4266-BF76-35930C310B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69" name="Rectangle 97">
            <a:extLst>
              <a:ext uri="{FF2B5EF4-FFF2-40B4-BE49-F238E27FC236}">
                <a16:creationId xmlns:a16="http://schemas.microsoft.com/office/drawing/2014/main" id="{4689A361-088C-4E0A-A8A6-84DC43C933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70" name="Line 98">
            <a:extLst>
              <a:ext uri="{FF2B5EF4-FFF2-40B4-BE49-F238E27FC236}">
                <a16:creationId xmlns:a16="http://schemas.microsoft.com/office/drawing/2014/main" id="{D404C489-0F0B-4076-A577-0AF401D097B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71" name="Rectangle 99">
            <a:extLst>
              <a:ext uri="{FF2B5EF4-FFF2-40B4-BE49-F238E27FC236}">
                <a16:creationId xmlns:a16="http://schemas.microsoft.com/office/drawing/2014/main" id="{7253FA17-E305-4356-9F70-22CA4EEDE4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72" name="Rectangle 100">
            <a:extLst>
              <a:ext uri="{FF2B5EF4-FFF2-40B4-BE49-F238E27FC236}">
                <a16:creationId xmlns:a16="http://schemas.microsoft.com/office/drawing/2014/main" id="{569F5AFD-9EB3-4F62-A919-9978E3286B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73" name="Rectangle 101">
            <a:extLst>
              <a:ext uri="{FF2B5EF4-FFF2-40B4-BE49-F238E27FC236}">
                <a16:creationId xmlns:a16="http://schemas.microsoft.com/office/drawing/2014/main" id="{9B937865-D77C-4CEB-8DD2-A2697D5CD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74" name="Rectangle 102">
            <a:extLst>
              <a:ext uri="{FF2B5EF4-FFF2-40B4-BE49-F238E27FC236}">
                <a16:creationId xmlns:a16="http://schemas.microsoft.com/office/drawing/2014/main" id="{4F256242-26A2-4573-A74D-9D0D0406D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75" name="Rectangle 103">
            <a:extLst>
              <a:ext uri="{FF2B5EF4-FFF2-40B4-BE49-F238E27FC236}">
                <a16:creationId xmlns:a16="http://schemas.microsoft.com/office/drawing/2014/main" id="{7BACA202-5B16-4917-9F44-44E2622A9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76" name="Rectangle 104">
            <a:extLst>
              <a:ext uri="{FF2B5EF4-FFF2-40B4-BE49-F238E27FC236}">
                <a16:creationId xmlns:a16="http://schemas.microsoft.com/office/drawing/2014/main" id="{E879E2B5-482F-4C07-810B-1E116FAC67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77" name="Rectangle 105">
            <a:extLst>
              <a:ext uri="{FF2B5EF4-FFF2-40B4-BE49-F238E27FC236}">
                <a16:creationId xmlns:a16="http://schemas.microsoft.com/office/drawing/2014/main" id="{792C7262-94F2-4A9A-9775-60FCF13AB1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78" name="Rectangle 106">
            <a:extLst>
              <a:ext uri="{FF2B5EF4-FFF2-40B4-BE49-F238E27FC236}">
                <a16:creationId xmlns:a16="http://schemas.microsoft.com/office/drawing/2014/main" id="{C592880F-17BE-4070-849A-9CFE48728E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79" name="Rectangle 107">
            <a:extLst>
              <a:ext uri="{FF2B5EF4-FFF2-40B4-BE49-F238E27FC236}">
                <a16:creationId xmlns:a16="http://schemas.microsoft.com/office/drawing/2014/main" id="{F252C92C-5AA1-423D-A30A-4A283F298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80" name="Line 108">
            <a:extLst>
              <a:ext uri="{FF2B5EF4-FFF2-40B4-BE49-F238E27FC236}">
                <a16:creationId xmlns:a16="http://schemas.microsoft.com/office/drawing/2014/main" id="{94E7F0FD-524E-4BD9-A944-957DFC8257E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81" name="Rectangle 109">
            <a:extLst>
              <a:ext uri="{FF2B5EF4-FFF2-40B4-BE49-F238E27FC236}">
                <a16:creationId xmlns:a16="http://schemas.microsoft.com/office/drawing/2014/main" id="{1B8C149E-8FE4-4565-8B80-A9594F6BD6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82" name="Rectangle 110">
            <a:extLst>
              <a:ext uri="{FF2B5EF4-FFF2-40B4-BE49-F238E27FC236}">
                <a16:creationId xmlns:a16="http://schemas.microsoft.com/office/drawing/2014/main" id="{CE609216-A995-4AA7-BDDF-398E4C7DB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83" name="Rectangle 111">
            <a:extLst>
              <a:ext uri="{FF2B5EF4-FFF2-40B4-BE49-F238E27FC236}">
                <a16:creationId xmlns:a16="http://schemas.microsoft.com/office/drawing/2014/main" id="{ED6882B2-96FA-462B-8582-D3FF780148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7538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84" name="Rectangle 112">
            <a:extLst>
              <a:ext uri="{FF2B5EF4-FFF2-40B4-BE49-F238E27FC236}">
                <a16:creationId xmlns:a16="http://schemas.microsoft.com/office/drawing/2014/main" id="{9A3CEFA5-9168-4FD2-A154-6851714086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125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85" name="Rectangle 113">
            <a:extLst>
              <a:ext uri="{FF2B5EF4-FFF2-40B4-BE49-F238E27FC236}">
                <a16:creationId xmlns:a16="http://schemas.microsoft.com/office/drawing/2014/main" id="{1B5F2B5C-9937-4F33-A816-5BBFC3FA25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86" name="Rectangle 114">
            <a:extLst>
              <a:ext uri="{FF2B5EF4-FFF2-40B4-BE49-F238E27FC236}">
                <a16:creationId xmlns:a16="http://schemas.microsoft.com/office/drawing/2014/main" id="{84EA423F-CF9B-4B79-9128-B178EDC846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565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87" name="Title 1">
            <a:extLst>
              <a:ext uri="{FF2B5EF4-FFF2-40B4-BE49-F238E27FC236}">
                <a16:creationId xmlns:a16="http://schemas.microsoft.com/office/drawing/2014/main" id="{0D6E3020-75C3-4D09-8CE5-1002B4FFE837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Examples of determination of overflow</a:t>
            </a:r>
          </a:p>
        </p:txBody>
      </p:sp>
      <p:sp>
        <p:nvSpPr>
          <p:cNvPr id="145488" name="Rectangle 86">
            <a:extLst>
              <a:ext uri="{FF2B5EF4-FFF2-40B4-BE49-F238E27FC236}">
                <a16:creationId xmlns:a16="http://schemas.microsoft.com/office/drawing/2014/main" id="{871465F0-8860-48F6-812B-7AB61410AB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4363" y="163195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89" name="Rectangle 194">
            <a:extLst>
              <a:ext uri="{FF2B5EF4-FFF2-40B4-BE49-F238E27FC236}">
                <a16:creationId xmlns:a16="http://schemas.microsoft.com/office/drawing/2014/main" id="{EF4ACBE4-30E9-419D-B1E7-89E2E45EA7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43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90" name="Rectangle 196">
            <a:extLst>
              <a:ext uri="{FF2B5EF4-FFF2-40B4-BE49-F238E27FC236}">
                <a16:creationId xmlns:a16="http://schemas.microsoft.com/office/drawing/2014/main" id="{B365CC34-F417-4F48-99BB-196771464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9563" y="1630363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91" name="Rectangle 197">
            <a:extLst>
              <a:ext uri="{FF2B5EF4-FFF2-40B4-BE49-F238E27FC236}">
                <a16:creationId xmlns:a16="http://schemas.microsoft.com/office/drawing/2014/main" id="{1CC77364-1863-485D-9EB6-12D0CA6B2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95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3DF2740B-85D5-4F8E-A50F-C4E25FF69CDD}"/>
                  </a:ext>
                </a:extLst>
              </p14:cNvPr>
              <p14:cNvContentPartPr/>
              <p14:nvPr/>
            </p14:nvContentPartPr>
            <p14:xfrm>
              <a:off x="2275920" y="2546280"/>
              <a:ext cx="5381640" cy="29836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3DF2740B-85D5-4F8E-A50F-C4E25FF69C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266560" y="2536920"/>
                <a:ext cx="5400360" cy="30024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3" name="Rectangle 5">
            <a:extLst>
              <a:ext uri="{FF2B5EF4-FFF2-40B4-BE49-F238E27FC236}">
                <a16:creationId xmlns:a16="http://schemas.microsoft.com/office/drawing/2014/main" id="{CE33A4E3-F554-4A39-952A-F8ED0E2C0A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34" name="Rectangle 6">
            <a:extLst>
              <a:ext uri="{FF2B5EF4-FFF2-40B4-BE49-F238E27FC236}">
                <a16:creationId xmlns:a16="http://schemas.microsoft.com/office/drawing/2014/main" id="{F5515952-7FC2-4A68-A8B6-7F5043CF84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35" name="Rectangle 7">
            <a:extLst>
              <a:ext uri="{FF2B5EF4-FFF2-40B4-BE49-F238E27FC236}">
                <a16:creationId xmlns:a16="http://schemas.microsoft.com/office/drawing/2014/main" id="{BC864DCC-A916-40F4-8A48-84B65790EC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36" name="Rectangle 8">
            <a:extLst>
              <a:ext uri="{FF2B5EF4-FFF2-40B4-BE49-F238E27FC236}">
                <a16:creationId xmlns:a16="http://schemas.microsoft.com/office/drawing/2014/main" id="{DF6F3D1D-B618-4A40-B435-948D9C5BD3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37" name="Line 9">
            <a:extLst>
              <a:ext uri="{FF2B5EF4-FFF2-40B4-BE49-F238E27FC236}">
                <a16:creationId xmlns:a16="http://schemas.microsoft.com/office/drawing/2014/main" id="{76F663E6-AB59-4907-9228-B8C436435EB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38" name="Rectangle 10">
            <a:extLst>
              <a:ext uri="{FF2B5EF4-FFF2-40B4-BE49-F238E27FC236}">
                <a16:creationId xmlns:a16="http://schemas.microsoft.com/office/drawing/2014/main" id="{17A008DD-AE79-45DA-8A6C-CB1A565AE0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39" name="Rectangle 11">
            <a:extLst>
              <a:ext uri="{FF2B5EF4-FFF2-40B4-BE49-F238E27FC236}">
                <a16:creationId xmlns:a16="http://schemas.microsoft.com/office/drawing/2014/main" id="{42174A9C-F5E1-4C37-80DA-1CE7B0019F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40" name="Rectangle 12">
            <a:extLst>
              <a:ext uri="{FF2B5EF4-FFF2-40B4-BE49-F238E27FC236}">
                <a16:creationId xmlns:a16="http://schemas.microsoft.com/office/drawing/2014/main" id="{C016105B-B032-4D83-B58C-95EAC3D2F5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41" name="Line 13">
            <a:extLst>
              <a:ext uri="{FF2B5EF4-FFF2-40B4-BE49-F238E27FC236}">
                <a16:creationId xmlns:a16="http://schemas.microsoft.com/office/drawing/2014/main" id="{3A0F8CE0-34F3-4265-BEB1-339A85556E5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42" name="Line 14">
            <a:extLst>
              <a:ext uri="{FF2B5EF4-FFF2-40B4-BE49-F238E27FC236}">
                <a16:creationId xmlns:a16="http://schemas.microsoft.com/office/drawing/2014/main" id="{B201E726-C122-4C93-894D-D9F0327E064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43" name="Rectangle 15">
            <a:extLst>
              <a:ext uri="{FF2B5EF4-FFF2-40B4-BE49-F238E27FC236}">
                <a16:creationId xmlns:a16="http://schemas.microsoft.com/office/drawing/2014/main" id="{FC67B2CC-7A35-4BF3-9B66-CEF935BE98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44" name="Rectangle 16">
            <a:extLst>
              <a:ext uri="{FF2B5EF4-FFF2-40B4-BE49-F238E27FC236}">
                <a16:creationId xmlns:a16="http://schemas.microsoft.com/office/drawing/2014/main" id="{69DF9650-4D17-4BD3-889D-B03BECAFE5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6843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45" name="Rectangle 17">
            <a:extLst>
              <a:ext uri="{FF2B5EF4-FFF2-40B4-BE49-F238E27FC236}">
                <a16:creationId xmlns:a16="http://schemas.microsoft.com/office/drawing/2014/main" id="{AA20AB65-F51D-4538-9874-DF13D663F4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68433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46" name="Rectangle 18">
            <a:extLst>
              <a:ext uri="{FF2B5EF4-FFF2-40B4-BE49-F238E27FC236}">
                <a16:creationId xmlns:a16="http://schemas.microsoft.com/office/drawing/2014/main" id="{3086BD89-3631-41E1-AA95-232335F5B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67640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47" name="Rectangle 19">
            <a:extLst>
              <a:ext uri="{FF2B5EF4-FFF2-40B4-BE49-F238E27FC236}">
                <a16:creationId xmlns:a16="http://schemas.microsoft.com/office/drawing/2014/main" id="{84D57A95-D2B6-4912-8329-135A52395F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6764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48" name="Rectangle 20">
            <a:extLst>
              <a:ext uri="{FF2B5EF4-FFF2-40B4-BE49-F238E27FC236}">
                <a16:creationId xmlns:a16="http://schemas.microsoft.com/office/drawing/2014/main" id="{5F2EF2E1-C4D9-426F-A200-86EC96A906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49" name="Rectangle 21">
            <a:extLst>
              <a:ext uri="{FF2B5EF4-FFF2-40B4-BE49-F238E27FC236}">
                <a16:creationId xmlns:a16="http://schemas.microsoft.com/office/drawing/2014/main" id="{BD33B0C9-A6EE-4333-A1F1-5782A59D68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50" name="Rectangle 22">
            <a:extLst>
              <a:ext uri="{FF2B5EF4-FFF2-40B4-BE49-F238E27FC236}">
                <a16:creationId xmlns:a16="http://schemas.microsoft.com/office/drawing/2014/main" id="{334E0D6D-0EB9-4A4E-ADFA-81FD9F255E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51" name="Rectangle 23">
            <a:extLst>
              <a:ext uri="{FF2B5EF4-FFF2-40B4-BE49-F238E27FC236}">
                <a16:creationId xmlns:a16="http://schemas.microsoft.com/office/drawing/2014/main" id="{EDA7A531-158E-4932-A926-6C2960203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52" name="Rectangle 24">
            <a:extLst>
              <a:ext uri="{FF2B5EF4-FFF2-40B4-BE49-F238E27FC236}">
                <a16:creationId xmlns:a16="http://schemas.microsoft.com/office/drawing/2014/main" id="{76FF02E9-F178-40AA-80E7-A0A07E6AE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24177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53" name="Rectangle 25">
            <a:extLst>
              <a:ext uri="{FF2B5EF4-FFF2-40B4-BE49-F238E27FC236}">
                <a16:creationId xmlns:a16="http://schemas.microsoft.com/office/drawing/2014/main" id="{7310A5E9-B25B-4967-B219-50366A62D1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24177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54" name="Rectangle 26">
            <a:extLst>
              <a:ext uri="{FF2B5EF4-FFF2-40B4-BE49-F238E27FC236}">
                <a16:creationId xmlns:a16="http://schemas.microsoft.com/office/drawing/2014/main" id="{86985213-C869-49FB-8DF1-1D52871A7D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24098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55" name="Rectangle 27">
            <a:extLst>
              <a:ext uri="{FF2B5EF4-FFF2-40B4-BE49-F238E27FC236}">
                <a16:creationId xmlns:a16="http://schemas.microsoft.com/office/drawing/2014/main" id="{49A035BB-CDF7-4FD7-8ED4-E8E7ED1AF7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24098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56" name="Rectangle 28">
            <a:extLst>
              <a:ext uri="{FF2B5EF4-FFF2-40B4-BE49-F238E27FC236}">
                <a16:creationId xmlns:a16="http://schemas.microsoft.com/office/drawing/2014/main" id="{36DBE454-ED73-4202-A758-93773A2B7D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57" name="Rectangle 29">
            <a:extLst>
              <a:ext uri="{FF2B5EF4-FFF2-40B4-BE49-F238E27FC236}">
                <a16:creationId xmlns:a16="http://schemas.microsoft.com/office/drawing/2014/main" id="{368A0F3C-7394-4F28-8919-F01E46FF78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9624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58" name="Rectangle 30">
            <a:extLst>
              <a:ext uri="{FF2B5EF4-FFF2-40B4-BE49-F238E27FC236}">
                <a16:creationId xmlns:a16="http://schemas.microsoft.com/office/drawing/2014/main" id="{39C59A60-7A37-4452-8266-68AACB08E1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59" name="Rectangle 31">
            <a:extLst>
              <a:ext uri="{FF2B5EF4-FFF2-40B4-BE49-F238E27FC236}">
                <a16:creationId xmlns:a16="http://schemas.microsoft.com/office/drawing/2014/main" id="{DF11AA63-948F-43DB-A99C-F561E6E3F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60" name="Rectangle 32">
            <a:extLst>
              <a:ext uri="{FF2B5EF4-FFF2-40B4-BE49-F238E27FC236}">
                <a16:creationId xmlns:a16="http://schemas.microsoft.com/office/drawing/2014/main" id="{342494C7-E5E9-45A1-BE8A-50DCF3F4C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61" name="Line 33">
            <a:extLst>
              <a:ext uri="{FF2B5EF4-FFF2-40B4-BE49-F238E27FC236}">
                <a16:creationId xmlns:a16="http://schemas.microsoft.com/office/drawing/2014/main" id="{BF852AC7-CFD2-46FA-ADCE-B417D2D37E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62" name="Rectangle 34">
            <a:extLst>
              <a:ext uri="{FF2B5EF4-FFF2-40B4-BE49-F238E27FC236}">
                <a16:creationId xmlns:a16="http://schemas.microsoft.com/office/drawing/2014/main" id="{890E217D-4E72-4752-B84C-BFE2045EF3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63" name="Rectangle 35">
            <a:extLst>
              <a:ext uri="{FF2B5EF4-FFF2-40B4-BE49-F238E27FC236}">
                <a16:creationId xmlns:a16="http://schemas.microsoft.com/office/drawing/2014/main" id="{7714B95F-BFA2-4BB3-A0EC-C4267EDB4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64" name="Rectangle 36">
            <a:extLst>
              <a:ext uri="{FF2B5EF4-FFF2-40B4-BE49-F238E27FC236}">
                <a16:creationId xmlns:a16="http://schemas.microsoft.com/office/drawing/2014/main" id="{CE4F7E20-4C9A-47A1-893E-EF2F841A66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65" name="Line 37">
            <a:extLst>
              <a:ext uri="{FF2B5EF4-FFF2-40B4-BE49-F238E27FC236}">
                <a16:creationId xmlns:a16="http://schemas.microsoft.com/office/drawing/2014/main" id="{C4B467B0-929C-4685-8BD2-9AA92F1CC7B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66" name="Line 38">
            <a:extLst>
              <a:ext uri="{FF2B5EF4-FFF2-40B4-BE49-F238E27FC236}">
                <a16:creationId xmlns:a16="http://schemas.microsoft.com/office/drawing/2014/main" id="{626C70E0-0F68-4E42-8961-C73E82F63AD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67" name="Rectangle 39">
            <a:extLst>
              <a:ext uri="{FF2B5EF4-FFF2-40B4-BE49-F238E27FC236}">
                <a16:creationId xmlns:a16="http://schemas.microsoft.com/office/drawing/2014/main" id="{FF429ACB-B8BB-440C-BA16-4F36BE115E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68" name="Rectangle 40">
            <a:extLst>
              <a:ext uri="{FF2B5EF4-FFF2-40B4-BE49-F238E27FC236}">
                <a16:creationId xmlns:a16="http://schemas.microsoft.com/office/drawing/2014/main" id="{1B55BFA0-47FB-4855-8C6A-8CC030039D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38512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69" name="Rectangle 41">
            <a:extLst>
              <a:ext uri="{FF2B5EF4-FFF2-40B4-BE49-F238E27FC236}">
                <a16:creationId xmlns:a16="http://schemas.microsoft.com/office/drawing/2014/main" id="{4397596E-C966-4308-862D-4C23BE79BC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3851275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70" name="Rectangle 42">
            <a:extLst>
              <a:ext uri="{FF2B5EF4-FFF2-40B4-BE49-F238E27FC236}">
                <a16:creationId xmlns:a16="http://schemas.microsoft.com/office/drawing/2014/main" id="{6375AA06-0D1F-41D1-B07A-BF61DDCA56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38433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71" name="Rectangle 43">
            <a:extLst>
              <a:ext uri="{FF2B5EF4-FFF2-40B4-BE49-F238E27FC236}">
                <a16:creationId xmlns:a16="http://schemas.microsoft.com/office/drawing/2014/main" id="{038BB92E-37A1-4B41-B15F-8B4F92DAAF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38433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72" name="Rectangle 44">
            <a:extLst>
              <a:ext uri="{FF2B5EF4-FFF2-40B4-BE49-F238E27FC236}">
                <a16:creationId xmlns:a16="http://schemas.microsoft.com/office/drawing/2014/main" id="{7126C6AC-F647-4F07-9CE7-8FCEC7E804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458470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73" name="Rectangle 45">
            <a:extLst>
              <a:ext uri="{FF2B5EF4-FFF2-40B4-BE49-F238E27FC236}">
                <a16:creationId xmlns:a16="http://schemas.microsoft.com/office/drawing/2014/main" id="{B6AD0217-5924-4217-80B2-BCC2989A3D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45847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74" name="Rectangle 46">
            <a:extLst>
              <a:ext uri="{FF2B5EF4-FFF2-40B4-BE49-F238E27FC236}">
                <a16:creationId xmlns:a16="http://schemas.microsoft.com/office/drawing/2014/main" id="{F3965397-02A9-4C98-BF45-7CBE41915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457835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75" name="Rectangle 47">
            <a:extLst>
              <a:ext uri="{FF2B5EF4-FFF2-40B4-BE49-F238E27FC236}">
                <a16:creationId xmlns:a16="http://schemas.microsoft.com/office/drawing/2014/main" id="{BC1B9395-F6AA-4B6F-9075-E0FCDBFAB4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457835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76" name="Rectangle 48">
            <a:extLst>
              <a:ext uri="{FF2B5EF4-FFF2-40B4-BE49-F238E27FC236}">
                <a16:creationId xmlns:a16="http://schemas.microsoft.com/office/drawing/2014/main" id="{10961CD5-6453-4D68-BFD2-9EDD09B5B3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77" name="Rectangle 49">
            <a:extLst>
              <a:ext uri="{FF2B5EF4-FFF2-40B4-BE49-F238E27FC236}">
                <a16:creationId xmlns:a16="http://schemas.microsoft.com/office/drawing/2014/main" id="{CECCBCBC-D48E-4414-BA38-23E295DAD6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6613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78" name="Rectangle 50">
            <a:extLst>
              <a:ext uri="{FF2B5EF4-FFF2-40B4-BE49-F238E27FC236}">
                <a16:creationId xmlns:a16="http://schemas.microsoft.com/office/drawing/2014/main" id="{6B199313-325A-440B-B086-5AC0A73186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100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79" name="Rectangle 51">
            <a:extLst>
              <a:ext uri="{FF2B5EF4-FFF2-40B4-BE49-F238E27FC236}">
                <a16:creationId xmlns:a16="http://schemas.microsoft.com/office/drawing/2014/main" id="{4B0E3632-A37B-49B0-A76F-3B53E3B740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737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80" name="Rectangle 52">
            <a:extLst>
              <a:ext uri="{FF2B5EF4-FFF2-40B4-BE49-F238E27FC236}">
                <a16:creationId xmlns:a16="http://schemas.microsoft.com/office/drawing/2014/main" id="{332AEF02-2535-430E-BBCF-00BCEFC02B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472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81" name="Rectangle 53">
            <a:extLst>
              <a:ext uri="{FF2B5EF4-FFF2-40B4-BE49-F238E27FC236}">
                <a16:creationId xmlns:a16="http://schemas.microsoft.com/office/drawing/2014/main" id="{55F11E32-338E-4004-AE5E-F2DC414DBD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5263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82" name="Rectangle 54">
            <a:extLst>
              <a:ext uri="{FF2B5EF4-FFF2-40B4-BE49-F238E27FC236}">
                <a16:creationId xmlns:a16="http://schemas.microsoft.com/office/drawing/2014/main" id="{7D23D588-FDAD-400D-8EF8-285F747419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5138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83" name="Rectangle 87">
            <a:extLst>
              <a:ext uri="{FF2B5EF4-FFF2-40B4-BE49-F238E27FC236}">
                <a16:creationId xmlns:a16="http://schemas.microsoft.com/office/drawing/2014/main" id="{388F3AD8-F130-497A-BA59-4FD7E8BEAD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8650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84" name="Rectangle 88">
            <a:extLst>
              <a:ext uri="{FF2B5EF4-FFF2-40B4-BE49-F238E27FC236}">
                <a16:creationId xmlns:a16="http://schemas.microsoft.com/office/drawing/2014/main" id="{FCDE9FB7-7B0F-4BB1-A12D-3CB9B2E2C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9738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85" name="Rectangle 89">
            <a:extLst>
              <a:ext uri="{FF2B5EF4-FFF2-40B4-BE49-F238E27FC236}">
                <a16:creationId xmlns:a16="http://schemas.microsoft.com/office/drawing/2014/main" id="{1CE6B9AF-5C43-4C98-8FF9-08ED5B2849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766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86" name="Rectangle 90">
            <a:extLst>
              <a:ext uri="{FF2B5EF4-FFF2-40B4-BE49-F238E27FC236}">
                <a16:creationId xmlns:a16="http://schemas.microsoft.com/office/drawing/2014/main" id="{1FB48ECF-3AB3-4013-BA2B-555C4A9A95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9775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87" name="Rectangle 91">
            <a:extLst>
              <a:ext uri="{FF2B5EF4-FFF2-40B4-BE49-F238E27FC236}">
                <a16:creationId xmlns:a16="http://schemas.microsoft.com/office/drawing/2014/main" id="{FAB90226-A0B4-4DFB-AA8C-32B1AFDAA2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88" name="Rectangle 92">
            <a:extLst>
              <a:ext uri="{FF2B5EF4-FFF2-40B4-BE49-F238E27FC236}">
                <a16:creationId xmlns:a16="http://schemas.microsoft.com/office/drawing/2014/main" id="{F45C2B67-4A25-4273-B664-B2642AE006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89" name="Rectangle 93">
            <a:extLst>
              <a:ext uri="{FF2B5EF4-FFF2-40B4-BE49-F238E27FC236}">
                <a16:creationId xmlns:a16="http://schemas.microsoft.com/office/drawing/2014/main" id="{151A2866-9C46-4FB2-82B9-484AC9484E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90" name="Rectangle 94">
            <a:extLst>
              <a:ext uri="{FF2B5EF4-FFF2-40B4-BE49-F238E27FC236}">
                <a16:creationId xmlns:a16="http://schemas.microsoft.com/office/drawing/2014/main" id="{D0D4AE8F-69B0-426D-8075-BEDB6B55F6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91" name="Rectangle 95">
            <a:extLst>
              <a:ext uri="{FF2B5EF4-FFF2-40B4-BE49-F238E27FC236}">
                <a16:creationId xmlns:a16="http://schemas.microsoft.com/office/drawing/2014/main" id="{7563A7A4-70A4-40DA-8CB7-F8946591DD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92" name="Rectangle 96">
            <a:extLst>
              <a:ext uri="{FF2B5EF4-FFF2-40B4-BE49-F238E27FC236}">
                <a16:creationId xmlns:a16="http://schemas.microsoft.com/office/drawing/2014/main" id="{572B3834-6FB4-46AB-A4F1-1F6BF8F578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93" name="Rectangle 97">
            <a:extLst>
              <a:ext uri="{FF2B5EF4-FFF2-40B4-BE49-F238E27FC236}">
                <a16:creationId xmlns:a16="http://schemas.microsoft.com/office/drawing/2014/main" id="{BF973385-1698-4C5E-9B4C-62A1D0BBC8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94" name="Line 98">
            <a:extLst>
              <a:ext uri="{FF2B5EF4-FFF2-40B4-BE49-F238E27FC236}">
                <a16:creationId xmlns:a16="http://schemas.microsoft.com/office/drawing/2014/main" id="{5DE02CFE-BB97-4D24-854E-47EDD8E4CA7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95" name="Rectangle 99">
            <a:extLst>
              <a:ext uri="{FF2B5EF4-FFF2-40B4-BE49-F238E27FC236}">
                <a16:creationId xmlns:a16="http://schemas.microsoft.com/office/drawing/2014/main" id="{D1F624EB-F449-4CFB-BA46-5914894675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96" name="Rectangle 100">
            <a:extLst>
              <a:ext uri="{FF2B5EF4-FFF2-40B4-BE49-F238E27FC236}">
                <a16:creationId xmlns:a16="http://schemas.microsoft.com/office/drawing/2014/main" id="{5B60F3A6-49EC-4C6B-951A-1EEA76B45B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97" name="Rectangle 101">
            <a:extLst>
              <a:ext uri="{FF2B5EF4-FFF2-40B4-BE49-F238E27FC236}">
                <a16:creationId xmlns:a16="http://schemas.microsoft.com/office/drawing/2014/main" id="{16EC5AFC-1258-4463-B7DB-B4A3C05912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98" name="Rectangle 102">
            <a:extLst>
              <a:ext uri="{FF2B5EF4-FFF2-40B4-BE49-F238E27FC236}">
                <a16:creationId xmlns:a16="http://schemas.microsoft.com/office/drawing/2014/main" id="{E2036E01-C647-40F4-B280-888AF16F5C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99" name="Rectangle 103">
            <a:extLst>
              <a:ext uri="{FF2B5EF4-FFF2-40B4-BE49-F238E27FC236}">
                <a16:creationId xmlns:a16="http://schemas.microsoft.com/office/drawing/2014/main" id="{8AB5998A-97C9-427C-A820-4915141D7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500" name="Rectangle 104">
            <a:extLst>
              <a:ext uri="{FF2B5EF4-FFF2-40B4-BE49-F238E27FC236}">
                <a16:creationId xmlns:a16="http://schemas.microsoft.com/office/drawing/2014/main" id="{F70E27BF-79D1-4C66-B935-C9B58BA9A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501" name="Rectangle 105">
            <a:extLst>
              <a:ext uri="{FF2B5EF4-FFF2-40B4-BE49-F238E27FC236}">
                <a16:creationId xmlns:a16="http://schemas.microsoft.com/office/drawing/2014/main" id="{B5EF4340-C557-45B7-A9EC-C097FABD76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502" name="Rectangle 106">
            <a:extLst>
              <a:ext uri="{FF2B5EF4-FFF2-40B4-BE49-F238E27FC236}">
                <a16:creationId xmlns:a16="http://schemas.microsoft.com/office/drawing/2014/main" id="{22933894-724B-4686-9F6B-2604B730DC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503" name="Rectangle 107">
            <a:extLst>
              <a:ext uri="{FF2B5EF4-FFF2-40B4-BE49-F238E27FC236}">
                <a16:creationId xmlns:a16="http://schemas.microsoft.com/office/drawing/2014/main" id="{148C61C4-6408-4CF8-BB3D-618BD551F3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504" name="Line 108">
            <a:extLst>
              <a:ext uri="{FF2B5EF4-FFF2-40B4-BE49-F238E27FC236}">
                <a16:creationId xmlns:a16="http://schemas.microsoft.com/office/drawing/2014/main" id="{5AF878F3-14A2-4911-9B01-E62B5F8C01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505" name="Rectangle 109">
            <a:extLst>
              <a:ext uri="{FF2B5EF4-FFF2-40B4-BE49-F238E27FC236}">
                <a16:creationId xmlns:a16="http://schemas.microsoft.com/office/drawing/2014/main" id="{AC9B38DB-D44C-4D8E-9FCF-09C3396EF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506" name="Rectangle 110">
            <a:extLst>
              <a:ext uri="{FF2B5EF4-FFF2-40B4-BE49-F238E27FC236}">
                <a16:creationId xmlns:a16="http://schemas.microsoft.com/office/drawing/2014/main" id="{34AEF976-8010-4C5E-95C5-B40DDA483D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507" name="Rectangle 111">
            <a:extLst>
              <a:ext uri="{FF2B5EF4-FFF2-40B4-BE49-F238E27FC236}">
                <a16:creationId xmlns:a16="http://schemas.microsoft.com/office/drawing/2014/main" id="{756D0E5C-7FCB-406C-AFFB-3D5BA7D17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7538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508" name="Rectangle 112">
            <a:extLst>
              <a:ext uri="{FF2B5EF4-FFF2-40B4-BE49-F238E27FC236}">
                <a16:creationId xmlns:a16="http://schemas.microsoft.com/office/drawing/2014/main" id="{7ABD20F0-EDB6-472A-AFDC-AC2FF0FC5D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125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509" name="Rectangle 113">
            <a:extLst>
              <a:ext uri="{FF2B5EF4-FFF2-40B4-BE49-F238E27FC236}">
                <a16:creationId xmlns:a16="http://schemas.microsoft.com/office/drawing/2014/main" id="{182A45EC-580C-4370-80AB-DE45428C90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510" name="Rectangle 114">
            <a:extLst>
              <a:ext uri="{FF2B5EF4-FFF2-40B4-BE49-F238E27FC236}">
                <a16:creationId xmlns:a16="http://schemas.microsoft.com/office/drawing/2014/main" id="{2872054C-3808-4CC0-A9E4-18D5B0C023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565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511" name="Title 1">
            <a:extLst>
              <a:ext uri="{FF2B5EF4-FFF2-40B4-BE49-F238E27FC236}">
                <a16:creationId xmlns:a16="http://schemas.microsoft.com/office/drawing/2014/main" id="{BFBBBA0E-10AB-4D63-9D43-E33BAC960830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Examples of determination of overflow</a:t>
            </a:r>
          </a:p>
        </p:txBody>
      </p:sp>
      <p:sp>
        <p:nvSpPr>
          <p:cNvPr id="146512" name="Rectangle 86">
            <a:extLst>
              <a:ext uri="{FF2B5EF4-FFF2-40B4-BE49-F238E27FC236}">
                <a16:creationId xmlns:a16="http://schemas.microsoft.com/office/drawing/2014/main" id="{58C6272F-1BF7-4BFC-89B8-9092D86B1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4363" y="163195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46513" name="Group 2">
            <a:extLst>
              <a:ext uri="{FF2B5EF4-FFF2-40B4-BE49-F238E27FC236}">
                <a16:creationId xmlns:a16="http://schemas.microsoft.com/office/drawing/2014/main" id="{69E65153-84BF-4A82-AAA7-C24931764D6E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219200"/>
            <a:ext cx="695325" cy="990600"/>
            <a:chOff x="381000" y="1219200"/>
            <a:chExt cx="694955" cy="990600"/>
          </a:xfrm>
        </p:grpSpPr>
        <p:sp>
          <p:nvSpPr>
            <p:cNvPr id="146556" name="Rectangle 55">
              <a:extLst>
                <a:ext uri="{FF2B5EF4-FFF2-40B4-BE49-F238E27FC236}">
                  <a16:creationId xmlns:a16="http://schemas.microsoft.com/office/drawing/2014/main" id="{531990D4-418E-4D8B-9244-F690112BA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57" name="Rectangle 56">
              <a:extLst>
                <a:ext uri="{FF2B5EF4-FFF2-40B4-BE49-F238E27FC236}">
                  <a16:creationId xmlns:a16="http://schemas.microsoft.com/office/drawing/2014/main" id="{10F322D5-9725-4622-B781-3E85110FC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58" name="Rectangle 57">
              <a:extLst>
                <a:ext uri="{FF2B5EF4-FFF2-40B4-BE49-F238E27FC236}">
                  <a16:creationId xmlns:a16="http://schemas.microsoft.com/office/drawing/2014/main" id="{8A551540-C7E3-457C-A4E1-819C6D7C3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59" name="Rectangle 58">
              <a:extLst>
                <a:ext uri="{FF2B5EF4-FFF2-40B4-BE49-F238E27FC236}">
                  <a16:creationId xmlns:a16="http://schemas.microsoft.com/office/drawing/2014/main" id="{0E893A48-1927-479F-9F3C-F9D163F2C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60" name="Rectangle 59">
              <a:extLst>
                <a:ext uri="{FF2B5EF4-FFF2-40B4-BE49-F238E27FC236}">
                  <a16:creationId xmlns:a16="http://schemas.microsoft.com/office/drawing/2014/main" id="{BAB70838-4A24-4320-9890-4109D4484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61" name="Rectangle 60">
              <a:extLst>
                <a:ext uri="{FF2B5EF4-FFF2-40B4-BE49-F238E27FC236}">
                  <a16:creationId xmlns:a16="http://schemas.microsoft.com/office/drawing/2014/main" id="{AF34BD78-5147-4771-A3F8-A487AD5B3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62" name="Rectangle 61">
              <a:extLst>
                <a:ext uri="{FF2B5EF4-FFF2-40B4-BE49-F238E27FC236}">
                  <a16:creationId xmlns:a16="http://schemas.microsoft.com/office/drawing/2014/main" id="{547F9E22-11F1-4495-A012-30ED5A21F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63" name="Rectangle 62">
              <a:extLst>
                <a:ext uri="{FF2B5EF4-FFF2-40B4-BE49-F238E27FC236}">
                  <a16:creationId xmlns:a16="http://schemas.microsoft.com/office/drawing/2014/main" id="{BF391319-47AD-4352-8CAF-417ADC104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64" name="Rectangle 59">
              <a:extLst>
                <a:ext uri="{FF2B5EF4-FFF2-40B4-BE49-F238E27FC236}">
                  <a16:creationId xmlns:a16="http://schemas.microsoft.com/office/drawing/2014/main" id="{7C9320ED-5358-4D1F-AFAF-6101DC7803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11201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65" name="Rectangle 60">
              <a:extLst>
                <a:ext uri="{FF2B5EF4-FFF2-40B4-BE49-F238E27FC236}">
                  <a16:creationId xmlns:a16="http://schemas.microsoft.com/office/drawing/2014/main" id="{AB4D44B7-8307-42E8-96B3-005001B8B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66" name="Rectangle 61">
              <a:extLst>
                <a:ext uri="{FF2B5EF4-FFF2-40B4-BE49-F238E27FC236}">
                  <a16:creationId xmlns:a16="http://schemas.microsoft.com/office/drawing/2014/main" id="{29E7C9D3-A315-4A80-B159-49F57762F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67" name="Rectangle 62">
              <a:extLst>
                <a:ext uri="{FF2B5EF4-FFF2-40B4-BE49-F238E27FC236}">
                  <a16:creationId xmlns:a16="http://schemas.microsoft.com/office/drawing/2014/main" id="{511A7740-1937-4BB6-A06A-844FDB3F08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46514" name="Group 142">
            <a:extLst>
              <a:ext uri="{FF2B5EF4-FFF2-40B4-BE49-F238E27FC236}">
                <a16:creationId xmlns:a16="http://schemas.microsoft.com/office/drawing/2014/main" id="{FD7767BB-E0C7-443E-81DB-4D386DE60871}"/>
              </a:ext>
            </a:extLst>
          </p:cNvPr>
          <p:cNvGrpSpPr>
            <a:grpSpLocks/>
          </p:cNvGrpSpPr>
          <p:nvPr/>
        </p:nvGrpSpPr>
        <p:grpSpPr bwMode="auto">
          <a:xfrm>
            <a:off x="388938" y="3429000"/>
            <a:ext cx="696912" cy="990600"/>
            <a:chOff x="381000" y="1219200"/>
            <a:chExt cx="696133" cy="990600"/>
          </a:xfrm>
        </p:grpSpPr>
        <p:sp>
          <p:nvSpPr>
            <p:cNvPr id="146544" name="Rectangle 55">
              <a:extLst>
                <a:ext uri="{FF2B5EF4-FFF2-40B4-BE49-F238E27FC236}">
                  <a16:creationId xmlns:a16="http://schemas.microsoft.com/office/drawing/2014/main" id="{68987C8E-45BA-4381-872C-F60C88439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45" name="Rectangle 56">
              <a:extLst>
                <a:ext uri="{FF2B5EF4-FFF2-40B4-BE49-F238E27FC236}">
                  <a16:creationId xmlns:a16="http://schemas.microsoft.com/office/drawing/2014/main" id="{46813C14-6201-40BE-97DA-87360087E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46" name="Rectangle 57">
              <a:extLst>
                <a:ext uri="{FF2B5EF4-FFF2-40B4-BE49-F238E27FC236}">
                  <a16:creationId xmlns:a16="http://schemas.microsoft.com/office/drawing/2014/main" id="{F84FCC91-C982-447B-8952-F7C25042F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47" name="Rectangle 58">
              <a:extLst>
                <a:ext uri="{FF2B5EF4-FFF2-40B4-BE49-F238E27FC236}">
                  <a16:creationId xmlns:a16="http://schemas.microsoft.com/office/drawing/2014/main" id="{A7EABC9E-50AA-49BF-B2B2-757E791F3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48" name="Rectangle 59">
              <a:extLst>
                <a:ext uri="{FF2B5EF4-FFF2-40B4-BE49-F238E27FC236}">
                  <a16:creationId xmlns:a16="http://schemas.microsoft.com/office/drawing/2014/main" id="{005096CA-931A-4C16-986E-1D4DBDD9E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49" name="Rectangle 60">
              <a:extLst>
                <a:ext uri="{FF2B5EF4-FFF2-40B4-BE49-F238E27FC236}">
                  <a16:creationId xmlns:a16="http://schemas.microsoft.com/office/drawing/2014/main" id="{3F2EB07A-2FB7-44AD-8B03-F756EBCE2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50" name="Rectangle 61">
              <a:extLst>
                <a:ext uri="{FF2B5EF4-FFF2-40B4-BE49-F238E27FC236}">
                  <a16:creationId xmlns:a16="http://schemas.microsoft.com/office/drawing/2014/main" id="{669C30C9-7737-436C-AB3C-7217E9A8A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51" name="Rectangle 62">
              <a:extLst>
                <a:ext uri="{FF2B5EF4-FFF2-40B4-BE49-F238E27FC236}">
                  <a16:creationId xmlns:a16="http://schemas.microsoft.com/office/drawing/2014/main" id="{64C8A1F7-BCE4-4EB5-B7DA-CE3665ADD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52" name="Rectangle 59">
              <a:extLst>
                <a:ext uri="{FF2B5EF4-FFF2-40B4-BE49-F238E27FC236}">
                  <a16:creationId xmlns:a16="http://schemas.microsoft.com/office/drawing/2014/main" id="{16E66FF1-B2F3-42B5-992F-4B2755044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11201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53" name="Rectangle 60">
              <a:extLst>
                <a:ext uri="{FF2B5EF4-FFF2-40B4-BE49-F238E27FC236}">
                  <a16:creationId xmlns:a16="http://schemas.microsoft.com/office/drawing/2014/main" id="{4D56B09F-4FAC-439E-A36F-19F93D58E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54" name="Rectangle 61">
              <a:extLst>
                <a:ext uri="{FF2B5EF4-FFF2-40B4-BE49-F238E27FC236}">
                  <a16:creationId xmlns:a16="http://schemas.microsoft.com/office/drawing/2014/main" id="{80F0BD61-651C-4825-854F-1724D5FDE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55" name="Rectangle 62">
              <a:extLst>
                <a:ext uri="{FF2B5EF4-FFF2-40B4-BE49-F238E27FC236}">
                  <a16:creationId xmlns:a16="http://schemas.microsoft.com/office/drawing/2014/main" id="{EC22092F-C6A9-4689-BBB5-BB9CC2E61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46515" name="Group 155">
            <a:extLst>
              <a:ext uri="{FF2B5EF4-FFF2-40B4-BE49-F238E27FC236}">
                <a16:creationId xmlns:a16="http://schemas.microsoft.com/office/drawing/2014/main" id="{AEEF602A-7319-48A4-8563-EAF0BF700711}"/>
              </a:ext>
            </a:extLst>
          </p:cNvPr>
          <p:cNvGrpSpPr>
            <a:grpSpLocks/>
          </p:cNvGrpSpPr>
          <p:nvPr/>
        </p:nvGrpSpPr>
        <p:grpSpPr bwMode="auto">
          <a:xfrm>
            <a:off x="8067675" y="1219200"/>
            <a:ext cx="695325" cy="990600"/>
            <a:chOff x="381000" y="1219200"/>
            <a:chExt cx="694955" cy="990600"/>
          </a:xfrm>
        </p:grpSpPr>
        <p:sp>
          <p:nvSpPr>
            <p:cNvPr id="146532" name="Rectangle 55">
              <a:extLst>
                <a:ext uri="{FF2B5EF4-FFF2-40B4-BE49-F238E27FC236}">
                  <a16:creationId xmlns:a16="http://schemas.microsoft.com/office/drawing/2014/main" id="{DBD1EE51-4501-40D9-8087-821E973E9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33" name="Rectangle 56">
              <a:extLst>
                <a:ext uri="{FF2B5EF4-FFF2-40B4-BE49-F238E27FC236}">
                  <a16:creationId xmlns:a16="http://schemas.microsoft.com/office/drawing/2014/main" id="{02DE1BE0-CCFF-4A98-8800-DBBF26C6F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34" name="Rectangle 57">
              <a:extLst>
                <a:ext uri="{FF2B5EF4-FFF2-40B4-BE49-F238E27FC236}">
                  <a16:creationId xmlns:a16="http://schemas.microsoft.com/office/drawing/2014/main" id="{F7EAE3EF-B5BA-4546-B1A7-41376D643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35" name="Rectangle 58">
              <a:extLst>
                <a:ext uri="{FF2B5EF4-FFF2-40B4-BE49-F238E27FC236}">
                  <a16:creationId xmlns:a16="http://schemas.microsoft.com/office/drawing/2014/main" id="{362AFDAD-1478-4315-8D3A-2BD376D7A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36" name="Rectangle 59">
              <a:extLst>
                <a:ext uri="{FF2B5EF4-FFF2-40B4-BE49-F238E27FC236}">
                  <a16:creationId xmlns:a16="http://schemas.microsoft.com/office/drawing/2014/main" id="{8FB73D62-AC18-4B5A-8778-A2F8DF92B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37" name="Rectangle 60">
              <a:extLst>
                <a:ext uri="{FF2B5EF4-FFF2-40B4-BE49-F238E27FC236}">
                  <a16:creationId xmlns:a16="http://schemas.microsoft.com/office/drawing/2014/main" id="{28A36E66-3190-4FB1-8D11-FFF25A57E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38" name="Rectangle 61">
              <a:extLst>
                <a:ext uri="{FF2B5EF4-FFF2-40B4-BE49-F238E27FC236}">
                  <a16:creationId xmlns:a16="http://schemas.microsoft.com/office/drawing/2014/main" id="{48465619-2150-4355-A1AB-B13D1F80B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39" name="Rectangle 62">
              <a:extLst>
                <a:ext uri="{FF2B5EF4-FFF2-40B4-BE49-F238E27FC236}">
                  <a16:creationId xmlns:a16="http://schemas.microsoft.com/office/drawing/2014/main" id="{A85FBD71-634B-4367-AF10-ED87C568A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40" name="Rectangle 59">
              <a:extLst>
                <a:ext uri="{FF2B5EF4-FFF2-40B4-BE49-F238E27FC236}">
                  <a16:creationId xmlns:a16="http://schemas.microsoft.com/office/drawing/2014/main" id="{C1FDF1D0-E92F-4463-A073-F7AEBF0EA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11201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41" name="Rectangle 60">
              <a:extLst>
                <a:ext uri="{FF2B5EF4-FFF2-40B4-BE49-F238E27FC236}">
                  <a16:creationId xmlns:a16="http://schemas.microsoft.com/office/drawing/2014/main" id="{1C3DF6F6-6587-412E-9D29-50565217F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42" name="Rectangle 61">
              <a:extLst>
                <a:ext uri="{FF2B5EF4-FFF2-40B4-BE49-F238E27FC236}">
                  <a16:creationId xmlns:a16="http://schemas.microsoft.com/office/drawing/2014/main" id="{A07F8DFC-3D3D-45C2-B98E-5AAC87589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43" name="Rectangle 62">
              <a:extLst>
                <a:ext uri="{FF2B5EF4-FFF2-40B4-BE49-F238E27FC236}">
                  <a16:creationId xmlns:a16="http://schemas.microsoft.com/office/drawing/2014/main" id="{A2C85D0B-DB60-4150-95AD-C9223DDDF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46516" name="Group 181">
            <a:extLst>
              <a:ext uri="{FF2B5EF4-FFF2-40B4-BE49-F238E27FC236}">
                <a16:creationId xmlns:a16="http://schemas.microsoft.com/office/drawing/2014/main" id="{0E64F653-9790-45FA-B104-502320897CCE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3429000"/>
            <a:ext cx="696913" cy="990600"/>
            <a:chOff x="381000" y="1219200"/>
            <a:chExt cx="696133" cy="990600"/>
          </a:xfrm>
        </p:grpSpPr>
        <p:sp>
          <p:nvSpPr>
            <p:cNvPr id="146520" name="Rectangle 55">
              <a:extLst>
                <a:ext uri="{FF2B5EF4-FFF2-40B4-BE49-F238E27FC236}">
                  <a16:creationId xmlns:a16="http://schemas.microsoft.com/office/drawing/2014/main" id="{B11ADB28-4A9A-40CE-AE7B-7484E1710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21" name="Rectangle 56">
              <a:extLst>
                <a:ext uri="{FF2B5EF4-FFF2-40B4-BE49-F238E27FC236}">
                  <a16:creationId xmlns:a16="http://schemas.microsoft.com/office/drawing/2014/main" id="{981923DC-99A0-4740-9993-164A1C8F1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22" name="Rectangle 57">
              <a:extLst>
                <a:ext uri="{FF2B5EF4-FFF2-40B4-BE49-F238E27FC236}">
                  <a16:creationId xmlns:a16="http://schemas.microsoft.com/office/drawing/2014/main" id="{906F18A0-D738-4C3A-8AF7-B3A3238EE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23" name="Rectangle 58">
              <a:extLst>
                <a:ext uri="{FF2B5EF4-FFF2-40B4-BE49-F238E27FC236}">
                  <a16:creationId xmlns:a16="http://schemas.microsoft.com/office/drawing/2014/main" id="{447C988C-145B-46C4-9DAF-032698708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24" name="Rectangle 59">
              <a:extLst>
                <a:ext uri="{FF2B5EF4-FFF2-40B4-BE49-F238E27FC236}">
                  <a16:creationId xmlns:a16="http://schemas.microsoft.com/office/drawing/2014/main" id="{630B9E10-862B-4046-BE7D-BD969FCD5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25" name="Rectangle 60">
              <a:extLst>
                <a:ext uri="{FF2B5EF4-FFF2-40B4-BE49-F238E27FC236}">
                  <a16:creationId xmlns:a16="http://schemas.microsoft.com/office/drawing/2014/main" id="{2799292C-12B7-4889-B827-A0960B9BF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26" name="Rectangle 61">
              <a:extLst>
                <a:ext uri="{FF2B5EF4-FFF2-40B4-BE49-F238E27FC236}">
                  <a16:creationId xmlns:a16="http://schemas.microsoft.com/office/drawing/2014/main" id="{D40AE8A6-BCDA-48FC-A967-FAA951A84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27" name="Rectangle 62">
              <a:extLst>
                <a:ext uri="{FF2B5EF4-FFF2-40B4-BE49-F238E27FC236}">
                  <a16:creationId xmlns:a16="http://schemas.microsoft.com/office/drawing/2014/main" id="{AAA1454A-EB5A-4BF7-946A-7283B585F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28" name="Rectangle 59">
              <a:extLst>
                <a:ext uri="{FF2B5EF4-FFF2-40B4-BE49-F238E27FC236}">
                  <a16:creationId xmlns:a16="http://schemas.microsoft.com/office/drawing/2014/main" id="{8C326E18-3274-4C4F-8933-B6A821DFC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11201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29" name="Rectangle 60">
              <a:extLst>
                <a:ext uri="{FF2B5EF4-FFF2-40B4-BE49-F238E27FC236}">
                  <a16:creationId xmlns:a16="http://schemas.microsoft.com/office/drawing/2014/main" id="{3D089794-05B9-4820-96C8-0EBEAE05C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30" name="Rectangle 61">
              <a:extLst>
                <a:ext uri="{FF2B5EF4-FFF2-40B4-BE49-F238E27FC236}">
                  <a16:creationId xmlns:a16="http://schemas.microsoft.com/office/drawing/2014/main" id="{89C97990-3097-4929-8DA1-4673C6E46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531" name="Rectangle 62">
              <a:extLst>
                <a:ext uri="{FF2B5EF4-FFF2-40B4-BE49-F238E27FC236}">
                  <a16:creationId xmlns:a16="http://schemas.microsoft.com/office/drawing/2014/main" id="{2993033D-2A48-4743-855E-D12383C43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46517" name="Rectangle 194">
            <a:extLst>
              <a:ext uri="{FF2B5EF4-FFF2-40B4-BE49-F238E27FC236}">
                <a16:creationId xmlns:a16="http://schemas.microsoft.com/office/drawing/2014/main" id="{9B68CFB0-7915-4E1A-B605-7B79837481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43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518" name="Rectangle 196">
            <a:extLst>
              <a:ext uri="{FF2B5EF4-FFF2-40B4-BE49-F238E27FC236}">
                <a16:creationId xmlns:a16="http://schemas.microsoft.com/office/drawing/2014/main" id="{0B4AF720-22BE-4B13-B164-C317668B52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9563" y="1630363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519" name="Rectangle 197">
            <a:extLst>
              <a:ext uri="{FF2B5EF4-FFF2-40B4-BE49-F238E27FC236}">
                <a16:creationId xmlns:a16="http://schemas.microsoft.com/office/drawing/2014/main" id="{6E9F55EA-31D6-4569-8234-6F5503426A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95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7" name="Rectangle 5">
            <a:extLst>
              <a:ext uri="{FF2B5EF4-FFF2-40B4-BE49-F238E27FC236}">
                <a16:creationId xmlns:a16="http://schemas.microsoft.com/office/drawing/2014/main" id="{5E122399-67DC-4001-9EFE-AA8FFDA6D5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58" name="Rectangle 6">
            <a:extLst>
              <a:ext uri="{FF2B5EF4-FFF2-40B4-BE49-F238E27FC236}">
                <a16:creationId xmlns:a16="http://schemas.microsoft.com/office/drawing/2014/main" id="{54C9B783-93F9-4C4F-B12B-EAFC4ABBE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59" name="Rectangle 7">
            <a:extLst>
              <a:ext uri="{FF2B5EF4-FFF2-40B4-BE49-F238E27FC236}">
                <a16:creationId xmlns:a16="http://schemas.microsoft.com/office/drawing/2014/main" id="{8B189900-F625-4C02-8074-EE339DA9B2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60" name="Rectangle 8">
            <a:extLst>
              <a:ext uri="{FF2B5EF4-FFF2-40B4-BE49-F238E27FC236}">
                <a16:creationId xmlns:a16="http://schemas.microsoft.com/office/drawing/2014/main" id="{9DB8C559-A5C6-4883-89D8-E2E5096225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61" name="Line 9">
            <a:extLst>
              <a:ext uri="{FF2B5EF4-FFF2-40B4-BE49-F238E27FC236}">
                <a16:creationId xmlns:a16="http://schemas.microsoft.com/office/drawing/2014/main" id="{17B2B1A6-3030-4781-B452-F8A4455831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62" name="Rectangle 10">
            <a:extLst>
              <a:ext uri="{FF2B5EF4-FFF2-40B4-BE49-F238E27FC236}">
                <a16:creationId xmlns:a16="http://schemas.microsoft.com/office/drawing/2014/main" id="{F2F896CB-4CDB-4529-AA66-DCD1F614C9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63" name="Rectangle 11">
            <a:extLst>
              <a:ext uri="{FF2B5EF4-FFF2-40B4-BE49-F238E27FC236}">
                <a16:creationId xmlns:a16="http://schemas.microsoft.com/office/drawing/2014/main" id="{C2C28558-C080-49BF-98BB-DE3B42D55A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64" name="Rectangle 12">
            <a:extLst>
              <a:ext uri="{FF2B5EF4-FFF2-40B4-BE49-F238E27FC236}">
                <a16:creationId xmlns:a16="http://schemas.microsoft.com/office/drawing/2014/main" id="{2C06A185-7904-4972-82C7-057A54362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65" name="Line 13">
            <a:extLst>
              <a:ext uri="{FF2B5EF4-FFF2-40B4-BE49-F238E27FC236}">
                <a16:creationId xmlns:a16="http://schemas.microsoft.com/office/drawing/2014/main" id="{8064D694-4FE1-4BFE-A772-5B7D0E6D468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66" name="Line 14">
            <a:extLst>
              <a:ext uri="{FF2B5EF4-FFF2-40B4-BE49-F238E27FC236}">
                <a16:creationId xmlns:a16="http://schemas.microsoft.com/office/drawing/2014/main" id="{3BD0ADDE-CD9F-475A-B083-255B414447A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67" name="Rectangle 15">
            <a:extLst>
              <a:ext uri="{FF2B5EF4-FFF2-40B4-BE49-F238E27FC236}">
                <a16:creationId xmlns:a16="http://schemas.microsoft.com/office/drawing/2014/main" id="{C27F7282-AE0E-42F5-96B0-BF2D98E324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68" name="Rectangle 16">
            <a:extLst>
              <a:ext uri="{FF2B5EF4-FFF2-40B4-BE49-F238E27FC236}">
                <a16:creationId xmlns:a16="http://schemas.microsoft.com/office/drawing/2014/main" id="{C64C9BE6-D179-4AFC-9F61-83628EC7B9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6843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69" name="Rectangle 17">
            <a:extLst>
              <a:ext uri="{FF2B5EF4-FFF2-40B4-BE49-F238E27FC236}">
                <a16:creationId xmlns:a16="http://schemas.microsoft.com/office/drawing/2014/main" id="{89356649-A034-4B45-84EA-7066AC47D7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68433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70" name="Rectangle 18">
            <a:extLst>
              <a:ext uri="{FF2B5EF4-FFF2-40B4-BE49-F238E27FC236}">
                <a16:creationId xmlns:a16="http://schemas.microsoft.com/office/drawing/2014/main" id="{C983214D-C9BB-4EB8-B694-49F96D1C9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67640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71" name="Rectangle 19">
            <a:extLst>
              <a:ext uri="{FF2B5EF4-FFF2-40B4-BE49-F238E27FC236}">
                <a16:creationId xmlns:a16="http://schemas.microsoft.com/office/drawing/2014/main" id="{23D9ECBB-7DCC-4179-9005-00F1B51F3B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6764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72" name="Rectangle 20">
            <a:extLst>
              <a:ext uri="{FF2B5EF4-FFF2-40B4-BE49-F238E27FC236}">
                <a16:creationId xmlns:a16="http://schemas.microsoft.com/office/drawing/2014/main" id="{444EE8B0-4B7D-47F3-8773-F82F9687D6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73" name="Rectangle 21">
            <a:extLst>
              <a:ext uri="{FF2B5EF4-FFF2-40B4-BE49-F238E27FC236}">
                <a16:creationId xmlns:a16="http://schemas.microsoft.com/office/drawing/2014/main" id="{37E99347-F806-4E8F-B394-AEEFB53D5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74" name="Rectangle 22">
            <a:extLst>
              <a:ext uri="{FF2B5EF4-FFF2-40B4-BE49-F238E27FC236}">
                <a16:creationId xmlns:a16="http://schemas.microsoft.com/office/drawing/2014/main" id="{B3C1995F-30A9-4068-BE72-DE0C6DA9AA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75" name="Rectangle 23">
            <a:extLst>
              <a:ext uri="{FF2B5EF4-FFF2-40B4-BE49-F238E27FC236}">
                <a16:creationId xmlns:a16="http://schemas.microsoft.com/office/drawing/2014/main" id="{340A6953-DD4A-4466-A844-74D15007B4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76" name="Rectangle 24">
            <a:extLst>
              <a:ext uri="{FF2B5EF4-FFF2-40B4-BE49-F238E27FC236}">
                <a16:creationId xmlns:a16="http://schemas.microsoft.com/office/drawing/2014/main" id="{D387E62B-9F07-4A26-913C-7287105DAC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24177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77" name="Rectangle 25">
            <a:extLst>
              <a:ext uri="{FF2B5EF4-FFF2-40B4-BE49-F238E27FC236}">
                <a16:creationId xmlns:a16="http://schemas.microsoft.com/office/drawing/2014/main" id="{C6E87736-B0AF-44AC-BD60-AC443AE9CE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24177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78" name="Rectangle 26">
            <a:extLst>
              <a:ext uri="{FF2B5EF4-FFF2-40B4-BE49-F238E27FC236}">
                <a16:creationId xmlns:a16="http://schemas.microsoft.com/office/drawing/2014/main" id="{D33CB87C-6AD1-4DAD-A86A-6583C58114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24098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79" name="Rectangle 27">
            <a:extLst>
              <a:ext uri="{FF2B5EF4-FFF2-40B4-BE49-F238E27FC236}">
                <a16:creationId xmlns:a16="http://schemas.microsoft.com/office/drawing/2014/main" id="{60E0C9EF-F8CC-48DB-BF8B-49D86DE0F1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24098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80" name="Rectangle 28">
            <a:extLst>
              <a:ext uri="{FF2B5EF4-FFF2-40B4-BE49-F238E27FC236}">
                <a16:creationId xmlns:a16="http://schemas.microsoft.com/office/drawing/2014/main" id="{5A54DC5C-B5F9-4BD2-B20E-705263380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81" name="Rectangle 29">
            <a:extLst>
              <a:ext uri="{FF2B5EF4-FFF2-40B4-BE49-F238E27FC236}">
                <a16:creationId xmlns:a16="http://schemas.microsoft.com/office/drawing/2014/main" id="{043B7CC3-A9B2-4DD8-B856-B87E697934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9624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82" name="Rectangle 30">
            <a:extLst>
              <a:ext uri="{FF2B5EF4-FFF2-40B4-BE49-F238E27FC236}">
                <a16:creationId xmlns:a16="http://schemas.microsoft.com/office/drawing/2014/main" id="{3DBBAC41-F518-4407-9870-520395B96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83" name="Rectangle 31">
            <a:extLst>
              <a:ext uri="{FF2B5EF4-FFF2-40B4-BE49-F238E27FC236}">
                <a16:creationId xmlns:a16="http://schemas.microsoft.com/office/drawing/2014/main" id="{4791F66F-6D25-4D65-98DE-39E3B24E32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84" name="Rectangle 32">
            <a:extLst>
              <a:ext uri="{FF2B5EF4-FFF2-40B4-BE49-F238E27FC236}">
                <a16:creationId xmlns:a16="http://schemas.microsoft.com/office/drawing/2014/main" id="{FB2FCA05-3085-4256-A46E-D91C2BB814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85" name="Line 33">
            <a:extLst>
              <a:ext uri="{FF2B5EF4-FFF2-40B4-BE49-F238E27FC236}">
                <a16:creationId xmlns:a16="http://schemas.microsoft.com/office/drawing/2014/main" id="{1937177E-CB13-4E40-913F-CEB2D498F33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86" name="Rectangle 34">
            <a:extLst>
              <a:ext uri="{FF2B5EF4-FFF2-40B4-BE49-F238E27FC236}">
                <a16:creationId xmlns:a16="http://schemas.microsoft.com/office/drawing/2014/main" id="{F77BE9D8-4E8E-484D-A87B-A536A75663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87" name="Rectangle 35">
            <a:extLst>
              <a:ext uri="{FF2B5EF4-FFF2-40B4-BE49-F238E27FC236}">
                <a16:creationId xmlns:a16="http://schemas.microsoft.com/office/drawing/2014/main" id="{E602BDAB-627F-41FE-9783-07EFD7F31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88" name="Rectangle 36">
            <a:extLst>
              <a:ext uri="{FF2B5EF4-FFF2-40B4-BE49-F238E27FC236}">
                <a16:creationId xmlns:a16="http://schemas.microsoft.com/office/drawing/2014/main" id="{B418F168-1F93-46E3-AFCB-3CAAD04538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89" name="Line 37">
            <a:extLst>
              <a:ext uri="{FF2B5EF4-FFF2-40B4-BE49-F238E27FC236}">
                <a16:creationId xmlns:a16="http://schemas.microsoft.com/office/drawing/2014/main" id="{6ED3B861-A771-4E28-A5E6-4EB1A16D36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90" name="Line 38">
            <a:extLst>
              <a:ext uri="{FF2B5EF4-FFF2-40B4-BE49-F238E27FC236}">
                <a16:creationId xmlns:a16="http://schemas.microsoft.com/office/drawing/2014/main" id="{2F9A49EE-C22A-488D-92A1-2C84A39FBC9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91" name="Rectangle 39">
            <a:extLst>
              <a:ext uri="{FF2B5EF4-FFF2-40B4-BE49-F238E27FC236}">
                <a16:creationId xmlns:a16="http://schemas.microsoft.com/office/drawing/2014/main" id="{FFD33F74-54E1-4F7E-936D-27701F4056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92" name="Rectangle 40">
            <a:extLst>
              <a:ext uri="{FF2B5EF4-FFF2-40B4-BE49-F238E27FC236}">
                <a16:creationId xmlns:a16="http://schemas.microsoft.com/office/drawing/2014/main" id="{A6778098-84E9-4808-9FF2-D810B324C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38512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93" name="Rectangle 41">
            <a:extLst>
              <a:ext uri="{FF2B5EF4-FFF2-40B4-BE49-F238E27FC236}">
                <a16:creationId xmlns:a16="http://schemas.microsoft.com/office/drawing/2014/main" id="{62D141F1-FA37-4016-AAC9-5B0881182F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3851275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94" name="Rectangle 42">
            <a:extLst>
              <a:ext uri="{FF2B5EF4-FFF2-40B4-BE49-F238E27FC236}">
                <a16:creationId xmlns:a16="http://schemas.microsoft.com/office/drawing/2014/main" id="{45D2809E-AA6E-40B2-B7D9-BBDDC71838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38433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95" name="Rectangle 43">
            <a:extLst>
              <a:ext uri="{FF2B5EF4-FFF2-40B4-BE49-F238E27FC236}">
                <a16:creationId xmlns:a16="http://schemas.microsoft.com/office/drawing/2014/main" id="{3991CF6D-EFB0-4126-B6DA-0F8C66625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38433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96" name="Rectangle 44">
            <a:extLst>
              <a:ext uri="{FF2B5EF4-FFF2-40B4-BE49-F238E27FC236}">
                <a16:creationId xmlns:a16="http://schemas.microsoft.com/office/drawing/2014/main" id="{8F6BA949-CA31-424C-BB09-15B9BB9861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458470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97" name="Rectangle 45">
            <a:extLst>
              <a:ext uri="{FF2B5EF4-FFF2-40B4-BE49-F238E27FC236}">
                <a16:creationId xmlns:a16="http://schemas.microsoft.com/office/drawing/2014/main" id="{487B4D2C-0F94-42E6-A31F-DCC20B05CF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45847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98" name="Rectangle 46">
            <a:extLst>
              <a:ext uri="{FF2B5EF4-FFF2-40B4-BE49-F238E27FC236}">
                <a16:creationId xmlns:a16="http://schemas.microsoft.com/office/drawing/2014/main" id="{4447FA79-BC66-4EBB-BF75-B4A527E8A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457835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99" name="Rectangle 47">
            <a:extLst>
              <a:ext uri="{FF2B5EF4-FFF2-40B4-BE49-F238E27FC236}">
                <a16:creationId xmlns:a16="http://schemas.microsoft.com/office/drawing/2014/main" id="{F4344C4A-6451-43AE-8F38-4DFAD51B4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457835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00" name="Rectangle 48">
            <a:extLst>
              <a:ext uri="{FF2B5EF4-FFF2-40B4-BE49-F238E27FC236}">
                <a16:creationId xmlns:a16="http://schemas.microsoft.com/office/drawing/2014/main" id="{AF4DF3C8-1CD7-4568-B1BF-A943A4EEDE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01" name="Rectangle 49">
            <a:extLst>
              <a:ext uri="{FF2B5EF4-FFF2-40B4-BE49-F238E27FC236}">
                <a16:creationId xmlns:a16="http://schemas.microsoft.com/office/drawing/2014/main" id="{1047DCBB-90A8-4863-A402-546F29031A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6613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02" name="Rectangle 50">
            <a:extLst>
              <a:ext uri="{FF2B5EF4-FFF2-40B4-BE49-F238E27FC236}">
                <a16:creationId xmlns:a16="http://schemas.microsoft.com/office/drawing/2014/main" id="{D95B4C3A-9C6F-4476-A5F3-8ABBC2FC6C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100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03" name="Rectangle 51">
            <a:extLst>
              <a:ext uri="{FF2B5EF4-FFF2-40B4-BE49-F238E27FC236}">
                <a16:creationId xmlns:a16="http://schemas.microsoft.com/office/drawing/2014/main" id="{1381CD14-5D67-4A55-B8A9-AEA57B9B9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737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04" name="Rectangle 52">
            <a:extLst>
              <a:ext uri="{FF2B5EF4-FFF2-40B4-BE49-F238E27FC236}">
                <a16:creationId xmlns:a16="http://schemas.microsoft.com/office/drawing/2014/main" id="{AE644721-D8BA-467C-B9B4-93470CD180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472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05" name="Rectangle 53">
            <a:extLst>
              <a:ext uri="{FF2B5EF4-FFF2-40B4-BE49-F238E27FC236}">
                <a16:creationId xmlns:a16="http://schemas.microsoft.com/office/drawing/2014/main" id="{76A62CB6-3B22-403B-87C6-090D22331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5263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06" name="Rectangle 54">
            <a:extLst>
              <a:ext uri="{FF2B5EF4-FFF2-40B4-BE49-F238E27FC236}">
                <a16:creationId xmlns:a16="http://schemas.microsoft.com/office/drawing/2014/main" id="{C7152F1C-74D1-4EF8-8A0A-ACDFB10AB0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5138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07" name="Rectangle 87">
            <a:extLst>
              <a:ext uri="{FF2B5EF4-FFF2-40B4-BE49-F238E27FC236}">
                <a16:creationId xmlns:a16="http://schemas.microsoft.com/office/drawing/2014/main" id="{3DF109AA-5936-4643-AA90-8E0AEB6BF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8650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08" name="Rectangle 88">
            <a:extLst>
              <a:ext uri="{FF2B5EF4-FFF2-40B4-BE49-F238E27FC236}">
                <a16:creationId xmlns:a16="http://schemas.microsoft.com/office/drawing/2014/main" id="{E1FC1C24-36EF-480C-B9DF-E711B4BBE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9738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09" name="Rectangle 89">
            <a:extLst>
              <a:ext uri="{FF2B5EF4-FFF2-40B4-BE49-F238E27FC236}">
                <a16:creationId xmlns:a16="http://schemas.microsoft.com/office/drawing/2014/main" id="{35C13592-63ED-468A-BACB-DFAE7FEACC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766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10" name="Rectangle 90">
            <a:extLst>
              <a:ext uri="{FF2B5EF4-FFF2-40B4-BE49-F238E27FC236}">
                <a16:creationId xmlns:a16="http://schemas.microsoft.com/office/drawing/2014/main" id="{FE0C12A9-6BC5-4217-ACB4-0231ED3D90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9775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11" name="Rectangle 91">
            <a:extLst>
              <a:ext uri="{FF2B5EF4-FFF2-40B4-BE49-F238E27FC236}">
                <a16:creationId xmlns:a16="http://schemas.microsoft.com/office/drawing/2014/main" id="{9D941C90-B168-4238-8CE7-6E82902386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12" name="Rectangle 92">
            <a:extLst>
              <a:ext uri="{FF2B5EF4-FFF2-40B4-BE49-F238E27FC236}">
                <a16:creationId xmlns:a16="http://schemas.microsoft.com/office/drawing/2014/main" id="{8B84E642-F977-4F69-8170-F57A55F86C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13" name="Rectangle 93">
            <a:extLst>
              <a:ext uri="{FF2B5EF4-FFF2-40B4-BE49-F238E27FC236}">
                <a16:creationId xmlns:a16="http://schemas.microsoft.com/office/drawing/2014/main" id="{7743599E-6E18-4D71-B885-3837300673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14" name="Rectangle 94">
            <a:extLst>
              <a:ext uri="{FF2B5EF4-FFF2-40B4-BE49-F238E27FC236}">
                <a16:creationId xmlns:a16="http://schemas.microsoft.com/office/drawing/2014/main" id="{2957ABAD-8BD1-4F01-8D79-FDD72613B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15" name="Rectangle 95">
            <a:extLst>
              <a:ext uri="{FF2B5EF4-FFF2-40B4-BE49-F238E27FC236}">
                <a16:creationId xmlns:a16="http://schemas.microsoft.com/office/drawing/2014/main" id="{D789834F-3CE5-4136-9410-97B70B5C7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16" name="Rectangle 96">
            <a:extLst>
              <a:ext uri="{FF2B5EF4-FFF2-40B4-BE49-F238E27FC236}">
                <a16:creationId xmlns:a16="http://schemas.microsoft.com/office/drawing/2014/main" id="{12E1E310-3C88-4F52-9D4A-2B37C63204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17" name="Rectangle 97">
            <a:extLst>
              <a:ext uri="{FF2B5EF4-FFF2-40B4-BE49-F238E27FC236}">
                <a16:creationId xmlns:a16="http://schemas.microsoft.com/office/drawing/2014/main" id="{C7322099-A740-4A36-BE93-4CED0E8CE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18" name="Line 98">
            <a:extLst>
              <a:ext uri="{FF2B5EF4-FFF2-40B4-BE49-F238E27FC236}">
                <a16:creationId xmlns:a16="http://schemas.microsoft.com/office/drawing/2014/main" id="{E2AF5653-A718-4E8F-B2CD-12AB942E88E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19" name="Rectangle 99">
            <a:extLst>
              <a:ext uri="{FF2B5EF4-FFF2-40B4-BE49-F238E27FC236}">
                <a16:creationId xmlns:a16="http://schemas.microsoft.com/office/drawing/2014/main" id="{0FFECF67-F8C3-4299-9266-C0175FBC1E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20" name="Rectangle 100">
            <a:extLst>
              <a:ext uri="{FF2B5EF4-FFF2-40B4-BE49-F238E27FC236}">
                <a16:creationId xmlns:a16="http://schemas.microsoft.com/office/drawing/2014/main" id="{EB50D3F2-C9E4-4AFF-AF44-FE15B97C8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21" name="Rectangle 101">
            <a:extLst>
              <a:ext uri="{FF2B5EF4-FFF2-40B4-BE49-F238E27FC236}">
                <a16:creationId xmlns:a16="http://schemas.microsoft.com/office/drawing/2014/main" id="{8C542110-DAA0-45C2-B604-21D91D2CDC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22" name="Rectangle 102">
            <a:extLst>
              <a:ext uri="{FF2B5EF4-FFF2-40B4-BE49-F238E27FC236}">
                <a16:creationId xmlns:a16="http://schemas.microsoft.com/office/drawing/2014/main" id="{24D8C16A-532C-4C98-A9F0-394720ABFD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23" name="Rectangle 103">
            <a:extLst>
              <a:ext uri="{FF2B5EF4-FFF2-40B4-BE49-F238E27FC236}">
                <a16:creationId xmlns:a16="http://schemas.microsoft.com/office/drawing/2014/main" id="{FA856FE9-8015-40D5-8EAD-D3B9B7EEEC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24" name="Rectangle 104">
            <a:extLst>
              <a:ext uri="{FF2B5EF4-FFF2-40B4-BE49-F238E27FC236}">
                <a16:creationId xmlns:a16="http://schemas.microsoft.com/office/drawing/2014/main" id="{AE617CCC-8D47-4518-9E95-203F55301C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25" name="Rectangle 105">
            <a:extLst>
              <a:ext uri="{FF2B5EF4-FFF2-40B4-BE49-F238E27FC236}">
                <a16:creationId xmlns:a16="http://schemas.microsoft.com/office/drawing/2014/main" id="{7D19AE81-E551-4FE0-AFC6-B37D765F63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26" name="Rectangle 106">
            <a:extLst>
              <a:ext uri="{FF2B5EF4-FFF2-40B4-BE49-F238E27FC236}">
                <a16:creationId xmlns:a16="http://schemas.microsoft.com/office/drawing/2014/main" id="{8A121BD1-8FA4-46C9-9D40-4DB694DD0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27" name="Rectangle 107">
            <a:extLst>
              <a:ext uri="{FF2B5EF4-FFF2-40B4-BE49-F238E27FC236}">
                <a16:creationId xmlns:a16="http://schemas.microsoft.com/office/drawing/2014/main" id="{5ED96481-5A60-416E-9D7B-442387A09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28" name="Line 108">
            <a:extLst>
              <a:ext uri="{FF2B5EF4-FFF2-40B4-BE49-F238E27FC236}">
                <a16:creationId xmlns:a16="http://schemas.microsoft.com/office/drawing/2014/main" id="{C777CDC2-1140-460C-A4D9-AECED299A05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29" name="Rectangle 109">
            <a:extLst>
              <a:ext uri="{FF2B5EF4-FFF2-40B4-BE49-F238E27FC236}">
                <a16:creationId xmlns:a16="http://schemas.microsoft.com/office/drawing/2014/main" id="{A8EEC718-93E4-4468-BC19-9D27D37E71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30" name="Rectangle 110">
            <a:extLst>
              <a:ext uri="{FF2B5EF4-FFF2-40B4-BE49-F238E27FC236}">
                <a16:creationId xmlns:a16="http://schemas.microsoft.com/office/drawing/2014/main" id="{E267F71F-4CED-4502-B342-1CA2CBC2F9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31" name="Rectangle 111">
            <a:extLst>
              <a:ext uri="{FF2B5EF4-FFF2-40B4-BE49-F238E27FC236}">
                <a16:creationId xmlns:a16="http://schemas.microsoft.com/office/drawing/2014/main" id="{688B097C-AB9A-44B5-B59E-964E62DE4D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7538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32" name="Rectangle 112">
            <a:extLst>
              <a:ext uri="{FF2B5EF4-FFF2-40B4-BE49-F238E27FC236}">
                <a16:creationId xmlns:a16="http://schemas.microsoft.com/office/drawing/2014/main" id="{818E7EA4-F71A-4E1C-8D2F-D66AF53420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125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33" name="Rectangle 113">
            <a:extLst>
              <a:ext uri="{FF2B5EF4-FFF2-40B4-BE49-F238E27FC236}">
                <a16:creationId xmlns:a16="http://schemas.microsoft.com/office/drawing/2014/main" id="{93757FA4-2D59-451D-83DE-5FA5727817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34" name="Rectangle 114">
            <a:extLst>
              <a:ext uri="{FF2B5EF4-FFF2-40B4-BE49-F238E27FC236}">
                <a16:creationId xmlns:a16="http://schemas.microsoft.com/office/drawing/2014/main" id="{974EB222-938D-4A1A-B468-B1082E94A7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565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35" name="Title 1">
            <a:extLst>
              <a:ext uri="{FF2B5EF4-FFF2-40B4-BE49-F238E27FC236}">
                <a16:creationId xmlns:a16="http://schemas.microsoft.com/office/drawing/2014/main" id="{9A241225-D4FF-40EF-B43B-EA34988FD579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Examples of determination of overflow</a:t>
            </a:r>
          </a:p>
        </p:txBody>
      </p:sp>
      <p:sp>
        <p:nvSpPr>
          <p:cNvPr id="147536" name="Rectangle 86">
            <a:extLst>
              <a:ext uri="{FF2B5EF4-FFF2-40B4-BE49-F238E27FC236}">
                <a16:creationId xmlns:a16="http://schemas.microsoft.com/office/drawing/2014/main" id="{FCEF2F96-9850-48EC-873D-8FFA8BA2B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4363" y="163195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47537" name="Group 2">
            <a:extLst>
              <a:ext uri="{FF2B5EF4-FFF2-40B4-BE49-F238E27FC236}">
                <a16:creationId xmlns:a16="http://schemas.microsoft.com/office/drawing/2014/main" id="{C7AA2352-709A-4E46-8F11-52959610EB0E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219200"/>
            <a:ext cx="695325" cy="990600"/>
            <a:chOff x="381000" y="1219200"/>
            <a:chExt cx="694955" cy="990600"/>
          </a:xfrm>
        </p:grpSpPr>
        <p:sp>
          <p:nvSpPr>
            <p:cNvPr id="147583" name="Rectangle 55">
              <a:extLst>
                <a:ext uri="{FF2B5EF4-FFF2-40B4-BE49-F238E27FC236}">
                  <a16:creationId xmlns:a16="http://schemas.microsoft.com/office/drawing/2014/main" id="{F08DE79F-D718-4C56-B207-3454EC452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84" name="Rectangle 56">
              <a:extLst>
                <a:ext uri="{FF2B5EF4-FFF2-40B4-BE49-F238E27FC236}">
                  <a16:creationId xmlns:a16="http://schemas.microsoft.com/office/drawing/2014/main" id="{5E65C8D2-2CE7-40AF-A92A-188F959C9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85" name="Rectangle 57">
              <a:extLst>
                <a:ext uri="{FF2B5EF4-FFF2-40B4-BE49-F238E27FC236}">
                  <a16:creationId xmlns:a16="http://schemas.microsoft.com/office/drawing/2014/main" id="{7164F120-CBD8-428A-9BB6-521DC7B51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86" name="Rectangle 58">
              <a:extLst>
                <a:ext uri="{FF2B5EF4-FFF2-40B4-BE49-F238E27FC236}">
                  <a16:creationId xmlns:a16="http://schemas.microsoft.com/office/drawing/2014/main" id="{648EE513-F633-481C-8AAB-FDBE2EE7F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87" name="Rectangle 59">
              <a:extLst>
                <a:ext uri="{FF2B5EF4-FFF2-40B4-BE49-F238E27FC236}">
                  <a16:creationId xmlns:a16="http://schemas.microsoft.com/office/drawing/2014/main" id="{5FBF4857-FA98-43EC-853E-978A314D1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88" name="Rectangle 60">
              <a:extLst>
                <a:ext uri="{FF2B5EF4-FFF2-40B4-BE49-F238E27FC236}">
                  <a16:creationId xmlns:a16="http://schemas.microsoft.com/office/drawing/2014/main" id="{E8B959C4-C657-49AC-819D-146916744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89" name="Rectangle 61">
              <a:extLst>
                <a:ext uri="{FF2B5EF4-FFF2-40B4-BE49-F238E27FC236}">
                  <a16:creationId xmlns:a16="http://schemas.microsoft.com/office/drawing/2014/main" id="{F32D8629-F22F-4BE5-92B2-B20A5726A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90" name="Rectangle 62">
              <a:extLst>
                <a:ext uri="{FF2B5EF4-FFF2-40B4-BE49-F238E27FC236}">
                  <a16:creationId xmlns:a16="http://schemas.microsoft.com/office/drawing/2014/main" id="{193C799F-B7D1-430C-9AA9-C3B83DD8C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91" name="Rectangle 59">
              <a:extLst>
                <a:ext uri="{FF2B5EF4-FFF2-40B4-BE49-F238E27FC236}">
                  <a16:creationId xmlns:a16="http://schemas.microsoft.com/office/drawing/2014/main" id="{33873B3B-F059-44D3-93F5-F1422145B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11201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92" name="Rectangle 60">
              <a:extLst>
                <a:ext uri="{FF2B5EF4-FFF2-40B4-BE49-F238E27FC236}">
                  <a16:creationId xmlns:a16="http://schemas.microsoft.com/office/drawing/2014/main" id="{94A610A2-0FB2-4D51-9484-4AAE073F3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93" name="Rectangle 61">
              <a:extLst>
                <a:ext uri="{FF2B5EF4-FFF2-40B4-BE49-F238E27FC236}">
                  <a16:creationId xmlns:a16="http://schemas.microsoft.com/office/drawing/2014/main" id="{FF26FE58-E766-4C16-8126-EF7DAAA11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94" name="Rectangle 62">
              <a:extLst>
                <a:ext uri="{FF2B5EF4-FFF2-40B4-BE49-F238E27FC236}">
                  <a16:creationId xmlns:a16="http://schemas.microsoft.com/office/drawing/2014/main" id="{00719F6D-BA02-408B-BD33-8A2A869BD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47538" name="Group 142">
            <a:extLst>
              <a:ext uri="{FF2B5EF4-FFF2-40B4-BE49-F238E27FC236}">
                <a16:creationId xmlns:a16="http://schemas.microsoft.com/office/drawing/2014/main" id="{4EDD5E91-DD24-4CE6-8835-8F51B3272CE4}"/>
              </a:ext>
            </a:extLst>
          </p:cNvPr>
          <p:cNvGrpSpPr>
            <a:grpSpLocks/>
          </p:cNvGrpSpPr>
          <p:nvPr/>
        </p:nvGrpSpPr>
        <p:grpSpPr bwMode="auto">
          <a:xfrm>
            <a:off x="388938" y="3429000"/>
            <a:ext cx="696912" cy="990600"/>
            <a:chOff x="381000" y="1219200"/>
            <a:chExt cx="696133" cy="990600"/>
          </a:xfrm>
        </p:grpSpPr>
        <p:sp>
          <p:nvSpPr>
            <p:cNvPr id="147571" name="Rectangle 55">
              <a:extLst>
                <a:ext uri="{FF2B5EF4-FFF2-40B4-BE49-F238E27FC236}">
                  <a16:creationId xmlns:a16="http://schemas.microsoft.com/office/drawing/2014/main" id="{F0407BD6-270B-488A-ABA5-943A67138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72" name="Rectangle 56">
              <a:extLst>
                <a:ext uri="{FF2B5EF4-FFF2-40B4-BE49-F238E27FC236}">
                  <a16:creationId xmlns:a16="http://schemas.microsoft.com/office/drawing/2014/main" id="{B14B702F-1E0D-476C-B6B3-F9F1B4B5D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73" name="Rectangle 57">
              <a:extLst>
                <a:ext uri="{FF2B5EF4-FFF2-40B4-BE49-F238E27FC236}">
                  <a16:creationId xmlns:a16="http://schemas.microsoft.com/office/drawing/2014/main" id="{71EB5C26-A163-4005-9A44-79F004AA1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74" name="Rectangle 58">
              <a:extLst>
                <a:ext uri="{FF2B5EF4-FFF2-40B4-BE49-F238E27FC236}">
                  <a16:creationId xmlns:a16="http://schemas.microsoft.com/office/drawing/2014/main" id="{4B2E0ED8-119A-40D9-A7B2-EABA41A5D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75" name="Rectangle 59">
              <a:extLst>
                <a:ext uri="{FF2B5EF4-FFF2-40B4-BE49-F238E27FC236}">
                  <a16:creationId xmlns:a16="http://schemas.microsoft.com/office/drawing/2014/main" id="{745F9894-16EB-44E2-915A-458825CCB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76" name="Rectangle 60">
              <a:extLst>
                <a:ext uri="{FF2B5EF4-FFF2-40B4-BE49-F238E27FC236}">
                  <a16:creationId xmlns:a16="http://schemas.microsoft.com/office/drawing/2014/main" id="{7F3A883F-A5DF-4F5F-A11B-CCF9DFE44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77" name="Rectangle 61">
              <a:extLst>
                <a:ext uri="{FF2B5EF4-FFF2-40B4-BE49-F238E27FC236}">
                  <a16:creationId xmlns:a16="http://schemas.microsoft.com/office/drawing/2014/main" id="{6421BFC3-A06F-43CA-B9D4-1F4B77C65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78" name="Rectangle 62">
              <a:extLst>
                <a:ext uri="{FF2B5EF4-FFF2-40B4-BE49-F238E27FC236}">
                  <a16:creationId xmlns:a16="http://schemas.microsoft.com/office/drawing/2014/main" id="{39F2831D-0B84-4076-8D77-EA5A94C9D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79" name="Rectangle 59">
              <a:extLst>
                <a:ext uri="{FF2B5EF4-FFF2-40B4-BE49-F238E27FC236}">
                  <a16:creationId xmlns:a16="http://schemas.microsoft.com/office/drawing/2014/main" id="{D8E0CAB5-2831-40F6-8A3B-66767F1EE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11201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80" name="Rectangle 60">
              <a:extLst>
                <a:ext uri="{FF2B5EF4-FFF2-40B4-BE49-F238E27FC236}">
                  <a16:creationId xmlns:a16="http://schemas.microsoft.com/office/drawing/2014/main" id="{A158AFF4-187A-45FA-82EB-D1D879E54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81" name="Rectangle 61">
              <a:extLst>
                <a:ext uri="{FF2B5EF4-FFF2-40B4-BE49-F238E27FC236}">
                  <a16:creationId xmlns:a16="http://schemas.microsoft.com/office/drawing/2014/main" id="{9DB00C9A-705F-4555-A0F4-909B118FA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82" name="Rectangle 62">
              <a:extLst>
                <a:ext uri="{FF2B5EF4-FFF2-40B4-BE49-F238E27FC236}">
                  <a16:creationId xmlns:a16="http://schemas.microsoft.com/office/drawing/2014/main" id="{FBFF0A92-F894-4EEC-B3CA-826B779A6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47539" name="Group 155">
            <a:extLst>
              <a:ext uri="{FF2B5EF4-FFF2-40B4-BE49-F238E27FC236}">
                <a16:creationId xmlns:a16="http://schemas.microsoft.com/office/drawing/2014/main" id="{B4E94713-886B-41A8-B03A-749DEC7EFDFA}"/>
              </a:ext>
            </a:extLst>
          </p:cNvPr>
          <p:cNvGrpSpPr>
            <a:grpSpLocks/>
          </p:cNvGrpSpPr>
          <p:nvPr/>
        </p:nvGrpSpPr>
        <p:grpSpPr bwMode="auto">
          <a:xfrm>
            <a:off x="8067675" y="1219200"/>
            <a:ext cx="695325" cy="990600"/>
            <a:chOff x="381000" y="1219200"/>
            <a:chExt cx="694955" cy="990600"/>
          </a:xfrm>
        </p:grpSpPr>
        <p:sp>
          <p:nvSpPr>
            <p:cNvPr id="147559" name="Rectangle 55">
              <a:extLst>
                <a:ext uri="{FF2B5EF4-FFF2-40B4-BE49-F238E27FC236}">
                  <a16:creationId xmlns:a16="http://schemas.microsoft.com/office/drawing/2014/main" id="{3E5D5097-A2B0-4A9C-A069-4913D2EC4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60" name="Rectangle 56">
              <a:extLst>
                <a:ext uri="{FF2B5EF4-FFF2-40B4-BE49-F238E27FC236}">
                  <a16:creationId xmlns:a16="http://schemas.microsoft.com/office/drawing/2014/main" id="{BBB2B697-E081-4E2E-A188-BB03485CF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61" name="Rectangle 57">
              <a:extLst>
                <a:ext uri="{FF2B5EF4-FFF2-40B4-BE49-F238E27FC236}">
                  <a16:creationId xmlns:a16="http://schemas.microsoft.com/office/drawing/2014/main" id="{CE484C05-6D6E-42FC-BDB3-ACA604FD6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62" name="Rectangle 58">
              <a:extLst>
                <a:ext uri="{FF2B5EF4-FFF2-40B4-BE49-F238E27FC236}">
                  <a16:creationId xmlns:a16="http://schemas.microsoft.com/office/drawing/2014/main" id="{830E7F7D-288B-426D-9BDC-BAC166ADD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63" name="Rectangle 59">
              <a:extLst>
                <a:ext uri="{FF2B5EF4-FFF2-40B4-BE49-F238E27FC236}">
                  <a16:creationId xmlns:a16="http://schemas.microsoft.com/office/drawing/2014/main" id="{C45F8DCE-37CF-4212-8766-931F071EB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64" name="Rectangle 60">
              <a:extLst>
                <a:ext uri="{FF2B5EF4-FFF2-40B4-BE49-F238E27FC236}">
                  <a16:creationId xmlns:a16="http://schemas.microsoft.com/office/drawing/2014/main" id="{C88165F6-B8E5-4C7C-A9BB-1A8862EBE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65" name="Rectangle 61">
              <a:extLst>
                <a:ext uri="{FF2B5EF4-FFF2-40B4-BE49-F238E27FC236}">
                  <a16:creationId xmlns:a16="http://schemas.microsoft.com/office/drawing/2014/main" id="{A02E04C7-D275-4AB3-9C4D-A563F893D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66" name="Rectangle 62">
              <a:extLst>
                <a:ext uri="{FF2B5EF4-FFF2-40B4-BE49-F238E27FC236}">
                  <a16:creationId xmlns:a16="http://schemas.microsoft.com/office/drawing/2014/main" id="{91B612C0-D355-4D54-995E-58C9E8EF4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67" name="Rectangle 59">
              <a:extLst>
                <a:ext uri="{FF2B5EF4-FFF2-40B4-BE49-F238E27FC236}">
                  <a16:creationId xmlns:a16="http://schemas.microsoft.com/office/drawing/2014/main" id="{C46A5B83-7404-4E22-A1EE-B85FF89BA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11201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68" name="Rectangle 60">
              <a:extLst>
                <a:ext uri="{FF2B5EF4-FFF2-40B4-BE49-F238E27FC236}">
                  <a16:creationId xmlns:a16="http://schemas.microsoft.com/office/drawing/2014/main" id="{92825A61-2FC2-45CB-89F6-A6A14CEAA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69" name="Rectangle 61">
              <a:extLst>
                <a:ext uri="{FF2B5EF4-FFF2-40B4-BE49-F238E27FC236}">
                  <a16:creationId xmlns:a16="http://schemas.microsoft.com/office/drawing/2014/main" id="{EFA0C9A3-AB61-4676-9E78-B810A83ABB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70" name="Rectangle 62">
              <a:extLst>
                <a:ext uri="{FF2B5EF4-FFF2-40B4-BE49-F238E27FC236}">
                  <a16:creationId xmlns:a16="http://schemas.microsoft.com/office/drawing/2014/main" id="{3672739A-42F4-441B-9F2D-DFA640007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47540" name="Group 181">
            <a:extLst>
              <a:ext uri="{FF2B5EF4-FFF2-40B4-BE49-F238E27FC236}">
                <a16:creationId xmlns:a16="http://schemas.microsoft.com/office/drawing/2014/main" id="{453921FD-C2CA-4585-A7D3-0B4FD40F0B30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3429000"/>
            <a:ext cx="696913" cy="990600"/>
            <a:chOff x="381000" y="1219200"/>
            <a:chExt cx="696133" cy="990600"/>
          </a:xfrm>
        </p:grpSpPr>
        <p:sp>
          <p:nvSpPr>
            <p:cNvPr id="147547" name="Rectangle 55">
              <a:extLst>
                <a:ext uri="{FF2B5EF4-FFF2-40B4-BE49-F238E27FC236}">
                  <a16:creationId xmlns:a16="http://schemas.microsoft.com/office/drawing/2014/main" id="{B97999E0-7AE7-420C-AA63-A2268E164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48" name="Rectangle 56">
              <a:extLst>
                <a:ext uri="{FF2B5EF4-FFF2-40B4-BE49-F238E27FC236}">
                  <a16:creationId xmlns:a16="http://schemas.microsoft.com/office/drawing/2014/main" id="{DB779062-A745-43DE-B90C-BB6C13327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49" name="Rectangle 57">
              <a:extLst>
                <a:ext uri="{FF2B5EF4-FFF2-40B4-BE49-F238E27FC236}">
                  <a16:creationId xmlns:a16="http://schemas.microsoft.com/office/drawing/2014/main" id="{24CB922C-7476-4C0B-9C86-6E3982FA1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50" name="Rectangle 58">
              <a:extLst>
                <a:ext uri="{FF2B5EF4-FFF2-40B4-BE49-F238E27FC236}">
                  <a16:creationId xmlns:a16="http://schemas.microsoft.com/office/drawing/2014/main" id="{AD275BDF-E723-4A34-83F4-0CD1AE473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51" name="Rectangle 59">
              <a:extLst>
                <a:ext uri="{FF2B5EF4-FFF2-40B4-BE49-F238E27FC236}">
                  <a16:creationId xmlns:a16="http://schemas.microsoft.com/office/drawing/2014/main" id="{6B7769A1-D5EE-4CCD-B006-E44D91C2C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52" name="Rectangle 60">
              <a:extLst>
                <a:ext uri="{FF2B5EF4-FFF2-40B4-BE49-F238E27FC236}">
                  <a16:creationId xmlns:a16="http://schemas.microsoft.com/office/drawing/2014/main" id="{5B376662-B2E1-49E3-889B-915E27775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53" name="Rectangle 61">
              <a:extLst>
                <a:ext uri="{FF2B5EF4-FFF2-40B4-BE49-F238E27FC236}">
                  <a16:creationId xmlns:a16="http://schemas.microsoft.com/office/drawing/2014/main" id="{B734F28B-9610-454C-8FFA-7C3AD61CC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54" name="Rectangle 62">
              <a:extLst>
                <a:ext uri="{FF2B5EF4-FFF2-40B4-BE49-F238E27FC236}">
                  <a16:creationId xmlns:a16="http://schemas.microsoft.com/office/drawing/2014/main" id="{54FF9268-0A19-4B7F-BFED-185093B4F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55" name="Rectangle 59">
              <a:extLst>
                <a:ext uri="{FF2B5EF4-FFF2-40B4-BE49-F238E27FC236}">
                  <a16:creationId xmlns:a16="http://schemas.microsoft.com/office/drawing/2014/main" id="{B3A3B8BE-4C6B-4EF2-803F-7EE1A70A5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11201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56" name="Rectangle 60">
              <a:extLst>
                <a:ext uri="{FF2B5EF4-FFF2-40B4-BE49-F238E27FC236}">
                  <a16:creationId xmlns:a16="http://schemas.microsoft.com/office/drawing/2014/main" id="{9FE48850-2C47-44D0-AFBA-F17A90F79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57" name="Rectangle 61">
              <a:extLst>
                <a:ext uri="{FF2B5EF4-FFF2-40B4-BE49-F238E27FC236}">
                  <a16:creationId xmlns:a16="http://schemas.microsoft.com/office/drawing/2014/main" id="{EC3A87A7-A615-497B-8814-C96280E81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558" name="Rectangle 62">
              <a:extLst>
                <a:ext uri="{FF2B5EF4-FFF2-40B4-BE49-F238E27FC236}">
                  <a16:creationId xmlns:a16="http://schemas.microsoft.com/office/drawing/2014/main" id="{F96D653C-C8CB-4A9C-91D2-6BD256277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47541" name="Rectangle 194">
            <a:extLst>
              <a:ext uri="{FF2B5EF4-FFF2-40B4-BE49-F238E27FC236}">
                <a16:creationId xmlns:a16="http://schemas.microsoft.com/office/drawing/2014/main" id="{FF1E605D-C148-46C4-80CF-4DD21AB22B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43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42" name="Rectangle 196">
            <a:extLst>
              <a:ext uri="{FF2B5EF4-FFF2-40B4-BE49-F238E27FC236}">
                <a16:creationId xmlns:a16="http://schemas.microsoft.com/office/drawing/2014/main" id="{223C89C8-FD38-4D8E-B8A1-330AE4AA71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9563" y="1630363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43" name="Rectangle 197">
            <a:extLst>
              <a:ext uri="{FF2B5EF4-FFF2-40B4-BE49-F238E27FC236}">
                <a16:creationId xmlns:a16="http://schemas.microsoft.com/office/drawing/2014/main" id="{B4C10C8B-3D19-41EA-9AA9-1DA8732E0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95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44" name="Oval 113">
            <a:extLst>
              <a:ext uri="{FF2B5EF4-FFF2-40B4-BE49-F238E27FC236}">
                <a16:creationId xmlns:a16="http://schemas.microsoft.com/office/drawing/2014/main" id="{CD34CD60-5FE7-4FEF-BCCC-9229B423C7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3238" y="2314575"/>
            <a:ext cx="558800" cy="568325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45" name="Oval 113">
            <a:extLst>
              <a:ext uri="{FF2B5EF4-FFF2-40B4-BE49-F238E27FC236}">
                <a16:creationId xmlns:a16="http://schemas.microsoft.com/office/drawing/2014/main" id="{C879A61B-D51A-4E3A-8DC1-C45AB2C2FE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1150" y="4506913"/>
            <a:ext cx="558800" cy="568325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546" name="TextBox 168">
            <a:extLst>
              <a:ext uri="{FF2B5EF4-FFF2-40B4-BE49-F238E27FC236}">
                <a16:creationId xmlns:a16="http://schemas.microsoft.com/office/drawing/2014/main" id="{AA8D05C3-2494-44CF-AA83-CAEB69327A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840" y="5529180"/>
            <a:ext cx="84216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 2's complement, both +9 and -9 are not representable with 4 bits.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1" name="Rectangle 5">
            <a:extLst>
              <a:ext uri="{FF2B5EF4-FFF2-40B4-BE49-F238E27FC236}">
                <a16:creationId xmlns:a16="http://schemas.microsoft.com/office/drawing/2014/main" id="{F3D9B6CE-88B1-4001-98A7-3993396F63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482" name="Rectangle 6">
            <a:extLst>
              <a:ext uri="{FF2B5EF4-FFF2-40B4-BE49-F238E27FC236}">
                <a16:creationId xmlns:a16="http://schemas.microsoft.com/office/drawing/2014/main" id="{73250257-059E-4949-BD7B-E7F19FDE6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483" name="Rectangle 7">
            <a:extLst>
              <a:ext uri="{FF2B5EF4-FFF2-40B4-BE49-F238E27FC236}">
                <a16:creationId xmlns:a16="http://schemas.microsoft.com/office/drawing/2014/main" id="{7EF6CFB1-017D-4D2D-A1CE-257B5085CF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484" name="Rectangle 8">
            <a:extLst>
              <a:ext uri="{FF2B5EF4-FFF2-40B4-BE49-F238E27FC236}">
                <a16:creationId xmlns:a16="http://schemas.microsoft.com/office/drawing/2014/main" id="{A461735B-3E4F-414A-8487-3B97A9AF94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485" name="Line 9">
            <a:extLst>
              <a:ext uri="{FF2B5EF4-FFF2-40B4-BE49-F238E27FC236}">
                <a16:creationId xmlns:a16="http://schemas.microsoft.com/office/drawing/2014/main" id="{FEAC703A-9121-4749-A343-78577E7C78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486" name="Rectangle 10">
            <a:extLst>
              <a:ext uri="{FF2B5EF4-FFF2-40B4-BE49-F238E27FC236}">
                <a16:creationId xmlns:a16="http://schemas.microsoft.com/office/drawing/2014/main" id="{B2CE68E7-DEC4-4FA5-BB75-49E880C1F2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487" name="Rectangle 11">
            <a:extLst>
              <a:ext uri="{FF2B5EF4-FFF2-40B4-BE49-F238E27FC236}">
                <a16:creationId xmlns:a16="http://schemas.microsoft.com/office/drawing/2014/main" id="{2E9B31A9-2966-4243-85CF-2F7B3503F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488" name="Rectangle 12">
            <a:extLst>
              <a:ext uri="{FF2B5EF4-FFF2-40B4-BE49-F238E27FC236}">
                <a16:creationId xmlns:a16="http://schemas.microsoft.com/office/drawing/2014/main" id="{61F8C9BC-05FD-4560-9C11-CE5A58BC6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489" name="Line 13">
            <a:extLst>
              <a:ext uri="{FF2B5EF4-FFF2-40B4-BE49-F238E27FC236}">
                <a16:creationId xmlns:a16="http://schemas.microsoft.com/office/drawing/2014/main" id="{4CFD597D-7BD9-45F9-AD75-88C8370964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490" name="Line 14">
            <a:extLst>
              <a:ext uri="{FF2B5EF4-FFF2-40B4-BE49-F238E27FC236}">
                <a16:creationId xmlns:a16="http://schemas.microsoft.com/office/drawing/2014/main" id="{205BD98E-36C8-4E26-B6E9-3B1FEAEC8EE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491" name="Rectangle 15">
            <a:extLst>
              <a:ext uri="{FF2B5EF4-FFF2-40B4-BE49-F238E27FC236}">
                <a16:creationId xmlns:a16="http://schemas.microsoft.com/office/drawing/2014/main" id="{DA97761C-83FE-45E7-8F08-1AF75AC0B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492" name="Rectangle 16">
            <a:extLst>
              <a:ext uri="{FF2B5EF4-FFF2-40B4-BE49-F238E27FC236}">
                <a16:creationId xmlns:a16="http://schemas.microsoft.com/office/drawing/2014/main" id="{EADFB8B1-0174-44B9-BD7D-59D7717965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6843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493" name="Rectangle 17">
            <a:extLst>
              <a:ext uri="{FF2B5EF4-FFF2-40B4-BE49-F238E27FC236}">
                <a16:creationId xmlns:a16="http://schemas.microsoft.com/office/drawing/2014/main" id="{2B7AB51F-4A9E-40EE-9B3C-DE766BB1B6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68433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494" name="Rectangle 18">
            <a:extLst>
              <a:ext uri="{FF2B5EF4-FFF2-40B4-BE49-F238E27FC236}">
                <a16:creationId xmlns:a16="http://schemas.microsoft.com/office/drawing/2014/main" id="{B405676A-031C-4182-A048-0F6595CCB6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67640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495" name="Rectangle 19">
            <a:extLst>
              <a:ext uri="{FF2B5EF4-FFF2-40B4-BE49-F238E27FC236}">
                <a16:creationId xmlns:a16="http://schemas.microsoft.com/office/drawing/2014/main" id="{E87E0038-1585-4628-8D4D-945806FB2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6764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496" name="Rectangle 20">
            <a:extLst>
              <a:ext uri="{FF2B5EF4-FFF2-40B4-BE49-F238E27FC236}">
                <a16:creationId xmlns:a16="http://schemas.microsoft.com/office/drawing/2014/main" id="{B3146DE1-66D0-4F4B-B8FB-4091168EA6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497" name="Rectangle 21">
            <a:extLst>
              <a:ext uri="{FF2B5EF4-FFF2-40B4-BE49-F238E27FC236}">
                <a16:creationId xmlns:a16="http://schemas.microsoft.com/office/drawing/2014/main" id="{EBE702D8-E0BF-4D3B-AD30-3EA90E57CE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498" name="Rectangle 22">
            <a:extLst>
              <a:ext uri="{FF2B5EF4-FFF2-40B4-BE49-F238E27FC236}">
                <a16:creationId xmlns:a16="http://schemas.microsoft.com/office/drawing/2014/main" id="{2E82EF5C-3B14-4289-BB9D-6AE7DF2700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499" name="Rectangle 23">
            <a:extLst>
              <a:ext uri="{FF2B5EF4-FFF2-40B4-BE49-F238E27FC236}">
                <a16:creationId xmlns:a16="http://schemas.microsoft.com/office/drawing/2014/main" id="{69186047-401F-4DD4-8B29-E3DF7E2465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00" name="Rectangle 24">
            <a:extLst>
              <a:ext uri="{FF2B5EF4-FFF2-40B4-BE49-F238E27FC236}">
                <a16:creationId xmlns:a16="http://schemas.microsoft.com/office/drawing/2014/main" id="{11D8228E-DBBE-4448-B7AE-09DE63A3D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24177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01" name="Rectangle 25">
            <a:extLst>
              <a:ext uri="{FF2B5EF4-FFF2-40B4-BE49-F238E27FC236}">
                <a16:creationId xmlns:a16="http://schemas.microsoft.com/office/drawing/2014/main" id="{64996EA7-31AB-40BA-97A9-4A2A2FF3C4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24177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02" name="Rectangle 26">
            <a:extLst>
              <a:ext uri="{FF2B5EF4-FFF2-40B4-BE49-F238E27FC236}">
                <a16:creationId xmlns:a16="http://schemas.microsoft.com/office/drawing/2014/main" id="{0537579F-C3A0-4D08-B503-94D3C8DA77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24098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03" name="Rectangle 27">
            <a:extLst>
              <a:ext uri="{FF2B5EF4-FFF2-40B4-BE49-F238E27FC236}">
                <a16:creationId xmlns:a16="http://schemas.microsoft.com/office/drawing/2014/main" id="{1EE96D31-39E7-4C49-A1FF-04F4B9C83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24098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04" name="Rectangle 28">
            <a:extLst>
              <a:ext uri="{FF2B5EF4-FFF2-40B4-BE49-F238E27FC236}">
                <a16:creationId xmlns:a16="http://schemas.microsoft.com/office/drawing/2014/main" id="{BB03D2A7-5128-450C-A136-432F447B62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05" name="Rectangle 29">
            <a:extLst>
              <a:ext uri="{FF2B5EF4-FFF2-40B4-BE49-F238E27FC236}">
                <a16:creationId xmlns:a16="http://schemas.microsoft.com/office/drawing/2014/main" id="{59BACED4-5841-4AC9-825E-47B02EA785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9624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06" name="Rectangle 30">
            <a:extLst>
              <a:ext uri="{FF2B5EF4-FFF2-40B4-BE49-F238E27FC236}">
                <a16:creationId xmlns:a16="http://schemas.microsoft.com/office/drawing/2014/main" id="{727ECCCE-FC3D-41AC-BB92-38FAF53A0A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07" name="Rectangle 31">
            <a:extLst>
              <a:ext uri="{FF2B5EF4-FFF2-40B4-BE49-F238E27FC236}">
                <a16:creationId xmlns:a16="http://schemas.microsoft.com/office/drawing/2014/main" id="{40C2D36C-BB37-4F76-9A75-E0C1BB0E21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08" name="Rectangle 32">
            <a:extLst>
              <a:ext uri="{FF2B5EF4-FFF2-40B4-BE49-F238E27FC236}">
                <a16:creationId xmlns:a16="http://schemas.microsoft.com/office/drawing/2014/main" id="{A0D78778-E26A-49D2-AD6F-7B8B1F6883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09" name="Line 33">
            <a:extLst>
              <a:ext uri="{FF2B5EF4-FFF2-40B4-BE49-F238E27FC236}">
                <a16:creationId xmlns:a16="http://schemas.microsoft.com/office/drawing/2014/main" id="{DF79BB9B-E636-4A27-9990-534E0D5D668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10" name="Rectangle 34">
            <a:extLst>
              <a:ext uri="{FF2B5EF4-FFF2-40B4-BE49-F238E27FC236}">
                <a16:creationId xmlns:a16="http://schemas.microsoft.com/office/drawing/2014/main" id="{B8956267-817C-4FA4-8635-6DDE7BBE3D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11" name="Rectangle 35">
            <a:extLst>
              <a:ext uri="{FF2B5EF4-FFF2-40B4-BE49-F238E27FC236}">
                <a16:creationId xmlns:a16="http://schemas.microsoft.com/office/drawing/2014/main" id="{74A853D3-972C-4BDC-91D2-8D542CA7F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12" name="Rectangle 36">
            <a:extLst>
              <a:ext uri="{FF2B5EF4-FFF2-40B4-BE49-F238E27FC236}">
                <a16:creationId xmlns:a16="http://schemas.microsoft.com/office/drawing/2014/main" id="{F797C854-685F-425B-9475-154A078E08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13" name="Line 37">
            <a:extLst>
              <a:ext uri="{FF2B5EF4-FFF2-40B4-BE49-F238E27FC236}">
                <a16:creationId xmlns:a16="http://schemas.microsoft.com/office/drawing/2014/main" id="{F94A0035-BEB6-4897-B5F7-6699FB97A69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14" name="Line 38">
            <a:extLst>
              <a:ext uri="{FF2B5EF4-FFF2-40B4-BE49-F238E27FC236}">
                <a16:creationId xmlns:a16="http://schemas.microsoft.com/office/drawing/2014/main" id="{512B5ED4-E385-41C8-A9A4-110181C0BF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15" name="Rectangle 39">
            <a:extLst>
              <a:ext uri="{FF2B5EF4-FFF2-40B4-BE49-F238E27FC236}">
                <a16:creationId xmlns:a16="http://schemas.microsoft.com/office/drawing/2014/main" id="{305293E7-B4E7-405F-8DD8-DD66A1EEBF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16" name="Rectangle 40">
            <a:extLst>
              <a:ext uri="{FF2B5EF4-FFF2-40B4-BE49-F238E27FC236}">
                <a16:creationId xmlns:a16="http://schemas.microsoft.com/office/drawing/2014/main" id="{5028E0B3-9E51-49CA-A4FE-13DFB54122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38512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17" name="Rectangle 41">
            <a:extLst>
              <a:ext uri="{FF2B5EF4-FFF2-40B4-BE49-F238E27FC236}">
                <a16:creationId xmlns:a16="http://schemas.microsoft.com/office/drawing/2014/main" id="{DE238ED7-ACC5-49CB-8758-87975B774A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3851275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18" name="Rectangle 42">
            <a:extLst>
              <a:ext uri="{FF2B5EF4-FFF2-40B4-BE49-F238E27FC236}">
                <a16:creationId xmlns:a16="http://schemas.microsoft.com/office/drawing/2014/main" id="{E50F06BB-9160-4FE8-8394-E66C65A366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38433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19" name="Rectangle 43">
            <a:extLst>
              <a:ext uri="{FF2B5EF4-FFF2-40B4-BE49-F238E27FC236}">
                <a16:creationId xmlns:a16="http://schemas.microsoft.com/office/drawing/2014/main" id="{F2DA7623-1546-4B03-AA30-D07663F156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38433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20" name="Rectangle 44">
            <a:extLst>
              <a:ext uri="{FF2B5EF4-FFF2-40B4-BE49-F238E27FC236}">
                <a16:creationId xmlns:a16="http://schemas.microsoft.com/office/drawing/2014/main" id="{CF25A7BD-4E45-45E6-A0E8-C6E9BCB1FF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458470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21" name="Rectangle 45">
            <a:extLst>
              <a:ext uri="{FF2B5EF4-FFF2-40B4-BE49-F238E27FC236}">
                <a16:creationId xmlns:a16="http://schemas.microsoft.com/office/drawing/2014/main" id="{4B8ADF47-E73C-4F92-8913-94AA00EA3E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45847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22" name="Rectangle 46">
            <a:extLst>
              <a:ext uri="{FF2B5EF4-FFF2-40B4-BE49-F238E27FC236}">
                <a16:creationId xmlns:a16="http://schemas.microsoft.com/office/drawing/2014/main" id="{CF7D053B-2130-4711-9066-933A714657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457835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23" name="Rectangle 47">
            <a:extLst>
              <a:ext uri="{FF2B5EF4-FFF2-40B4-BE49-F238E27FC236}">
                <a16:creationId xmlns:a16="http://schemas.microsoft.com/office/drawing/2014/main" id="{8F6FE3A3-DB07-4C64-8A71-DF3AD2F0F3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457835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24" name="Rectangle 48">
            <a:extLst>
              <a:ext uri="{FF2B5EF4-FFF2-40B4-BE49-F238E27FC236}">
                <a16:creationId xmlns:a16="http://schemas.microsoft.com/office/drawing/2014/main" id="{439A247B-B66E-479C-977E-35D543A9DC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25" name="Rectangle 49">
            <a:extLst>
              <a:ext uri="{FF2B5EF4-FFF2-40B4-BE49-F238E27FC236}">
                <a16:creationId xmlns:a16="http://schemas.microsoft.com/office/drawing/2014/main" id="{51E8F2C9-CFFB-4548-B192-6658261119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6613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26" name="Rectangle 50">
            <a:extLst>
              <a:ext uri="{FF2B5EF4-FFF2-40B4-BE49-F238E27FC236}">
                <a16:creationId xmlns:a16="http://schemas.microsoft.com/office/drawing/2014/main" id="{7FF2F925-C56A-4D74-90D1-9E6F0FEB8D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100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27" name="Rectangle 51">
            <a:extLst>
              <a:ext uri="{FF2B5EF4-FFF2-40B4-BE49-F238E27FC236}">
                <a16:creationId xmlns:a16="http://schemas.microsoft.com/office/drawing/2014/main" id="{4D7716EC-3274-41CD-9B95-A168EFCD01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737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28" name="Rectangle 52">
            <a:extLst>
              <a:ext uri="{FF2B5EF4-FFF2-40B4-BE49-F238E27FC236}">
                <a16:creationId xmlns:a16="http://schemas.microsoft.com/office/drawing/2014/main" id="{7CA5803A-C3A5-43A9-8C99-ADA94D028A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472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29" name="Rectangle 53">
            <a:extLst>
              <a:ext uri="{FF2B5EF4-FFF2-40B4-BE49-F238E27FC236}">
                <a16:creationId xmlns:a16="http://schemas.microsoft.com/office/drawing/2014/main" id="{B5AB7748-75D5-4430-9CEA-55ED457A82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5263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30" name="Rectangle 54">
            <a:extLst>
              <a:ext uri="{FF2B5EF4-FFF2-40B4-BE49-F238E27FC236}">
                <a16:creationId xmlns:a16="http://schemas.microsoft.com/office/drawing/2014/main" id="{995C05D5-34ED-4C45-B073-9AB7420BE8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5138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31" name="Rectangle 87">
            <a:extLst>
              <a:ext uri="{FF2B5EF4-FFF2-40B4-BE49-F238E27FC236}">
                <a16:creationId xmlns:a16="http://schemas.microsoft.com/office/drawing/2014/main" id="{2766681A-5B88-4884-A373-39A179740A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8650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32" name="Rectangle 88">
            <a:extLst>
              <a:ext uri="{FF2B5EF4-FFF2-40B4-BE49-F238E27FC236}">
                <a16:creationId xmlns:a16="http://schemas.microsoft.com/office/drawing/2014/main" id="{9240993D-9FD6-4491-957A-E0F277CBEE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9738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33" name="Rectangle 89">
            <a:extLst>
              <a:ext uri="{FF2B5EF4-FFF2-40B4-BE49-F238E27FC236}">
                <a16:creationId xmlns:a16="http://schemas.microsoft.com/office/drawing/2014/main" id="{197B85DE-6013-4BA2-AB16-A38B931C0A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766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34" name="Rectangle 90">
            <a:extLst>
              <a:ext uri="{FF2B5EF4-FFF2-40B4-BE49-F238E27FC236}">
                <a16:creationId xmlns:a16="http://schemas.microsoft.com/office/drawing/2014/main" id="{4EF32B3B-70E2-4DD7-AEB9-E69733C242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9775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35" name="Rectangle 91">
            <a:extLst>
              <a:ext uri="{FF2B5EF4-FFF2-40B4-BE49-F238E27FC236}">
                <a16:creationId xmlns:a16="http://schemas.microsoft.com/office/drawing/2014/main" id="{A205A8F8-2D2D-47B7-B526-740ED8D8D3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36" name="Rectangle 92">
            <a:extLst>
              <a:ext uri="{FF2B5EF4-FFF2-40B4-BE49-F238E27FC236}">
                <a16:creationId xmlns:a16="http://schemas.microsoft.com/office/drawing/2014/main" id="{05A1D307-B499-4C7E-8DA3-DA08CBC11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37" name="Rectangle 93">
            <a:extLst>
              <a:ext uri="{FF2B5EF4-FFF2-40B4-BE49-F238E27FC236}">
                <a16:creationId xmlns:a16="http://schemas.microsoft.com/office/drawing/2014/main" id="{E6825C00-3276-433C-9B2E-1EE45B62A2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38" name="Rectangle 94">
            <a:extLst>
              <a:ext uri="{FF2B5EF4-FFF2-40B4-BE49-F238E27FC236}">
                <a16:creationId xmlns:a16="http://schemas.microsoft.com/office/drawing/2014/main" id="{F7A330D5-4D83-4D9D-9F97-22EA3312F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39" name="Rectangle 95">
            <a:extLst>
              <a:ext uri="{FF2B5EF4-FFF2-40B4-BE49-F238E27FC236}">
                <a16:creationId xmlns:a16="http://schemas.microsoft.com/office/drawing/2014/main" id="{A1BA58A3-762D-44C6-A1E0-CFAC14BD34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40" name="Rectangle 96">
            <a:extLst>
              <a:ext uri="{FF2B5EF4-FFF2-40B4-BE49-F238E27FC236}">
                <a16:creationId xmlns:a16="http://schemas.microsoft.com/office/drawing/2014/main" id="{D7793BDC-F529-4C1A-B2C8-683570A56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41" name="Rectangle 97">
            <a:extLst>
              <a:ext uri="{FF2B5EF4-FFF2-40B4-BE49-F238E27FC236}">
                <a16:creationId xmlns:a16="http://schemas.microsoft.com/office/drawing/2014/main" id="{184A3E2C-C975-494B-9EFC-ED59E9401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42" name="Line 98">
            <a:extLst>
              <a:ext uri="{FF2B5EF4-FFF2-40B4-BE49-F238E27FC236}">
                <a16:creationId xmlns:a16="http://schemas.microsoft.com/office/drawing/2014/main" id="{C46E4D1F-0AB9-47C4-A438-4E34A45FA3A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43" name="Rectangle 99">
            <a:extLst>
              <a:ext uri="{FF2B5EF4-FFF2-40B4-BE49-F238E27FC236}">
                <a16:creationId xmlns:a16="http://schemas.microsoft.com/office/drawing/2014/main" id="{3E9FBDC3-4ADE-4B62-A9D7-AE9935599A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44" name="Rectangle 100">
            <a:extLst>
              <a:ext uri="{FF2B5EF4-FFF2-40B4-BE49-F238E27FC236}">
                <a16:creationId xmlns:a16="http://schemas.microsoft.com/office/drawing/2014/main" id="{26C8B7B5-26DF-41B8-8696-93EEF3BC0D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45" name="Rectangle 101">
            <a:extLst>
              <a:ext uri="{FF2B5EF4-FFF2-40B4-BE49-F238E27FC236}">
                <a16:creationId xmlns:a16="http://schemas.microsoft.com/office/drawing/2014/main" id="{239D9FB9-027E-4507-8E8D-AE69B3CCE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46" name="Rectangle 102">
            <a:extLst>
              <a:ext uri="{FF2B5EF4-FFF2-40B4-BE49-F238E27FC236}">
                <a16:creationId xmlns:a16="http://schemas.microsoft.com/office/drawing/2014/main" id="{7A284B8B-C695-417C-94B0-13ACAF644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47" name="Rectangle 103">
            <a:extLst>
              <a:ext uri="{FF2B5EF4-FFF2-40B4-BE49-F238E27FC236}">
                <a16:creationId xmlns:a16="http://schemas.microsoft.com/office/drawing/2014/main" id="{CB018C53-439F-4E93-9686-A7E7D9AF7D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48" name="Rectangle 104">
            <a:extLst>
              <a:ext uri="{FF2B5EF4-FFF2-40B4-BE49-F238E27FC236}">
                <a16:creationId xmlns:a16="http://schemas.microsoft.com/office/drawing/2014/main" id="{05AA5264-D498-4E73-8B7F-4BD0A94753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49" name="Rectangle 105">
            <a:extLst>
              <a:ext uri="{FF2B5EF4-FFF2-40B4-BE49-F238E27FC236}">
                <a16:creationId xmlns:a16="http://schemas.microsoft.com/office/drawing/2014/main" id="{367CCAF9-C592-48E6-B6B1-36E83610A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50" name="Rectangle 106">
            <a:extLst>
              <a:ext uri="{FF2B5EF4-FFF2-40B4-BE49-F238E27FC236}">
                <a16:creationId xmlns:a16="http://schemas.microsoft.com/office/drawing/2014/main" id="{19392D71-BD57-4D49-AD92-7BCCAA882D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51" name="Rectangle 107">
            <a:extLst>
              <a:ext uri="{FF2B5EF4-FFF2-40B4-BE49-F238E27FC236}">
                <a16:creationId xmlns:a16="http://schemas.microsoft.com/office/drawing/2014/main" id="{2450D50B-E5C4-4788-B8CB-3A96EB7897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52" name="Line 108">
            <a:extLst>
              <a:ext uri="{FF2B5EF4-FFF2-40B4-BE49-F238E27FC236}">
                <a16:creationId xmlns:a16="http://schemas.microsoft.com/office/drawing/2014/main" id="{3792315B-2EFA-4524-8673-E923BDC97FA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53" name="Rectangle 109">
            <a:extLst>
              <a:ext uri="{FF2B5EF4-FFF2-40B4-BE49-F238E27FC236}">
                <a16:creationId xmlns:a16="http://schemas.microsoft.com/office/drawing/2014/main" id="{30961CD1-8E6D-445F-A8E1-0E2A27E647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54" name="Rectangle 110">
            <a:extLst>
              <a:ext uri="{FF2B5EF4-FFF2-40B4-BE49-F238E27FC236}">
                <a16:creationId xmlns:a16="http://schemas.microsoft.com/office/drawing/2014/main" id="{EC391EC2-A066-4397-91C4-09290F6B85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55" name="Rectangle 111">
            <a:extLst>
              <a:ext uri="{FF2B5EF4-FFF2-40B4-BE49-F238E27FC236}">
                <a16:creationId xmlns:a16="http://schemas.microsoft.com/office/drawing/2014/main" id="{D54D733D-428F-4B3A-974C-8AC87899F8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7538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56" name="Rectangle 112">
            <a:extLst>
              <a:ext uri="{FF2B5EF4-FFF2-40B4-BE49-F238E27FC236}">
                <a16:creationId xmlns:a16="http://schemas.microsoft.com/office/drawing/2014/main" id="{C99058A5-C269-4B91-9855-9009C14D29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125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57" name="Rectangle 113">
            <a:extLst>
              <a:ext uri="{FF2B5EF4-FFF2-40B4-BE49-F238E27FC236}">
                <a16:creationId xmlns:a16="http://schemas.microsoft.com/office/drawing/2014/main" id="{D73DFD13-95E5-4318-947E-1EF53905B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58" name="Rectangle 114">
            <a:extLst>
              <a:ext uri="{FF2B5EF4-FFF2-40B4-BE49-F238E27FC236}">
                <a16:creationId xmlns:a16="http://schemas.microsoft.com/office/drawing/2014/main" id="{5107AD69-5124-4549-9212-4C83814AA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565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59" name="Title 1">
            <a:extLst>
              <a:ext uri="{FF2B5EF4-FFF2-40B4-BE49-F238E27FC236}">
                <a16:creationId xmlns:a16="http://schemas.microsoft.com/office/drawing/2014/main" id="{A6E518F6-F573-453E-A926-04190A643F4C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Examples of determination of overflow</a:t>
            </a:r>
          </a:p>
        </p:txBody>
      </p:sp>
      <p:sp>
        <p:nvSpPr>
          <p:cNvPr id="148560" name="Rectangle 86">
            <a:extLst>
              <a:ext uri="{FF2B5EF4-FFF2-40B4-BE49-F238E27FC236}">
                <a16:creationId xmlns:a16="http://schemas.microsoft.com/office/drawing/2014/main" id="{061F2001-02B7-4757-B644-2AA3960213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4363" y="163195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61" name="Oval 113">
            <a:extLst>
              <a:ext uri="{FF2B5EF4-FFF2-40B4-BE49-F238E27FC236}">
                <a16:creationId xmlns:a16="http://schemas.microsoft.com/office/drawing/2014/main" id="{71AAB880-07B1-408A-9E36-CF75C3FC68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" y="1052513"/>
            <a:ext cx="1439863" cy="13716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48562" name="Group 2">
            <a:extLst>
              <a:ext uri="{FF2B5EF4-FFF2-40B4-BE49-F238E27FC236}">
                <a16:creationId xmlns:a16="http://schemas.microsoft.com/office/drawing/2014/main" id="{CA1E3201-32E7-4B4F-80AA-473512699B03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219200"/>
            <a:ext cx="695325" cy="990600"/>
            <a:chOff x="381000" y="1219200"/>
            <a:chExt cx="694955" cy="990600"/>
          </a:xfrm>
        </p:grpSpPr>
        <p:sp>
          <p:nvSpPr>
            <p:cNvPr id="148607" name="Rectangle 55">
              <a:extLst>
                <a:ext uri="{FF2B5EF4-FFF2-40B4-BE49-F238E27FC236}">
                  <a16:creationId xmlns:a16="http://schemas.microsoft.com/office/drawing/2014/main" id="{B619709A-01F0-4D2F-8CEB-EEDC92B31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608" name="Rectangle 56">
              <a:extLst>
                <a:ext uri="{FF2B5EF4-FFF2-40B4-BE49-F238E27FC236}">
                  <a16:creationId xmlns:a16="http://schemas.microsoft.com/office/drawing/2014/main" id="{7267C1EA-CD8E-437B-92EC-A23A0D163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609" name="Rectangle 57">
              <a:extLst>
                <a:ext uri="{FF2B5EF4-FFF2-40B4-BE49-F238E27FC236}">
                  <a16:creationId xmlns:a16="http://schemas.microsoft.com/office/drawing/2014/main" id="{6A454BF3-67AB-4B7A-9151-A524D311E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610" name="Rectangle 58">
              <a:extLst>
                <a:ext uri="{FF2B5EF4-FFF2-40B4-BE49-F238E27FC236}">
                  <a16:creationId xmlns:a16="http://schemas.microsoft.com/office/drawing/2014/main" id="{6F1F8E19-3E05-4ECA-B27C-7C7A668F0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611" name="Rectangle 59">
              <a:extLst>
                <a:ext uri="{FF2B5EF4-FFF2-40B4-BE49-F238E27FC236}">
                  <a16:creationId xmlns:a16="http://schemas.microsoft.com/office/drawing/2014/main" id="{95C60B95-B503-4B3F-8AEA-43DF3E59B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612" name="Rectangle 60">
              <a:extLst>
                <a:ext uri="{FF2B5EF4-FFF2-40B4-BE49-F238E27FC236}">
                  <a16:creationId xmlns:a16="http://schemas.microsoft.com/office/drawing/2014/main" id="{D791F79D-0234-408E-9B9C-1F97AADF4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613" name="Rectangle 61">
              <a:extLst>
                <a:ext uri="{FF2B5EF4-FFF2-40B4-BE49-F238E27FC236}">
                  <a16:creationId xmlns:a16="http://schemas.microsoft.com/office/drawing/2014/main" id="{0285F316-76EF-45B0-99BE-794D1B555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614" name="Rectangle 62">
              <a:extLst>
                <a:ext uri="{FF2B5EF4-FFF2-40B4-BE49-F238E27FC236}">
                  <a16:creationId xmlns:a16="http://schemas.microsoft.com/office/drawing/2014/main" id="{8B6C289D-B539-4A85-A4E9-12F3B0A7A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615" name="Rectangle 59">
              <a:extLst>
                <a:ext uri="{FF2B5EF4-FFF2-40B4-BE49-F238E27FC236}">
                  <a16:creationId xmlns:a16="http://schemas.microsoft.com/office/drawing/2014/main" id="{45573073-439A-46DF-B08C-6D7C81AF5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11201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616" name="Rectangle 60">
              <a:extLst>
                <a:ext uri="{FF2B5EF4-FFF2-40B4-BE49-F238E27FC236}">
                  <a16:creationId xmlns:a16="http://schemas.microsoft.com/office/drawing/2014/main" id="{A7D49A28-505E-444A-A44F-63CF46F5B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617" name="Rectangle 61">
              <a:extLst>
                <a:ext uri="{FF2B5EF4-FFF2-40B4-BE49-F238E27FC236}">
                  <a16:creationId xmlns:a16="http://schemas.microsoft.com/office/drawing/2014/main" id="{CF66A5CA-3E04-4FE9-99D6-9BBEB0EB6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618" name="Rectangle 62">
              <a:extLst>
                <a:ext uri="{FF2B5EF4-FFF2-40B4-BE49-F238E27FC236}">
                  <a16:creationId xmlns:a16="http://schemas.microsoft.com/office/drawing/2014/main" id="{CC5E8DC5-129E-4074-8678-11DC2BCA2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48563" name="Group 142">
            <a:extLst>
              <a:ext uri="{FF2B5EF4-FFF2-40B4-BE49-F238E27FC236}">
                <a16:creationId xmlns:a16="http://schemas.microsoft.com/office/drawing/2014/main" id="{BE68E9C3-8446-4A6D-BB08-382F27FD3D44}"/>
              </a:ext>
            </a:extLst>
          </p:cNvPr>
          <p:cNvGrpSpPr>
            <a:grpSpLocks/>
          </p:cNvGrpSpPr>
          <p:nvPr/>
        </p:nvGrpSpPr>
        <p:grpSpPr bwMode="auto">
          <a:xfrm>
            <a:off x="388938" y="3429000"/>
            <a:ext cx="696912" cy="990600"/>
            <a:chOff x="381000" y="1219200"/>
            <a:chExt cx="696133" cy="990600"/>
          </a:xfrm>
        </p:grpSpPr>
        <p:sp>
          <p:nvSpPr>
            <p:cNvPr id="148595" name="Rectangle 55">
              <a:extLst>
                <a:ext uri="{FF2B5EF4-FFF2-40B4-BE49-F238E27FC236}">
                  <a16:creationId xmlns:a16="http://schemas.microsoft.com/office/drawing/2014/main" id="{4013CF7F-BF2C-442E-BF09-C810C3119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96" name="Rectangle 56">
              <a:extLst>
                <a:ext uri="{FF2B5EF4-FFF2-40B4-BE49-F238E27FC236}">
                  <a16:creationId xmlns:a16="http://schemas.microsoft.com/office/drawing/2014/main" id="{BE93373E-141F-4A61-8082-9D12A8E68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97" name="Rectangle 57">
              <a:extLst>
                <a:ext uri="{FF2B5EF4-FFF2-40B4-BE49-F238E27FC236}">
                  <a16:creationId xmlns:a16="http://schemas.microsoft.com/office/drawing/2014/main" id="{8CE680FA-ABB7-46D6-A752-7B43FB4E7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98" name="Rectangle 58">
              <a:extLst>
                <a:ext uri="{FF2B5EF4-FFF2-40B4-BE49-F238E27FC236}">
                  <a16:creationId xmlns:a16="http://schemas.microsoft.com/office/drawing/2014/main" id="{A7609D1C-45AC-4D57-9E25-AB06AF782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99" name="Rectangle 59">
              <a:extLst>
                <a:ext uri="{FF2B5EF4-FFF2-40B4-BE49-F238E27FC236}">
                  <a16:creationId xmlns:a16="http://schemas.microsoft.com/office/drawing/2014/main" id="{F2C67A70-5311-4637-BD74-BB61F4260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600" name="Rectangle 60">
              <a:extLst>
                <a:ext uri="{FF2B5EF4-FFF2-40B4-BE49-F238E27FC236}">
                  <a16:creationId xmlns:a16="http://schemas.microsoft.com/office/drawing/2014/main" id="{FA66E4A8-6C9C-463C-9718-EDA77CF39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601" name="Rectangle 61">
              <a:extLst>
                <a:ext uri="{FF2B5EF4-FFF2-40B4-BE49-F238E27FC236}">
                  <a16:creationId xmlns:a16="http://schemas.microsoft.com/office/drawing/2014/main" id="{13B71FBC-9B2A-4967-A657-599975801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602" name="Rectangle 62">
              <a:extLst>
                <a:ext uri="{FF2B5EF4-FFF2-40B4-BE49-F238E27FC236}">
                  <a16:creationId xmlns:a16="http://schemas.microsoft.com/office/drawing/2014/main" id="{2EF77EBA-AA69-4B4D-904A-AC8A94FC4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603" name="Rectangle 59">
              <a:extLst>
                <a:ext uri="{FF2B5EF4-FFF2-40B4-BE49-F238E27FC236}">
                  <a16:creationId xmlns:a16="http://schemas.microsoft.com/office/drawing/2014/main" id="{56AD71AE-3C20-45DC-B37D-DEC9F85BF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11201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604" name="Rectangle 60">
              <a:extLst>
                <a:ext uri="{FF2B5EF4-FFF2-40B4-BE49-F238E27FC236}">
                  <a16:creationId xmlns:a16="http://schemas.microsoft.com/office/drawing/2014/main" id="{D5F1DC97-FF27-4FE8-8678-B2A3128AB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605" name="Rectangle 61">
              <a:extLst>
                <a:ext uri="{FF2B5EF4-FFF2-40B4-BE49-F238E27FC236}">
                  <a16:creationId xmlns:a16="http://schemas.microsoft.com/office/drawing/2014/main" id="{FAA4BBCA-51DD-4FC5-86D7-8300084F4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606" name="Rectangle 62">
              <a:extLst>
                <a:ext uri="{FF2B5EF4-FFF2-40B4-BE49-F238E27FC236}">
                  <a16:creationId xmlns:a16="http://schemas.microsoft.com/office/drawing/2014/main" id="{1AB4303B-CF55-430B-B088-855B00194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48564" name="Group 155">
            <a:extLst>
              <a:ext uri="{FF2B5EF4-FFF2-40B4-BE49-F238E27FC236}">
                <a16:creationId xmlns:a16="http://schemas.microsoft.com/office/drawing/2014/main" id="{D71EC69D-5B8D-4AC5-A9DB-D45FF25FC877}"/>
              </a:ext>
            </a:extLst>
          </p:cNvPr>
          <p:cNvGrpSpPr>
            <a:grpSpLocks/>
          </p:cNvGrpSpPr>
          <p:nvPr/>
        </p:nvGrpSpPr>
        <p:grpSpPr bwMode="auto">
          <a:xfrm>
            <a:off x="8067675" y="1219200"/>
            <a:ext cx="695325" cy="990600"/>
            <a:chOff x="381000" y="1219200"/>
            <a:chExt cx="694955" cy="990600"/>
          </a:xfrm>
        </p:grpSpPr>
        <p:sp>
          <p:nvSpPr>
            <p:cNvPr id="148583" name="Rectangle 55">
              <a:extLst>
                <a:ext uri="{FF2B5EF4-FFF2-40B4-BE49-F238E27FC236}">
                  <a16:creationId xmlns:a16="http://schemas.microsoft.com/office/drawing/2014/main" id="{B2A80FA4-C010-4DA2-9F95-2BF419266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84" name="Rectangle 56">
              <a:extLst>
                <a:ext uri="{FF2B5EF4-FFF2-40B4-BE49-F238E27FC236}">
                  <a16:creationId xmlns:a16="http://schemas.microsoft.com/office/drawing/2014/main" id="{AADDF7DD-7AC4-44B1-BAB7-4F1BEC317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85" name="Rectangle 57">
              <a:extLst>
                <a:ext uri="{FF2B5EF4-FFF2-40B4-BE49-F238E27FC236}">
                  <a16:creationId xmlns:a16="http://schemas.microsoft.com/office/drawing/2014/main" id="{38A5EDE4-6F74-4D57-9DDD-10987719A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86" name="Rectangle 58">
              <a:extLst>
                <a:ext uri="{FF2B5EF4-FFF2-40B4-BE49-F238E27FC236}">
                  <a16:creationId xmlns:a16="http://schemas.microsoft.com/office/drawing/2014/main" id="{C8F64522-D8E9-425B-AF4F-2BF8FE34A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87" name="Rectangle 59">
              <a:extLst>
                <a:ext uri="{FF2B5EF4-FFF2-40B4-BE49-F238E27FC236}">
                  <a16:creationId xmlns:a16="http://schemas.microsoft.com/office/drawing/2014/main" id="{EEF29D8A-8261-478F-AC78-BD065B547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88" name="Rectangle 60">
              <a:extLst>
                <a:ext uri="{FF2B5EF4-FFF2-40B4-BE49-F238E27FC236}">
                  <a16:creationId xmlns:a16="http://schemas.microsoft.com/office/drawing/2014/main" id="{6B5D980A-E5ED-42A3-994D-4BB99B573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89" name="Rectangle 61">
              <a:extLst>
                <a:ext uri="{FF2B5EF4-FFF2-40B4-BE49-F238E27FC236}">
                  <a16:creationId xmlns:a16="http://schemas.microsoft.com/office/drawing/2014/main" id="{92AD0712-4ED3-4B47-9CDE-6E0A83681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90" name="Rectangle 62">
              <a:extLst>
                <a:ext uri="{FF2B5EF4-FFF2-40B4-BE49-F238E27FC236}">
                  <a16:creationId xmlns:a16="http://schemas.microsoft.com/office/drawing/2014/main" id="{2DCA44B0-875F-4174-8209-56881E7C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91" name="Rectangle 59">
              <a:extLst>
                <a:ext uri="{FF2B5EF4-FFF2-40B4-BE49-F238E27FC236}">
                  <a16:creationId xmlns:a16="http://schemas.microsoft.com/office/drawing/2014/main" id="{E3B7316E-4703-4E79-83BC-DFFEFAE01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11201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92" name="Rectangle 60">
              <a:extLst>
                <a:ext uri="{FF2B5EF4-FFF2-40B4-BE49-F238E27FC236}">
                  <a16:creationId xmlns:a16="http://schemas.microsoft.com/office/drawing/2014/main" id="{DD1A71A5-27C5-40F5-9848-258426150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93" name="Rectangle 61">
              <a:extLst>
                <a:ext uri="{FF2B5EF4-FFF2-40B4-BE49-F238E27FC236}">
                  <a16:creationId xmlns:a16="http://schemas.microsoft.com/office/drawing/2014/main" id="{5EC2E900-8646-492E-96FC-96966C6B5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94" name="Rectangle 62">
              <a:extLst>
                <a:ext uri="{FF2B5EF4-FFF2-40B4-BE49-F238E27FC236}">
                  <a16:creationId xmlns:a16="http://schemas.microsoft.com/office/drawing/2014/main" id="{D491DBB0-6B30-40E8-ADE1-3CB63760C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48565" name="Group 181">
            <a:extLst>
              <a:ext uri="{FF2B5EF4-FFF2-40B4-BE49-F238E27FC236}">
                <a16:creationId xmlns:a16="http://schemas.microsoft.com/office/drawing/2014/main" id="{D09144F2-E750-4BA8-8F1A-4B37409F7BBC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3429000"/>
            <a:ext cx="696913" cy="990600"/>
            <a:chOff x="381000" y="1219200"/>
            <a:chExt cx="696133" cy="990600"/>
          </a:xfrm>
        </p:grpSpPr>
        <p:sp>
          <p:nvSpPr>
            <p:cNvPr id="148571" name="Rectangle 55">
              <a:extLst>
                <a:ext uri="{FF2B5EF4-FFF2-40B4-BE49-F238E27FC236}">
                  <a16:creationId xmlns:a16="http://schemas.microsoft.com/office/drawing/2014/main" id="{4CCEE63D-925E-4FAE-94F4-FEBE7A83D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72" name="Rectangle 56">
              <a:extLst>
                <a:ext uri="{FF2B5EF4-FFF2-40B4-BE49-F238E27FC236}">
                  <a16:creationId xmlns:a16="http://schemas.microsoft.com/office/drawing/2014/main" id="{56FD0771-9BC1-4C6C-9C35-0AE199F2F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73" name="Rectangle 57">
              <a:extLst>
                <a:ext uri="{FF2B5EF4-FFF2-40B4-BE49-F238E27FC236}">
                  <a16:creationId xmlns:a16="http://schemas.microsoft.com/office/drawing/2014/main" id="{F7828186-4DB6-48FF-8D9C-A8CC3BA19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74" name="Rectangle 58">
              <a:extLst>
                <a:ext uri="{FF2B5EF4-FFF2-40B4-BE49-F238E27FC236}">
                  <a16:creationId xmlns:a16="http://schemas.microsoft.com/office/drawing/2014/main" id="{D37D1866-4E9C-43B2-9FFD-3A54094FF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75" name="Rectangle 59">
              <a:extLst>
                <a:ext uri="{FF2B5EF4-FFF2-40B4-BE49-F238E27FC236}">
                  <a16:creationId xmlns:a16="http://schemas.microsoft.com/office/drawing/2014/main" id="{5E592E05-7CB5-4262-9CD1-57495689A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76" name="Rectangle 60">
              <a:extLst>
                <a:ext uri="{FF2B5EF4-FFF2-40B4-BE49-F238E27FC236}">
                  <a16:creationId xmlns:a16="http://schemas.microsoft.com/office/drawing/2014/main" id="{C30CC8DC-D648-4DCF-8DB6-B197A010A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77" name="Rectangle 61">
              <a:extLst>
                <a:ext uri="{FF2B5EF4-FFF2-40B4-BE49-F238E27FC236}">
                  <a16:creationId xmlns:a16="http://schemas.microsoft.com/office/drawing/2014/main" id="{254E04E6-BCEF-4489-93DE-6B9EFFCDF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78" name="Rectangle 62">
              <a:extLst>
                <a:ext uri="{FF2B5EF4-FFF2-40B4-BE49-F238E27FC236}">
                  <a16:creationId xmlns:a16="http://schemas.microsoft.com/office/drawing/2014/main" id="{4EA77252-17F1-4EEA-A1C6-E8000BF4D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79" name="Rectangle 59">
              <a:extLst>
                <a:ext uri="{FF2B5EF4-FFF2-40B4-BE49-F238E27FC236}">
                  <a16:creationId xmlns:a16="http://schemas.microsoft.com/office/drawing/2014/main" id="{EA4F27F5-E24D-4D23-B336-92C0C0F7E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11201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80" name="Rectangle 60">
              <a:extLst>
                <a:ext uri="{FF2B5EF4-FFF2-40B4-BE49-F238E27FC236}">
                  <a16:creationId xmlns:a16="http://schemas.microsoft.com/office/drawing/2014/main" id="{D00E5EE1-ECB1-429C-9581-8025EE3B9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81" name="Rectangle 61">
              <a:extLst>
                <a:ext uri="{FF2B5EF4-FFF2-40B4-BE49-F238E27FC236}">
                  <a16:creationId xmlns:a16="http://schemas.microsoft.com/office/drawing/2014/main" id="{1133D2D7-E961-423F-943E-89D999C3B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582" name="Rectangle 62">
              <a:extLst>
                <a:ext uri="{FF2B5EF4-FFF2-40B4-BE49-F238E27FC236}">
                  <a16:creationId xmlns:a16="http://schemas.microsoft.com/office/drawing/2014/main" id="{057CBD23-9AA8-421F-A3B0-CF808FFF1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48566" name="Rectangle 194">
            <a:extLst>
              <a:ext uri="{FF2B5EF4-FFF2-40B4-BE49-F238E27FC236}">
                <a16:creationId xmlns:a16="http://schemas.microsoft.com/office/drawing/2014/main" id="{FDE805DC-07E3-42A2-A357-D9DBAEAAAE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43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67" name="Oval 113">
            <a:extLst>
              <a:ext uri="{FF2B5EF4-FFF2-40B4-BE49-F238E27FC236}">
                <a16:creationId xmlns:a16="http://schemas.microsoft.com/office/drawing/2014/main" id="{F3D120A4-45F9-48A3-972D-D4CD6F0D79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9213" y="3200400"/>
            <a:ext cx="1439862" cy="13716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68" name="Rectangle 196">
            <a:extLst>
              <a:ext uri="{FF2B5EF4-FFF2-40B4-BE49-F238E27FC236}">
                <a16:creationId xmlns:a16="http://schemas.microsoft.com/office/drawing/2014/main" id="{5594B66B-1DB0-46EE-A050-534803F2F5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9563" y="1630363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69" name="Rectangle 197">
            <a:extLst>
              <a:ext uri="{FF2B5EF4-FFF2-40B4-BE49-F238E27FC236}">
                <a16:creationId xmlns:a16="http://schemas.microsoft.com/office/drawing/2014/main" id="{5DB49444-780B-4BCC-8C9F-47C3D8B3F8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95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570" name="TextBox 168">
            <a:extLst>
              <a:ext uri="{FF2B5EF4-FFF2-40B4-BE49-F238E27FC236}">
                <a16:creationId xmlns:a16="http://schemas.microsoft.com/office/drawing/2014/main" id="{FFF1647B-198F-4943-AF30-210CF18508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8331" y="5526087"/>
            <a:ext cx="52197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Overflow occurs only in these two cases.</a:t>
            </a:r>
            <a:endParaRPr kumimoji="0" lang="en-US" altLang="en-US" sz="2400" b="0" i="0" u="none" strike="noStrike" kern="1200" cap="none" spc="0" normalizeH="0" baseline="-2500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5" name="Rectangle 5">
            <a:extLst>
              <a:ext uri="{FF2B5EF4-FFF2-40B4-BE49-F238E27FC236}">
                <a16:creationId xmlns:a16="http://schemas.microsoft.com/office/drawing/2014/main" id="{7260A936-7A2D-4029-A2B3-FDFC2F2BB6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06" name="Rectangle 6">
            <a:extLst>
              <a:ext uri="{FF2B5EF4-FFF2-40B4-BE49-F238E27FC236}">
                <a16:creationId xmlns:a16="http://schemas.microsoft.com/office/drawing/2014/main" id="{9BB80789-1E74-41C6-973A-973176E072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07" name="Rectangle 7">
            <a:extLst>
              <a:ext uri="{FF2B5EF4-FFF2-40B4-BE49-F238E27FC236}">
                <a16:creationId xmlns:a16="http://schemas.microsoft.com/office/drawing/2014/main" id="{56D7B759-AE35-4008-863E-16F3EAE1E6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08" name="Rectangle 8">
            <a:extLst>
              <a:ext uri="{FF2B5EF4-FFF2-40B4-BE49-F238E27FC236}">
                <a16:creationId xmlns:a16="http://schemas.microsoft.com/office/drawing/2014/main" id="{63DA732A-7BF2-4C10-9AF5-52554DE84A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09" name="Line 9">
            <a:extLst>
              <a:ext uri="{FF2B5EF4-FFF2-40B4-BE49-F238E27FC236}">
                <a16:creationId xmlns:a16="http://schemas.microsoft.com/office/drawing/2014/main" id="{21D055AF-7BCB-45EF-89B1-39C9698BAB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10" name="Rectangle 10">
            <a:extLst>
              <a:ext uri="{FF2B5EF4-FFF2-40B4-BE49-F238E27FC236}">
                <a16:creationId xmlns:a16="http://schemas.microsoft.com/office/drawing/2014/main" id="{214F9F95-D966-4169-A310-D18CC0CB27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11" name="Rectangle 11">
            <a:extLst>
              <a:ext uri="{FF2B5EF4-FFF2-40B4-BE49-F238E27FC236}">
                <a16:creationId xmlns:a16="http://schemas.microsoft.com/office/drawing/2014/main" id="{00DFCAFE-CDC2-4057-817A-3EF5D2505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12" name="Rectangle 12">
            <a:extLst>
              <a:ext uri="{FF2B5EF4-FFF2-40B4-BE49-F238E27FC236}">
                <a16:creationId xmlns:a16="http://schemas.microsoft.com/office/drawing/2014/main" id="{CC8D5F3A-4F4B-4EAF-B992-781909995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13" name="Line 13">
            <a:extLst>
              <a:ext uri="{FF2B5EF4-FFF2-40B4-BE49-F238E27FC236}">
                <a16:creationId xmlns:a16="http://schemas.microsoft.com/office/drawing/2014/main" id="{9C5CD342-0668-4D11-9FD8-2742ACBFBB9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14" name="Line 14">
            <a:extLst>
              <a:ext uri="{FF2B5EF4-FFF2-40B4-BE49-F238E27FC236}">
                <a16:creationId xmlns:a16="http://schemas.microsoft.com/office/drawing/2014/main" id="{52292B3F-3C36-4461-9C4B-DDD0B0A1D6E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15" name="Rectangle 15">
            <a:extLst>
              <a:ext uri="{FF2B5EF4-FFF2-40B4-BE49-F238E27FC236}">
                <a16:creationId xmlns:a16="http://schemas.microsoft.com/office/drawing/2014/main" id="{513F313D-82F3-4C5C-A4B6-9FE62AAA1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16" name="Rectangle 16">
            <a:extLst>
              <a:ext uri="{FF2B5EF4-FFF2-40B4-BE49-F238E27FC236}">
                <a16:creationId xmlns:a16="http://schemas.microsoft.com/office/drawing/2014/main" id="{3253BB65-D797-4965-8994-C04282BE14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6843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17" name="Rectangle 17">
            <a:extLst>
              <a:ext uri="{FF2B5EF4-FFF2-40B4-BE49-F238E27FC236}">
                <a16:creationId xmlns:a16="http://schemas.microsoft.com/office/drawing/2014/main" id="{C01C1998-8B89-417E-B05C-D3FB223312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68433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18" name="Rectangle 18">
            <a:extLst>
              <a:ext uri="{FF2B5EF4-FFF2-40B4-BE49-F238E27FC236}">
                <a16:creationId xmlns:a16="http://schemas.microsoft.com/office/drawing/2014/main" id="{969E58F2-4DA2-4FA4-BBCE-C456C7DDA4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67640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19" name="Rectangle 19">
            <a:extLst>
              <a:ext uri="{FF2B5EF4-FFF2-40B4-BE49-F238E27FC236}">
                <a16:creationId xmlns:a16="http://schemas.microsoft.com/office/drawing/2014/main" id="{122F978C-9894-4094-82CB-6CED8861F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6764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20" name="Rectangle 20">
            <a:extLst>
              <a:ext uri="{FF2B5EF4-FFF2-40B4-BE49-F238E27FC236}">
                <a16:creationId xmlns:a16="http://schemas.microsoft.com/office/drawing/2014/main" id="{3DC230F3-61BC-4392-8662-593A989106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21" name="Rectangle 21">
            <a:extLst>
              <a:ext uri="{FF2B5EF4-FFF2-40B4-BE49-F238E27FC236}">
                <a16:creationId xmlns:a16="http://schemas.microsoft.com/office/drawing/2014/main" id="{448A49D8-975A-4344-B8BE-54B3AAFB80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22" name="Rectangle 22">
            <a:extLst>
              <a:ext uri="{FF2B5EF4-FFF2-40B4-BE49-F238E27FC236}">
                <a16:creationId xmlns:a16="http://schemas.microsoft.com/office/drawing/2014/main" id="{B8F74147-FA0A-4988-B9D8-665F3DD159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23" name="Rectangle 23">
            <a:extLst>
              <a:ext uri="{FF2B5EF4-FFF2-40B4-BE49-F238E27FC236}">
                <a16:creationId xmlns:a16="http://schemas.microsoft.com/office/drawing/2014/main" id="{B211A614-0238-4B66-BE40-4532398BD2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24" name="Rectangle 24">
            <a:extLst>
              <a:ext uri="{FF2B5EF4-FFF2-40B4-BE49-F238E27FC236}">
                <a16:creationId xmlns:a16="http://schemas.microsoft.com/office/drawing/2014/main" id="{1BF56929-A38D-4052-AC90-EBE09939BD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24177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25" name="Rectangle 25">
            <a:extLst>
              <a:ext uri="{FF2B5EF4-FFF2-40B4-BE49-F238E27FC236}">
                <a16:creationId xmlns:a16="http://schemas.microsoft.com/office/drawing/2014/main" id="{FBBD3297-DE61-47EF-8629-AE17842EB3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24177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26" name="Rectangle 26">
            <a:extLst>
              <a:ext uri="{FF2B5EF4-FFF2-40B4-BE49-F238E27FC236}">
                <a16:creationId xmlns:a16="http://schemas.microsoft.com/office/drawing/2014/main" id="{1DF4538B-1A73-4D9B-A83A-7B1403BFE4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24098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27" name="Rectangle 27">
            <a:extLst>
              <a:ext uri="{FF2B5EF4-FFF2-40B4-BE49-F238E27FC236}">
                <a16:creationId xmlns:a16="http://schemas.microsoft.com/office/drawing/2014/main" id="{17C470BC-2612-456E-81EF-2D3E352962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24098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28" name="Rectangle 28">
            <a:extLst>
              <a:ext uri="{FF2B5EF4-FFF2-40B4-BE49-F238E27FC236}">
                <a16:creationId xmlns:a16="http://schemas.microsoft.com/office/drawing/2014/main" id="{95E47D16-2042-4709-95D6-A2591EFA8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29" name="Rectangle 29">
            <a:extLst>
              <a:ext uri="{FF2B5EF4-FFF2-40B4-BE49-F238E27FC236}">
                <a16:creationId xmlns:a16="http://schemas.microsoft.com/office/drawing/2014/main" id="{8B4FB927-4DED-41FD-BD09-1DD17B076E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9624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30" name="Rectangle 30">
            <a:extLst>
              <a:ext uri="{FF2B5EF4-FFF2-40B4-BE49-F238E27FC236}">
                <a16:creationId xmlns:a16="http://schemas.microsoft.com/office/drawing/2014/main" id="{2386C12E-4E62-48B7-AD40-8561A578AB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31" name="Rectangle 31">
            <a:extLst>
              <a:ext uri="{FF2B5EF4-FFF2-40B4-BE49-F238E27FC236}">
                <a16:creationId xmlns:a16="http://schemas.microsoft.com/office/drawing/2014/main" id="{BF9B5292-B851-445B-9F70-1199BC9E67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32" name="Rectangle 32">
            <a:extLst>
              <a:ext uri="{FF2B5EF4-FFF2-40B4-BE49-F238E27FC236}">
                <a16:creationId xmlns:a16="http://schemas.microsoft.com/office/drawing/2014/main" id="{6B1A2B1D-3ACE-452C-BC9A-85D85E3520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33" name="Line 33">
            <a:extLst>
              <a:ext uri="{FF2B5EF4-FFF2-40B4-BE49-F238E27FC236}">
                <a16:creationId xmlns:a16="http://schemas.microsoft.com/office/drawing/2014/main" id="{66A95524-CA3C-416D-9C7D-93321E44B9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34" name="Rectangle 34">
            <a:extLst>
              <a:ext uri="{FF2B5EF4-FFF2-40B4-BE49-F238E27FC236}">
                <a16:creationId xmlns:a16="http://schemas.microsoft.com/office/drawing/2014/main" id="{94AAD3D5-5F50-4226-8C2C-3AFA556CCC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35" name="Rectangle 35">
            <a:extLst>
              <a:ext uri="{FF2B5EF4-FFF2-40B4-BE49-F238E27FC236}">
                <a16:creationId xmlns:a16="http://schemas.microsoft.com/office/drawing/2014/main" id="{B05D8C9D-9476-4577-A26D-8A8F71355F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36" name="Rectangle 36">
            <a:extLst>
              <a:ext uri="{FF2B5EF4-FFF2-40B4-BE49-F238E27FC236}">
                <a16:creationId xmlns:a16="http://schemas.microsoft.com/office/drawing/2014/main" id="{4D55E0D4-057D-4141-B7CB-82F7373BE3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37" name="Line 37">
            <a:extLst>
              <a:ext uri="{FF2B5EF4-FFF2-40B4-BE49-F238E27FC236}">
                <a16:creationId xmlns:a16="http://schemas.microsoft.com/office/drawing/2014/main" id="{3838AD00-7E43-48F7-8D09-4939F56572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38" name="Line 38">
            <a:extLst>
              <a:ext uri="{FF2B5EF4-FFF2-40B4-BE49-F238E27FC236}">
                <a16:creationId xmlns:a16="http://schemas.microsoft.com/office/drawing/2014/main" id="{E20EE10D-0852-44E8-BE3A-2AEDDAAD6B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39" name="Rectangle 39">
            <a:extLst>
              <a:ext uri="{FF2B5EF4-FFF2-40B4-BE49-F238E27FC236}">
                <a16:creationId xmlns:a16="http://schemas.microsoft.com/office/drawing/2014/main" id="{5578C068-93DC-468F-B3E6-8008036E3B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40" name="Rectangle 40">
            <a:extLst>
              <a:ext uri="{FF2B5EF4-FFF2-40B4-BE49-F238E27FC236}">
                <a16:creationId xmlns:a16="http://schemas.microsoft.com/office/drawing/2014/main" id="{07BC1BE8-AADD-4DDD-81A4-26BC95222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38512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41" name="Rectangle 41">
            <a:extLst>
              <a:ext uri="{FF2B5EF4-FFF2-40B4-BE49-F238E27FC236}">
                <a16:creationId xmlns:a16="http://schemas.microsoft.com/office/drawing/2014/main" id="{D683C55F-1267-45EA-BFE5-42DACBCF33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3851275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42" name="Rectangle 42">
            <a:extLst>
              <a:ext uri="{FF2B5EF4-FFF2-40B4-BE49-F238E27FC236}">
                <a16:creationId xmlns:a16="http://schemas.microsoft.com/office/drawing/2014/main" id="{8D5BFD34-3C91-41AE-9A8B-A8C40C449F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38433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43" name="Rectangle 43">
            <a:extLst>
              <a:ext uri="{FF2B5EF4-FFF2-40B4-BE49-F238E27FC236}">
                <a16:creationId xmlns:a16="http://schemas.microsoft.com/office/drawing/2014/main" id="{3A4A74E6-D37E-477A-BCBF-EA51D17EEC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38433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44" name="Rectangle 44">
            <a:extLst>
              <a:ext uri="{FF2B5EF4-FFF2-40B4-BE49-F238E27FC236}">
                <a16:creationId xmlns:a16="http://schemas.microsoft.com/office/drawing/2014/main" id="{037FCDC8-8468-4083-91C0-2F97E6705D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458470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45" name="Rectangle 45">
            <a:extLst>
              <a:ext uri="{FF2B5EF4-FFF2-40B4-BE49-F238E27FC236}">
                <a16:creationId xmlns:a16="http://schemas.microsoft.com/office/drawing/2014/main" id="{575F9C17-E9ED-45AE-AB1E-96E56FE25E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45847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46" name="Rectangle 46">
            <a:extLst>
              <a:ext uri="{FF2B5EF4-FFF2-40B4-BE49-F238E27FC236}">
                <a16:creationId xmlns:a16="http://schemas.microsoft.com/office/drawing/2014/main" id="{FC35649D-254E-465D-9E86-24EC54872C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457835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47" name="Rectangle 47">
            <a:extLst>
              <a:ext uri="{FF2B5EF4-FFF2-40B4-BE49-F238E27FC236}">
                <a16:creationId xmlns:a16="http://schemas.microsoft.com/office/drawing/2014/main" id="{DE7DF89B-DCE2-45C6-8352-5857D15788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457835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48" name="Rectangle 48">
            <a:extLst>
              <a:ext uri="{FF2B5EF4-FFF2-40B4-BE49-F238E27FC236}">
                <a16:creationId xmlns:a16="http://schemas.microsoft.com/office/drawing/2014/main" id="{7FEE6B88-393D-4D71-80C7-6F4629254B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49" name="Rectangle 49">
            <a:extLst>
              <a:ext uri="{FF2B5EF4-FFF2-40B4-BE49-F238E27FC236}">
                <a16:creationId xmlns:a16="http://schemas.microsoft.com/office/drawing/2014/main" id="{A1C9A42D-13F8-4114-82FC-19E741B3B7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6613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50" name="Rectangle 50">
            <a:extLst>
              <a:ext uri="{FF2B5EF4-FFF2-40B4-BE49-F238E27FC236}">
                <a16:creationId xmlns:a16="http://schemas.microsoft.com/office/drawing/2014/main" id="{205F46EE-436C-499B-A328-CADB108A9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100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51" name="Rectangle 51">
            <a:extLst>
              <a:ext uri="{FF2B5EF4-FFF2-40B4-BE49-F238E27FC236}">
                <a16:creationId xmlns:a16="http://schemas.microsoft.com/office/drawing/2014/main" id="{2F995B92-8217-48D9-A7D6-AE4B6CD1D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737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52" name="Rectangle 52">
            <a:extLst>
              <a:ext uri="{FF2B5EF4-FFF2-40B4-BE49-F238E27FC236}">
                <a16:creationId xmlns:a16="http://schemas.microsoft.com/office/drawing/2014/main" id="{BBB7251E-4A96-49B9-9E74-7772C08823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472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53" name="Rectangle 53">
            <a:extLst>
              <a:ext uri="{FF2B5EF4-FFF2-40B4-BE49-F238E27FC236}">
                <a16:creationId xmlns:a16="http://schemas.microsoft.com/office/drawing/2014/main" id="{BD37212C-6932-41E2-832A-FD0756E4A6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5263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54" name="Rectangle 54">
            <a:extLst>
              <a:ext uri="{FF2B5EF4-FFF2-40B4-BE49-F238E27FC236}">
                <a16:creationId xmlns:a16="http://schemas.microsoft.com/office/drawing/2014/main" id="{043A1F6C-26F9-4D7F-BA35-5880D23D6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5138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55" name="Rectangle 87">
            <a:extLst>
              <a:ext uri="{FF2B5EF4-FFF2-40B4-BE49-F238E27FC236}">
                <a16:creationId xmlns:a16="http://schemas.microsoft.com/office/drawing/2014/main" id="{82DF4310-0A9D-4EE3-BC35-A07F908DAD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8650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56" name="Rectangle 88">
            <a:extLst>
              <a:ext uri="{FF2B5EF4-FFF2-40B4-BE49-F238E27FC236}">
                <a16:creationId xmlns:a16="http://schemas.microsoft.com/office/drawing/2014/main" id="{98B94B8C-E44E-434B-A996-5E2EEF0F06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9738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57" name="Rectangle 89">
            <a:extLst>
              <a:ext uri="{FF2B5EF4-FFF2-40B4-BE49-F238E27FC236}">
                <a16:creationId xmlns:a16="http://schemas.microsoft.com/office/drawing/2014/main" id="{E0D18A29-FA4B-477E-AB99-D24A124C3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766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58" name="Rectangle 90">
            <a:extLst>
              <a:ext uri="{FF2B5EF4-FFF2-40B4-BE49-F238E27FC236}">
                <a16:creationId xmlns:a16="http://schemas.microsoft.com/office/drawing/2014/main" id="{D5395F33-F57C-40DD-A4DB-CA569381CD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9775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59" name="Rectangle 91">
            <a:extLst>
              <a:ext uri="{FF2B5EF4-FFF2-40B4-BE49-F238E27FC236}">
                <a16:creationId xmlns:a16="http://schemas.microsoft.com/office/drawing/2014/main" id="{FCC29D07-0CAA-4EB3-83F2-3CFBF2E2C3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60" name="Rectangle 92">
            <a:extLst>
              <a:ext uri="{FF2B5EF4-FFF2-40B4-BE49-F238E27FC236}">
                <a16:creationId xmlns:a16="http://schemas.microsoft.com/office/drawing/2014/main" id="{CC567CC0-27BA-447A-861D-33318BB128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61" name="Rectangle 93">
            <a:extLst>
              <a:ext uri="{FF2B5EF4-FFF2-40B4-BE49-F238E27FC236}">
                <a16:creationId xmlns:a16="http://schemas.microsoft.com/office/drawing/2014/main" id="{FE618ADA-3251-4925-A9AF-A067314C72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62" name="Rectangle 94">
            <a:extLst>
              <a:ext uri="{FF2B5EF4-FFF2-40B4-BE49-F238E27FC236}">
                <a16:creationId xmlns:a16="http://schemas.microsoft.com/office/drawing/2014/main" id="{D24E4350-8221-4BA1-832B-F29C5DA57F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63" name="Rectangle 95">
            <a:extLst>
              <a:ext uri="{FF2B5EF4-FFF2-40B4-BE49-F238E27FC236}">
                <a16:creationId xmlns:a16="http://schemas.microsoft.com/office/drawing/2014/main" id="{6B302A6F-4315-421D-84FD-3D7EE74D06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64" name="Rectangle 96">
            <a:extLst>
              <a:ext uri="{FF2B5EF4-FFF2-40B4-BE49-F238E27FC236}">
                <a16:creationId xmlns:a16="http://schemas.microsoft.com/office/drawing/2014/main" id="{B0646287-F50F-494D-961E-82E45F2469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65" name="Rectangle 97">
            <a:extLst>
              <a:ext uri="{FF2B5EF4-FFF2-40B4-BE49-F238E27FC236}">
                <a16:creationId xmlns:a16="http://schemas.microsoft.com/office/drawing/2014/main" id="{BEC8930E-6241-4D32-B2B4-16DB57B58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66" name="Line 98">
            <a:extLst>
              <a:ext uri="{FF2B5EF4-FFF2-40B4-BE49-F238E27FC236}">
                <a16:creationId xmlns:a16="http://schemas.microsoft.com/office/drawing/2014/main" id="{4869FABB-BB9B-4D03-B83E-14153844321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67" name="Rectangle 99">
            <a:extLst>
              <a:ext uri="{FF2B5EF4-FFF2-40B4-BE49-F238E27FC236}">
                <a16:creationId xmlns:a16="http://schemas.microsoft.com/office/drawing/2014/main" id="{94A11968-BE79-4896-B96B-CC4FAAD49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68" name="Rectangle 100">
            <a:extLst>
              <a:ext uri="{FF2B5EF4-FFF2-40B4-BE49-F238E27FC236}">
                <a16:creationId xmlns:a16="http://schemas.microsoft.com/office/drawing/2014/main" id="{6BCDB720-0A95-4C70-9488-B09E50CDD9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69" name="Rectangle 101">
            <a:extLst>
              <a:ext uri="{FF2B5EF4-FFF2-40B4-BE49-F238E27FC236}">
                <a16:creationId xmlns:a16="http://schemas.microsoft.com/office/drawing/2014/main" id="{54A0ADCE-5571-4613-8DCC-86EC9DA15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70" name="Rectangle 102">
            <a:extLst>
              <a:ext uri="{FF2B5EF4-FFF2-40B4-BE49-F238E27FC236}">
                <a16:creationId xmlns:a16="http://schemas.microsoft.com/office/drawing/2014/main" id="{03E8C0EC-3C56-4E22-B93F-915307B351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71" name="Rectangle 103">
            <a:extLst>
              <a:ext uri="{FF2B5EF4-FFF2-40B4-BE49-F238E27FC236}">
                <a16:creationId xmlns:a16="http://schemas.microsoft.com/office/drawing/2014/main" id="{7068EBF6-7DBD-4743-B0B6-57939310BE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72" name="Rectangle 104">
            <a:extLst>
              <a:ext uri="{FF2B5EF4-FFF2-40B4-BE49-F238E27FC236}">
                <a16:creationId xmlns:a16="http://schemas.microsoft.com/office/drawing/2014/main" id="{8BE99DC7-4B48-4BFF-AE06-D2CDEA4705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73" name="Rectangle 105">
            <a:extLst>
              <a:ext uri="{FF2B5EF4-FFF2-40B4-BE49-F238E27FC236}">
                <a16:creationId xmlns:a16="http://schemas.microsoft.com/office/drawing/2014/main" id="{9865D4B9-DD5F-4D83-8B94-20037226A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74" name="Rectangle 106">
            <a:extLst>
              <a:ext uri="{FF2B5EF4-FFF2-40B4-BE49-F238E27FC236}">
                <a16:creationId xmlns:a16="http://schemas.microsoft.com/office/drawing/2014/main" id="{498F9021-713F-4034-B9A1-3B8D94F3AC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75" name="Rectangle 107">
            <a:extLst>
              <a:ext uri="{FF2B5EF4-FFF2-40B4-BE49-F238E27FC236}">
                <a16:creationId xmlns:a16="http://schemas.microsoft.com/office/drawing/2014/main" id="{3264BE00-7D6F-4004-9E03-87C62B65DB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76" name="Line 108">
            <a:extLst>
              <a:ext uri="{FF2B5EF4-FFF2-40B4-BE49-F238E27FC236}">
                <a16:creationId xmlns:a16="http://schemas.microsoft.com/office/drawing/2014/main" id="{2B08744E-86C1-4CDA-9864-0EB6040C5A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77" name="Rectangle 109">
            <a:extLst>
              <a:ext uri="{FF2B5EF4-FFF2-40B4-BE49-F238E27FC236}">
                <a16:creationId xmlns:a16="http://schemas.microsoft.com/office/drawing/2014/main" id="{04F4FE74-4B15-4F27-BDE8-27EE3C724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78" name="Rectangle 110">
            <a:extLst>
              <a:ext uri="{FF2B5EF4-FFF2-40B4-BE49-F238E27FC236}">
                <a16:creationId xmlns:a16="http://schemas.microsoft.com/office/drawing/2014/main" id="{D7EDE5DE-3517-4F0C-BE41-C062604AA7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79" name="Rectangle 111">
            <a:extLst>
              <a:ext uri="{FF2B5EF4-FFF2-40B4-BE49-F238E27FC236}">
                <a16:creationId xmlns:a16="http://schemas.microsoft.com/office/drawing/2014/main" id="{E6CD7C5E-8D0C-4CE8-8AC2-2B14ADE63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7538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80" name="Rectangle 112">
            <a:extLst>
              <a:ext uri="{FF2B5EF4-FFF2-40B4-BE49-F238E27FC236}">
                <a16:creationId xmlns:a16="http://schemas.microsoft.com/office/drawing/2014/main" id="{97274B3B-0415-4EAD-8EC3-EC4A599B53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125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81" name="Rectangle 113">
            <a:extLst>
              <a:ext uri="{FF2B5EF4-FFF2-40B4-BE49-F238E27FC236}">
                <a16:creationId xmlns:a16="http://schemas.microsoft.com/office/drawing/2014/main" id="{2E24711A-D017-4CDE-B84F-4B4EEF3F54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82" name="Rectangle 114">
            <a:extLst>
              <a:ext uri="{FF2B5EF4-FFF2-40B4-BE49-F238E27FC236}">
                <a16:creationId xmlns:a16="http://schemas.microsoft.com/office/drawing/2014/main" id="{7662A353-5670-4E79-9CC2-1EE6695C0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565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83" name="Title 1">
            <a:extLst>
              <a:ext uri="{FF2B5EF4-FFF2-40B4-BE49-F238E27FC236}">
                <a16:creationId xmlns:a16="http://schemas.microsoft.com/office/drawing/2014/main" id="{C8A3AFFE-1329-4581-937F-27C3C390FA27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Examples of determination of overflow</a:t>
            </a:r>
          </a:p>
        </p:txBody>
      </p:sp>
      <p:sp>
        <p:nvSpPr>
          <p:cNvPr id="149584" name="Rectangle 86">
            <a:extLst>
              <a:ext uri="{FF2B5EF4-FFF2-40B4-BE49-F238E27FC236}">
                <a16:creationId xmlns:a16="http://schemas.microsoft.com/office/drawing/2014/main" id="{23516D98-2E52-4AEA-9AA5-084E8A6D6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4363" y="163195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85" name="Oval 113">
            <a:extLst>
              <a:ext uri="{FF2B5EF4-FFF2-40B4-BE49-F238E27FC236}">
                <a16:creationId xmlns:a16="http://schemas.microsoft.com/office/drawing/2014/main" id="{014A5F0C-E0C4-4095-A263-832FF95203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" y="1052513"/>
            <a:ext cx="1439863" cy="13716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49586" name="Group 2">
            <a:extLst>
              <a:ext uri="{FF2B5EF4-FFF2-40B4-BE49-F238E27FC236}">
                <a16:creationId xmlns:a16="http://schemas.microsoft.com/office/drawing/2014/main" id="{D0D0F388-D546-4762-99EC-5FE416FF16A7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219200"/>
            <a:ext cx="695325" cy="990600"/>
            <a:chOff x="381000" y="1219200"/>
            <a:chExt cx="694955" cy="990600"/>
          </a:xfrm>
        </p:grpSpPr>
        <p:sp>
          <p:nvSpPr>
            <p:cNvPr id="149635" name="Rectangle 55">
              <a:extLst>
                <a:ext uri="{FF2B5EF4-FFF2-40B4-BE49-F238E27FC236}">
                  <a16:creationId xmlns:a16="http://schemas.microsoft.com/office/drawing/2014/main" id="{EC9B87BE-CFC1-4094-971E-28E4367AE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6" name="Rectangle 56">
              <a:extLst>
                <a:ext uri="{FF2B5EF4-FFF2-40B4-BE49-F238E27FC236}">
                  <a16:creationId xmlns:a16="http://schemas.microsoft.com/office/drawing/2014/main" id="{15F7AA5E-A861-4D8E-8178-8601507CA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7" name="Rectangle 57">
              <a:extLst>
                <a:ext uri="{FF2B5EF4-FFF2-40B4-BE49-F238E27FC236}">
                  <a16:creationId xmlns:a16="http://schemas.microsoft.com/office/drawing/2014/main" id="{B2361BB8-29F1-48EE-9B1D-61CCB3D1F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8" name="Rectangle 58">
              <a:extLst>
                <a:ext uri="{FF2B5EF4-FFF2-40B4-BE49-F238E27FC236}">
                  <a16:creationId xmlns:a16="http://schemas.microsoft.com/office/drawing/2014/main" id="{A9D0C08C-0A0E-4995-A47B-7CCF741F8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9" name="Rectangle 59">
              <a:extLst>
                <a:ext uri="{FF2B5EF4-FFF2-40B4-BE49-F238E27FC236}">
                  <a16:creationId xmlns:a16="http://schemas.microsoft.com/office/drawing/2014/main" id="{BD3ADB3D-0E4D-40AF-AC16-3C2CFB7B3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0" name="Rectangle 60">
              <a:extLst>
                <a:ext uri="{FF2B5EF4-FFF2-40B4-BE49-F238E27FC236}">
                  <a16:creationId xmlns:a16="http://schemas.microsoft.com/office/drawing/2014/main" id="{C4753854-8424-4BB6-AA3C-961EEE7B6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1" name="Rectangle 61">
              <a:extLst>
                <a:ext uri="{FF2B5EF4-FFF2-40B4-BE49-F238E27FC236}">
                  <a16:creationId xmlns:a16="http://schemas.microsoft.com/office/drawing/2014/main" id="{24D6A00F-B02E-453A-9030-E2C1FA76E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2" name="Rectangle 62">
              <a:extLst>
                <a:ext uri="{FF2B5EF4-FFF2-40B4-BE49-F238E27FC236}">
                  <a16:creationId xmlns:a16="http://schemas.microsoft.com/office/drawing/2014/main" id="{DCE54FD3-7729-4ED6-8267-4954D01C7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3" name="Rectangle 59">
              <a:extLst>
                <a:ext uri="{FF2B5EF4-FFF2-40B4-BE49-F238E27FC236}">
                  <a16:creationId xmlns:a16="http://schemas.microsoft.com/office/drawing/2014/main" id="{3DD58C8C-6264-4794-8F76-4FE838410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11201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4" name="Rectangle 60">
              <a:extLst>
                <a:ext uri="{FF2B5EF4-FFF2-40B4-BE49-F238E27FC236}">
                  <a16:creationId xmlns:a16="http://schemas.microsoft.com/office/drawing/2014/main" id="{A1A4A174-2BEC-4969-8FDC-0D6B6BCD2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5" name="Rectangle 61">
              <a:extLst>
                <a:ext uri="{FF2B5EF4-FFF2-40B4-BE49-F238E27FC236}">
                  <a16:creationId xmlns:a16="http://schemas.microsoft.com/office/drawing/2014/main" id="{1392F8A6-3A49-4E46-8CC9-C26D6FE39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6" name="Rectangle 62">
              <a:extLst>
                <a:ext uri="{FF2B5EF4-FFF2-40B4-BE49-F238E27FC236}">
                  <a16:creationId xmlns:a16="http://schemas.microsoft.com/office/drawing/2014/main" id="{E710D2AD-02E9-4999-BC02-DF7B80FC8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49587" name="Group 142">
            <a:extLst>
              <a:ext uri="{FF2B5EF4-FFF2-40B4-BE49-F238E27FC236}">
                <a16:creationId xmlns:a16="http://schemas.microsoft.com/office/drawing/2014/main" id="{A5011526-AD54-4F0B-ACD6-9F2DA002BC82}"/>
              </a:ext>
            </a:extLst>
          </p:cNvPr>
          <p:cNvGrpSpPr>
            <a:grpSpLocks/>
          </p:cNvGrpSpPr>
          <p:nvPr/>
        </p:nvGrpSpPr>
        <p:grpSpPr bwMode="auto">
          <a:xfrm>
            <a:off x="388938" y="3429000"/>
            <a:ext cx="696912" cy="990600"/>
            <a:chOff x="381000" y="1219200"/>
            <a:chExt cx="696133" cy="990600"/>
          </a:xfrm>
        </p:grpSpPr>
        <p:sp>
          <p:nvSpPr>
            <p:cNvPr id="149623" name="Rectangle 55">
              <a:extLst>
                <a:ext uri="{FF2B5EF4-FFF2-40B4-BE49-F238E27FC236}">
                  <a16:creationId xmlns:a16="http://schemas.microsoft.com/office/drawing/2014/main" id="{48C40DBE-13AD-41F6-B67F-EEC659C65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4" name="Rectangle 56">
              <a:extLst>
                <a:ext uri="{FF2B5EF4-FFF2-40B4-BE49-F238E27FC236}">
                  <a16:creationId xmlns:a16="http://schemas.microsoft.com/office/drawing/2014/main" id="{A2D2E538-654F-4F40-BAF8-AD1841E62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5" name="Rectangle 57">
              <a:extLst>
                <a:ext uri="{FF2B5EF4-FFF2-40B4-BE49-F238E27FC236}">
                  <a16:creationId xmlns:a16="http://schemas.microsoft.com/office/drawing/2014/main" id="{3401B211-6E98-44D4-BC50-0280E675E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6" name="Rectangle 58">
              <a:extLst>
                <a:ext uri="{FF2B5EF4-FFF2-40B4-BE49-F238E27FC236}">
                  <a16:creationId xmlns:a16="http://schemas.microsoft.com/office/drawing/2014/main" id="{2A491BD5-6C9C-4BB8-9B7A-E80B255E1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7" name="Rectangle 59">
              <a:extLst>
                <a:ext uri="{FF2B5EF4-FFF2-40B4-BE49-F238E27FC236}">
                  <a16:creationId xmlns:a16="http://schemas.microsoft.com/office/drawing/2014/main" id="{0ECB997F-6353-41C0-969D-99E0D9FA9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8" name="Rectangle 60">
              <a:extLst>
                <a:ext uri="{FF2B5EF4-FFF2-40B4-BE49-F238E27FC236}">
                  <a16:creationId xmlns:a16="http://schemas.microsoft.com/office/drawing/2014/main" id="{B3813237-879A-4A1B-90C1-576480FC2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9" name="Rectangle 61">
              <a:extLst>
                <a:ext uri="{FF2B5EF4-FFF2-40B4-BE49-F238E27FC236}">
                  <a16:creationId xmlns:a16="http://schemas.microsoft.com/office/drawing/2014/main" id="{756E9381-C2E4-4782-AAA8-2CB278C61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0" name="Rectangle 62">
              <a:extLst>
                <a:ext uri="{FF2B5EF4-FFF2-40B4-BE49-F238E27FC236}">
                  <a16:creationId xmlns:a16="http://schemas.microsoft.com/office/drawing/2014/main" id="{B85C720C-9AA2-4A92-B70C-E84F82AD3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1" name="Rectangle 59">
              <a:extLst>
                <a:ext uri="{FF2B5EF4-FFF2-40B4-BE49-F238E27FC236}">
                  <a16:creationId xmlns:a16="http://schemas.microsoft.com/office/drawing/2014/main" id="{723847FE-45F2-4E71-835D-09A3EE2AB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11201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2" name="Rectangle 60">
              <a:extLst>
                <a:ext uri="{FF2B5EF4-FFF2-40B4-BE49-F238E27FC236}">
                  <a16:creationId xmlns:a16="http://schemas.microsoft.com/office/drawing/2014/main" id="{485627CD-1A34-4F0B-A9E3-2D779F39C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3" name="Rectangle 61">
              <a:extLst>
                <a:ext uri="{FF2B5EF4-FFF2-40B4-BE49-F238E27FC236}">
                  <a16:creationId xmlns:a16="http://schemas.microsoft.com/office/drawing/2014/main" id="{3D473EC5-6BE5-48B5-9E63-E7CA52B24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4" name="Rectangle 62">
              <a:extLst>
                <a:ext uri="{FF2B5EF4-FFF2-40B4-BE49-F238E27FC236}">
                  <a16:creationId xmlns:a16="http://schemas.microsoft.com/office/drawing/2014/main" id="{E131EAD3-FE82-4F78-A086-6808C6A16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49588" name="Group 155">
            <a:extLst>
              <a:ext uri="{FF2B5EF4-FFF2-40B4-BE49-F238E27FC236}">
                <a16:creationId xmlns:a16="http://schemas.microsoft.com/office/drawing/2014/main" id="{0BB469E4-5C04-40ED-96F0-7211CAA1EDE2}"/>
              </a:ext>
            </a:extLst>
          </p:cNvPr>
          <p:cNvGrpSpPr>
            <a:grpSpLocks/>
          </p:cNvGrpSpPr>
          <p:nvPr/>
        </p:nvGrpSpPr>
        <p:grpSpPr bwMode="auto">
          <a:xfrm>
            <a:off x="8067675" y="1219200"/>
            <a:ext cx="695325" cy="990600"/>
            <a:chOff x="381000" y="1219200"/>
            <a:chExt cx="694955" cy="990600"/>
          </a:xfrm>
        </p:grpSpPr>
        <p:sp>
          <p:nvSpPr>
            <p:cNvPr id="149611" name="Rectangle 55">
              <a:extLst>
                <a:ext uri="{FF2B5EF4-FFF2-40B4-BE49-F238E27FC236}">
                  <a16:creationId xmlns:a16="http://schemas.microsoft.com/office/drawing/2014/main" id="{C6479115-6C83-416E-AF42-F1DD482C0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2" name="Rectangle 56">
              <a:extLst>
                <a:ext uri="{FF2B5EF4-FFF2-40B4-BE49-F238E27FC236}">
                  <a16:creationId xmlns:a16="http://schemas.microsoft.com/office/drawing/2014/main" id="{A1C2CA8A-E5A9-4E93-B164-717C2EF9C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3" name="Rectangle 57">
              <a:extLst>
                <a:ext uri="{FF2B5EF4-FFF2-40B4-BE49-F238E27FC236}">
                  <a16:creationId xmlns:a16="http://schemas.microsoft.com/office/drawing/2014/main" id="{25CB0BB5-C799-4A68-8E2A-D0B18F0C3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4" name="Rectangle 58">
              <a:extLst>
                <a:ext uri="{FF2B5EF4-FFF2-40B4-BE49-F238E27FC236}">
                  <a16:creationId xmlns:a16="http://schemas.microsoft.com/office/drawing/2014/main" id="{37ABE025-4710-4D7F-A2EF-71A23E4AF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5" name="Rectangle 59">
              <a:extLst>
                <a:ext uri="{FF2B5EF4-FFF2-40B4-BE49-F238E27FC236}">
                  <a16:creationId xmlns:a16="http://schemas.microsoft.com/office/drawing/2014/main" id="{ADB7A31E-2A6F-4CB5-B3F9-EFD821DDD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6" name="Rectangle 60">
              <a:extLst>
                <a:ext uri="{FF2B5EF4-FFF2-40B4-BE49-F238E27FC236}">
                  <a16:creationId xmlns:a16="http://schemas.microsoft.com/office/drawing/2014/main" id="{071409B1-8AF9-46FE-989E-E5815CDBC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7" name="Rectangle 61">
              <a:extLst>
                <a:ext uri="{FF2B5EF4-FFF2-40B4-BE49-F238E27FC236}">
                  <a16:creationId xmlns:a16="http://schemas.microsoft.com/office/drawing/2014/main" id="{8C31D63C-2F2F-45A8-BC2E-9FCB19752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8" name="Rectangle 62">
              <a:extLst>
                <a:ext uri="{FF2B5EF4-FFF2-40B4-BE49-F238E27FC236}">
                  <a16:creationId xmlns:a16="http://schemas.microsoft.com/office/drawing/2014/main" id="{788D6F25-B811-43DA-BBF5-23C64EE80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9" name="Rectangle 59">
              <a:extLst>
                <a:ext uri="{FF2B5EF4-FFF2-40B4-BE49-F238E27FC236}">
                  <a16:creationId xmlns:a16="http://schemas.microsoft.com/office/drawing/2014/main" id="{35D67E09-9BE5-4029-B91A-5BA641DE0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11201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0" name="Rectangle 60">
              <a:extLst>
                <a:ext uri="{FF2B5EF4-FFF2-40B4-BE49-F238E27FC236}">
                  <a16:creationId xmlns:a16="http://schemas.microsoft.com/office/drawing/2014/main" id="{BB8EF1C6-C3CF-4A85-B5CC-D773D1DC8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1" name="Rectangle 61">
              <a:extLst>
                <a:ext uri="{FF2B5EF4-FFF2-40B4-BE49-F238E27FC236}">
                  <a16:creationId xmlns:a16="http://schemas.microsoft.com/office/drawing/2014/main" id="{2E9CECB6-3D0C-4001-9D02-6A367B5B8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2" name="Rectangle 62">
              <a:extLst>
                <a:ext uri="{FF2B5EF4-FFF2-40B4-BE49-F238E27FC236}">
                  <a16:creationId xmlns:a16="http://schemas.microsoft.com/office/drawing/2014/main" id="{3BF0C4D1-0F66-44DF-BCF7-84DAE82B8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49589" name="Group 181">
            <a:extLst>
              <a:ext uri="{FF2B5EF4-FFF2-40B4-BE49-F238E27FC236}">
                <a16:creationId xmlns:a16="http://schemas.microsoft.com/office/drawing/2014/main" id="{B888F382-15D4-4427-8A6F-17E742634D45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3429000"/>
            <a:ext cx="696913" cy="990600"/>
            <a:chOff x="381000" y="1219200"/>
            <a:chExt cx="696133" cy="990600"/>
          </a:xfrm>
        </p:grpSpPr>
        <p:sp>
          <p:nvSpPr>
            <p:cNvPr id="149599" name="Rectangle 55">
              <a:extLst>
                <a:ext uri="{FF2B5EF4-FFF2-40B4-BE49-F238E27FC236}">
                  <a16:creationId xmlns:a16="http://schemas.microsoft.com/office/drawing/2014/main" id="{2D1FEBB0-1DB2-44C0-B4B6-3DE2FC00D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0" name="Rectangle 56">
              <a:extLst>
                <a:ext uri="{FF2B5EF4-FFF2-40B4-BE49-F238E27FC236}">
                  <a16:creationId xmlns:a16="http://schemas.microsoft.com/office/drawing/2014/main" id="{FFBA96E9-4E4F-4618-A7CA-BB212670C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1" name="Rectangle 57">
              <a:extLst>
                <a:ext uri="{FF2B5EF4-FFF2-40B4-BE49-F238E27FC236}">
                  <a16:creationId xmlns:a16="http://schemas.microsoft.com/office/drawing/2014/main" id="{02B13890-7F25-4F15-BED8-BB8762EE1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2" name="Rectangle 58">
              <a:extLst>
                <a:ext uri="{FF2B5EF4-FFF2-40B4-BE49-F238E27FC236}">
                  <a16:creationId xmlns:a16="http://schemas.microsoft.com/office/drawing/2014/main" id="{53ECC037-BDE1-4C12-96A4-F10FE263C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3" name="Rectangle 59">
              <a:extLst>
                <a:ext uri="{FF2B5EF4-FFF2-40B4-BE49-F238E27FC236}">
                  <a16:creationId xmlns:a16="http://schemas.microsoft.com/office/drawing/2014/main" id="{D719D356-FD67-461F-89A8-C9371FD7F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4" name="Rectangle 60">
              <a:extLst>
                <a:ext uri="{FF2B5EF4-FFF2-40B4-BE49-F238E27FC236}">
                  <a16:creationId xmlns:a16="http://schemas.microsoft.com/office/drawing/2014/main" id="{EBAE5138-4678-4B1D-BFBC-0238608DC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5" name="Rectangle 61">
              <a:extLst>
                <a:ext uri="{FF2B5EF4-FFF2-40B4-BE49-F238E27FC236}">
                  <a16:creationId xmlns:a16="http://schemas.microsoft.com/office/drawing/2014/main" id="{5E711C8A-3281-4AA6-88EA-AC072A21E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6" name="Rectangle 62">
              <a:extLst>
                <a:ext uri="{FF2B5EF4-FFF2-40B4-BE49-F238E27FC236}">
                  <a16:creationId xmlns:a16="http://schemas.microsoft.com/office/drawing/2014/main" id="{FC3DBEE0-9011-4F63-B60B-F5F990A95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7" name="Rectangle 59">
              <a:extLst>
                <a:ext uri="{FF2B5EF4-FFF2-40B4-BE49-F238E27FC236}">
                  <a16:creationId xmlns:a16="http://schemas.microsoft.com/office/drawing/2014/main" id="{46806AB5-C284-4F4B-8807-80D3789AB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11201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8" name="Rectangle 60">
              <a:extLst>
                <a:ext uri="{FF2B5EF4-FFF2-40B4-BE49-F238E27FC236}">
                  <a16:creationId xmlns:a16="http://schemas.microsoft.com/office/drawing/2014/main" id="{5BE99C46-14A5-4619-8C5D-A482C33B2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9" name="Rectangle 61">
              <a:extLst>
                <a:ext uri="{FF2B5EF4-FFF2-40B4-BE49-F238E27FC236}">
                  <a16:creationId xmlns:a16="http://schemas.microsoft.com/office/drawing/2014/main" id="{EC08642B-7717-40F6-A791-3B3997358F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0" name="Rectangle 62">
              <a:extLst>
                <a:ext uri="{FF2B5EF4-FFF2-40B4-BE49-F238E27FC236}">
                  <a16:creationId xmlns:a16="http://schemas.microsoft.com/office/drawing/2014/main" id="{35CFBC79-815B-4297-80CB-8CC91D825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49590" name="Rectangle 194">
            <a:extLst>
              <a:ext uri="{FF2B5EF4-FFF2-40B4-BE49-F238E27FC236}">
                <a16:creationId xmlns:a16="http://schemas.microsoft.com/office/drawing/2014/main" id="{5AE68F1D-A6B6-4456-998F-24E9591EF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43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91" name="Oval 113">
            <a:extLst>
              <a:ext uri="{FF2B5EF4-FFF2-40B4-BE49-F238E27FC236}">
                <a16:creationId xmlns:a16="http://schemas.microsoft.com/office/drawing/2014/main" id="{02512570-215D-41E1-BBE2-FE650DC9E6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9213" y="3200400"/>
            <a:ext cx="1439862" cy="13716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92" name="Rectangle 196">
            <a:extLst>
              <a:ext uri="{FF2B5EF4-FFF2-40B4-BE49-F238E27FC236}">
                <a16:creationId xmlns:a16="http://schemas.microsoft.com/office/drawing/2014/main" id="{77A92F8C-48C6-4E90-9916-DAE1139D4C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9563" y="1630363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93" name="Rectangle 197">
            <a:extLst>
              <a:ext uri="{FF2B5EF4-FFF2-40B4-BE49-F238E27FC236}">
                <a16:creationId xmlns:a16="http://schemas.microsoft.com/office/drawing/2014/main" id="{B69027C8-D971-4D67-9421-7536309B5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95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49594" name="Group 1">
            <a:extLst>
              <a:ext uri="{FF2B5EF4-FFF2-40B4-BE49-F238E27FC236}">
                <a16:creationId xmlns:a16="http://schemas.microsoft.com/office/drawing/2014/main" id="{E97E5DE2-E382-4458-B951-0AAEED7AE562}"/>
              </a:ext>
            </a:extLst>
          </p:cNvPr>
          <p:cNvGrpSpPr>
            <a:grpSpLocks/>
          </p:cNvGrpSpPr>
          <p:nvPr/>
        </p:nvGrpSpPr>
        <p:grpSpPr bwMode="auto">
          <a:xfrm>
            <a:off x="2918124" y="5364162"/>
            <a:ext cx="3703638" cy="461963"/>
            <a:chOff x="2971800" y="5791202"/>
            <a:chExt cx="3703658" cy="461665"/>
          </a:xfrm>
        </p:grpSpPr>
        <p:sp>
          <p:nvSpPr>
            <p:cNvPr id="149595" name="TextBox 2">
              <a:extLst>
                <a:ext uri="{FF2B5EF4-FFF2-40B4-BE49-F238E27FC236}">
                  <a16:creationId xmlns:a16="http://schemas.microsoft.com/office/drawing/2014/main" id="{E0A6D2A2-386C-42B9-85B2-A7B007853E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791202"/>
              <a:ext cx="37036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Overflow = x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s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+ x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cxnSp>
          <p:nvCxnSpPr>
            <p:cNvPr id="149596" name="Straight Connector 134">
              <a:extLst>
                <a:ext uri="{FF2B5EF4-FFF2-40B4-BE49-F238E27FC236}">
                  <a16:creationId xmlns:a16="http://schemas.microsoft.com/office/drawing/2014/main" id="{99C5E96B-0C40-4753-A7B5-63F5E05DE10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25971" y="5911774"/>
              <a:ext cx="166688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9597" name="Straight Connector 169">
              <a:extLst>
                <a:ext uri="{FF2B5EF4-FFF2-40B4-BE49-F238E27FC236}">
                  <a16:creationId xmlns:a16="http://schemas.microsoft.com/office/drawing/2014/main" id="{89E2E209-BD3C-46C1-B8EF-BA43DF0C573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33731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9598" name="Straight Connector 170">
              <a:extLst>
                <a:ext uri="{FF2B5EF4-FFF2-40B4-BE49-F238E27FC236}">
                  <a16:creationId xmlns:a16="http://schemas.microsoft.com/office/drawing/2014/main" id="{EAB3A901-6251-4D36-8CD4-1452D38681C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83394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29" name="TextBox 3">
            <a:extLst>
              <a:ext uri="{FF2B5EF4-FFF2-40B4-BE49-F238E27FC236}">
                <a16:creationId xmlns:a16="http://schemas.microsoft.com/office/drawing/2014/main" id="{E685D3A0-06F7-4E13-AFB1-A42776E898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838200"/>
            <a:ext cx="4953000" cy="302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X= x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Y= y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y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44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urier" pitchFamily="49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S= s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s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s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s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44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urier" pitchFamily="49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50530" name="Straight Connector 5">
            <a:extLst>
              <a:ext uri="{FF2B5EF4-FFF2-40B4-BE49-F238E27FC236}">
                <a16:creationId xmlns:a16="http://schemas.microsoft.com/office/drawing/2014/main" id="{0B9F2A93-4C47-40DB-A0E4-0918606955A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093913" y="2522537"/>
            <a:ext cx="5243512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0531" name="TextBox 7">
            <a:extLst>
              <a:ext uri="{FF2B5EF4-FFF2-40B4-BE49-F238E27FC236}">
                <a16:creationId xmlns:a16="http://schemas.microsoft.com/office/drawing/2014/main" id="{3D236DE3-6F33-4F41-BB16-9D67FF8CEA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6625" y="1031875"/>
            <a:ext cx="917575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6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</a:t>
            </a:r>
          </a:p>
        </p:txBody>
      </p:sp>
      <p:sp>
        <p:nvSpPr>
          <p:cNvPr id="150532" name="Title 1">
            <a:extLst>
              <a:ext uri="{FF2B5EF4-FFF2-40B4-BE49-F238E27FC236}">
                <a16:creationId xmlns:a16="http://schemas.microsoft.com/office/drawing/2014/main" id="{59F4300F-E3FB-41D6-9A94-B84CAF8BC95F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Another way to look at the overflow issue</a:t>
            </a:r>
          </a:p>
        </p:txBody>
      </p:sp>
      <p:sp>
        <p:nvSpPr>
          <p:cNvPr id="150533" name="TextBox 8">
            <a:extLst>
              <a:ext uri="{FF2B5EF4-FFF2-40B4-BE49-F238E27FC236}">
                <a16:creationId xmlns:a16="http://schemas.microsoft.com/office/drawing/2014/main" id="{05DBFF76-EBC6-427C-8613-4B7424A978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3163" y="4062412"/>
            <a:ext cx="7056437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If  both numbers that we are adding have the same sign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but the sum does not, then we have an overflow.</a:t>
            </a:r>
          </a:p>
        </p:txBody>
      </p:sp>
      <p:grpSp>
        <p:nvGrpSpPr>
          <p:cNvPr id="150534" name="Group 1">
            <a:extLst>
              <a:ext uri="{FF2B5EF4-FFF2-40B4-BE49-F238E27FC236}">
                <a16:creationId xmlns:a16="http://schemas.microsoft.com/office/drawing/2014/main" id="{5411A341-FC32-47E3-B519-86B22C7CC1F8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4976812"/>
            <a:ext cx="3703638" cy="461963"/>
            <a:chOff x="2971800" y="5791202"/>
            <a:chExt cx="3703658" cy="461665"/>
          </a:xfrm>
        </p:grpSpPr>
        <p:sp>
          <p:nvSpPr>
            <p:cNvPr id="150536" name="TextBox 2">
              <a:extLst>
                <a:ext uri="{FF2B5EF4-FFF2-40B4-BE49-F238E27FC236}">
                  <a16:creationId xmlns:a16="http://schemas.microsoft.com/office/drawing/2014/main" id="{4A995D07-0CD7-43F2-A9A2-1B5336E84C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791202"/>
              <a:ext cx="37036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Overflow =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s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+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cxnSp>
          <p:nvCxnSpPr>
            <p:cNvPr id="150537" name="Straight Connector 12">
              <a:extLst>
                <a:ext uri="{FF2B5EF4-FFF2-40B4-BE49-F238E27FC236}">
                  <a16:creationId xmlns:a16="http://schemas.microsoft.com/office/drawing/2014/main" id="{2B797232-C5E8-465E-9558-CA4DAE0822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25971" y="5911774"/>
              <a:ext cx="166688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0538" name="Straight Connector 13">
              <a:extLst>
                <a:ext uri="{FF2B5EF4-FFF2-40B4-BE49-F238E27FC236}">
                  <a16:creationId xmlns:a16="http://schemas.microsoft.com/office/drawing/2014/main" id="{2AFA9A32-C5DC-4BF4-B729-B6C8404E59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33731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0539" name="Straight Connector 14">
              <a:extLst>
                <a:ext uri="{FF2B5EF4-FFF2-40B4-BE49-F238E27FC236}">
                  <a16:creationId xmlns:a16="http://schemas.microsoft.com/office/drawing/2014/main" id="{9EE5C524-64CB-449D-84A8-3E2C7635F51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83394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50535" name="Rectangle 8">
            <a:extLst>
              <a:ext uri="{FF2B5EF4-FFF2-40B4-BE49-F238E27FC236}">
                <a16:creationId xmlns:a16="http://schemas.microsoft.com/office/drawing/2014/main" id="{EFAF2B79-98B8-4F16-B307-CFCEFA1AB1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9225" y="923925"/>
            <a:ext cx="609600" cy="2630487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3A2D45C-BCCF-4B6C-9DE9-6B85D2647FF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Lec</a:t>
            </a:r>
            <a:r>
              <a:rPr lang="en-US" dirty="0"/>
              <a:t> 14: Test Q1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7267E978-D582-4ABE-B927-258468DDA7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D3F2D51-14D2-4F71-A2BC-28F6DE8A1684}"/>
              </a:ext>
            </a:extLst>
          </p:cNvPr>
          <p:cNvSpPr txBox="1"/>
          <p:nvPr/>
        </p:nvSpPr>
        <p:spPr>
          <a:xfrm>
            <a:off x="90311" y="533400"/>
            <a:ext cx="8991600" cy="17235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Convert  -17</a:t>
            </a:r>
            <a:r>
              <a:rPr kumimoji="0" lang="en-US" sz="24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10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to binary using following: </a:t>
            </a:r>
          </a:p>
          <a:p>
            <a:pPr marL="914400" marR="0" lvl="1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lphaLcParenR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Sign and magnitude</a:t>
            </a:r>
          </a:p>
          <a:p>
            <a:pPr marL="914400" marR="0" lvl="1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lphaLcParenR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1’s complement</a:t>
            </a:r>
          </a:p>
          <a:p>
            <a:pPr marL="914400" marR="0" lvl="1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lphaLcParenR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2’s complement.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5" name="Ink 4">
                <a:extLst>
                  <a:ext uri="{FF2B5EF4-FFF2-40B4-BE49-F238E27FC236}">
                    <a16:creationId xmlns:a16="http://schemas.microsoft.com/office/drawing/2014/main" id="{4D159A58-18E4-4488-B35C-912AB25E5783}"/>
                  </a:ext>
                </a:extLst>
              </p14:cNvPr>
              <p14:cNvContentPartPr/>
              <p14:nvPr/>
            </p14:nvContentPartPr>
            <p14:xfrm>
              <a:off x="3089160" y="282960"/>
              <a:ext cx="5800680" cy="6417720"/>
            </p14:xfrm>
          </p:contentPart>
        </mc:Choice>
        <mc:Fallback>
          <p:pic>
            <p:nvPicPr>
              <p:cNvPr id="5" name="Ink 4">
                <a:extLst>
                  <a:ext uri="{FF2B5EF4-FFF2-40B4-BE49-F238E27FC236}">
                    <a16:creationId xmlns:a16="http://schemas.microsoft.com/office/drawing/2014/main" id="{4D159A58-18E4-4488-B35C-912AB25E578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79800" y="273600"/>
                <a:ext cx="5819400" cy="6436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98332337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3A2D45C-BCCF-4B6C-9DE9-6B85D2647FF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Lec</a:t>
            </a:r>
            <a:r>
              <a:rPr lang="en-US" dirty="0"/>
              <a:t> 14: Test Q2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7267E978-D582-4ABE-B927-258468DDA7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D3F2D51-14D2-4F71-A2BC-28F6DE8A1684}"/>
              </a:ext>
            </a:extLst>
          </p:cNvPr>
          <p:cNvSpPr txBox="1"/>
          <p:nvPr/>
        </p:nvSpPr>
        <p:spPr>
          <a:xfrm>
            <a:off x="90311" y="533400"/>
            <a:ext cx="8991600" cy="24211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Perform the following operations in 2's complement form and identify, if there is any overflow occurs or not.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3657600" marR="0" lvl="8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	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(-13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10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)</a:t>
            </a:r>
          </a:p>
          <a:p>
            <a:pPr marL="3657600" marR="0" lvl="8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-25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3657600" marR="0" lvl="8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    + 	(- 4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10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)</a:t>
            </a:r>
          </a:p>
          <a:p>
            <a:pPr marL="3657600" marR="0" lvl="8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-------------------------------------</a:t>
            </a:r>
          </a:p>
        </p:txBody>
      </p:sp>
    </p:spTree>
    <p:extLst>
      <p:ext uri="{BB962C8B-B14F-4D97-AF65-F5344CB8AC3E}">
        <p14:creationId xmlns:p14="http://schemas.microsoft.com/office/powerpoint/2010/main" val="3235202344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3A2D45C-BCCF-4B6C-9DE9-6B85D2647FF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Lec</a:t>
            </a:r>
            <a:r>
              <a:rPr lang="en-US" dirty="0"/>
              <a:t> 14: Test Q2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7267E978-D582-4ABE-B927-258468DDA7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D3F2D51-14D2-4F71-A2BC-28F6DE8A1684}"/>
              </a:ext>
            </a:extLst>
          </p:cNvPr>
          <p:cNvSpPr txBox="1"/>
          <p:nvPr/>
        </p:nvSpPr>
        <p:spPr>
          <a:xfrm>
            <a:off x="90311" y="533400"/>
            <a:ext cx="8991600" cy="24211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Perform the following operations in 2's complement form and identify, if there is any overflow occurs or not.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3657600" marR="0" lvl="8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	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(-13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10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)</a:t>
            </a:r>
          </a:p>
          <a:p>
            <a:pPr marL="3657600" marR="0" lvl="8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-25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3657600" marR="0" lvl="8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    + 	(- 4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10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)</a:t>
            </a:r>
          </a:p>
          <a:p>
            <a:pPr marL="3657600" marR="0" lvl="8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-------------------------------------</a:t>
            </a:r>
          </a:p>
        </p:txBody>
      </p:sp>
    </p:spTree>
    <p:extLst>
      <p:ext uri="{BB962C8B-B14F-4D97-AF65-F5344CB8AC3E}">
        <p14:creationId xmlns:p14="http://schemas.microsoft.com/office/powerpoint/2010/main" val="2370690475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A6A6597-0E44-4F9E-9167-9A8E3C2141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8600" y="228600"/>
            <a:ext cx="8686800" cy="609600"/>
          </a:xfrm>
        </p:spPr>
        <p:txBody>
          <a:bodyPr/>
          <a:lstStyle/>
          <a:p>
            <a:r>
              <a:rPr lang="en-US" sz="4800" dirty="0"/>
              <a:t>END Slide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90BAC1C-2592-44F2-852C-C27A9C18F2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5" name="Picture 2" descr="Q &amp; A – Mechatronics World">
            <a:extLst>
              <a:ext uri="{FF2B5EF4-FFF2-40B4-BE49-F238E27FC236}">
                <a16:creationId xmlns:a16="http://schemas.microsoft.com/office/drawing/2014/main" id="{B84F8481-55AC-4F48-B0CC-DA3B1C72777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934" y="1295400"/>
            <a:ext cx="7971420" cy="47828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61507520"/>
      </p:ext>
    </p:extLst>
  </p:cSld>
  <p:clrMapOvr>
    <a:masterClrMapping/>
  </p:clrMapOvr>
</p:sld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927F5C48263E44CA0E4BF48DA5842DF" ma:contentTypeVersion="10" ma:contentTypeDescription="Create a new document." ma:contentTypeScope="" ma:versionID="cc6a9fdc59c3920af0e32ab9cc6bc759">
  <xsd:schema xmlns:xsd="http://www.w3.org/2001/XMLSchema" xmlns:xs="http://www.w3.org/2001/XMLSchema" xmlns:p="http://schemas.microsoft.com/office/2006/metadata/properties" xmlns:ns3="2545ccdc-34fc-4cec-a48d-ba29d7877a97" targetNamespace="http://schemas.microsoft.com/office/2006/metadata/properties" ma:root="true" ma:fieldsID="7474bca7c2d6847eb37e3847f5421f7f" ns3:_="">
    <xsd:import namespace="2545ccdc-34fc-4cec-a48d-ba29d7877a97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  <xsd:element ref="ns3:MediaServiceDateTaken" minOccurs="0"/>
                <xsd:element ref="ns3:MediaServiceAutoTags" minOccurs="0"/>
                <xsd:element ref="ns3:MediaServiceGenerationTime" minOccurs="0"/>
                <xsd:element ref="ns3:MediaServiceEventHashCode" minOccurs="0"/>
                <xsd:element ref="ns3:MediaServiceOCR" minOccurs="0"/>
                <xsd:element ref="ns3:MediaServiceAutoKeyPoints" minOccurs="0"/>
                <xsd:element ref="ns3:MediaServiceKeyPoints" minOccurs="0"/>
                <xsd:element ref="ns3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545ccdc-34fc-4cec-a48d-ba29d7877a97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1" nillable="true" ma:displayName="Tags" ma:internalName="MediaServiceAutoTags" ma:readOnly="true">
      <xsd:simpleType>
        <xsd:restriction base="dms:Text"/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E956FE2E-B4F1-4025-B184-05238CA68BD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2545ccdc-34fc-4cec-a48d-ba29d7877a97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89D90360-3B21-4048-9E84-CD66033C6025}">
  <ds:schemaRefs>
    <ds:schemaRef ds:uri="http://schemas.openxmlformats.org/package/2006/metadata/core-properties"/>
    <ds:schemaRef ds:uri="http://schemas.microsoft.com/office/2006/documentManagement/types"/>
    <ds:schemaRef ds:uri="http://purl.org/dc/elements/1.1/"/>
    <ds:schemaRef ds:uri="http://www.w3.org/XML/1998/namespace"/>
    <ds:schemaRef ds:uri="http://purl.org/dc/dcmitype/"/>
    <ds:schemaRef ds:uri="http://schemas.microsoft.com/office/2006/metadata/properties"/>
    <ds:schemaRef ds:uri="http://schemas.microsoft.com/office/infopath/2007/PartnerControls"/>
    <ds:schemaRef ds:uri="2545ccdc-34fc-4cec-a48d-ba29d7877a97"/>
    <ds:schemaRef ds:uri="http://purl.org/dc/terms/"/>
  </ds:schemaRefs>
</ds:datastoreItem>
</file>

<file path=customXml/itemProps3.xml><?xml version="1.0" encoding="utf-8"?>
<ds:datastoreItem xmlns:ds="http://schemas.openxmlformats.org/officeDocument/2006/customXml" ds:itemID="{2C638D98-A44F-4A29-B2B9-D9FD8ACC44EE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8269</TotalTime>
  <Words>5137</Words>
  <Application>Microsoft Office PowerPoint</Application>
  <PresentationFormat>On-screen Show (4:3)</PresentationFormat>
  <Paragraphs>2469</Paragraphs>
  <Slides>97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12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97</vt:i4>
      </vt:variant>
    </vt:vector>
  </HeadingPairs>
  <TitlesOfParts>
    <vt:vector size="110" baseType="lpstr">
      <vt:lpstr>MS PGothic</vt:lpstr>
      <vt:lpstr>MS PGothic</vt:lpstr>
      <vt:lpstr>Arial</vt:lpstr>
      <vt:lpstr>Calibri</vt:lpstr>
      <vt:lpstr>Courier</vt:lpstr>
      <vt:lpstr>Helvetica</vt:lpstr>
      <vt:lpstr>MTSYN</vt:lpstr>
      <vt:lpstr>Symbol</vt:lpstr>
      <vt:lpstr>Times</vt:lpstr>
      <vt:lpstr>Times New Roman</vt:lpstr>
      <vt:lpstr>Times-Italic</vt:lpstr>
      <vt:lpstr>Times-Roman</vt:lpstr>
      <vt:lpstr>Default Design</vt:lpstr>
      <vt:lpstr>PowerPoint Presentation</vt:lpstr>
      <vt:lpstr>14–Signed Numbers</vt:lpstr>
      <vt:lpstr>Administrative Stuff</vt:lpstr>
      <vt:lpstr>PowerPoint Presentation</vt:lpstr>
      <vt:lpstr>PowerPoint Presentation</vt:lpstr>
      <vt:lpstr>PowerPoint Presentation</vt:lpstr>
      <vt:lpstr>Sign and magnitude</vt:lpstr>
      <vt:lpstr>Sign and magnitude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1’s complement addition-Summary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Quick Way to find 2’s complement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2's Complement Summary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Take-Home Message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Arithmetic Overflow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Lec 14: Test Q1</vt:lpstr>
      <vt:lpstr>Lec 14: Test Q2</vt:lpstr>
      <vt:lpstr>Lec 14: Test Q2</vt:lpstr>
      <vt:lpstr>END Slide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Copyright 2004 Pearson Addison-Wesley</dc:creator>
  <cp:lastModifiedBy>Ahamed, Md Maruf [E CPE]</cp:lastModifiedBy>
  <cp:revision>226</cp:revision>
  <dcterms:created xsi:type="dcterms:W3CDTF">2003-05-23T15:49:24Z</dcterms:created>
  <dcterms:modified xsi:type="dcterms:W3CDTF">2022-02-23T23:18:53Z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0x010100D927F5C48263E44CA0E4BF48DA5842DF</vt:lpwstr>
  </property>
</Properties>
</file>